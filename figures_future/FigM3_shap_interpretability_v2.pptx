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10058400" cy="3474720"/>
            <a:chOff x="182880" y="182880"/>
            <a:chExt cx="10058400" cy="347472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10058400" cy="34747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10058400" cy="34747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252469"/>
              <a:ext cx="3694424" cy="33355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3946893" y="252469"/>
              <a:ext cx="6224797" cy="33355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501962" y="1064445"/>
              <a:ext cx="2343710" cy="2147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1962" y="2809058"/>
              <a:ext cx="2343710" cy="0"/>
            </a:xfrm>
            <a:custGeom>
              <a:avLst/>
              <a:pathLst>
                <a:path w="2343710" h="0">
                  <a:moveTo>
                    <a:pt x="0" y="0"/>
                  </a:moveTo>
                  <a:lnTo>
                    <a:pt x="2343710" y="0"/>
                  </a:lnTo>
                  <a:lnTo>
                    <a:pt x="234371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01962" y="2138053"/>
              <a:ext cx="2343710" cy="0"/>
            </a:xfrm>
            <a:custGeom>
              <a:avLst/>
              <a:pathLst>
                <a:path w="2343710" h="0">
                  <a:moveTo>
                    <a:pt x="0" y="0"/>
                  </a:moveTo>
                  <a:lnTo>
                    <a:pt x="2343710" y="0"/>
                  </a:lnTo>
                  <a:lnTo>
                    <a:pt x="234371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01962" y="1467048"/>
              <a:ext cx="2343710" cy="0"/>
            </a:xfrm>
            <a:custGeom>
              <a:avLst/>
              <a:pathLst>
                <a:path w="2343710" h="0">
                  <a:moveTo>
                    <a:pt x="0" y="0"/>
                  </a:moveTo>
                  <a:lnTo>
                    <a:pt x="2343710" y="0"/>
                  </a:lnTo>
                  <a:lnTo>
                    <a:pt x="234371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1608494" y="1265746"/>
              <a:ext cx="2130645" cy="402603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608494" y="1936751"/>
              <a:ext cx="1959663" cy="402603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1608494" y="2607756"/>
              <a:ext cx="1498376" cy="402603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501962" y="1064445"/>
              <a:ext cx="0" cy="2147216"/>
            </a:xfrm>
            <a:custGeom>
              <a:avLst/>
              <a:pathLst>
                <a:path w="0" h="2147216">
                  <a:moveTo>
                    <a:pt x="0" y="2147216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676746" y="2772665"/>
              <a:ext cx="76827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Annual variability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445495" y="2101660"/>
              <a:ext cx="999530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Accumulated warming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870691" y="1430655"/>
              <a:ext cx="57433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Survey effort</a:t>
              </a:r>
            </a:p>
          </p:txBody>
        </p:sp>
        <p:sp>
          <p:nvSpPr>
            <p:cNvPr id="18" name="pl18"/>
            <p:cNvSpPr/>
            <p:nvPr/>
          </p:nvSpPr>
          <p:spPr>
            <a:xfrm>
              <a:off x="1470330" y="280905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70330" y="213805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70330" y="146704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01962" y="3211661"/>
              <a:ext cx="2343710" cy="0"/>
            </a:xfrm>
            <a:custGeom>
              <a:avLst/>
              <a:pathLst>
                <a:path w="2343710" h="0">
                  <a:moveTo>
                    <a:pt x="0" y="0"/>
                  </a:moveTo>
                  <a:lnTo>
                    <a:pt x="234371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08494" y="321166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97077" y="321166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85659" y="321166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374241" y="321166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1537857" y="326859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126439" y="326859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15022" y="326859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303604" y="326859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987606" y="3394412"/>
              <a:ext cx="137242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Mean |SHAP| (log-odds)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01962" y="674105"/>
              <a:ext cx="1976109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Exact TreeSHAP over all training rows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501962" y="481363"/>
              <a:ext cx="129680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Feature importance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53689" y="345757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445565" y="1064445"/>
              <a:ext cx="1832793" cy="2147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445565" y="3157601"/>
              <a:ext cx="1832793" cy="0"/>
            </a:xfrm>
            <a:custGeom>
              <a:avLst/>
              <a:pathLst>
                <a:path w="1832793" h="0">
                  <a:moveTo>
                    <a:pt x="0" y="0"/>
                  </a:moveTo>
                  <a:lnTo>
                    <a:pt x="1832793" y="0"/>
                  </a:lnTo>
                  <a:lnTo>
                    <a:pt x="18327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445565" y="2637874"/>
              <a:ext cx="1832793" cy="0"/>
            </a:xfrm>
            <a:custGeom>
              <a:avLst/>
              <a:pathLst>
                <a:path w="1832793" h="0">
                  <a:moveTo>
                    <a:pt x="0" y="0"/>
                  </a:moveTo>
                  <a:lnTo>
                    <a:pt x="1832793" y="0"/>
                  </a:lnTo>
                  <a:lnTo>
                    <a:pt x="18327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45565" y="2118147"/>
              <a:ext cx="1832793" cy="0"/>
            </a:xfrm>
            <a:custGeom>
              <a:avLst/>
              <a:pathLst>
                <a:path w="1832793" h="0">
                  <a:moveTo>
                    <a:pt x="0" y="0"/>
                  </a:moveTo>
                  <a:lnTo>
                    <a:pt x="1832793" y="0"/>
                  </a:lnTo>
                  <a:lnTo>
                    <a:pt x="18327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445565" y="1598420"/>
              <a:ext cx="1832793" cy="0"/>
            </a:xfrm>
            <a:custGeom>
              <a:avLst/>
              <a:pathLst>
                <a:path w="1832793" h="0">
                  <a:moveTo>
                    <a:pt x="0" y="0"/>
                  </a:moveTo>
                  <a:lnTo>
                    <a:pt x="1832793" y="0"/>
                  </a:lnTo>
                  <a:lnTo>
                    <a:pt x="18327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445565" y="1078693"/>
              <a:ext cx="1832793" cy="0"/>
            </a:xfrm>
            <a:custGeom>
              <a:avLst/>
              <a:pathLst>
                <a:path w="1832793" h="0">
                  <a:moveTo>
                    <a:pt x="0" y="0"/>
                  </a:moveTo>
                  <a:lnTo>
                    <a:pt x="1832793" y="0"/>
                  </a:lnTo>
                  <a:lnTo>
                    <a:pt x="18327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4445565" y="2118147"/>
              <a:ext cx="1832793" cy="0"/>
            </a:xfrm>
            <a:custGeom>
              <a:avLst/>
              <a:pathLst>
                <a:path w="1832793" h="0">
                  <a:moveTo>
                    <a:pt x="0" y="0"/>
                  </a:moveTo>
                  <a:lnTo>
                    <a:pt x="1832793" y="0"/>
                  </a:lnTo>
                  <a:lnTo>
                    <a:pt x="1832793" y="0"/>
                  </a:lnTo>
                </a:path>
              </a:pathLst>
            </a:custGeom>
            <a:ln w="813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066374" y="25303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606511" y="2155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510431" y="23046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83153" y="28323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656245" y="21371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5420498" y="22323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731130" y="18639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530213" y="22555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507290" y="22297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4888837" y="27301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642431" y="20070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064961" y="25361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594302" y="21545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310881" y="19851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339100" y="2257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77702" y="20827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441643" y="20792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35829" y="21190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421771" y="20350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5505755" y="22662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717788" y="20151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425989" y="22813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347008" y="21601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702423" y="20114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5492542" y="20745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24976" y="22130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06759" y="21664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321677" y="21717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614718" y="20466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408035" y="22219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5472032" y="18630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554210" y="22189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236897" y="21656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413310" y="22826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417757" y="22479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60020" y="2253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905967" y="17870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719409" y="20352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486776" y="2116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326919" y="21895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732656" y="19453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725302" y="17631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404850" y="22105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105355" y="22567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266065" y="22125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689581" y="19656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5636959" y="21329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329999" y="22170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030496" y="24016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790558" y="19105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642008" y="20063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805113" y="19251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486478" y="2091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5427666" y="23447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5245735" y="21644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213124" y="21419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377645" y="22649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509524" y="22035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139822" y="25577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327885" y="22410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166074" y="26055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625188" y="20913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73091" y="21845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570918" y="22885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380496" y="21847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265205" y="21768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18851" y="20529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455317" y="22055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277207" y="21761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40681" y="21508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097025" y="24458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175165" y="2460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5266968" y="21505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690351" y="21203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419921" y="21856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660543" y="21069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12839" y="2200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227819" y="19714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82315" y="25516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954170" y="18613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496238" y="22136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109262" y="18137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408246" y="22179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20484" y="25517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205263" y="22872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396845" y="21500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565219" y="22213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567003" y="22194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754486" y="19812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5005498" y="2347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5242752" y="22205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5411286" y="22074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751239" y="19869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518370" y="22006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760398" y="22982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426976" y="22103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322902" y="22142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171610" y="25503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833126" y="18772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170636" y="28079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140109" y="25748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400340" y="22556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601218" y="20293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553226" y="22664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09600" y="20284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927597" y="12372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354438" y="20284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5289651" y="21518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038667" y="19766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538351" y="2136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477505" y="19058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579723" y="22947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077083" y="24994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359406" y="22221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5459462" y="21804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5634338" y="21510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537845" y="22055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98495" y="22636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906107" y="16188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432875" y="21078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581339" y="22245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536024" y="21212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5454565" y="21839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174519" y="26850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062208" y="24296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831301" y="19623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5804102" y="18549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5570395" y="22048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452327" y="2022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466034" y="19692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427850" y="22554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941982" y="20916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110165" y="15745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454005" y="21449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284703" y="22394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5507993" y="22758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081092" y="25817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465572" y="19836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432141" y="21918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468016" y="2039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152659" y="2741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794799" y="19270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339782" y="22035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765612" y="19126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84612" y="21330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589902" y="19624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410899" y="21828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5080386" y="22988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5099040" y="22090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606407" y="21162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584323" y="22012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674547" y="18157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734522" y="19109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70177" y="19564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81823" y="21365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733014" y="18005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194662" y="21870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310200" y="19471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5306699" y="20622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5256765" y="19689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819231" y="18510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870305" y="25577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747915" y="18412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884428" y="26779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333806" y="21641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208006" y="22548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392597" y="21395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714786" y="2022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006846" y="27069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331309" y="22753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47336" y="18433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25221" y="21351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486266" y="2059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5361276" y="20471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5533524" y="22964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5482660" y="21493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5936343" y="19665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5523025" y="21411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440548" y="21780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428583" y="20094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694680" y="19676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21577" y="21669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545107" y="20985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679000" y="17332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5084711" y="22628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5805987" y="19133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871017" y="21543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715049" y="2107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999133" y="20713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539719" y="21712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144330" y="26311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159354" y="27781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5581245" y="22424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532987" y="20656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165786" y="27218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112676" y="23617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5543107" y="21418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839108" y="25631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821482" y="19799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400698" y="21676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687265" y="16341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483185" y="19877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518136" y="22238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667326" y="18226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553626" y="21918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978019" y="25305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5020693" y="2578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609873" y="19986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5295674" y="20864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592262" y="20798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311099" y="20436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5291327" y="22202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00078" y="21903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021462" y="25926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334739" y="21179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136691" y="26338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712268" y="20462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444911" y="22596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671844" y="18995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814076" y="19751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473763" y="20527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192830" y="22976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819287" y="19173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65326" y="20834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009520" y="27302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312175" y="21454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5526430" y="21215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5345016" y="22852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155345" y="28030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647722" y="20397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728751" y="17961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206701" y="22524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176641" y="25815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831960" y="19718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553456" y="21817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307163" y="18718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582864" y="22877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5253830" y="20119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512523" y="23015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340695" y="21764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672027" y="16917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625126" y="19466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090020" y="26930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423612" y="22685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634234" y="21034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730470" y="17555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125542" y="27276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368585" y="22189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818834" y="19157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5259859" y="23013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5733502" y="19661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523643" y="2108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332449" y="22352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489443" y="19073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705837" y="19097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486314" y="22314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850951" y="20756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5055099" y="25136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780420" y="2566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891344" y="27538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168093" y="26581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5028767" y="2369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5370928" y="22132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5400805" y="21543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256275" y="21325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987776" y="25572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352318" y="2230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160736" y="26999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414702" y="21020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6037963" y="20887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5479996" y="18592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117907" y="25116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5195432" y="24634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285105" y="22676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404311" y="22234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5795843" y="20569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430438" y="22508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016826" y="23531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576396" y="22295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561572" y="21835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349967" y="2169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5273420" y="21629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09489" y="18300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5657241" y="20376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5613524" y="21385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5710898" y="20181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719235" y="20327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3541" y="23884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643747" y="20213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537526" y="21478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621596" y="18494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679954" y="18419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850328" y="26704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915979" y="25024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96429" y="26493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044220" y="24432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026082" y="23380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655795" y="20493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528605" y="20899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968209" y="21864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5420047" y="21946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5148730" y="26399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578029" y="22015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684250" y="19188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5525644" y="2148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5361681" y="22340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5117675" y="24657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297747" y="21651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69572" y="22297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098677" y="23609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341912" y="20157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457128" y="21657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13817" y="21724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360953" y="2240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549088" y="21336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039845" y="20568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75105" y="24278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40111" y="25227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202498" y="24078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5499232" y="21581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80996" y="16808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015013" y="2715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127854" y="25072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39082" y="19194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149370" y="25820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778235" y="19322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5552502" y="21780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648988" y="20470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5569379" y="2219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5557355" y="21819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500013" y="21275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161970" y="25949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041813" y="20590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508003" y="22495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248933" y="18551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441025" y="22049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5500383" y="21499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5200099" y="22521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35034" y="21326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983406" y="27178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622519" y="20939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276901" y="22875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02910" y="21616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5861874" y="17382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5299473" y="21565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397221" y="21786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466418" y="19835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5932441" y="18235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5337963" y="20248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5407880" y="22377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477325" y="20857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5675752" y="17370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5523864" y="2162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517066" y="22800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338465" y="2227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5661899" y="20995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5958615" y="17007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5668833" y="19423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588527" y="23270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110611" y="17455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5959317" y="14431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5532584" y="22969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5457969" y="21505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5207159" y="22671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5240071" y="22114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5456090" y="22103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5386727" y="20662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5580800" y="23195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5654404" y="20511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5542190" y="20323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5006509" y="2506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576599" y="2231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5521769" y="21351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961345" y="23573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5377923" y="20994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423299" y="22284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450483" y="22849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368421" y="22080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184914" y="25210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525978" y="20948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5584141" y="22400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5339277" y="21786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5552849" y="23159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205856" y="21298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550264" y="2203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516242" y="21702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5444278" y="22334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5456651" y="2128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5720076" y="17958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5202290" y="22766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865398" y="17811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510168" y="23121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5566664" y="21909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342238" y="21685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86824" y="23039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611133" y="20779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5423471" y="18838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5769766" y="20851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5545111" y="2018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361379" y="21675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85756" y="18716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5553781" y="24139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6006279" y="20266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5686150" y="18356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315381" y="21341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444880" y="21149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5085626" y="28466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5824775" y="18771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5198120" y="23385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5785796" y="20373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5703496" y="19813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5147025" y="26153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5440328" y="2283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734785" y="19933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358570" y="22154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668814" y="19740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174148" y="26326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438577" y="21118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032646" y="23808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501118" y="22646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632542" y="21313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248546" y="17717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5358058" y="21822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5148368" y="25608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74590" y="22215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308239" y="19788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349127" y="21727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5467596" y="20316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6001641" y="21575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541543" y="21297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5811375" y="19544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5582208" y="23218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5499564" y="21669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5390245" y="21961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5176751" y="25791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150038" y="26058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440921" y="21920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645271" y="21247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5736146" y="17877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5364491" y="22476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5572886" y="22098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378733" y="22729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4871231" y="21156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5368608" y="22055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5384812" y="22087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5333150" y="21307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5680568" y="17753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298970" y="21010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784150" y="20069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216179" y="21630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495275" y="20670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5654809" y="19251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5066274" y="27169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6027864" y="18242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922194" y="1759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131157" y="24717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616171" y="18961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5307359" y="1939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000282" y="23392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174441" y="23814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5439867" y="23137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5713749" y="21783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47530" y="19737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109772" y="1740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5529310" y="22765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5683309" y="19758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465302" y="20382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5561059" y="22703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5808132" y="20276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5046174" y="20734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349967" y="21720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496676" y="22155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386866" y="21628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5660519" y="2050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387128" y="21528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633416" y="21214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755295" y="19810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443262" y="22697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466843" y="20216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483257" y="20788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5274620" y="22267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5142097" y="25475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5338293" y="21628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240377" y="21496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5567000" y="22617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58460" y="22152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67039" y="19283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087505" y="25874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374063" y="22742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608859" y="20393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592156" y="21721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482308" y="20684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939994" y="18910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198556" y="23231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5584431" y="22952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5145083" y="2732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862065" y="19223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5573413" y="21794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5446825" y="22514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5444899" y="21506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5400993" y="21571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5233229" y="19664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5465773" y="19264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5692777" y="18861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5254640" y="21947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461597" y="2112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854255" y="17194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127251" y="24297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965385" y="18554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756248" y="19219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751169" y="19856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5385827" y="21886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5801426" y="19857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5120353" y="25281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558093" y="22122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5178170" y="24926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5545217" y="20255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539382" y="21390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656061" y="19900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265850" y="22269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319702" y="21954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5753730" y="19486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5504851" y="21597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666852" y="19920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439803" y="23028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6011643" y="21345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5679749" y="16509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5569329" y="2257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293275" y="22522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398203" y="21227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288489" y="21860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5285060" y="22774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5516082" y="21596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999296" y="28985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5725448" y="17944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632537" y="21458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432259" y="22491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5564910" y="22026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5633837" y="21695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5004198" y="26832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5799132" y="19301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5415741" y="20419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5595198" y="22593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906460" y="19662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5453824" y="19975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726440" y="17144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5115165" y="22622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053152" y="23289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189401" y="22823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453231" y="22308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662229" y="20386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5643261" y="19332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5478195" y="16843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452604" y="22530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79354" y="24626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30459" y="21135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779249" y="24884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5409002" y="2253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5150176" y="27256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5904538" y="18103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5457317" y="21188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4785930" y="23316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5775993" y="20152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068292" y="23973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5787002" y="19662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5598600" y="20204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477415" y="19194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924741" y="18497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947053" y="19532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5626469" y="18534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531713" y="22693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5918870" y="18860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5330709" y="21900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5423862" y="21601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5761665" y="18831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5216689" y="2102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5567962" y="21414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5128554" y="25551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5611238" y="21153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5341936" y="21851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5505636" y="21793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5336911" y="22430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5819703" y="19498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5811816" y="19770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16373" y="21992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5685504" y="18181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5302589" y="21606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5232460" y="22025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5197616" y="24584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5027953" y="23246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5747991" y="19422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979086" y="25019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5597751" y="19501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5562298" y="23153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5418993" y="22160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5491363" y="20422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5009851" y="25122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5535396" y="21683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03241" y="23254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411558" y="21804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185444" y="24537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388378" y="21428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521010" y="21380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711529" y="21819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5472420" y="19660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412450" y="21794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301924" y="22365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473859" y="19845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337084" y="21693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5530509" y="22349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5475329" y="19429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462677" y="21656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292628" y="22303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778820" y="20203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5431429" y="22810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5186325" y="23702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5431542" y="23142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5537586" y="2263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696575" y="19143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5717639" y="20746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245644" y="21294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009238" y="24230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086522" y="25543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869744" y="25061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522147" y="21282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759733" y="18975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92357" y="21022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5544256" y="20377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951555" y="15821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058295" y="21864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5262243" y="21666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5121112" y="26345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5094208" y="24992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5406499" y="2211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72972" y="22167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379224" y="22531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126528" y="26896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5030559" y="22614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325091" y="21801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5574487" y="2225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5162276" y="26042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5675361" y="16868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109389" y="17587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3574" y="17697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345564" y="21700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5534418" y="22695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5328943" y="22052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251612" y="21628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9312" y="22458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5795087" y="1660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5464880" y="19360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5604817" y="19824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5653087" y="19881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4958268" y="17892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98777" y="17423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5183906" y="24621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5661777" y="20136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5364372" y="22587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5360631" y="22275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5142673" y="24779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5255755" y="20634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5704967" y="19301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314999" y="21381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571734" y="23040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5608641" y="21803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5614455" y="20434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5443355" y="2308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402709" y="22079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718914" y="19812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5653329" y="19923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5567869" y="21413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23330" y="21355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80990" y="23288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131112" y="26054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676386" y="15799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5561891" y="22631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71151" y="22080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487312" y="21436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125900" y="27471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5531134" y="23082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5843327" y="20201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761674" y="19510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472163" y="19608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4963178" y="17671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306871" y="20252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5113068" y="22131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328454" y="21525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851119" y="17124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331612" y="22157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5183599" y="2471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5770838" y="20141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5795757" y="18981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5909252" y="17851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822320" y="19610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11666" y="19121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644019" y="20490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688156" y="18302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401339" y="21359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429724" y="21799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5536195" y="21286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439786" y="2172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557397" y="22119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423365" y="21835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5315259" y="22575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465043" y="20431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562056" y="22166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795933" y="19468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5384924" y="21063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098032" y="26860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409870" y="21835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488702" y="2097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5066928" y="22116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5163749" y="27428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389483" y="22083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113981" y="21251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5320276" y="21921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722522" y="18104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5539432" y="21561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5141005" y="26317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5519080" y="21926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5729387" y="17529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5455566" y="22041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002517" y="27421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4934989" y="17536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441110" y="21712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5337370" y="21731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5376701" y="21796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5854733" y="1935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5547584" y="22107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209666" y="20581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199629" y="25043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718089" y="20533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5577035" y="23035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765412" y="20903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494635" y="20209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5427075" y="20918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5061109" y="23857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5057353" y="24671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616714" y="18318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08949" y="2054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284139" y="22574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313590" y="21781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5541473" y="21198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5512635" y="21382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5308545" y="19984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5710744" y="1953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5192033" y="2487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5153813" y="25648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5714841" y="20350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5032704" y="22526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5469759" y="20242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202279" y="24211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383432" y="2117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514141" y="22166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776190" y="19553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5043425" y="24228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114764" y="19963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615389" y="20720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5154552" y="26781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5661299" y="20199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680492" y="17261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783020" y="19308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5409345" y="21592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5786798" y="19409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5417594" y="22454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610384" y="19849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417260" y="22209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619558" y="18969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5467759" y="19479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5143734" y="26009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5253775" y="20329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612863" y="19927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107945" y="18098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620895" y="19469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316039" y="21678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475575" y="1861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5220474" y="21609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5254421" y="20891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5518571" y="2153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5168310" y="26474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5589350" y="20159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5407361" y="21613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5193392" y="22458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164537" y="26362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15121" y="20688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5540654" y="21362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5051241" y="22999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5732837" y="19354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437879" y="21691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5171180" y="26606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5508283" y="23592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5387035" y="21049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5733331" y="16972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5508851" y="22623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5125817" y="26238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5469892" y="19678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4919529" y="30654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5492764" y="21204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5204862" y="23102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5698107" y="20440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5565185" y="22537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5426818" y="23167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5447777" y="21577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5028036" y="20949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5426451" y="22304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5519712" y="21276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730465" y="17636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113674" y="19724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047799" y="2295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919694" y="16756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5525927" y="2215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194781" y="23092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245585" y="21205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5414628" y="22020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483822" y="1965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653948" y="20571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224255" y="21067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5183943" y="24893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5422906" y="21560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5665617" y="20101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525020" y="21233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5070218" y="25156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503177" y="21482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5572481" y="22056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5756831" y="20430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70385" y="19737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315084" y="21394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53667" y="16420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439131" y="23049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5795380" y="20287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5748750" y="17468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156792" y="26226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5413965" y="21421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5358850" y="2178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5206683" y="21480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5773175" y="19733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7764" y="22196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534911" y="21636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372341" y="21941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5120806" y="25800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544089" y="20579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5844714" y="1791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398876" y="21471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5703565" y="18866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6000281" y="19539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5433781" y="21719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5691401" y="19254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5535609" y="22587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831616" y="1968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5407968" y="21280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551523" y="22368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18751" y="17670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926211" y="16840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5670596" y="17457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607505" y="20204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655734" y="20494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5066249" y="23373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5659999" y="20983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5612666" y="19886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554516" y="22163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337210" y="21131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5682815" y="17447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137611" y="27123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5919246" y="16992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5104590" y="22854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5647203" y="19853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5469485" y="19936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5163494" y="27530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5660813" y="20725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5522153" y="21877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5327837" y="21702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383109" y="22554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5634846" y="20194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5120614" y="26562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5469267" y="2056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5661116" y="21108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385189" y="21706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526536" y="20740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535312" y="21677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670024" y="19183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405703" y="21992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5670075" y="20339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5373618" y="22968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5512739" y="22518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5365347" y="22363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5615" y="18982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424046" y="22830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171273" y="27543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5422922" y="21541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5259301" y="21700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5258371" y="21667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442915" y="22144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229115" y="22255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169468" y="28719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5160311" y="26418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5689419" y="1718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5183198" y="2451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480360" y="1790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180265" y="26244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5457832" y="22380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663422" y="18651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5832346" y="18408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5449179" y="22494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5441221" y="20178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5221536" y="22756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34756" y="22872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6226" y="18077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589942" y="19763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5447093" y="2228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5301895" y="22670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5046934" y="23750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5395230" y="21991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5330901" y="21174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5311652" y="22040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5362010" y="22216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5437577" y="22882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314106" y="21347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5420423" y="21721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5728626" y="16400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5427569" y="22503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796006" y="2713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449236" y="23057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4873917" y="22796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258829" y="21796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4962482" y="19734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5551907" y="23141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5217666" y="21103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5408793" y="21718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5109385" y="17899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4936948" y="17610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4822861" y="27707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4985523" y="26160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5480446" y="21405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5630015" y="21326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5762935" y="20325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5432526" y="20573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5645324" y="20669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5551992" y="22888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5878071" y="19061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4950703" y="16244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5243233" y="21985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5314311" y="20361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3"/>
            <p:cNvSpPr/>
            <p:nvPr/>
          </p:nvSpPr>
          <p:spPr>
            <a:xfrm>
              <a:off x="5105366" y="19989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4"/>
            <p:cNvSpPr/>
            <p:nvPr/>
          </p:nvSpPr>
          <p:spPr>
            <a:xfrm>
              <a:off x="5539306" y="21368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5"/>
            <p:cNvSpPr/>
            <p:nvPr/>
          </p:nvSpPr>
          <p:spPr>
            <a:xfrm>
              <a:off x="4818928" y="27790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6"/>
            <p:cNvSpPr/>
            <p:nvPr/>
          </p:nvSpPr>
          <p:spPr>
            <a:xfrm>
              <a:off x="5714008" y="20144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7"/>
            <p:cNvSpPr/>
            <p:nvPr/>
          </p:nvSpPr>
          <p:spPr>
            <a:xfrm>
              <a:off x="5204727" y="2306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8"/>
            <p:cNvSpPr/>
            <p:nvPr/>
          </p:nvSpPr>
          <p:spPr>
            <a:xfrm>
              <a:off x="5556110" y="22082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5353214" y="20265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5125754" y="25499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1"/>
            <p:cNvSpPr/>
            <p:nvPr/>
          </p:nvSpPr>
          <p:spPr>
            <a:xfrm>
              <a:off x="5432024" y="22287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2"/>
            <p:cNvSpPr/>
            <p:nvPr/>
          </p:nvSpPr>
          <p:spPr>
            <a:xfrm>
              <a:off x="5680863" y="16208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3"/>
            <p:cNvSpPr/>
            <p:nvPr/>
          </p:nvSpPr>
          <p:spPr>
            <a:xfrm>
              <a:off x="5568901" y="21896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4"/>
            <p:cNvSpPr/>
            <p:nvPr/>
          </p:nvSpPr>
          <p:spPr>
            <a:xfrm>
              <a:off x="5386497" y="22139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5"/>
            <p:cNvSpPr/>
            <p:nvPr/>
          </p:nvSpPr>
          <p:spPr>
            <a:xfrm>
              <a:off x="5266964" y="21663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6"/>
            <p:cNvSpPr/>
            <p:nvPr/>
          </p:nvSpPr>
          <p:spPr>
            <a:xfrm>
              <a:off x="5554134" y="22773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7"/>
            <p:cNvSpPr/>
            <p:nvPr/>
          </p:nvSpPr>
          <p:spPr>
            <a:xfrm>
              <a:off x="5386865" y="21459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8"/>
            <p:cNvSpPr/>
            <p:nvPr/>
          </p:nvSpPr>
          <p:spPr>
            <a:xfrm>
              <a:off x="5356744" y="22248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9"/>
            <p:cNvSpPr/>
            <p:nvPr/>
          </p:nvSpPr>
          <p:spPr>
            <a:xfrm>
              <a:off x="4980237" y="24181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1000"/>
            <p:cNvSpPr/>
            <p:nvPr/>
          </p:nvSpPr>
          <p:spPr>
            <a:xfrm>
              <a:off x="5249754" y="19848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1"/>
            <p:cNvSpPr/>
            <p:nvPr/>
          </p:nvSpPr>
          <p:spPr>
            <a:xfrm>
              <a:off x="5474401" y="19469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5597976" y="20178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5747674" y="22663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5229812" y="20767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5354508" y="21179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5133586" y="26284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5002352" y="25413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5327236" y="2177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5506710" y="21452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5163321" y="28516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5333624" y="20211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5381464" y="22001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5258702" y="22293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5490241" y="21476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5398707" y="2137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5308409" y="20629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5507076" y="22155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5681825" y="17475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4908155" y="30142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5569715" y="21988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5780757" y="20815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5389628" y="21453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5470994" y="1931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5332303" y="20988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5625896" y="18371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5851465" y="18586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5403189" y="22443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5410596" y="22534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5682843" y="18042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5464205" y="19294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5560532" y="2305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5057591" y="22547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3"/>
            <p:cNvSpPr/>
            <p:nvPr/>
          </p:nvSpPr>
          <p:spPr>
            <a:xfrm>
              <a:off x="5509606" y="2247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4"/>
            <p:cNvSpPr/>
            <p:nvPr/>
          </p:nvSpPr>
          <p:spPr>
            <a:xfrm>
              <a:off x="5151560" y="24590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5"/>
            <p:cNvSpPr/>
            <p:nvPr/>
          </p:nvSpPr>
          <p:spPr>
            <a:xfrm>
              <a:off x="5557651" y="22369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6"/>
            <p:cNvSpPr/>
            <p:nvPr/>
          </p:nvSpPr>
          <p:spPr>
            <a:xfrm>
              <a:off x="5415812" y="2202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7"/>
            <p:cNvSpPr/>
            <p:nvPr/>
          </p:nvSpPr>
          <p:spPr>
            <a:xfrm>
              <a:off x="5696371" y="19646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8"/>
            <p:cNvSpPr/>
            <p:nvPr/>
          </p:nvSpPr>
          <p:spPr>
            <a:xfrm>
              <a:off x="5604290" y="2047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9"/>
            <p:cNvSpPr/>
            <p:nvPr/>
          </p:nvSpPr>
          <p:spPr>
            <a:xfrm>
              <a:off x="5165194" y="27348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40"/>
            <p:cNvSpPr/>
            <p:nvPr/>
          </p:nvSpPr>
          <p:spPr>
            <a:xfrm>
              <a:off x="5385723" y="21342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1"/>
            <p:cNvSpPr/>
            <p:nvPr/>
          </p:nvSpPr>
          <p:spPr>
            <a:xfrm>
              <a:off x="5241146" y="22112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2"/>
            <p:cNvSpPr/>
            <p:nvPr/>
          </p:nvSpPr>
          <p:spPr>
            <a:xfrm>
              <a:off x="5276393" y="22614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3"/>
            <p:cNvSpPr/>
            <p:nvPr/>
          </p:nvSpPr>
          <p:spPr>
            <a:xfrm>
              <a:off x="5441957" y="22185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4"/>
            <p:cNvSpPr/>
            <p:nvPr/>
          </p:nvSpPr>
          <p:spPr>
            <a:xfrm>
              <a:off x="5169584" y="27366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5"/>
            <p:cNvSpPr/>
            <p:nvPr/>
          </p:nvSpPr>
          <p:spPr>
            <a:xfrm>
              <a:off x="5111740" y="21146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6"/>
            <p:cNvSpPr/>
            <p:nvPr/>
          </p:nvSpPr>
          <p:spPr>
            <a:xfrm>
              <a:off x="5369889" y="22753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7"/>
            <p:cNvSpPr/>
            <p:nvPr/>
          </p:nvSpPr>
          <p:spPr>
            <a:xfrm>
              <a:off x="4758262" y="25671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8"/>
            <p:cNvSpPr/>
            <p:nvPr/>
          </p:nvSpPr>
          <p:spPr>
            <a:xfrm>
              <a:off x="5545947" y="19460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9"/>
            <p:cNvSpPr/>
            <p:nvPr/>
          </p:nvSpPr>
          <p:spPr>
            <a:xfrm>
              <a:off x="5304856" y="18992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50"/>
            <p:cNvSpPr/>
            <p:nvPr/>
          </p:nvSpPr>
          <p:spPr>
            <a:xfrm>
              <a:off x="5559976" y="22011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1"/>
            <p:cNvSpPr/>
            <p:nvPr/>
          </p:nvSpPr>
          <p:spPr>
            <a:xfrm>
              <a:off x="5430263" y="2254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2"/>
            <p:cNvSpPr/>
            <p:nvPr/>
          </p:nvSpPr>
          <p:spPr>
            <a:xfrm>
              <a:off x="5276122" y="22352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3"/>
            <p:cNvSpPr/>
            <p:nvPr/>
          </p:nvSpPr>
          <p:spPr>
            <a:xfrm>
              <a:off x="5595121" y="20919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4"/>
            <p:cNvSpPr/>
            <p:nvPr/>
          </p:nvSpPr>
          <p:spPr>
            <a:xfrm>
              <a:off x="5681545" y="17934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5"/>
            <p:cNvSpPr/>
            <p:nvPr/>
          </p:nvSpPr>
          <p:spPr>
            <a:xfrm>
              <a:off x="4809174" y="24781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6"/>
            <p:cNvSpPr/>
            <p:nvPr/>
          </p:nvSpPr>
          <p:spPr>
            <a:xfrm>
              <a:off x="5490876" y="20548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7"/>
            <p:cNvSpPr/>
            <p:nvPr/>
          </p:nvSpPr>
          <p:spPr>
            <a:xfrm>
              <a:off x="5624589" y="20895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8"/>
            <p:cNvSpPr/>
            <p:nvPr/>
          </p:nvSpPr>
          <p:spPr>
            <a:xfrm>
              <a:off x="5464890" y="19049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9"/>
            <p:cNvSpPr/>
            <p:nvPr/>
          </p:nvSpPr>
          <p:spPr>
            <a:xfrm>
              <a:off x="5549489" y="21278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60"/>
            <p:cNvSpPr/>
            <p:nvPr/>
          </p:nvSpPr>
          <p:spPr>
            <a:xfrm>
              <a:off x="5378972" y="22285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1"/>
            <p:cNvSpPr/>
            <p:nvPr/>
          </p:nvSpPr>
          <p:spPr>
            <a:xfrm>
              <a:off x="5349064" y="22721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2"/>
            <p:cNvSpPr/>
            <p:nvPr/>
          </p:nvSpPr>
          <p:spPr>
            <a:xfrm>
              <a:off x="5102317" y="21159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3"/>
            <p:cNvSpPr/>
            <p:nvPr/>
          </p:nvSpPr>
          <p:spPr>
            <a:xfrm>
              <a:off x="5360735" y="2315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4"/>
            <p:cNvSpPr/>
            <p:nvPr/>
          </p:nvSpPr>
          <p:spPr>
            <a:xfrm>
              <a:off x="5524376" y="22538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5"/>
            <p:cNvSpPr/>
            <p:nvPr/>
          </p:nvSpPr>
          <p:spPr>
            <a:xfrm>
              <a:off x="5621356" y="19116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6"/>
            <p:cNvSpPr/>
            <p:nvPr/>
          </p:nvSpPr>
          <p:spPr>
            <a:xfrm>
              <a:off x="5306231" y="20378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7"/>
            <p:cNvSpPr/>
            <p:nvPr/>
          </p:nvSpPr>
          <p:spPr>
            <a:xfrm>
              <a:off x="5251025" y="22082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8"/>
            <p:cNvSpPr/>
            <p:nvPr/>
          </p:nvSpPr>
          <p:spPr>
            <a:xfrm>
              <a:off x="5674121" y="19354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9"/>
            <p:cNvSpPr/>
            <p:nvPr/>
          </p:nvSpPr>
          <p:spPr>
            <a:xfrm>
              <a:off x="5092814" y="26138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70"/>
            <p:cNvSpPr/>
            <p:nvPr/>
          </p:nvSpPr>
          <p:spPr>
            <a:xfrm>
              <a:off x="5450528" y="23005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1"/>
            <p:cNvSpPr/>
            <p:nvPr/>
          </p:nvSpPr>
          <p:spPr>
            <a:xfrm>
              <a:off x="5725540" y="18575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2"/>
            <p:cNvSpPr/>
            <p:nvPr/>
          </p:nvSpPr>
          <p:spPr>
            <a:xfrm>
              <a:off x="5413169" y="21455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3"/>
            <p:cNvSpPr/>
            <p:nvPr/>
          </p:nvSpPr>
          <p:spPr>
            <a:xfrm>
              <a:off x="5991076" y="20908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4"/>
            <p:cNvSpPr/>
            <p:nvPr/>
          </p:nvSpPr>
          <p:spPr>
            <a:xfrm>
              <a:off x="5280091" y="21766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5"/>
            <p:cNvSpPr/>
            <p:nvPr/>
          </p:nvSpPr>
          <p:spPr>
            <a:xfrm>
              <a:off x="5165435" y="27205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6"/>
            <p:cNvSpPr/>
            <p:nvPr/>
          </p:nvSpPr>
          <p:spPr>
            <a:xfrm>
              <a:off x="5180262" y="25202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7"/>
            <p:cNvSpPr/>
            <p:nvPr/>
          </p:nvSpPr>
          <p:spPr>
            <a:xfrm>
              <a:off x="5633268" y="21427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8"/>
            <p:cNvSpPr/>
            <p:nvPr/>
          </p:nvSpPr>
          <p:spPr>
            <a:xfrm>
              <a:off x="5699800" y="19624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9"/>
            <p:cNvSpPr/>
            <p:nvPr/>
          </p:nvSpPr>
          <p:spPr>
            <a:xfrm>
              <a:off x="5816744" y="19229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80"/>
            <p:cNvSpPr/>
            <p:nvPr/>
          </p:nvSpPr>
          <p:spPr>
            <a:xfrm>
              <a:off x="5601433" y="20001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1"/>
            <p:cNvSpPr/>
            <p:nvPr/>
          </p:nvSpPr>
          <p:spPr>
            <a:xfrm>
              <a:off x="5394419" y="21200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2"/>
            <p:cNvSpPr/>
            <p:nvPr/>
          </p:nvSpPr>
          <p:spPr>
            <a:xfrm>
              <a:off x="5780754" y="19757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3"/>
            <p:cNvSpPr/>
            <p:nvPr/>
          </p:nvSpPr>
          <p:spPr>
            <a:xfrm>
              <a:off x="4769677" y="24772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4"/>
            <p:cNvSpPr/>
            <p:nvPr/>
          </p:nvSpPr>
          <p:spPr>
            <a:xfrm>
              <a:off x="5160904" y="27520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5"/>
            <p:cNvSpPr/>
            <p:nvPr/>
          </p:nvSpPr>
          <p:spPr>
            <a:xfrm>
              <a:off x="5646439" y="1980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6"/>
            <p:cNvSpPr/>
            <p:nvPr/>
          </p:nvSpPr>
          <p:spPr>
            <a:xfrm>
              <a:off x="5577255" y="23096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7"/>
            <p:cNvSpPr/>
            <p:nvPr/>
          </p:nvSpPr>
          <p:spPr>
            <a:xfrm>
              <a:off x="5307273" y="18817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8"/>
            <p:cNvSpPr/>
            <p:nvPr/>
          </p:nvSpPr>
          <p:spPr>
            <a:xfrm>
              <a:off x="5180928" y="26922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9"/>
            <p:cNvSpPr/>
            <p:nvPr/>
          </p:nvSpPr>
          <p:spPr>
            <a:xfrm>
              <a:off x="5711264" y="20220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90"/>
            <p:cNvSpPr/>
            <p:nvPr/>
          </p:nvSpPr>
          <p:spPr>
            <a:xfrm>
              <a:off x="5588356" y="22537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1"/>
            <p:cNvSpPr/>
            <p:nvPr/>
          </p:nvSpPr>
          <p:spPr>
            <a:xfrm>
              <a:off x="5121430" y="25141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2"/>
            <p:cNvSpPr/>
            <p:nvPr/>
          </p:nvSpPr>
          <p:spPr>
            <a:xfrm>
              <a:off x="5661079" y="2181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3"/>
            <p:cNvSpPr/>
            <p:nvPr/>
          </p:nvSpPr>
          <p:spPr>
            <a:xfrm>
              <a:off x="5489609" y="21873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4"/>
            <p:cNvSpPr/>
            <p:nvPr/>
          </p:nvSpPr>
          <p:spPr>
            <a:xfrm>
              <a:off x="6006862" y="20469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5"/>
            <p:cNvSpPr/>
            <p:nvPr/>
          </p:nvSpPr>
          <p:spPr>
            <a:xfrm>
              <a:off x="5766702" y="19568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6"/>
            <p:cNvSpPr/>
            <p:nvPr/>
          </p:nvSpPr>
          <p:spPr>
            <a:xfrm>
              <a:off x="5327031" y="22166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7"/>
            <p:cNvSpPr/>
            <p:nvPr/>
          </p:nvSpPr>
          <p:spPr>
            <a:xfrm>
              <a:off x="5769329" y="20882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8"/>
            <p:cNvSpPr/>
            <p:nvPr/>
          </p:nvSpPr>
          <p:spPr>
            <a:xfrm>
              <a:off x="5783612" y="20319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9"/>
            <p:cNvSpPr/>
            <p:nvPr/>
          </p:nvSpPr>
          <p:spPr>
            <a:xfrm>
              <a:off x="5084398" y="28121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100"/>
            <p:cNvSpPr/>
            <p:nvPr/>
          </p:nvSpPr>
          <p:spPr>
            <a:xfrm>
              <a:off x="5487740" y="21227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1"/>
            <p:cNvSpPr/>
            <p:nvPr/>
          </p:nvSpPr>
          <p:spPr>
            <a:xfrm>
              <a:off x="5228956" y="20462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2"/>
            <p:cNvSpPr/>
            <p:nvPr/>
          </p:nvSpPr>
          <p:spPr>
            <a:xfrm>
              <a:off x="5380432" y="22704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3"/>
            <p:cNvSpPr/>
            <p:nvPr/>
          </p:nvSpPr>
          <p:spPr>
            <a:xfrm>
              <a:off x="5578389" y="22231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4"/>
            <p:cNvSpPr/>
            <p:nvPr/>
          </p:nvSpPr>
          <p:spPr>
            <a:xfrm>
              <a:off x="5510835" y="22213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5"/>
            <p:cNvSpPr/>
            <p:nvPr/>
          </p:nvSpPr>
          <p:spPr>
            <a:xfrm>
              <a:off x="5284742" y="22457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6"/>
            <p:cNvSpPr/>
            <p:nvPr/>
          </p:nvSpPr>
          <p:spPr>
            <a:xfrm>
              <a:off x="5387287" y="21024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7"/>
            <p:cNvSpPr/>
            <p:nvPr/>
          </p:nvSpPr>
          <p:spPr>
            <a:xfrm>
              <a:off x="5624353" y="21457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8"/>
            <p:cNvSpPr/>
            <p:nvPr/>
          </p:nvSpPr>
          <p:spPr>
            <a:xfrm>
              <a:off x="5335861" y="21686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9"/>
            <p:cNvSpPr/>
            <p:nvPr/>
          </p:nvSpPr>
          <p:spPr>
            <a:xfrm>
              <a:off x="5031743" y="21808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10"/>
            <p:cNvSpPr/>
            <p:nvPr/>
          </p:nvSpPr>
          <p:spPr>
            <a:xfrm>
              <a:off x="4949699" y="1893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1"/>
            <p:cNvSpPr/>
            <p:nvPr/>
          </p:nvSpPr>
          <p:spPr>
            <a:xfrm>
              <a:off x="5603189" y="20249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2"/>
            <p:cNvSpPr/>
            <p:nvPr/>
          </p:nvSpPr>
          <p:spPr>
            <a:xfrm>
              <a:off x="5444977" y="23539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3"/>
            <p:cNvSpPr/>
            <p:nvPr/>
          </p:nvSpPr>
          <p:spPr>
            <a:xfrm>
              <a:off x="5304289" y="22207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4"/>
            <p:cNvSpPr/>
            <p:nvPr/>
          </p:nvSpPr>
          <p:spPr>
            <a:xfrm>
              <a:off x="5378185" y="21813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5"/>
            <p:cNvSpPr/>
            <p:nvPr/>
          </p:nvSpPr>
          <p:spPr>
            <a:xfrm>
              <a:off x="5634903" y="20799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6"/>
            <p:cNvSpPr/>
            <p:nvPr/>
          </p:nvSpPr>
          <p:spPr>
            <a:xfrm>
              <a:off x="5475109" y="19924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7"/>
            <p:cNvSpPr/>
            <p:nvPr/>
          </p:nvSpPr>
          <p:spPr>
            <a:xfrm>
              <a:off x="5613257" y="21066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8"/>
            <p:cNvSpPr/>
            <p:nvPr/>
          </p:nvSpPr>
          <p:spPr>
            <a:xfrm>
              <a:off x="5433763" y="20963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9"/>
            <p:cNvSpPr/>
            <p:nvPr/>
          </p:nvSpPr>
          <p:spPr>
            <a:xfrm>
              <a:off x="5145763" y="26898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20"/>
            <p:cNvSpPr/>
            <p:nvPr/>
          </p:nvSpPr>
          <p:spPr>
            <a:xfrm>
              <a:off x="5252036" y="19806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1"/>
            <p:cNvSpPr/>
            <p:nvPr/>
          </p:nvSpPr>
          <p:spPr>
            <a:xfrm>
              <a:off x="5392789" y="21646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2"/>
            <p:cNvSpPr/>
            <p:nvPr/>
          </p:nvSpPr>
          <p:spPr>
            <a:xfrm>
              <a:off x="5813409" y="1987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3"/>
            <p:cNvSpPr/>
            <p:nvPr/>
          </p:nvSpPr>
          <p:spPr>
            <a:xfrm>
              <a:off x="5766371" y="19652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4"/>
            <p:cNvSpPr/>
            <p:nvPr/>
          </p:nvSpPr>
          <p:spPr>
            <a:xfrm>
              <a:off x="5663988" y="20013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5"/>
            <p:cNvSpPr/>
            <p:nvPr/>
          </p:nvSpPr>
          <p:spPr>
            <a:xfrm>
              <a:off x="5105379" y="21485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6"/>
            <p:cNvSpPr/>
            <p:nvPr/>
          </p:nvSpPr>
          <p:spPr>
            <a:xfrm>
              <a:off x="5430239" y="23023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7"/>
            <p:cNvSpPr/>
            <p:nvPr/>
          </p:nvSpPr>
          <p:spPr>
            <a:xfrm>
              <a:off x="5257198" y="20225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8"/>
            <p:cNvSpPr/>
            <p:nvPr/>
          </p:nvSpPr>
          <p:spPr>
            <a:xfrm>
              <a:off x="5192082" y="25047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9"/>
            <p:cNvSpPr/>
            <p:nvPr/>
          </p:nvSpPr>
          <p:spPr>
            <a:xfrm>
              <a:off x="5322588" y="22322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30"/>
            <p:cNvSpPr/>
            <p:nvPr/>
          </p:nvSpPr>
          <p:spPr>
            <a:xfrm>
              <a:off x="5730031" y="18769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1"/>
            <p:cNvSpPr/>
            <p:nvPr/>
          </p:nvSpPr>
          <p:spPr>
            <a:xfrm>
              <a:off x="5130163" y="26894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2"/>
            <p:cNvSpPr/>
            <p:nvPr/>
          </p:nvSpPr>
          <p:spPr>
            <a:xfrm>
              <a:off x="5589373" y="19911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3"/>
            <p:cNvSpPr/>
            <p:nvPr/>
          </p:nvSpPr>
          <p:spPr>
            <a:xfrm>
              <a:off x="5190769" y="23766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4"/>
            <p:cNvSpPr/>
            <p:nvPr/>
          </p:nvSpPr>
          <p:spPr>
            <a:xfrm>
              <a:off x="5373226" y="22775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5"/>
            <p:cNvSpPr/>
            <p:nvPr/>
          </p:nvSpPr>
          <p:spPr>
            <a:xfrm>
              <a:off x="5413250" y="2106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6"/>
            <p:cNvSpPr/>
            <p:nvPr/>
          </p:nvSpPr>
          <p:spPr>
            <a:xfrm>
              <a:off x="5059779" y="2346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7"/>
            <p:cNvSpPr/>
            <p:nvPr/>
          </p:nvSpPr>
          <p:spPr>
            <a:xfrm>
              <a:off x="5115085" y="20058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8"/>
            <p:cNvSpPr/>
            <p:nvPr/>
          </p:nvSpPr>
          <p:spPr>
            <a:xfrm>
              <a:off x="5292518" y="22089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9"/>
            <p:cNvSpPr/>
            <p:nvPr/>
          </p:nvSpPr>
          <p:spPr>
            <a:xfrm>
              <a:off x="5395531" y="22053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40"/>
            <p:cNvSpPr/>
            <p:nvPr/>
          </p:nvSpPr>
          <p:spPr>
            <a:xfrm>
              <a:off x="5667283" y="20469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1"/>
            <p:cNvSpPr/>
            <p:nvPr/>
          </p:nvSpPr>
          <p:spPr>
            <a:xfrm>
              <a:off x="5408442" y="21952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2"/>
            <p:cNvSpPr/>
            <p:nvPr/>
          </p:nvSpPr>
          <p:spPr>
            <a:xfrm>
              <a:off x="5255538" y="20947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3"/>
            <p:cNvSpPr/>
            <p:nvPr/>
          </p:nvSpPr>
          <p:spPr>
            <a:xfrm>
              <a:off x="5570453" y="22117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4"/>
            <p:cNvSpPr/>
            <p:nvPr/>
          </p:nvSpPr>
          <p:spPr>
            <a:xfrm>
              <a:off x="5374424" y="23075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5"/>
            <p:cNvSpPr/>
            <p:nvPr/>
          </p:nvSpPr>
          <p:spPr>
            <a:xfrm>
              <a:off x="5714198" y="19660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6"/>
            <p:cNvSpPr/>
            <p:nvPr/>
          </p:nvSpPr>
          <p:spPr>
            <a:xfrm>
              <a:off x="5551191" y="22049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7"/>
            <p:cNvSpPr/>
            <p:nvPr/>
          </p:nvSpPr>
          <p:spPr>
            <a:xfrm>
              <a:off x="5569469" y="22377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8"/>
            <p:cNvSpPr/>
            <p:nvPr/>
          </p:nvSpPr>
          <p:spPr>
            <a:xfrm>
              <a:off x="5461591" y="21597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9"/>
            <p:cNvSpPr/>
            <p:nvPr/>
          </p:nvSpPr>
          <p:spPr>
            <a:xfrm>
              <a:off x="5234893" y="21040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50"/>
            <p:cNvSpPr/>
            <p:nvPr/>
          </p:nvSpPr>
          <p:spPr>
            <a:xfrm>
              <a:off x="5834066" y="19040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1"/>
            <p:cNvSpPr/>
            <p:nvPr/>
          </p:nvSpPr>
          <p:spPr>
            <a:xfrm>
              <a:off x="5618786" y="19795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2"/>
            <p:cNvSpPr/>
            <p:nvPr/>
          </p:nvSpPr>
          <p:spPr>
            <a:xfrm>
              <a:off x="5200680" y="24957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3"/>
            <p:cNvSpPr/>
            <p:nvPr/>
          </p:nvSpPr>
          <p:spPr>
            <a:xfrm>
              <a:off x="4894587" y="29759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4"/>
            <p:cNvSpPr/>
            <p:nvPr/>
          </p:nvSpPr>
          <p:spPr>
            <a:xfrm>
              <a:off x="4972869" y="2435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5"/>
            <p:cNvSpPr/>
            <p:nvPr/>
          </p:nvSpPr>
          <p:spPr>
            <a:xfrm>
              <a:off x="5885073" y="19893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6"/>
            <p:cNvSpPr/>
            <p:nvPr/>
          </p:nvSpPr>
          <p:spPr>
            <a:xfrm>
              <a:off x="5166782" y="26100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7"/>
            <p:cNvSpPr/>
            <p:nvPr/>
          </p:nvSpPr>
          <p:spPr>
            <a:xfrm>
              <a:off x="5732196" y="20227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8"/>
            <p:cNvSpPr/>
            <p:nvPr/>
          </p:nvSpPr>
          <p:spPr>
            <a:xfrm>
              <a:off x="5345225" y="22366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9"/>
            <p:cNvSpPr/>
            <p:nvPr/>
          </p:nvSpPr>
          <p:spPr>
            <a:xfrm>
              <a:off x="5562155" y="22009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60"/>
            <p:cNvSpPr/>
            <p:nvPr/>
          </p:nvSpPr>
          <p:spPr>
            <a:xfrm>
              <a:off x="5384319" y="21926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1"/>
            <p:cNvSpPr/>
            <p:nvPr/>
          </p:nvSpPr>
          <p:spPr>
            <a:xfrm>
              <a:off x="5698258" y="18956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2"/>
            <p:cNvSpPr/>
            <p:nvPr/>
          </p:nvSpPr>
          <p:spPr>
            <a:xfrm>
              <a:off x="5675975" y="19111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3"/>
            <p:cNvSpPr/>
            <p:nvPr/>
          </p:nvSpPr>
          <p:spPr>
            <a:xfrm>
              <a:off x="5404007" y="21673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4"/>
            <p:cNvSpPr/>
            <p:nvPr/>
          </p:nvSpPr>
          <p:spPr>
            <a:xfrm>
              <a:off x="5542531" y="20110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5"/>
            <p:cNvSpPr/>
            <p:nvPr/>
          </p:nvSpPr>
          <p:spPr>
            <a:xfrm>
              <a:off x="5544236" y="20944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6"/>
            <p:cNvSpPr/>
            <p:nvPr/>
          </p:nvSpPr>
          <p:spPr>
            <a:xfrm>
              <a:off x="5219608" y="22231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7"/>
            <p:cNvSpPr/>
            <p:nvPr/>
          </p:nvSpPr>
          <p:spPr>
            <a:xfrm>
              <a:off x="5416197" y="20449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8"/>
            <p:cNvSpPr/>
            <p:nvPr/>
          </p:nvSpPr>
          <p:spPr>
            <a:xfrm>
              <a:off x="5509384" y="22471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9"/>
            <p:cNvSpPr/>
            <p:nvPr/>
          </p:nvSpPr>
          <p:spPr>
            <a:xfrm>
              <a:off x="5138706" y="26473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70"/>
            <p:cNvSpPr/>
            <p:nvPr/>
          </p:nvSpPr>
          <p:spPr>
            <a:xfrm>
              <a:off x="4977093" y="28050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1"/>
            <p:cNvSpPr/>
            <p:nvPr/>
          </p:nvSpPr>
          <p:spPr>
            <a:xfrm>
              <a:off x="5654747" y="19907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2"/>
            <p:cNvSpPr/>
            <p:nvPr/>
          </p:nvSpPr>
          <p:spPr>
            <a:xfrm>
              <a:off x="5272767" y="2157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3"/>
            <p:cNvSpPr/>
            <p:nvPr/>
          </p:nvSpPr>
          <p:spPr>
            <a:xfrm>
              <a:off x="5689592" y="17311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4"/>
            <p:cNvSpPr/>
            <p:nvPr/>
          </p:nvSpPr>
          <p:spPr>
            <a:xfrm>
              <a:off x="5396576" y="21067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5"/>
            <p:cNvSpPr/>
            <p:nvPr/>
          </p:nvSpPr>
          <p:spPr>
            <a:xfrm>
              <a:off x="5372125" y="22558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6"/>
            <p:cNvSpPr/>
            <p:nvPr/>
          </p:nvSpPr>
          <p:spPr>
            <a:xfrm>
              <a:off x="5664714" y="19947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7"/>
            <p:cNvSpPr/>
            <p:nvPr/>
          </p:nvSpPr>
          <p:spPr>
            <a:xfrm>
              <a:off x="5528293" y="20875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8"/>
            <p:cNvSpPr/>
            <p:nvPr/>
          </p:nvSpPr>
          <p:spPr>
            <a:xfrm>
              <a:off x="5922182" y="16487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9"/>
            <p:cNvSpPr/>
            <p:nvPr/>
          </p:nvSpPr>
          <p:spPr>
            <a:xfrm>
              <a:off x="5437581" y="22000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80"/>
            <p:cNvSpPr/>
            <p:nvPr/>
          </p:nvSpPr>
          <p:spPr>
            <a:xfrm>
              <a:off x="5481905" y="20830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1"/>
            <p:cNvSpPr/>
            <p:nvPr/>
          </p:nvSpPr>
          <p:spPr>
            <a:xfrm>
              <a:off x="5648413" y="20696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2"/>
            <p:cNvSpPr/>
            <p:nvPr/>
          </p:nvSpPr>
          <p:spPr>
            <a:xfrm>
              <a:off x="5022567" y="23395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3"/>
            <p:cNvSpPr/>
            <p:nvPr/>
          </p:nvSpPr>
          <p:spPr>
            <a:xfrm>
              <a:off x="5223975" y="21460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4"/>
            <p:cNvSpPr/>
            <p:nvPr/>
          </p:nvSpPr>
          <p:spPr>
            <a:xfrm>
              <a:off x="5607844" y="20233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5"/>
            <p:cNvSpPr/>
            <p:nvPr/>
          </p:nvSpPr>
          <p:spPr>
            <a:xfrm>
              <a:off x="5694336" y="19234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6"/>
            <p:cNvSpPr/>
            <p:nvPr/>
          </p:nvSpPr>
          <p:spPr>
            <a:xfrm>
              <a:off x="5913808" y="19776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7"/>
            <p:cNvSpPr/>
            <p:nvPr/>
          </p:nvSpPr>
          <p:spPr>
            <a:xfrm>
              <a:off x="5378789" y="22073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8"/>
            <p:cNvSpPr/>
            <p:nvPr/>
          </p:nvSpPr>
          <p:spPr>
            <a:xfrm>
              <a:off x="5432399" y="22211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9"/>
            <p:cNvSpPr/>
            <p:nvPr/>
          </p:nvSpPr>
          <p:spPr>
            <a:xfrm>
              <a:off x="5581552" y="22487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90"/>
            <p:cNvSpPr/>
            <p:nvPr/>
          </p:nvSpPr>
          <p:spPr>
            <a:xfrm>
              <a:off x="5600022" y="20552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1"/>
            <p:cNvSpPr/>
            <p:nvPr/>
          </p:nvSpPr>
          <p:spPr>
            <a:xfrm>
              <a:off x="5457544" y="20867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2"/>
            <p:cNvSpPr/>
            <p:nvPr/>
          </p:nvSpPr>
          <p:spPr>
            <a:xfrm>
              <a:off x="5398259" y="21514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3"/>
            <p:cNvSpPr/>
            <p:nvPr/>
          </p:nvSpPr>
          <p:spPr>
            <a:xfrm>
              <a:off x="5335911" y="22285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4"/>
            <p:cNvSpPr/>
            <p:nvPr/>
          </p:nvSpPr>
          <p:spPr>
            <a:xfrm>
              <a:off x="4852438" y="25383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5"/>
            <p:cNvSpPr/>
            <p:nvPr/>
          </p:nvSpPr>
          <p:spPr>
            <a:xfrm>
              <a:off x="5302110" y="22633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6"/>
            <p:cNvSpPr/>
            <p:nvPr/>
          </p:nvSpPr>
          <p:spPr>
            <a:xfrm>
              <a:off x="5343899" y="21792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7"/>
            <p:cNvSpPr/>
            <p:nvPr/>
          </p:nvSpPr>
          <p:spPr>
            <a:xfrm>
              <a:off x="5629348" y="20433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8"/>
            <p:cNvSpPr/>
            <p:nvPr/>
          </p:nvSpPr>
          <p:spPr>
            <a:xfrm>
              <a:off x="5329758" y="21475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9"/>
            <p:cNvSpPr/>
            <p:nvPr/>
          </p:nvSpPr>
          <p:spPr>
            <a:xfrm>
              <a:off x="5453211" y="22648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200"/>
            <p:cNvSpPr/>
            <p:nvPr/>
          </p:nvSpPr>
          <p:spPr>
            <a:xfrm>
              <a:off x="5562360" y="21568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1"/>
            <p:cNvSpPr/>
            <p:nvPr/>
          </p:nvSpPr>
          <p:spPr>
            <a:xfrm>
              <a:off x="5596762" y="19885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2"/>
            <p:cNvSpPr/>
            <p:nvPr/>
          </p:nvSpPr>
          <p:spPr>
            <a:xfrm>
              <a:off x="5186144" y="24368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3"/>
            <p:cNvSpPr/>
            <p:nvPr/>
          </p:nvSpPr>
          <p:spPr>
            <a:xfrm>
              <a:off x="5452373" y="22015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5635482" y="2015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5689271" y="17843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5588107" y="22755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5389460" y="21297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5158672" y="26420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5655346" y="20135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5533156" y="21799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5389017" y="21508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5618914" y="18348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5287493" y="20932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5608552" y="1926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4941744" y="18446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5644732" y="21627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5772968" y="21397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5522866" y="22599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5076959" y="26594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5451482" y="2306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5566728" y="21690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5515395" y="21621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5886856" y="15353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5866962" y="18379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5224892" y="22865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5770042" y="21682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5241960" y="21862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4850128" y="21458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9"/>
            <p:cNvSpPr/>
            <p:nvPr/>
          </p:nvSpPr>
          <p:spPr>
            <a:xfrm>
              <a:off x="5244699" y="22577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30"/>
            <p:cNvSpPr/>
            <p:nvPr/>
          </p:nvSpPr>
          <p:spPr>
            <a:xfrm>
              <a:off x="5960970" y="15317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1"/>
            <p:cNvSpPr/>
            <p:nvPr/>
          </p:nvSpPr>
          <p:spPr>
            <a:xfrm>
              <a:off x="5406294" y="22134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2"/>
            <p:cNvSpPr/>
            <p:nvPr/>
          </p:nvSpPr>
          <p:spPr>
            <a:xfrm>
              <a:off x="5348335" y="22667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3"/>
            <p:cNvSpPr/>
            <p:nvPr/>
          </p:nvSpPr>
          <p:spPr>
            <a:xfrm>
              <a:off x="4989169" y="23976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4"/>
            <p:cNvSpPr/>
            <p:nvPr/>
          </p:nvSpPr>
          <p:spPr>
            <a:xfrm>
              <a:off x="5338403" y="22190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5"/>
            <p:cNvSpPr/>
            <p:nvPr/>
          </p:nvSpPr>
          <p:spPr>
            <a:xfrm>
              <a:off x="5543306" y="19850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6"/>
            <p:cNvSpPr/>
            <p:nvPr/>
          </p:nvSpPr>
          <p:spPr>
            <a:xfrm>
              <a:off x="5448767" y="22617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7"/>
            <p:cNvSpPr/>
            <p:nvPr/>
          </p:nvSpPr>
          <p:spPr>
            <a:xfrm>
              <a:off x="5426745" y="22731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8"/>
            <p:cNvSpPr/>
            <p:nvPr/>
          </p:nvSpPr>
          <p:spPr>
            <a:xfrm>
              <a:off x="5751372" y="18663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9"/>
            <p:cNvSpPr/>
            <p:nvPr/>
          </p:nvSpPr>
          <p:spPr>
            <a:xfrm>
              <a:off x="5501367" y="23120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40"/>
            <p:cNvSpPr/>
            <p:nvPr/>
          </p:nvSpPr>
          <p:spPr>
            <a:xfrm>
              <a:off x="5118947" y="25354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1"/>
            <p:cNvSpPr/>
            <p:nvPr/>
          </p:nvSpPr>
          <p:spPr>
            <a:xfrm>
              <a:off x="5264675" y="21961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2"/>
            <p:cNvSpPr/>
            <p:nvPr/>
          </p:nvSpPr>
          <p:spPr>
            <a:xfrm>
              <a:off x="5785265" y="17534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3"/>
            <p:cNvSpPr/>
            <p:nvPr/>
          </p:nvSpPr>
          <p:spPr>
            <a:xfrm>
              <a:off x="5550685" y="20770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4"/>
            <p:cNvSpPr/>
            <p:nvPr/>
          </p:nvSpPr>
          <p:spPr>
            <a:xfrm>
              <a:off x="5452029" y="23366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5"/>
            <p:cNvSpPr/>
            <p:nvPr/>
          </p:nvSpPr>
          <p:spPr>
            <a:xfrm>
              <a:off x="5769653" y="19305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6"/>
            <p:cNvSpPr/>
            <p:nvPr/>
          </p:nvSpPr>
          <p:spPr>
            <a:xfrm>
              <a:off x="5228940" y="20411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7"/>
            <p:cNvSpPr/>
            <p:nvPr/>
          </p:nvSpPr>
          <p:spPr>
            <a:xfrm>
              <a:off x="5215037" y="21985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8"/>
            <p:cNvSpPr/>
            <p:nvPr/>
          </p:nvSpPr>
          <p:spPr>
            <a:xfrm>
              <a:off x="5539817" y="22212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9"/>
            <p:cNvSpPr/>
            <p:nvPr/>
          </p:nvSpPr>
          <p:spPr>
            <a:xfrm>
              <a:off x="5319405" y="20727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50"/>
            <p:cNvSpPr/>
            <p:nvPr/>
          </p:nvSpPr>
          <p:spPr>
            <a:xfrm>
              <a:off x="5665911" y="19929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1"/>
            <p:cNvSpPr/>
            <p:nvPr/>
          </p:nvSpPr>
          <p:spPr>
            <a:xfrm>
              <a:off x="5490306" y="19764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2"/>
            <p:cNvSpPr/>
            <p:nvPr/>
          </p:nvSpPr>
          <p:spPr>
            <a:xfrm>
              <a:off x="5476274" y="20521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3"/>
            <p:cNvSpPr/>
            <p:nvPr/>
          </p:nvSpPr>
          <p:spPr>
            <a:xfrm>
              <a:off x="5756077" y="20761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4"/>
            <p:cNvSpPr/>
            <p:nvPr/>
          </p:nvSpPr>
          <p:spPr>
            <a:xfrm>
              <a:off x="5739647" y="17509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5"/>
            <p:cNvSpPr/>
            <p:nvPr/>
          </p:nvSpPr>
          <p:spPr>
            <a:xfrm>
              <a:off x="5106312" y="16355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6"/>
            <p:cNvSpPr/>
            <p:nvPr/>
          </p:nvSpPr>
          <p:spPr>
            <a:xfrm>
              <a:off x="5488088" y="21817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7"/>
            <p:cNvSpPr/>
            <p:nvPr/>
          </p:nvSpPr>
          <p:spPr>
            <a:xfrm>
              <a:off x="5706390" y="19630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8"/>
            <p:cNvSpPr/>
            <p:nvPr/>
          </p:nvSpPr>
          <p:spPr>
            <a:xfrm>
              <a:off x="5210349" y="19649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9"/>
            <p:cNvSpPr/>
            <p:nvPr/>
          </p:nvSpPr>
          <p:spPr>
            <a:xfrm>
              <a:off x="5556851" y="21669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60"/>
            <p:cNvSpPr/>
            <p:nvPr/>
          </p:nvSpPr>
          <p:spPr>
            <a:xfrm>
              <a:off x="5396313" y="21352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1"/>
            <p:cNvSpPr/>
            <p:nvPr/>
          </p:nvSpPr>
          <p:spPr>
            <a:xfrm>
              <a:off x="5435463" y="22358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2"/>
            <p:cNvSpPr/>
            <p:nvPr/>
          </p:nvSpPr>
          <p:spPr>
            <a:xfrm>
              <a:off x="5095704" y="24538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3"/>
            <p:cNvSpPr/>
            <p:nvPr/>
          </p:nvSpPr>
          <p:spPr>
            <a:xfrm>
              <a:off x="5228205" y="20900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4"/>
            <p:cNvSpPr/>
            <p:nvPr/>
          </p:nvSpPr>
          <p:spPr>
            <a:xfrm>
              <a:off x="5456067" y="21440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5"/>
            <p:cNvSpPr/>
            <p:nvPr/>
          </p:nvSpPr>
          <p:spPr>
            <a:xfrm>
              <a:off x="5101242" y="21224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6"/>
            <p:cNvSpPr/>
            <p:nvPr/>
          </p:nvSpPr>
          <p:spPr>
            <a:xfrm>
              <a:off x="4959544" y="20324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7"/>
            <p:cNvSpPr/>
            <p:nvPr/>
          </p:nvSpPr>
          <p:spPr>
            <a:xfrm>
              <a:off x="5417289" y="22904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8"/>
            <p:cNvSpPr/>
            <p:nvPr/>
          </p:nvSpPr>
          <p:spPr>
            <a:xfrm>
              <a:off x="5065009" y="23955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9"/>
            <p:cNvSpPr/>
            <p:nvPr/>
          </p:nvSpPr>
          <p:spPr>
            <a:xfrm>
              <a:off x="4764755" y="24065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70"/>
            <p:cNvSpPr/>
            <p:nvPr/>
          </p:nvSpPr>
          <p:spPr>
            <a:xfrm>
              <a:off x="5317873" y="21634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1"/>
            <p:cNvSpPr/>
            <p:nvPr/>
          </p:nvSpPr>
          <p:spPr>
            <a:xfrm>
              <a:off x="5473697" y="19528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2"/>
            <p:cNvSpPr/>
            <p:nvPr/>
          </p:nvSpPr>
          <p:spPr>
            <a:xfrm>
              <a:off x="5637059" y="21039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3"/>
            <p:cNvSpPr/>
            <p:nvPr/>
          </p:nvSpPr>
          <p:spPr>
            <a:xfrm>
              <a:off x="5315217" y="21399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4"/>
            <p:cNvSpPr/>
            <p:nvPr/>
          </p:nvSpPr>
          <p:spPr>
            <a:xfrm>
              <a:off x="5208267" y="20470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5"/>
            <p:cNvSpPr/>
            <p:nvPr/>
          </p:nvSpPr>
          <p:spPr>
            <a:xfrm>
              <a:off x="5400108" y="2156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6"/>
            <p:cNvSpPr/>
            <p:nvPr/>
          </p:nvSpPr>
          <p:spPr>
            <a:xfrm>
              <a:off x="5418792" y="21807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7"/>
            <p:cNvSpPr/>
            <p:nvPr/>
          </p:nvSpPr>
          <p:spPr>
            <a:xfrm>
              <a:off x="4956232" y="22762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8"/>
            <p:cNvSpPr/>
            <p:nvPr/>
          </p:nvSpPr>
          <p:spPr>
            <a:xfrm>
              <a:off x="5370548" y="22240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9"/>
            <p:cNvSpPr/>
            <p:nvPr/>
          </p:nvSpPr>
          <p:spPr>
            <a:xfrm>
              <a:off x="5432810" y="21977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80"/>
            <p:cNvSpPr/>
            <p:nvPr/>
          </p:nvSpPr>
          <p:spPr>
            <a:xfrm>
              <a:off x="5123803" y="26949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1"/>
            <p:cNvSpPr/>
            <p:nvPr/>
          </p:nvSpPr>
          <p:spPr>
            <a:xfrm>
              <a:off x="5405892" y="22197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2"/>
            <p:cNvSpPr/>
            <p:nvPr/>
          </p:nvSpPr>
          <p:spPr>
            <a:xfrm>
              <a:off x="5198223" y="22953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3"/>
            <p:cNvSpPr/>
            <p:nvPr/>
          </p:nvSpPr>
          <p:spPr>
            <a:xfrm>
              <a:off x="5475896" y="20357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4"/>
            <p:cNvSpPr/>
            <p:nvPr/>
          </p:nvSpPr>
          <p:spPr>
            <a:xfrm>
              <a:off x="5738772" y="19175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5"/>
            <p:cNvSpPr/>
            <p:nvPr/>
          </p:nvSpPr>
          <p:spPr>
            <a:xfrm>
              <a:off x="5572826" y="23100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6"/>
            <p:cNvSpPr/>
            <p:nvPr/>
          </p:nvSpPr>
          <p:spPr>
            <a:xfrm>
              <a:off x="5543383" y="2216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7"/>
            <p:cNvSpPr/>
            <p:nvPr/>
          </p:nvSpPr>
          <p:spPr>
            <a:xfrm>
              <a:off x="5343807" y="22137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8"/>
            <p:cNvSpPr/>
            <p:nvPr/>
          </p:nvSpPr>
          <p:spPr>
            <a:xfrm>
              <a:off x="5445423" y="23288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9"/>
            <p:cNvSpPr/>
            <p:nvPr/>
          </p:nvSpPr>
          <p:spPr>
            <a:xfrm>
              <a:off x="5174634" y="25111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90"/>
            <p:cNvSpPr/>
            <p:nvPr/>
          </p:nvSpPr>
          <p:spPr>
            <a:xfrm>
              <a:off x="5381911" y="22431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1"/>
            <p:cNvSpPr/>
            <p:nvPr/>
          </p:nvSpPr>
          <p:spPr>
            <a:xfrm>
              <a:off x="5145635" y="25378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2"/>
            <p:cNvSpPr/>
            <p:nvPr/>
          </p:nvSpPr>
          <p:spPr>
            <a:xfrm>
              <a:off x="5446413" y="23190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3"/>
            <p:cNvSpPr/>
            <p:nvPr/>
          </p:nvSpPr>
          <p:spPr>
            <a:xfrm>
              <a:off x="5622002" y="18950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4"/>
            <p:cNvSpPr/>
            <p:nvPr/>
          </p:nvSpPr>
          <p:spPr>
            <a:xfrm>
              <a:off x="5389558" y="21592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5"/>
            <p:cNvSpPr/>
            <p:nvPr/>
          </p:nvSpPr>
          <p:spPr>
            <a:xfrm>
              <a:off x="5403394" y="21876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6"/>
            <p:cNvSpPr/>
            <p:nvPr/>
          </p:nvSpPr>
          <p:spPr>
            <a:xfrm>
              <a:off x="5504740" y="22092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7"/>
            <p:cNvSpPr/>
            <p:nvPr/>
          </p:nvSpPr>
          <p:spPr>
            <a:xfrm>
              <a:off x="5442441" y="22134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8"/>
            <p:cNvSpPr/>
            <p:nvPr/>
          </p:nvSpPr>
          <p:spPr>
            <a:xfrm>
              <a:off x="5513148" y="22794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9"/>
            <p:cNvSpPr/>
            <p:nvPr/>
          </p:nvSpPr>
          <p:spPr>
            <a:xfrm>
              <a:off x="5488106" y="21451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300"/>
            <p:cNvSpPr/>
            <p:nvPr/>
          </p:nvSpPr>
          <p:spPr>
            <a:xfrm>
              <a:off x="6034811" y="17940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1"/>
            <p:cNvSpPr/>
            <p:nvPr/>
          </p:nvSpPr>
          <p:spPr>
            <a:xfrm>
              <a:off x="5766859" y="19496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2"/>
            <p:cNvSpPr/>
            <p:nvPr/>
          </p:nvSpPr>
          <p:spPr>
            <a:xfrm>
              <a:off x="5708901" y="21303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3"/>
            <p:cNvSpPr/>
            <p:nvPr/>
          </p:nvSpPr>
          <p:spPr>
            <a:xfrm>
              <a:off x="5200534" y="23965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4"/>
            <p:cNvSpPr/>
            <p:nvPr/>
          </p:nvSpPr>
          <p:spPr>
            <a:xfrm>
              <a:off x="5320451" y="21707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5"/>
            <p:cNvSpPr/>
            <p:nvPr/>
          </p:nvSpPr>
          <p:spPr>
            <a:xfrm>
              <a:off x="5740239" y="19626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6"/>
            <p:cNvSpPr/>
            <p:nvPr/>
          </p:nvSpPr>
          <p:spPr>
            <a:xfrm>
              <a:off x="5381124" y="22576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7"/>
            <p:cNvSpPr/>
            <p:nvPr/>
          </p:nvSpPr>
          <p:spPr>
            <a:xfrm>
              <a:off x="5219073" y="21371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8"/>
            <p:cNvSpPr/>
            <p:nvPr/>
          </p:nvSpPr>
          <p:spPr>
            <a:xfrm>
              <a:off x="5001947" y="26420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9"/>
            <p:cNvSpPr/>
            <p:nvPr/>
          </p:nvSpPr>
          <p:spPr>
            <a:xfrm>
              <a:off x="5610923" y="19015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10"/>
            <p:cNvSpPr/>
            <p:nvPr/>
          </p:nvSpPr>
          <p:spPr>
            <a:xfrm>
              <a:off x="5841697" y="20612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1"/>
            <p:cNvSpPr/>
            <p:nvPr/>
          </p:nvSpPr>
          <p:spPr>
            <a:xfrm>
              <a:off x="5614008" y="20690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2"/>
            <p:cNvSpPr/>
            <p:nvPr/>
          </p:nvSpPr>
          <p:spPr>
            <a:xfrm>
              <a:off x="5600264" y="21551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3"/>
            <p:cNvSpPr/>
            <p:nvPr/>
          </p:nvSpPr>
          <p:spPr>
            <a:xfrm>
              <a:off x="5482617" y="20695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4"/>
            <p:cNvSpPr/>
            <p:nvPr/>
          </p:nvSpPr>
          <p:spPr>
            <a:xfrm>
              <a:off x="5448123" y="23860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5"/>
            <p:cNvSpPr/>
            <p:nvPr/>
          </p:nvSpPr>
          <p:spPr>
            <a:xfrm>
              <a:off x="5162880" y="2655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6"/>
            <p:cNvSpPr/>
            <p:nvPr/>
          </p:nvSpPr>
          <p:spPr>
            <a:xfrm>
              <a:off x="5235744" y="21936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7"/>
            <p:cNvSpPr/>
            <p:nvPr/>
          </p:nvSpPr>
          <p:spPr>
            <a:xfrm>
              <a:off x="5521734" y="22111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8"/>
            <p:cNvSpPr/>
            <p:nvPr/>
          </p:nvSpPr>
          <p:spPr>
            <a:xfrm>
              <a:off x="5506368" y="22925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9"/>
            <p:cNvSpPr/>
            <p:nvPr/>
          </p:nvSpPr>
          <p:spPr>
            <a:xfrm>
              <a:off x="5598261" y="19853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20"/>
            <p:cNvSpPr/>
            <p:nvPr/>
          </p:nvSpPr>
          <p:spPr>
            <a:xfrm>
              <a:off x="4744355" y="25202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1"/>
            <p:cNvSpPr/>
            <p:nvPr/>
          </p:nvSpPr>
          <p:spPr>
            <a:xfrm>
              <a:off x="5394081" y="21056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2"/>
            <p:cNvSpPr/>
            <p:nvPr/>
          </p:nvSpPr>
          <p:spPr>
            <a:xfrm>
              <a:off x="5202570" y="23018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3"/>
            <p:cNvSpPr/>
            <p:nvPr/>
          </p:nvSpPr>
          <p:spPr>
            <a:xfrm>
              <a:off x="5552420" y="2223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4"/>
            <p:cNvSpPr/>
            <p:nvPr/>
          </p:nvSpPr>
          <p:spPr>
            <a:xfrm>
              <a:off x="5630871" y="21690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5"/>
            <p:cNvSpPr/>
            <p:nvPr/>
          </p:nvSpPr>
          <p:spPr>
            <a:xfrm>
              <a:off x="4981474" y="29096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6"/>
            <p:cNvSpPr/>
            <p:nvPr/>
          </p:nvSpPr>
          <p:spPr>
            <a:xfrm>
              <a:off x="5612766" y="20937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7"/>
            <p:cNvSpPr/>
            <p:nvPr/>
          </p:nvSpPr>
          <p:spPr>
            <a:xfrm>
              <a:off x="5747053" y="19429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8"/>
            <p:cNvSpPr/>
            <p:nvPr/>
          </p:nvSpPr>
          <p:spPr>
            <a:xfrm>
              <a:off x="5296966" y="19167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9"/>
            <p:cNvSpPr/>
            <p:nvPr/>
          </p:nvSpPr>
          <p:spPr>
            <a:xfrm>
              <a:off x="5364212" y="21645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30"/>
            <p:cNvSpPr/>
            <p:nvPr/>
          </p:nvSpPr>
          <p:spPr>
            <a:xfrm>
              <a:off x="4993270" y="24657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1"/>
            <p:cNvSpPr/>
            <p:nvPr/>
          </p:nvSpPr>
          <p:spPr>
            <a:xfrm>
              <a:off x="4981041" y="27410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2"/>
            <p:cNvSpPr/>
            <p:nvPr/>
          </p:nvSpPr>
          <p:spPr>
            <a:xfrm>
              <a:off x="5667512" y="18465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3"/>
            <p:cNvSpPr/>
            <p:nvPr/>
          </p:nvSpPr>
          <p:spPr>
            <a:xfrm>
              <a:off x="5448723" y="22657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4"/>
            <p:cNvSpPr/>
            <p:nvPr/>
          </p:nvSpPr>
          <p:spPr>
            <a:xfrm>
              <a:off x="5326192" y="22019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5"/>
            <p:cNvSpPr/>
            <p:nvPr/>
          </p:nvSpPr>
          <p:spPr>
            <a:xfrm>
              <a:off x="5119435" y="25841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6"/>
            <p:cNvSpPr/>
            <p:nvPr/>
          </p:nvSpPr>
          <p:spPr>
            <a:xfrm>
              <a:off x="5350897" y="22538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7"/>
            <p:cNvSpPr/>
            <p:nvPr/>
          </p:nvSpPr>
          <p:spPr>
            <a:xfrm>
              <a:off x="5674460" y="15588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8"/>
            <p:cNvSpPr/>
            <p:nvPr/>
          </p:nvSpPr>
          <p:spPr>
            <a:xfrm>
              <a:off x="5182874" y="22878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9"/>
            <p:cNvSpPr/>
            <p:nvPr/>
          </p:nvSpPr>
          <p:spPr>
            <a:xfrm>
              <a:off x="5294699" y="21920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40"/>
            <p:cNvSpPr/>
            <p:nvPr/>
          </p:nvSpPr>
          <p:spPr>
            <a:xfrm>
              <a:off x="5145593" y="27307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1"/>
            <p:cNvSpPr/>
            <p:nvPr/>
          </p:nvSpPr>
          <p:spPr>
            <a:xfrm>
              <a:off x="5797915" y="18649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2"/>
            <p:cNvSpPr/>
            <p:nvPr/>
          </p:nvSpPr>
          <p:spPr>
            <a:xfrm>
              <a:off x="5277388" y="19994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3"/>
            <p:cNvSpPr/>
            <p:nvPr/>
          </p:nvSpPr>
          <p:spPr>
            <a:xfrm>
              <a:off x="5607405" y="20886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4"/>
            <p:cNvSpPr/>
            <p:nvPr/>
          </p:nvSpPr>
          <p:spPr>
            <a:xfrm>
              <a:off x="4793930" y="22897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5"/>
            <p:cNvSpPr/>
            <p:nvPr/>
          </p:nvSpPr>
          <p:spPr>
            <a:xfrm>
              <a:off x="4977867" y="25501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6"/>
            <p:cNvSpPr/>
            <p:nvPr/>
          </p:nvSpPr>
          <p:spPr>
            <a:xfrm>
              <a:off x="5621678" y="20019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7"/>
            <p:cNvSpPr/>
            <p:nvPr/>
          </p:nvSpPr>
          <p:spPr>
            <a:xfrm>
              <a:off x="5296958" y="21949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8"/>
            <p:cNvSpPr/>
            <p:nvPr/>
          </p:nvSpPr>
          <p:spPr>
            <a:xfrm>
              <a:off x="5561179" y="22121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9"/>
            <p:cNvSpPr/>
            <p:nvPr/>
          </p:nvSpPr>
          <p:spPr>
            <a:xfrm>
              <a:off x="5679270" y="18130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50"/>
            <p:cNvSpPr/>
            <p:nvPr/>
          </p:nvSpPr>
          <p:spPr>
            <a:xfrm>
              <a:off x="5736521" y="19709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1"/>
            <p:cNvSpPr/>
            <p:nvPr/>
          </p:nvSpPr>
          <p:spPr>
            <a:xfrm>
              <a:off x="5748339" y="2007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2"/>
            <p:cNvSpPr/>
            <p:nvPr/>
          </p:nvSpPr>
          <p:spPr>
            <a:xfrm>
              <a:off x="5358597" y="21786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3"/>
            <p:cNvSpPr/>
            <p:nvPr/>
          </p:nvSpPr>
          <p:spPr>
            <a:xfrm>
              <a:off x="5494582" y="20142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4"/>
            <p:cNvSpPr/>
            <p:nvPr/>
          </p:nvSpPr>
          <p:spPr>
            <a:xfrm>
              <a:off x="5713347" y="19889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5"/>
            <p:cNvSpPr/>
            <p:nvPr/>
          </p:nvSpPr>
          <p:spPr>
            <a:xfrm>
              <a:off x="5800282" y="19569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6"/>
            <p:cNvSpPr/>
            <p:nvPr/>
          </p:nvSpPr>
          <p:spPr>
            <a:xfrm>
              <a:off x="5836636" y="19796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7"/>
            <p:cNvSpPr/>
            <p:nvPr/>
          </p:nvSpPr>
          <p:spPr>
            <a:xfrm>
              <a:off x="5745564" y="19038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8"/>
            <p:cNvSpPr/>
            <p:nvPr/>
          </p:nvSpPr>
          <p:spPr>
            <a:xfrm>
              <a:off x="5629121" y="21201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9"/>
            <p:cNvSpPr/>
            <p:nvPr/>
          </p:nvSpPr>
          <p:spPr>
            <a:xfrm>
              <a:off x="5213511" y="21787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60"/>
            <p:cNvSpPr/>
            <p:nvPr/>
          </p:nvSpPr>
          <p:spPr>
            <a:xfrm>
              <a:off x="5401989" y="21801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1"/>
            <p:cNvSpPr/>
            <p:nvPr/>
          </p:nvSpPr>
          <p:spPr>
            <a:xfrm>
              <a:off x="5570673" y="22086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2"/>
            <p:cNvSpPr/>
            <p:nvPr/>
          </p:nvSpPr>
          <p:spPr>
            <a:xfrm>
              <a:off x="5657064" y="20954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3"/>
            <p:cNvSpPr/>
            <p:nvPr/>
          </p:nvSpPr>
          <p:spPr>
            <a:xfrm>
              <a:off x="5409887" y="21884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4"/>
            <p:cNvSpPr/>
            <p:nvPr/>
          </p:nvSpPr>
          <p:spPr>
            <a:xfrm>
              <a:off x="5219920" y="22818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5"/>
            <p:cNvSpPr/>
            <p:nvPr/>
          </p:nvSpPr>
          <p:spPr>
            <a:xfrm>
              <a:off x="5585860" y="23264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6"/>
            <p:cNvSpPr/>
            <p:nvPr/>
          </p:nvSpPr>
          <p:spPr>
            <a:xfrm>
              <a:off x="5371206" y="22257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7"/>
            <p:cNvSpPr/>
            <p:nvPr/>
          </p:nvSpPr>
          <p:spPr>
            <a:xfrm>
              <a:off x="5478584" y="19986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8"/>
            <p:cNvSpPr/>
            <p:nvPr/>
          </p:nvSpPr>
          <p:spPr>
            <a:xfrm>
              <a:off x="5327652" y="21253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9"/>
            <p:cNvSpPr/>
            <p:nvPr/>
          </p:nvSpPr>
          <p:spPr>
            <a:xfrm>
              <a:off x="5838298" y="17094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70"/>
            <p:cNvSpPr/>
            <p:nvPr/>
          </p:nvSpPr>
          <p:spPr>
            <a:xfrm>
              <a:off x="5448866" y="22960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1"/>
            <p:cNvSpPr/>
            <p:nvPr/>
          </p:nvSpPr>
          <p:spPr>
            <a:xfrm>
              <a:off x="5208942" y="23224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2"/>
            <p:cNvSpPr/>
            <p:nvPr/>
          </p:nvSpPr>
          <p:spPr>
            <a:xfrm>
              <a:off x="5391333" y="2151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3"/>
            <p:cNvSpPr/>
            <p:nvPr/>
          </p:nvSpPr>
          <p:spPr>
            <a:xfrm>
              <a:off x="5487769" y="18666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4"/>
            <p:cNvSpPr/>
            <p:nvPr/>
          </p:nvSpPr>
          <p:spPr>
            <a:xfrm>
              <a:off x="5130753" y="27068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5"/>
            <p:cNvSpPr/>
            <p:nvPr/>
          </p:nvSpPr>
          <p:spPr>
            <a:xfrm>
              <a:off x="5563796" y="21374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6"/>
            <p:cNvSpPr/>
            <p:nvPr/>
          </p:nvSpPr>
          <p:spPr>
            <a:xfrm>
              <a:off x="5255621" y="21145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7"/>
            <p:cNvSpPr/>
            <p:nvPr/>
          </p:nvSpPr>
          <p:spPr>
            <a:xfrm>
              <a:off x="5428897" y="23232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8"/>
            <p:cNvSpPr/>
            <p:nvPr/>
          </p:nvSpPr>
          <p:spPr>
            <a:xfrm>
              <a:off x="5477027" y="20062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9"/>
            <p:cNvSpPr/>
            <p:nvPr/>
          </p:nvSpPr>
          <p:spPr>
            <a:xfrm>
              <a:off x="5344693" y="22192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80"/>
            <p:cNvSpPr/>
            <p:nvPr/>
          </p:nvSpPr>
          <p:spPr>
            <a:xfrm>
              <a:off x="5267811" y="20613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1"/>
            <p:cNvSpPr/>
            <p:nvPr/>
          </p:nvSpPr>
          <p:spPr>
            <a:xfrm>
              <a:off x="5789566" y="21480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2"/>
            <p:cNvSpPr/>
            <p:nvPr/>
          </p:nvSpPr>
          <p:spPr>
            <a:xfrm>
              <a:off x="5580933" y="22511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3"/>
            <p:cNvSpPr/>
            <p:nvPr/>
          </p:nvSpPr>
          <p:spPr>
            <a:xfrm>
              <a:off x="6001263" y="18981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4"/>
            <p:cNvSpPr/>
            <p:nvPr/>
          </p:nvSpPr>
          <p:spPr>
            <a:xfrm>
              <a:off x="5516055" y="22559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5"/>
            <p:cNvSpPr/>
            <p:nvPr/>
          </p:nvSpPr>
          <p:spPr>
            <a:xfrm>
              <a:off x="5144107" y="26066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6"/>
            <p:cNvSpPr/>
            <p:nvPr/>
          </p:nvSpPr>
          <p:spPr>
            <a:xfrm>
              <a:off x="5274549" y="22186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7"/>
            <p:cNvSpPr/>
            <p:nvPr/>
          </p:nvSpPr>
          <p:spPr>
            <a:xfrm>
              <a:off x="5637656" y="21187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8"/>
            <p:cNvSpPr/>
            <p:nvPr/>
          </p:nvSpPr>
          <p:spPr>
            <a:xfrm>
              <a:off x="5415293" y="22218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9"/>
            <p:cNvSpPr/>
            <p:nvPr/>
          </p:nvSpPr>
          <p:spPr>
            <a:xfrm>
              <a:off x="5541304" y="20078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90"/>
            <p:cNvSpPr/>
            <p:nvPr/>
          </p:nvSpPr>
          <p:spPr>
            <a:xfrm>
              <a:off x="5734909" y="20143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1"/>
            <p:cNvSpPr/>
            <p:nvPr/>
          </p:nvSpPr>
          <p:spPr>
            <a:xfrm>
              <a:off x="5387542" y="21766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2"/>
            <p:cNvSpPr/>
            <p:nvPr/>
          </p:nvSpPr>
          <p:spPr>
            <a:xfrm>
              <a:off x="5590606" y="1955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3"/>
            <p:cNvSpPr/>
            <p:nvPr/>
          </p:nvSpPr>
          <p:spPr>
            <a:xfrm>
              <a:off x="5736826" y="18476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4"/>
            <p:cNvSpPr/>
            <p:nvPr/>
          </p:nvSpPr>
          <p:spPr>
            <a:xfrm>
              <a:off x="4981037" y="24839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5"/>
            <p:cNvSpPr/>
            <p:nvPr/>
          </p:nvSpPr>
          <p:spPr>
            <a:xfrm>
              <a:off x="5521030" y="22031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6"/>
            <p:cNvSpPr/>
            <p:nvPr/>
          </p:nvSpPr>
          <p:spPr>
            <a:xfrm>
              <a:off x="5459628" y="21272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7"/>
            <p:cNvSpPr/>
            <p:nvPr/>
          </p:nvSpPr>
          <p:spPr>
            <a:xfrm>
              <a:off x="5587394" y="22836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8"/>
            <p:cNvSpPr/>
            <p:nvPr/>
          </p:nvSpPr>
          <p:spPr>
            <a:xfrm>
              <a:off x="5963695" y="17589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9"/>
            <p:cNvSpPr/>
            <p:nvPr/>
          </p:nvSpPr>
          <p:spPr>
            <a:xfrm>
              <a:off x="5497812" y="21549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400"/>
            <p:cNvSpPr/>
            <p:nvPr/>
          </p:nvSpPr>
          <p:spPr>
            <a:xfrm>
              <a:off x="5589819" y="20890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1"/>
            <p:cNvSpPr/>
            <p:nvPr/>
          </p:nvSpPr>
          <p:spPr>
            <a:xfrm>
              <a:off x="5636400" y="20393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2"/>
            <p:cNvSpPr/>
            <p:nvPr/>
          </p:nvSpPr>
          <p:spPr>
            <a:xfrm>
              <a:off x="5593437" y="19908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3"/>
            <p:cNvSpPr/>
            <p:nvPr/>
          </p:nvSpPr>
          <p:spPr>
            <a:xfrm>
              <a:off x="5103706" y="20231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4"/>
            <p:cNvSpPr/>
            <p:nvPr/>
          </p:nvSpPr>
          <p:spPr>
            <a:xfrm>
              <a:off x="5330001" y="21534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5"/>
            <p:cNvSpPr/>
            <p:nvPr/>
          </p:nvSpPr>
          <p:spPr>
            <a:xfrm>
              <a:off x="5396772" y="22258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6"/>
            <p:cNvSpPr/>
            <p:nvPr/>
          </p:nvSpPr>
          <p:spPr>
            <a:xfrm>
              <a:off x="5511207" y="22240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7"/>
            <p:cNvSpPr/>
            <p:nvPr/>
          </p:nvSpPr>
          <p:spPr>
            <a:xfrm>
              <a:off x="4653985" y="28821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8"/>
            <p:cNvSpPr/>
            <p:nvPr/>
          </p:nvSpPr>
          <p:spPr>
            <a:xfrm>
              <a:off x="5386535" y="21581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9"/>
            <p:cNvSpPr/>
            <p:nvPr/>
          </p:nvSpPr>
          <p:spPr>
            <a:xfrm>
              <a:off x="5268948" y="21920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10"/>
            <p:cNvSpPr/>
            <p:nvPr/>
          </p:nvSpPr>
          <p:spPr>
            <a:xfrm>
              <a:off x="5166258" y="2836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1"/>
            <p:cNvSpPr/>
            <p:nvPr/>
          </p:nvSpPr>
          <p:spPr>
            <a:xfrm>
              <a:off x="5289748" y="20974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2"/>
            <p:cNvSpPr/>
            <p:nvPr/>
          </p:nvSpPr>
          <p:spPr>
            <a:xfrm>
              <a:off x="5482377" y="20910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3"/>
            <p:cNvSpPr/>
            <p:nvPr/>
          </p:nvSpPr>
          <p:spPr>
            <a:xfrm>
              <a:off x="5310407" y="21559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4"/>
            <p:cNvSpPr/>
            <p:nvPr/>
          </p:nvSpPr>
          <p:spPr>
            <a:xfrm>
              <a:off x="5772705" y="19389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5"/>
            <p:cNvSpPr/>
            <p:nvPr/>
          </p:nvSpPr>
          <p:spPr>
            <a:xfrm>
              <a:off x="5142304" y="25309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6"/>
            <p:cNvSpPr/>
            <p:nvPr/>
          </p:nvSpPr>
          <p:spPr>
            <a:xfrm>
              <a:off x="5267176" y="21160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7"/>
            <p:cNvSpPr/>
            <p:nvPr/>
          </p:nvSpPr>
          <p:spPr>
            <a:xfrm>
              <a:off x="5700188" y="19368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8"/>
            <p:cNvSpPr/>
            <p:nvPr/>
          </p:nvSpPr>
          <p:spPr>
            <a:xfrm>
              <a:off x="5232828" y="22653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9"/>
            <p:cNvSpPr/>
            <p:nvPr/>
          </p:nvSpPr>
          <p:spPr>
            <a:xfrm>
              <a:off x="5503373" y="21481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20"/>
            <p:cNvSpPr/>
            <p:nvPr/>
          </p:nvSpPr>
          <p:spPr>
            <a:xfrm>
              <a:off x="5275557" y="22071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1"/>
            <p:cNvSpPr/>
            <p:nvPr/>
          </p:nvSpPr>
          <p:spPr>
            <a:xfrm>
              <a:off x="5695306" y="20051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2"/>
            <p:cNvSpPr/>
            <p:nvPr/>
          </p:nvSpPr>
          <p:spPr>
            <a:xfrm>
              <a:off x="5460699" y="21099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3"/>
            <p:cNvSpPr/>
            <p:nvPr/>
          </p:nvSpPr>
          <p:spPr>
            <a:xfrm>
              <a:off x="5228782" y="21832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4"/>
            <p:cNvSpPr/>
            <p:nvPr/>
          </p:nvSpPr>
          <p:spPr>
            <a:xfrm>
              <a:off x="5035831" y="19344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5"/>
            <p:cNvSpPr/>
            <p:nvPr/>
          </p:nvSpPr>
          <p:spPr>
            <a:xfrm>
              <a:off x="5060149" y="23389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6"/>
            <p:cNvSpPr/>
            <p:nvPr/>
          </p:nvSpPr>
          <p:spPr>
            <a:xfrm>
              <a:off x="5504199" y="22909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7"/>
            <p:cNvSpPr/>
            <p:nvPr/>
          </p:nvSpPr>
          <p:spPr>
            <a:xfrm>
              <a:off x="5694149" y="20432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8"/>
            <p:cNvSpPr/>
            <p:nvPr/>
          </p:nvSpPr>
          <p:spPr>
            <a:xfrm>
              <a:off x="5479270" y="19028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9"/>
            <p:cNvSpPr/>
            <p:nvPr/>
          </p:nvSpPr>
          <p:spPr>
            <a:xfrm>
              <a:off x="5279691" y="22006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30"/>
            <p:cNvSpPr/>
            <p:nvPr/>
          </p:nvSpPr>
          <p:spPr>
            <a:xfrm>
              <a:off x="4872017" y="2463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1"/>
            <p:cNvSpPr/>
            <p:nvPr/>
          </p:nvSpPr>
          <p:spPr>
            <a:xfrm>
              <a:off x="5490648" y="20000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2"/>
            <p:cNvSpPr/>
            <p:nvPr/>
          </p:nvSpPr>
          <p:spPr>
            <a:xfrm>
              <a:off x="5550472" y="21706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3"/>
            <p:cNvSpPr/>
            <p:nvPr/>
          </p:nvSpPr>
          <p:spPr>
            <a:xfrm>
              <a:off x="5158063" y="27005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4"/>
            <p:cNvSpPr/>
            <p:nvPr/>
          </p:nvSpPr>
          <p:spPr>
            <a:xfrm>
              <a:off x="5010847" y="2649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5"/>
            <p:cNvSpPr/>
            <p:nvPr/>
          </p:nvSpPr>
          <p:spPr>
            <a:xfrm>
              <a:off x="5895765" y="17307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6"/>
            <p:cNvSpPr/>
            <p:nvPr/>
          </p:nvSpPr>
          <p:spPr>
            <a:xfrm>
              <a:off x="5466451" y="19004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7"/>
            <p:cNvSpPr/>
            <p:nvPr/>
          </p:nvSpPr>
          <p:spPr>
            <a:xfrm>
              <a:off x="5691556" y="17986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8"/>
            <p:cNvSpPr/>
            <p:nvPr/>
          </p:nvSpPr>
          <p:spPr>
            <a:xfrm>
              <a:off x="5201344" y="23119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9"/>
            <p:cNvSpPr/>
            <p:nvPr/>
          </p:nvSpPr>
          <p:spPr>
            <a:xfrm>
              <a:off x="5659276" y="20980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40"/>
            <p:cNvSpPr/>
            <p:nvPr/>
          </p:nvSpPr>
          <p:spPr>
            <a:xfrm>
              <a:off x="5498446" y="23018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1"/>
            <p:cNvSpPr/>
            <p:nvPr/>
          </p:nvSpPr>
          <p:spPr>
            <a:xfrm>
              <a:off x="5343860" y="21216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2"/>
            <p:cNvSpPr/>
            <p:nvPr/>
          </p:nvSpPr>
          <p:spPr>
            <a:xfrm>
              <a:off x="5436894" y="22184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3"/>
            <p:cNvSpPr/>
            <p:nvPr/>
          </p:nvSpPr>
          <p:spPr>
            <a:xfrm>
              <a:off x="5750322" y="20065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4"/>
            <p:cNvSpPr/>
            <p:nvPr/>
          </p:nvSpPr>
          <p:spPr>
            <a:xfrm>
              <a:off x="4964041" y="23573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5"/>
            <p:cNvSpPr/>
            <p:nvPr/>
          </p:nvSpPr>
          <p:spPr>
            <a:xfrm>
              <a:off x="5776174" y="20292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6"/>
            <p:cNvSpPr/>
            <p:nvPr/>
          </p:nvSpPr>
          <p:spPr>
            <a:xfrm>
              <a:off x="5746314" y="18957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7"/>
            <p:cNvSpPr/>
            <p:nvPr/>
          </p:nvSpPr>
          <p:spPr>
            <a:xfrm>
              <a:off x="5126958" y="25797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8"/>
            <p:cNvSpPr/>
            <p:nvPr/>
          </p:nvSpPr>
          <p:spPr>
            <a:xfrm>
              <a:off x="5699099" y="18917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9"/>
            <p:cNvSpPr/>
            <p:nvPr/>
          </p:nvSpPr>
          <p:spPr>
            <a:xfrm>
              <a:off x="5352184" y="21343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50"/>
            <p:cNvSpPr/>
            <p:nvPr/>
          </p:nvSpPr>
          <p:spPr>
            <a:xfrm>
              <a:off x="5253888" y="21108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1"/>
            <p:cNvSpPr/>
            <p:nvPr/>
          </p:nvSpPr>
          <p:spPr>
            <a:xfrm>
              <a:off x="5358286" y="22022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2"/>
            <p:cNvSpPr/>
            <p:nvPr/>
          </p:nvSpPr>
          <p:spPr>
            <a:xfrm>
              <a:off x="5492029" y="19675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3"/>
            <p:cNvSpPr/>
            <p:nvPr/>
          </p:nvSpPr>
          <p:spPr>
            <a:xfrm>
              <a:off x="5392017" y="21840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4"/>
            <p:cNvSpPr/>
            <p:nvPr/>
          </p:nvSpPr>
          <p:spPr>
            <a:xfrm>
              <a:off x="4819372" y="26152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5"/>
            <p:cNvSpPr/>
            <p:nvPr/>
          </p:nvSpPr>
          <p:spPr>
            <a:xfrm>
              <a:off x="5344208" y="21202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6"/>
            <p:cNvSpPr/>
            <p:nvPr/>
          </p:nvSpPr>
          <p:spPr>
            <a:xfrm>
              <a:off x="5419342" y="21785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7"/>
            <p:cNvSpPr/>
            <p:nvPr/>
          </p:nvSpPr>
          <p:spPr>
            <a:xfrm>
              <a:off x="5380270" y="2161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8"/>
            <p:cNvSpPr/>
            <p:nvPr/>
          </p:nvSpPr>
          <p:spPr>
            <a:xfrm>
              <a:off x="5014052" y="25255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9"/>
            <p:cNvSpPr/>
            <p:nvPr/>
          </p:nvSpPr>
          <p:spPr>
            <a:xfrm>
              <a:off x="5666678" y="20452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60"/>
            <p:cNvSpPr/>
            <p:nvPr/>
          </p:nvSpPr>
          <p:spPr>
            <a:xfrm>
              <a:off x="5147666" y="26778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1"/>
            <p:cNvSpPr/>
            <p:nvPr/>
          </p:nvSpPr>
          <p:spPr>
            <a:xfrm>
              <a:off x="5406789" y="21576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2"/>
            <p:cNvSpPr/>
            <p:nvPr/>
          </p:nvSpPr>
          <p:spPr>
            <a:xfrm>
              <a:off x="4792372" y="2625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3"/>
            <p:cNvSpPr/>
            <p:nvPr/>
          </p:nvSpPr>
          <p:spPr>
            <a:xfrm>
              <a:off x="5484672" y="20602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4"/>
            <p:cNvSpPr/>
            <p:nvPr/>
          </p:nvSpPr>
          <p:spPr>
            <a:xfrm>
              <a:off x="5900991" y="17513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5"/>
            <p:cNvSpPr/>
            <p:nvPr/>
          </p:nvSpPr>
          <p:spPr>
            <a:xfrm>
              <a:off x="5817660" y="21890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6"/>
            <p:cNvSpPr/>
            <p:nvPr/>
          </p:nvSpPr>
          <p:spPr>
            <a:xfrm>
              <a:off x="5646473" y="20184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7"/>
            <p:cNvSpPr/>
            <p:nvPr/>
          </p:nvSpPr>
          <p:spPr>
            <a:xfrm>
              <a:off x="5389669" y="19627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8"/>
            <p:cNvSpPr/>
            <p:nvPr/>
          </p:nvSpPr>
          <p:spPr>
            <a:xfrm>
              <a:off x="5069681" y="23832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9"/>
            <p:cNvSpPr/>
            <p:nvPr/>
          </p:nvSpPr>
          <p:spPr>
            <a:xfrm>
              <a:off x="5815931" y="19982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70"/>
            <p:cNvSpPr/>
            <p:nvPr/>
          </p:nvSpPr>
          <p:spPr>
            <a:xfrm>
              <a:off x="4893898" y="26524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1"/>
            <p:cNvSpPr/>
            <p:nvPr/>
          </p:nvSpPr>
          <p:spPr>
            <a:xfrm>
              <a:off x="5134486" y="25412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2"/>
            <p:cNvSpPr/>
            <p:nvPr/>
          </p:nvSpPr>
          <p:spPr>
            <a:xfrm>
              <a:off x="4995430" y="25472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3"/>
            <p:cNvSpPr/>
            <p:nvPr/>
          </p:nvSpPr>
          <p:spPr>
            <a:xfrm>
              <a:off x="5040025" y="20362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4"/>
            <p:cNvSpPr/>
            <p:nvPr/>
          </p:nvSpPr>
          <p:spPr>
            <a:xfrm>
              <a:off x="5566980" y="23387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5"/>
            <p:cNvSpPr/>
            <p:nvPr/>
          </p:nvSpPr>
          <p:spPr>
            <a:xfrm>
              <a:off x="5413552" y="21967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6"/>
            <p:cNvSpPr/>
            <p:nvPr/>
          </p:nvSpPr>
          <p:spPr>
            <a:xfrm>
              <a:off x="5208063" y="22508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7"/>
            <p:cNvSpPr/>
            <p:nvPr/>
          </p:nvSpPr>
          <p:spPr>
            <a:xfrm>
              <a:off x="5215634" y="22394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8"/>
            <p:cNvSpPr/>
            <p:nvPr/>
          </p:nvSpPr>
          <p:spPr>
            <a:xfrm>
              <a:off x="5660666" y="21078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9"/>
            <p:cNvSpPr/>
            <p:nvPr/>
          </p:nvSpPr>
          <p:spPr>
            <a:xfrm>
              <a:off x="5134238" y="25971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80"/>
            <p:cNvSpPr/>
            <p:nvPr/>
          </p:nvSpPr>
          <p:spPr>
            <a:xfrm>
              <a:off x="5543828" y="19924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1"/>
            <p:cNvSpPr/>
            <p:nvPr/>
          </p:nvSpPr>
          <p:spPr>
            <a:xfrm>
              <a:off x="5368582" y="21190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2"/>
            <p:cNvSpPr/>
            <p:nvPr/>
          </p:nvSpPr>
          <p:spPr>
            <a:xfrm>
              <a:off x="5300867" y="22379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3"/>
            <p:cNvSpPr/>
            <p:nvPr/>
          </p:nvSpPr>
          <p:spPr>
            <a:xfrm>
              <a:off x="5168323" y="27652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4"/>
            <p:cNvSpPr/>
            <p:nvPr/>
          </p:nvSpPr>
          <p:spPr>
            <a:xfrm>
              <a:off x="5353531" y="22048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5"/>
            <p:cNvSpPr/>
            <p:nvPr/>
          </p:nvSpPr>
          <p:spPr>
            <a:xfrm>
              <a:off x="5801964" y="19359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6"/>
            <p:cNvSpPr/>
            <p:nvPr/>
          </p:nvSpPr>
          <p:spPr>
            <a:xfrm>
              <a:off x="5956396" y="17864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7"/>
            <p:cNvSpPr/>
            <p:nvPr/>
          </p:nvSpPr>
          <p:spPr>
            <a:xfrm>
              <a:off x="5727035" y="17163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8"/>
            <p:cNvSpPr/>
            <p:nvPr/>
          </p:nvSpPr>
          <p:spPr>
            <a:xfrm>
              <a:off x="5545075" y="22538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9"/>
            <p:cNvSpPr/>
            <p:nvPr/>
          </p:nvSpPr>
          <p:spPr>
            <a:xfrm>
              <a:off x="5154237" y="26816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90"/>
            <p:cNvSpPr/>
            <p:nvPr/>
          </p:nvSpPr>
          <p:spPr>
            <a:xfrm>
              <a:off x="5497757" y="21954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1"/>
            <p:cNvSpPr/>
            <p:nvPr/>
          </p:nvSpPr>
          <p:spPr>
            <a:xfrm>
              <a:off x="5522955" y="21281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2"/>
            <p:cNvSpPr/>
            <p:nvPr/>
          </p:nvSpPr>
          <p:spPr>
            <a:xfrm>
              <a:off x="4875902" y="25663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3"/>
            <p:cNvSpPr/>
            <p:nvPr/>
          </p:nvSpPr>
          <p:spPr>
            <a:xfrm>
              <a:off x="5479512" y="17208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4"/>
            <p:cNvSpPr/>
            <p:nvPr/>
          </p:nvSpPr>
          <p:spPr>
            <a:xfrm>
              <a:off x="5346994" y="21422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5"/>
            <p:cNvSpPr/>
            <p:nvPr/>
          </p:nvSpPr>
          <p:spPr>
            <a:xfrm>
              <a:off x="5080867" y="26192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6"/>
            <p:cNvSpPr/>
            <p:nvPr/>
          </p:nvSpPr>
          <p:spPr>
            <a:xfrm>
              <a:off x="5418849" y="22090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7"/>
            <p:cNvSpPr/>
            <p:nvPr/>
          </p:nvSpPr>
          <p:spPr>
            <a:xfrm>
              <a:off x="5286779" y="21636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8"/>
            <p:cNvSpPr/>
            <p:nvPr/>
          </p:nvSpPr>
          <p:spPr>
            <a:xfrm>
              <a:off x="5203644" y="22720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9"/>
            <p:cNvSpPr/>
            <p:nvPr/>
          </p:nvSpPr>
          <p:spPr>
            <a:xfrm>
              <a:off x="5424949" y="2232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500"/>
            <p:cNvSpPr/>
            <p:nvPr/>
          </p:nvSpPr>
          <p:spPr>
            <a:xfrm>
              <a:off x="5333844" y="21624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1"/>
            <p:cNvSpPr/>
            <p:nvPr/>
          </p:nvSpPr>
          <p:spPr>
            <a:xfrm>
              <a:off x="5288330" y="21764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2"/>
            <p:cNvSpPr/>
            <p:nvPr/>
          </p:nvSpPr>
          <p:spPr>
            <a:xfrm>
              <a:off x="4995952" y="24975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3"/>
            <p:cNvSpPr/>
            <p:nvPr/>
          </p:nvSpPr>
          <p:spPr>
            <a:xfrm>
              <a:off x="5095972" y="25128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4"/>
            <p:cNvSpPr/>
            <p:nvPr/>
          </p:nvSpPr>
          <p:spPr>
            <a:xfrm>
              <a:off x="5193980" y="22587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5"/>
            <p:cNvSpPr/>
            <p:nvPr/>
          </p:nvSpPr>
          <p:spPr>
            <a:xfrm>
              <a:off x="5109584" y="17643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6"/>
            <p:cNvSpPr/>
            <p:nvPr/>
          </p:nvSpPr>
          <p:spPr>
            <a:xfrm>
              <a:off x="5484365" y="21103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7"/>
            <p:cNvSpPr/>
            <p:nvPr/>
          </p:nvSpPr>
          <p:spPr>
            <a:xfrm>
              <a:off x="5378296" y="22812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8"/>
            <p:cNvSpPr/>
            <p:nvPr/>
          </p:nvSpPr>
          <p:spPr>
            <a:xfrm>
              <a:off x="5635392" y="19933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9"/>
            <p:cNvSpPr/>
            <p:nvPr/>
          </p:nvSpPr>
          <p:spPr>
            <a:xfrm>
              <a:off x="5092817" y="25507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10"/>
            <p:cNvSpPr/>
            <p:nvPr/>
          </p:nvSpPr>
          <p:spPr>
            <a:xfrm>
              <a:off x="5648643" y="19704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1"/>
            <p:cNvSpPr/>
            <p:nvPr/>
          </p:nvSpPr>
          <p:spPr>
            <a:xfrm>
              <a:off x="5052894" y="23379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2"/>
            <p:cNvSpPr/>
            <p:nvPr/>
          </p:nvSpPr>
          <p:spPr>
            <a:xfrm>
              <a:off x="5405078" y="22422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3"/>
            <p:cNvSpPr/>
            <p:nvPr/>
          </p:nvSpPr>
          <p:spPr>
            <a:xfrm>
              <a:off x="5491313" y="19863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4"/>
            <p:cNvSpPr/>
            <p:nvPr/>
          </p:nvSpPr>
          <p:spPr>
            <a:xfrm>
              <a:off x="5489394" y="21448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5"/>
            <p:cNvSpPr/>
            <p:nvPr/>
          </p:nvSpPr>
          <p:spPr>
            <a:xfrm>
              <a:off x="5725199" y="17455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6"/>
            <p:cNvSpPr/>
            <p:nvPr/>
          </p:nvSpPr>
          <p:spPr>
            <a:xfrm>
              <a:off x="5552760" y="2233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7"/>
            <p:cNvSpPr/>
            <p:nvPr/>
          </p:nvSpPr>
          <p:spPr>
            <a:xfrm>
              <a:off x="5478078" y="18136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8"/>
            <p:cNvSpPr/>
            <p:nvPr/>
          </p:nvSpPr>
          <p:spPr>
            <a:xfrm>
              <a:off x="5300776" y="21513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9"/>
            <p:cNvSpPr/>
            <p:nvPr/>
          </p:nvSpPr>
          <p:spPr>
            <a:xfrm>
              <a:off x="5689589" y="17312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20"/>
            <p:cNvSpPr/>
            <p:nvPr/>
          </p:nvSpPr>
          <p:spPr>
            <a:xfrm>
              <a:off x="5295790" y="21547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1"/>
            <p:cNvSpPr/>
            <p:nvPr/>
          </p:nvSpPr>
          <p:spPr>
            <a:xfrm>
              <a:off x="5242741" y="20605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2"/>
            <p:cNvSpPr/>
            <p:nvPr/>
          </p:nvSpPr>
          <p:spPr>
            <a:xfrm>
              <a:off x="5222933" y="22538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3"/>
            <p:cNvSpPr/>
            <p:nvPr/>
          </p:nvSpPr>
          <p:spPr>
            <a:xfrm>
              <a:off x="5835469" y="17197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4"/>
            <p:cNvSpPr/>
            <p:nvPr/>
          </p:nvSpPr>
          <p:spPr>
            <a:xfrm>
              <a:off x="5615188" y="20045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5"/>
            <p:cNvSpPr/>
            <p:nvPr/>
          </p:nvSpPr>
          <p:spPr>
            <a:xfrm>
              <a:off x="5258522" y="22335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6"/>
            <p:cNvSpPr/>
            <p:nvPr/>
          </p:nvSpPr>
          <p:spPr>
            <a:xfrm>
              <a:off x="5465485" y="19935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7"/>
            <p:cNvSpPr/>
            <p:nvPr/>
          </p:nvSpPr>
          <p:spPr>
            <a:xfrm>
              <a:off x="5826130" y="21037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8"/>
            <p:cNvSpPr/>
            <p:nvPr/>
          </p:nvSpPr>
          <p:spPr>
            <a:xfrm>
              <a:off x="5763120" y="1953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9"/>
            <p:cNvSpPr/>
            <p:nvPr/>
          </p:nvSpPr>
          <p:spPr>
            <a:xfrm>
              <a:off x="5202502" y="22937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30"/>
            <p:cNvSpPr/>
            <p:nvPr/>
          </p:nvSpPr>
          <p:spPr>
            <a:xfrm>
              <a:off x="5640542" y="20762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1"/>
            <p:cNvSpPr/>
            <p:nvPr/>
          </p:nvSpPr>
          <p:spPr>
            <a:xfrm>
              <a:off x="5682478" y="18676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2"/>
            <p:cNvSpPr/>
            <p:nvPr/>
          </p:nvSpPr>
          <p:spPr>
            <a:xfrm>
              <a:off x="5283095" y="21547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3"/>
            <p:cNvSpPr/>
            <p:nvPr/>
          </p:nvSpPr>
          <p:spPr>
            <a:xfrm>
              <a:off x="5729403" y="18019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4"/>
            <p:cNvSpPr/>
            <p:nvPr/>
          </p:nvSpPr>
          <p:spPr>
            <a:xfrm>
              <a:off x="5319070" y="2112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5"/>
            <p:cNvSpPr/>
            <p:nvPr/>
          </p:nvSpPr>
          <p:spPr>
            <a:xfrm>
              <a:off x="5607268" y="20046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6"/>
            <p:cNvSpPr/>
            <p:nvPr/>
          </p:nvSpPr>
          <p:spPr>
            <a:xfrm>
              <a:off x="5332972" y="22968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7"/>
            <p:cNvSpPr/>
            <p:nvPr/>
          </p:nvSpPr>
          <p:spPr>
            <a:xfrm>
              <a:off x="5692305" y="17014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8"/>
            <p:cNvSpPr/>
            <p:nvPr/>
          </p:nvSpPr>
          <p:spPr>
            <a:xfrm>
              <a:off x="5110665" y="1854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9"/>
            <p:cNvSpPr/>
            <p:nvPr/>
          </p:nvSpPr>
          <p:spPr>
            <a:xfrm>
              <a:off x="5560460" y="21604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40"/>
            <p:cNvSpPr/>
            <p:nvPr/>
          </p:nvSpPr>
          <p:spPr>
            <a:xfrm>
              <a:off x="5173101" y="27647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1"/>
            <p:cNvSpPr/>
            <p:nvPr/>
          </p:nvSpPr>
          <p:spPr>
            <a:xfrm>
              <a:off x="5019156" y="24462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2"/>
            <p:cNvSpPr/>
            <p:nvPr/>
          </p:nvSpPr>
          <p:spPr>
            <a:xfrm>
              <a:off x="5565423" y="22570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3"/>
            <p:cNvSpPr/>
            <p:nvPr/>
          </p:nvSpPr>
          <p:spPr>
            <a:xfrm>
              <a:off x="5210315" y="23870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4"/>
            <p:cNvSpPr/>
            <p:nvPr/>
          </p:nvSpPr>
          <p:spPr>
            <a:xfrm>
              <a:off x="5569760" y="2247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5"/>
            <p:cNvSpPr/>
            <p:nvPr/>
          </p:nvSpPr>
          <p:spPr>
            <a:xfrm>
              <a:off x="5560394" y="22987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6"/>
            <p:cNvSpPr/>
            <p:nvPr/>
          </p:nvSpPr>
          <p:spPr>
            <a:xfrm>
              <a:off x="5441907" y="23147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7"/>
            <p:cNvSpPr/>
            <p:nvPr/>
          </p:nvSpPr>
          <p:spPr>
            <a:xfrm>
              <a:off x="5868423" y="19911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8"/>
            <p:cNvSpPr/>
            <p:nvPr/>
          </p:nvSpPr>
          <p:spPr>
            <a:xfrm>
              <a:off x="5224435" y="20497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9"/>
            <p:cNvSpPr/>
            <p:nvPr/>
          </p:nvSpPr>
          <p:spPr>
            <a:xfrm>
              <a:off x="5768887" y="19098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50"/>
            <p:cNvSpPr/>
            <p:nvPr/>
          </p:nvSpPr>
          <p:spPr>
            <a:xfrm>
              <a:off x="5388063" y="21362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1"/>
            <p:cNvSpPr/>
            <p:nvPr/>
          </p:nvSpPr>
          <p:spPr>
            <a:xfrm>
              <a:off x="6065788" y="20957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2"/>
            <p:cNvSpPr/>
            <p:nvPr/>
          </p:nvSpPr>
          <p:spPr>
            <a:xfrm>
              <a:off x="5903543" y="16354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3"/>
            <p:cNvSpPr/>
            <p:nvPr/>
          </p:nvSpPr>
          <p:spPr>
            <a:xfrm>
              <a:off x="5512728" y="21835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4"/>
            <p:cNvSpPr/>
            <p:nvPr/>
          </p:nvSpPr>
          <p:spPr>
            <a:xfrm>
              <a:off x="5719709" y="18689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5"/>
            <p:cNvSpPr/>
            <p:nvPr/>
          </p:nvSpPr>
          <p:spPr>
            <a:xfrm>
              <a:off x="5675588" y="18119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6"/>
            <p:cNvSpPr/>
            <p:nvPr/>
          </p:nvSpPr>
          <p:spPr>
            <a:xfrm>
              <a:off x="4855892" y="26016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7"/>
            <p:cNvSpPr/>
            <p:nvPr/>
          </p:nvSpPr>
          <p:spPr>
            <a:xfrm>
              <a:off x="5887420" y="17917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8"/>
            <p:cNvSpPr/>
            <p:nvPr/>
          </p:nvSpPr>
          <p:spPr>
            <a:xfrm>
              <a:off x="5272714" y="21441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9"/>
            <p:cNvSpPr/>
            <p:nvPr/>
          </p:nvSpPr>
          <p:spPr>
            <a:xfrm>
              <a:off x="5594347" y="20553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60"/>
            <p:cNvSpPr/>
            <p:nvPr/>
          </p:nvSpPr>
          <p:spPr>
            <a:xfrm>
              <a:off x="5784179" y="20478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1"/>
            <p:cNvSpPr/>
            <p:nvPr/>
          </p:nvSpPr>
          <p:spPr>
            <a:xfrm>
              <a:off x="5246751" y="21028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2"/>
            <p:cNvSpPr/>
            <p:nvPr/>
          </p:nvSpPr>
          <p:spPr>
            <a:xfrm>
              <a:off x="5115148" y="22077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3"/>
            <p:cNvSpPr/>
            <p:nvPr/>
          </p:nvSpPr>
          <p:spPr>
            <a:xfrm>
              <a:off x="5451688" y="23702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4"/>
            <p:cNvSpPr/>
            <p:nvPr/>
          </p:nvSpPr>
          <p:spPr>
            <a:xfrm>
              <a:off x="5550766" y="21889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5"/>
            <p:cNvSpPr/>
            <p:nvPr/>
          </p:nvSpPr>
          <p:spPr>
            <a:xfrm>
              <a:off x="5110243" y="18737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6"/>
            <p:cNvSpPr/>
            <p:nvPr/>
          </p:nvSpPr>
          <p:spPr>
            <a:xfrm>
              <a:off x="5386742" y="21806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7"/>
            <p:cNvSpPr/>
            <p:nvPr/>
          </p:nvSpPr>
          <p:spPr>
            <a:xfrm>
              <a:off x="5928304" y="17730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8"/>
            <p:cNvSpPr/>
            <p:nvPr/>
          </p:nvSpPr>
          <p:spPr>
            <a:xfrm>
              <a:off x="5352607" y="22048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9"/>
            <p:cNvSpPr/>
            <p:nvPr/>
          </p:nvSpPr>
          <p:spPr>
            <a:xfrm>
              <a:off x="5567906" y="21741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70"/>
            <p:cNvSpPr/>
            <p:nvPr/>
          </p:nvSpPr>
          <p:spPr>
            <a:xfrm>
              <a:off x="5602097" y="20214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1"/>
            <p:cNvSpPr/>
            <p:nvPr/>
          </p:nvSpPr>
          <p:spPr>
            <a:xfrm>
              <a:off x="5168647" y="25475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2"/>
            <p:cNvSpPr/>
            <p:nvPr/>
          </p:nvSpPr>
          <p:spPr>
            <a:xfrm>
              <a:off x="5237341" y="21279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3"/>
            <p:cNvSpPr/>
            <p:nvPr/>
          </p:nvSpPr>
          <p:spPr>
            <a:xfrm>
              <a:off x="5509618" y="22177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4"/>
            <p:cNvSpPr/>
            <p:nvPr/>
          </p:nvSpPr>
          <p:spPr>
            <a:xfrm>
              <a:off x="5301886" y="20946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5"/>
            <p:cNvSpPr/>
            <p:nvPr/>
          </p:nvSpPr>
          <p:spPr>
            <a:xfrm>
              <a:off x="5365374" y="22306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6"/>
            <p:cNvSpPr/>
            <p:nvPr/>
          </p:nvSpPr>
          <p:spPr>
            <a:xfrm>
              <a:off x="5581504" y="22348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7"/>
            <p:cNvSpPr/>
            <p:nvPr/>
          </p:nvSpPr>
          <p:spPr>
            <a:xfrm>
              <a:off x="5362068" y="21187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8"/>
            <p:cNvSpPr/>
            <p:nvPr/>
          </p:nvSpPr>
          <p:spPr>
            <a:xfrm>
              <a:off x="5336687" y="22167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9"/>
            <p:cNvSpPr/>
            <p:nvPr/>
          </p:nvSpPr>
          <p:spPr>
            <a:xfrm>
              <a:off x="5393657" y="21271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80"/>
            <p:cNvSpPr/>
            <p:nvPr/>
          </p:nvSpPr>
          <p:spPr>
            <a:xfrm>
              <a:off x="5493744" y="18924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1"/>
            <p:cNvSpPr/>
            <p:nvPr/>
          </p:nvSpPr>
          <p:spPr>
            <a:xfrm>
              <a:off x="5372655" y="22509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2"/>
            <p:cNvSpPr/>
            <p:nvPr/>
          </p:nvSpPr>
          <p:spPr>
            <a:xfrm>
              <a:off x="5495416" y="20226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3"/>
            <p:cNvSpPr/>
            <p:nvPr/>
          </p:nvSpPr>
          <p:spPr>
            <a:xfrm>
              <a:off x="5579795" y="22179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4"/>
            <p:cNvSpPr/>
            <p:nvPr/>
          </p:nvSpPr>
          <p:spPr>
            <a:xfrm>
              <a:off x="5439241" y="21659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5"/>
            <p:cNvSpPr/>
            <p:nvPr/>
          </p:nvSpPr>
          <p:spPr>
            <a:xfrm>
              <a:off x="5344205" y="20206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6"/>
            <p:cNvSpPr/>
            <p:nvPr/>
          </p:nvSpPr>
          <p:spPr>
            <a:xfrm>
              <a:off x="5345459" y="22148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7"/>
            <p:cNvSpPr/>
            <p:nvPr/>
          </p:nvSpPr>
          <p:spPr>
            <a:xfrm>
              <a:off x="5233253" y="22630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8"/>
            <p:cNvSpPr/>
            <p:nvPr/>
          </p:nvSpPr>
          <p:spPr>
            <a:xfrm>
              <a:off x="5195629" y="24308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9"/>
            <p:cNvSpPr/>
            <p:nvPr/>
          </p:nvSpPr>
          <p:spPr>
            <a:xfrm>
              <a:off x="5084709" y="27354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90"/>
            <p:cNvSpPr/>
            <p:nvPr/>
          </p:nvSpPr>
          <p:spPr>
            <a:xfrm>
              <a:off x="5456804" y="20276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1"/>
            <p:cNvSpPr/>
            <p:nvPr/>
          </p:nvSpPr>
          <p:spPr>
            <a:xfrm>
              <a:off x="5356412" y="22123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2"/>
            <p:cNvSpPr/>
            <p:nvPr/>
          </p:nvSpPr>
          <p:spPr>
            <a:xfrm>
              <a:off x="5709775" y="20541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3"/>
            <p:cNvSpPr/>
            <p:nvPr/>
          </p:nvSpPr>
          <p:spPr>
            <a:xfrm>
              <a:off x="5996073" y="21602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4"/>
            <p:cNvSpPr/>
            <p:nvPr/>
          </p:nvSpPr>
          <p:spPr>
            <a:xfrm>
              <a:off x="5346098" y="20930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5"/>
            <p:cNvSpPr/>
            <p:nvPr/>
          </p:nvSpPr>
          <p:spPr>
            <a:xfrm>
              <a:off x="5363351" y="2224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6"/>
            <p:cNvSpPr/>
            <p:nvPr/>
          </p:nvSpPr>
          <p:spPr>
            <a:xfrm>
              <a:off x="5670675" y="18326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7"/>
            <p:cNvSpPr/>
            <p:nvPr/>
          </p:nvSpPr>
          <p:spPr>
            <a:xfrm>
              <a:off x="5226198" y="21271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8"/>
            <p:cNvSpPr/>
            <p:nvPr/>
          </p:nvSpPr>
          <p:spPr>
            <a:xfrm>
              <a:off x="5662005" y="19987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9"/>
            <p:cNvSpPr/>
            <p:nvPr/>
          </p:nvSpPr>
          <p:spPr>
            <a:xfrm>
              <a:off x="5637456" y="20262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600"/>
            <p:cNvSpPr/>
            <p:nvPr/>
          </p:nvSpPr>
          <p:spPr>
            <a:xfrm>
              <a:off x="5134984" y="26205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1"/>
            <p:cNvSpPr/>
            <p:nvPr/>
          </p:nvSpPr>
          <p:spPr>
            <a:xfrm>
              <a:off x="4832731" y="25266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2"/>
            <p:cNvSpPr/>
            <p:nvPr/>
          </p:nvSpPr>
          <p:spPr>
            <a:xfrm>
              <a:off x="5915271" y="17417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3"/>
            <p:cNvSpPr/>
            <p:nvPr/>
          </p:nvSpPr>
          <p:spPr>
            <a:xfrm>
              <a:off x="5584743" y="22394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4"/>
            <p:cNvSpPr/>
            <p:nvPr/>
          </p:nvSpPr>
          <p:spPr>
            <a:xfrm>
              <a:off x="5095624" y="22524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5"/>
            <p:cNvSpPr/>
            <p:nvPr/>
          </p:nvSpPr>
          <p:spPr>
            <a:xfrm>
              <a:off x="5523994" y="21283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6"/>
            <p:cNvSpPr/>
            <p:nvPr/>
          </p:nvSpPr>
          <p:spPr>
            <a:xfrm>
              <a:off x="5698455" y="19716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7"/>
            <p:cNvSpPr/>
            <p:nvPr/>
          </p:nvSpPr>
          <p:spPr>
            <a:xfrm>
              <a:off x="5293654" y="20807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8"/>
            <p:cNvSpPr/>
            <p:nvPr/>
          </p:nvSpPr>
          <p:spPr>
            <a:xfrm>
              <a:off x="5298116" y="20734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9"/>
            <p:cNvSpPr/>
            <p:nvPr/>
          </p:nvSpPr>
          <p:spPr>
            <a:xfrm>
              <a:off x="5533868" y="21700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10"/>
            <p:cNvSpPr/>
            <p:nvPr/>
          </p:nvSpPr>
          <p:spPr>
            <a:xfrm>
              <a:off x="5580787" y="22254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1"/>
            <p:cNvSpPr/>
            <p:nvPr/>
          </p:nvSpPr>
          <p:spPr>
            <a:xfrm>
              <a:off x="4849734" y="26490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2"/>
            <p:cNvSpPr/>
            <p:nvPr/>
          </p:nvSpPr>
          <p:spPr>
            <a:xfrm>
              <a:off x="5887257" y="16757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3"/>
            <p:cNvSpPr/>
            <p:nvPr/>
          </p:nvSpPr>
          <p:spPr>
            <a:xfrm>
              <a:off x="5565365" y="22454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4"/>
            <p:cNvSpPr/>
            <p:nvPr/>
          </p:nvSpPr>
          <p:spPr>
            <a:xfrm>
              <a:off x="5465676" y="20926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5"/>
            <p:cNvSpPr/>
            <p:nvPr/>
          </p:nvSpPr>
          <p:spPr>
            <a:xfrm>
              <a:off x="5369252" y="22363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6"/>
            <p:cNvSpPr/>
            <p:nvPr/>
          </p:nvSpPr>
          <p:spPr>
            <a:xfrm>
              <a:off x="5793936" y="18817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7"/>
            <p:cNvSpPr/>
            <p:nvPr/>
          </p:nvSpPr>
          <p:spPr>
            <a:xfrm>
              <a:off x="5876677" y="17562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8"/>
            <p:cNvSpPr/>
            <p:nvPr/>
          </p:nvSpPr>
          <p:spPr>
            <a:xfrm>
              <a:off x="5284428" y="2276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9"/>
            <p:cNvSpPr/>
            <p:nvPr/>
          </p:nvSpPr>
          <p:spPr>
            <a:xfrm>
              <a:off x="5638425" y="20752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20"/>
            <p:cNvSpPr/>
            <p:nvPr/>
          </p:nvSpPr>
          <p:spPr>
            <a:xfrm>
              <a:off x="5811331" y="18751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1"/>
            <p:cNvSpPr/>
            <p:nvPr/>
          </p:nvSpPr>
          <p:spPr>
            <a:xfrm>
              <a:off x="5084900" y="25265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2"/>
            <p:cNvSpPr/>
            <p:nvPr/>
          </p:nvSpPr>
          <p:spPr>
            <a:xfrm>
              <a:off x="5360913" y="22504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3"/>
            <p:cNvSpPr/>
            <p:nvPr/>
          </p:nvSpPr>
          <p:spPr>
            <a:xfrm>
              <a:off x="5549431" y="21806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4"/>
            <p:cNvSpPr/>
            <p:nvPr/>
          </p:nvSpPr>
          <p:spPr>
            <a:xfrm>
              <a:off x="5139006" y="2581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5"/>
            <p:cNvSpPr/>
            <p:nvPr/>
          </p:nvSpPr>
          <p:spPr>
            <a:xfrm>
              <a:off x="5604387" y="20606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6"/>
            <p:cNvSpPr/>
            <p:nvPr/>
          </p:nvSpPr>
          <p:spPr>
            <a:xfrm>
              <a:off x="5873024" y="18772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7"/>
            <p:cNvSpPr/>
            <p:nvPr/>
          </p:nvSpPr>
          <p:spPr>
            <a:xfrm>
              <a:off x="5570258" y="22859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8"/>
            <p:cNvSpPr/>
            <p:nvPr/>
          </p:nvSpPr>
          <p:spPr>
            <a:xfrm>
              <a:off x="5513547" y="21888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9"/>
            <p:cNvSpPr/>
            <p:nvPr/>
          </p:nvSpPr>
          <p:spPr>
            <a:xfrm>
              <a:off x="5420142" y="22188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30"/>
            <p:cNvSpPr/>
            <p:nvPr/>
          </p:nvSpPr>
          <p:spPr>
            <a:xfrm>
              <a:off x="5304897" y="20279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1"/>
            <p:cNvSpPr/>
            <p:nvPr/>
          </p:nvSpPr>
          <p:spPr>
            <a:xfrm>
              <a:off x="5469292" y="20415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2"/>
            <p:cNvSpPr/>
            <p:nvPr/>
          </p:nvSpPr>
          <p:spPr>
            <a:xfrm>
              <a:off x="5185113" y="24054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3"/>
            <p:cNvSpPr/>
            <p:nvPr/>
          </p:nvSpPr>
          <p:spPr>
            <a:xfrm>
              <a:off x="5216062" y="23831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4"/>
            <p:cNvSpPr/>
            <p:nvPr/>
          </p:nvSpPr>
          <p:spPr>
            <a:xfrm>
              <a:off x="5776934" y="20231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5"/>
            <p:cNvSpPr/>
            <p:nvPr/>
          </p:nvSpPr>
          <p:spPr>
            <a:xfrm>
              <a:off x="5522959" y="21306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6"/>
            <p:cNvSpPr/>
            <p:nvPr/>
          </p:nvSpPr>
          <p:spPr>
            <a:xfrm>
              <a:off x="5656068" y="19825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7"/>
            <p:cNvSpPr/>
            <p:nvPr/>
          </p:nvSpPr>
          <p:spPr>
            <a:xfrm>
              <a:off x="5244394" y="22202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8"/>
            <p:cNvSpPr/>
            <p:nvPr/>
          </p:nvSpPr>
          <p:spPr>
            <a:xfrm>
              <a:off x="5781896" y="18351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9"/>
            <p:cNvSpPr/>
            <p:nvPr/>
          </p:nvSpPr>
          <p:spPr>
            <a:xfrm>
              <a:off x="5663375" y="19301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40"/>
            <p:cNvSpPr/>
            <p:nvPr/>
          </p:nvSpPr>
          <p:spPr>
            <a:xfrm>
              <a:off x="5663231" y="20842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1"/>
            <p:cNvSpPr/>
            <p:nvPr/>
          </p:nvSpPr>
          <p:spPr>
            <a:xfrm>
              <a:off x="5766696" y="20428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2"/>
            <p:cNvSpPr/>
            <p:nvPr/>
          </p:nvSpPr>
          <p:spPr>
            <a:xfrm>
              <a:off x="4940309" y="21343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3"/>
            <p:cNvSpPr/>
            <p:nvPr/>
          </p:nvSpPr>
          <p:spPr>
            <a:xfrm>
              <a:off x="5355578" y="21917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4"/>
            <p:cNvSpPr/>
            <p:nvPr/>
          </p:nvSpPr>
          <p:spPr>
            <a:xfrm>
              <a:off x="5233633" y="21819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5"/>
            <p:cNvSpPr/>
            <p:nvPr/>
          </p:nvSpPr>
          <p:spPr>
            <a:xfrm>
              <a:off x="5612203" y="19937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6"/>
            <p:cNvSpPr/>
            <p:nvPr/>
          </p:nvSpPr>
          <p:spPr>
            <a:xfrm>
              <a:off x="5272878" y="21422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7"/>
            <p:cNvSpPr/>
            <p:nvPr/>
          </p:nvSpPr>
          <p:spPr>
            <a:xfrm>
              <a:off x="5417097" y="22805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8"/>
            <p:cNvSpPr/>
            <p:nvPr/>
          </p:nvSpPr>
          <p:spPr>
            <a:xfrm>
              <a:off x="5516892" y="22958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9"/>
            <p:cNvSpPr/>
            <p:nvPr/>
          </p:nvSpPr>
          <p:spPr>
            <a:xfrm>
              <a:off x="5604624" y="21755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50"/>
            <p:cNvSpPr/>
            <p:nvPr/>
          </p:nvSpPr>
          <p:spPr>
            <a:xfrm>
              <a:off x="5262011" y="22405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1"/>
            <p:cNvSpPr/>
            <p:nvPr/>
          </p:nvSpPr>
          <p:spPr>
            <a:xfrm>
              <a:off x="5007196" y="28492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2"/>
            <p:cNvSpPr/>
            <p:nvPr/>
          </p:nvSpPr>
          <p:spPr>
            <a:xfrm>
              <a:off x="5060165" y="20899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3"/>
            <p:cNvSpPr/>
            <p:nvPr/>
          </p:nvSpPr>
          <p:spPr>
            <a:xfrm>
              <a:off x="5299559" y="22102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4"/>
            <p:cNvSpPr/>
            <p:nvPr/>
          </p:nvSpPr>
          <p:spPr>
            <a:xfrm>
              <a:off x="5508330" y="22605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5"/>
            <p:cNvSpPr/>
            <p:nvPr/>
          </p:nvSpPr>
          <p:spPr>
            <a:xfrm>
              <a:off x="5827487" y="17944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6"/>
            <p:cNvSpPr/>
            <p:nvPr/>
          </p:nvSpPr>
          <p:spPr>
            <a:xfrm>
              <a:off x="5535191" y="22462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7"/>
            <p:cNvSpPr/>
            <p:nvPr/>
          </p:nvSpPr>
          <p:spPr>
            <a:xfrm>
              <a:off x="4948702" y="20750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8"/>
            <p:cNvSpPr/>
            <p:nvPr/>
          </p:nvSpPr>
          <p:spPr>
            <a:xfrm>
              <a:off x="5319858" y="21579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9"/>
            <p:cNvSpPr/>
            <p:nvPr/>
          </p:nvSpPr>
          <p:spPr>
            <a:xfrm>
              <a:off x="5374668" y="2300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60"/>
            <p:cNvSpPr/>
            <p:nvPr/>
          </p:nvSpPr>
          <p:spPr>
            <a:xfrm>
              <a:off x="5155560" y="25962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1"/>
            <p:cNvSpPr/>
            <p:nvPr/>
          </p:nvSpPr>
          <p:spPr>
            <a:xfrm>
              <a:off x="5427447" y="23430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2"/>
            <p:cNvSpPr/>
            <p:nvPr/>
          </p:nvSpPr>
          <p:spPr>
            <a:xfrm>
              <a:off x="5442159" y="22176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3"/>
            <p:cNvSpPr/>
            <p:nvPr/>
          </p:nvSpPr>
          <p:spPr>
            <a:xfrm>
              <a:off x="5265742" y="20615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4"/>
            <p:cNvSpPr/>
            <p:nvPr/>
          </p:nvSpPr>
          <p:spPr>
            <a:xfrm>
              <a:off x="5559489" y="21653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5"/>
            <p:cNvSpPr/>
            <p:nvPr/>
          </p:nvSpPr>
          <p:spPr>
            <a:xfrm>
              <a:off x="5326250" y="21817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6"/>
            <p:cNvSpPr/>
            <p:nvPr/>
          </p:nvSpPr>
          <p:spPr>
            <a:xfrm>
              <a:off x="5308839" y="20456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7"/>
            <p:cNvSpPr/>
            <p:nvPr/>
          </p:nvSpPr>
          <p:spPr>
            <a:xfrm>
              <a:off x="5345596" y="21069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8"/>
            <p:cNvSpPr/>
            <p:nvPr/>
          </p:nvSpPr>
          <p:spPr>
            <a:xfrm>
              <a:off x="5844277" y="19208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9"/>
            <p:cNvSpPr/>
            <p:nvPr/>
          </p:nvSpPr>
          <p:spPr>
            <a:xfrm>
              <a:off x="5877838" y="18052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70"/>
            <p:cNvSpPr/>
            <p:nvPr/>
          </p:nvSpPr>
          <p:spPr>
            <a:xfrm>
              <a:off x="5092463" y="25187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1"/>
            <p:cNvSpPr/>
            <p:nvPr/>
          </p:nvSpPr>
          <p:spPr>
            <a:xfrm>
              <a:off x="5880565" y="16682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2"/>
            <p:cNvSpPr/>
            <p:nvPr/>
          </p:nvSpPr>
          <p:spPr>
            <a:xfrm>
              <a:off x="5047013" y="24011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3"/>
            <p:cNvSpPr/>
            <p:nvPr/>
          </p:nvSpPr>
          <p:spPr>
            <a:xfrm>
              <a:off x="5557498" y="22240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4"/>
            <p:cNvSpPr/>
            <p:nvPr/>
          </p:nvSpPr>
          <p:spPr>
            <a:xfrm>
              <a:off x="5191532" y="23305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5"/>
            <p:cNvSpPr/>
            <p:nvPr/>
          </p:nvSpPr>
          <p:spPr>
            <a:xfrm>
              <a:off x="5219007" y="21564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6"/>
            <p:cNvSpPr/>
            <p:nvPr/>
          </p:nvSpPr>
          <p:spPr>
            <a:xfrm>
              <a:off x="5822335" y="20896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7"/>
            <p:cNvSpPr/>
            <p:nvPr/>
          </p:nvSpPr>
          <p:spPr>
            <a:xfrm>
              <a:off x="4835902" y="27175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8"/>
            <p:cNvSpPr/>
            <p:nvPr/>
          </p:nvSpPr>
          <p:spPr>
            <a:xfrm>
              <a:off x="5161457" y="27027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9"/>
            <p:cNvSpPr/>
            <p:nvPr/>
          </p:nvSpPr>
          <p:spPr>
            <a:xfrm>
              <a:off x="5322320" y="22369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80"/>
            <p:cNvSpPr/>
            <p:nvPr/>
          </p:nvSpPr>
          <p:spPr>
            <a:xfrm>
              <a:off x="5707502" y="20032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1"/>
            <p:cNvSpPr/>
            <p:nvPr/>
          </p:nvSpPr>
          <p:spPr>
            <a:xfrm>
              <a:off x="5256774" y="20009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2"/>
            <p:cNvSpPr/>
            <p:nvPr/>
          </p:nvSpPr>
          <p:spPr>
            <a:xfrm>
              <a:off x="5295645" y="21215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3"/>
            <p:cNvSpPr/>
            <p:nvPr/>
          </p:nvSpPr>
          <p:spPr>
            <a:xfrm>
              <a:off x="4930298" y="21795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4"/>
            <p:cNvSpPr/>
            <p:nvPr/>
          </p:nvSpPr>
          <p:spPr>
            <a:xfrm>
              <a:off x="5433623" y="22270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5"/>
            <p:cNvSpPr/>
            <p:nvPr/>
          </p:nvSpPr>
          <p:spPr>
            <a:xfrm>
              <a:off x="5582833" y="22746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6"/>
            <p:cNvSpPr/>
            <p:nvPr/>
          </p:nvSpPr>
          <p:spPr>
            <a:xfrm>
              <a:off x="5503410" y="21760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7"/>
            <p:cNvSpPr/>
            <p:nvPr/>
          </p:nvSpPr>
          <p:spPr>
            <a:xfrm>
              <a:off x="5113143" y="21357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8"/>
            <p:cNvSpPr/>
            <p:nvPr/>
          </p:nvSpPr>
          <p:spPr>
            <a:xfrm>
              <a:off x="5299824" y="21856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9"/>
            <p:cNvSpPr/>
            <p:nvPr/>
          </p:nvSpPr>
          <p:spPr>
            <a:xfrm>
              <a:off x="5771786" y="20146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90"/>
            <p:cNvSpPr/>
            <p:nvPr/>
          </p:nvSpPr>
          <p:spPr>
            <a:xfrm>
              <a:off x="5768095" y="20519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1"/>
            <p:cNvSpPr/>
            <p:nvPr/>
          </p:nvSpPr>
          <p:spPr>
            <a:xfrm>
              <a:off x="5449728" y="2267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2"/>
            <p:cNvSpPr/>
            <p:nvPr/>
          </p:nvSpPr>
          <p:spPr>
            <a:xfrm>
              <a:off x="5609808" y="19450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3"/>
            <p:cNvSpPr/>
            <p:nvPr/>
          </p:nvSpPr>
          <p:spPr>
            <a:xfrm>
              <a:off x="5034116" y="23748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4"/>
            <p:cNvSpPr/>
            <p:nvPr/>
          </p:nvSpPr>
          <p:spPr>
            <a:xfrm>
              <a:off x="5461575" y="21561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5"/>
            <p:cNvSpPr/>
            <p:nvPr/>
          </p:nvSpPr>
          <p:spPr>
            <a:xfrm>
              <a:off x="5716096" y="2256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6"/>
            <p:cNvSpPr/>
            <p:nvPr/>
          </p:nvSpPr>
          <p:spPr>
            <a:xfrm>
              <a:off x="5425942" y="22309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7"/>
            <p:cNvSpPr/>
            <p:nvPr/>
          </p:nvSpPr>
          <p:spPr>
            <a:xfrm>
              <a:off x="5587110" y="22666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8"/>
            <p:cNvSpPr/>
            <p:nvPr/>
          </p:nvSpPr>
          <p:spPr>
            <a:xfrm>
              <a:off x="5512389" y="22496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9"/>
            <p:cNvSpPr/>
            <p:nvPr/>
          </p:nvSpPr>
          <p:spPr>
            <a:xfrm>
              <a:off x="5494347" y="19889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700"/>
            <p:cNvSpPr/>
            <p:nvPr/>
          </p:nvSpPr>
          <p:spPr>
            <a:xfrm>
              <a:off x="5708054" y="20650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1"/>
            <p:cNvSpPr/>
            <p:nvPr/>
          </p:nvSpPr>
          <p:spPr>
            <a:xfrm>
              <a:off x="5461830" y="20982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2"/>
            <p:cNvSpPr/>
            <p:nvPr/>
          </p:nvSpPr>
          <p:spPr>
            <a:xfrm>
              <a:off x="5053248" y="21170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3"/>
            <p:cNvSpPr/>
            <p:nvPr/>
          </p:nvSpPr>
          <p:spPr>
            <a:xfrm>
              <a:off x="5548741" y="21485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4"/>
            <p:cNvSpPr/>
            <p:nvPr/>
          </p:nvSpPr>
          <p:spPr>
            <a:xfrm>
              <a:off x="5216340" y="21716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5"/>
            <p:cNvSpPr/>
            <p:nvPr/>
          </p:nvSpPr>
          <p:spPr>
            <a:xfrm>
              <a:off x="5337320" y="21961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6"/>
            <p:cNvSpPr/>
            <p:nvPr/>
          </p:nvSpPr>
          <p:spPr>
            <a:xfrm>
              <a:off x="4886156" y="27968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7"/>
            <p:cNvSpPr/>
            <p:nvPr/>
          </p:nvSpPr>
          <p:spPr>
            <a:xfrm>
              <a:off x="5806683" y="1952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8"/>
            <p:cNvSpPr/>
            <p:nvPr/>
          </p:nvSpPr>
          <p:spPr>
            <a:xfrm>
              <a:off x="5291019" y="21004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9"/>
            <p:cNvSpPr/>
            <p:nvPr/>
          </p:nvSpPr>
          <p:spPr>
            <a:xfrm>
              <a:off x="5750979" y="19853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10"/>
            <p:cNvSpPr/>
            <p:nvPr/>
          </p:nvSpPr>
          <p:spPr>
            <a:xfrm>
              <a:off x="5063990" y="26164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1"/>
            <p:cNvSpPr/>
            <p:nvPr/>
          </p:nvSpPr>
          <p:spPr>
            <a:xfrm>
              <a:off x="5906972" y="17484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2"/>
            <p:cNvSpPr/>
            <p:nvPr/>
          </p:nvSpPr>
          <p:spPr>
            <a:xfrm>
              <a:off x="5192151" y="23895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3"/>
            <p:cNvSpPr/>
            <p:nvPr/>
          </p:nvSpPr>
          <p:spPr>
            <a:xfrm>
              <a:off x="5163493" y="26599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4"/>
            <p:cNvSpPr/>
            <p:nvPr/>
          </p:nvSpPr>
          <p:spPr>
            <a:xfrm>
              <a:off x="5843122" y="15994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5"/>
            <p:cNvSpPr/>
            <p:nvPr/>
          </p:nvSpPr>
          <p:spPr>
            <a:xfrm>
              <a:off x="5720979" y="17406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6"/>
            <p:cNvSpPr/>
            <p:nvPr/>
          </p:nvSpPr>
          <p:spPr>
            <a:xfrm>
              <a:off x="5300291" y="22021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7"/>
            <p:cNvSpPr/>
            <p:nvPr/>
          </p:nvSpPr>
          <p:spPr>
            <a:xfrm>
              <a:off x="5451874" y="23530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8"/>
            <p:cNvSpPr/>
            <p:nvPr/>
          </p:nvSpPr>
          <p:spPr>
            <a:xfrm>
              <a:off x="5411679" y="20731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9"/>
            <p:cNvSpPr/>
            <p:nvPr/>
          </p:nvSpPr>
          <p:spPr>
            <a:xfrm>
              <a:off x="5582503" y="22514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20"/>
            <p:cNvSpPr/>
            <p:nvPr/>
          </p:nvSpPr>
          <p:spPr>
            <a:xfrm>
              <a:off x="5592723" y="19256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1"/>
            <p:cNvSpPr/>
            <p:nvPr/>
          </p:nvSpPr>
          <p:spPr>
            <a:xfrm>
              <a:off x="5871329" y="18014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2"/>
            <p:cNvSpPr/>
            <p:nvPr/>
          </p:nvSpPr>
          <p:spPr>
            <a:xfrm>
              <a:off x="4996495" y="25370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3"/>
            <p:cNvSpPr/>
            <p:nvPr/>
          </p:nvSpPr>
          <p:spPr>
            <a:xfrm>
              <a:off x="5513423" y="21992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4"/>
            <p:cNvSpPr/>
            <p:nvPr/>
          </p:nvSpPr>
          <p:spPr>
            <a:xfrm>
              <a:off x="5261747" y="22280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5"/>
            <p:cNvSpPr/>
            <p:nvPr/>
          </p:nvSpPr>
          <p:spPr>
            <a:xfrm>
              <a:off x="5616568" y="20054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6"/>
            <p:cNvSpPr/>
            <p:nvPr/>
          </p:nvSpPr>
          <p:spPr>
            <a:xfrm>
              <a:off x="5386906" y="21714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7"/>
            <p:cNvSpPr/>
            <p:nvPr/>
          </p:nvSpPr>
          <p:spPr>
            <a:xfrm>
              <a:off x="5434959" y="22389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8"/>
            <p:cNvSpPr/>
            <p:nvPr/>
          </p:nvSpPr>
          <p:spPr>
            <a:xfrm>
              <a:off x="5507327" y="2251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9"/>
            <p:cNvSpPr/>
            <p:nvPr/>
          </p:nvSpPr>
          <p:spPr>
            <a:xfrm>
              <a:off x="5982918" y="22891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30"/>
            <p:cNvSpPr/>
            <p:nvPr/>
          </p:nvSpPr>
          <p:spPr>
            <a:xfrm>
              <a:off x="5323885" y="21403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1"/>
            <p:cNvSpPr/>
            <p:nvPr/>
          </p:nvSpPr>
          <p:spPr>
            <a:xfrm>
              <a:off x="5714920" y="20120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2"/>
            <p:cNvSpPr/>
            <p:nvPr/>
          </p:nvSpPr>
          <p:spPr>
            <a:xfrm>
              <a:off x="5591992" y="21895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3"/>
            <p:cNvSpPr/>
            <p:nvPr/>
          </p:nvSpPr>
          <p:spPr>
            <a:xfrm>
              <a:off x="5540147" y="20561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4"/>
            <p:cNvSpPr/>
            <p:nvPr/>
          </p:nvSpPr>
          <p:spPr>
            <a:xfrm>
              <a:off x="5405895" y="2264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5"/>
            <p:cNvSpPr/>
            <p:nvPr/>
          </p:nvSpPr>
          <p:spPr>
            <a:xfrm>
              <a:off x="5247398" y="19400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6"/>
            <p:cNvSpPr/>
            <p:nvPr/>
          </p:nvSpPr>
          <p:spPr>
            <a:xfrm>
              <a:off x="5819110" y="20619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7"/>
            <p:cNvSpPr/>
            <p:nvPr/>
          </p:nvSpPr>
          <p:spPr>
            <a:xfrm>
              <a:off x="5236275" y="21218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8"/>
            <p:cNvSpPr/>
            <p:nvPr/>
          </p:nvSpPr>
          <p:spPr>
            <a:xfrm>
              <a:off x="5506651" y="22945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9"/>
            <p:cNvSpPr/>
            <p:nvPr/>
          </p:nvSpPr>
          <p:spPr>
            <a:xfrm>
              <a:off x="5766070" y="20233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40"/>
            <p:cNvSpPr/>
            <p:nvPr/>
          </p:nvSpPr>
          <p:spPr>
            <a:xfrm>
              <a:off x="5416834" y="22379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1"/>
            <p:cNvSpPr/>
            <p:nvPr/>
          </p:nvSpPr>
          <p:spPr>
            <a:xfrm>
              <a:off x="5097735" y="23674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2"/>
            <p:cNvSpPr/>
            <p:nvPr/>
          </p:nvSpPr>
          <p:spPr>
            <a:xfrm>
              <a:off x="5450529" y="21317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3"/>
            <p:cNvSpPr/>
            <p:nvPr/>
          </p:nvSpPr>
          <p:spPr>
            <a:xfrm>
              <a:off x="5297147" y="21447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4"/>
            <p:cNvSpPr/>
            <p:nvPr/>
          </p:nvSpPr>
          <p:spPr>
            <a:xfrm>
              <a:off x="5076820" y="26005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5"/>
            <p:cNvSpPr/>
            <p:nvPr/>
          </p:nvSpPr>
          <p:spPr>
            <a:xfrm>
              <a:off x="5582037" y="22337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6"/>
            <p:cNvSpPr/>
            <p:nvPr/>
          </p:nvSpPr>
          <p:spPr>
            <a:xfrm>
              <a:off x="4982670" y="24651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7"/>
            <p:cNvSpPr/>
            <p:nvPr/>
          </p:nvSpPr>
          <p:spPr>
            <a:xfrm>
              <a:off x="5316411" y="21100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8"/>
            <p:cNvSpPr/>
            <p:nvPr/>
          </p:nvSpPr>
          <p:spPr>
            <a:xfrm>
              <a:off x="5253705" y="20859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9"/>
            <p:cNvSpPr/>
            <p:nvPr/>
          </p:nvSpPr>
          <p:spPr>
            <a:xfrm>
              <a:off x="5190628" y="22020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50"/>
            <p:cNvSpPr/>
            <p:nvPr/>
          </p:nvSpPr>
          <p:spPr>
            <a:xfrm>
              <a:off x="5469987" y="20458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1"/>
            <p:cNvSpPr/>
            <p:nvPr/>
          </p:nvSpPr>
          <p:spPr>
            <a:xfrm>
              <a:off x="5480842" y="20323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2"/>
            <p:cNvSpPr/>
            <p:nvPr/>
          </p:nvSpPr>
          <p:spPr>
            <a:xfrm>
              <a:off x="5411205" y="2199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3"/>
            <p:cNvSpPr/>
            <p:nvPr/>
          </p:nvSpPr>
          <p:spPr>
            <a:xfrm>
              <a:off x="5417395" y="21492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4"/>
            <p:cNvSpPr/>
            <p:nvPr/>
          </p:nvSpPr>
          <p:spPr>
            <a:xfrm>
              <a:off x="5631712" y="21222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5"/>
            <p:cNvSpPr/>
            <p:nvPr/>
          </p:nvSpPr>
          <p:spPr>
            <a:xfrm>
              <a:off x="4962920" y="21503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6"/>
            <p:cNvSpPr/>
            <p:nvPr/>
          </p:nvSpPr>
          <p:spPr>
            <a:xfrm>
              <a:off x="4749298" y="24428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7"/>
            <p:cNvSpPr/>
            <p:nvPr/>
          </p:nvSpPr>
          <p:spPr>
            <a:xfrm>
              <a:off x="5241636" y="22293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8"/>
            <p:cNvSpPr/>
            <p:nvPr/>
          </p:nvSpPr>
          <p:spPr>
            <a:xfrm>
              <a:off x="5137495" y="26942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9"/>
            <p:cNvSpPr/>
            <p:nvPr/>
          </p:nvSpPr>
          <p:spPr>
            <a:xfrm>
              <a:off x="5357068" y="21923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60"/>
            <p:cNvSpPr/>
            <p:nvPr/>
          </p:nvSpPr>
          <p:spPr>
            <a:xfrm>
              <a:off x="5547196" y="22691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1"/>
            <p:cNvSpPr/>
            <p:nvPr/>
          </p:nvSpPr>
          <p:spPr>
            <a:xfrm>
              <a:off x="5296830" y="2126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2"/>
            <p:cNvSpPr/>
            <p:nvPr/>
          </p:nvSpPr>
          <p:spPr>
            <a:xfrm>
              <a:off x="5475925" y="20358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3"/>
            <p:cNvSpPr/>
            <p:nvPr/>
          </p:nvSpPr>
          <p:spPr>
            <a:xfrm>
              <a:off x="5181563" y="26745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4"/>
            <p:cNvSpPr/>
            <p:nvPr/>
          </p:nvSpPr>
          <p:spPr>
            <a:xfrm>
              <a:off x="5512414" y="22038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5"/>
            <p:cNvSpPr/>
            <p:nvPr/>
          </p:nvSpPr>
          <p:spPr>
            <a:xfrm>
              <a:off x="5722134" y="18687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6"/>
            <p:cNvSpPr/>
            <p:nvPr/>
          </p:nvSpPr>
          <p:spPr>
            <a:xfrm>
              <a:off x="4939295" y="16533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7"/>
            <p:cNvSpPr/>
            <p:nvPr/>
          </p:nvSpPr>
          <p:spPr>
            <a:xfrm>
              <a:off x="5532930" y="20829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8"/>
            <p:cNvSpPr/>
            <p:nvPr/>
          </p:nvSpPr>
          <p:spPr>
            <a:xfrm>
              <a:off x="4866064" y="24794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9"/>
            <p:cNvSpPr/>
            <p:nvPr/>
          </p:nvSpPr>
          <p:spPr>
            <a:xfrm>
              <a:off x="5436880" y="22480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70"/>
            <p:cNvSpPr/>
            <p:nvPr/>
          </p:nvSpPr>
          <p:spPr>
            <a:xfrm>
              <a:off x="5445697" y="22598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1"/>
            <p:cNvSpPr/>
            <p:nvPr/>
          </p:nvSpPr>
          <p:spPr>
            <a:xfrm>
              <a:off x="5555617" y="21901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2"/>
            <p:cNvSpPr/>
            <p:nvPr/>
          </p:nvSpPr>
          <p:spPr>
            <a:xfrm>
              <a:off x="5355329" y="22382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3"/>
            <p:cNvSpPr/>
            <p:nvPr/>
          </p:nvSpPr>
          <p:spPr>
            <a:xfrm>
              <a:off x="5349912" y="21632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4"/>
            <p:cNvSpPr/>
            <p:nvPr/>
          </p:nvSpPr>
          <p:spPr>
            <a:xfrm>
              <a:off x="5339099" y="21364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5"/>
            <p:cNvSpPr/>
            <p:nvPr/>
          </p:nvSpPr>
          <p:spPr>
            <a:xfrm>
              <a:off x="5612384" y="20239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6"/>
            <p:cNvSpPr/>
            <p:nvPr/>
          </p:nvSpPr>
          <p:spPr>
            <a:xfrm>
              <a:off x="5209731" y="21637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7"/>
            <p:cNvSpPr/>
            <p:nvPr/>
          </p:nvSpPr>
          <p:spPr>
            <a:xfrm>
              <a:off x="5517480" y="22411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8"/>
            <p:cNvSpPr/>
            <p:nvPr/>
          </p:nvSpPr>
          <p:spPr>
            <a:xfrm>
              <a:off x="5309770" y="20648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9"/>
            <p:cNvSpPr/>
            <p:nvPr/>
          </p:nvSpPr>
          <p:spPr>
            <a:xfrm>
              <a:off x="5268113" y="21242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80"/>
            <p:cNvSpPr/>
            <p:nvPr/>
          </p:nvSpPr>
          <p:spPr>
            <a:xfrm>
              <a:off x="5614304" y="20982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1"/>
            <p:cNvSpPr/>
            <p:nvPr/>
          </p:nvSpPr>
          <p:spPr>
            <a:xfrm>
              <a:off x="5440324" y="22176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2"/>
            <p:cNvSpPr/>
            <p:nvPr/>
          </p:nvSpPr>
          <p:spPr>
            <a:xfrm>
              <a:off x="5045857" y="24056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3"/>
            <p:cNvSpPr/>
            <p:nvPr/>
          </p:nvSpPr>
          <p:spPr>
            <a:xfrm>
              <a:off x="5234951" y="2229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4"/>
            <p:cNvSpPr/>
            <p:nvPr/>
          </p:nvSpPr>
          <p:spPr>
            <a:xfrm>
              <a:off x="5623062" y="19686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5"/>
            <p:cNvSpPr/>
            <p:nvPr/>
          </p:nvSpPr>
          <p:spPr>
            <a:xfrm>
              <a:off x="5633536" y="20310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6"/>
            <p:cNvSpPr/>
            <p:nvPr/>
          </p:nvSpPr>
          <p:spPr>
            <a:xfrm>
              <a:off x="5783426" y="19682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7"/>
            <p:cNvSpPr/>
            <p:nvPr/>
          </p:nvSpPr>
          <p:spPr>
            <a:xfrm>
              <a:off x="5719080" y="2097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8"/>
            <p:cNvSpPr/>
            <p:nvPr/>
          </p:nvSpPr>
          <p:spPr>
            <a:xfrm>
              <a:off x="5283008" y="22860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9"/>
            <p:cNvSpPr/>
            <p:nvPr/>
          </p:nvSpPr>
          <p:spPr>
            <a:xfrm>
              <a:off x="5124760" y="25877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90"/>
            <p:cNvSpPr/>
            <p:nvPr/>
          </p:nvSpPr>
          <p:spPr>
            <a:xfrm>
              <a:off x="5827463" y="17582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1"/>
            <p:cNvSpPr/>
            <p:nvPr/>
          </p:nvSpPr>
          <p:spPr>
            <a:xfrm>
              <a:off x="4881715" y="26243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2"/>
            <p:cNvSpPr/>
            <p:nvPr/>
          </p:nvSpPr>
          <p:spPr>
            <a:xfrm>
              <a:off x="5377353" y="22825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3"/>
            <p:cNvSpPr/>
            <p:nvPr/>
          </p:nvSpPr>
          <p:spPr>
            <a:xfrm>
              <a:off x="5633670" y="20459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4"/>
            <p:cNvSpPr/>
            <p:nvPr/>
          </p:nvSpPr>
          <p:spPr>
            <a:xfrm>
              <a:off x="5442368" y="22402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5"/>
            <p:cNvSpPr/>
            <p:nvPr/>
          </p:nvSpPr>
          <p:spPr>
            <a:xfrm>
              <a:off x="5287008" y="20799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6"/>
            <p:cNvSpPr/>
            <p:nvPr/>
          </p:nvSpPr>
          <p:spPr>
            <a:xfrm>
              <a:off x="5256029" y="20388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7"/>
            <p:cNvSpPr/>
            <p:nvPr/>
          </p:nvSpPr>
          <p:spPr>
            <a:xfrm>
              <a:off x="4980181" y="25169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8"/>
            <p:cNvSpPr/>
            <p:nvPr/>
          </p:nvSpPr>
          <p:spPr>
            <a:xfrm>
              <a:off x="5772746" y="18753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9"/>
            <p:cNvSpPr/>
            <p:nvPr/>
          </p:nvSpPr>
          <p:spPr>
            <a:xfrm>
              <a:off x="5423495" y="21625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800"/>
            <p:cNvSpPr/>
            <p:nvPr/>
          </p:nvSpPr>
          <p:spPr>
            <a:xfrm>
              <a:off x="5241650" y="2105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1"/>
            <p:cNvSpPr/>
            <p:nvPr/>
          </p:nvSpPr>
          <p:spPr>
            <a:xfrm>
              <a:off x="5123469" y="23891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2"/>
            <p:cNvSpPr/>
            <p:nvPr/>
          </p:nvSpPr>
          <p:spPr>
            <a:xfrm>
              <a:off x="5478496" y="17577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3"/>
            <p:cNvSpPr/>
            <p:nvPr/>
          </p:nvSpPr>
          <p:spPr>
            <a:xfrm>
              <a:off x="4956926" y="18651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4"/>
            <p:cNvSpPr/>
            <p:nvPr/>
          </p:nvSpPr>
          <p:spPr>
            <a:xfrm>
              <a:off x="5489503" y="20496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5"/>
            <p:cNvSpPr/>
            <p:nvPr/>
          </p:nvSpPr>
          <p:spPr>
            <a:xfrm>
              <a:off x="5392626" y="21468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6"/>
            <p:cNvSpPr/>
            <p:nvPr/>
          </p:nvSpPr>
          <p:spPr>
            <a:xfrm>
              <a:off x="5435865" y="22506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7"/>
            <p:cNvSpPr/>
            <p:nvPr/>
          </p:nvSpPr>
          <p:spPr>
            <a:xfrm>
              <a:off x="4927172" y="18442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8"/>
            <p:cNvSpPr/>
            <p:nvPr/>
          </p:nvSpPr>
          <p:spPr>
            <a:xfrm>
              <a:off x="5159967" y="26736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9"/>
            <p:cNvSpPr/>
            <p:nvPr/>
          </p:nvSpPr>
          <p:spPr>
            <a:xfrm>
              <a:off x="5832872" y="20348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10"/>
            <p:cNvSpPr/>
            <p:nvPr/>
          </p:nvSpPr>
          <p:spPr>
            <a:xfrm>
              <a:off x="4881191" y="24543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1"/>
            <p:cNvSpPr/>
            <p:nvPr/>
          </p:nvSpPr>
          <p:spPr>
            <a:xfrm>
              <a:off x="5756211" y="19544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2"/>
            <p:cNvSpPr/>
            <p:nvPr/>
          </p:nvSpPr>
          <p:spPr>
            <a:xfrm>
              <a:off x="4948633" y="17658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3"/>
            <p:cNvSpPr/>
            <p:nvPr/>
          </p:nvSpPr>
          <p:spPr>
            <a:xfrm>
              <a:off x="5690043" y="18410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4"/>
            <p:cNvSpPr/>
            <p:nvPr/>
          </p:nvSpPr>
          <p:spPr>
            <a:xfrm>
              <a:off x="5611716" y="21203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5"/>
            <p:cNvSpPr/>
            <p:nvPr/>
          </p:nvSpPr>
          <p:spPr>
            <a:xfrm>
              <a:off x="5167331" y="25083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6"/>
            <p:cNvSpPr/>
            <p:nvPr/>
          </p:nvSpPr>
          <p:spPr>
            <a:xfrm>
              <a:off x="5275088" y="22445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7"/>
            <p:cNvSpPr/>
            <p:nvPr/>
          </p:nvSpPr>
          <p:spPr>
            <a:xfrm>
              <a:off x="5608954" y="1952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8"/>
            <p:cNvSpPr/>
            <p:nvPr/>
          </p:nvSpPr>
          <p:spPr>
            <a:xfrm>
              <a:off x="5729843" y="18677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9"/>
            <p:cNvSpPr/>
            <p:nvPr/>
          </p:nvSpPr>
          <p:spPr>
            <a:xfrm>
              <a:off x="5147727" y="25279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20"/>
            <p:cNvSpPr/>
            <p:nvPr/>
          </p:nvSpPr>
          <p:spPr>
            <a:xfrm>
              <a:off x="5847602" y="20317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1"/>
            <p:cNvSpPr/>
            <p:nvPr/>
          </p:nvSpPr>
          <p:spPr>
            <a:xfrm>
              <a:off x="5670200" y="19186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2"/>
            <p:cNvSpPr/>
            <p:nvPr/>
          </p:nvSpPr>
          <p:spPr>
            <a:xfrm>
              <a:off x="5005606" y="26116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3"/>
            <p:cNvSpPr/>
            <p:nvPr/>
          </p:nvSpPr>
          <p:spPr>
            <a:xfrm>
              <a:off x="5678926" y="17814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4"/>
            <p:cNvSpPr/>
            <p:nvPr/>
          </p:nvSpPr>
          <p:spPr>
            <a:xfrm>
              <a:off x="5100380" y="24423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5"/>
            <p:cNvSpPr/>
            <p:nvPr/>
          </p:nvSpPr>
          <p:spPr>
            <a:xfrm>
              <a:off x="5871926" y="19493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6"/>
            <p:cNvSpPr/>
            <p:nvPr/>
          </p:nvSpPr>
          <p:spPr>
            <a:xfrm>
              <a:off x="5405143" y="22351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7"/>
            <p:cNvSpPr/>
            <p:nvPr/>
          </p:nvSpPr>
          <p:spPr>
            <a:xfrm>
              <a:off x="5755120" y="19847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8"/>
            <p:cNvSpPr/>
            <p:nvPr/>
          </p:nvSpPr>
          <p:spPr>
            <a:xfrm>
              <a:off x="5560683" y="21588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9"/>
            <p:cNvSpPr/>
            <p:nvPr/>
          </p:nvSpPr>
          <p:spPr>
            <a:xfrm>
              <a:off x="5124583" y="23367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30"/>
            <p:cNvSpPr/>
            <p:nvPr/>
          </p:nvSpPr>
          <p:spPr>
            <a:xfrm>
              <a:off x="5548255" y="21644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1"/>
            <p:cNvSpPr/>
            <p:nvPr/>
          </p:nvSpPr>
          <p:spPr>
            <a:xfrm>
              <a:off x="5398950" y="22174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2"/>
            <p:cNvSpPr/>
            <p:nvPr/>
          </p:nvSpPr>
          <p:spPr>
            <a:xfrm>
              <a:off x="5593790" y="1906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3"/>
            <p:cNvSpPr/>
            <p:nvPr/>
          </p:nvSpPr>
          <p:spPr>
            <a:xfrm>
              <a:off x="5493085" y="19971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4"/>
            <p:cNvSpPr/>
            <p:nvPr/>
          </p:nvSpPr>
          <p:spPr>
            <a:xfrm>
              <a:off x="5131305" y="26404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5"/>
            <p:cNvSpPr/>
            <p:nvPr/>
          </p:nvSpPr>
          <p:spPr>
            <a:xfrm>
              <a:off x="5489962" y="20905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6"/>
            <p:cNvSpPr/>
            <p:nvPr/>
          </p:nvSpPr>
          <p:spPr>
            <a:xfrm>
              <a:off x="5102114" y="21698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7"/>
            <p:cNvSpPr/>
            <p:nvPr/>
          </p:nvSpPr>
          <p:spPr>
            <a:xfrm>
              <a:off x="5402424" y="21970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8"/>
            <p:cNvSpPr/>
            <p:nvPr/>
          </p:nvSpPr>
          <p:spPr>
            <a:xfrm>
              <a:off x="5494312" y="20770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9"/>
            <p:cNvSpPr/>
            <p:nvPr/>
          </p:nvSpPr>
          <p:spPr>
            <a:xfrm>
              <a:off x="5303326" y="22470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40"/>
            <p:cNvSpPr/>
            <p:nvPr/>
          </p:nvSpPr>
          <p:spPr>
            <a:xfrm>
              <a:off x="6033953" y="22219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1"/>
            <p:cNvSpPr/>
            <p:nvPr/>
          </p:nvSpPr>
          <p:spPr>
            <a:xfrm>
              <a:off x="5471574" y="19809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2"/>
            <p:cNvSpPr/>
            <p:nvPr/>
          </p:nvSpPr>
          <p:spPr>
            <a:xfrm>
              <a:off x="4935365" y="17300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3"/>
            <p:cNvSpPr/>
            <p:nvPr/>
          </p:nvSpPr>
          <p:spPr>
            <a:xfrm>
              <a:off x="5778289" y="19619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4"/>
            <p:cNvSpPr/>
            <p:nvPr/>
          </p:nvSpPr>
          <p:spPr>
            <a:xfrm>
              <a:off x="5737516" y="17743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5"/>
            <p:cNvSpPr/>
            <p:nvPr/>
          </p:nvSpPr>
          <p:spPr>
            <a:xfrm>
              <a:off x="5180032" y="25428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6"/>
            <p:cNvSpPr/>
            <p:nvPr/>
          </p:nvSpPr>
          <p:spPr>
            <a:xfrm>
              <a:off x="5407328" y="22017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7"/>
            <p:cNvSpPr/>
            <p:nvPr/>
          </p:nvSpPr>
          <p:spPr>
            <a:xfrm>
              <a:off x="5404545" y="22038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8"/>
            <p:cNvSpPr/>
            <p:nvPr/>
          </p:nvSpPr>
          <p:spPr>
            <a:xfrm>
              <a:off x="5575741" y="22163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9"/>
            <p:cNvSpPr/>
            <p:nvPr/>
          </p:nvSpPr>
          <p:spPr>
            <a:xfrm>
              <a:off x="5398910" y="21187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50"/>
            <p:cNvSpPr/>
            <p:nvPr/>
          </p:nvSpPr>
          <p:spPr>
            <a:xfrm>
              <a:off x="5462489" y="21808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1"/>
            <p:cNvSpPr/>
            <p:nvPr/>
          </p:nvSpPr>
          <p:spPr>
            <a:xfrm>
              <a:off x="5172319" y="27936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2"/>
            <p:cNvSpPr/>
            <p:nvPr/>
          </p:nvSpPr>
          <p:spPr>
            <a:xfrm>
              <a:off x="5514368" y="22130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3"/>
            <p:cNvSpPr/>
            <p:nvPr/>
          </p:nvSpPr>
          <p:spPr>
            <a:xfrm>
              <a:off x="5299283" y="21551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4"/>
            <p:cNvSpPr/>
            <p:nvPr/>
          </p:nvSpPr>
          <p:spPr>
            <a:xfrm>
              <a:off x="5464078" y="19542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5"/>
            <p:cNvSpPr/>
            <p:nvPr/>
          </p:nvSpPr>
          <p:spPr>
            <a:xfrm>
              <a:off x="5254316" y="20610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6"/>
            <p:cNvSpPr/>
            <p:nvPr/>
          </p:nvSpPr>
          <p:spPr>
            <a:xfrm>
              <a:off x="5383526" y="21765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7"/>
            <p:cNvSpPr/>
            <p:nvPr/>
          </p:nvSpPr>
          <p:spPr>
            <a:xfrm>
              <a:off x="5489128" y="21256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8"/>
            <p:cNvSpPr/>
            <p:nvPr/>
          </p:nvSpPr>
          <p:spPr>
            <a:xfrm>
              <a:off x="5742233" y="19691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9"/>
            <p:cNvSpPr/>
            <p:nvPr/>
          </p:nvSpPr>
          <p:spPr>
            <a:xfrm>
              <a:off x="5172137" y="26972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60"/>
            <p:cNvSpPr/>
            <p:nvPr/>
          </p:nvSpPr>
          <p:spPr>
            <a:xfrm>
              <a:off x="4968377" y="20951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1"/>
            <p:cNvSpPr/>
            <p:nvPr/>
          </p:nvSpPr>
          <p:spPr>
            <a:xfrm>
              <a:off x="5941521" y="17293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2"/>
            <p:cNvSpPr/>
            <p:nvPr/>
          </p:nvSpPr>
          <p:spPr>
            <a:xfrm>
              <a:off x="5402627" y="22307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3"/>
            <p:cNvSpPr/>
            <p:nvPr/>
          </p:nvSpPr>
          <p:spPr>
            <a:xfrm>
              <a:off x="5509750" y="22396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4"/>
            <p:cNvSpPr/>
            <p:nvPr/>
          </p:nvSpPr>
          <p:spPr>
            <a:xfrm>
              <a:off x="5452999" y="21805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5"/>
            <p:cNvSpPr/>
            <p:nvPr/>
          </p:nvSpPr>
          <p:spPr>
            <a:xfrm>
              <a:off x="5460420" y="21803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6"/>
            <p:cNvSpPr/>
            <p:nvPr/>
          </p:nvSpPr>
          <p:spPr>
            <a:xfrm>
              <a:off x="5750474" y="18075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7"/>
            <p:cNvSpPr/>
            <p:nvPr/>
          </p:nvSpPr>
          <p:spPr>
            <a:xfrm>
              <a:off x="5773391" y="19674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8"/>
            <p:cNvSpPr/>
            <p:nvPr/>
          </p:nvSpPr>
          <p:spPr>
            <a:xfrm>
              <a:off x="5455284" y="22090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9"/>
            <p:cNvSpPr/>
            <p:nvPr/>
          </p:nvSpPr>
          <p:spPr>
            <a:xfrm>
              <a:off x="5587188" y="22810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70"/>
            <p:cNvSpPr/>
            <p:nvPr/>
          </p:nvSpPr>
          <p:spPr>
            <a:xfrm>
              <a:off x="5213257" y="22977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1"/>
            <p:cNvSpPr/>
            <p:nvPr/>
          </p:nvSpPr>
          <p:spPr>
            <a:xfrm>
              <a:off x="4996995" y="28890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2"/>
            <p:cNvSpPr/>
            <p:nvPr/>
          </p:nvSpPr>
          <p:spPr>
            <a:xfrm>
              <a:off x="5519005" y="21635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3"/>
            <p:cNvSpPr/>
            <p:nvPr/>
          </p:nvSpPr>
          <p:spPr>
            <a:xfrm>
              <a:off x="4964647" y="20327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4"/>
            <p:cNvSpPr/>
            <p:nvPr/>
          </p:nvSpPr>
          <p:spPr>
            <a:xfrm>
              <a:off x="5308694" y="19582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5"/>
            <p:cNvSpPr/>
            <p:nvPr/>
          </p:nvSpPr>
          <p:spPr>
            <a:xfrm>
              <a:off x="4916537" y="2695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6"/>
            <p:cNvSpPr/>
            <p:nvPr/>
          </p:nvSpPr>
          <p:spPr>
            <a:xfrm>
              <a:off x="5205844" y="21712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7"/>
            <p:cNvSpPr/>
            <p:nvPr/>
          </p:nvSpPr>
          <p:spPr>
            <a:xfrm>
              <a:off x="5379795" y="22884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8"/>
            <p:cNvSpPr/>
            <p:nvPr/>
          </p:nvSpPr>
          <p:spPr>
            <a:xfrm>
              <a:off x="5485446" y="2122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9"/>
            <p:cNvSpPr/>
            <p:nvPr/>
          </p:nvSpPr>
          <p:spPr>
            <a:xfrm>
              <a:off x="5342615" y="21655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80"/>
            <p:cNvSpPr/>
            <p:nvPr/>
          </p:nvSpPr>
          <p:spPr>
            <a:xfrm>
              <a:off x="5170303" y="2623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1"/>
            <p:cNvSpPr/>
            <p:nvPr/>
          </p:nvSpPr>
          <p:spPr>
            <a:xfrm>
              <a:off x="5508853" y="21716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2"/>
            <p:cNvSpPr/>
            <p:nvPr/>
          </p:nvSpPr>
          <p:spPr>
            <a:xfrm>
              <a:off x="5407437" y="21939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3"/>
            <p:cNvSpPr/>
            <p:nvPr/>
          </p:nvSpPr>
          <p:spPr>
            <a:xfrm>
              <a:off x="5764872" y="18478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4"/>
            <p:cNvSpPr/>
            <p:nvPr/>
          </p:nvSpPr>
          <p:spPr>
            <a:xfrm>
              <a:off x="5941688" y="1645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5"/>
            <p:cNvSpPr/>
            <p:nvPr/>
          </p:nvSpPr>
          <p:spPr>
            <a:xfrm>
              <a:off x="5398516" y="21908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6"/>
            <p:cNvSpPr/>
            <p:nvPr/>
          </p:nvSpPr>
          <p:spPr>
            <a:xfrm>
              <a:off x="5685474" y="18669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7"/>
            <p:cNvSpPr/>
            <p:nvPr/>
          </p:nvSpPr>
          <p:spPr>
            <a:xfrm>
              <a:off x="5727865" y="17629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8"/>
            <p:cNvSpPr/>
            <p:nvPr/>
          </p:nvSpPr>
          <p:spPr>
            <a:xfrm>
              <a:off x="5202829" y="20832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9"/>
            <p:cNvSpPr/>
            <p:nvPr/>
          </p:nvSpPr>
          <p:spPr>
            <a:xfrm>
              <a:off x="5465261" y="19231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90"/>
            <p:cNvSpPr/>
            <p:nvPr/>
          </p:nvSpPr>
          <p:spPr>
            <a:xfrm>
              <a:off x="5326161" y="21370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1"/>
            <p:cNvSpPr/>
            <p:nvPr/>
          </p:nvSpPr>
          <p:spPr>
            <a:xfrm>
              <a:off x="5072725" y="24298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2"/>
            <p:cNvSpPr/>
            <p:nvPr/>
          </p:nvSpPr>
          <p:spPr>
            <a:xfrm>
              <a:off x="5806212" y="19548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3"/>
            <p:cNvSpPr/>
            <p:nvPr/>
          </p:nvSpPr>
          <p:spPr>
            <a:xfrm>
              <a:off x="5223603" y="20192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4"/>
            <p:cNvSpPr/>
            <p:nvPr/>
          </p:nvSpPr>
          <p:spPr>
            <a:xfrm>
              <a:off x="5665290" y="19978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5"/>
            <p:cNvSpPr/>
            <p:nvPr/>
          </p:nvSpPr>
          <p:spPr>
            <a:xfrm>
              <a:off x="5388011" y="21491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6"/>
            <p:cNvSpPr/>
            <p:nvPr/>
          </p:nvSpPr>
          <p:spPr>
            <a:xfrm>
              <a:off x="6034097" y="21218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7"/>
            <p:cNvSpPr/>
            <p:nvPr/>
          </p:nvSpPr>
          <p:spPr>
            <a:xfrm>
              <a:off x="5416094" y="2241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8"/>
            <p:cNvSpPr/>
            <p:nvPr/>
          </p:nvSpPr>
          <p:spPr>
            <a:xfrm>
              <a:off x="4995858" y="25098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9"/>
            <p:cNvSpPr/>
            <p:nvPr/>
          </p:nvSpPr>
          <p:spPr>
            <a:xfrm>
              <a:off x="5430256" y="22707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900"/>
            <p:cNvSpPr/>
            <p:nvPr/>
          </p:nvSpPr>
          <p:spPr>
            <a:xfrm>
              <a:off x="5301915" y="22157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1"/>
            <p:cNvSpPr/>
            <p:nvPr/>
          </p:nvSpPr>
          <p:spPr>
            <a:xfrm>
              <a:off x="5741054" y="18657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2"/>
            <p:cNvSpPr/>
            <p:nvPr/>
          </p:nvSpPr>
          <p:spPr>
            <a:xfrm>
              <a:off x="5282605" y="2236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3"/>
            <p:cNvSpPr/>
            <p:nvPr/>
          </p:nvSpPr>
          <p:spPr>
            <a:xfrm>
              <a:off x="5441523" y="22631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4"/>
            <p:cNvSpPr/>
            <p:nvPr/>
          </p:nvSpPr>
          <p:spPr>
            <a:xfrm>
              <a:off x="5497080" y="21788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5"/>
            <p:cNvSpPr/>
            <p:nvPr/>
          </p:nvSpPr>
          <p:spPr>
            <a:xfrm>
              <a:off x="5159397" y="26818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6"/>
            <p:cNvSpPr/>
            <p:nvPr/>
          </p:nvSpPr>
          <p:spPr>
            <a:xfrm>
              <a:off x="5220213" y="20444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7"/>
            <p:cNvSpPr/>
            <p:nvPr/>
          </p:nvSpPr>
          <p:spPr>
            <a:xfrm>
              <a:off x="5649927" y="21190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8"/>
            <p:cNvSpPr/>
            <p:nvPr/>
          </p:nvSpPr>
          <p:spPr>
            <a:xfrm>
              <a:off x="5545043" y="19987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9"/>
            <p:cNvSpPr/>
            <p:nvPr/>
          </p:nvSpPr>
          <p:spPr>
            <a:xfrm>
              <a:off x="5721595" y="18770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10"/>
            <p:cNvSpPr/>
            <p:nvPr/>
          </p:nvSpPr>
          <p:spPr>
            <a:xfrm>
              <a:off x="5430924" y="21785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1"/>
            <p:cNvSpPr/>
            <p:nvPr/>
          </p:nvSpPr>
          <p:spPr>
            <a:xfrm>
              <a:off x="5426637" y="23044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2"/>
            <p:cNvSpPr/>
            <p:nvPr/>
          </p:nvSpPr>
          <p:spPr>
            <a:xfrm>
              <a:off x="5713775" y="20073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3"/>
            <p:cNvSpPr/>
            <p:nvPr/>
          </p:nvSpPr>
          <p:spPr>
            <a:xfrm>
              <a:off x="5677791" y="17288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4"/>
            <p:cNvSpPr/>
            <p:nvPr/>
          </p:nvSpPr>
          <p:spPr>
            <a:xfrm>
              <a:off x="5784558" y="20307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5"/>
            <p:cNvSpPr/>
            <p:nvPr/>
          </p:nvSpPr>
          <p:spPr>
            <a:xfrm>
              <a:off x="5565596" y="22110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6"/>
            <p:cNvSpPr/>
            <p:nvPr/>
          </p:nvSpPr>
          <p:spPr>
            <a:xfrm>
              <a:off x="5516604" y="22749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7"/>
            <p:cNvSpPr/>
            <p:nvPr/>
          </p:nvSpPr>
          <p:spPr>
            <a:xfrm>
              <a:off x="5604819" y="2003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8"/>
            <p:cNvSpPr/>
            <p:nvPr/>
          </p:nvSpPr>
          <p:spPr>
            <a:xfrm>
              <a:off x="5765121" y="19141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9"/>
            <p:cNvSpPr/>
            <p:nvPr/>
          </p:nvSpPr>
          <p:spPr>
            <a:xfrm>
              <a:off x="5917706" y="1628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20"/>
            <p:cNvSpPr/>
            <p:nvPr/>
          </p:nvSpPr>
          <p:spPr>
            <a:xfrm>
              <a:off x="5424396" y="21257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1"/>
            <p:cNvSpPr/>
            <p:nvPr/>
          </p:nvSpPr>
          <p:spPr>
            <a:xfrm>
              <a:off x="5586713" y="22430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2"/>
            <p:cNvSpPr/>
            <p:nvPr/>
          </p:nvSpPr>
          <p:spPr>
            <a:xfrm>
              <a:off x="5772052" y="19283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3"/>
            <p:cNvSpPr/>
            <p:nvPr/>
          </p:nvSpPr>
          <p:spPr>
            <a:xfrm>
              <a:off x="5384829" y="21553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4"/>
            <p:cNvSpPr/>
            <p:nvPr/>
          </p:nvSpPr>
          <p:spPr>
            <a:xfrm>
              <a:off x="5219085" y="21209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5"/>
            <p:cNvSpPr/>
            <p:nvPr/>
          </p:nvSpPr>
          <p:spPr>
            <a:xfrm>
              <a:off x="5797578" y="19542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6"/>
            <p:cNvSpPr/>
            <p:nvPr/>
          </p:nvSpPr>
          <p:spPr>
            <a:xfrm>
              <a:off x="5425226" y="22032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7"/>
            <p:cNvSpPr/>
            <p:nvPr/>
          </p:nvSpPr>
          <p:spPr>
            <a:xfrm>
              <a:off x="5682788" y="16497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8"/>
            <p:cNvSpPr/>
            <p:nvPr/>
          </p:nvSpPr>
          <p:spPr>
            <a:xfrm>
              <a:off x="5407466" y="22757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9"/>
            <p:cNvSpPr/>
            <p:nvPr/>
          </p:nvSpPr>
          <p:spPr>
            <a:xfrm>
              <a:off x="5737338" y="1952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30"/>
            <p:cNvSpPr/>
            <p:nvPr/>
          </p:nvSpPr>
          <p:spPr>
            <a:xfrm>
              <a:off x="5393454" y="21635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1"/>
            <p:cNvSpPr/>
            <p:nvPr/>
          </p:nvSpPr>
          <p:spPr>
            <a:xfrm>
              <a:off x="5540707" y="21447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2"/>
            <p:cNvSpPr/>
            <p:nvPr/>
          </p:nvSpPr>
          <p:spPr>
            <a:xfrm>
              <a:off x="5736558" y="19397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3"/>
            <p:cNvSpPr/>
            <p:nvPr/>
          </p:nvSpPr>
          <p:spPr>
            <a:xfrm>
              <a:off x="5765163" y="19972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4"/>
            <p:cNvSpPr/>
            <p:nvPr/>
          </p:nvSpPr>
          <p:spPr>
            <a:xfrm>
              <a:off x="5415064" y="22046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5"/>
            <p:cNvSpPr/>
            <p:nvPr/>
          </p:nvSpPr>
          <p:spPr>
            <a:xfrm>
              <a:off x="5339852" y="21207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6"/>
            <p:cNvSpPr/>
            <p:nvPr/>
          </p:nvSpPr>
          <p:spPr>
            <a:xfrm>
              <a:off x="5595206" y="20130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7"/>
            <p:cNvSpPr/>
            <p:nvPr/>
          </p:nvSpPr>
          <p:spPr>
            <a:xfrm>
              <a:off x="5336292" y="20468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8"/>
            <p:cNvSpPr/>
            <p:nvPr/>
          </p:nvSpPr>
          <p:spPr>
            <a:xfrm>
              <a:off x="5608645" y="2019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9"/>
            <p:cNvSpPr/>
            <p:nvPr/>
          </p:nvSpPr>
          <p:spPr>
            <a:xfrm>
              <a:off x="5150696" y="26259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40"/>
            <p:cNvSpPr/>
            <p:nvPr/>
          </p:nvSpPr>
          <p:spPr>
            <a:xfrm>
              <a:off x="5631591" y="21494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1"/>
            <p:cNvSpPr/>
            <p:nvPr/>
          </p:nvSpPr>
          <p:spPr>
            <a:xfrm>
              <a:off x="5483607" y="19807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2"/>
            <p:cNvSpPr/>
            <p:nvPr/>
          </p:nvSpPr>
          <p:spPr>
            <a:xfrm>
              <a:off x="5615168" y="20291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3"/>
            <p:cNvSpPr/>
            <p:nvPr/>
          </p:nvSpPr>
          <p:spPr>
            <a:xfrm>
              <a:off x="5109615" y="17860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4"/>
            <p:cNvSpPr/>
            <p:nvPr/>
          </p:nvSpPr>
          <p:spPr>
            <a:xfrm>
              <a:off x="5545204" y="21341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5"/>
            <p:cNvSpPr/>
            <p:nvPr/>
          </p:nvSpPr>
          <p:spPr>
            <a:xfrm>
              <a:off x="5358210" y="21628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6"/>
            <p:cNvSpPr/>
            <p:nvPr/>
          </p:nvSpPr>
          <p:spPr>
            <a:xfrm>
              <a:off x="5394987" y="21522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7"/>
            <p:cNvSpPr/>
            <p:nvPr/>
          </p:nvSpPr>
          <p:spPr>
            <a:xfrm>
              <a:off x="5343739" y="21647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8"/>
            <p:cNvSpPr/>
            <p:nvPr/>
          </p:nvSpPr>
          <p:spPr>
            <a:xfrm>
              <a:off x="5365019" y="22395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9"/>
            <p:cNvSpPr/>
            <p:nvPr/>
          </p:nvSpPr>
          <p:spPr>
            <a:xfrm>
              <a:off x="5516161" y="21394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50"/>
            <p:cNvSpPr/>
            <p:nvPr/>
          </p:nvSpPr>
          <p:spPr>
            <a:xfrm>
              <a:off x="5557433" y="22009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1"/>
            <p:cNvSpPr/>
            <p:nvPr/>
          </p:nvSpPr>
          <p:spPr>
            <a:xfrm>
              <a:off x="5523957" y="22167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2"/>
            <p:cNvSpPr/>
            <p:nvPr/>
          </p:nvSpPr>
          <p:spPr>
            <a:xfrm>
              <a:off x="5652146" y="19478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3"/>
            <p:cNvSpPr/>
            <p:nvPr/>
          </p:nvSpPr>
          <p:spPr>
            <a:xfrm>
              <a:off x="5404286" y="22796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4"/>
            <p:cNvSpPr/>
            <p:nvPr/>
          </p:nvSpPr>
          <p:spPr>
            <a:xfrm>
              <a:off x="5543926" y="21122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5"/>
            <p:cNvSpPr/>
            <p:nvPr/>
          </p:nvSpPr>
          <p:spPr>
            <a:xfrm>
              <a:off x="5584934" y="22226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6"/>
            <p:cNvSpPr/>
            <p:nvPr/>
          </p:nvSpPr>
          <p:spPr>
            <a:xfrm>
              <a:off x="5396785" y="21452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7"/>
            <p:cNvSpPr/>
            <p:nvPr/>
          </p:nvSpPr>
          <p:spPr>
            <a:xfrm>
              <a:off x="5209148" y="21543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8"/>
            <p:cNvSpPr/>
            <p:nvPr/>
          </p:nvSpPr>
          <p:spPr>
            <a:xfrm>
              <a:off x="5543458" y="20004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9"/>
            <p:cNvSpPr/>
            <p:nvPr/>
          </p:nvSpPr>
          <p:spPr>
            <a:xfrm>
              <a:off x="5542553" y="21271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60"/>
            <p:cNvSpPr/>
            <p:nvPr/>
          </p:nvSpPr>
          <p:spPr>
            <a:xfrm>
              <a:off x="5615571" y="20592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1"/>
            <p:cNvSpPr/>
            <p:nvPr/>
          </p:nvSpPr>
          <p:spPr>
            <a:xfrm>
              <a:off x="5484221" y="20033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2"/>
            <p:cNvSpPr/>
            <p:nvPr/>
          </p:nvSpPr>
          <p:spPr>
            <a:xfrm>
              <a:off x="5075213" y="24947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3"/>
            <p:cNvSpPr/>
            <p:nvPr/>
          </p:nvSpPr>
          <p:spPr>
            <a:xfrm>
              <a:off x="5428292" y="22695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4"/>
            <p:cNvSpPr/>
            <p:nvPr/>
          </p:nvSpPr>
          <p:spPr>
            <a:xfrm>
              <a:off x="5667933" y="17891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5"/>
            <p:cNvSpPr/>
            <p:nvPr/>
          </p:nvSpPr>
          <p:spPr>
            <a:xfrm>
              <a:off x="5369462" y="23634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6"/>
            <p:cNvSpPr/>
            <p:nvPr/>
          </p:nvSpPr>
          <p:spPr>
            <a:xfrm>
              <a:off x="5650530" y="21007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7"/>
            <p:cNvSpPr/>
            <p:nvPr/>
          </p:nvSpPr>
          <p:spPr>
            <a:xfrm>
              <a:off x="5633077" y="21240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8"/>
            <p:cNvSpPr/>
            <p:nvPr/>
          </p:nvSpPr>
          <p:spPr>
            <a:xfrm>
              <a:off x="5224560" y="21678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9"/>
            <p:cNvSpPr/>
            <p:nvPr/>
          </p:nvSpPr>
          <p:spPr>
            <a:xfrm>
              <a:off x="5455627" y="21935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70"/>
            <p:cNvSpPr/>
            <p:nvPr/>
          </p:nvSpPr>
          <p:spPr>
            <a:xfrm>
              <a:off x="5651935" y="20231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1"/>
            <p:cNvSpPr/>
            <p:nvPr/>
          </p:nvSpPr>
          <p:spPr>
            <a:xfrm>
              <a:off x="4974637" y="26544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2"/>
            <p:cNvSpPr/>
            <p:nvPr/>
          </p:nvSpPr>
          <p:spPr>
            <a:xfrm>
              <a:off x="5677609" y="15744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3"/>
            <p:cNvSpPr/>
            <p:nvPr/>
          </p:nvSpPr>
          <p:spPr>
            <a:xfrm>
              <a:off x="5460813" y="21272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4"/>
            <p:cNvSpPr/>
            <p:nvPr/>
          </p:nvSpPr>
          <p:spPr>
            <a:xfrm>
              <a:off x="5483949" y="20601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5"/>
            <p:cNvSpPr/>
            <p:nvPr/>
          </p:nvSpPr>
          <p:spPr>
            <a:xfrm>
              <a:off x="5742453" y="19613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6"/>
            <p:cNvSpPr/>
            <p:nvPr/>
          </p:nvSpPr>
          <p:spPr>
            <a:xfrm>
              <a:off x="5540916" y="19771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7"/>
            <p:cNvSpPr/>
            <p:nvPr/>
          </p:nvSpPr>
          <p:spPr>
            <a:xfrm>
              <a:off x="5174487" y="24343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8"/>
            <p:cNvSpPr/>
            <p:nvPr/>
          </p:nvSpPr>
          <p:spPr>
            <a:xfrm>
              <a:off x="5188118" y="22682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9"/>
            <p:cNvSpPr/>
            <p:nvPr/>
          </p:nvSpPr>
          <p:spPr>
            <a:xfrm>
              <a:off x="5410269" y="21699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80"/>
            <p:cNvSpPr/>
            <p:nvPr/>
          </p:nvSpPr>
          <p:spPr>
            <a:xfrm>
              <a:off x="5384031" y="22926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1"/>
            <p:cNvSpPr/>
            <p:nvPr/>
          </p:nvSpPr>
          <p:spPr>
            <a:xfrm>
              <a:off x="5227743" y="23286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2"/>
            <p:cNvSpPr/>
            <p:nvPr/>
          </p:nvSpPr>
          <p:spPr>
            <a:xfrm>
              <a:off x="5397824" y="21342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3"/>
            <p:cNvSpPr/>
            <p:nvPr/>
          </p:nvSpPr>
          <p:spPr>
            <a:xfrm>
              <a:off x="5456198" y="21704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4"/>
            <p:cNvSpPr/>
            <p:nvPr/>
          </p:nvSpPr>
          <p:spPr>
            <a:xfrm>
              <a:off x="5941981" y="17620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5"/>
            <p:cNvSpPr/>
            <p:nvPr/>
          </p:nvSpPr>
          <p:spPr>
            <a:xfrm>
              <a:off x="5170640" y="26411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6"/>
            <p:cNvSpPr/>
            <p:nvPr/>
          </p:nvSpPr>
          <p:spPr>
            <a:xfrm>
              <a:off x="5308430" y="20436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7"/>
            <p:cNvSpPr/>
            <p:nvPr/>
          </p:nvSpPr>
          <p:spPr>
            <a:xfrm>
              <a:off x="5497928" y="21044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8"/>
            <p:cNvSpPr/>
            <p:nvPr/>
          </p:nvSpPr>
          <p:spPr>
            <a:xfrm>
              <a:off x="5491830" y="19190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9"/>
            <p:cNvSpPr/>
            <p:nvPr/>
          </p:nvSpPr>
          <p:spPr>
            <a:xfrm>
              <a:off x="5415191" y="21552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90"/>
            <p:cNvSpPr/>
            <p:nvPr/>
          </p:nvSpPr>
          <p:spPr>
            <a:xfrm>
              <a:off x="5330220" y="21467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1"/>
            <p:cNvSpPr/>
            <p:nvPr/>
          </p:nvSpPr>
          <p:spPr>
            <a:xfrm>
              <a:off x="5735364" y="1848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2"/>
            <p:cNvSpPr/>
            <p:nvPr/>
          </p:nvSpPr>
          <p:spPr>
            <a:xfrm>
              <a:off x="5471136" y="20545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3"/>
            <p:cNvSpPr/>
            <p:nvPr/>
          </p:nvSpPr>
          <p:spPr>
            <a:xfrm>
              <a:off x="5496327" y="21966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4"/>
            <p:cNvSpPr/>
            <p:nvPr/>
          </p:nvSpPr>
          <p:spPr>
            <a:xfrm>
              <a:off x="5334615" y="22081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5"/>
            <p:cNvSpPr/>
            <p:nvPr/>
          </p:nvSpPr>
          <p:spPr>
            <a:xfrm>
              <a:off x="5473217" y="19651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6"/>
            <p:cNvSpPr/>
            <p:nvPr/>
          </p:nvSpPr>
          <p:spPr>
            <a:xfrm>
              <a:off x="5031915" y="2258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7"/>
            <p:cNvSpPr/>
            <p:nvPr/>
          </p:nvSpPr>
          <p:spPr>
            <a:xfrm>
              <a:off x="5477559" y="2042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8"/>
            <p:cNvSpPr/>
            <p:nvPr/>
          </p:nvSpPr>
          <p:spPr>
            <a:xfrm>
              <a:off x="5225299" y="21045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9"/>
            <p:cNvSpPr/>
            <p:nvPr/>
          </p:nvSpPr>
          <p:spPr>
            <a:xfrm>
              <a:off x="5252007" y="20710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2000"/>
            <p:cNvSpPr/>
            <p:nvPr/>
          </p:nvSpPr>
          <p:spPr>
            <a:xfrm>
              <a:off x="5441661" y="22897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1"/>
            <p:cNvSpPr/>
            <p:nvPr/>
          </p:nvSpPr>
          <p:spPr>
            <a:xfrm>
              <a:off x="5213509" y="22018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2"/>
            <p:cNvSpPr/>
            <p:nvPr/>
          </p:nvSpPr>
          <p:spPr>
            <a:xfrm>
              <a:off x="5585884" y="22520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3"/>
            <p:cNvSpPr/>
            <p:nvPr/>
          </p:nvSpPr>
          <p:spPr>
            <a:xfrm>
              <a:off x="5378372" y="22738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4"/>
            <p:cNvSpPr/>
            <p:nvPr/>
          </p:nvSpPr>
          <p:spPr>
            <a:xfrm>
              <a:off x="5455479" y="20000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5"/>
            <p:cNvSpPr/>
            <p:nvPr/>
          </p:nvSpPr>
          <p:spPr>
            <a:xfrm>
              <a:off x="5249839" y="18077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6"/>
            <p:cNvSpPr/>
            <p:nvPr/>
          </p:nvSpPr>
          <p:spPr>
            <a:xfrm>
              <a:off x="5401169" y="21779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7"/>
            <p:cNvSpPr/>
            <p:nvPr/>
          </p:nvSpPr>
          <p:spPr>
            <a:xfrm>
              <a:off x="5396630" y="21418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8"/>
            <p:cNvSpPr/>
            <p:nvPr/>
          </p:nvSpPr>
          <p:spPr>
            <a:xfrm>
              <a:off x="5436223" y="22378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9"/>
            <p:cNvSpPr/>
            <p:nvPr/>
          </p:nvSpPr>
          <p:spPr>
            <a:xfrm>
              <a:off x="5663564" y="20729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10"/>
            <p:cNvSpPr/>
            <p:nvPr/>
          </p:nvSpPr>
          <p:spPr>
            <a:xfrm>
              <a:off x="5445935" y="22464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1"/>
            <p:cNvSpPr/>
            <p:nvPr/>
          </p:nvSpPr>
          <p:spPr>
            <a:xfrm>
              <a:off x="5022526" y="25841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2"/>
            <p:cNvSpPr/>
            <p:nvPr/>
          </p:nvSpPr>
          <p:spPr>
            <a:xfrm>
              <a:off x="5716080" y="19747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3"/>
            <p:cNvSpPr/>
            <p:nvPr/>
          </p:nvSpPr>
          <p:spPr>
            <a:xfrm>
              <a:off x="5611839" y="20324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4"/>
            <p:cNvSpPr/>
            <p:nvPr/>
          </p:nvSpPr>
          <p:spPr>
            <a:xfrm>
              <a:off x="5866753" y="17244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5"/>
            <p:cNvSpPr/>
            <p:nvPr/>
          </p:nvSpPr>
          <p:spPr>
            <a:xfrm>
              <a:off x="5677971" y="18252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6"/>
            <p:cNvSpPr/>
            <p:nvPr/>
          </p:nvSpPr>
          <p:spPr>
            <a:xfrm>
              <a:off x="5475035" y="1932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7"/>
            <p:cNvSpPr/>
            <p:nvPr/>
          </p:nvSpPr>
          <p:spPr>
            <a:xfrm>
              <a:off x="5266962" y="20946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8"/>
            <p:cNvSpPr/>
            <p:nvPr/>
          </p:nvSpPr>
          <p:spPr>
            <a:xfrm>
              <a:off x="5117937" y="23620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9"/>
            <p:cNvSpPr/>
            <p:nvPr/>
          </p:nvSpPr>
          <p:spPr>
            <a:xfrm>
              <a:off x="5492027" y="20751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20"/>
            <p:cNvSpPr/>
            <p:nvPr/>
          </p:nvSpPr>
          <p:spPr>
            <a:xfrm>
              <a:off x="5762995" y="18940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1"/>
            <p:cNvSpPr/>
            <p:nvPr/>
          </p:nvSpPr>
          <p:spPr>
            <a:xfrm>
              <a:off x="5770268" y="18856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2"/>
            <p:cNvSpPr/>
            <p:nvPr/>
          </p:nvSpPr>
          <p:spPr>
            <a:xfrm>
              <a:off x="5417195" y="2094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3"/>
            <p:cNvSpPr/>
            <p:nvPr/>
          </p:nvSpPr>
          <p:spPr>
            <a:xfrm>
              <a:off x="5455712" y="20965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4"/>
            <p:cNvSpPr/>
            <p:nvPr/>
          </p:nvSpPr>
          <p:spPr>
            <a:xfrm>
              <a:off x="5693598" y="19822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5"/>
            <p:cNvSpPr/>
            <p:nvPr/>
          </p:nvSpPr>
          <p:spPr>
            <a:xfrm>
              <a:off x="5296007" y="22382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6"/>
            <p:cNvSpPr/>
            <p:nvPr/>
          </p:nvSpPr>
          <p:spPr>
            <a:xfrm>
              <a:off x="5372264" y="22429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7"/>
            <p:cNvSpPr/>
            <p:nvPr/>
          </p:nvSpPr>
          <p:spPr>
            <a:xfrm>
              <a:off x="5335564" y="21435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8"/>
            <p:cNvSpPr/>
            <p:nvPr/>
          </p:nvSpPr>
          <p:spPr>
            <a:xfrm>
              <a:off x="5434928" y="2211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9"/>
            <p:cNvSpPr/>
            <p:nvPr/>
          </p:nvSpPr>
          <p:spPr>
            <a:xfrm>
              <a:off x="5269361" y="21268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30"/>
            <p:cNvSpPr/>
            <p:nvPr/>
          </p:nvSpPr>
          <p:spPr>
            <a:xfrm>
              <a:off x="5055819" y="2193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1"/>
            <p:cNvSpPr/>
            <p:nvPr/>
          </p:nvSpPr>
          <p:spPr>
            <a:xfrm>
              <a:off x="5576456" y="22447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2"/>
            <p:cNvSpPr/>
            <p:nvPr/>
          </p:nvSpPr>
          <p:spPr>
            <a:xfrm>
              <a:off x="5312600" y="22072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3"/>
            <p:cNvSpPr/>
            <p:nvPr/>
          </p:nvSpPr>
          <p:spPr>
            <a:xfrm>
              <a:off x="5284417" y="22475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4"/>
            <p:cNvSpPr/>
            <p:nvPr/>
          </p:nvSpPr>
          <p:spPr>
            <a:xfrm>
              <a:off x="5238195" y="19947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5"/>
            <p:cNvSpPr/>
            <p:nvPr/>
          </p:nvSpPr>
          <p:spPr>
            <a:xfrm>
              <a:off x="5588410" y="22393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6"/>
            <p:cNvSpPr/>
            <p:nvPr/>
          </p:nvSpPr>
          <p:spPr>
            <a:xfrm>
              <a:off x="5167284" y="27561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7"/>
            <p:cNvSpPr/>
            <p:nvPr/>
          </p:nvSpPr>
          <p:spPr>
            <a:xfrm>
              <a:off x="5331752" y="22187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8"/>
            <p:cNvSpPr/>
            <p:nvPr/>
          </p:nvSpPr>
          <p:spPr>
            <a:xfrm>
              <a:off x="5499987" y="21394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9"/>
            <p:cNvSpPr/>
            <p:nvPr/>
          </p:nvSpPr>
          <p:spPr>
            <a:xfrm>
              <a:off x="5549598" y="21814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40"/>
            <p:cNvSpPr/>
            <p:nvPr/>
          </p:nvSpPr>
          <p:spPr>
            <a:xfrm>
              <a:off x="5115065" y="21442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1"/>
            <p:cNvSpPr/>
            <p:nvPr/>
          </p:nvSpPr>
          <p:spPr>
            <a:xfrm>
              <a:off x="5794086" y="18472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2"/>
            <p:cNvSpPr/>
            <p:nvPr/>
          </p:nvSpPr>
          <p:spPr>
            <a:xfrm>
              <a:off x="5447852" y="21461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3"/>
            <p:cNvSpPr/>
            <p:nvPr/>
          </p:nvSpPr>
          <p:spPr>
            <a:xfrm>
              <a:off x="5571675" y="21942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4"/>
            <p:cNvSpPr/>
            <p:nvPr/>
          </p:nvSpPr>
          <p:spPr>
            <a:xfrm>
              <a:off x="5896369" y="15972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5"/>
            <p:cNvSpPr/>
            <p:nvPr/>
          </p:nvSpPr>
          <p:spPr>
            <a:xfrm>
              <a:off x="4989186" y="27713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6"/>
            <p:cNvSpPr/>
            <p:nvPr/>
          </p:nvSpPr>
          <p:spPr>
            <a:xfrm>
              <a:off x="5372297" y="22261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7"/>
            <p:cNvSpPr/>
            <p:nvPr/>
          </p:nvSpPr>
          <p:spPr>
            <a:xfrm>
              <a:off x="5358014" y="22581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8"/>
            <p:cNvSpPr/>
            <p:nvPr/>
          </p:nvSpPr>
          <p:spPr>
            <a:xfrm>
              <a:off x="5997956" y="20683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9"/>
            <p:cNvSpPr/>
            <p:nvPr/>
          </p:nvSpPr>
          <p:spPr>
            <a:xfrm>
              <a:off x="5587277" y="22886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50"/>
            <p:cNvSpPr/>
            <p:nvPr/>
          </p:nvSpPr>
          <p:spPr>
            <a:xfrm>
              <a:off x="5398652" y="21974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1"/>
            <p:cNvSpPr/>
            <p:nvPr/>
          </p:nvSpPr>
          <p:spPr>
            <a:xfrm>
              <a:off x="4992554" y="27078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2"/>
            <p:cNvSpPr/>
            <p:nvPr/>
          </p:nvSpPr>
          <p:spPr>
            <a:xfrm>
              <a:off x="5068270" y="25461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3"/>
            <p:cNvSpPr/>
            <p:nvPr/>
          </p:nvSpPr>
          <p:spPr>
            <a:xfrm>
              <a:off x="5053746" y="21853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4"/>
            <p:cNvSpPr/>
            <p:nvPr/>
          </p:nvSpPr>
          <p:spPr>
            <a:xfrm>
              <a:off x="5663023" y="21047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5"/>
            <p:cNvSpPr/>
            <p:nvPr/>
          </p:nvSpPr>
          <p:spPr>
            <a:xfrm>
              <a:off x="5713398" y="19786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6"/>
            <p:cNvSpPr/>
            <p:nvPr/>
          </p:nvSpPr>
          <p:spPr>
            <a:xfrm>
              <a:off x="5164074" y="25600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7"/>
            <p:cNvSpPr/>
            <p:nvPr/>
          </p:nvSpPr>
          <p:spPr>
            <a:xfrm>
              <a:off x="5598782" y="20866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8"/>
            <p:cNvSpPr/>
            <p:nvPr/>
          </p:nvSpPr>
          <p:spPr>
            <a:xfrm>
              <a:off x="5320771" y="2269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9"/>
            <p:cNvSpPr/>
            <p:nvPr/>
          </p:nvSpPr>
          <p:spPr>
            <a:xfrm>
              <a:off x="5305954" y="19799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60"/>
            <p:cNvSpPr/>
            <p:nvPr/>
          </p:nvSpPr>
          <p:spPr>
            <a:xfrm>
              <a:off x="5901181" y="15734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1"/>
            <p:cNvSpPr/>
            <p:nvPr/>
          </p:nvSpPr>
          <p:spPr>
            <a:xfrm>
              <a:off x="5274744" y="22820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2"/>
            <p:cNvSpPr/>
            <p:nvPr/>
          </p:nvSpPr>
          <p:spPr>
            <a:xfrm>
              <a:off x="5782326" y="19069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3"/>
            <p:cNvSpPr/>
            <p:nvPr/>
          </p:nvSpPr>
          <p:spPr>
            <a:xfrm>
              <a:off x="5874951" y="15811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4"/>
            <p:cNvSpPr/>
            <p:nvPr/>
          </p:nvSpPr>
          <p:spPr>
            <a:xfrm>
              <a:off x="5530932" y="23141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5"/>
            <p:cNvSpPr/>
            <p:nvPr/>
          </p:nvSpPr>
          <p:spPr>
            <a:xfrm>
              <a:off x="5148195" y="26301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6"/>
            <p:cNvSpPr/>
            <p:nvPr/>
          </p:nvSpPr>
          <p:spPr>
            <a:xfrm>
              <a:off x="5691167" y="18594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7"/>
            <p:cNvSpPr/>
            <p:nvPr/>
          </p:nvSpPr>
          <p:spPr>
            <a:xfrm>
              <a:off x="5738209" y="18735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8"/>
            <p:cNvSpPr/>
            <p:nvPr/>
          </p:nvSpPr>
          <p:spPr>
            <a:xfrm>
              <a:off x="5402456" y="22033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9"/>
            <p:cNvSpPr/>
            <p:nvPr/>
          </p:nvSpPr>
          <p:spPr>
            <a:xfrm>
              <a:off x="5610703" y="20626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70"/>
            <p:cNvSpPr/>
            <p:nvPr/>
          </p:nvSpPr>
          <p:spPr>
            <a:xfrm>
              <a:off x="5354571" y="21527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1"/>
            <p:cNvSpPr/>
            <p:nvPr/>
          </p:nvSpPr>
          <p:spPr>
            <a:xfrm>
              <a:off x="5499270" y="22291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2"/>
            <p:cNvSpPr/>
            <p:nvPr/>
          </p:nvSpPr>
          <p:spPr>
            <a:xfrm>
              <a:off x="5564000" y="21843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3"/>
            <p:cNvSpPr/>
            <p:nvPr/>
          </p:nvSpPr>
          <p:spPr>
            <a:xfrm>
              <a:off x="5719071" y="19142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4"/>
            <p:cNvSpPr/>
            <p:nvPr/>
          </p:nvSpPr>
          <p:spPr>
            <a:xfrm>
              <a:off x="5427606" y="23237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5"/>
            <p:cNvSpPr/>
            <p:nvPr/>
          </p:nvSpPr>
          <p:spPr>
            <a:xfrm>
              <a:off x="5469629" y="19423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6"/>
            <p:cNvSpPr/>
            <p:nvPr/>
          </p:nvSpPr>
          <p:spPr>
            <a:xfrm>
              <a:off x="5620004" y="19357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7"/>
            <p:cNvSpPr/>
            <p:nvPr/>
          </p:nvSpPr>
          <p:spPr>
            <a:xfrm>
              <a:off x="5210394" y="21867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8"/>
            <p:cNvSpPr/>
            <p:nvPr/>
          </p:nvSpPr>
          <p:spPr>
            <a:xfrm>
              <a:off x="5140903" y="27417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9"/>
            <p:cNvSpPr/>
            <p:nvPr/>
          </p:nvSpPr>
          <p:spPr>
            <a:xfrm>
              <a:off x="5159097" y="26195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80"/>
            <p:cNvSpPr/>
            <p:nvPr/>
          </p:nvSpPr>
          <p:spPr>
            <a:xfrm>
              <a:off x="5821159" y="19824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1"/>
            <p:cNvSpPr/>
            <p:nvPr/>
          </p:nvSpPr>
          <p:spPr>
            <a:xfrm>
              <a:off x="5282789" y="21669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2"/>
            <p:cNvSpPr/>
            <p:nvPr/>
          </p:nvSpPr>
          <p:spPr>
            <a:xfrm>
              <a:off x="5355286" y="20955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3"/>
            <p:cNvSpPr/>
            <p:nvPr/>
          </p:nvSpPr>
          <p:spPr>
            <a:xfrm>
              <a:off x="5142649" y="25983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4"/>
            <p:cNvSpPr/>
            <p:nvPr/>
          </p:nvSpPr>
          <p:spPr>
            <a:xfrm>
              <a:off x="5435881" y="21892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5"/>
            <p:cNvSpPr/>
            <p:nvPr/>
          </p:nvSpPr>
          <p:spPr>
            <a:xfrm>
              <a:off x="5899722" y="18780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6"/>
            <p:cNvSpPr/>
            <p:nvPr/>
          </p:nvSpPr>
          <p:spPr>
            <a:xfrm>
              <a:off x="5309934" y="20215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7"/>
            <p:cNvSpPr/>
            <p:nvPr/>
          </p:nvSpPr>
          <p:spPr>
            <a:xfrm>
              <a:off x="5221268" y="21591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8"/>
            <p:cNvSpPr/>
            <p:nvPr/>
          </p:nvSpPr>
          <p:spPr>
            <a:xfrm>
              <a:off x="5133961" y="24923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9"/>
            <p:cNvSpPr/>
            <p:nvPr/>
          </p:nvSpPr>
          <p:spPr>
            <a:xfrm>
              <a:off x="5490661" y="20462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90"/>
            <p:cNvSpPr/>
            <p:nvPr/>
          </p:nvSpPr>
          <p:spPr>
            <a:xfrm>
              <a:off x="5179733" y="25441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1"/>
            <p:cNvSpPr/>
            <p:nvPr/>
          </p:nvSpPr>
          <p:spPr>
            <a:xfrm>
              <a:off x="5487315" y="21437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2"/>
            <p:cNvSpPr/>
            <p:nvPr/>
          </p:nvSpPr>
          <p:spPr>
            <a:xfrm>
              <a:off x="5637504" y="20605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3"/>
            <p:cNvSpPr/>
            <p:nvPr/>
          </p:nvSpPr>
          <p:spPr>
            <a:xfrm>
              <a:off x="4988658" y="26330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4"/>
            <p:cNvSpPr/>
            <p:nvPr/>
          </p:nvSpPr>
          <p:spPr>
            <a:xfrm>
              <a:off x="5543646" y="21834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5"/>
            <p:cNvSpPr/>
            <p:nvPr/>
          </p:nvSpPr>
          <p:spPr>
            <a:xfrm>
              <a:off x="5574136" y="22592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6"/>
            <p:cNvSpPr/>
            <p:nvPr/>
          </p:nvSpPr>
          <p:spPr>
            <a:xfrm>
              <a:off x="5366190" y="22561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7"/>
            <p:cNvSpPr/>
            <p:nvPr/>
          </p:nvSpPr>
          <p:spPr>
            <a:xfrm>
              <a:off x="5237133" y="22246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8"/>
            <p:cNvSpPr/>
            <p:nvPr/>
          </p:nvSpPr>
          <p:spPr>
            <a:xfrm>
              <a:off x="5754399" y="17833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9"/>
            <p:cNvSpPr/>
            <p:nvPr/>
          </p:nvSpPr>
          <p:spPr>
            <a:xfrm>
              <a:off x="5297851" y="22174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100"/>
            <p:cNvSpPr/>
            <p:nvPr/>
          </p:nvSpPr>
          <p:spPr>
            <a:xfrm>
              <a:off x="5252768" y="20325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1"/>
            <p:cNvSpPr/>
            <p:nvPr/>
          </p:nvSpPr>
          <p:spPr>
            <a:xfrm>
              <a:off x="5133425" y="25099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2"/>
            <p:cNvSpPr/>
            <p:nvPr/>
          </p:nvSpPr>
          <p:spPr>
            <a:xfrm>
              <a:off x="5542681" y="22128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3"/>
            <p:cNvSpPr/>
            <p:nvPr/>
          </p:nvSpPr>
          <p:spPr>
            <a:xfrm>
              <a:off x="5369105" y="22772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4"/>
            <p:cNvSpPr/>
            <p:nvPr/>
          </p:nvSpPr>
          <p:spPr>
            <a:xfrm>
              <a:off x="5410674" y="22637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5"/>
            <p:cNvSpPr/>
            <p:nvPr/>
          </p:nvSpPr>
          <p:spPr>
            <a:xfrm>
              <a:off x="5236149" y="21706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6"/>
            <p:cNvSpPr/>
            <p:nvPr/>
          </p:nvSpPr>
          <p:spPr>
            <a:xfrm>
              <a:off x="5578326" y="22618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7"/>
            <p:cNvSpPr/>
            <p:nvPr/>
          </p:nvSpPr>
          <p:spPr>
            <a:xfrm>
              <a:off x="5071192" y="25478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8"/>
            <p:cNvSpPr/>
            <p:nvPr/>
          </p:nvSpPr>
          <p:spPr>
            <a:xfrm>
              <a:off x="5601811" y="22099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9"/>
            <p:cNvSpPr/>
            <p:nvPr/>
          </p:nvSpPr>
          <p:spPr>
            <a:xfrm>
              <a:off x="5372975" y="22010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10"/>
            <p:cNvSpPr/>
            <p:nvPr/>
          </p:nvSpPr>
          <p:spPr>
            <a:xfrm>
              <a:off x="5661812" y="21238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1"/>
            <p:cNvSpPr/>
            <p:nvPr/>
          </p:nvSpPr>
          <p:spPr>
            <a:xfrm>
              <a:off x="5488611" y="21621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2"/>
            <p:cNvSpPr/>
            <p:nvPr/>
          </p:nvSpPr>
          <p:spPr>
            <a:xfrm>
              <a:off x="5273194" y="20921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3"/>
            <p:cNvSpPr/>
            <p:nvPr/>
          </p:nvSpPr>
          <p:spPr>
            <a:xfrm>
              <a:off x="5220119" y="21072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4"/>
            <p:cNvSpPr/>
            <p:nvPr/>
          </p:nvSpPr>
          <p:spPr>
            <a:xfrm>
              <a:off x="5518329" y="21668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5"/>
            <p:cNvSpPr/>
            <p:nvPr/>
          </p:nvSpPr>
          <p:spPr>
            <a:xfrm>
              <a:off x="5548369" y="21617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6"/>
            <p:cNvSpPr/>
            <p:nvPr/>
          </p:nvSpPr>
          <p:spPr>
            <a:xfrm>
              <a:off x="5451644" y="22609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7"/>
            <p:cNvSpPr/>
            <p:nvPr/>
          </p:nvSpPr>
          <p:spPr>
            <a:xfrm>
              <a:off x="5245787" y="22602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8"/>
            <p:cNvSpPr/>
            <p:nvPr/>
          </p:nvSpPr>
          <p:spPr>
            <a:xfrm>
              <a:off x="5560937" y="21818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9"/>
            <p:cNvSpPr/>
            <p:nvPr/>
          </p:nvSpPr>
          <p:spPr>
            <a:xfrm>
              <a:off x="5295356" y="22540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20"/>
            <p:cNvSpPr/>
            <p:nvPr/>
          </p:nvSpPr>
          <p:spPr>
            <a:xfrm>
              <a:off x="5130067" y="25242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1"/>
            <p:cNvSpPr/>
            <p:nvPr/>
          </p:nvSpPr>
          <p:spPr>
            <a:xfrm>
              <a:off x="5471410" y="20362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2"/>
            <p:cNvSpPr/>
            <p:nvPr/>
          </p:nvSpPr>
          <p:spPr>
            <a:xfrm>
              <a:off x="5672936" y="1914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3"/>
            <p:cNvSpPr/>
            <p:nvPr/>
          </p:nvSpPr>
          <p:spPr>
            <a:xfrm>
              <a:off x="4978070" y="25039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4"/>
            <p:cNvSpPr/>
            <p:nvPr/>
          </p:nvSpPr>
          <p:spPr>
            <a:xfrm>
              <a:off x="5197538" y="21781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5"/>
            <p:cNvSpPr/>
            <p:nvPr/>
          </p:nvSpPr>
          <p:spPr>
            <a:xfrm>
              <a:off x="5521449" y="22323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6"/>
            <p:cNvSpPr/>
            <p:nvPr/>
          </p:nvSpPr>
          <p:spPr>
            <a:xfrm>
              <a:off x="5456080" y="22075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7"/>
            <p:cNvSpPr/>
            <p:nvPr/>
          </p:nvSpPr>
          <p:spPr>
            <a:xfrm>
              <a:off x="5165960" y="26031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8"/>
            <p:cNvSpPr/>
            <p:nvPr/>
          </p:nvSpPr>
          <p:spPr>
            <a:xfrm>
              <a:off x="5451177" y="22970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9"/>
            <p:cNvSpPr/>
            <p:nvPr/>
          </p:nvSpPr>
          <p:spPr>
            <a:xfrm>
              <a:off x="5330498" y="21842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30"/>
            <p:cNvSpPr/>
            <p:nvPr/>
          </p:nvSpPr>
          <p:spPr>
            <a:xfrm>
              <a:off x="5597661" y="19751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1"/>
            <p:cNvSpPr/>
            <p:nvPr/>
          </p:nvSpPr>
          <p:spPr>
            <a:xfrm>
              <a:off x="5489413" y="19908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2"/>
            <p:cNvSpPr/>
            <p:nvPr/>
          </p:nvSpPr>
          <p:spPr>
            <a:xfrm>
              <a:off x="5304309" y="21792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3"/>
            <p:cNvSpPr/>
            <p:nvPr/>
          </p:nvSpPr>
          <p:spPr>
            <a:xfrm>
              <a:off x="5329098" y="21269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4"/>
            <p:cNvSpPr/>
            <p:nvPr/>
          </p:nvSpPr>
          <p:spPr>
            <a:xfrm>
              <a:off x="5643083" y="19749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5"/>
            <p:cNvSpPr/>
            <p:nvPr/>
          </p:nvSpPr>
          <p:spPr>
            <a:xfrm>
              <a:off x="5293000" y="21569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6"/>
            <p:cNvSpPr/>
            <p:nvPr/>
          </p:nvSpPr>
          <p:spPr>
            <a:xfrm>
              <a:off x="5292798" y="21682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7"/>
            <p:cNvSpPr/>
            <p:nvPr/>
          </p:nvSpPr>
          <p:spPr>
            <a:xfrm>
              <a:off x="4956518" y="2256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8"/>
            <p:cNvSpPr/>
            <p:nvPr/>
          </p:nvSpPr>
          <p:spPr>
            <a:xfrm>
              <a:off x="5360019" y="23300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9"/>
            <p:cNvSpPr/>
            <p:nvPr/>
          </p:nvSpPr>
          <p:spPr>
            <a:xfrm>
              <a:off x="5336387" y="22519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40"/>
            <p:cNvSpPr/>
            <p:nvPr/>
          </p:nvSpPr>
          <p:spPr>
            <a:xfrm>
              <a:off x="5612202" y="21594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1"/>
            <p:cNvSpPr/>
            <p:nvPr/>
          </p:nvSpPr>
          <p:spPr>
            <a:xfrm>
              <a:off x="5508906" y="2319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2"/>
            <p:cNvSpPr/>
            <p:nvPr/>
          </p:nvSpPr>
          <p:spPr>
            <a:xfrm>
              <a:off x="5602215" y="21861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3"/>
            <p:cNvSpPr/>
            <p:nvPr/>
          </p:nvSpPr>
          <p:spPr>
            <a:xfrm>
              <a:off x="5251935" y="20961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4"/>
            <p:cNvSpPr/>
            <p:nvPr/>
          </p:nvSpPr>
          <p:spPr>
            <a:xfrm>
              <a:off x="5684739" y="17511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5"/>
            <p:cNvSpPr/>
            <p:nvPr/>
          </p:nvSpPr>
          <p:spPr>
            <a:xfrm>
              <a:off x="5163851" y="27161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6"/>
            <p:cNvSpPr/>
            <p:nvPr/>
          </p:nvSpPr>
          <p:spPr>
            <a:xfrm>
              <a:off x="5288205" y="21225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7"/>
            <p:cNvSpPr/>
            <p:nvPr/>
          </p:nvSpPr>
          <p:spPr>
            <a:xfrm>
              <a:off x="5786125" y="19884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8"/>
            <p:cNvSpPr/>
            <p:nvPr/>
          </p:nvSpPr>
          <p:spPr>
            <a:xfrm>
              <a:off x="5406452" y="22014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9"/>
            <p:cNvSpPr/>
            <p:nvPr/>
          </p:nvSpPr>
          <p:spPr>
            <a:xfrm>
              <a:off x="5457939" y="19944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50"/>
            <p:cNvSpPr/>
            <p:nvPr/>
          </p:nvSpPr>
          <p:spPr>
            <a:xfrm>
              <a:off x="4725525" y="2424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1"/>
            <p:cNvSpPr/>
            <p:nvPr/>
          </p:nvSpPr>
          <p:spPr>
            <a:xfrm>
              <a:off x="5590223" y="20620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2"/>
            <p:cNvSpPr/>
            <p:nvPr/>
          </p:nvSpPr>
          <p:spPr>
            <a:xfrm>
              <a:off x="5588618" y="2201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3"/>
            <p:cNvSpPr/>
            <p:nvPr/>
          </p:nvSpPr>
          <p:spPr>
            <a:xfrm>
              <a:off x="5395714" y="21935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4"/>
            <p:cNvSpPr/>
            <p:nvPr/>
          </p:nvSpPr>
          <p:spPr>
            <a:xfrm>
              <a:off x="5673255" y="17919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5"/>
            <p:cNvSpPr/>
            <p:nvPr/>
          </p:nvSpPr>
          <p:spPr>
            <a:xfrm>
              <a:off x="5019934" y="26440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6"/>
            <p:cNvSpPr/>
            <p:nvPr/>
          </p:nvSpPr>
          <p:spPr>
            <a:xfrm>
              <a:off x="5057094" y="24833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7"/>
            <p:cNvSpPr/>
            <p:nvPr/>
          </p:nvSpPr>
          <p:spPr>
            <a:xfrm>
              <a:off x="5277228" y="2231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8"/>
            <p:cNvSpPr/>
            <p:nvPr/>
          </p:nvSpPr>
          <p:spPr>
            <a:xfrm>
              <a:off x="5315757" y="21181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9"/>
            <p:cNvSpPr/>
            <p:nvPr/>
          </p:nvSpPr>
          <p:spPr>
            <a:xfrm>
              <a:off x="5351649" y="22224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60"/>
            <p:cNvSpPr/>
            <p:nvPr/>
          </p:nvSpPr>
          <p:spPr>
            <a:xfrm>
              <a:off x="5401556" y="21741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1"/>
            <p:cNvSpPr/>
            <p:nvPr/>
          </p:nvSpPr>
          <p:spPr>
            <a:xfrm>
              <a:off x="5485973" y="2031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2"/>
            <p:cNvSpPr/>
            <p:nvPr/>
          </p:nvSpPr>
          <p:spPr>
            <a:xfrm>
              <a:off x="5752587" y="19728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3"/>
            <p:cNvSpPr/>
            <p:nvPr/>
          </p:nvSpPr>
          <p:spPr>
            <a:xfrm>
              <a:off x="5224070" y="21044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4"/>
            <p:cNvSpPr/>
            <p:nvPr/>
          </p:nvSpPr>
          <p:spPr>
            <a:xfrm>
              <a:off x="5136851" y="27048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5"/>
            <p:cNvSpPr/>
            <p:nvPr/>
          </p:nvSpPr>
          <p:spPr>
            <a:xfrm>
              <a:off x="5473604" y="1960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6"/>
            <p:cNvSpPr/>
            <p:nvPr/>
          </p:nvSpPr>
          <p:spPr>
            <a:xfrm>
              <a:off x="5319219" y="21085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7"/>
            <p:cNvSpPr/>
            <p:nvPr/>
          </p:nvSpPr>
          <p:spPr>
            <a:xfrm>
              <a:off x="5382145" y="22210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8"/>
            <p:cNvSpPr/>
            <p:nvPr/>
          </p:nvSpPr>
          <p:spPr>
            <a:xfrm>
              <a:off x="5511834" y="21895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9"/>
            <p:cNvSpPr/>
            <p:nvPr/>
          </p:nvSpPr>
          <p:spPr>
            <a:xfrm>
              <a:off x="5520909" y="21740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70"/>
            <p:cNvSpPr/>
            <p:nvPr/>
          </p:nvSpPr>
          <p:spPr>
            <a:xfrm>
              <a:off x="5428864" y="22800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1"/>
            <p:cNvSpPr/>
            <p:nvPr/>
          </p:nvSpPr>
          <p:spPr>
            <a:xfrm>
              <a:off x="5787518" y="19588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2"/>
            <p:cNvSpPr/>
            <p:nvPr/>
          </p:nvSpPr>
          <p:spPr>
            <a:xfrm>
              <a:off x="5423741" y="21637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3"/>
            <p:cNvSpPr/>
            <p:nvPr/>
          </p:nvSpPr>
          <p:spPr>
            <a:xfrm>
              <a:off x="5525703" y="20622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4"/>
            <p:cNvSpPr/>
            <p:nvPr/>
          </p:nvSpPr>
          <p:spPr>
            <a:xfrm>
              <a:off x="5410292" y="22501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5"/>
            <p:cNvSpPr/>
            <p:nvPr/>
          </p:nvSpPr>
          <p:spPr>
            <a:xfrm>
              <a:off x="5684061" y="18026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6"/>
            <p:cNvSpPr/>
            <p:nvPr/>
          </p:nvSpPr>
          <p:spPr>
            <a:xfrm>
              <a:off x="5185870" y="23569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7"/>
            <p:cNvSpPr/>
            <p:nvPr/>
          </p:nvSpPr>
          <p:spPr>
            <a:xfrm>
              <a:off x="5511492" y="23378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8"/>
            <p:cNvSpPr/>
            <p:nvPr/>
          </p:nvSpPr>
          <p:spPr>
            <a:xfrm>
              <a:off x="5469611" y="20123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9"/>
            <p:cNvSpPr/>
            <p:nvPr/>
          </p:nvSpPr>
          <p:spPr>
            <a:xfrm>
              <a:off x="5031606" y="24422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80"/>
            <p:cNvSpPr/>
            <p:nvPr/>
          </p:nvSpPr>
          <p:spPr>
            <a:xfrm>
              <a:off x="5972095" y="19137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1"/>
            <p:cNvSpPr/>
            <p:nvPr/>
          </p:nvSpPr>
          <p:spPr>
            <a:xfrm>
              <a:off x="5471537" y="19841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2"/>
            <p:cNvSpPr/>
            <p:nvPr/>
          </p:nvSpPr>
          <p:spPr>
            <a:xfrm>
              <a:off x="5233567" y="20843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3"/>
            <p:cNvSpPr/>
            <p:nvPr/>
          </p:nvSpPr>
          <p:spPr>
            <a:xfrm>
              <a:off x="5675210" y="17539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4"/>
            <p:cNvSpPr/>
            <p:nvPr/>
          </p:nvSpPr>
          <p:spPr>
            <a:xfrm>
              <a:off x="5430574" y="21981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5"/>
            <p:cNvSpPr/>
            <p:nvPr/>
          </p:nvSpPr>
          <p:spPr>
            <a:xfrm>
              <a:off x="5521207" y="21098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6"/>
            <p:cNvSpPr/>
            <p:nvPr/>
          </p:nvSpPr>
          <p:spPr>
            <a:xfrm>
              <a:off x="5061445" y="21332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7"/>
            <p:cNvSpPr/>
            <p:nvPr/>
          </p:nvSpPr>
          <p:spPr>
            <a:xfrm>
              <a:off x="5576302" y="21939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8"/>
            <p:cNvSpPr/>
            <p:nvPr/>
          </p:nvSpPr>
          <p:spPr>
            <a:xfrm>
              <a:off x="5347051" y="20876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9"/>
            <p:cNvSpPr/>
            <p:nvPr/>
          </p:nvSpPr>
          <p:spPr>
            <a:xfrm>
              <a:off x="5483184" y="18863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90"/>
            <p:cNvSpPr/>
            <p:nvPr/>
          </p:nvSpPr>
          <p:spPr>
            <a:xfrm>
              <a:off x="5130571" y="27763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1"/>
            <p:cNvSpPr/>
            <p:nvPr/>
          </p:nvSpPr>
          <p:spPr>
            <a:xfrm>
              <a:off x="5827267" y="19410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2"/>
            <p:cNvSpPr/>
            <p:nvPr/>
          </p:nvSpPr>
          <p:spPr>
            <a:xfrm>
              <a:off x="5600698" y="19989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3"/>
            <p:cNvSpPr/>
            <p:nvPr/>
          </p:nvSpPr>
          <p:spPr>
            <a:xfrm>
              <a:off x="5421478" y="21947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4"/>
            <p:cNvSpPr/>
            <p:nvPr/>
          </p:nvSpPr>
          <p:spPr>
            <a:xfrm>
              <a:off x="5320224" y="18966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5"/>
            <p:cNvSpPr/>
            <p:nvPr/>
          </p:nvSpPr>
          <p:spPr>
            <a:xfrm>
              <a:off x="5092283" y="28223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6"/>
            <p:cNvSpPr/>
            <p:nvPr/>
          </p:nvSpPr>
          <p:spPr>
            <a:xfrm>
              <a:off x="5718635" y="1876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7"/>
            <p:cNvSpPr/>
            <p:nvPr/>
          </p:nvSpPr>
          <p:spPr>
            <a:xfrm>
              <a:off x="5376383" y="22471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8"/>
            <p:cNvSpPr/>
            <p:nvPr/>
          </p:nvSpPr>
          <p:spPr>
            <a:xfrm>
              <a:off x="5117801" y="26075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9"/>
            <p:cNvSpPr/>
            <p:nvPr/>
          </p:nvSpPr>
          <p:spPr>
            <a:xfrm>
              <a:off x="5152479" y="26139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200"/>
            <p:cNvSpPr/>
            <p:nvPr/>
          </p:nvSpPr>
          <p:spPr>
            <a:xfrm>
              <a:off x="5682507" y="16718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1"/>
            <p:cNvSpPr/>
            <p:nvPr/>
          </p:nvSpPr>
          <p:spPr>
            <a:xfrm>
              <a:off x="5436988" y="21471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2"/>
            <p:cNvSpPr/>
            <p:nvPr/>
          </p:nvSpPr>
          <p:spPr>
            <a:xfrm>
              <a:off x="5745265" y="18777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3"/>
            <p:cNvSpPr/>
            <p:nvPr/>
          </p:nvSpPr>
          <p:spPr>
            <a:xfrm>
              <a:off x="5416087" y="22510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4"/>
            <p:cNvSpPr/>
            <p:nvPr/>
          </p:nvSpPr>
          <p:spPr>
            <a:xfrm>
              <a:off x="5608232" y="21239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5"/>
            <p:cNvSpPr/>
            <p:nvPr/>
          </p:nvSpPr>
          <p:spPr>
            <a:xfrm>
              <a:off x="5160956" y="25520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6"/>
            <p:cNvSpPr/>
            <p:nvPr/>
          </p:nvSpPr>
          <p:spPr>
            <a:xfrm>
              <a:off x="4925296" y="22601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7"/>
            <p:cNvSpPr/>
            <p:nvPr/>
          </p:nvSpPr>
          <p:spPr>
            <a:xfrm>
              <a:off x="5741809" y="18906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8"/>
            <p:cNvSpPr/>
            <p:nvPr/>
          </p:nvSpPr>
          <p:spPr>
            <a:xfrm>
              <a:off x="5673280" y="19189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9"/>
            <p:cNvSpPr/>
            <p:nvPr/>
          </p:nvSpPr>
          <p:spPr>
            <a:xfrm>
              <a:off x="5144437" y="25852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10"/>
            <p:cNvSpPr/>
            <p:nvPr/>
          </p:nvSpPr>
          <p:spPr>
            <a:xfrm>
              <a:off x="5288284" y="22433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1"/>
            <p:cNvSpPr/>
            <p:nvPr/>
          </p:nvSpPr>
          <p:spPr>
            <a:xfrm>
              <a:off x="5557063" y="21989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2"/>
            <p:cNvSpPr/>
            <p:nvPr/>
          </p:nvSpPr>
          <p:spPr>
            <a:xfrm>
              <a:off x="5536469" y="22562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3"/>
            <p:cNvSpPr/>
            <p:nvPr/>
          </p:nvSpPr>
          <p:spPr>
            <a:xfrm>
              <a:off x="5651444" y="19718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4"/>
            <p:cNvSpPr/>
            <p:nvPr/>
          </p:nvSpPr>
          <p:spPr>
            <a:xfrm>
              <a:off x="5826910" y="17340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5"/>
            <p:cNvSpPr/>
            <p:nvPr/>
          </p:nvSpPr>
          <p:spPr>
            <a:xfrm>
              <a:off x="5944891" y="16779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6"/>
            <p:cNvSpPr/>
            <p:nvPr/>
          </p:nvSpPr>
          <p:spPr>
            <a:xfrm>
              <a:off x="5055752" y="22627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7"/>
            <p:cNvSpPr/>
            <p:nvPr/>
          </p:nvSpPr>
          <p:spPr>
            <a:xfrm>
              <a:off x="5340110" y="22181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8"/>
            <p:cNvSpPr/>
            <p:nvPr/>
          </p:nvSpPr>
          <p:spPr>
            <a:xfrm>
              <a:off x="5431464" y="22634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9"/>
            <p:cNvSpPr/>
            <p:nvPr/>
          </p:nvSpPr>
          <p:spPr>
            <a:xfrm>
              <a:off x="4716926" y="22569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20"/>
            <p:cNvSpPr/>
            <p:nvPr/>
          </p:nvSpPr>
          <p:spPr>
            <a:xfrm>
              <a:off x="5211135" y="22412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1"/>
            <p:cNvSpPr/>
            <p:nvPr/>
          </p:nvSpPr>
          <p:spPr>
            <a:xfrm>
              <a:off x="5184603" y="24786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2"/>
            <p:cNvSpPr/>
            <p:nvPr/>
          </p:nvSpPr>
          <p:spPr>
            <a:xfrm>
              <a:off x="5302215" y="22426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3"/>
            <p:cNvSpPr/>
            <p:nvPr/>
          </p:nvSpPr>
          <p:spPr>
            <a:xfrm>
              <a:off x="5018137" y="25251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4"/>
            <p:cNvSpPr/>
            <p:nvPr/>
          </p:nvSpPr>
          <p:spPr>
            <a:xfrm>
              <a:off x="5684486" y="18103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5"/>
            <p:cNvSpPr/>
            <p:nvPr/>
          </p:nvSpPr>
          <p:spPr>
            <a:xfrm>
              <a:off x="5256367" y="20264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6"/>
            <p:cNvSpPr/>
            <p:nvPr/>
          </p:nvSpPr>
          <p:spPr>
            <a:xfrm>
              <a:off x="5381345" y="22430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7"/>
            <p:cNvSpPr/>
            <p:nvPr/>
          </p:nvSpPr>
          <p:spPr>
            <a:xfrm>
              <a:off x="5205868" y="22678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8"/>
            <p:cNvSpPr/>
            <p:nvPr/>
          </p:nvSpPr>
          <p:spPr>
            <a:xfrm>
              <a:off x="5652762" y="20127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9"/>
            <p:cNvSpPr/>
            <p:nvPr/>
          </p:nvSpPr>
          <p:spPr>
            <a:xfrm>
              <a:off x="5224687" y="2280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30"/>
            <p:cNvSpPr/>
            <p:nvPr/>
          </p:nvSpPr>
          <p:spPr>
            <a:xfrm>
              <a:off x="5811131" y="18009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1"/>
            <p:cNvSpPr/>
            <p:nvPr/>
          </p:nvSpPr>
          <p:spPr>
            <a:xfrm>
              <a:off x="5455256" y="22042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2"/>
            <p:cNvSpPr/>
            <p:nvPr/>
          </p:nvSpPr>
          <p:spPr>
            <a:xfrm>
              <a:off x="5804350" y="18570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3"/>
            <p:cNvSpPr/>
            <p:nvPr/>
          </p:nvSpPr>
          <p:spPr>
            <a:xfrm>
              <a:off x="5462582" y="21296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4"/>
            <p:cNvSpPr/>
            <p:nvPr/>
          </p:nvSpPr>
          <p:spPr>
            <a:xfrm>
              <a:off x="5519699" y="21651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5"/>
            <p:cNvSpPr/>
            <p:nvPr/>
          </p:nvSpPr>
          <p:spPr>
            <a:xfrm>
              <a:off x="5512726" y="23136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6"/>
            <p:cNvSpPr/>
            <p:nvPr/>
          </p:nvSpPr>
          <p:spPr>
            <a:xfrm>
              <a:off x="5076405" y="24616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7"/>
            <p:cNvSpPr/>
            <p:nvPr/>
          </p:nvSpPr>
          <p:spPr>
            <a:xfrm>
              <a:off x="5466018" y="20214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8"/>
            <p:cNvSpPr/>
            <p:nvPr/>
          </p:nvSpPr>
          <p:spPr>
            <a:xfrm>
              <a:off x="5494132" y="20681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9"/>
            <p:cNvSpPr/>
            <p:nvPr/>
          </p:nvSpPr>
          <p:spPr>
            <a:xfrm>
              <a:off x="5789927" y="20365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40"/>
            <p:cNvSpPr/>
            <p:nvPr/>
          </p:nvSpPr>
          <p:spPr>
            <a:xfrm>
              <a:off x="5676128" y="17496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1"/>
            <p:cNvSpPr/>
            <p:nvPr/>
          </p:nvSpPr>
          <p:spPr>
            <a:xfrm>
              <a:off x="5682286" y="16622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2"/>
            <p:cNvSpPr/>
            <p:nvPr/>
          </p:nvSpPr>
          <p:spPr>
            <a:xfrm>
              <a:off x="5462712" y="20540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3"/>
            <p:cNvSpPr/>
            <p:nvPr/>
          </p:nvSpPr>
          <p:spPr>
            <a:xfrm>
              <a:off x="5509067" y="21985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4"/>
            <p:cNvSpPr/>
            <p:nvPr/>
          </p:nvSpPr>
          <p:spPr>
            <a:xfrm>
              <a:off x="5395439" y="21422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5"/>
            <p:cNvSpPr/>
            <p:nvPr/>
          </p:nvSpPr>
          <p:spPr>
            <a:xfrm>
              <a:off x="5361070" y="20267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6"/>
            <p:cNvSpPr/>
            <p:nvPr/>
          </p:nvSpPr>
          <p:spPr>
            <a:xfrm>
              <a:off x="5202239" y="24164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7"/>
            <p:cNvSpPr/>
            <p:nvPr/>
          </p:nvSpPr>
          <p:spPr>
            <a:xfrm>
              <a:off x="4880410" y="29377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8"/>
            <p:cNvSpPr/>
            <p:nvPr/>
          </p:nvSpPr>
          <p:spPr>
            <a:xfrm>
              <a:off x="5448109" y="2309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9"/>
            <p:cNvSpPr/>
            <p:nvPr/>
          </p:nvSpPr>
          <p:spPr>
            <a:xfrm>
              <a:off x="5250925" y="19199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50"/>
            <p:cNvSpPr/>
            <p:nvPr/>
          </p:nvSpPr>
          <p:spPr>
            <a:xfrm>
              <a:off x="5915049" y="18458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1"/>
            <p:cNvSpPr/>
            <p:nvPr/>
          </p:nvSpPr>
          <p:spPr>
            <a:xfrm>
              <a:off x="5660080" y="20683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2"/>
            <p:cNvSpPr/>
            <p:nvPr/>
          </p:nvSpPr>
          <p:spPr>
            <a:xfrm>
              <a:off x="5065830" y="24657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3"/>
            <p:cNvSpPr/>
            <p:nvPr/>
          </p:nvSpPr>
          <p:spPr>
            <a:xfrm>
              <a:off x="5425161" y="21568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4"/>
            <p:cNvSpPr/>
            <p:nvPr/>
          </p:nvSpPr>
          <p:spPr>
            <a:xfrm>
              <a:off x="5508634" y="22412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5"/>
            <p:cNvSpPr/>
            <p:nvPr/>
          </p:nvSpPr>
          <p:spPr>
            <a:xfrm>
              <a:off x="5972679" y="16234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6"/>
            <p:cNvSpPr/>
            <p:nvPr/>
          </p:nvSpPr>
          <p:spPr>
            <a:xfrm>
              <a:off x="5301819" y="22375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7"/>
            <p:cNvSpPr/>
            <p:nvPr/>
          </p:nvSpPr>
          <p:spPr>
            <a:xfrm>
              <a:off x="5021273" y="25315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8"/>
            <p:cNvSpPr/>
            <p:nvPr/>
          </p:nvSpPr>
          <p:spPr>
            <a:xfrm>
              <a:off x="5502077" y="22173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9"/>
            <p:cNvSpPr/>
            <p:nvPr/>
          </p:nvSpPr>
          <p:spPr>
            <a:xfrm>
              <a:off x="5135851" y="24529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60"/>
            <p:cNvSpPr/>
            <p:nvPr/>
          </p:nvSpPr>
          <p:spPr>
            <a:xfrm>
              <a:off x="5637881" y="20703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1"/>
            <p:cNvSpPr/>
            <p:nvPr/>
          </p:nvSpPr>
          <p:spPr>
            <a:xfrm>
              <a:off x="4945913" y="22788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2"/>
            <p:cNvSpPr/>
            <p:nvPr/>
          </p:nvSpPr>
          <p:spPr>
            <a:xfrm>
              <a:off x="5640447" y="20488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3"/>
            <p:cNvSpPr/>
            <p:nvPr/>
          </p:nvSpPr>
          <p:spPr>
            <a:xfrm>
              <a:off x="5714343" y="19650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4"/>
            <p:cNvSpPr/>
            <p:nvPr/>
          </p:nvSpPr>
          <p:spPr>
            <a:xfrm>
              <a:off x="5640910" y="20750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5"/>
            <p:cNvSpPr/>
            <p:nvPr/>
          </p:nvSpPr>
          <p:spPr>
            <a:xfrm>
              <a:off x="5284604" y="22390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6"/>
            <p:cNvSpPr/>
            <p:nvPr/>
          </p:nvSpPr>
          <p:spPr>
            <a:xfrm>
              <a:off x="5357695" y="22453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7"/>
            <p:cNvSpPr/>
            <p:nvPr/>
          </p:nvSpPr>
          <p:spPr>
            <a:xfrm>
              <a:off x="5615157" y="21157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8"/>
            <p:cNvSpPr/>
            <p:nvPr/>
          </p:nvSpPr>
          <p:spPr>
            <a:xfrm>
              <a:off x="5995722" y="20975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9"/>
            <p:cNvSpPr/>
            <p:nvPr/>
          </p:nvSpPr>
          <p:spPr>
            <a:xfrm>
              <a:off x="5425156" y="21009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70"/>
            <p:cNvSpPr/>
            <p:nvPr/>
          </p:nvSpPr>
          <p:spPr>
            <a:xfrm>
              <a:off x="5858282" y="17191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1"/>
            <p:cNvSpPr/>
            <p:nvPr/>
          </p:nvSpPr>
          <p:spPr>
            <a:xfrm>
              <a:off x="5236283" y="21666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2"/>
            <p:cNvSpPr/>
            <p:nvPr/>
          </p:nvSpPr>
          <p:spPr>
            <a:xfrm>
              <a:off x="5138625" y="25226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3"/>
            <p:cNvSpPr/>
            <p:nvPr/>
          </p:nvSpPr>
          <p:spPr>
            <a:xfrm>
              <a:off x="5527097" y="21217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4"/>
            <p:cNvSpPr/>
            <p:nvPr/>
          </p:nvSpPr>
          <p:spPr>
            <a:xfrm>
              <a:off x="5437449" y="22304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5"/>
            <p:cNvSpPr/>
            <p:nvPr/>
          </p:nvSpPr>
          <p:spPr>
            <a:xfrm>
              <a:off x="5822354" y="18307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6"/>
            <p:cNvSpPr/>
            <p:nvPr/>
          </p:nvSpPr>
          <p:spPr>
            <a:xfrm>
              <a:off x="5486016" y="20921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7"/>
            <p:cNvSpPr/>
            <p:nvPr/>
          </p:nvSpPr>
          <p:spPr>
            <a:xfrm>
              <a:off x="5637508" y="20745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8"/>
            <p:cNvSpPr/>
            <p:nvPr/>
          </p:nvSpPr>
          <p:spPr>
            <a:xfrm>
              <a:off x="5309742" y="19069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9"/>
            <p:cNvSpPr/>
            <p:nvPr/>
          </p:nvSpPr>
          <p:spPr>
            <a:xfrm>
              <a:off x="5620708" y="19712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80"/>
            <p:cNvSpPr/>
            <p:nvPr/>
          </p:nvSpPr>
          <p:spPr>
            <a:xfrm>
              <a:off x="5558659" y="22127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1"/>
            <p:cNvSpPr/>
            <p:nvPr/>
          </p:nvSpPr>
          <p:spPr>
            <a:xfrm>
              <a:off x="5208741" y="22279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2"/>
            <p:cNvSpPr/>
            <p:nvPr/>
          </p:nvSpPr>
          <p:spPr>
            <a:xfrm>
              <a:off x="5378262" y="22055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3"/>
            <p:cNvSpPr/>
            <p:nvPr/>
          </p:nvSpPr>
          <p:spPr>
            <a:xfrm>
              <a:off x="5561839" y="21800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4"/>
            <p:cNvSpPr/>
            <p:nvPr/>
          </p:nvSpPr>
          <p:spPr>
            <a:xfrm>
              <a:off x="5373336" y="22615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5"/>
            <p:cNvSpPr/>
            <p:nvPr/>
          </p:nvSpPr>
          <p:spPr>
            <a:xfrm>
              <a:off x="5657927" y="20848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6"/>
            <p:cNvSpPr/>
            <p:nvPr/>
          </p:nvSpPr>
          <p:spPr>
            <a:xfrm>
              <a:off x="5621705" y="17786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7"/>
            <p:cNvSpPr/>
            <p:nvPr/>
          </p:nvSpPr>
          <p:spPr>
            <a:xfrm>
              <a:off x="5468199" y="19881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8"/>
            <p:cNvSpPr/>
            <p:nvPr/>
          </p:nvSpPr>
          <p:spPr>
            <a:xfrm>
              <a:off x="5322466" y="22184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9"/>
            <p:cNvSpPr/>
            <p:nvPr/>
          </p:nvSpPr>
          <p:spPr>
            <a:xfrm>
              <a:off x="5475967" y="2034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90"/>
            <p:cNvSpPr/>
            <p:nvPr/>
          </p:nvSpPr>
          <p:spPr>
            <a:xfrm>
              <a:off x="5477648" y="19777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1"/>
            <p:cNvSpPr/>
            <p:nvPr/>
          </p:nvSpPr>
          <p:spPr>
            <a:xfrm>
              <a:off x="5591007" y="18862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2"/>
            <p:cNvSpPr/>
            <p:nvPr/>
          </p:nvSpPr>
          <p:spPr>
            <a:xfrm>
              <a:off x="5152820" y="26458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3"/>
            <p:cNvSpPr/>
            <p:nvPr/>
          </p:nvSpPr>
          <p:spPr>
            <a:xfrm>
              <a:off x="5730625" y="17547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4"/>
            <p:cNvSpPr/>
            <p:nvPr/>
          </p:nvSpPr>
          <p:spPr>
            <a:xfrm>
              <a:off x="5079882" y="25269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5"/>
            <p:cNvSpPr/>
            <p:nvPr/>
          </p:nvSpPr>
          <p:spPr>
            <a:xfrm>
              <a:off x="5282470" y="23146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6"/>
            <p:cNvSpPr/>
            <p:nvPr/>
          </p:nvSpPr>
          <p:spPr>
            <a:xfrm>
              <a:off x="5267515" y="21574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7"/>
            <p:cNvSpPr/>
            <p:nvPr/>
          </p:nvSpPr>
          <p:spPr>
            <a:xfrm>
              <a:off x="5231541" y="21248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8"/>
            <p:cNvSpPr/>
            <p:nvPr/>
          </p:nvSpPr>
          <p:spPr>
            <a:xfrm>
              <a:off x="5322435" y="21620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9"/>
            <p:cNvSpPr/>
            <p:nvPr/>
          </p:nvSpPr>
          <p:spPr>
            <a:xfrm>
              <a:off x="5655915" y="2043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300"/>
            <p:cNvSpPr/>
            <p:nvPr/>
          </p:nvSpPr>
          <p:spPr>
            <a:xfrm>
              <a:off x="5653980" y="20269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1"/>
            <p:cNvSpPr/>
            <p:nvPr/>
          </p:nvSpPr>
          <p:spPr>
            <a:xfrm>
              <a:off x="5231274" y="21489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2"/>
            <p:cNvSpPr/>
            <p:nvPr/>
          </p:nvSpPr>
          <p:spPr>
            <a:xfrm>
              <a:off x="5260446" y="21397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3"/>
            <p:cNvSpPr/>
            <p:nvPr/>
          </p:nvSpPr>
          <p:spPr>
            <a:xfrm>
              <a:off x="5260286" y="22133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4"/>
            <p:cNvSpPr/>
            <p:nvPr/>
          </p:nvSpPr>
          <p:spPr>
            <a:xfrm>
              <a:off x="5781815" y="19685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5"/>
            <p:cNvSpPr/>
            <p:nvPr/>
          </p:nvSpPr>
          <p:spPr>
            <a:xfrm>
              <a:off x="5757596" y="1915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6"/>
            <p:cNvSpPr/>
            <p:nvPr/>
          </p:nvSpPr>
          <p:spPr>
            <a:xfrm>
              <a:off x="5636754" y="22282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7"/>
            <p:cNvSpPr/>
            <p:nvPr/>
          </p:nvSpPr>
          <p:spPr>
            <a:xfrm>
              <a:off x="5082190" y="26742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8"/>
            <p:cNvSpPr/>
            <p:nvPr/>
          </p:nvSpPr>
          <p:spPr>
            <a:xfrm>
              <a:off x="5179275" y="23868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9"/>
            <p:cNvSpPr/>
            <p:nvPr/>
          </p:nvSpPr>
          <p:spPr>
            <a:xfrm>
              <a:off x="5429463" y="22972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10"/>
            <p:cNvSpPr/>
            <p:nvPr/>
          </p:nvSpPr>
          <p:spPr>
            <a:xfrm>
              <a:off x="5541520" y="2090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1"/>
            <p:cNvSpPr/>
            <p:nvPr/>
          </p:nvSpPr>
          <p:spPr>
            <a:xfrm>
              <a:off x="5468524" y="19703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2"/>
            <p:cNvSpPr/>
            <p:nvPr/>
          </p:nvSpPr>
          <p:spPr>
            <a:xfrm>
              <a:off x="5553509" y="22433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3"/>
            <p:cNvSpPr/>
            <p:nvPr/>
          </p:nvSpPr>
          <p:spPr>
            <a:xfrm>
              <a:off x="5329388" y="21128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4"/>
            <p:cNvSpPr/>
            <p:nvPr/>
          </p:nvSpPr>
          <p:spPr>
            <a:xfrm>
              <a:off x="5282395" y="22527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5"/>
            <p:cNvSpPr/>
            <p:nvPr/>
          </p:nvSpPr>
          <p:spPr>
            <a:xfrm>
              <a:off x="5285076" y="23464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6"/>
            <p:cNvSpPr/>
            <p:nvPr/>
          </p:nvSpPr>
          <p:spPr>
            <a:xfrm>
              <a:off x="5327927" y="22401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7"/>
            <p:cNvSpPr/>
            <p:nvPr/>
          </p:nvSpPr>
          <p:spPr>
            <a:xfrm>
              <a:off x="5810677" y="21477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8"/>
            <p:cNvSpPr/>
            <p:nvPr/>
          </p:nvSpPr>
          <p:spPr>
            <a:xfrm>
              <a:off x="5714251" y="20355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9"/>
            <p:cNvSpPr/>
            <p:nvPr/>
          </p:nvSpPr>
          <p:spPr>
            <a:xfrm>
              <a:off x="5195823" y="22538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20"/>
            <p:cNvSpPr/>
            <p:nvPr/>
          </p:nvSpPr>
          <p:spPr>
            <a:xfrm>
              <a:off x="5627966" y="18975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1"/>
            <p:cNvSpPr/>
            <p:nvPr/>
          </p:nvSpPr>
          <p:spPr>
            <a:xfrm>
              <a:off x="5212872" y="20332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2"/>
            <p:cNvSpPr/>
            <p:nvPr/>
          </p:nvSpPr>
          <p:spPr>
            <a:xfrm>
              <a:off x="5371628" y="21717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3"/>
            <p:cNvSpPr/>
            <p:nvPr/>
          </p:nvSpPr>
          <p:spPr>
            <a:xfrm>
              <a:off x="5333539" y="21810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4"/>
            <p:cNvSpPr/>
            <p:nvPr/>
          </p:nvSpPr>
          <p:spPr>
            <a:xfrm>
              <a:off x="5468511" y="19840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5"/>
            <p:cNvSpPr/>
            <p:nvPr/>
          </p:nvSpPr>
          <p:spPr>
            <a:xfrm>
              <a:off x="5827018" y="1893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6"/>
            <p:cNvSpPr/>
            <p:nvPr/>
          </p:nvSpPr>
          <p:spPr>
            <a:xfrm>
              <a:off x="5363419" y="22692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7"/>
            <p:cNvSpPr/>
            <p:nvPr/>
          </p:nvSpPr>
          <p:spPr>
            <a:xfrm>
              <a:off x="5542005" y="21041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8"/>
            <p:cNvSpPr/>
            <p:nvPr/>
          </p:nvSpPr>
          <p:spPr>
            <a:xfrm>
              <a:off x="5921281" y="20349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9"/>
            <p:cNvSpPr/>
            <p:nvPr/>
          </p:nvSpPr>
          <p:spPr>
            <a:xfrm>
              <a:off x="5622027" y="20707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t2330"/>
            <p:cNvSpPr/>
            <p:nvPr/>
          </p:nvSpPr>
          <p:spPr>
            <a:xfrm>
              <a:off x="5098765" y="26101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t2331"/>
            <p:cNvSpPr/>
            <p:nvPr/>
          </p:nvSpPr>
          <p:spPr>
            <a:xfrm>
              <a:off x="5053954" y="24370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t2332"/>
            <p:cNvSpPr/>
            <p:nvPr/>
          </p:nvSpPr>
          <p:spPr>
            <a:xfrm>
              <a:off x="5667114" y="18299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t2333"/>
            <p:cNvSpPr/>
            <p:nvPr/>
          </p:nvSpPr>
          <p:spPr>
            <a:xfrm>
              <a:off x="5783340" y="20221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t2334"/>
            <p:cNvSpPr/>
            <p:nvPr/>
          </p:nvSpPr>
          <p:spPr>
            <a:xfrm>
              <a:off x="5508830" y="22090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t2335"/>
            <p:cNvSpPr/>
            <p:nvPr/>
          </p:nvSpPr>
          <p:spPr>
            <a:xfrm>
              <a:off x="5527734" y="20761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t2336"/>
            <p:cNvSpPr/>
            <p:nvPr/>
          </p:nvSpPr>
          <p:spPr>
            <a:xfrm>
              <a:off x="4905186" y="26193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t2337"/>
            <p:cNvSpPr/>
            <p:nvPr/>
          </p:nvSpPr>
          <p:spPr>
            <a:xfrm>
              <a:off x="5700167" y="19680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t2338"/>
            <p:cNvSpPr/>
            <p:nvPr/>
          </p:nvSpPr>
          <p:spPr>
            <a:xfrm>
              <a:off x="5331590" y="21298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t2339"/>
            <p:cNvSpPr/>
            <p:nvPr/>
          </p:nvSpPr>
          <p:spPr>
            <a:xfrm>
              <a:off x="4989146" y="25002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t2340"/>
            <p:cNvSpPr/>
            <p:nvPr/>
          </p:nvSpPr>
          <p:spPr>
            <a:xfrm>
              <a:off x="5175990" y="26253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t2341"/>
            <p:cNvSpPr/>
            <p:nvPr/>
          </p:nvSpPr>
          <p:spPr>
            <a:xfrm>
              <a:off x="5565091" y="23037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t2342"/>
            <p:cNvSpPr/>
            <p:nvPr/>
          </p:nvSpPr>
          <p:spPr>
            <a:xfrm>
              <a:off x="5622443" y="19091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t2343"/>
            <p:cNvSpPr/>
            <p:nvPr/>
          </p:nvSpPr>
          <p:spPr>
            <a:xfrm>
              <a:off x="5240368" y="22672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t2344"/>
            <p:cNvSpPr/>
            <p:nvPr/>
          </p:nvSpPr>
          <p:spPr>
            <a:xfrm>
              <a:off x="5695645" y="20325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t2345"/>
            <p:cNvSpPr/>
            <p:nvPr/>
          </p:nvSpPr>
          <p:spPr>
            <a:xfrm>
              <a:off x="5338965" y="20856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t2346"/>
            <p:cNvSpPr/>
            <p:nvPr/>
          </p:nvSpPr>
          <p:spPr>
            <a:xfrm>
              <a:off x="5570865" y="23120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t2347"/>
            <p:cNvSpPr/>
            <p:nvPr/>
          </p:nvSpPr>
          <p:spPr>
            <a:xfrm>
              <a:off x="5366564" y="22665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t2348"/>
            <p:cNvSpPr/>
            <p:nvPr/>
          </p:nvSpPr>
          <p:spPr>
            <a:xfrm>
              <a:off x="5801708" y="19088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t2349"/>
            <p:cNvSpPr/>
            <p:nvPr/>
          </p:nvSpPr>
          <p:spPr>
            <a:xfrm>
              <a:off x="5256263" y="21426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t2350"/>
            <p:cNvSpPr/>
            <p:nvPr/>
          </p:nvSpPr>
          <p:spPr>
            <a:xfrm>
              <a:off x="5289472" y="20760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t2351"/>
            <p:cNvSpPr/>
            <p:nvPr/>
          </p:nvSpPr>
          <p:spPr>
            <a:xfrm>
              <a:off x="5204693" y="21611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t2352"/>
            <p:cNvSpPr/>
            <p:nvPr/>
          </p:nvSpPr>
          <p:spPr>
            <a:xfrm>
              <a:off x="5523709" y="21275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t2353"/>
            <p:cNvSpPr/>
            <p:nvPr/>
          </p:nvSpPr>
          <p:spPr>
            <a:xfrm>
              <a:off x="5051735" y="22974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t2354"/>
            <p:cNvSpPr/>
            <p:nvPr/>
          </p:nvSpPr>
          <p:spPr>
            <a:xfrm>
              <a:off x="6062386" y="21153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t2355"/>
            <p:cNvSpPr/>
            <p:nvPr/>
          </p:nvSpPr>
          <p:spPr>
            <a:xfrm>
              <a:off x="5021807" y="23418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t2356"/>
            <p:cNvSpPr/>
            <p:nvPr/>
          </p:nvSpPr>
          <p:spPr>
            <a:xfrm>
              <a:off x="5511235" y="22630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t2357"/>
            <p:cNvSpPr/>
            <p:nvPr/>
          </p:nvSpPr>
          <p:spPr>
            <a:xfrm>
              <a:off x="5378446" y="21955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t2358"/>
            <p:cNvSpPr/>
            <p:nvPr/>
          </p:nvSpPr>
          <p:spPr>
            <a:xfrm>
              <a:off x="5860579" y="15675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t2359"/>
            <p:cNvSpPr/>
            <p:nvPr/>
          </p:nvSpPr>
          <p:spPr>
            <a:xfrm>
              <a:off x="4972952" y="25532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t2360"/>
            <p:cNvSpPr/>
            <p:nvPr/>
          </p:nvSpPr>
          <p:spPr>
            <a:xfrm>
              <a:off x="5285405" y="22399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t2361"/>
            <p:cNvSpPr/>
            <p:nvPr/>
          </p:nvSpPr>
          <p:spPr>
            <a:xfrm>
              <a:off x="5321813" y="22024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t2362"/>
            <p:cNvSpPr/>
            <p:nvPr/>
          </p:nvSpPr>
          <p:spPr>
            <a:xfrm>
              <a:off x="5651661" y="20196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t2363"/>
            <p:cNvSpPr/>
            <p:nvPr/>
          </p:nvSpPr>
          <p:spPr>
            <a:xfrm>
              <a:off x="5465104" y="19214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t2364"/>
            <p:cNvSpPr/>
            <p:nvPr/>
          </p:nvSpPr>
          <p:spPr>
            <a:xfrm>
              <a:off x="4698963" y="24803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t2365"/>
            <p:cNvSpPr/>
            <p:nvPr/>
          </p:nvSpPr>
          <p:spPr>
            <a:xfrm>
              <a:off x="5275468" y="22827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t2366"/>
            <p:cNvSpPr/>
            <p:nvPr/>
          </p:nvSpPr>
          <p:spPr>
            <a:xfrm>
              <a:off x="5283607" y="22289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t2367"/>
            <p:cNvSpPr/>
            <p:nvPr/>
          </p:nvSpPr>
          <p:spPr>
            <a:xfrm>
              <a:off x="5732582" y="17429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t2368"/>
            <p:cNvSpPr/>
            <p:nvPr/>
          </p:nvSpPr>
          <p:spPr>
            <a:xfrm>
              <a:off x="5290308" y="22483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t2369"/>
            <p:cNvSpPr/>
            <p:nvPr/>
          </p:nvSpPr>
          <p:spPr>
            <a:xfrm>
              <a:off x="5637251" y="20866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t2370"/>
            <p:cNvSpPr/>
            <p:nvPr/>
          </p:nvSpPr>
          <p:spPr>
            <a:xfrm>
              <a:off x="5359284" y="22657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t2371"/>
            <p:cNvSpPr/>
            <p:nvPr/>
          </p:nvSpPr>
          <p:spPr>
            <a:xfrm>
              <a:off x="4887471" y="24960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t2372"/>
            <p:cNvSpPr/>
            <p:nvPr/>
          </p:nvSpPr>
          <p:spPr>
            <a:xfrm>
              <a:off x="5444417" y="20927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t2373"/>
            <p:cNvSpPr/>
            <p:nvPr/>
          </p:nvSpPr>
          <p:spPr>
            <a:xfrm>
              <a:off x="5465833" y="21112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t2374"/>
            <p:cNvSpPr/>
            <p:nvPr/>
          </p:nvSpPr>
          <p:spPr>
            <a:xfrm>
              <a:off x="5110809" y="16703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5"/>
            <p:cNvSpPr/>
            <p:nvPr/>
          </p:nvSpPr>
          <p:spPr>
            <a:xfrm>
              <a:off x="5121040" y="26515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6"/>
            <p:cNvSpPr/>
            <p:nvPr/>
          </p:nvSpPr>
          <p:spPr>
            <a:xfrm>
              <a:off x="5206737" y="22832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7"/>
            <p:cNvSpPr/>
            <p:nvPr/>
          </p:nvSpPr>
          <p:spPr>
            <a:xfrm>
              <a:off x="5523272" y="21674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8"/>
            <p:cNvSpPr/>
            <p:nvPr/>
          </p:nvSpPr>
          <p:spPr>
            <a:xfrm>
              <a:off x="5086313" y="26945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9"/>
            <p:cNvSpPr/>
            <p:nvPr/>
          </p:nvSpPr>
          <p:spPr>
            <a:xfrm>
              <a:off x="5690121" y="16691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80"/>
            <p:cNvSpPr/>
            <p:nvPr/>
          </p:nvSpPr>
          <p:spPr>
            <a:xfrm>
              <a:off x="5518517" y="21795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1"/>
            <p:cNvSpPr/>
            <p:nvPr/>
          </p:nvSpPr>
          <p:spPr>
            <a:xfrm>
              <a:off x="5141734" y="26265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2"/>
            <p:cNvSpPr/>
            <p:nvPr/>
          </p:nvSpPr>
          <p:spPr>
            <a:xfrm>
              <a:off x="5201698" y="24115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3"/>
            <p:cNvSpPr/>
            <p:nvPr/>
          </p:nvSpPr>
          <p:spPr>
            <a:xfrm>
              <a:off x="5765739" y="18928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4"/>
            <p:cNvSpPr/>
            <p:nvPr/>
          </p:nvSpPr>
          <p:spPr>
            <a:xfrm>
              <a:off x="5298013" y="21736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5"/>
            <p:cNvSpPr/>
            <p:nvPr/>
          </p:nvSpPr>
          <p:spPr>
            <a:xfrm>
              <a:off x="5012988" y="26467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6"/>
            <p:cNvSpPr/>
            <p:nvPr/>
          </p:nvSpPr>
          <p:spPr>
            <a:xfrm>
              <a:off x="5342857" y="22225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7"/>
            <p:cNvSpPr/>
            <p:nvPr/>
          </p:nvSpPr>
          <p:spPr>
            <a:xfrm>
              <a:off x="5247615" y="18689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8"/>
            <p:cNvSpPr/>
            <p:nvPr/>
          </p:nvSpPr>
          <p:spPr>
            <a:xfrm>
              <a:off x="5444237" y="22556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9"/>
            <p:cNvSpPr/>
            <p:nvPr/>
          </p:nvSpPr>
          <p:spPr>
            <a:xfrm>
              <a:off x="5113722" y="21580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90"/>
            <p:cNvSpPr/>
            <p:nvPr/>
          </p:nvSpPr>
          <p:spPr>
            <a:xfrm>
              <a:off x="5084258" y="25690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1"/>
            <p:cNvSpPr/>
            <p:nvPr/>
          </p:nvSpPr>
          <p:spPr>
            <a:xfrm>
              <a:off x="5375337" y="21851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2"/>
            <p:cNvSpPr/>
            <p:nvPr/>
          </p:nvSpPr>
          <p:spPr>
            <a:xfrm>
              <a:off x="4713179" y="27586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3"/>
            <p:cNvSpPr/>
            <p:nvPr/>
          </p:nvSpPr>
          <p:spPr>
            <a:xfrm>
              <a:off x="5554417" y="22729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4"/>
            <p:cNvSpPr/>
            <p:nvPr/>
          </p:nvSpPr>
          <p:spPr>
            <a:xfrm>
              <a:off x="5308309" y="20464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5"/>
            <p:cNvSpPr/>
            <p:nvPr/>
          </p:nvSpPr>
          <p:spPr>
            <a:xfrm>
              <a:off x="5877370" y="17957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6"/>
            <p:cNvSpPr/>
            <p:nvPr/>
          </p:nvSpPr>
          <p:spPr>
            <a:xfrm>
              <a:off x="5060015" y="22830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7"/>
            <p:cNvSpPr/>
            <p:nvPr/>
          </p:nvSpPr>
          <p:spPr>
            <a:xfrm>
              <a:off x="5443164" y="23204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8"/>
            <p:cNvSpPr/>
            <p:nvPr/>
          </p:nvSpPr>
          <p:spPr>
            <a:xfrm>
              <a:off x="5739204" y="18764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9"/>
            <p:cNvSpPr/>
            <p:nvPr/>
          </p:nvSpPr>
          <p:spPr>
            <a:xfrm>
              <a:off x="5043751" y="23264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400"/>
            <p:cNvSpPr/>
            <p:nvPr/>
          </p:nvSpPr>
          <p:spPr>
            <a:xfrm>
              <a:off x="5566136" y="22652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1"/>
            <p:cNvSpPr/>
            <p:nvPr/>
          </p:nvSpPr>
          <p:spPr>
            <a:xfrm>
              <a:off x="5394013" y="20539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2"/>
            <p:cNvSpPr/>
            <p:nvPr/>
          </p:nvSpPr>
          <p:spPr>
            <a:xfrm>
              <a:off x="5448978" y="23166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3"/>
            <p:cNvSpPr/>
            <p:nvPr/>
          </p:nvSpPr>
          <p:spPr>
            <a:xfrm>
              <a:off x="5676867" y="16159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4"/>
            <p:cNvSpPr/>
            <p:nvPr/>
          </p:nvSpPr>
          <p:spPr>
            <a:xfrm>
              <a:off x="5213184" y="23238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5"/>
            <p:cNvSpPr/>
            <p:nvPr/>
          </p:nvSpPr>
          <p:spPr>
            <a:xfrm>
              <a:off x="5385052" y="2108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6"/>
            <p:cNvSpPr/>
            <p:nvPr/>
          </p:nvSpPr>
          <p:spPr>
            <a:xfrm>
              <a:off x="5721494" y="17158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7"/>
            <p:cNvSpPr/>
            <p:nvPr/>
          </p:nvSpPr>
          <p:spPr>
            <a:xfrm>
              <a:off x="5943010" y="19030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8"/>
            <p:cNvSpPr/>
            <p:nvPr/>
          </p:nvSpPr>
          <p:spPr>
            <a:xfrm>
              <a:off x="5004069" y="25783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9"/>
            <p:cNvSpPr/>
            <p:nvPr/>
          </p:nvSpPr>
          <p:spPr>
            <a:xfrm>
              <a:off x="5437955" y="21617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10"/>
            <p:cNvSpPr/>
            <p:nvPr/>
          </p:nvSpPr>
          <p:spPr>
            <a:xfrm>
              <a:off x="5712762" y="20739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1"/>
            <p:cNvSpPr/>
            <p:nvPr/>
          </p:nvSpPr>
          <p:spPr>
            <a:xfrm>
              <a:off x="5125214" y="26672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2"/>
            <p:cNvSpPr/>
            <p:nvPr/>
          </p:nvSpPr>
          <p:spPr>
            <a:xfrm>
              <a:off x="5701754" y="2023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3"/>
            <p:cNvSpPr/>
            <p:nvPr/>
          </p:nvSpPr>
          <p:spPr>
            <a:xfrm>
              <a:off x="5672563" y="19797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4"/>
            <p:cNvSpPr/>
            <p:nvPr/>
          </p:nvSpPr>
          <p:spPr>
            <a:xfrm>
              <a:off x="5419313" y="21844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5"/>
            <p:cNvSpPr/>
            <p:nvPr/>
          </p:nvSpPr>
          <p:spPr>
            <a:xfrm>
              <a:off x="5156590" y="26996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6"/>
            <p:cNvSpPr/>
            <p:nvPr/>
          </p:nvSpPr>
          <p:spPr>
            <a:xfrm>
              <a:off x="5747083" y="19523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7"/>
            <p:cNvSpPr/>
            <p:nvPr/>
          </p:nvSpPr>
          <p:spPr>
            <a:xfrm>
              <a:off x="5379402" y="21938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8"/>
            <p:cNvSpPr/>
            <p:nvPr/>
          </p:nvSpPr>
          <p:spPr>
            <a:xfrm>
              <a:off x="5212995" y="2150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9"/>
            <p:cNvSpPr/>
            <p:nvPr/>
          </p:nvSpPr>
          <p:spPr>
            <a:xfrm>
              <a:off x="5433561" y="21908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20"/>
            <p:cNvSpPr/>
            <p:nvPr/>
          </p:nvSpPr>
          <p:spPr>
            <a:xfrm>
              <a:off x="5680485" y="1600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1"/>
            <p:cNvSpPr/>
            <p:nvPr/>
          </p:nvSpPr>
          <p:spPr>
            <a:xfrm>
              <a:off x="5120425" y="24930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2"/>
            <p:cNvSpPr/>
            <p:nvPr/>
          </p:nvSpPr>
          <p:spPr>
            <a:xfrm>
              <a:off x="5576549" y="22575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3"/>
            <p:cNvSpPr/>
            <p:nvPr/>
          </p:nvSpPr>
          <p:spPr>
            <a:xfrm>
              <a:off x="5389723" y="21730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4"/>
            <p:cNvSpPr/>
            <p:nvPr/>
          </p:nvSpPr>
          <p:spPr>
            <a:xfrm>
              <a:off x="5095396" y="22382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5"/>
            <p:cNvSpPr/>
            <p:nvPr/>
          </p:nvSpPr>
          <p:spPr>
            <a:xfrm>
              <a:off x="5439035" y="21566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6"/>
            <p:cNvSpPr/>
            <p:nvPr/>
          </p:nvSpPr>
          <p:spPr>
            <a:xfrm>
              <a:off x="5941171" y="19160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7"/>
            <p:cNvSpPr/>
            <p:nvPr/>
          </p:nvSpPr>
          <p:spPr>
            <a:xfrm>
              <a:off x="5657808" y="21042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8"/>
            <p:cNvSpPr/>
            <p:nvPr/>
          </p:nvSpPr>
          <p:spPr>
            <a:xfrm>
              <a:off x="5194576" y="24838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9"/>
            <p:cNvSpPr/>
            <p:nvPr/>
          </p:nvSpPr>
          <p:spPr>
            <a:xfrm>
              <a:off x="5260808" y="21844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30"/>
            <p:cNvSpPr/>
            <p:nvPr/>
          </p:nvSpPr>
          <p:spPr>
            <a:xfrm>
              <a:off x="5881908" y="21335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1"/>
            <p:cNvSpPr/>
            <p:nvPr/>
          </p:nvSpPr>
          <p:spPr>
            <a:xfrm>
              <a:off x="5905724" y="21404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2"/>
            <p:cNvSpPr/>
            <p:nvPr/>
          </p:nvSpPr>
          <p:spPr>
            <a:xfrm>
              <a:off x="5401556" y="20914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3"/>
            <p:cNvSpPr/>
            <p:nvPr/>
          </p:nvSpPr>
          <p:spPr>
            <a:xfrm>
              <a:off x="5231465" y="21890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4"/>
            <p:cNvSpPr/>
            <p:nvPr/>
          </p:nvSpPr>
          <p:spPr>
            <a:xfrm>
              <a:off x="5761567" y="20992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5"/>
            <p:cNvSpPr/>
            <p:nvPr/>
          </p:nvSpPr>
          <p:spPr>
            <a:xfrm>
              <a:off x="5374161" y="22221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6"/>
            <p:cNvSpPr/>
            <p:nvPr/>
          </p:nvSpPr>
          <p:spPr>
            <a:xfrm>
              <a:off x="5614673" y="20458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7"/>
            <p:cNvSpPr/>
            <p:nvPr/>
          </p:nvSpPr>
          <p:spPr>
            <a:xfrm>
              <a:off x="5346267" y="22581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8"/>
            <p:cNvSpPr/>
            <p:nvPr/>
          </p:nvSpPr>
          <p:spPr>
            <a:xfrm>
              <a:off x="5314356" y="20254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9"/>
            <p:cNvSpPr/>
            <p:nvPr/>
          </p:nvSpPr>
          <p:spPr>
            <a:xfrm>
              <a:off x="5791076" y="19683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40"/>
            <p:cNvSpPr/>
            <p:nvPr/>
          </p:nvSpPr>
          <p:spPr>
            <a:xfrm>
              <a:off x="5298512" y="21375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1"/>
            <p:cNvSpPr/>
            <p:nvPr/>
          </p:nvSpPr>
          <p:spPr>
            <a:xfrm>
              <a:off x="5673710" y="18638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2"/>
            <p:cNvSpPr/>
            <p:nvPr/>
          </p:nvSpPr>
          <p:spPr>
            <a:xfrm>
              <a:off x="5745518" y="20366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3"/>
            <p:cNvSpPr/>
            <p:nvPr/>
          </p:nvSpPr>
          <p:spPr>
            <a:xfrm>
              <a:off x="5699542" y="20374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4"/>
            <p:cNvSpPr/>
            <p:nvPr/>
          </p:nvSpPr>
          <p:spPr>
            <a:xfrm>
              <a:off x="5814534" y="16840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5"/>
            <p:cNvSpPr/>
            <p:nvPr/>
          </p:nvSpPr>
          <p:spPr>
            <a:xfrm>
              <a:off x="5460393" y="2114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6"/>
            <p:cNvSpPr/>
            <p:nvPr/>
          </p:nvSpPr>
          <p:spPr>
            <a:xfrm>
              <a:off x="5345720" y="21593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7"/>
            <p:cNvSpPr/>
            <p:nvPr/>
          </p:nvSpPr>
          <p:spPr>
            <a:xfrm>
              <a:off x="5465124" y="18310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8"/>
            <p:cNvSpPr/>
            <p:nvPr/>
          </p:nvSpPr>
          <p:spPr>
            <a:xfrm>
              <a:off x="5195993" y="24301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9"/>
            <p:cNvSpPr/>
            <p:nvPr/>
          </p:nvSpPr>
          <p:spPr>
            <a:xfrm>
              <a:off x="5139354" y="25827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50"/>
            <p:cNvSpPr/>
            <p:nvPr/>
          </p:nvSpPr>
          <p:spPr>
            <a:xfrm>
              <a:off x="5041372" y="19676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1"/>
            <p:cNvSpPr/>
            <p:nvPr/>
          </p:nvSpPr>
          <p:spPr>
            <a:xfrm>
              <a:off x="5651383" y="20360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2"/>
            <p:cNvSpPr/>
            <p:nvPr/>
          </p:nvSpPr>
          <p:spPr>
            <a:xfrm>
              <a:off x="5605462" y="19980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3"/>
            <p:cNvSpPr/>
            <p:nvPr/>
          </p:nvSpPr>
          <p:spPr>
            <a:xfrm>
              <a:off x="5297901" y="22427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4"/>
            <p:cNvSpPr/>
            <p:nvPr/>
          </p:nvSpPr>
          <p:spPr>
            <a:xfrm>
              <a:off x="5762621" y="18905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5"/>
            <p:cNvSpPr/>
            <p:nvPr/>
          </p:nvSpPr>
          <p:spPr>
            <a:xfrm>
              <a:off x="5350252" y="20963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6"/>
            <p:cNvSpPr/>
            <p:nvPr/>
          </p:nvSpPr>
          <p:spPr>
            <a:xfrm>
              <a:off x="5008399" y="27486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7"/>
            <p:cNvSpPr/>
            <p:nvPr/>
          </p:nvSpPr>
          <p:spPr>
            <a:xfrm>
              <a:off x="5015582" y="26314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8"/>
            <p:cNvSpPr/>
            <p:nvPr/>
          </p:nvSpPr>
          <p:spPr>
            <a:xfrm>
              <a:off x="5454494" y="21795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9"/>
            <p:cNvSpPr/>
            <p:nvPr/>
          </p:nvSpPr>
          <p:spPr>
            <a:xfrm>
              <a:off x="5094451" y="24685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60"/>
            <p:cNvSpPr/>
            <p:nvPr/>
          </p:nvSpPr>
          <p:spPr>
            <a:xfrm>
              <a:off x="6010882" y="21630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1"/>
            <p:cNvSpPr/>
            <p:nvPr/>
          </p:nvSpPr>
          <p:spPr>
            <a:xfrm>
              <a:off x="5467408" y="18347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2"/>
            <p:cNvSpPr/>
            <p:nvPr/>
          </p:nvSpPr>
          <p:spPr>
            <a:xfrm>
              <a:off x="5336832" y="22987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3"/>
            <p:cNvSpPr/>
            <p:nvPr/>
          </p:nvSpPr>
          <p:spPr>
            <a:xfrm>
              <a:off x="5619255" y="18599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4"/>
            <p:cNvSpPr/>
            <p:nvPr/>
          </p:nvSpPr>
          <p:spPr>
            <a:xfrm>
              <a:off x="5518516" y="21537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5"/>
            <p:cNvSpPr/>
            <p:nvPr/>
          </p:nvSpPr>
          <p:spPr>
            <a:xfrm>
              <a:off x="5577425" y="22629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6"/>
            <p:cNvSpPr/>
            <p:nvPr/>
          </p:nvSpPr>
          <p:spPr>
            <a:xfrm>
              <a:off x="5270654" y="20891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7"/>
            <p:cNvSpPr/>
            <p:nvPr/>
          </p:nvSpPr>
          <p:spPr>
            <a:xfrm>
              <a:off x="5615069" y="20031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8"/>
            <p:cNvSpPr/>
            <p:nvPr/>
          </p:nvSpPr>
          <p:spPr>
            <a:xfrm>
              <a:off x="5313384" y="20439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9"/>
            <p:cNvSpPr/>
            <p:nvPr/>
          </p:nvSpPr>
          <p:spPr>
            <a:xfrm>
              <a:off x="5185955" y="24200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70"/>
            <p:cNvSpPr/>
            <p:nvPr/>
          </p:nvSpPr>
          <p:spPr>
            <a:xfrm>
              <a:off x="5408615" y="21856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1"/>
            <p:cNvSpPr/>
            <p:nvPr/>
          </p:nvSpPr>
          <p:spPr>
            <a:xfrm>
              <a:off x="5489993" y="20365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2"/>
            <p:cNvSpPr/>
            <p:nvPr/>
          </p:nvSpPr>
          <p:spPr>
            <a:xfrm>
              <a:off x="5321878" y="22056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3"/>
            <p:cNvSpPr/>
            <p:nvPr/>
          </p:nvSpPr>
          <p:spPr>
            <a:xfrm>
              <a:off x="5053288" y="22230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4"/>
            <p:cNvSpPr/>
            <p:nvPr/>
          </p:nvSpPr>
          <p:spPr>
            <a:xfrm>
              <a:off x="5740622" y="18018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5"/>
            <p:cNvSpPr/>
            <p:nvPr/>
          </p:nvSpPr>
          <p:spPr>
            <a:xfrm>
              <a:off x="5222052" y="2179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6"/>
            <p:cNvSpPr/>
            <p:nvPr/>
          </p:nvSpPr>
          <p:spPr>
            <a:xfrm>
              <a:off x="5376661" y="22156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7"/>
            <p:cNvSpPr/>
            <p:nvPr/>
          </p:nvSpPr>
          <p:spPr>
            <a:xfrm>
              <a:off x="5384041" y="2248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8"/>
            <p:cNvSpPr/>
            <p:nvPr/>
          </p:nvSpPr>
          <p:spPr>
            <a:xfrm>
              <a:off x="5217470" y="20312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9"/>
            <p:cNvSpPr/>
            <p:nvPr/>
          </p:nvSpPr>
          <p:spPr>
            <a:xfrm>
              <a:off x="5278585" y="22221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80"/>
            <p:cNvSpPr/>
            <p:nvPr/>
          </p:nvSpPr>
          <p:spPr>
            <a:xfrm>
              <a:off x="5375661" y="22970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1"/>
            <p:cNvSpPr/>
            <p:nvPr/>
          </p:nvSpPr>
          <p:spPr>
            <a:xfrm>
              <a:off x="5310145" y="20767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2"/>
            <p:cNvSpPr/>
            <p:nvPr/>
          </p:nvSpPr>
          <p:spPr>
            <a:xfrm>
              <a:off x="5316532" y="22176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3"/>
            <p:cNvSpPr/>
            <p:nvPr/>
          </p:nvSpPr>
          <p:spPr>
            <a:xfrm>
              <a:off x="5693180" y="18053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4"/>
            <p:cNvSpPr/>
            <p:nvPr/>
          </p:nvSpPr>
          <p:spPr>
            <a:xfrm>
              <a:off x="5074474" y="26107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5"/>
            <p:cNvSpPr/>
            <p:nvPr/>
          </p:nvSpPr>
          <p:spPr>
            <a:xfrm>
              <a:off x="5778222" y="20031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6"/>
            <p:cNvSpPr/>
            <p:nvPr/>
          </p:nvSpPr>
          <p:spPr>
            <a:xfrm>
              <a:off x="5381666" y="22597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7"/>
            <p:cNvSpPr/>
            <p:nvPr/>
          </p:nvSpPr>
          <p:spPr>
            <a:xfrm>
              <a:off x="5250042" y="19390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8"/>
            <p:cNvSpPr/>
            <p:nvPr/>
          </p:nvSpPr>
          <p:spPr>
            <a:xfrm>
              <a:off x="5743358" y="19156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9"/>
            <p:cNvSpPr/>
            <p:nvPr/>
          </p:nvSpPr>
          <p:spPr>
            <a:xfrm>
              <a:off x="5423541" y="2150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90"/>
            <p:cNvSpPr/>
            <p:nvPr/>
          </p:nvSpPr>
          <p:spPr>
            <a:xfrm>
              <a:off x="5711492" y="2008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1"/>
            <p:cNvSpPr/>
            <p:nvPr/>
          </p:nvSpPr>
          <p:spPr>
            <a:xfrm>
              <a:off x="5222051" y="20795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2"/>
            <p:cNvSpPr/>
            <p:nvPr/>
          </p:nvSpPr>
          <p:spPr>
            <a:xfrm>
              <a:off x="5114339" y="20083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3"/>
            <p:cNvSpPr/>
            <p:nvPr/>
          </p:nvSpPr>
          <p:spPr>
            <a:xfrm>
              <a:off x="4981639" y="25240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4"/>
            <p:cNvSpPr/>
            <p:nvPr/>
          </p:nvSpPr>
          <p:spPr>
            <a:xfrm>
              <a:off x="5029148" y="22365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5"/>
            <p:cNvSpPr/>
            <p:nvPr/>
          </p:nvSpPr>
          <p:spPr>
            <a:xfrm>
              <a:off x="5545636" y="2125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6"/>
            <p:cNvSpPr/>
            <p:nvPr/>
          </p:nvSpPr>
          <p:spPr>
            <a:xfrm>
              <a:off x="5406107" y="21839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7"/>
            <p:cNvSpPr/>
            <p:nvPr/>
          </p:nvSpPr>
          <p:spPr>
            <a:xfrm>
              <a:off x="5402490" y="22371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8"/>
            <p:cNvSpPr/>
            <p:nvPr/>
          </p:nvSpPr>
          <p:spPr>
            <a:xfrm>
              <a:off x="5400143" y="2145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9"/>
            <p:cNvSpPr/>
            <p:nvPr/>
          </p:nvSpPr>
          <p:spPr>
            <a:xfrm>
              <a:off x="5478806" y="19577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500"/>
            <p:cNvSpPr/>
            <p:nvPr/>
          </p:nvSpPr>
          <p:spPr>
            <a:xfrm>
              <a:off x="5757812" y="20008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1"/>
            <p:cNvSpPr/>
            <p:nvPr/>
          </p:nvSpPr>
          <p:spPr>
            <a:xfrm>
              <a:off x="5442636" y="22409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2"/>
            <p:cNvSpPr/>
            <p:nvPr/>
          </p:nvSpPr>
          <p:spPr>
            <a:xfrm>
              <a:off x="5709523" y="20916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3"/>
            <p:cNvSpPr/>
            <p:nvPr/>
          </p:nvSpPr>
          <p:spPr>
            <a:xfrm>
              <a:off x="5331781" y="23269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4"/>
            <p:cNvSpPr/>
            <p:nvPr/>
          </p:nvSpPr>
          <p:spPr>
            <a:xfrm>
              <a:off x="5399429" y="21336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5"/>
            <p:cNvSpPr/>
            <p:nvPr/>
          </p:nvSpPr>
          <p:spPr>
            <a:xfrm>
              <a:off x="5262492" y="21103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6"/>
            <p:cNvSpPr/>
            <p:nvPr/>
          </p:nvSpPr>
          <p:spPr>
            <a:xfrm>
              <a:off x="5122535" y="25891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7"/>
            <p:cNvSpPr/>
            <p:nvPr/>
          </p:nvSpPr>
          <p:spPr>
            <a:xfrm>
              <a:off x="5189076" y="23546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8"/>
            <p:cNvSpPr/>
            <p:nvPr/>
          </p:nvSpPr>
          <p:spPr>
            <a:xfrm>
              <a:off x="5679126" y="15779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9"/>
            <p:cNvSpPr/>
            <p:nvPr/>
          </p:nvSpPr>
          <p:spPr>
            <a:xfrm>
              <a:off x="4976695" y="28825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10"/>
            <p:cNvSpPr/>
            <p:nvPr/>
          </p:nvSpPr>
          <p:spPr>
            <a:xfrm>
              <a:off x="5690150" y="18531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1"/>
            <p:cNvSpPr/>
            <p:nvPr/>
          </p:nvSpPr>
          <p:spPr>
            <a:xfrm>
              <a:off x="5657106" y="21209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2"/>
            <p:cNvSpPr/>
            <p:nvPr/>
          </p:nvSpPr>
          <p:spPr>
            <a:xfrm>
              <a:off x="5680783" y="17297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3"/>
            <p:cNvSpPr/>
            <p:nvPr/>
          </p:nvSpPr>
          <p:spPr>
            <a:xfrm>
              <a:off x="5160031" y="26372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4"/>
            <p:cNvSpPr/>
            <p:nvPr/>
          </p:nvSpPr>
          <p:spPr>
            <a:xfrm>
              <a:off x="4912092" y="2807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5"/>
            <p:cNvSpPr/>
            <p:nvPr/>
          </p:nvSpPr>
          <p:spPr>
            <a:xfrm>
              <a:off x="5723181" y="16969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6"/>
            <p:cNvSpPr/>
            <p:nvPr/>
          </p:nvSpPr>
          <p:spPr>
            <a:xfrm>
              <a:off x="5622519" y="18768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7"/>
            <p:cNvSpPr/>
            <p:nvPr/>
          </p:nvSpPr>
          <p:spPr>
            <a:xfrm>
              <a:off x="5621456" y="21440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8"/>
            <p:cNvSpPr/>
            <p:nvPr/>
          </p:nvSpPr>
          <p:spPr>
            <a:xfrm>
              <a:off x="5543977" y="21375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9"/>
            <p:cNvSpPr/>
            <p:nvPr/>
          </p:nvSpPr>
          <p:spPr>
            <a:xfrm>
              <a:off x="5536618" y="21145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20"/>
            <p:cNvSpPr/>
            <p:nvPr/>
          </p:nvSpPr>
          <p:spPr>
            <a:xfrm>
              <a:off x="5266006" y="21469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1"/>
            <p:cNvSpPr/>
            <p:nvPr/>
          </p:nvSpPr>
          <p:spPr>
            <a:xfrm>
              <a:off x="5504544" y="20834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2"/>
            <p:cNvSpPr/>
            <p:nvPr/>
          </p:nvSpPr>
          <p:spPr>
            <a:xfrm>
              <a:off x="5349754" y="22521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3"/>
            <p:cNvSpPr/>
            <p:nvPr/>
          </p:nvSpPr>
          <p:spPr>
            <a:xfrm>
              <a:off x="5245686" y="20936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4"/>
            <p:cNvSpPr/>
            <p:nvPr/>
          </p:nvSpPr>
          <p:spPr>
            <a:xfrm>
              <a:off x="5476658" y="19602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5"/>
            <p:cNvSpPr/>
            <p:nvPr/>
          </p:nvSpPr>
          <p:spPr>
            <a:xfrm>
              <a:off x="5255971" y="20472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6"/>
            <p:cNvSpPr/>
            <p:nvPr/>
          </p:nvSpPr>
          <p:spPr>
            <a:xfrm>
              <a:off x="5586047" y="23568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7"/>
            <p:cNvSpPr/>
            <p:nvPr/>
          </p:nvSpPr>
          <p:spPr>
            <a:xfrm>
              <a:off x="5601153" y="21258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8"/>
            <p:cNvSpPr/>
            <p:nvPr/>
          </p:nvSpPr>
          <p:spPr>
            <a:xfrm>
              <a:off x="5616888" y="19669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9"/>
            <p:cNvSpPr/>
            <p:nvPr/>
          </p:nvSpPr>
          <p:spPr>
            <a:xfrm>
              <a:off x="5364399" y="21754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30"/>
            <p:cNvSpPr/>
            <p:nvPr/>
          </p:nvSpPr>
          <p:spPr>
            <a:xfrm>
              <a:off x="5524320" y="2136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1"/>
            <p:cNvSpPr/>
            <p:nvPr/>
          </p:nvSpPr>
          <p:spPr>
            <a:xfrm>
              <a:off x="5260304" y="21729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2"/>
            <p:cNvSpPr/>
            <p:nvPr/>
          </p:nvSpPr>
          <p:spPr>
            <a:xfrm>
              <a:off x="5689449" y="16498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3"/>
            <p:cNvSpPr/>
            <p:nvPr/>
          </p:nvSpPr>
          <p:spPr>
            <a:xfrm>
              <a:off x="5326284" y="21470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4"/>
            <p:cNvSpPr/>
            <p:nvPr/>
          </p:nvSpPr>
          <p:spPr>
            <a:xfrm>
              <a:off x="5331673" y="20902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5"/>
            <p:cNvSpPr/>
            <p:nvPr/>
          </p:nvSpPr>
          <p:spPr>
            <a:xfrm>
              <a:off x="5303990" y="21813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6"/>
            <p:cNvSpPr/>
            <p:nvPr/>
          </p:nvSpPr>
          <p:spPr>
            <a:xfrm>
              <a:off x="5219840" y="21989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7"/>
            <p:cNvSpPr/>
            <p:nvPr/>
          </p:nvSpPr>
          <p:spPr>
            <a:xfrm>
              <a:off x="5249188" y="19399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8"/>
            <p:cNvSpPr/>
            <p:nvPr/>
          </p:nvSpPr>
          <p:spPr>
            <a:xfrm>
              <a:off x="5871180" y="17291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9"/>
            <p:cNvSpPr/>
            <p:nvPr/>
          </p:nvSpPr>
          <p:spPr>
            <a:xfrm>
              <a:off x="4697378" y="24533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40"/>
            <p:cNvSpPr/>
            <p:nvPr/>
          </p:nvSpPr>
          <p:spPr>
            <a:xfrm>
              <a:off x="5065590" y="24190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1"/>
            <p:cNvSpPr/>
            <p:nvPr/>
          </p:nvSpPr>
          <p:spPr>
            <a:xfrm>
              <a:off x="5525213" y="21348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2"/>
            <p:cNvSpPr/>
            <p:nvPr/>
          </p:nvSpPr>
          <p:spPr>
            <a:xfrm>
              <a:off x="5313666" y="21501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3"/>
            <p:cNvSpPr/>
            <p:nvPr/>
          </p:nvSpPr>
          <p:spPr>
            <a:xfrm>
              <a:off x="5636568" y="2124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4"/>
            <p:cNvSpPr/>
            <p:nvPr/>
          </p:nvSpPr>
          <p:spPr>
            <a:xfrm>
              <a:off x="5659585" y="21089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5"/>
            <p:cNvSpPr/>
            <p:nvPr/>
          </p:nvSpPr>
          <p:spPr>
            <a:xfrm>
              <a:off x="5547888" y="21910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6"/>
            <p:cNvSpPr/>
            <p:nvPr/>
          </p:nvSpPr>
          <p:spPr>
            <a:xfrm>
              <a:off x="5036613" y="23092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7"/>
            <p:cNvSpPr/>
            <p:nvPr/>
          </p:nvSpPr>
          <p:spPr>
            <a:xfrm>
              <a:off x="5616052" y="19195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8"/>
            <p:cNvSpPr/>
            <p:nvPr/>
          </p:nvSpPr>
          <p:spPr>
            <a:xfrm>
              <a:off x="5422675" y="22219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9"/>
            <p:cNvSpPr/>
            <p:nvPr/>
          </p:nvSpPr>
          <p:spPr>
            <a:xfrm>
              <a:off x="5721843" y="17927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50"/>
            <p:cNvSpPr/>
            <p:nvPr/>
          </p:nvSpPr>
          <p:spPr>
            <a:xfrm>
              <a:off x="5291354" y="22013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1"/>
            <p:cNvSpPr/>
            <p:nvPr/>
          </p:nvSpPr>
          <p:spPr>
            <a:xfrm>
              <a:off x="5571034" y="22264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2"/>
            <p:cNvSpPr/>
            <p:nvPr/>
          </p:nvSpPr>
          <p:spPr>
            <a:xfrm>
              <a:off x="5860172" y="16990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3"/>
            <p:cNvSpPr/>
            <p:nvPr/>
          </p:nvSpPr>
          <p:spPr>
            <a:xfrm>
              <a:off x="5362447" y="22340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4"/>
            <p:cNvSpPr/>
            <p:nvPr/>
          </p:nvSpPr>
          <p:spPr>
            <a:xfrm>
              <a:off x="5595869" y="20290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5"/>
            <p:cNvSpPr/>
            <p:nvPr/>
          </p:nvSpPr>
          <p:spPr>
            <a:xfrm>
              <a:off x="5648229" y="19815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6"/>
            <p:cNvSpPr/>
            <p:nvPr/>
          </p:nvSpPr>
          <p:spPr>
            <a:xfrm>
              <a:off x="5242862" y="21081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7"/>
            <p:cNvSpPr/>
            <p:nvPr/>
          </p:nvSpPr>
          <p:spPr>
            <a:xfrm>
              <a:off x="5485842" y="19499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8"/>
            <p:cNvSpPr/>
            <p:nvPr/>
          </p:nvSpPr>
          <p:spPr>
            <a:xfrm>
              <a:off x="5358897" y="22247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9"/>
            <p:cNvSpPr/>
            <p:nvPr/>
          </p:nvSpPr>
          <p:spPr>
            <a:xfrm>
              <a:off x="5754618" y="19084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60"/>
            <p:cNvSpPr/>
            <p:nvPr/>
          </p:nvSpPr>
          <p:spPr>
            <a:xfrm>
              <a:off x="4813494" y="28500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1"/>
            <p:cNvSpPr/>
            <p:nvPr/>
          </p:nvSpPr>
          <p:spPr>
            <a:xfrm>
              <a:off x="5293353" y="20956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2"/>
            <p:cNvSpPr/>
            <p:nvPr/>
          </p:nvSpPr>
          <p:spPr>
            <a:xfrm>
              <a:off x="5538802" y="20207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3"/>
            <p:cNvSpPr/>
            <p:nvPr/>
          </p:nvSpPr>
          <p:spPr>
            <a:xfrm>
              <a:off x="5710625" y="20463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4"/>
            <p:cNvSpPr/>
            <p:nvPr/>
          </p:nvSpPr>
          <p:spPr>
            <a:xfrm>
              <a:off x="5186039" y="24025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5"/>
            <p:cNvSpPr/>
            <p:nvPr/>
          </p:nvSpPr>
          <p:spPr>
            <a:xfrm>
              <a:off x="5668926" y="19968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6"/>
            <p:cNvSpPr/>
            <p:nvPr/>
          </p:nvSpPr>
          <p:spPr>
            <a:xfrm>
              <a:off x="5411860" y="21704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7"/>
            <p:cNvSpPr/>
            <p:nvPr/>
          </p:nvSpPr>
          <p:spPr>
            <a:xfrm>
              <a:off x="5505502" y="21488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8"/>
            <p:cNvSpPr/>
            <p:nvPr/>
          </p:nvSpPr>
          <p:spPr>
            <a:xfrm>
              <a:off x="5369677" y="22575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9"/>
            <p:cNvSpPr/>
            <p:nvPr/>
          </p:nvSpPr>
          <p:spPr>
            <a:xfrm>
              <a:off x="5537541" y="22077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70"/>
            <p:cNvSpPr/>
            <p:nvPr/>
          </p:nvSpPr>
          <p:spPr>
            <a:xfrm>
              <a:off x="5165249" y="26633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1"/>
            <p:cNvSpPr/>
            <p:nvPr/>
          </p:nvSpPr>
          <p:spPr>
            <a:xfrm>
              <a:off x="5429278" y="21770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2"/>
            <p:cNvSpPr/>
            <p:nvPr/>
          </p:nvSpPr>
          <p:spPr>
            <a:xfrm>
              <a:off x="5419532" y="21811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3"/>
            <p:cNvSpPr/>
            <p:nvPr/>
          </p:nvSpPr>
          <p:spPr>
            <a:xfrm>
              <a:off x="5294069" y="2106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4"/>
            <p:cNvSpPr/>
            <p:nvPr/>
          </p:nvSpPr>
          <p:spPr>
            <a:xfrm>
              <a:off x="5088199" y="25424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5"/>
            <p:cNvSpPr/>
            <p:nvPr/>
          </p:nvSpPr>
          <p:spPr>
            <a:xfrm>
              <a:off x="5461440" y="21152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6"/>
            <p:cNvSpPr/>
            <p:nvPr/>
          </p:nvSpPr>
          <p:spPr>
            <a:xfrm>
              <a:off x="5202281" y="22086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7"/>
            <p:cNvSpPr/>
            <p:nvPr/>
          </p:nvSpPr>
          <p:spPr>
            <a:xfrm>
              <a:off x="5613439" y="20765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8"/>
            <p:cNvSpPr/>
            <p:nvPr/>
          </p:nvSpPr>
          <p:spPr>
            <a:xfrm>
              <a:off x="5181621" y="25326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9"/>
            <p:cNvSpPr/>
            <p:nvPr/>
          </p:nvSpPr>
          <p:spPr>
            <a:xfrm>
              <a:off x="5372105" y="21441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80"/>
            <p:cNvSpPr/>
            <p:nvPr/>
          </p:nvSpPr>
          <p:spPr>
            <a:xfrm>
              <a:off x="5443459" y="22478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1"/>
            <p:cNvSpPr/>
            <p:nvPr/>
          </p:nvSpPr>
          <p:spPr>
            <a:xfrm>
              <a:off x="4813424" y="26313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2"/>
            <p:cNvSpPr/>
            <p:nvPr/>
          </p:nvSpPr>
          <p:spPr>
            <a:xfrm>
              <a:off x="5396955" y="21603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3"/>
            <p:cNvSpPr/>
            <p:nvPr/>
          </p:nvSpPr>
          <p:spPr>
            <a:xfrm>
              <a:off x="5706530" y="19899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4"/>
            <p:cNvSpPr/>
            <p:nvPr/>
          </p:nvSpPr>
          <p:spPr>
            <a:xfrm>
              <a:off x="4943098" y="18197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5"/>
            <p:cNvSpPr/>
            <p:nvPr/>
          </p:nvSpPr>
          <p:spPr>
            <a:xfrm>
              <a:off x="5503788" y="20946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6"/>
            <p:cNvSpPr/>
            <p:nvPr/>
          </p:nvSpPr>
          <p:spPr>
            <a:xfrm>
              <a:off x="5505940" y="22442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7"/>
            <p:cNvSpPr/>
            <p:nvPr/>
          </p:nvSpPr>
          <p:spPr>
            <a:xfrm>
              <a:off x="5435591" y="21328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8"/>
            <p:cNvSpPr/>
            <p:nvPr/>
          </p:nvSpPr>
          <p:spPr>
            <a:xfrm>
              <a:off x="5084624" y="24276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9"/>
            <p:cNvSpPr/>
            <p:nvPr/>
          </p:nvSpPr>
          <p:spPr>
            <a:xfrm>
              <a:off x="5778441" y="19947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90"/>
            <p:cNvSpPr/>
            <p:nvPr/>
          </p:nvSpPr>
          <p:spPr>
            <a:xfrm>
              <a:off x="5525705" y="20954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1"/>
            <p:cNvSpPr/>
            <p:nvPr/>
          </p:nvSpPr>
          <p:spPr>
            <a:xfrm>
              <a:off x="5628179" y="18487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2"/>
            <p:cNvSpPr/>
            <p:nvPr/>
          </p:nvSpPr>
          <p:spPr>
            <a:xfrm>
              <a:off x="5295561" y="20101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3"/>
            <p:cNvSpPr/>
            <p:nvPr/>
          </p:nvSpPr>
          <p:spPr>
            <a:xfrm>
              <a:off x="5350519" y="22428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4"/>
            <p:cNvSpPr/>
            <p:nvPr/>
          </p:nvSpPr>
          <p:spPr>
            <a:xfrm>
              <a:off x="5534837" y="21838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5"/>
            <p:cNvSpPr/>
            <p:nvPr/>
          </p:nvSpPr>
          <p:spPr>
            <a:xfrm>
              <a:off x="5545093" y="20003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6"/>
            <p:cNvSpPr/>
            <p:nvPr/>
          </p:nvSpPr>
          <p:spPr>
            <a:xfrm>
              <a:off x="5792087" y="19506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7"/>
            <p:cNvSpPr/>
            <p:nvPr/>
          </p:nvSpPr>
          <p:spPr>
            <a:xfrm>
              <a:off x="5423419" y="21775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8"/>
            <p:cNvSpPr/>
            <p:nvPr/>
          </p:nvSpPr>
          <p:spPr>
            <a:xfrm>
              <a:off x="5399474" y="21713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9"/>
            <p:cNvSpPr/>
            <p:nvPr/>
          </p:nvSpPr>
          <p:spPr>
            <a:xfrm>
              <a:off x="5441497" y="22789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600"/>
            <p:cNvSpPr/>
            <p:nvPr/>
          </p:nvSpPr>
          <p:spPr>
            <a:xfrm>
              <a:off x="5372887" y="21919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1"/>
            <p:cNvSpPr/>
            <p:nvPr/>
          </p:nvSpPr>
          <p:spPr>
            <a:xfrm>
              <a:off x="5538646" y="20346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2"/>
            <p:cNvSpPr/>
            <p:nvPr/>
          </p:nvSpPr>
          <p:spPr>
            <a:xfrm>
              <a:off x="5351963" y="23036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3"/>
            <p:cNvSpPr/>
            <p:nvPr/>
          </p:nvSpPr>
          <p:spPr>
            <a:xfrm>
              <a:off x="5507818" y="21748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4"/>
            <p:cNvSpPr/>
            <p:nvPr/>
          </p:nvSpPr>
          <p:spPr>
            <a:xfrm>
              <a:off x="5298262" y="22362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5"/>
            <p:cNvSpPr/>
            <p:nvPr/>
          </p:nvSpPr>
          <p:spPr>
            <a:xfrm>
              <a:off x="5878172" y="16876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6"/>
            <p:cNvSpPr/>
            <p:nvPr/>
          </p:nvSpPr>
          <p:spPr>
            <a:xfrm>
              <a:off x="5314822" y="21214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7"/>
            <p:cNvSpPr/>
            <p:nvPr/>
          </p:nvSpPr>
          <p:spPr>
            <a:xfrm>
              <a:off x="5677869" y="1736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8"/>
            <p:cNvSpPr/>
            <p:nvPr/>
          </p:nvSpPr>
          <p:spPr>
            <a:xfrm>
              <a:off x="5431465" y="22831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9"/>
            <p:cNvSpPr/>
            <p:nvPr/>
          </p:nvSpPr>
          <p:spPr>
            <a:xfrm>
              <a:off x="5606415" y="18724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10"/>
            <p:cNvSpPr/>
            <p:nvPr/>
          </p:nvSpPr>
          <p:spPr>
            <a:xfrm>
              <a:off x="5814884" y="18387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1"/>
            <p:cNvSpPr/>
            <p:nvPr/>
          </p:nvSpPr>
          <p:spPr>
            <a:xfrm>
              <a:off x="5592434" y="22527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2"/>
            <p:cNvSpPr/>
            <p:nvPr/>
          </p:nvSpPr>
          <p:spPr>
            <a:xfrm>
              <a:off x="5312325" y="21163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3"/>
            <p:cNvSpPr/>
            <p:nvPr/>
          </p:nvSpPr>
          <p:spPr>
            <a:xfrm>
              <a:off x="5420056" y="22606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4"/>
            <p:cNvSpPr/>
            <p:nvPr/>
          </p:nvSpPr>
          <p:spPr>
            <a:xfrm>
              <a:off x="5525181" y="21291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5"/>
            <p:cNvSpPr/>
            <p:nvPr/>
          </p:nvSpPr>
          <p:spPr>
            <a:xfrm>
              <a:off x="5593158" y="20339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6"/>
            <p:cNvSpPr/>
            <p:nvPr/>
          </p:nvSpPr>
          <p:spPr>
            <a:xfrm>
              <a:off x="5433698" y="22335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7"/>
            <p:cNvSpPr/>
            <p:nvPr/>
          </p:nvSpPr>
          <p:spPr>
            <a:xfrm>
              <a:off x="5255925" y="21467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8"/>
            <p:cNvSpPr/>
            <p:nvPr/>
          </p:nvSpPr>
          <p:spPr>
            <a:xfrm>
              <a:off x="4816805" y="27007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9"/>
            <p:cNvSpPr/>
            <p:nvPr/>
          </p:nvSpPr>
          <p:spPr>
            <a:xfrm>
              <a:off x="5716164" y="20154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20"/>
            <p:cNvSpPr/>
            <p:nvPr/>
          </p:nvSpPr>
          <p:spPr>
            <a:xfrm>
              <a:off x="5252182" y="21313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1"/>
            <p:cNvSpPr/>
            <p:nvPr/>
          </p:nvSpPr>
          <p:spPr>
            <a:xfrm>
              <a:off x="5487333" y="20557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2"/>
            <p:cNvSpPr/>
            <p:nvPr/>
          </p:nvSpPr>
          <p:spPr>
            <a:xfrm>
              <a:off x="5285700" y="22511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3"/>
            <p:cNvSpPr/>
            <p:nvPr/>
          </p:nvSpPr>
          <p:spPr>
            <a:xfrm>
              <a:off x="5310292" y="20775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4"/>
            <p:cNvSpPr/>
            <p:nvPr/>
          </p:nvSpPr>
          <p:spPr>
            <a:xfrm>
              <a:off x="5390956" y="21434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5"/>
            <p:cNvSpPr/>
            <p:nvPr/>
          </p:nvSpPr>
          <p:spPr>
            <a:xfrm>
              <a:off x="5139637" y="26295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6"/>
            <p:cNvSpPr/>
            <p:nvPr/>
          </p:nvSpPr>
          <p:spPr>
            <a:xfrm>
              <a:off x="5299124" y="21611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7"/>
            <p:cNvSpPr/>
            <p:nvPr/>
          </p:nvSpPr>
          <p:spPr>
            <a:xfrm>
              <a:off x="5584212" y="22041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8"/>
            <p:cNvSpPr/>
            <p:nvPr/>
          </p:nvSpPr>
          <p:spPr>
            <a:xfrm>
              <a:off x="5684757" y="19598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9"/>
            <p:cNvSpPr/>
            <p:nvPr/>
          </p:nvSpPr>
          <p:spPr>
            <a:xfrm>
              <a:off x="5089437" y="26654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30"/>
            <p:cNvSpPr/>
            <p:nvPr/>
          </p:nvSpPr>
          <p:spPr>
            <a:xfrm>
              <a:off x="5177979" y="25970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1"/>
            <p:cNvSpPr/>
            <p:nvPr/>
          </p:nvSpPr>
          <p:spPr>
            <a:xfrm>
              <a:off x="5743849" y="19728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2"/>
            <p:cNvSpPr/>
            <p:nvPr/>
          </p:nvSpPr>
          <p:spPr>
            <a:xfrm>
              <a:off x="5444467" y="22945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3"/>
            <p:cNvSpPr/>
            <p:nvPr/>
          </p:nvSpPr>
          <p:spPr>
            <a:xfrm>
              <a:off x="5041096" y="20409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4"/>
            <p:cNvSpPr/>
            <p:nvPr/>
          </p:nvSpPr>
          <p:spPr>
            <a:xfrm>
              <a:off x="5451880" y="23280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5"/>
            <p:cNvSpPr/>
            <p:nvPr/>
          </p:nvSpPr>
          <p:spPr>
            <a:xfrm>
              <a:off x="5829872" y="16684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6"/>
            <p:cNvSpPr/>
            <p:nvPr/>
          </p:nvSpPr>
          <p:spPr>
            <a:xfrm>
              <a:off x="5622713" y="18899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7"/>
            <p:cNvSpPr/>
            <p:nvPr/>
          </p:nvSpPr>
          <p:spPr>
            <a:xfrm>
              <a:off x="4920664" y="27994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8"/>
            <p:cNvSpPr/>
            <p:nvPr/>
          </p:nvSpPr>
          <p:spPr>
            <a:xfrm>
              <a:off x="5346561" y="20903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9"/>
            <p:cNvSpPr/>
            <p:nvPr/>
          </p:nvSpPr>
          <p:spPr>
            <a:xfrm>
              <a:off x="5691659" y="16635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40"/>
            <p:cNvSpPr/>
            <p:nvPr/>
          </p:nvSpPr>
          <p:spPr>
            <a:xfrm>
              <a:off x="5210207" y="22457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1"/>
            <p:cNvSpPr/>
            <p:nvPr/>
          </p:nvSpPr>
          <p:spPr>
            <a:xfrm>
              <a:off x="5422424" y="18659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2"/>
            <p:cNvSpPr/>
            <p:nvPr/>
          </p:nvSpPr>
          <p:spPr>
            <a:xfrm>
              <a:off x="4899407" y="26979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3"/>
            <p:cNvSpPr/>
            <p:nvPr/>
          </p:nvSpPr>
          <p:spPr>
            <a:xfrm>
              <a:off x="5540185" y="19972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4"/>
            <p:cNvSpPr/>
            <p:nvPr/>
          </p:nvSpPr>
          <p:spPr>
            <a:xfrm>
              <a:off x="5663056" y="20967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5"/>
            <p:cNvSpPr/>
            <p:nvPr/>
          </p:nvSpPr>
          <p:spPr>
            <a:xfrm>
              <a:off x="5484022" y="21265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6"/>
            <p:cNvSpPr/>
            <p:nvPr/>
          </p:nvSpPr>
          <p:spPr>
            <a:xfrm>
              <a:off x="4686671" y="26160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7"/>
            <p:cNvSpPr/>
            <p:nvPr/>
          </p:nvSpPr>
          <p:spPr>
            <a:xfrm>
              <a:off x="5420679" y="22268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8"/>
            <p:cNvSpPr/>
            <p:nvPr/>
          </p:nvSpPr>
          <p:spPr>
            <a:xfrm>
              <a:off x="5173095" y="27082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9"/>
            <p:cNvSpPr/>
            <p:nvPr/>
          </p:nvSpPr>
          <p:spPr>
            <a:xfrm>
              <a:off x="5663575" y="19289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50"/>
            <p:cNvSpPr/>
            <p:nvPr/>
          </p:nvSpPr>
          <p:spPr>
            <a:xfrm>
              <a:off x="5525415" y="21937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1"/>
            <p:cNvSpPr/>
            <p:nvPr/>
          </p:nvSpPr>
          <p:spPr>
            <a:xfrm>
              <a:off x="5194515" y="25052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2"/>
            <p:cNvSpPr/>
            <p:nvPr/>
          </p:nvSpPr>
          <p:spPr>
            <a:xfrm>
              <a:off x="5659937" y="20669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3"/>
            <p:cNvSpPr/>
            <p:nvPr/>
          </p:nvSpPr>
          <p:spPr>
            <a:xfrm>
              <a:off x="5409386" y="21243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4"/>
            <p:cNvSpPr/>
            <p:nvPr/>
          </p:nvSpPr>
          <p:spPr>
            <a:xfrm>
              <a:off x="5485524" y="20720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5"/>
            <p:cNvSpPr/>
            <p:nvPr/>
          </p:nvSpPr>
          <p:spPr>
            <a:xfrm>
              <a:off x="5455225" y="21655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6"/>
            <p:cNvSpPr/>
            <p:nvPr/>
          </p:nvSpPr>
          <p:spPr>
            <a:xfrm>
              <a:off x="5326058" y="22055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7"/>
            <p:cNvSpPr/>
            <p:nvPr/>
          </p:nvSpPr>
          <p:spPr>
            <a:xfrm>
              <a:off x="5570310" y="23233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8"/>
            <p:cNvSpPr/>
            <p:nvPr/>
          </p:nvSpPr>
          <p:spPr>
            <a:xfrm>
              <a:off x="5588542" y="23483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9"/>
            <p:cNvSpPr/>
            <p:nvPr/>
          </p:nvSpPr>
          <p:spPr>
            <a:xfrm>
              <a:off x="5102848" y="22408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60"/>
            <p:cNvSpPr/>
            <p:nvPr/>
          </p:nvSpPr>
          <p:spPr>
            <a:xfrm>
              <a:off x="5262047" y="2250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1"/>
            <p:cNvSpPr/>
            <p:nvPr/>
          </p:nvSpPr>
          <p:spPr>
            <a:xfrm>
              <a:off x="5513507" y="21895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2"/>
            <p:cNvSpPr/>
            <p:nvPr/>
          </p:nvSpPr>
          <p:spPr>
            <a:xfrm>
              <a:off x="5721183" y="19467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3"/>
            <p:cNvSpPr/>
            <p:nvPr/>
          </p:nvSpPr>
          <p:spPr>
            <a:xfrm>
              <a:off x="5643265" y="19618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4"/>
            <p:cNvSpPr/>
            <p:nvPr/>
          </p:nvSpPr>
          <p:spPr>
            <a:xfrm>
              <a:off x="5875236" y="17436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5"/>
            <p:cNvSpPr/>
            <p:nvPr/>
          </p:nvSpPr>
          <p:spPr>
            <a:xfrm>
              <a:off x="5324755" y="21636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6"/>
            <p:cNvSpPr/>
            <p:nvPr/>
          </p:nvSpPr>
          <p:spPr>
            <a:xfrm>
              <a:off x="5362591" y="22468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7"/>
            <p:cNvSpPr/>
            <p:nvPr/>
          </p:nvSpPr>
          <p:spPr>
            <a:xfrm>
              <a:off x="5517357" y="22311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8"/>
            <p:cNvSpPr/>
            <p:nvPr/>
          </p:nvSpPr>
          <p:spPr>
            <a:xfrm>
              <a:off x="5511315" y="22899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9"/>
            <p:cNvSpPr/>
            <p:nvPr/>
          </p:nvSpPr>
          <p:spPr>
            <a:xfrm>
              <a:off x="5041007" y="20946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70"/>
            <p:cNvSpPr/>
            <p:nvPr/>
          </p:nvSpPr>
          <p:spPr>
            <a:xfrm>
              <a:off x="5618595" y="20281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1"/>
            <p:cNvSpPr/>
            <p:nvPr/>
          </p:nvSpPr>
          <p:spPr>
            <a:xfrm>
              <a:off x="5722708" y="19777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2"/>
            <p:cNvSpPr/>
            <p:nvPr/>
          </p:nvSpPr>
          <p:spPr>
            <a:xfrm>
              <a:off x="5063451" y="24876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3"/>
            <p:cNvSpPr/>
            <p:nvPr/>
          </p:nvSpPr>
          <p:spPr>
            <a:xfrm>
              <a:off x="5003648" y="2558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4"/>
            <p:cNvSpPr/>
            <p:nvPr/>
          </p:nvSpPr>
          <p:spPr>
            <a:xfrm>
              <a:off x="5532347" y="21463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5"/>
            <p:cNvSpPr/>
            <p:nvPr/>
          </p:nvSpPr>
          <p:spPr>
            <a:xfrm>
              <a:off x="5626842" y="18199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6"/>
            <p:cNvSpPr/>
            <p:nvPr/>
          </p:nvSpPr>
          <p:spPr>
            <a:xfrm>
              <a:off x="5442818" y="21218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7"/>
            <p:cNvSpPr/>
            <p:nvPr/>
          </p:nvSpPr>
          <p:spPr>
            <a:xfrm>
              <a:off x="5806637" y="19718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8"/>
            <p:cNvSpPr/>
            <p:nvPr/>
          </p:nvSpPr>
          <p:spPr>
            <a:xfrm>
              <a:off x="5544184" y="21535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9"/>
            <p:cNvSpPr/>
            <p:nvPr/>
          </p:nvSpPr>
          <p:spPr>
            <a:xfrm>
              <a:off x="5721823" y="1755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80"/>
            <p:cNvSpPr/>
            <p:nvPr/>
          </p:nvSpPr>
          <p:spPr>
            <a:xfrm>
              <a:off x="5192920" y="24197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1"/>
            <p:cNvSpPr/>
            <p:nvPr/>
          </p:nvSpPr>
          <p:spPr>
            <a:xfrm>
              <a:off x="5589171" y="2194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2"/>
            <p:cNvSpPr/>
            <p:nvPr/>
          </p:nvSpPr>
          <p:spPr>
            <a:xfrm>
              <a:off x="5627116" y="19179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3"/>
            <p:cNvSpPr/>
            <p:nvPr/>
          </p:nvSpPr>
          <p:spPr>
            <a:xfrm>
              <a:off x="5618384" y="19455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4"/>
            <p:cNvSpPr/>
            <p:nvPr/>
          </p:nvSpPr>
          <p:spPr>
            <a:xfrm>
              <a:off x="5297544" y="20947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5"/>
            <p:cNvSpPr/>
            <p:nvPr/>
          </p:nvSpPr>
          <p:spPr>
            <a:xfrm>
              <a:off x="5523736" y="22010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6"/>
            <p:cNvSpPr/>
            <p:nvPr/>
          </p:nvSpPr>
          <p:spPr>
            <a:xfrm>
              <a:off x="5230297" y="21311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7"/>
            <p:cNvSpPr/>
            <p:nvPr/>
          </p:nvSpPr>
          <p:spPr>
            <a:xfrm>
              <a:off x="5511274" y="21466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8"/>
            <p:cNvSpPr/>
            <p:nvPr/>
          </p:nvSpPr>
          <p:spPr>
            <a:xfrm>
              <a:off x="5960982" y="19205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9"/>
            <p:cNvSpPr/>
            <p:nvPr/>
          </p:nvSpPr>
          <p:spPr>
            <a:xfrm>
              <a:off x="5352985" y="22248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90"/>
            <p:cNvSpPr/>
            <p:nvPr/>
          </p:nvSpPr>
          <p:spPr>
            <a:xfrm>
              <a:off x="5534838" y="2074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1"/>
            <p:cNvSpPr/>
            <p:nvPr/>
          </p:nvSpPr>
          <p:spPr>
            <a:xfrm>
              <a:off x="5316840" y="2198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2"/>
            <p:cNvSpPr/>
            <p:nvPr/>
          </p:nvSpPr>
          <p:spPr>
            <a:xfrm>
              <a:off x="5523408" y="21317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3"/>
            <p:cNvSpPr/>
            <p:nvPr/>
          </p:nvSpPr>
          <p:spPr>
            <a:xfrm>
              <a:off x="5192375" y="22625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4"/>
            <p:cNvSpPr/>
            <p:nvPr/>
          </p:nvSpPr>
          <p:spPr>
            <a:xfrm>
              <a:off x="5002086" y="27889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5"/>
            <p:cNvSpPr/>
            <p:nvPr/>
          </p:nvSpPr>
          <p:spPr>
            <a:xfrm>
              <a:off x="5888959" y="16293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6"/>
            <p:cNvSpPr/>
            <p:nvPr/>
          </p:nvSpPr>
          <p:spPr>
            <a:xfrm>
              <a:off x="5550000" y="21430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7"/>
            <p:cNvSpPr/>
            <p:nvPr/>
          </p:nvSpPr>
          <p:spPr>
            <a:xfrm>
              <a:off x="5752359" y="19425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8"/>
            <p:cNvSpPr/>
            <p:nvPr/>
          </p:nvSpPr>
          <p:spPr>
            <a:xfrm>
              <a:off x="5381061" y="22429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9"/>
            <p:cNvSpPr/>
            <p:nvPr/>
          </p:nvSpPr>
          <p:spPr>
            <a:xfrm>
              <a:off x="5247103" y="18695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700"/>
            <p:cNvSpPr/>
            <p:nvPr/>
          </p:nvSpPr>
          <p:spPr>
            <a:xfrm>
              <a:off x="5453634" y="21429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1"/>
            <p:cNvSpPr/>
            <p:nvPr/>
          </p:nvSpPr>
          <p:spPr>
            <a:xfrm>
              <a:off x="5112457" y="22147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2"/>
            <p:cNvSpPr/>
            <p:nvPr/>
          </p:nvSpPr>
          <p:spPr>
            <a:xfrm>
              <a:off x="5130957" y="25606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3"/>
            <p:cNvSpPr/>
            <p:nvPr/>
          </p:nvSpPr>
          <p:spPr>
            <a:xfrm>
              <a:off x="5407978" y="22489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4"/>
            <p:cNvSpPr/>
            <p:nvPr/>
          </p:nvSpPr>
          <p:spPr>
            <a:xfrm>
              <a:off x="5064233" y="24178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5"/>
            <p:cNvSpPr/>
            <p:nvPr/>
          </p:nvSpPr>
          <p:spPr>
            <a:xfrm>
              <a:off x="5823736" y="19959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6"/>
            <p:cNvSpPr/>
            <p:nvPr/>
          </p:nvSpPr>
          <p:spPr>
            <a:xfrm>
              <a:off x="5815807" y="20090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7"/>
            <p:cNvSpPr/>
            <p:nvPr/>
          </p:nvSpPr>
          <p:spPr>
            <a:xfrm>
              <a:off x="5302699" y="22068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8"/>
            <p:cNvSpPr/>
            <p:nvPr/>
          </p:nvSpPr>
          <p:spPr>
            <a:xfrm>
              <a:off x="5523639" y="20917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9"/>
            <p:cNvSpPr/>
            <p:nvPr/>
          </p:nvSpPr>
          <p:spPr>
            <a:xfrm>
              <a:off x="5314568" y="2119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10"/>
            <p:cNvSpPr/>
            <p:nvPr/>
          </p:nvSpPr>
          <p:spPr>
            <a:xfrm>
              <a:off x="6012620" y="20652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1"/>
            <p:cNvSpPr/>
            <p:nvPr/>
          </p:nvSpPr>
          <p:spPr>
            <a:xfrm>
              <a:off x="5773786" y="21287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2"/>
            <p:cNvSpPr/>
            <p:nvPr/>
          </p:nvSpPr>
          <p:spPr>
            <a:xfrm>
              <a:off x="5193306" y="23668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3"/>
            <p:cNvSpPr/>
            <p:nvPr/>
          </p:nvSpPr>
          <p:spPr>
            <a:xfrm>
              <a:off x="5246896" y="21463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4"/>
            <p:cNvSpPr/>
            <p:nvPr/>
          </p:nvSpPr>
          <p:spPr>
            <a:xfrm>
              <a:off x="5525563" y="21203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5"/>
            <p:cNvSpPr/>
            <p:nvPr/>
          </p:nvSpPr>
          <p:spPr>
            <a:xfrm>
              <a:off x="5814438" y="17814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6"/>
            <p:cNvSpPr/>
            <p:nvPr/>
          </p:nvSpPr>
          <p:spPr>
            <a:xfrm>
              <a:off x="5520851" y="21374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7"/>
            <p:cNvSpPr/>
            <p:nvPr/>
          </p:nvSpPr>
          <p:spPr>
            <a:xfrm>
              <a:off x="5479551" y="18481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8"/>
            <p:cNvSpPr/>
            <p:nvPr/>
          </p:nvSpPr>
          <p:spPr>
            <a:xfrm>
              <a:off x="5494366" y="19785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9"/>
            <p:cNvSpPr/>
            <p:nvPr/>
          </p:nvSpPr>
          <p:spPr>
            <a:xfrm>
              <a:off x="5194009" y="22956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20"/>
            <p:cNvSpPr/>
            <p:nvPr/>
          </p:nvSpPr>
          <p:spPr>
            <a:xfrm>
              <a:off x="5648651" y="20056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1"/>
            <p:cNvSpPr/>
            <p:nvPr/>
          </p:nvSpPr>
          <p:spPr>
            <a:xfrm>
              <a:off x="5199900" y="23751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2"/>
            <p:cNvSpPr/>
            <p:nvPr/>
          </p:nvSpPr>
          <p:spPr>
            <a:xfrm>
              <a:off x="5078982" y="25358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3"/>
            <p:cNvSpPr/>
            <p:nvPr/>
          </p:nvSpPr>
          <p:spPr>
            <a:xfrm>
              <a:off x="5743851" y="18658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4"/>
            <p:cNvSpPr/>
            <p:nvPr/>
          </p:nvSpPr>
          <p:spPr>
            <a:xfrm>
              <a:off x="5682729" y="17224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5"/>
            <p:cNvSpPr/>
            <p:nvPr/>
          </p:nvSpPr>
          <p:spPr>
            <a:xfrm>
              <a:off x="5428685" y="23221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6"/>
            <p:cNvSpPr/>
            <p:nvPr/>
          </p:nvSpPr>
          <p:spPr>
            <a:xfrm>
              <a:off x="5540110" y="21158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7"/>
            <p:cNvSpPr/>
            <p:nvPr/>
          </p:nvSpPr>
          <p:spPr>
            <a:xfrm>
              <a:off x="4981456" y="22610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8"/>
            <p:cNvSpPr/>
            <p:nvPr/>
          </p:nvSpPr>
          <p:spPr>
            <a:xfrm>
              <a:off x="5507538" y="21658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9"/>
            <p:cNvSpPr/>
            <p:nvPr/>
          </p:nvSpPr>
          <p:spPr>
            <a:xfrm>
              <a:off x="5222006" y="22238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30"/>
            <p:cNvSpPr/>
            <p:nvPr/>
          </p:nvSpPr>
          <p:spPr>
            <a:xfrm>
              <a:off x="5448877" y="23327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1"/>
            <p:cNvSpPr/>
            <p:nvPr/>
          </p:nvSpPr>
          <p:spPr>
            <a:xfrm>
              <a:off x="5464736" y="20418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2"/>
            <p:cNvSpPr/>
            <p:nvPr/>
          </p:nvSpPr>
          <p:spPr>
            <a:xfrm>
              <a:off x="5472639" y="19258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3"/>
            <p:cNvSpPr/>
            <p:nvPr/>
          </p:nvSpPr>
          <p:spPr>
            <a:xfrm>
              <a:off x="5380313" y="21619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4"/>
            <p:cNvSpPr/>
            <p:nvPr/>
          </p:nvSpPr>
          <p:spPr>
            <a:xfrm>
              <a:off x="5226114" y="20965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5"/>
            <p:cNvSpPr/>
            <p:nvPr/>
          </p:nvSpPr>
          <p:spPr>
            <a:xfrm>
              <a:off x="5303036" y="21846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6"/>
            <p:cNvSpPr/>
            <p:nvPr/>
          </p:nvSpPr>
          <p:spPr>
            <a:xfrm>
              <a:off x="5355372" y="22585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7"/>
            <p:cNvSpPr/>
            <p:nvPr/>
          </p:nvSpPr>
          <p:spPr>
            <a:xfrm>
              <a:off x="5209078" y="20634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8"/>
            <p:cNvSpPr/>
            <p:nvPr/>
          </p:nvSpPr>
          <p:spPr>
            <a:xfrm>
              <a:off x="5558202" y="22651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9"/>
            <p:cNvSpPr/>
            <p:nvPr/>
          </p:nvSpPr>
          <p:spPr>
            <a:xfrm>
              <a:off x="5589497" y="19984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40"/>
            <p:cNvSpPr/>
            <p:nvPr/>
          </p:nvSpPr>
          <p:spPr>
            <a:xfrm>
              <a:off x="5250546" y="20522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1"/>
            <p:cNvSpPr/>
            <p:nvPr/>
          </p:nvSpPr>
          <p:spPr>
            <a:xfrm>
              <a:off x="5796298" y="18778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2"/>
            <p:cNvSpPr/>
            <p:nvPr/>
          </p:nvSpPr>
          <p:spPr>
            <a:xfrm>
              <a:off x="5433713" y="23248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3"/>
            <p:cNvSpPr/>
            <p:nvPr/>
          </p:nvSpPr>
          <p:spPr>
            <a:xfrm>
              <a:off x="5798753" y="20903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4"/>
            <p:cNvSpPr/>
            <p:nvPr/>
          </p:nvSpPr>
          <p:spPr>
            <a:xfrm>
              <a:off x="5678694" y="18211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5"/>
            <p:cNvSpPr/>
            <p:nvPr/>
          </p:nvSpPr>
          <p:spPr>
            <a:xfrm>
              <a:off x="5917207" y="19425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6"/>
            <p:cNvSpPr/>
            <p:nvPr/>
          </p:nvSpPr>
          <p:spPr>
            <a:xfrm>
              <a:off x="5240197" y="21544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7"/>
            <p:cNvSpPr/>
            <p:nvPr/>
          </p:nvSpPr>
          <p:spPr>
            <a:xfrm>
              <a:off x="5504292" y="21059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8"/>
            <p:cNvSpPr/>
            <p:nvPr/>
          </p:nvSpPr>
          <p:spPr>
            <a:xfrm>
              <a:off x="5011816" y="24227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9"/>
            <p:cNvSpPr/>
            <p:nvPr/>
          </p:nvSpPr>
          <p:spPr>
            <a:xfrm>
              <a:off x="5466749" y="20807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50"/>
            <p:cNvSpPr/>
            <p:nvPr/>
          </p:nvSpPr>
          <p:spPr>
            <a:xfrm>
              <a:off x="5098334" y="26806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1"/>
            <p:cNvSpPr/>
            <p:nvPr/>
          </p:nvSpPr>
          <p:spPr>
            <a:xfrm>
              <a:off x="5395586" y="21182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2"/>
            <p:cNvSpPr/>
            <p:nvPr/>
          </p:nvSpPr>
          <p:spPr>
            <a:xfrm>
              <a:off x="5367099" y="22870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3"/>
            <p:cNvSpPr/>
            <p:nvPr/>
          </p:nvSpPr>
          <p:spPr>
            <a:xfrm>
              <a:off x="4883148" y="28044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4"/>
            <p:cNvSpPr/>
            <p:nvPr/>
          </p:nvSpPr>
          <p:spPr>
            <a:xfrm>
              <a:off x="5734335" y="18654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5"/>
            <p:cNvSpPr/>
            <p:nvPr/>
          </p:nvSpPr>
          <p:spPr>
            <a:xfrm>
              <a:off x="5502405" y="23244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6"/>
            <p:cNvSpPr/>
            <p:nvPr/>
          </p:nvSpPr>
          <p:spPr>
            <a:xfrm>
              <a:off x="5447364" y="21237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7"/>
            <p:cNvSpPr/>
            <p:nvPr/>
          </p:nvSpPr>
          <p:spPr>
            <a:xfrm>
              <a:off x="5352816" y="22357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8"/>
            <p:cNvSpPr/>
            <p:nvPr/>
          </p:nvSpPr>
          <p:spPr>
            <a:xfrm>
              <a:off x="5397749" y="21618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9"/>
            <p:cNvSpPr/>
            <p:nvPr/>
          </p:nvSpPr>
          <p:spPr>
            <a:xfrm>
              <a:off x="4869541" y="20604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60"/>
            <p:cNvSpPr/>
            <p:nvPr/>
          </p:nvSpPr>
          <p:spPr>
            <a:xfrm>
              <a:off x="5149496" y="27140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1"/>
            <p:cNvSpPr/>
            <p:nvPr/>
          </p:nvSpPr>
          <p:spPr>
            <a:xfrm>
              <a:off x="5512011" y="22330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2"/>
            <p:cNvSpPr/>
            <p:nvPr/>
          </p:nvSpPr>
          <p:spPr>
            <a:xfrm>
              <a:off x="5608236" y="21631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3"/>
            <p:cNvSpPr/>
            <p:nvPr/>
          </p:nvSpPr>
          <p:spPr>
            <a:xfrm>
              <a:off x="5651830" y="20687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4"/>
            <p:cNvSpPr/>
            <p:nvPr/>
          </p:nvSpPr>
          <p:spPr>
            <a:xfrm>
              <a:off x="5436706" y="2274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5"/>
            <p:cNvSpPr/>
            <p:nvPr/>
          </p:nvSpPr>
          <p:spPr>
            <a:xfrm>
              <a:off x="5201742" y="2129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6"/>
            <p:cNvSpPr/>
            <p:nvPr/>
          </p:nvSpPr>
          <p:spPr>
            <a:xfrm>
              <a:off x="5279837" y="2245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7"/>
            <p:cNvSpPr/>
            <p:nvPr/>
          </p:nvSpPr>
          <p:spPr>
            <a:xfrm>
              <a:off x="5777564" y="20384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8"/>
            <p:cNvSpPr/>
            <p:nvPr/>
          </p:nvSpPr>
          <p:spPr>
            <a:xfrm>
              <a:off x="5385283" y="21726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9"/>
            <p:cNvSpPr/>
            <p:nvPr/>
          </p:nvSpPr>
          <p:spPr>
            <a:xfrm>
              <a:off x="5495735" y="21778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70"/>
            <p:cNvSpPr/>
            <p:nvPr/>
          </p:nvSpPr>
          <p:spPr>
            <a:xfrm>
              <a:off x="5477227" y="1865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1"/>
            <p:cNvSpPr/>
            <p:nvPr/>
          </p:nvSpPr>
          <p:spPr>
            <a:xfrm>
              <a:off x="5147926" y="25805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2"/>
            <p:cNvSpPr/>
            <p:nvPr/>
          </p:nvSpPr>
          <p:spPr>
            <a:xfrm>
              <a:off x="4637779" y="27623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3"/>
            <p:cNvSpPr/>
            <p:nvPr/>
          </p:nvSpPr>
          <p:spPr>
            <a:xfrm>
              <a:off x="5258241" y="21397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4"/>
            <p:cNvSpPr/>
            <p:nvPr/>
          </p:nvSpPr>
          <p:spPr>
            <a:xfrm>
              <a:off x="5270932" y="21332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5"/>
            <p:cNvSpPr/>
            <p:nvPr/>
          </p:nvSpPr>
          <p:spPr>
            <a:xfrm>
              <a:off x="5299355" y="22376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6"/>
            <p:cNvSpPr/>
            <p:nvPr/>
          </p:nvSpPr>
          <p:spPr>
            <a:xfrm>
              <a:off x="5373564" y="23077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7"/>
            <p:cNvSpPr/>
            <p:nvPr/>
          </p:nvSpPr>
          <p:spPr>
            <a:xfrm>
              <a:off x="5606272" y="21869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8"/>
            <p:cNvSpPr/>
            <p:nvPr/>
          </p:nvSpPr>
          <p:spPr>
            <a:xfrm>
              <a:off x="5423367" y="22232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9"/>
            <p:cNvSpPr/>
            <p:nvPr/>
          </p:nvSpPr>
          <p:spPr>
            <a:xfrm>
              <a:off x="5542409" y="21099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80"/>
            <p:cNvSpPr/>
            <p:nvPr/>
          </p:nvSpPr>
          <p:spPr>
            <a:xfrm>
              <a:off x="5325296" y="21749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1"/>
            <p:cNvSpPr/>
            <p:nvPr/>
          </p:nvSpPr>
          <p:spPr>
            <a:xfrm>
              <a:off x="4994880" y="25189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2"/>
            <p:cNvSpPr/>
            <p:nvPr/>
          </p:nvSpPr>
          <p:spPr>
            <a:xfrm>
              <a:off x="5440926" y="22887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3"/>
            <p:cNvSpPr/>
            <p:nvPr/>
          </p:nvSpPr>
          <p:spPr>
            <a:xfrm>
              <a:off x="4812298" y="26618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4"/>
            <p:cNvSpPr/>
            <p:nvPr/>
          </p:nvSpPr>
          <p:spPr>
            <a:xfrm>
              <a:off x="5208903" y="22590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5"/>
            <p:cNvSpPr/>
            <p:nvPr/>
          </p:nvSpPr>
          <p:spPr>
            <a:xfrm>
              <a:off x="4988009" y="26759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6"/>
            <p:cNvSpPr/>
            <p:nvPr/>
          </p:nvSpPr>
          <p:spPr>
            <a:xfrm>
              <a:off x="5346899" y="22116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7"/>
            <p:cNvSpPr/>
            <p:nvPr/>
          </p:nvSpPr>
          <p:spPr>
            <a:xfrm>
              <a:off x="5317168" y="2231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8"/>
            <p:cNvSpPr/>
            <p:nvPr/>
          </p:nvSpPr>
          <p:spPr>
            <a:xfrm>
              <a:off x="5992121" y="21592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9"/>
            <p:cNvSpPr/>
            <p:nvPr/>
          </p:nvSpPr>
          <p:spPr>
            <a:xfrm>
              <a:off x="5189404" y="22500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90"/>
            <p:cNvSpPr/>
            <p:nvPr/>
          </p:nvSpPr>
          <p:spPr>
            <a:xfrm>
              <a:off x="5702382" y="18616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1"/>
            <p:cNvSpPr/>
            <p:nvPr/>
          </p:nvSpPr>
          <p:spPr>
            <a:xfrm>
              <a:off x="5747630" y="19198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2"/>
            <p:cNvSpPr/>
            <p:nvPr/>
          </p:nvSpPr>
          <p:spPr>
            <a:xfrm>
              <a:off x="5237548" y="21571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3"/>
            <p:cNvSpPr/>
            <p:nvPr/>
          </p:nvSpPr>
          <p:spPr>
            <a:xfrm>
              <a:off x="5288709" y="21000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4"/>
            <p:cNvSpPr/>
            <p:nvPr/>
          </p:nvSpPr>
          <p:spPr>
            <a:xfrm>
              <a:off x="5204848" y="20252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5"/>
            <p:cNvSpPr/>
            <p:nvPr/>
          </p:nvSpPr>
          <p:spPr>
            <a:xfrm>
              <a:off x="5691234" y="18765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6"/>
            <p:cNvSpPr/>
            <p:nvPr/>
          </p:nvSpPr>
          <p:spPr>
            <a:xfrm>
              <a:off x="5660851" y="20226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7"/>
            <p:cNvSpPr/>
            <p:nvPr/>
          </p:nvSpPr>
          <p:spPr>
            <a:xfrm>
              <a:off x="5142509" y="28240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8"/>
            <p:cNvSpPr/>
            <p:nvPr/>
          </p:nvSpPr>
          <p:spPr>
            <a:xfrm>
              <a:off x="6005575" y="21405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9"/>
            <p:cNvSpPr/>
            <p:nvPr/>
          </p:nvSpPr>
          <p:spPr>
            <a:xfrm>
              <a:off x="5194646" y="23675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800"/>
            <p:cNvSpPr/>
            <p:nvPr/>
          </p:nvSpPr>
          <p:spPr>
            <a:xfrm>
              <a:off x="4925113" y="17599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1"/>
            <p:cNvSpPr/>
            <p:nvPr/>
          </p:nvSpPr>
          <p:spPr>
            <a:xfrm>
              <a:off x="5629179" y="20688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2"/>
            <p:cNvSpPr/>
            <p:nvPr/>
          </p:nvSpPr>
          <p:spPr>
            <a:xfrm>
              <a:off x="5458110" y="21742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3"/>
            <p:cNvSpPr/>
            <p:nvPr/>
          </p:nvSpPr>
          <p:spPr>
            <a:xfrm>
              <a:off x="4634335" y="26065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4"/>
            <p:cNvSpPr/>
            <p:nvPr/>
          </p:nvSpPr>
          <p:spPr>
            <a:xfrm>
              <a:off x="5348010" y="20775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5"/>
            <p:cNvSpPr/>
            <p:nvPr/>
          </p:nvSpPr>
          <p:spPr>
            <a:xfrm>
              <a:off x="5397620" y="21682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6"/>
            <p:cNvSpPr/>
            <p:nvPr/>
          </p:nvSpPr>
          <p:spPr>
            <a:xfrm>
              <a:off x="5417565" y="21975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7"/>
            <p:cNvSpPr/>
            <p:nvPr/>
          </p:nvSpPr>
          <p:spPr>
            <a:xfrm>
              <a:off x="4904423" y="2966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8"/>
            <p:cNvSpPr/>
            <p:nvPr/>
          </p:nvSpPr>
          <p:spPr>
            <a:xfrm>
              <a:off x="5339073" y="22270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9"/>
            <p:cNvSpPr/>
            <p:nvPr/>
          </p:nvSpPr>
          <p:spPr>
            <a:xfrm>
              <a:off x="5432502" y="23083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10"/>
            <p:cNvSpPr/>
            <p:nvPr/>
          </p:nvSpPr>
          <p:spPr>
            <a:xfrm>
              <a:off x="4846848" y="24375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1"/>
            <p:cNvSpPr/>
            <p:nvPr/>
          </p:nvSpPr>
          <p:spPr>
            <a:xfrm>
              <a:off x="5552340" y="22301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2"/>
            <p:cNvSpPr/>
            <p:nvPr/>
          </p:nvSpPr>
          <p:spPr>
            <a:xfrm>
              <a:off x="5103144" y="23118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3"/>
            <p:cNvSpPr/>
            <p:nvPr/>
          </p:nvSpPr>
          <p:spPr>
            <a:xfrm>
              <a:off x="5206862" y="22344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4"/>
            <p:cNvSpPr/>
            <p:nvPr/>
          </p:nvSpPr>
          <p:spPr>
            <a:xfrm>
              <a:off x="5609973" y="19956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5"/>
            <p:cNvSpPr/>
            <p:nvPr/>
          </p:nvSpPr>
          <p:spPr>
            <a:xfrm>
              <a:off x="5641962" y="20792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6"/>
            <p:cNvSpPr/>
            <p:nvPr/>
          </p:nvSpPr>
          <p:spPr>
            <a:xfrm>
              <a:off x="5467526" y="20375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7"/>
            <p:cNvSpPr/>
            <p:nvPr/>
          </p:nvSpPr>
          <p:spPr>
            <a:xfrm>
              <a:off x="5664035" y="19331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8"/>
            <p:cNvSpPr/>
            <p:nvPr/>
          </p:nvSpPr>
          <p:spPr>
            <a:xfrm>
              <a:off x="5471609" y="19663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9"/>
            <p:cNvSpPr/>
            <p:nvPr/>
          </p:nvSpPr>
          <p:spPr>
            <a:xfrm>
              <a:off x="5517728" y="21829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20"/>
            <p:cNvSpPr/>
            <p:nvPr/>
          </p:nvSpPr>
          <p:spPr>
            <a:xfrm>
              <a:off x="4840545" y="26166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1"/>
            <p:cNvSpPr/>
            <p:nvPr/>
          </p:nvSpPr>
          <p:spPr>
            <a:xfrm>
              <a:off x="5566110" y="21402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2"/>
            <p:cNvSpPr/>
            <p:nvPr/>
          </p:nvSpPr>
          <p:spPr>
            <a:xfrm>
              <a:off x="5499237" y="21184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3"/>
            <p:cNvSpPr/>
            <p:nvPr/>
          </p:nvSpPr>
          <p:spPr>
            <a:xfrm>
              <a:off x="5665210" y="19662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4"/>
            <p:cNvSpPr/>
            <p:nvPr/>
          </p:nvSpPr>
          <p:spPr>
            <a:xfrm>
              <a:off x="5504547" y="21675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5"/>
            <p:cNvSpPr/>
            <p:nvPr/>
          </p:nvSpPr>
          <p:spPr>
            <a:xfrm>
              <a:off x="5523848" y="21112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6"/>
            <p:cNvSpPr/>
            <p:nvPr/>
          </p:nvSpPr>
          <p:spPr>
            <a:xfrm>
              <a:off x="5875307" y="1719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7"/>
            <p:cNvSpPr/>
            <p:nvPr/>
          </p:nvSpPr>
          <p:spPr>
            <a:xfrm>
              <a:off x="5859371" y="19161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8"/>
            <p:cNvSpPr/>
            <p:nvPr/>
          </p:nvSpPr>
          <p:spPr>
            <a:xfrm>
              <a:off x="5237950" y="21653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9"/>
            <p:cNvSpPr/>
            <p:nvPr/>
          </p:nvSpPr>
          <p:spPr>
            <a:xfrm>
              <a:off x="5538186" y="2261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30"/>
            <p:cNvSpPr/>
            <p:nvPr/>
          </p:nvSpPr>
          <p:spPr>
            <a:xfrm>
              <a:off x="5529560" y="22138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1"/>
            <p:cNvSpPr/>
            <p:nvPr/>
          </p:nvSpPr>
          <p:spPr>
            <a:xfrm>
              <a:off x="5470954" y="17668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2"/>
            <p:cNvSpPr/>
            <p:nvPr/>
          </p:nvSpPr>
          <p:spPr>
            <a:xfrm>
              <a:off x="5277648" y="21706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3"/>
            <p:cNvSpPr/>
            <p:nvPr/>
          </p:nvSpPr>
          <p:spPr>
            <a:xfrm>
              <a:off x="5558154" y="21659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4"/>
            <p:cNvSpPr/>
            <p:nvPr/>
          </p:nvSpPr>
          <p:spPr>
            <a:xfrm>
              <a:off x="5407400" y="22575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5"/>
            <p:cNvSpPr/>
            <p:nvPr/>
          </p:nvSpPr>
          <p:spPr>
            <a:xfrm>
              <a:off x="5691091" y="17798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6"/>
            <p:cNvSpPr/>
            <p:nvPr/>
          </p:nvSpPr>
          <p:spPr>
            <a:xfrm>
              <a:off x="5028879" y="22768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7"/>
            <p:cNvSpPr/>
            <p:nvPr/>
          </p:nvSpPr>
          <p:spPr>
            <a:xfrm>
              <a:off x="5535455" y="21922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8"/>
            <p:cNvSpPr/>
            <p:nvPr/>
          </p:nvSpPr>
          <p:spPr>
            <a:xfrm>
              <a:off x="5509111" y="23615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9"/>
            <p:cNvSpPr/>
            <p:nvPr/>
          </p:nvSpPr>
          <p:spPr>
            <a:xfrm>
              <a:off x="5378269" y="22032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40"/>
            <p:cNvSpPr/>
            <p:nvPr/>
          </p:nvSpPr>
          <p:spPr>
            <a:xfrm>
              <a:off x="5173235" y="27003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1"/>
            <p:cNvSpPr/>
            <p:nvPr/>
          </p:nvSpPr>
          <p:spPr>
            <a:xfrm>
              <a:off x="5724583" y="1959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2"/>
            <p:cNvSpPr/>
            <p:nvPr/>
          </p:nvSpPr>
          <p:spPr>
            <a:xfrm>
              <a:off x="5639052" y="20708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3"/>
            <p:cNvSpPr/>
            <p:nvPr/>
          </p:nvSpPr>
          <p:spPr>
            <a:xfrm>
              <a:off x="5096612" y="25989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4"/>
            <p:cNvSpPr/>
            <p:nvPr/>
          </p:nvSpPr>
          <p:spPr>
            <a:xfrm>
              <a:off x="5465903" y="20477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5"/>
            <p:cNvSpPr/>
            <p:nvPr/>
          </p:nvSpPr>
          <p:spPr>
            <a:xfrm>
              <a:off x="5809221" y="18931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6"/>
            <p:cNvSpPr/>
            <p:nvPr/>
          </p:nvSpPr>
          <p:spPr>
            <a:xfrm>
              <a:off x="5459397" y="20654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7"/>
            <p:cNvSpPr/>
            <p:nvPr/>
          </p:nvSpPr>
          <p:spPr>
            <a:xfrm>
              <a:off x="5306930" y="18807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8"/>
            <p:cNvSpPr/>
            <p:nvPr/>
          </p:nvSpPr>
          <p:spPr>
            <a:xfrm>
              <a:off x="5793950" y="19630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9"/>
            <p:cNvSpPr/>
            <p:nvPr/>
          </p:nvSpPr>
          <p:spPr>
            <a:xfrm>
              <a:off x="5485685" y="21403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50"/>
            <p:cNvSpPr/>
            <p:nvPr/>
          </p:nvSpPr>
          <p:spPr>
            <a:xfrm>
              <a:off x="5694314" y="19603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1"/>
            <p:cNvSpPr/>
            <p:nvPr/>
          </p:nvSpPr>
          <p:spPr>
            <a:xfrm>
              <a:off x="5678010" y="17861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2"/>
            <p:cNvSpPr/>
            <p:nvPr/>
          </p:nvSpPr>
          <p:spPr>
            <a:xfrm>
              <a:off x="5989499" y="20197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3"/>
            <p:cNvSpPr/>
            <p:nvPr/>
          </p:nvSpPr>
          <p:spPr>
            <a:xfrm>
              <a:off x="5495827" y="21401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4"/>
            <p:cNvSpPr/>
            <p:nvPr/>
          </p:nvSpPr>
          <p:spPr>
            <a:xfrm>
              <a:off x="5334190" y="21232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5"/>
            <p:cNvSpPr/>
            <p:nvPr/>
          </p:nvSpPr>
          <p:spPr>
            <a:xfrm>
              <a:off x="5701961" y="19144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6"/>
            <p:cNvSpPr/>
            <p:nvPr/>
          </p:nvSpPr>
          <p:spPr>
            <a:xfrm>
              <a:off x="5717800" y="21475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7"/>
            <p:cNvSpPr/>
            <p:nvPr/>
          </p:nvSpPr>
          <p:spPr>
            <a:xfrm>
              <a:off x="5692936" y="17899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8"/>
            <p:cNvSpPr/>
            <p:nvPr/>
          </p:nvSpPr>
          <p:spPr>
            <a:xfrm>
              <a:off x="5572709" y="21367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9"/>
            <p:cNvSpPr/>
            <p:nvPr/>
          </p:nvSpPr>
          <p:spPr>
            <a:xfrm>
              <a:off x="5620624" y="18576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60"/>
            <p:cNvSpPr/>
            <p:nvPr/>
          </p:nvSpPr>
          <p:spPr>
            <a:xfrm>
              <a:off x="5539903" y="21684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1"/>
            <p:cNvSpPr/>
            <p:nvPr/>
          </p:nvSpPr>
          <p:spPr>
            <a:xfrm>
              <a:off x="5370618" y="21814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2"/>
            <p:cNvSpPr/>
            <p:nvPr/>
          </p:nvSpPr>
          <p:spPr>
            <a:xfrm>
              <a:off x="5040543" y="22555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3"/>
            <p:cNvSpPr/>
            <p:nvPr/>
          </p:nvSpPr>
          <p:spPr>
            <a:xfrm>
              <a:off x="5397787" y="21336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4"/>
            <p:cNvSpPr/>
            <p:nvPr/>
          </p:nvSpPr>
          <p:spPr>
            <a:xfrm>
              <a:off x="5180331" y="26244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5"/>
            <p:cNvSpPr/>
            <p:nvPr/>
          </p:nvSpPr>
          <p:spPr>
            <a:xfrm>
              <a:off x="5306240" y="20223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6"/>
            <p:cNvSpPr/>
            <p:nvPr/>
          </p:nvSpPr>
          <p:spPr>
            <a:xfrm>
              <a:off x="5557106" y="21870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7"/>
            <p:cNvSpPr/>
            <p:nvPr/>
          </p:nvSpPr>
          <p:spPr>
            <a:xfrm>
              <a:off x="5799966" y="20407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8"/>
            <p:cNvSpPr/>
            <p:nvPr/>
          </p:nvSpPr>
          <p:spPr>
            <a:xfrm>
              <a:off x="5439626" y="21840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9"/>
            <p:cNvSpPr/>
            <p:nvPr/>
          </p:nvSpPr>
          <p:spPr>
            <a:xfrm>
              <a:off x="5413222" y="21452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70"/>
            <p:cNvSpPr/>
            <p:nvPr/>
          </p:nvSpPr>
          <p:spPr>
            <a:xfrm>
              <a:off x="5195005" y="22840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1"/>
            <p:cNvSpPr/>
            <p:nvPr/>
          </p:nvSpPr>
          <p:spPr>
            <a:xfrm>
              <a:off x="5374821" y="22582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2"/>
            <p:cNvSpPr/>
            <p:nvPr/>
          </p:nvSpPr>
          <p:spPr>
            <a:xfrm>
              <a:off x="5067174" y="24115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3"/>
            <p:cNvSpPr/>
            <p:nvPr/>
          </p:nvSpPr>
          <p:spPr>
            <a:xfrm>
              <a:off x="5235294" y="20823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4"/>
            <p:cNvSpPr/>
            <p:nvPr/>
          </p:nvSpPr>
          <p:spPr>
            <a:xfrm>
              <a:off x="5235674" y="20830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5"/>
            <p:cNvSpPr/>
            <p:nvPr/>
          </p:nvSpPr>
          <p:spPr>
            <a:xfrm>
              <a:off x="5298122" y="2103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6"/>
            <p:cNvSpPr/>
            <p:nvPr/>
          </p:nvSpPr>
          <p:spPr>
            <a:xfrm>
              <a:off x="4727180" y="29419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7"/>
            <p:cNvSpPr/>
            <p:nvPr/>
          </p:nvSpPr>
          <p:spPr>
            <a:xfrm>
              <a:off x="5431914" y="22801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8"/>
            <p:cNvSpPr/>
            <p:nvPr/>
          </p:nvSpPr>
          <p:spPr>
            <a:xfrm>
              <a:off x="5650246" y="20495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9"/>
            <p:cNvSpPr/>
            <p:nvPr/>
          </p:nvSpPr>
          <p:spPr>
            <a:xfrm>
              <a:off x="5109517" y="13846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80"/>
            <p:cNvSpPr/>
            <p:nvPr/>
          </p:nvSpPr>
          <p:spPr>
            <a:xfrm>
              <a:off x="5734466" y="18069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1"/>
            <p:cNvSpPr/>
            <p:nvPr/>
          </p:nvSpPr>
          <p:spPr>
            <a:xfrm>
              <a:off x="5008605" y="24274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2"/>
            <p:cNvSpPr/>
            <p:nvPr/>
          </p:nvSpPr>
          <p:spPr>
            <a:xfrm>
              <a:off x="5370855" y="22191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3"/>
            <p:cNvSpPr/>
            <p:nvPr/>
          </p:nvSpPr>
          <p:spPr>
            <a:xfrm>
              <a:off x="5839758" y="18156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4"/>
            <p:cNvSpPr/>
            <p:nvPr/>
          </p:nvSpPr>
          <p:spPr>
            <a:xfrm>
              <a:off x="4909105" y="28259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5"/>
            <p:cNvSpPr/>
            <p:nvPr/>
          </p:nvSpPr>
          <p:spPr>
            <a:xfrm>
              <a:off x="5659665" y="20564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6"/>
            <p:cNvSpPr/>
            <p:nvPr/>
          </p:nvSpPr>
          <p:spPr>
            <a:xfrm>
              <a:off x="5827451" y="19704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7"/>
            <p:cNvSpPr/>
            <p:nvPr/>
          </p:nvSpPr>
          <p:spPr>
            <a:xfrm>
              <a:off x="5312185" y="20706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8"/>
            <p:cNvSpPr/>
            <p:nvPr/>
          </p:nvSpPr>
          <p:spPr>
            <a:xfrm>
              <a:off x="5729068" y="17212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9"/>
            <p:cNvSpPr/>
            <p:nvPr/>
          </p:nvSpPr>
          <p:spPr>
            <a:xfrm>
              <a:off x="5295359" y="22475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90"/>
            <p:cNvSpPr/>
            <p:nvPr/>
          </p:nvSpPr>
          <p:spPr>
            <a:xfrm>
              <a:off x="5859668" y="16520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1"/>
            <p:cNvSpPr/>
            <p:nvPr/>
          </p:nvSpPr>
          <p:spPr>
            <a:xfrm>
              <a:off x="5779803" y="19192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2"/>
            <p:cNvSpPr/>
            <p:nvPr/>
          </p:nvSpPr>
          <p:spPr>
            <a:xfrm>
              <a:off x="5494076" y="19404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3"/>
            <p:cNvSpPr/>
            <p:nvPr/>
          </p:nvSpPr>
          <p:spPr>
            <a:xfrm>
              <a:off x="5453996" y="22630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4"/>
            <p:cNvSpPr/>
            <p:nvPr/>
          </p:nvSpPr>
          <p:spPr>
            <a:xfrm>
              <a:off x="5138265" y="26409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5"/>
            <p:cNvSpPr/>
            <p:nvPr/>
          </p:nvSpPr>
          <p:spPr>
            <a:xfrm>
              <a:off x="5439882" y="22082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6"/>
            <p:cNvSpPr/>
            <p:nvPr/>
          </p:nvSpPr>
          <p:spPr>
            <a:xfrm>
              <a:off x="5145320" y="25338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7"/>
            <p:cNvSpPr/>
            <p:nvPr/>
          </p:nvSpPr>
          <p:spPr>
            <a:xfrm>
              <a:off x="5356684" y="21742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8"/>
            <p:cNvSpPr/>
            <p:nvPr/>
          </p:nvSpPr>
          <p:spPr>
            <a:xfrm>
              <a:off x="5141148" y="25748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9"/>
            <p:cNvSpPr/>
            <p:nvPr/>
          </p:nvSpPr>
          <p:spPr>
            <a:xfrm>
              <a:off x="5281016" y="22311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900"/>
            <p:cNvSpPr/>
            <p:nvPr/>
          </p:nvSpPr>
          <p:spPr>
            <a:xfrm>
              <a:off x="5103845" y="22599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1"/>
            <p:cNvSpPr/>
            <p:nvPr/>
          </p:nvSpPr>
          <p:spPr>
            <a:xfrm>
              <a:off x="5050753" y="21719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2"/>
            <p:cNvSpPr/>
            <p:nvPr/>
          </p:nvSpPr>
          <p:spPr>
            <a:xfrm>
              <a:off x="5008133" y="23022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3"/>
            <p:cNvSpPr/>
            <p:nvPr/>
          </p:nvSpPr>
          <p:spPr>
            <a:xfrm>
              <a:off x="5701503" y="20333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4"/>
            <p:cNvSpPr/>
            <p:nvPr/>
          </p:nvSpPr>
          <p:spPr>
            <a:xfrm>
              <a:off x="5790733" y="20877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5"/>
            <p:cNvSpPr/>
            <p:nvPr/>
          </p:nvSpPr>
          <p:spPr>
            <a:xfrm>
              <a:off x="5152088" y="2634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6"/>
            <p:cNvSpPr/>
            <p:nvPr/>
          </p:nvSpPr>
          <p:spPr>
            <a:xfrm>
              <a:off x="5290576" y="21192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7"/>
            <p:cNvSpPr/>
            <p:nvPr/>
          </p:nvSpPr>
          <p:spPr>
            <a:xfrm>
              <a:off x="5867859" y="16927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8"/>
            <p:cNvSpPr/>
            <p:nvPr/>
          </p:nvSpPr>
          <p:spPr>
            <a:xfrm>
              <a:off x="5418722" y="21947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9"/>
            <p:cNvSpPr/>
            <p:nvPr/>
          </p:nvSpPr>
          <p:spPr>
            <a:xfrm>
              <a:off x="5420815" y="22208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10"/>
            <p:cNvSpPr/>
            <p:nvPr/>
          </p:nvSpPr>
          <p:spPr>
            <a:xfrm>
              <a:off x="5718157" y="20787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1"/>
            <p:cNvSpPr/>
            <p:nvPr/>
          </p:nvSpPr>
          <p:spPr>
            <a:xfrm>
              <a:off x="5799124" y="17829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2"/>
            <p:cNvSpPr/>
            <p:nvPr/>
          </p:nvSpPr>
          <p:spPr>
            <a:xfrm>
              <a:off x="5061390" y="22598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3"/>
            <p:cNvSpPr/>
            <p:nvPr/>
          </p:nvSpPr>
          <p:spPr>
            <a:xfrm>
              <a:off x="5147079" y="26052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4"/>
            <p:cNvSpPr/>
            <p:nvPr/>
          </p:nvSpPr>
          <p:spPr>
            <a:xfrm>
              <a:off x="5211552" y="21404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5"/>
            <p:cNvSpPr/>
            <p:nvPr/>
          </p:nvSpPr>
          <p:spPr>
            <a:xfrm>
              <a:off x="5028432" y="25245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6"/>
            <p:cNvSpPr/>
            <p:nvPr/>
          </p:nvSpPr>
          <p:spPr>
            <a:xfrm>
              <a:off x="5183876" y="25656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7"/>
            <p:cNvSpPr/>
            <p:nvPr/>
          </p:nvSpPr>
          <p:spPr>
            <a:xfrm>
              <a:off x="5463873" y="20083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8"/>
            <p:cNvSpPr/>
            <p:nvPr/>
          </p:nvSpPr>
          <p:spPr>
            <a:xfrm>
              <a:off x="4934061" y="20204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9"/>
            <p:cNvSpPr/>
            <p:nvPr/>
          </p:nvSpPr>
          <p:spPr>
            <a:xfrm>
              <a:off x="5554233" y="22127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20"/>
            <p:cNvSpPr/>
            <p:nvPr/>
          </p:nvSpPr>
          <p:spPr>
            <a:xfrm>
              <a:off x="5719743" y="17962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1"/>
            <p:cNvSpPr/>
            <p:nvPr/>
          </p:nvSpPr>
          <p:spPr>
            <a:xfrm>
              <a:off x="5777079" y="18436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2"/>
            <p:cNvSpPr/>
            <p:nvPr/>
          </p:nvSpPr>
          <p:spPr>
            <a:xfrm>
              <a:off x="5556291" y="22175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3"/>
            <p:cNvSpPr/>
            <p:nvPr/>
          </p:nvSpPr>
          <p:spPr>
            <a:xfrm>
              <a:off x="5666380" y="19842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4"/>
            <p:cNvSpPr/>
            <p:nvPr/>
          </p:nvSpPr>
          <p:spPr>
            <a:xfrm>
              <a:off x="4738794" y="25826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5"/>
            <p:cNvSpPr/>
            <p:nvPr/>
          </p:nvSpPr>
          <p:spPr>
            <a:xfrm>
              <a:off x="5311710" y="22080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6"/>
            <p:cNvSpPr/>
            <p:nvPr/>
          </p:nvSpPr>
          <p:spPr>
            <a:xfrm>
              <a:off x="5321677" y="21201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7"/>
            <p:cNvSpPr/>
            <p:nvPr/>
          </p:nvSpPr>
          <p:spPr>
            <a:xfrm>
              <a:off x="5501872" y="22884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8"/>
            <p:cNvSpPr/>
            <p:nvPr/>
          </p:nvSpPr>
          <p:spPr>
            <a:xfrm>
              <a:off x="5274446" y="21747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9"/>
            <p:cNvSpPr/>
            <p:nvPr/>
          </p:nvSpPr>
          <p:spPr>
            <a:xfrm>
              <a:off x="5567011" y="21800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30"/>
            <p:cNvSpPr/>
            <p:nvPr/>
          </p:nvSpPr>
          <p:spPr>
            <a:xfrm>
              <a:off x="5487614" y="19899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1"/>
            <p:cNvSpPr/>
            <p:nvPr/>
          </p:nvSpPr>
          <p:spPr>
            <a:xfrm>
              <a:off x="4931649" y="20475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2"/>
            <p:cNvSpPr/>
            <p:nvPr/>
          </p:nvSpPr>
          <p:spPr>
            <a:xfrm>
              <a:off x="5804501" y="19287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3"/>
            <p:cNvSpPr/>
            <p:nvPr/>
          </p:nvSpPr>
          <p:spPr>
            <a:xfrm>
              <a:off x="5822756" y="19461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4"/>
            <p:cNvSpPr/>
            <p:nvPr/>
          </p:nvSpPr>
          <p:spPr>
            <a:xfrm>
              <a:off x="5104076" y="22405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5"/>
            <p:cNvSpPr/>
            <p:nvPr/>
          </p:nvSpPr>
          <p:spPr>
            <a:xfrm>
              <a:off x="5519798" y="22305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6"/>
            <p:cNvSpPr/>
            <p:nvPr/>
          </p:nvSpPr>
          <p:spPr>
            <a:xfrm>
              <a:off x="5352934" y="21954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7"/>
            <p:cNvSpPr/>
            <p:nvPr/>
          </p:nvSpPr>
          <p:spPr>
            <a:xfrm>
              <a:off x="5454455" y="2236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8"/>
            <p:cNvSpPr/>
            <p:nvPr/>
          </p:nvSpPr>
          <p:spPr>
            <a:xfrm>
              <a:off x="5540940" y="22523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9"/>
            <p:cNvSpPr/>
            <p:nvPr/>
          </p:nvSpPr>
          <p:spPr>
            <a:xfrm>
              <a:off x="5377361" y="22430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40"/>
            <p:cNvSpPr/>
            <p:nvPr/>
          </p:nvSpPr>
          <p:spPr>
            <a:xfrm>
              <a:off x="4973017" y="25140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1"/>
            <p:cNvSpPr/>
            <p:nvPr/>
          </p:nvSpPr>
          <p:spPr>
            <a:xfrm>
              <a:off x="5593715" y="22651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2"/>
            <p:cNvSpPr/>
            <p:nvPr/>
          </p:nvSpPr>
          <p:spPr>
            <a:xfrm>
              <a:off x="5399139" y="20978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3"/>
            <p:cNvSpPr/>
            <p:nvPr/>
          </p:nvSpPr>
          <p:spPr>
            <a:xfrm>
              <a:off x="5385533" y="21411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4"/>
            <p:cNvSpPr/>
            <p:nvPr/>
          </p:nvSpPr>
          <p:spPr>
            <a:xfrm>
              <a:off x="5363910" y="22448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5"/>
            <p:cNvSpPr/>
            <p:nvPr/>
          </p:nvSpPr>
          <p:spPr>
            <a:xfrm>
              <a:off x="5360566" y="22060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6"/>
            <p:cNvSpPr/>
            <p:nvPr/>
          </p:nvSpPr>
          <p:spPr>
            <a:xfrm>
              <a:off x="5509110" y="22211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7"/>
            <p:cNvSpPr/>
            <p:nvPr/>
          </p:nvSpPr>
          <p:spPr>
            <a:xfrm>
              <a:off x="5640473" y="20184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8"/>
            <p:cNvSpPr/>
            <p:nvPr/>
          </p:nvSpPr>
          <p:spPr>
            <a:xfrm>
              <a:off x="5185983" y="24212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9"/>
            <p:cNvSpPr/>
            <p:nvPr/>
          </p:nvSpPr>
          <p:spPr>
            <a:xfrm>
              <a:off x="5441023" y="2247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50"/>
            <p:cNvSpPr/>
            <p:nvPr/>
          </p:nvSpPr>
          <p:spPr>
            <a:xfrm>
              <a:off x="5459368" y="20852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1"/>
            <p:cNvSpPr/>
            <p:nvPr/>
          </p:nvSpPr>
          <p:spPr>
            <a:xfrm>
              <a:off x="5702483" y="19947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2"/>
            <p:cNvSpPr/>
            <p:nvPr/>
          </p:nvSpPr>
          <p:spPr>
            <a:xfrm>
              <a:off x="5440667" y="22186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3"/>
            <p:cNvSpPr/>
            <p:nvPr/>
          </p:nvSpPr>
          <p:spPr>
            <a:xfrm>
              <a:off x="5353171" y="22091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4"/>
            <p:cNvSpPr/>
            <p:nvPr/>
          </p:nvSpPr>
          <p:spPr>
            <a:xfrm>
              <a:off x="5145073" y="24872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5"/>
            <p:cNvSpPr/>
            <p:nvPr/>
          </p:nvSpPr>
          <p:spPr>
            <a:xfrm>
              <a:off x="5384829" y="21340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6"/>
            <p:cNvSpPr/>
            <p:nvPr/>
          </p:nvSpPr>
          <p:spPr>
            <a:xfrm>
              <a:off x="5506750" y="23432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7"/>
            <p:cNvSpPr/>
            <p:nvPr/>
          </p:nvSpPr>
          <p:spPr>
            <a:xfrm>
              <a:off x="5397554" y="21238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8"/>
            <p:cNvSpPr/>
            <p:nvPr/>
          </p:nvSpPr>
          <p:spPr>
            <a:xfrm>
              <a:off x="5319539" y="21436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9"/>
            <p:cNvSpPr/>
            <p:nvPr/>
          </p:nvSpPr>
          <p:spPr>
            <a:xfrm>
              <a:off x="5293779" y="21683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60"/>
            <p:cNvSpPr/>
            <p:nvPr/>
          </p:nvSpPr>
          <p:spPr>
            <a:xfrm>
              <a:off x="5388089" y="20326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1"/>
            <p:cNvSpPr/>
            <p:nvPr/>
          </p:nvSpPr>
          <p:spPr>
            <a:xfrm>
              <a:off x="5495100" y="20687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2"/>
            <p:cNvSpPr/>
            <p:nvPr/>
          </p:nvSpPr>
          <p:spPr>
            <a:xfrm>
              <a:off x="5348443" y="22422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3"/>
            <p:cNvSpPr/>
            <p:nvPr/>
          </p:nvSpPr>
          <p:spPr>
            <a:xfrm>
              <a:off x="5542131" y="19680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4"/>
            <p:cNvSpPr/>
            <p:nvPr/>
          </p:nvSpPr>
          <p:spPr>
            <a:xfrm>
              <a:off x="5134961" y="26180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5"/>
            <p:cNvSpPr/>
            <p:nvPr/>
          </p:nvSpPr>
          <p:spPr>
            <a:xfrm>
              <a:off x="5932283" y="19022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6"/>
            <p:cNvSpPr/>
            <p:nvPr/>
          </p:nvSpPr>
          <p:spPr>
            <a:xfrm>
              <a:off x="5124989" y="26045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7"/>
            <p:cNvSpPr/>
            <p:nvPr/>
          </p:nvSpPr>
          <p:spPr>
            <a:xfrm>
              <a:off x="5271734" y="20739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8"/>
            <p:cNvSpPr/>
            <p:nvPr/>
          </p:nvSpPr>
          <p:spPr>
            <a:xfrm>
              <a:off x="5775202" y="19509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9"/>
            <p:cNvSpPr/>
            <p:nvPr/>
          </p:nvSpPr>
          <p:spPr>
            <a:xfrm>
              <a:off x="5738905" y="17429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70"/>
            <p:cNvSpPr/>
            <p:nvPr/>
          </p:nvSpPr>
          <p:spPr>
            <a:xfrm>
              <a:off x="5762997" y="17665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1"/>
            <p:cNvSpPr/>
            <p:nvPr/>
          </p:nvSpPr>
          <p:spPr>
            <a:xfrm>
              <a:off x="5008764" y="27519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2"/>
            <p:cNvSpPr/>
            <p:nvPr/>
          </p:nvSpPr>
          <p:spPr>
            <a:xfrm>
              <a:off x="5122255" y="26238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3"/>
            <p:cNvSpPr/>
            <p:nvPr/>
          </p:nvSpPr>
          <p:spPr>
            <a:xfrm>
              <a:off x="5689152" y="17323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4"/>
            <p:cNvSpPr/>
            <p:nvPr/>
          </p:nvSpPr>
          <p:spPr>
            <a:xfrm>
              <a:off x="5589497" y="20779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5"/>
            <p:cNvSpPr/>
            <p:nvPr/>
          </p:nvSpPr>
          <p:spPr>
            <a:xfrm>
              <a:off x="5522030" y="22074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6"/>
            <p:cNvSpPr/>
            <p:nvPr/>
          </p:nvSpPr>
          <p:spPr>
            <a:xfrm>
              <a:off x="5220916" y="21790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7"/>
            <p:cNvSpPr/>
            <p:nvPr/>
          </p:nvSpPr>
          <p:spPr>
            <a:xfrm>
              <a:off x="5402503" y="2233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8"/>
            <p:cNvSpPr/>
            <p:nvPr/>
          </p:nvSpPr>
          <p:spPr>
            <a:xfrm>
              <a:off x="5305519" y="19735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9"/>
            <p:cNvSpPr/>
            <p:nvPr/>
          </p:nvSpPr>
          <p:spPr>
            <a:xfrm>
              <a:off x="5299448" y="20956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80"/>
            <p:cNvSpPr/>
            <p:nvPr/>
          </p:nvSpPr>
          <p:spPr>
            <a:xfrm>
              <a:off x="4723678" y="25433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1"/>
            <p:cNvSpPr/>
            <p:nvPr/>
          </p:nvSpPr>
          <p:spPr>
            <a:xfrm>
              <a:off x="5784208" y="20228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2"/>
            <p:cNvSpPr/>
            <p:nvPr/>
          </p:nvSpPr>
          <p:spPr>
            <a:xfrm>
              <a:off x="5411706" y="22412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3"/>
            <p:cNvSpPr/>
            <p:nvPr/>
          </p:nvSpPr>
          <p:spPr>
            <a:xfrm>
              <a:off x="5733240" y="19210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4"/>
            <p:cNvSpPr/>
            <p:nvPr/>
          </p:nvSpPr>
          <p:spPr>
            <a:xfrm>
              <a:off x="5123306" y="2615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5"/>
            <p:cNvSpPr/>
            <p:nvPr/>
          </p:nvSpPr>
          <p:spPr>
            <a:xfrm>
              <a:off x="5222160" y="20484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6"/>
            <p:cNvSpPr/>
            <p:nvPr/>
          </p:nvSpPr>
          <p:spPr>
            <a:xfrm>
              <a:off x="5225743" y="20350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7"/>
            <p:cNvSpPr/>
            <p:nvPr/>
          </p:nvSpPr>
          <p:spPr>
            <a:xfrm>
              <a:off x="5068160" y="27122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8"/>
            <p:cNvSpPr/>
            <p:nvPr/>
          </p:nvSpPr>
          <p:spPr>
            <a:xfrm>
              <a:off x="5506073" y="23187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9"/>
            <p:cNvSpPr/>
            <p:nvPr/>
          </p:nvSpPr>
          <p:spPr>
            <a:xfrm>
              <a:off x="5583682" y="22721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90"/>
            <p:cNvSpPr/>
            <p:nvPr/>
          </p:nvSpPr>
          <p:spPr>
            <a:xfrm>
              <a:off x="5508236" y="22925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1"/>
            <p:cNvSpPr/>
            <p:nvPr/>
          </p:nvSpPr>
          <p:spPr>
            <a:xfrm>
              <a:off x="5631270" y="20966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2"/>
            <p:cNvSpPr/>
            <p:nvPr/>
          </p:nvSpPr>
          <p:spPr>
            <a:xfrm>
              <a:off x="5028733" y="23678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3"/>
            <p:cNvSpPr/>
            <p:nvPr/>
          </p:nvSpPr>
          <p:spPr>
            <a:xfrm>
              <a:off x="5600266" y="19395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4"/>
            <p:cNvSpPr/>
            <p:nvPr/>
          </p:nvSpPr>
          <p:spPr>
            <a:xfrm>
              <a:off x="5256006" y="20303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5"/>
            <p:cNvSpPr/>
            <p:nvPr/>
          </p:nvSpPr>
          <p:spPr>
            <a:xfrm>
              <a:off x="5308873" y="20030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6"/>
            <p:cNvSpPr/>
            <p:nvPr/>
          </p:nvSpPr>
          <p:spPr>
            <a:xfrm>
              <a:off x="5630269" y="21464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7"/>
            <p:cNvSpPr/>
            <p:nvPr/>
          </p:nvSpPr>
          <p:spPr>
            <a:xfrm>
              <a:off x="5663996" y="19051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8"/>
            <p:cNvSpPr/>
            <p:nvPr/>
          </p:nvSpPr>
          <p:spPr>
            <a:xfrm>
              <a:off x="5548718" y="21624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9"/>
            <p:cNvSpPr/>
            <p:nvPr/>
          </p:nvSpPr>
          <p:spPr>
            <a:xfrm>
              <a:off x="5486276" y="20264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3000"/>
            <p:cNvSpPr/>
            <p:nvPr/>
          </p:nvSpPr>
          <p:spPr>
            <a:xfrm>
              <a:off x="5349656" y="21895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1"/>
            <p:cNvSpPr/>
            <p:nvPr/>
          </p:nvSpPr>
          <p:spPr>
            <a:xfrm>
              <a:off x="5116215" y="2529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2"/>
            <p:cNvSpPr/>
            <p:nvPr/>
          </p:nvSpPr>
          <p:spPr>
            <a:xfrm>
              <a:off x="5302236" y="22319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3"/>
            <p:cNvSpPr/>
            <p:nvPr/>
          </p:nvSpPr>
          <p:spPr>
            <a:xfrm>
              <a:off x="5016454" y="26856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4"/>
            <p:cNvSpPr/>
            <p:nvPr/>
          </p:nvSpPr>
          <p:spPr>
            <a:xfrm>
              <a:off x="5227852" y="21421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5"/>
            <p:cNvSpPr/>
            <p:nvPr/>
          </p:nvSpPr>
          <p:spPr>
            <a:xfrm>
              <a:off x="5375426" y="22284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6"/>
            <p:cNvSpPr/>
            <p:nvPr/>
          </p:nvSpPr>
          <p:spPr>
            <a:xfrm>
              <a:off x="5639700" y="2007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7"/>
            <p:cNvSpPr/>
            <p:nvPr/>
          </p:nvSpPr>
          <p:spPr>
            <a:xfrm>
              <a:off x="4898504" y="26662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8"/>
            <p:cNvSpPr/>
            <p:nvPr/>
          </p:nvSpPr>
          <p:spPr>
            <a:xfrm>
              <a:off x="5411830" y="21194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9"/>
            <p:cNvSpPr/>
            <p:nvPr/>
          </p:nvSpPr>
          <p:spPr>
            <a:xfrm>
              <a:off x="5398611" y="21403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10"/>
            <p:cNvSpPr/>
            <p:nvPr/>
          </p:nvSpPr>
          <p:spPr>
            <a:xfrm>
              <a:off x="5549352" y="22984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1"/>
            <p:cNvSpPr/>
            <p:nvPr/>
          </p:nvSpPr>
          <p:spPr>
            <a:xfrm>
              <a:off x="5391068" y="21834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2"/>
            <p:cNvSpPr/>
            <p:nvPr/>
          </p:nvSpPr>
          <p:spPr>
            <a:xfrm>
              <a:off x="5267398" y="22700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3"/>
            <p:cNvSpPr/>
            <p:nvPr/>
          </p:nvSpPr>
          <p:spPr>
            <a:xfrm>
              <a:off x="5625784" y="20292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4"/>
            <p:cNvSpPr/>
            <p:nvPr/>
          </p:nvSpPr>
          <p:spPr>
            <a:xfrm>
              <a:off x="5123543" y="26090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5"/>
            <p:cNvSpPr/>
            <p:nvPr/>
          </p:nvSpPr>
          <p:spPr>
            <a:xfrm>
              <a:off x="5187743" y="24884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6"/>
            <p:cNvSpPr/>
            <p:nvPr/>
          </p:nvSpPr>
          <p:spPr>
            <a:xfrm>
              <a:off x="5280864" y="22753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7"/>
            <p:cNvSpPr/>
            <p:nvPr/>
          </p:nvSpPr>
          <p:spPr>
            <a:xfrm>
              <a:off x="4951144" y="21365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8"/>
            <p:cNvSpPr/>
            <p:nvPr/>
          </p:nvSpPr>
          <p:spPr>
            <a:xfrm>
              <a:off x="5095783" y="25361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9"/>
            <p:cNvSpPr/>
            <p:nvPr/>
          </p:nvSpPr>
          <p:spPr>
            <a:xfrm>
              <a:off x="5241638" y="21417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20"/>
            <p:cNvSpPr/>
            <p:nvPr/>
          </p:nvSpPr>
          <p:spPr>
            <a:xfrm>
              <a:off x="5107377" y="1727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1"/>
            <p:cNvSpPr/>
            <p:nvPr/>
          </p:nvSpPr>
          <p:spPr>
            <a:xfrm>
              <a:off x="5621749" y="18982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2"/>
            <p:cNvSpPr/>
            <p:nvPr/>
          </p:nvSpPr>
          <p:spPr>
            <a:xfrm>
              <a:off x="4927912" y="17302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3"/>
            <p:cNvSpPr/>
            <p:nvPr/>
          </p:nvSpPr>
          <p:spPr>
            <a:xfrm>
              <a:off x="5356419" y="21423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4"/>
            <p:cNvSpPr/>
            <p:nvPr/>
          </p:nvSpPr>
          <p:spPr>
            <a:xfrm>
              <a:off x="5629696" y="21270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5"/>
            <p:cNvSpPr/>
            <p:nvPr/>
          </p:nvSpPr>
          <p:spPr>
            <a:xfrm>
              <a:off x="5309477" y="20345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6"/>
            <p:cNvSpPr/>
            <p:nvPr/>
          </p:nvSpPr>
          <p:spPr>
            <a:xfrm>
              <a:off x="5275623" y="22020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7"/>
            <p:cNvSpPr/>
            <p:nvPr/>
          </p:nvSpPr>
          <p:spPr>
            <a:xfrm>
              <a:off x="5188045" y="24191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8"/>
            <p:cNvSpPr/>
            <p:nvPr/>
          </p:nvSpPr>
          <p:spPr>
            <a:xfrm>
              <a:off x="5371548" y="22221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9"/>
            <p:cNvSpPr/>
            <p:nvPr/>
          </p:nvSpPr>
          <p:spPr>
            <a:xfrm>
              <a:off x="5522004" y="21251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30"/>
            <p:cNvSpPr/>
            <p:nvPr/>
          </p:nvSpPr>
          <p:spPr>
            <a:xfrm>
              <a:off x="5471813" y="19520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1"/>
            <p:cNvSpPr/>
            <p:nvPr/>
          </p:nvSpPr>
          <p:spPr>
            <a:xfrm>
              <a:off x="5387109" y="21746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2"/>
            <p:cNvSpPr/>
            <p:nvPr/>
          </p:nvSpPr>
          <p:spPr>
            <a:xfrm>
              <a:off x="5724495" y="18281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3"/>
            <p:cNvSpPr/>
            <p:nvPr/>
          </p:nvSpPr>
          <p:spPr>
            <a:xfrm>
              <a:off x="5028167" y="22023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4"/>
            <p:cNvSpPr/>
            <p:nvPr/>
          </p:nvSpPr>
          <p:spPr>
            <a:xfrm>
              <a:off x="5580062" y="22581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5"/>
            <p:cNvSpPr/>
            <p:nvPr/>
          </p:nvSpPr>
          <p:spPr>
            <a:xfrm>
              <a:off x="5152247" y="27627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6"/>
            <p:cNvSpPr/>
            <p:nvPr/>
          </p:nvSpPr>
          <p:spPr>
            <a:xfrm>
              <a:off x="5500130" y="23363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7"/>
            <p:cNvSpPr/>
            <p:nvPr/>
          </p:nvSpPr>
          <p:spPr>
            <a:xfrm>
              <a:off x="5350954" y="21506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8"/>
            <p:cNvSpPr/>
            <p:nvPr/>
          </p:nvSpPr>
          <p:spPr>
            <a:xfrm>
              <a:off x="5510970" y="21476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9"/>
            <p:cNvSpPr/>
            <p:nvPr/>
          </p:nvSpPr>
          <p:spPr>
            <a:xfrm>
              <a:off x="5456666" y="20444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40"/>
            <p:cNvSpPr/>
            <p:nvPr/>
          </p:nvSpPr>
          <p:spPr>
            <a:xfrm>
              <a:off x="5403953" y="23079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1"/>
            <p:cNvSpPr/>
            <p:nvPr/>
          </p:nvSpPr>
          <p:spPr>
            <a:xfrm>
              <a:off x="5519216" y="22257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2"/>
            <p:cNvSpPr/>
            <p:nvPr/>
          </p:nvSpPr>
          <p:spPr>
            <a:xfrm>
              <a:off x="5545187" y="21360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3"/>
            <p:cNvSpPr/>
            <p:nvPr/>
          </p:nvSpPr>
          <p:spPr>
            <a:xfrm>
              <a:off x="5235075" y="21033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4"/>
            <p:cNvSpPr/>
            <p:nvPr/>
          </p:nvSpPr>
          <p:spPr>
            <a:xfrm>
              <a:off x="5260403" y="2223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5"/>
            <p:cNvSpPr/>
            <p:nvPr/>
          </p:nvSpPr>
          <p:spPr>
            <a:xfrm>
              <a:off x="5453840" y="2171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6"/>
            <p:cNvSpPr/>
            <p:nvPr/>
          </p:nvSpPr>
          <p:spPr>
            <a:xfrm>
              <a:off x="5138247" y="27080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7"/>
            <p:cNvSpPr/>
            <p:nvPr/>
          </p:nvSpPr>
          <p:spPr>
            <a:xfrm>
              <a:off x="5558873" y="2235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8"/>
            <p:cNvSpPr/>
            <p:nvPr/>
          </p:nvSpPr>
          <p:spPr>
            <a:xfrm>
              <a:off x="5441739" y="22820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9"/>
            <p:cNvSpPr/>
            <p:nvPr/>
          </p:nvSpPr>
          <p:spPr>
            <a:xfrm>
              <a:off x="5479142" y="20331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50"/>
            <p:cNvSpPr/>
            <p:nvPr/>
          </p:nvSpPr>
          <p:spPr>
            <a:xfrm>
              <a:off x="5574240" y="21746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1"/>
            <p:cNvSpPr/>
            <p:nvPr/>
          </p:nvSpPr>
          <p:spPr>
            <a:xfrm>
              <a:off x="5745955" y="20457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2"/>
            <p:cNvSpPr/>
            <p:nvPr/>
          </p:nvSpPr>
          <p:spPr>
            <a:xfrm>
              <a:off x="5216541" y="21771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3"/>
            <p:cNvSpPr/>
            <p:nvPr/>
          </p:nvSpPr>
          <p:spPr>
            <a:xfrm>
              <a:off x="4799469" y="24774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4"/>
            <p:cNvSpPr/>
            <p:nvPr/>
          </p:nvSpPr>
          <p:spPr>
            <a:xfrm>
              <a:off x="5438658" y="22911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5"/>
            <p:cNvSpPr/>
            <p:nvPr/>
          </p:nvSpPr>
          <p:spPr>
            <a:xfrm>
              <a:off x="5969712" y="19585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6"/>
            <p:cNvSpPr/>
            <p:nvPr/>
          </p:nvSpPr>
          <p:spPr>
            <a:xfrm>
              <a:off x="5774043" y="19279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7"/>
            <p:cNvSpPr/>
            <p:nvPr/>
          </p:nvSpPr>
          <p:spPr>
            <a:xfrm>
              <a:off x="6031640" y="21562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8"/>
            <p:cNvSpPr/>
            <p:nvPr/>
          </p:nvSpPr>
          <p:spPr>
            <a:xfrm>
              <a:off x="5002677" y="2650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9"/>
            <p:cNvSpPr/>
            <p:nvPr/>
          </p:nvSpPr>
          <p:spPr>
            <a:xfrm>
              <a:off x="5859582" y="21464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60"/>
            <p:cNvSpPr/>
            <p:nvPr/>
          </p:nvSpPr>
          <p:spPr>
            <a:xfrm>
              <a:off x="5363548" y="23089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1"/>
            <p:cNvSpPr/>
            <p:nvPr/>
          </p:nvSpPr>
          <p:spPr>
            <a:xfrm>
              <a:off x="5415234" y="21335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2"/>
            <p:cNvSpPr/>
            <p:nvPr/>
          </p:nvSpPr>
          <p:spPr>
            <a:xfrm>
              <a:off x="5424325" y="21387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3"/>
            <p:cNvSpPr/>
            <p:nvPr/>
          </p:nvSpPr>
          <p:spPr>
            <a:xfrm>
              <a:off x="5399973" y="21026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4"/>
            <p:cNvSpPr/>
            <p:nvPr/>
          </p:nvSpPr>
          <p:spPr>
            <a:xfrm>
              <a:off x="5703456" y="18703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5"/>
            <p:cNvSpPr/>
            <p:nvPr/>
          </p:nvSpPr>
          <p:spPr>
            <a:xfrm>
              <a:off x="4940594" y="19590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6"/>
            <p:cNvSpPr/>
            <p:nvPr/>
          </p:nvSpPr>
          <p:spPr>
            <a:xfrm>
              <a:off x="5349221" y="22439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7"/>
            <p:cNvSpPr/>
            <p:nvPr/>
          </p:nvSpPr>
          <p:spPr>
            <a:xfrm>
              <a:off x="5377330" y="22208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8"/>
            <p:cNvSpPr/>
            <p:nvPr/>
          </p:nvSpPr>
          <p:spPr>
            <a:xfrm>
              <a:off x="5249853" y="2055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9"/>
            <p:cNvSpPr/>
            <p:nvPr/>
          </p:nvSpPr>
          <p:spPr>
            <a:xfrm>
              <a:off x="5553500" y="21477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70"/>
            <p:cNvSpPr/>
            <p:nvPr/>
          </p:nvSpPr>
          <p:spPr>
            <a:xfrm>
              <a:off x="5114418" y="21403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1"/>
            <p:cNvSpPr/>
            <p:nvPr/>
          </p:nvSpPr>
          <p:spPr>
            <a:xfrm>
              <a:off x="5096952" y="24415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2"/>
            <p:cNvSpPr/>
            <p:nvPr/>
          </p:nvSpPr>
          <p:spPr>
            <a:xfrm>
              <a:off x="5654562" y="19791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3"/>
            <p:cNvSpPr/>
            <p:nvPr/>
          </p:nvSpPr>
          <p:spPr>
            <a:xfrm>
              <a:off x="5602956" y="20909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4"/>
            <p:cNvSpPr/>
            <p:nvPr/>
          </p:nvSpPr>
          <p:spPr>
            <a:xfrm>
              <a:off x="5686001" y="16447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5"/>
            <p:cNvSpPr/>
            <p:nvPr/>
          </p:nvSpPr>
          <p:spPr>
            <a:xfrm>
              <a:off x="5702431" y="19528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6"/>
            <p:cNvSpPr/>
            <p:nvPr/>
          </p:nvSpPr>
          <p:spPr>
            <a:xfrm>
              <a:off x="5518038" y="2188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7"/>
            <p:cNvSpPr/>
            <p:nvPr/>
          </p:nvSpPr>
          <p:spPr>
            <a:xfrm>
              <a:off x="5236046" y="2190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8"/>
            <p:cNvSpPr/>
            <p:nvPr/>
          </p:nvSpPr>
          <p:spPr>
            <a:xfrm>
              <a:off x="5342305" y="22184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9"/>
            <p:cNvSpPr/>
            <p:nvPr/>
          </p:nvSpPr>
          <p:spPr>
            <a:xfrm>
              <a:off x="5357527" y="2103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80"/>
            <p:cNvSpPr/>
            <p:nvPr/>
          </p:nvSpPr>
          <p:spPr>
            <a:xfrm>
              <a:off x="5416765" y="21516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1"/>
            <p:cNvSpPr/>
            <p:nvPr/>
          </p:nvSpPr>
          <p:spPr>
            <a:xfrm>
              <a:off x="5322790" y="21440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2"/>
            <p:cNvSpPr/>
            <p:nvPr/>
          </p:nvSpPr>
          <p:spPr>
            <a:xfrm>
              <a:off x="5290396" y="22585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3"/>
            <p:cNvSpPr/>
            <p:nvPr/>
          </p:nvSpPr>
          <p:spPr>
            <a:xfrm>
              <a:off x="5770639" y="18945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4"/>
            <p:cNvSpPr/>
            <p:nvPr/>
          </p:nvSpPr>
          <p:spPr>
            <a:xfrm>
              <a:off x="5188447" y="23331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5"/>
            <p:cNvSpPr/>
            <p:nvPr/>
          </p:nvSpPr>
          <p:spPr>
            <a:xfrm>
              <a:off x="5926785" y="16886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6"/>
            <p:cNvSpPr/>
            <p:nvPr/>
          </p:nvSpPr>
          <p:spPr>
            <a:xfrm>
              <a:off x="5416922" y="21234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7"/>
            <p:cNvSpPr/>
            <p:nvPr/>
          </p:nvSpPr>
          <p:spPr>
            <a:xfrm>
              <a:off x="5759869" y="19764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8"/>
            <p:cNvSpPr/>
            <p:nvPr/>
          </p:nvSpPr>
          <p:spPr>
            <a:xfrm>
              <a:off x="5231521" y="21321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9"/>
            <p:cNvSpPr/>
            <p:nvPr/>
          </p:nvSpPr>
          <p:spPr>
            <a:xfrm>
              <a:off x="5441601" y="22675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90"/>
            <p:cNvSpPr/>
            <p:nvPr/>
          </p:nvSpPr>
          <p:spPr>
            <a:xfrm>
              <a:off x="5130947" y="26148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1"/>
            <p:cNvSpPr/>
            <p:nvPr/>
          </p:nvSpPr>
          <p:spPr>
            <a:xfrm>
              <a:off x="5482907" y="19958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2"/>
            <p:cNvSpPr/>
            <p:nvPr/>
          </p:nvSpPr>
          <p:spPr>
            <a:xfrm>
              <a:off x="5181141" y="25193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3"/>
            <p:cNvSpPr/>
            <p:nvPr/>
          </p:nvSpPr>
          <p:spPr>
            <a:xfrm>
              <a:off x="5626770" y="20489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4"/>
            <p:cNvSpPr/>
            <p:nvPr/>
          </p:nvSpPr>
          <p:spPr>
            <a:xfrm>
              <a:off x="5093896" y="23833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5"/>
            <p:cNvSpPr/>
            <p:nvPr/>
          </p:nvSpPr>
          <p:spPr>
            <a:xfrm>
              <a:off x="5188733" y="24295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6"/>
            <p:cNvSpPr/>
            <p:nvPr/>
          </p:nvSpPr>
          <p:spPr>
            <a:xfrm>
              <a:off x="5092587" y="25828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7"/>
            <p:cNvSpPr/>
            <p:nvPr/>
          </p:nvSpPr>
          <p:spPr>
            <a:xfrm>
              <a:off x="5527568" y="2260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8"/>
            <p:cNvSpPr/>
            <p:nvPr/>
          </p:nvSpPr>
          <p:spPr>
            <a:xfrm>
              <a:off x="5593823" y="20918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9"/>
            <p:cNvSpPr/>
            <p:nvPr/>
          </p:nvSpPr>
          <p:spPr>
            <a:xfrm>
              <a:off x="5442910" y="21678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100"/>
            <p:cNvSpPr/>
            <p:nvPr/>
          </p:nvSpPr>
          <p:spPr>
            <a:xfrm>
              <a:off x="5166605" y="26790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1"/>
            <p:cNvSpPr/>
            <p:nvPr/>
          </p:nvSpPr>
          <p:spPr>
            <a:xfrm>
              <a:off x="5479591" y="20087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2"/>
            <p:cNvSpPr/>
            <p:nvPr/>
          </p:nvSpPr>
          <p:spPr>
            <a:xfrm>
              <a:off x="4782465" y="24873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3"/>
            <p:cNvSpPr/>
            <p:nvPr/>
          </p:nvSpPr>
          <p:spPr>
            <a:xfrm>
              <a:off x="5761465" y="19889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4"/>
            <p:cNvSpPr/>
            <p:nvPr/>
          </p:nvSpPr>
          <p:spPr>
            <a:xfrm>
              <a:off x="5406698" y="21236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5"/>
            <p:cNvSpPr/>
            <p:nvPr/>
          </p:nvSpPr>
          <p:spPr>
            <a:xfrm>
              <a:off x="5503809" y="22483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6"/>
            <p:cNvSpPr/>
            <p:nvPr/>
          </p:nvSpPr>
          <p:spPr>
            <a:xfrm>
              <a:off x="5267280" y="21653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7"/>
            <p:cNvSpPr/>
            <p:nvPr/>
          </p:nvSpPr>
          <p:spPr>
            <a:xfrm>
              <a:off x="5658657" y="21555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8"/>
            <p:cNvSpPr/>
            <p:nvPr/>
          </p:nvSpPr>
          <p:spPr>
            <a:xfrm>
              <a:off x="5665687" y="20817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9"/>
            <p:cNvSpPr/>
            <p:nvPr/>
          </p:nvSpPr>
          <p:spPr>
            <a:xfrm>
              <a:off x="5758625" y="20381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10"/>
            <p:cNvSpPr/>
            <p:nvPr/>
          </p:nvSpPr>
          <p:spPr>
            <a:xfrm>
              <a:off x="5358374" y="21588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1"/>
            <p:cNvSpPr/>
            <p:nvPr/>
          </p:nvSpPr>
          <p:spPr>
            <a:xfrm>
              <a:off x="5253030" y="20501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2"/>
            <p:cNvSpPr/>
            <p:nvPr/>
          </p:nvSpPr>
          <p:spPr>
            <a:xfrm>
              <a:off x="5449761" y="22597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3"/>
            <p:cNvSpPr/>
            <p:nvPr/>
          </p:nvSpPr>
          <p:spPr>
            <a:xfrm>
              <a:off x="5279021" y="22068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4"/>
            <p:cNvSpPr/>
            <p:nvPr/>
          </p:nvSpPr>
          <p:spPr>
            <a:xfrm>
              <a:off x="5205396" y="21543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5"/>
            <p:cNvSpPr/>
            <p:nvPr/>
          </p:nvSpPr>
          <p:spPr>
            <a:xfrm>
              <a:off x="5201812" y="22650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6"/>
            <p:cNvSpPr/>
            <p:nvPr/>
          </p:nvSpPr>
          <p:spPr>
            <a:xfrm>
              <a:off x="5177915" y="26144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7"/>
            <p:cNvSpPr/>
            <p:nvPr/>
          </p:nvSpPr>
          <p:spPr>
            <a:xfrm>
              <a:off x="5267386" y="22476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8"/>
            <p:cNvSpPr/>
            <p:nvPr/>
          </p:nvSpPr>
          <p:spPr>
            <a:xfrm>
              <a:off x="5655661" y="20484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9"/>
            <p:cNvSpPr/>
            <p:nvPr/>
          </p:nvSpPr>
          <p:spPr>
            <a:xfrm>
              <a:off x="5355322" y="21475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20"/>
            <p:cNvSpPr/>
            <p:nvPr/>
          </p:nvSpPr>
          <p:spPr>
            <a:xfrm>
              <a:off x="5404628" y="22393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1"/>
            <p:cNvSpPr/>
            <p:nvPr/>
          </p:nvSpPr>
          <p:spPr>
            <a:xfrm>
              <a:off x="5707679" y="21379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2"/>
            <p:cNvSpPr/>
            <p:nvPr/>
          </p:nvSpPr>
          <p:spPr>
            <a:xfrm>
              <a:off x="5209194" y="22517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3"/>
            <p:cNvSpPr/>
            <p:nvPr/>
          </p:nvSpPr>
          <p:spPr>
            <a:xfrm>
              <a:off x="5723373" y="17413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4"/>
            <p:cNvSpPr/>
            <p:nvPr/>
          </p:nvSpPr>
          <p:spPr>
            <a:xfrm>
              <a:off x="5634081" y="22193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5"/>
            <p:cNvSpPr/>
            <p:nvPr/>
          </p:nvSpPr>
          <p:spPr>
            <a:xfrm>
              <a:off x="5103211" y="23347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6"/>
            <p:cNvSpPr/>
            <p:nvPr/>
          </p:nvSpPr>
          <p:spPr>
            <a:xfrm>
              <a:off x="5379080" y="22498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7"/>
            <p:cNvSpPr/>
            <p:nvPr/>
          </p:nvSpPr>
          <p:spPr>
            <a:xfrm>
              <a:off x="5472166" y="18716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8"/>
            <p:cNvSpPr/>
            <p:nvPr/>
          </p:nvSpPr>
          <p:spPr>
            <a:xfrm>
              <a:off x="5289337" y="21291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9"/>
            <p:cNvSpPr/>
            <p:nvPr/>
          </p:nvSpPr>
          <p:spPr>
            <a:xfrm>
              <a:off x="5141298" y="25938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30"/>
            <p:cNvSpPr/>
            <p:nvPr/>
          </p:nvSpPr>
          <p:spPr>
            <a:xfrm>
              <a:off x="5716203" y="19780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1"/>
            <p:cNvSpPr/>
            <p:nvPr/>
          </p:nvSpPr>
          <p:spPr>
            <a:xfrm>
              <a:off x="5583938" y="23120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2"/>
            <p:cNvSpPr/>
            <p:nvPr/>
          </p:nvSpPr>
          <p:spPr>
            <a:xfrm>
              <a:off x="5358939" y="22962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3"/>
            <p:cNvSpPr/>
            <p:nvPr/>
          </p:nvSpPr>
          <p:spPr>
            <a:xfrm>
              <a:off x="5157411" y="2609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4"/>
            <p:cNvSpPr/>
            <p:nvPr/>
          </p:nvSpPr>
          <p:spPr>
            <a:xfrm>
              <a:off x="5289266" y="21365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5"/>
            <p:cNvSpPr/>
            <p:nvPr/>
          </p:nvSpPr>
          <p:spPr>
            <a:xfrm>
              <a:off x="5263674" y="21572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6"/>
            <p:cNvSpPr/>
            <p:nvPr/>
          </p:nvSpPr>
          <p:spPr>
            <a:xfrm>
              <a:off x="5867111" y="18694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7"/>
            <p:cNvSpPr/>
            <p:nvPr/>
          </p:nvSpPr>
          <p:spPr>
            <a:xfrm>
              <a:off x="4849147" y="26784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8"/>
            <p:cNvSpPr/>
            <p:nvPr/>
          </p:nvSpPr>
          <p:spPr>
            <a:xfrm>
              <a:off x="5161540" y="25610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9"/>
            <p:cNvSpPr/>
            <p:nvPr/>
          </p:nvSpPr>
          <p:spPr>
            <a:xfrm>
              <a:off x="5389327" y="21744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40"/>
            <p:cNvSpPr/>
            <p:nvPr/>
          </p:nvSpPr>
          <p:spPr>
            <a:xfrm>
              <a:off x="5349223" y="20645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1"/>
            <p:cNvSpPr/>
            <p:nvPr/>
          </p:nvSpPr>
          <p:spPr>
            <a:xfrm>
              <a:off x="5347796" y="21731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2"/>
            <p:cNvSpPr/>
            <p:nvPr/>
          </p:nvSpPr>
          <p:spPr>
            <a:xfrm>
              <a:off x="5194083" y="22767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3"/>
            <p:cNvSpPr/>
            <p:nvPr/>
          </p:nvSpPr>
          <p:spPr>
            <a:xfrm>
              <a:off x="5429232" y="22266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4"/>
            <p:cNvSpPr/>
            <p:nvPr/>
          </p:nvSpPr>
          <p:spPr>
            <a:xfrm>
              <a:off x="5316676" y="21276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5"/>
            <p:cNvSpPr/>
            <p:nvPr/>
          </p:nvSpPr>
          <p:spPr>
            <a:xfrm>
              <a:off x="5215832" y="21472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6"/>
            <p:cNvSpPr/>
            <p:nvPr/>
          </p:nvSpPr>
          <p:spPr>
            <a:xfrm>
              <a:off x="5490612" y="21571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7"/>
            <p:cNvSpPr/>
            <p:nvPr/>
          </p:nvSpPr>
          <p:spPr>
            <a:xfrm>
              <a:off x="5412638" y="22122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8"/>
            <p:cNvSpPr/>
            <p:nvPr/>
          </p:nvSpPr>
          <p:spPr>
            <a:xfrm>
              <a:off x="5632530" y="21673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9"/>
            <p:cNvSpPr/>
            <p:nvPr/>
          </p:nvSpPr>
          <p:spPr>
            <a:xfrm>
              <a:off x="5135159" y="25397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50"/>
            <p:cNvSpPr/>
            <p:nvPr/>
          </p:nvSpPr>
          <p:spPr>
            <a:xfrm>
              <a:off x="5584468" y="22626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1"/>
            <p:cNvSpPr/>
            <p:nvPr/>
          </p:nvSpPr>
          <p:spPr>
            <a:xfrm>
              <a:off x="5320572" y="21687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2"/>
            <p:cNvSpPr/>
            <p:nvPr/>
          </p:nvSpPr>
          <p:spPr>
            <a:xfrm>
              <a:off x="5456367" y="21324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3"/>
            <p:cNvSpPr/>
            <p:nvPr/>
          </p:nvSpPr>
          <p:spPr>
            <a:xfrm>
              <a:off x="5099502" y="24958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4"/>
            <p:cNvSpPr/>
            <p:nvPr/>
          </p:nvSpPr>
          <p:spPr>
            <a:xfrm>
              <a:off x="5466130" y="20057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5"/>
            <p:cNvSpPr/>
            <p:nvPr/>
          </p:nvSpPr>
          <p:spPr>
            <a:xfrm>
              <a:off x="5605226" y="19125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6"/>
            <p:cNvSpPr/>
            <p:nvPr/>
          </p:nvSpPr>
          <p:spPr>
            <a:xfrm>
              <a:off x="4981267" y="25348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7"/>
            <p:cNvSpPr/>
            <p:nvPr/>
          </p:nvSpPr>
          <p:spPr>
            <a:xfrm>
              <a:off x="5182419" y="25956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8"/>
            <p:cNvSpPr/>
            <p:nvPr/>
          </p:nvSpPr>
          <p:spPr>
            <a:xfrm>
              <a:off x="5584517" y="22340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9"/>
            <p:cNvSpPr/>
            <p:nvPr/>
          </p:nvSpPr>
          <p:spPr>
            <a:xfrm>
              <a:off x="5287900" y="20660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60"/>
            <p:cNvSpPr/>
            <p:nvPr/>
          </p:nvSpPr>
          <p:spPr>
            <a:xfrm>
              <a:off x="5357922" y="21577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1"/>
            <p:cNvSpPr/>
            <p:nvPr/>
          </p:nvSpPr>
          <p:spPr>
            <a:xfrm>
              <a:off x="5418614" y="22190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2"/>
            <p:cNvSpPr/>
            <p:nvPr/>
          </p:nvSpPr>
          <p:spPr>
            <a:xfrm>
              <a:off x="5050960" y="22456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3"/>
            <p:cNvSpPr/>
            <p:nvPr/>
          </p:nvSpPr>
          <p:spPr>
            <a:xfrm>
              <a:off x="5510880" y="22306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4"/>
            <p:cNvSpPr/>
            <p:nvPr/>
          </p:nvSpPr>
          <p:spPr>
            <a:xfrm>
              <a:off x="5375175" y="22526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5"/>
            <p:cNvSpPr/>
            <p:nvPr/>
          </p:nvSpPr>
          <p:spPr>
            <a:xfrm>
              <a:off x="5165084" y="27281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6"/>
            <p:cNvSpPr/>
            <p:nvPr/>
          </p:nvSpPr>
          <p:spPr>
            <a:xfrm>
              <a:off x="5415002" y="21673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7"/>
            <p:cNvSpPr/>
            <p:nvPr/>
          </p:nvSpPr>
          <p:spPr>
            <a:xfrm>
              <a:off x="5468538" y="19149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8"/>
            <p:cNvSpPr/>
            <p:nvPr/>
          </p:nvSpPr>
          <p:spPr>
            <a:xfrm>
              <a:off x="5405970" y="22029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9"/>
            <p:cNvSpPr/>
            <p:nvPr/>
          </p:nvSpPr>
          <p:spPr>
            <a:xfrm>
              <a:off x="5242113" y="21758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70"/>
            <p:cNvSpPr/>
            <p:nvPr/>
          </p:nvSpPr>
          <p:spPr>
            <a:xfrm>
              <a:off x="5472604" y="18710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1"/>
            <p:cNvSpPr/>
            <p:nvPr/>
          </p:nvSpPr>
          <p:spPr>
            <a:xfrm>
              <a:off x="5441726" y="22678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2"/>
            <p:cNvSpPr/>
            <p:nvPr/>
          </p:nvSpPr>
          <p:spPr>
            <a:xfrm>
              <a:off x="5522629" y="20951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3"/>
            <p:cNvSpPr/>
            <p:nvPr/>
          </p:nvSpPr>
          <p:spPr>
            <a:xfrm>
              <a:off x="6007229" y="19721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4"/>
            <p:cNvSpPr/>
            <p:nvPr/>
          </p:nvSpPr>
          <p:spPr>
            <a:xfrm>
              <a:off x="5363918" y="21305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5"/>
            <p:cNvSpPr/>
            <p:nvPr/>
          </p:nvSpPr>
          <p:spPr>
            <a:xfrm>
              <a:off x="5295807" y="20994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6"/>
            <p:cNvSpPr/>
            <p:nvPr/>
          </p:nvSpPr>
          <p:spPr>
            <a:xfrm>
              <a:off x="5248461" y="1978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7"/>
            <p:cNvSpPr/>
            <p:nvPr/>
          </p:nvSpPr>
          <p:spPr>
            <a:xfrm>
              <a:off x="5145341" y="25807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8"/>
            <p:cNvSpPr/>
            <p:nvPr/>
          </p:nvSpPr>
          <p:spPr>
            <a:xfrm>
              <a:off x="5367705" y="21185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9"/>
            <p:cNvSpPr/>
            <p:nvPr/>
          </p:nvSpPr>
          <p:spPr>
            <a:xfrm>
              <a:off x="5566903" y="21581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80"/>
            <p:cNvSpPr/>
            <p:nvPr/>
          </p:nvSpPr>
          <p:spPr>
            <a:xfrm>
              <a:off x="5483182" y="20136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1"/>
            <p:cNvSpPr/>
            <p:nvPr/>
          </p:nvSpPr>
          <p:spPr>
            <a:xfrm>
              <a:off x="5327970" y="21776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2"/>
            <p:cNvSpPr/>
            <p:nvPr/>
          </p:nvSpPr>
          <p:spPr>
            <a:xfrm>
              <a:off x="5446943" y="23751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3"/>
            <p:cNvSpPr/>
            <p:nvPr/>
          </p:nvSpPr>
          <p:spPr>
            <a:xfrm>
              <a:off x="5351133" y="22601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4"/>
            <p:cNvSpPr/>
            <p:nvPr/>
          </p:nvSpPr>
          <p:spPr>
            <a:xfrm>
              <a:off x="5782250" y="20159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5"/>
            <p:cNvSpPr/>
            <p:nvPr/>
          </p:nvSpPr>
          <p:spPr>
            <a:xfrm>
              <a:off x="5801959" y="18536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6"/>
            <p:cNvSpPr/>
            <p:nvPr/>
          </p:nvSpPr>
          <p:spPr>
            <a:xfrm>
              <a:off x="5018733" y="24502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7"/>
            <p:cNvSpPr/>
            <p:nvPr/>
          </p:nvSpPr>
          <p:spPr>
            <a:xfrm>
              <a:off x="5565700" y="22286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8"/>
            <p:cNvSpPr/>
            <p:nvPr/>
          </p:nvSpPr>
          <p:spPr>
            <a:xfrm>
              <a:off x="5570450" y="21964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9"/>
            <p:cNvSpPr/>
            <p:nvPr/>
          </p:nvSpPr>
          <p:spPr>
            <a:xfrm>
              <a:off x="5407030" y="21654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90"/>
            <p:cNvSpPr/>
            <p:nvPr/>
          </p:nvSpPr>
          <p:spPr>
            <a:xfrm>
              <a:off x="5423483" y="21878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1"/>
            <p:cNvSpPr/>
            <p:nvPr/>
          </p:nvSpPr>
          <p:spPr>
            <a:xfrm>
              <a:off x="5141710" y="26149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2"/>
            <p:cNvSpPr/>
            <p:nvPr/>
          </p:nvSpPr>
          <p:spPr>
            <a:xfrm>
              <a:off x="5573810" y="22583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3"/>
            <p:cNvSpPr/>
            <p:nvPr/>
          </p:nvSpPr>
          <p:spPr>
            <a:xfrm>
              <a:off x="6046743" y="21060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4"/>
            <p:cNvSpPr/>
            <p:nvPr/>
          </p:nvSpPr>
          <p:spPr>
            <a:xfrm>
              <a:off x="5450783" y="2277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5"/>
            <p:cNvSpPr/>
            <p:nvPr/>
          </p:nvSpPr>
          <p:spPr>
            <a:xfrm>
              <a:off x="5412619" y="20819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6"/>
            <p:cNvSpPr/>
            <p:nvPr/>
          </p:nvSpPr>
          <p:spPr>
            <a:xfrm>
              <a:off x="5007053" y="25091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7"/>
            <p:cNvSpPr/>
            <p:nvPr/>
          </p:nvSpPr>
          <p:spPr>
            <a:xfrm>
              <a:off x="5299874" y="22111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8"/>
            <p:cNvSpPr/>
            <p:nvPr/>
          </p:nvSpPr>
          <p:spPr>
            <a:xfrm>
              <a:off x="5544136" y="22298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9"/>
            <p:cNvSpPr/>
            <p:nvPr/>
          </p:nvSpPr>
          <p:spPr>
            <a:xfrm>
              <a:off x="5180655" y="25466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200"/>
            <p:cNvSpPr/>
            <p:nvPr/>
          </p:nvSpPr>
          <p:spPr>
            <a:xfrm>
              <a:off x="5411909" y="21823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1"/>
            <p:cNvSpPr/>
            <p:nvPr/>
          </p:nvSpPr>
          <p:spPr>
            <a:xfrm>
              <a:off x="5525274" y="20819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2"/>
            <p:cNvSpPr/>
            <p:nvPr/>
          </p:nvSpPr>
          <p:spPr>
            <a:xfrm>
              <a:off x="5030436" y="23278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3"/>
            <p:cNvSpPr/>
            <p:nvPr/>
          </p:nvSpPr>
          <p:spPr>
            <a:xfrm>
              <a:off x="5133008" y="26495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4"/>
            <p:cNvSpPr/>
            <p:nvPr/>
          </p:nvSpPr>
          <p:spPr>
            <a:xfrm>
              <a:off x="5308055" y="18216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5"/>
            <p:cNvSpPr/>
            <p:nvPr/>
          </p:nvSpPr>
          <p:spPr>
            <a:xfrm>
              <a:off x="5455520" y="21026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6"/>
            <p:cNvSpPr/>
            <p:nvPr/>
          </p:nvSpPr>
          <p:spPr>
            <a:xfrm>
              <a:off x="5138996" y="27065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7"/>
            <p:cNvSpPr/>
            <p:nvPr/>
          </p:nvSpPr>
          <p:spPr>
            <a:xfrm>
              <a:off x="5206216" y="21924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8"/>
            <p:cNvSpPr/>
            <p:nvPr/>
          </p:nvSpPr>
          <p:spPr>
            <a:xfrm>
              <a:off x="5667287" y="18568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9"/>
            <p:cNvSpPr/>
            <p:nvPr/>
          </p:nvSpPr>
          <p:spPr>
            <a:xfrm>
              <a:off x="5516941" y="22774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10"/>
            <p:cNvSpPr/>
            <p:nvPr/>
          </p:nvSpPr>
          <p:spPr>
            <a:xfrm>
              <a:off x="5724277" y="19162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1"/>
            <p:cNvSpPr/>
            <p:nvPr/>
          </p:nvSpPr>
          <p:spPr>
            <a:xfrm>
              <a:off x="5558814" y="22026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2"/>
            <p:cNvSpPr/>
            <p:nvPr/>
          </p:nvSpPr>
          <p:spPr>
            <a:xfrm>
              <a:off x="5590548" y="20280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3"/>
            <p:cNvSpPr/>
            <p:nvPr/>
          </p:nvSpPr>
          <p:spPr>
            <a:xfrm>
              <a:off x="5495825" y="22964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4"/>
            <p:cNvSpPr/>
            <p:nvPr/>
          </p:nvSpPr>
          <p:spPr>
            <a:xfrm>
              <a:off x="5538301" y="2191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5"/>
            <p:cNvSpPr/>
            <p:nvPr/>
          </p:nvSpPr>
          <p:spPr>
            <a:xfrm>
              <a:off x="5098583" y="24221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6"/>
            <p:cNvSpPr/>
            <p:nvPr/>
          </p:nvSpPr>
          <p:spPr>
            <a:xfrm>
              <a:off x="5478471" y="19591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7"/>
            <p:cNvSpPr/>
            <p:nvPr/>
          </p:nvSpPr>
          <p:spPr>
            <a:xfrm>
              <a:off x="4948767" y="22082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8"/>
            <p:cNvSpPr/>
            <p:nvPr/>
          </p:nvSpPr>
          <p:spPr>
            <a:xfrm>
              <a:off x="5485415" y="21235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9"/>
            <p:cNvSpPr/>
            <p:nvPr/>
          </p:nvSpPr>
          <p:spPr>
            <a:xfrm>
              <a:off x="5742871" y="20098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20"/>
            <p:cNvSpPr/>
            <p:nvPr/>
          </p:nvSpPr>
          <p:spPr>
            <a:xfrm>
              <a:off x="5100974" y="20903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1"/>
            <p:cNvSpPr/>
            <p:nvPr/>
          </p:nvSpPr>
          <p:spPr>
            <a:xfrm>
              <a:off x="5260278" y="21848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2"/>
            <p:cNvSpPr/>
            <p:nvPr/>
          </p:nvSpPr>
          <p:spPr>
            <a:xfrm>
              <a:off x="5817893" y="19206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3"/>
            <p:cNvSpPr/>
            <p:nvPr/>
          </p:nvSpPr>
          <p:spPr>
            <a:xfrm>
              <a:off x="5179339" y="25491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4"/>
            <p:cNvSpPr/>
            <p:nvPr/>
          </p:nvSpPr>
          <p:spPr>
            <a:xfrm>
              <a:off x="5597857" y="20589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5"/>
            <p:cNvSpPr/>
            <p:nvPr/>
          </p:nvSpPr>
          <p:spPr>
            <a:xfrm>
              <a:off x="5734435" y="16710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6"/>
            <p:cNvSpPr/>
            <p:nvPr/>
          </p:nvSpPr>
          <p:spPr>
            <a:xfrm>
              <a:off x="5673926" y="19342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7"/>
            <p:cNvSpPr/>
            <p:nvPr/>
          </p:nvSpPr>
          <p:spPr>
            <a:xfrm>
              <a:off x="5314623" y="21194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8"/>
            <p:cNvSpPr/>
            <p:nvPr/>
          </p:nvSpPr>
          <p:spPr>
            <a:xfrm>
              <a:off x="5199651" y="23064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9"/>
            <p:cNvSpPr/>
            <p:nvPr/>
          </p:nvSpPr>
          <p:spPr>
            <a:xfrm>
              <a:off x="5612093" y="20017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30"/>
            <p:cNvSpPr/>
            <p:nvPr/>
          </p:nvSpPr>
          <p:spPr>
            <a:xfrm>
              <a:off x="5405451" y="21775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1"/>
            <p:cNvSpPr/>
            <p:nvPr/>
          </p:nvSpPr>
          <p:spPr>
            <a:xfrm>
              <a:off x="5170633" y="26879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2"/>
            <p:cNvSpPr/>
            <p:nvPr/>
          </p:nvSpPr>
          <p:spPr>
            <a:xfrm>
              <a:off x="5148083" y="27866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3"/>
            <p:cNvSpPr/>
            <p:nvPr/>
          </p:nvSpPr>
          <p:spPr>
            <a:xfrm>
              <a:off x="5221326" y="22033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4"/>
            <p:cNvSpPr/>
            <p:nvPr/>
          </p:nvSpPr>
          <p:spPr>
            <a:xfrm>
              <a:off x="5571976" y="22237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5"/>
            <p:cNvSpPr/>
            <p:nvPr/>
          </p:nvSpPr>
          <p:spPr>
            <a:xfrm>
              <a:off x="5172650" y="26803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6"/>
            <p:cNvSpPr/>
            <p:nvPr/>
          </p:nvSpPr>
          <p:spPr>
            <a:xfrm>
              <a:off x="5312060" y="19733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7"/>
            <p:cNvSpPr/>
            <p:nvPr/>
          </p:nvSpPr>
          <p:spPr>
            <a:xfrm>
              <a:off x="5334514" y="20665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8"/>
            <p:cNvSpPr/>
            <p:nvPr/>
          </p:nvSpPr>
          <p:spPr>
            <a:xfrm>
              <a:off x="5653778" y="2051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9"/>
            <p:cNvSpPr/>
            <p:nvPr/>
          </p:nvSpPr>
          <p:spPr>
            <a:xfrm>
              <a:off x="5408701" y="22213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40"/>
            <p:cNvSpPr/>
            <p:nvPr/>
          </p:nvSpPr>
          <p:spPr>
            <a:xfrm>
              <a:off x="5469748" y="19951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1"/>
            <p:cNvSpPr/>
            <p:nvPr/>
          </p:nvSpPr>
          <p:spPr>
            <a:xfrm>
              <a:off x="5903439" y="17246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2"/>
            <p:cNvSpPr/>
            <p:nvPr/>
          </p:nvSpPr>
          <p:spPr>
            <a:xfrm>
              <a:off x="5039707" y="21883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3"/>
            <p:cNvSpPr/>
            <p:nvPr/>
          </p:nvSpPr>
          <p:spPr>
            <a:xfrm>
              <a:off x="5281327" y="22104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4"/>
            <p:cNvSpPr/>
            <p:nvPr/>
          </p:nvSpPr>
          <p:spPr>
            <a:xfrm>
              <a:off x="5359297" y="22800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5"/>
            <p:cNvSpPr/>
            <p:nvPr/>
          </p:nvSpPr>
          <p:spPr>
            <a:xfrm>
              <a:off x="5041708" y="23082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6"/>
            <p:cNvSpPr/>
            <p:nvPr/>
          </p:nvSpPr>
          <p:spPr>
            <a:xfrm>
              <a:off x="5584595" y="23113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7"/>
            <p:cNvSpPr/>
            <p:nvPr/>
          </p:nvSpPr>
          <p:spPr>
            <a:xfrm>
              <a:off x="5876441" y="17944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8"/>
            <p:cNvSpPr/>
            <p:nvPr/>
          </p:nvSpPr>
          <p:spPr>
            <a:xfrm>
              <a:off x="5704710" y="19422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9"/>
            <p:cNvSpPr/>
            <p:nvPr/>
          </p:nvSpPr>
          <p:spPr>
            <a:xfrm>
              <a:off x="5197245" y="23757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50"/>
            <p:cNvSpPr/>
            <p:nvPr/>
          </p:nvSpPr>
          <p:spPr>
            <a:xfrm>
              <a:off x="5520523" y="21917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1"/>
            <p:cNvSpPr/>
            <p:nvPr/>
          </p:nvSpPr>
          <p:spPr>
            <a:xfrm>
              <a:off x="5210387" y="21060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2"/>
            <p:cNvSpPr/>
            <p:nvPr/>
          </p:nvSpPr>
          <p:spPr>
            <a:xfrm>
              <a:off x="5841312" y="1965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3"/>
            <p:cNvSpPr/>
            <p:nvPr/>
          </p:nvSpPr>
          <p:spPr>
            <a:xfrm>
              <a:off x="5691740" y="17920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4"/>
            <p:cNvSpPr/>
            <p:nvPr/>
          </p:nvSpPr>
          <p:spPr>
            <a:xfrm>
              <a:off x="5452642" y="20738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5"/>
            <p:cNvSpPr/>
            <p:nvPr/>
          </p:nvSpPr>
          <p:spPr>
            <a:xfrm>
              <a:off x="5543271" y="22175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6"/>
            <p:cNvSpPr/>
            <p:nvPr/>
          </p:nvSpPr>
          <p:spPr>
            <a:xfrm>
              <a:off x="5574916" y="22207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7"/>
            <p:cNvSpPr/>
            <p:nvPr/>
          </p:nvSpPr>
          <p:spPr>
            <a:xfrm>
              <a:off x="5922186" y="15895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8"/>
            <p:cNvSpPr/>
            <p:nvPr/>
          </p:nvSpPr>
          <p:spPr>
            <a:xfrm>
              <a:off x="5590840" y="2014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9"/>
            <p:cNvSpPr/>
            <p:nvPr/>
          </p:nvSpPr>
          <p:spPr>
            <a:xfrm>
              <a:off x="5693248" y="1843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60"/>
            <p:cNvSpPr/>
            <p:nvPr/>
          </p:nvSpPr>
          <p:spPr>
            <a:xfrm>
              <a:off x="5224361" y="22093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1"/>
            <p:cNvSpPr/>
            <p:nvPr/>
          </p:nvSpPr>
          <p:spPr>
            <a:xfrm>
              <a:off x="5146765" y="26758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2"/>
            <p:cNvSpPr/>
            <p:nvPr/>
          </p:nvSpPr>
          <p:spPr>
            <a:xfrm>
              <a:off x="5414930" y="2112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3"/>
            <p:cNvSpPr/>
            <p:nvPr/>
          </p:nvSpPr>
          <p:spPr>
            <a:xfrm>
              <a:off x="5194476" y="23621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4"/>
            <p:cNvSpPr/>
            <p:nvPr/>
          </p:nvSpPr>
          <p:spPr>
            <a:xfrm>
              <a:off x="5051202" y="24919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5"/>
            <p:cNvSpPr/>
            <p:nvPr/>
          </p:nvSpPr>
          <p:spPr>
            <a:xfrm>
              <a:off x="5412844" y="21117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6"/>
            <p:cNvSpPr/>
            <p:nvPr/>
          </p:nvSpPr>
          <p:spPr>
            <a:xfrm>
              <a:off x="5232982" y="21094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7"/>
            <p:cNvSpPr/>
            <p:nvPr/>
          </p:nvSpPr>
          <p:spPr>
            <a:xfrm>
              <a:off x="5088632" y="26567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8"/>
            <p:cNvSpPr/>
            <p:nvPr/>
          </p:nvSpPr>
          <p:spPr>
            <a:xfrm>
              <a:off x="5577492" y="23110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9"/>
            <p:cNvSpPr/>
            <p:nvPr/>
          </p:nvSpPr>
          <p:spPr>
            <a:xfrm>
              <a:off x="5934541" y="17009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70"/>
            <p:cNvSpPr/>
            <p:nvPr/>
          </p:nvSpPr>
          <p:spPr>
            <a:xfrm>
              <a:off x="5489066" y="21747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1"/>
            <p:cNvSpPr/>
            <p:nvPr/>
          </p:nvSpPr>
          <p:spPr>
            <a:xfrm>
              <a:off x="5595912" y="19780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2"/>
            <p:cNvSpPr/>
            <p:nvPr/>
          </p:nvSpPr>
          <p:spPr>
            <a:xfrm>
              <a:off x="5021990" y="23165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3"/>
            <p:cNvSpPr/>
            <p:nvPr/>
          </p:nvSpPr>
          <p:spPr>
            <a:xfrm>
              <a:off x="5682260" y="17580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4"/>
            <p:cNvSpPr/>
            <p:nvPr/>
          </p:nvSpPr>
          <p:spPr>
            <a:xfrm>
              <a:off x="5993121" y="20937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5"/>
            <p:cNvSpPr/>
            <p:nvPr/>
          </p:nvSpPr>
          <p:spPr>
            <a:xfrm>
              <a:off x="5686353" y="17640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6"/>
            <p:cNvSpPr/>
            <p:nvPr/>
          </p:nvSpPr>
          <p:spPr>
            <a:xfrm>
              <a:off x="5144019" y="2631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7"/>
            <p:cNvSpPr/>
            <p:nvPr/>
          </p:nvSpPr>
          <p:spPr>
            <a:xfrm>
              <a:off x="5462077" y="21405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8"/>
            <p:cNvSpPr/>
            <p:nvPr/>
          </p:nvSpPr>
          <p:spPr>
            <a:xfrm>
              <a:off x="5367902" y="2197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9"/>
            <p:cNvSpPr/>
            <p:nvPr/>
          </p:nvSpPr>
          <p:spPr>
            <a:xfrm>
              <a:off x="4947699" y="20043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80"/>
            <p:cNvSpPr/>
            <p:nvPr/>
          </p:nvSpPr>
          <p:spPr>
            <a:xfrm>
              <a:off x="5594879" y="20167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1"/>
            <p:cNvSpPr/>
            <p:nvPr/>
          </p:nvSpPr>
          <p:spPr>
            <a:xfrm>
              <a:off x="5453869" y="21374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2"/>
            <p:cNvSpPr/>
            <p:nvPr/>
          </p:nvSpPr>
          <p:spPr>
            <a:xfrm>
              <a:off x="5165481" y="27523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3"/>
            <p:cNvSpPr/>
            <p:nvPr/>
          </p:nvSpPr>
          <p:spPr>
            <a:xfrm>
              <a:off x="5543413" y="20812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4"/>
            <p:cNvSpPr/>
            <p:nvPr/>
          </p:nvSpPr>
          <p:spPr>
            <a:xfrm>
              <a:off x="5339526" y="21352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5"/>
            <p:cNvSpPr/>
            <p:nvPr/>
          </p:nvSpPr>
          <p:spPr>
            <a:xfrm>
              <a:off x="5770582" y="19613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6"/>
            <p:cNvSpPr/>
            <p:nvPr/>
          </p:nvSpPr>
          <p:spPr>
            <a:xfrm>
              <a:off x="5309318" y="21551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7"/>
            <p:cNvSpPr/>
            <p:nvPr/>
          </p:nvSpPr>
          <p:spPr>
            <a:xfrm>
              <a:off x="5121187" y="2358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8"/>
            <p:cNvSpPr/>
            <p:nvPr/>
          </p:nvSpPr>
          <p:spPr>
            <a:xfrm>
              <a:off x="5607266" y="19359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9"/>
            <p:cNvSpPr/>
            <p:nvPr/>
          </p:nvSpPr>
          <p:spPr>
            <a:xfrm>
              <a:off x="5220639" y="21673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90"/>
            <p:cNvSpPr/>
            <p:nvPr/>
          </p:nvSpPr>
          <p:spPr>
            <a:xfrm>
              <a:off x="5735791" y="18015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1"/>
            <p:cNvSpPr/>
            <p:nvPr/>
          </p:nvSpPr>
          <p:spPr>
            <a:xfrm>
              <a:off x="4859842" y="21190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2"/>
            <p:cNvSpPr/>
            <p:nvPr/>
          </p:nvSpPr>
          <p:spPr>
            <a:xfrm>
              <a:off x="4963635" y="19073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3"/>
            <p:cNvSpPr/>
            <p:nvPr/>
          </p:nvSpPr>
          <p:spPr>
            <a:xfrm>
              <a:off x="5173164" y="27412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4"/>
            <p:cNvSpPr/>
            <p:nvPr/>
          </p:nvSpPr>
          <p:spPr>
            <a:xfrm>
              <a:off x="5165628" y="27222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5"/>
            <p:cNvSpPr/>
            <p:nvPr/>
          </p:nvSpPr>
          <p:spPr>
            <a:xfrm>
              <a:off x="5481847" y="20107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6"/>
            <p:cNvSpPr/>
            <p:nvPr/>
          </p:nvSpPr>
          <p:spPr>
            <a:xfrm>
              <a:off x="5283861" y="22342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7"/>
            <p:cNvSpPr/>
            <p:nvPr/>
          </p:nvSpPr>
          <p:spPr>
            <a:xfrm>
              <a:off x="5167984" y="26235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8"/>
            <p:cNvSpPr/>
            <p:nvPr/>
          </p:nvSpPr>
          <p:spPr>
            <a:xfrm>
              <a:off x="5135281" y="26035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9"/>
            <p:cNvSpPr/>
            <p:nvPr/>
          </p:nvSpPr>
          <p:spPr>
            <a:xfrm>
              <a:off x="5651336" y="20877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300"/>
            <p:cNvSpPr/>
            <p:nvPr/>
          </p:nvSpPr>
          <p:spPr>
            <a:xfrm>
              <a:off x="5452472" y="20750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1"/>
            <p:cNvSpPr/>
            <p:nvPr/>
          </p:nvSpPr>
          <p:spPr>
            <a:xfrm>
              <a:off x="5685165" y="17967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2"/>
            <p:cNvSpPr/>
            <p:nvPr/>
          </p:nvSpPr>
          <p:spPr>
            <a:xfrm>
              <a:off x="5132554" y="2627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3"/>
            <p:cNvSpPr/>
            <p:nvPr/>
          </p:nvSpPr>
          <p:spPr>
            <a:xfrm>
              <a:off x="5779637" y="18738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4"/>
            <p:cNvSpPr/>
            <p:nvPr/>
          </p:nvSpPr>
          <p:spPr>
            <a:xfrm>
              <a:off x="5566603" y="21699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5"/>
            <p:cNvSpPr/>
            <p:nvPr/>
          </p:nvSpPr>
          <p:spPr>
            <a:xfrm>
              <a:off x="5803074" y="19905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6"/>
            <p:cNvSpPr/>
            <p:nvPr/>
          </p:nvSpPr>
          <p:spPr>
            <a:xfrm>
              <a:off x="5978906" y="20185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7"/>
            <p:cNvSpPr/>
            <p:nvPr/>
          </p:nvSpPr>
          <p:spPr>
            <a:xfrm>
              <a:off x="5314888" y="22266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8"/>
            <p:cNvSpPr/>
            <p:nvPr/>
          </p:nvSpPr>
          <p:spPr>
            <a:xfrm>
              <a:off x="5521059" y="21230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9"/>
            <p:cNvSpPr/>
            <p:nvPr/>
          </p:nvSpPr>
          <p:spPr>
            <a:xfrm>
              <a:off x="5338418" y="21502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10"/>
            <p:cNvSpPr/>
            <p:nvPr/>
          </p:nvSpPr>
          <p:spPr>
            <a:xfrm>
              <a:off x="5373442" y="22543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1"/>
            <p:cNvSpPr/>
            <p:nvPr/>
          </p:nvSpPr>
          <p:spPr>
            <a:xfrm>
              <a:off x="4935296" y="15687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2"/>
            <p:cNvSpPr/>
            <p:nvPr/>
          </p:nvSpPr>
          <p:spPr>
            <a:xfrm>
              <a:off x="5002350" y="23006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3"/>
            <p:cNvSpPr/>
            <p:nvPr/>
          </p:nvSpPr>
          <p:spPr>
            <a:xfrm>
              <a:off x="5424142" y="20779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4"/>
            <p:cNvSpPr/>
            <p:nvPr/>
          </p:nvSpPr>
          <p:spPr>
            <a:xfrm>
              <a:off x="5401204" y="21839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5"/>
            <p:cNvSpPr/>
            <p:nvPr/>
          </p:nvSpPr>
          <p:spPr>
            <a:xfrm>
              <a:off x="5750863" y="19460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6"/>
            <p:cNvSpPr/>
            <p:nvPr/>
          </p:nvSpPr>
          <p:spPr>
            <a:xfrm>
              <a:off x="5680113" y="16004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7"/>
            <p:cNvSpPr/>
            <p:nvPr/>
          </p:nvSpPr>
          <p:spPr>
            <a:xfrm>
              <a:off x="5205683" y="22900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8"/>
            <p:cNvSpPr/>
            <p:nvPr/>
          </p:nvSpPr>
          <p:spPr>
            <a:xfrm>
              <a:off x="5612020" y="20075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9"/>
            <p:cNvSpPr/>
            <p:nvPr/>
          </p:nvSpPr>
          <p:spPr>
            <a:xfrm>
              <a:off x="5289085" y="21002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20"/>
            <p:cNvSpPr/>
            <p:nvPr/>
          </p:nvSpPr>
          <p:spPr>
            <a:xfrm>
              <a:off x="5504544" y="21012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1"/>
            <p:cNvSpPr/>
            <p:nvPr/>
          </p:nvSpPr>
          <p:spPr>
            <a:xfrm>
              <a:off x="5346404" y="21369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2"/>
            <p:cNvSpPr/>
            <p:nvPr/>
          </p:nvSpPr>
          <p:spPr>
            <a:xfrm>
              <a:off x="5336353" y="21713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3"/>
            <p:cNvSpPr/>
            <p:nvPr/>
          </p:nvSpPr>
          <p:spPr>
            <a:xfrm>
              <a:off x="5397648" y="21521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4"/>
            <p:cNvSpPr/>
            <p:nvPr/>
          </p:nvSpPr>
          <p:spPr>
            <a:xfrm>
              <a:off x="5530881" y="21296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5"/>
            <p:cNvSpPr/>
            <p:nvPr/>
          </p:nvSpPr>
          <p:spPr>
            <a:xfrm>
              <a:off x="5450741" y="23287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6"/>
            <p:cNvSpPr/>
            <p:nvPr/>
          </p:nvSpPr>
          <p:spPr>
            <a:xfrm>
              <a:off x="5532618" y="21620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7"/>
            <p:cNvSpPr/>
            <p:nvPr/>
          </p:nvSpPr>
          <p:spPr>
            <a:xfrm>
              <a:off x="5503906" y="20622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8"/>
            <p:cNvSpPr/>
            <p:nvPr/>
          </p:nvSpPr>
          <p:spPr>
            <a:xfrm>
              <a:off x="5375380" y="2231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9"/>
            <p:cNvSpPr/>
            <p:nvPr/>
          </p:nvSpPr>
          <p:spPr>
            <a:xfrm>
              <a:off x="5022091" y="27099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30"/>
            <p:cNvSpPr/>
            <p:nvPr/>
          </p:nvSpPr>
          <p:spPr>
            <a:xfrm>
              <a:off x="4985734" y="25661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1"/>
            <p:cNvSpPr/>
            <p:nvPr/>
          </p:nvSpPr>
          <p:spPr>
            <a:xfrm>
              <a:off x="5247744" y="17267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2"/>
            <p:cNvSpPr/>
            <p:nvPr/>
          </p:nvSpPr>
          <p:spPr>
            <a:xfrm>
              <a:off x="5119215" y="25278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3"/>
            <p:cNvSpPr/>
            <p:nvPr/>
          </p:nvSpPr>
          <p:spPr>
            <a:xfrm>
              <a:off x="5552907" y="21642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4"/>
            <p:cNvSpPr/>
            <p:nvPr/>
          </p:nvSpPr>
          <p:spPr>
            <a:xfrm>
              <a:off x="5134319" y="2630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5"/>
            <p:cNvSpPr/>
            <p:nvPr/>
          </p:nvSpPr>
          <p:spPr>
            <a:xfrm>
              <a:off x="5614027" y="20628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6"/>
            <p:cNvSpPr/>
            <p:nvPr/>
          </p:nvSpPr>
          <p:spPr>
            <a:xfrm>
              <a:off x="5596069" y="2062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7"/>
            <p:cNvSpPr/>
            <p:nvPr/>
          </p:nvSpPr>
          <p:spPr>
            <a:xfrm>
              <a:off x="5367442" y="22872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8"/>
            <p:cNvSpPr/>
            <p:nvPr/>
          </p:nvSpPr>
          <p:spPr>
            <a:xfrm>
              <a:off x="5156128" y="27465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9"/>
            <p:cNvSpPr/>
            <p:nvPr/>
          </p:nvSpPr>
          <p:spPr>
            <a:xfrm>
              <a:off x="5732350" y="19496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40"/>
            <p:cNvSpPr/>
            <p:nvPr/>
          </p:nvSpPr>
          <p:spPr>
            <a:xfrm>
              <a:off x="6004976" y="20532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1"/>
            <p:cNvSpPr/>
            <p:nvPr/>
          </p:nvSpPr>
          <p:spPr>
            <a:xfrm>
              <a:off x="5033512" y="23766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2"/>
            <p:cNvSpPr/>
            <p:nvPr/>
          </p:nvSpPr>
          <p:spPr>
            <a:xfrm>
              <a:off x="5509086" y="2200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3"/>
            <p:cNvSpPr/>
            <p:nvPr/>
          </p:nvSpPr>
          <p:spPr>
            <a:xfrm>
              <a:off x="5628518" y="18917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4"/>
            <p:cNvSpPr/>
            <p:nvPr/>
          </p:nvSpPr>
          <p:spPr>
            <a:xfrm>
              <a:off x="5283566" y="22408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5"/>
            <p:cNvSpPr/>
            <p:nvPr/>
          </p:nvSpPr>
          <p:spPr>
            <a:xfrm>
              <a:off x="5254248" y="19565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6"/>
            <p:cNvSpPr/>
            <p:nvPr/>
          </p:nvSpPr>
          <p:spPr>
            <a:xfrm>
              <a:off x="5550367" y="22031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7"/>
            <p:cNvSpPr/>
            <p:nvPr/>
          </p:nvSpPr>
          <p:spPr>
            <a:xfrm>
              <a:off x="5363254" y="22446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8"/>
            <p:cNvSpPr/>
            <p:nvPr/>
          </p:nvSpPr>
          <p:spPr>
            <a:xfrm>
              <a:off x="5559757" y="2308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9"/>
            <p:cNvSpPr/>
            <p:nvPr/>
          </p:nvSpPr>
          <p:spPr>
            <a:xfrm>
              <a:off x="5061607" y="22873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50"/>
            <p:cNvSpPr/>
            <p:nvPr/>
          </p:nvSpPr>
          <p:spPr>
            <a:xfrm>
              <a:off x="5532016" y="23469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1"/>
            <p:cNvSpPr/>
            <p:nvPr/>
          </p:nvSpPr>
          <p:spPr>
            <a:xfrm>
              <a:off x="5232662" y="21125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2"/>
            <p:cNvSpPr/>
            <p:nvPr/>
          </p:nvSpPr>
          <p:spPr>
            <a:xfrm>
              <a:off x="5537449" y="21511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3"/>
            <p:cNvSpPr/>
            <p:nvPr/>
          </p:nvSpPr>
          <p:spPr>
            <a:xfrm>
              <a:off x="5530675" y="22836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4"/>
            <p:cNvSpPr/>
            <p:nvPr/>
          </p:nvSpPr>
          <p:spPr>
            <a:xfrm>
              <a:off x="5618428" y="19154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5"/>
            <p:cNvSpPr/>
            <p:nvPr/>
          </p:nvSpPr>
          <p:spPr>
            <a:xfrm>
              <a:off x="5502781" y="23700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6"/>
            <p:cNvSpPr/>
            <p:nvPr/>
          </p:nvSpPr>
          <p:spPr>
            <a:xfrm>
              <a:off x="5381635" y="22260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7"/>
            <p:cNvSpPr/>
            <p:nvPr/>
          </p:nvSpPr>
          <p:spPr>
            <a:xfrm>
              <a:off x="5326017" y="22077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8"/>
            <p:cNvSpPr/>
            <p:nvPr/>
          </p:nvSpPr>
          <p:spPr>
            <a:xfrm>
              <a:off x="5480809" y="20477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9"/>
            <p:cNvSpPr/>
            <p:nvPr/>
          </p:nvSpPr>
          <p:spPr>
            <a:xfrm>
              <a:off x="5657450" y="20261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60"/>
            <p:cNvSpPr/>
            <p:nvPr/>
          </p:nvSpPr>
          <p:spPr>
            <a:xfrm>
              <a:off x="5071570" y="26458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1"/>
            <p:cNvSpPr/>
            <p:nvPr/>
          </p:nvSpPr>
          <p:spPr>
            <a:xfrm>
              <a:off x="5617946" y="19197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2"/>
            <p:cNvSpPr/>
            <p:nvPr/>
          </p:nvSpPr>
          <p:spPr>
            <a:xfrm>
              <a:off x="5216314" y="21751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3"/>
            <p:cNvSpPr/>
            <p:nvPr/>
          </p:nvSpPr>
          <p:spPr>
            <a:xfrm>
              <a:off x="5428654" y="22100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4"/>
            <p:cNvSpPr/>
            <p:nvPr/>
          </p:nvSpPr>
          <p:spPr>
            <a:xfrm>
              <a:off x="5575602" y="22316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5"/>
            <p:cNvSpPr/>
            <p:nvPr/>
          </p:nvSpPr>
          <p:spPr>
            <a:xfrm>
              <a:off x="5503181" y="22897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6"/>
            <p:cNvSpPr/>
            <p:nvPr/>
          </p:nvSpPr>
          <p:spPr>
            <a:xfrm>
              <a:off x="5239694" y="22480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7"/>
            <p:cNvSpPr/>
            <p:nvPr/>
          </p:nvSpPr>
          <p:spPr>
            <a:xfrm>
              <a:off x="5620791" y="19334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8"/>
            <p:cNvSpPr/>
            <p:nvPr/>
          </p:nvSpPr>
          <p:spPr>
            <a:xfrm>
              <a:off x="5286255" y="22286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9"/>
            <p:cNvSpPr/>
            <p:nvPr/>
          </p:nvSpPr>
          <p:spPr>
            <a:xfrm>
              <a:off x="5363251" y="22228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70"/>
            <p:cNvSpPr/>
            <p:nvPr/>
          </p:nvSpPr>
          <p:spPr>
            <a:xfrm>
              <a:off x="5472234" y="19152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1"/>
            <p:cNvSpPr/>
            <p:nvPr/>
          </p:nvSpPr>
          <p:spPr>
            <a:xfrm>
              <a:off x="5443774" y="22181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2"/>
            <p:cNvSpPr/>
            <p:nvPr/>
          </p:nvSpPr>
          <p:spPr>
            <a:xfrm>
              <a:off x="5119426" y="23938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3"/>
            <p:cNvSpPr/>
            <p:nvPr/>
          </p:nvSpPr>
          <p:spPr>
            <a:xfrm>
              <a:off x="5406957" y="22067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4"/>
            <p:cNvSpPr/>
            <p:nvPr/>
          </p:nvSpPr>
          <p:spPr>
            <a:xfrm>
              <a:off x="5470172" y="20352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5"/>
            <p:cNvSpPr/>
            <p:nvPr/>
          </p:nvSpPr>
          <p:spPr>
            <a:xfrm>
              <a:off x="5745629" y="18355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6"/>
            <p:cNvSpPr/>
            <p:nvPr/>
          </p:nvSpPr>
          <p:spPr>
            <a:xfrm>
              <a:off x="5643758" y="19810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7"/>
            <p:cNvSpPr/>
            <p:nvPr/>
          </p:nvSpPr>
          <p:spPr>
            <a:xfrm>
              <a:off x="5503312" y="20856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8"/>
            <p:cNvSpPr/>
            <p:nvPr/>
          </p:nvSpPr>
          <p:spPr>
            <a:xfrm>
              <a:off x="5428148" y="23325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9"/>
            <p:cNvSpPr/>
            <p:nvPr/>
          </p:nvSpPr>
          <p:spPr>
            <a:xfrm>
              <a:off x="5583171" y="22160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80"/>
            <p:cNvSpPr/>
            <p:nvPr/>
          </p:nvSpPr>
          <p:spPr>
            <a:xfrm>
              <a:off x="5300787" y="21526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1"/>
            <p:cNvSpPr/>
            <p:nvPr/>
          </p:nvSpPr>
          <p:spPr>
            <a:xfrm>
              <a:off x="5746723" y="20602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2"/>
            <p:cNvSpPr/>
            <p:nvPr/>
          </p:nvSpPr>
          <p:spPr>
            <a:xfrm>
              <a:off x="5468337" y="19886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3"/>
            <p:cNvSpPr/>
            <p:nvPr/>
          </p:nvSpPr>
          <p:spPr>
            <a:xfrm>
              <a:off x="5403582" y="21660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4"/>
            <p:cNvSpPr/>
            <p:nvPr/>
          </p:nvSpPr>
          <p:spPr>
            <a:xfrm>
              <a:off x="5102911" y="20449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5"/>
            <p:cNvSpPr/>
            <p:nvPr/>
          </p:nvSpPr>
          <p:spPr>
            <a:xfrm>
              <a:off x="5481541" y="19526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6"/>
            <p:cNvSpPr/>
            <p:nvPr/>
          </p:nvSpPr>
          <p:spPr>
            <a:xfrm>
              <a:off x="4854718" y="23911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7"/>
            <p:cNvSpPr/>
            <p:nvPr/>
          </p:nvSpPr>
          <p:spPr>
            <a:xfrm>
              <a:off x="5324247" y="22361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8"/>
            <p:cNvSpPr/>
            <p:nvPr/>
          </p:nvSpPr>
          <p:spPr>
            <a:xfrm>
              <a:off x="5160187" y="28005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9"/>
            <p:cNvSpPr/>
            <p:nvPr/>
          </p:nvSpPr>
          <p:spPr>
            <a:xfrm>
              <a:off x="5195401" y="22404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90"/>
            <p:cNvSpPr/>
            <p:nvPr/>
          </p:nvSpPr>
          <p:spPr>
            <a:xfrm>
              <a:off x="5863267" y="15851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1"/>
            <p:cNvSpPr/>
            <p:nvPr/>
          </p:nvSpPr>
          <p:spPr>
            <a:xfrm>
              <a:off x="5402170" y="22150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2"/>
            <p:cNvSpPr/>
            <p:nvPr/>
          </p:nvSpPr>
          <p:spPr>
            <a:xfrm>
              <a:off x="5489888" y="21945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3"/>
            <p:cNvSpPr/>
            <p:nvPr/>
          </p:nvSpPr>
          <p:spPr>
            <a:xfrm>
              <a:off x="5678783" y="15765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4"/>
            <p:cNvSpPr/>
            <p:nvPr/>
          </p:nvSpPr>
          <p:spPr>
            <a:xfrm>
              <a:off x="5640220" y="21614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5"/>
            <p:cNvSpPr/>
            <p:nvPr/>
          </p:nvSpPr>
          <p:spPr>
            <a:xfrm>
              <a:off x="5662462" y="21024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6"/>
            <p:cNvSpPr/>
            <p:nvPr/>
          </p:nvSpPr>
          <p:spPr>
            <a:xfrm>
              <a:off x="5437399" y="21687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7"/>
            <p:cNvSpPr/>
            <p:nvPr/>
          </p:nvSpPr>
          <p:spPr>
            <a:xfrm>
              <a:off x="5196497" y="23917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8"/>
            <p:cNvSpPr/>
            <p:nvPr/>
          </p:nvSpPr>
          <p:spPr>
            <a:xfrm>
              <a:off x="5397939" y="21107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9"/>
            <p:cNvSpPr/>
            <p:nvPr/>
          </p:nvSpPr>
          <p:spPr>
            <a:xfrm>
              <a:off x="5282405" y="22036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400"/>
            <p:cNvSpPr/>
            <p:nvPr/>
          </p:nvSpPr>
          <p:spPr>
            <a:xfrm>
              <a:off x="5803454" y="19831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1"/>
            <p:cNvSpPr/>
            <p:nvPr/>
          </p:nvSpPr>
          <p:spPr>
            <a:xfrm>
              <a:off x="5086851" y="27301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2"/>
            <p:cNvSpPr/>
            <p:nvPr/>
          </p:nvSpPr>
          <p:spPr>
            <a:xfrm>
              <a:off x="5661788" y="20249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3"/>
            <p:cNvSpPr/>
            <p:nvPr/>
          </p:nvSpPr>
          <p:spPr>
            <a:xfrm>
              <a:off x="5367038" y="22318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4"/>
            <p:cNvSpPr/>
            <p:nvPr/>
          </p:nvSpPr>
          <p:spPr>
            <a:xfrm>
              <a:off x="5426461" y="22049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5"/>
            <p:cNvSpPr/>
            <p:nvPr/>
          </p:nvSpPr>
          <p:spPr>
            <a:xfrm>
              <a:off x="5270228" y="21900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6"/>
            <p:cNvSpPr/>
            <p:nvPr/>
          </p:nvSpPr>
          <p:spPr>
            <a:xfrm>
              <a:off x="5760192" y="20418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7"/>
            <p:cNvSpPr/>
            <p:nvPr/>
          </p:nvSpPr>
          <p:spPr>
            <a:xfrm>
              <a:off x="5877260" y="17843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8"/>
            <p:cNvSpPr/>
            <p:nvPr/>
          </p:nvSpPr>
          <p:spPr>
            <a:xfrm>
              <a:off x="5122215" y="26160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9"/>
            <p:cNvSpPr/>
            <p:nvPr/>
          </p:nvSpPr>
          <p:spPr>
            <a:xfrm>
              <a:off x="5435390" y="22807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10"/>
            <p:cNvSpPr/>
            <p:nvPr/>
          </p:nvSpPr>
          <p:spPr>
            <a:xfrm>
              <a:off x="5429479" y="23119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1"/>
            <p:cNvSpPr/>
            <p:nvPr/>
          </p:nvSpPr>
          <p:spPr>
            <a:xfrm>
              <a:off x="5452375" y="21467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2"/>
            <p:cNvSpPr/>
            <p:nvPr/>
          </p:nvSpPr>
          <p:spPr>
            <a:xfrm>
              <a:off x="5107558" y="17651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3"/>
            <p:cNvSpPr/>
            <p:nvPr/>
          </p:nvSpPr>
          <p:spPr>
            <a:xfrm>
              <a:off x="5618114" y="20017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4"/>
            <p:cNvSpPr/>
            <p:nvPr/>
          </p:nvSpPr>
          <p:spPr>
            <a:xfrm>
              <a:off x="5555934" y="22562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5"/>
            <p:cNvSpPr/>
            <p:nvPr/>
          </p:nvSpPr>
          <p:spPr>
            <a:xfrm>
              <a:off x="5669190" y="19116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6"/>
            <p:cNvSpPr/>
            <p:nvPr/>
          </p:nvSpPr>
          <p:spPr>
            <a:xfrm>
              <a:off x="5824164" y="18311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7"/>
            <p:cNvSpPr/>
            <p:nvPr/>
          </p:nvSpPr>
          <p:spPr>
            <a:xfrm>
              <a:off x="5480734" y="20935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8"/>
            <p:cNvSpPr/>
            <p:nvPr/>
          </p:nvSpPr>
          <p:spPr>
            <a:xfrm>
              <a:off x="5459457" y="22426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9"/>
            <p:cNvSpPr/>
            <p:nvPr/>
          </p:nvSpPr>
          <p:spPr>
            <a:xfrm>
              <a:off x="5560107" y="22140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20"/>
            <p:cNvSpPr/>
            <p:nvPr/>
          </p:nvSpPr>
          <p:spPr>
            <a:xfrm>
              <a:off x="5321741" y="22725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1"/>
            <p:cNvSpPr/>
            <p:nvPr/>
          </p:nvSpPr>
          <p:spPr>
            <a:xfrm>
              <a:off x="5500994" y="21454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2"/>
            <p:cNvSpPr/>
            <p:nvPr/>
          </p:nvSpPr>
          <p:spPr>
            <a:xfrm>
              <a:off x="5154307" y="25730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3"/>
            <p:cNvSpPr/>
            <p:nvPr/>
          </p:nvSpPr>
          <p:spPr>
            <a:xfrm>
              <a:off x="5026486" y="23213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4"/>
            <p:cNvSpPr/>
            <p:nvPr/>
          </p:nvSpPr>
          <p:spPr>
            <a:xfrm>
              <a:off x="5548635" y="21680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5"/>
            <p:cNvSpPr/>
            <p:nvPr/>
          </p:nvSpPr>
          <p:spPr>
            <a:xfrm>
              <a:off x="5659476" y="21038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6"/>
            <p:cNvSpPr/>
            <p:nvPr/>
          </p:nvSpPr>
          <p:spPr>
            <a:xfrm>
              <a:off x="5119709" y="25742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7"/>
            <p:cNvSpPr/>
            <p:nvPr/>
          </p:nvSpPr>
          <p:spPr>
            <a:xfrm>
              <a:off x="4925036" y="17742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8"/>
            <p:cNvSpPr/>
            <p:nvPr/>
          </p:nvSpPr>
          <p:spPr>
            <a:xfrm>
              <a:off x="5506945" y="22240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9"/>
            <p:cNvSpPr/>
            <p:nvPr/>
          </p:nvSpPr>
          <p:spPr>
            <a:xfrm>
              <a:off x="5491474" y="21591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30"/>
            <p:cNvSpPr/>
            <p:nvPr/>
          </p:nvSpPr>
          <p:spPr>
            <a:xfrm>
              <a:off x="5721034" y="18004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1"/>
            <p:cNvSpPr/>
            <p:nvPr/>
          </p:nvSpPr>
          <p:spPr>
            <a:xfrm>
              <a:off x="5541062" y="22138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2"/>
            <p:cNvSpPr/>
            <p:nvPr/>
          </p:nvSpPr>
          <p:spPr>
            <a:xfrm>
              <a:off x="5518064" y="2201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3"/>
            <p:cNvSpPr/>
            <p:nvPr/>
          </p:nvSpPr>
          <p:spPr>
            <a:xfrm>
              <a:off x="5116522" y="24349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4"/>
            <p:cNvSpPr/>
            <p:nvPr/>
          </p:nvSpPr>
          <p:spPr>
            <a:xfrm>
              <a:off x="5308372" y="20602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5"/>
            <p:cNvSpPr/>
            <p:nvPr/>
          </p:nvSpPr>
          <p:spPr>
            <a:xfrm>
              <a:off x="5135484" y="27515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6"/>
            <p:cNvSpPr/>
            <p:nvPr/>
          </p:nvSpPr>
          <p:spPr>
            <a:xfrm>
              <a:off x="5703018" y="20102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7"/>
            <p:cNvSpPr/>
            <p:nvPr/>
          </p:nvSpPr>
          <p:spPr>
            <a:xfrm>
              <a:off x="5379687" y="22554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8"/>
            <p:cNvSpPr/>
            <p:nvPr/>
          </p:nvSpPr>
          <p:spPr>
            <a:xfrm>
              <a:off x="5137401" y="27567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9"/>
            <p:cNvSpPr/>
            <p:nvPr/>
          </p:nvSpPr>
          <p:spPr>
            <a:xfrm>
              <a:off x="5230360" y="21542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40"/>
            <p:cNvSpPr/>
            <p:nvPr/>
          </p:nvSpPr>
          <p:spPr>
            <a:xfrm>
              <a:off x="5653457" y="20885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1"/>
            <p:cNvSpPr/>
            <p:nvPr/>
          </p:nvSpPr>
          <p:spPr>
            <a:xfrm>
              <a:off x="5024558" y="22811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2"/>
            <p:cNvSpPr/>
            <p:nvPr/>
          </p:nvSpPr>
          <p:spPr>
            <a:xfrm>
              <a:off x="5234241" y="20811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3"/>
            <p:cNvSpPr/>
            <p:nvPr/>
          </p:nvSpPr>
          <p:spPr>
            <a:xfrm>
              <a:off x="5588530" y="22365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4"/>
            <p:cNvSpPr/>
            <p:nvPr/>
          </p:nvSpPr>
          <p:spPr>
            <a:xfrm>
              <a:off x="5716567" y="21144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5"/>
            <p:cNvSpPr/>
            <p:nvPr/>
          </p:nvSpPr>
          <p:spPr>
            <a:xfrm>
              <a:off x="5825339" y="18987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6"/>
            <p:cNvSpPr/>
            <p:nvPr/>
          </p:nvSpPr>
          <p:spPr>
            <a:xfrm>
              <a:off x="5786651" y="18567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7"/>
            <p:cNvSpPr/>
            <p:nvPr/>
          </p:nvSpPr>
          <p:spPr>
            <a:xfrm>
              <a:off x="5485740" y="20008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8"/>
            <p:cNvSpPr/>
            <p:nvPr/>
          </p:nvSpPr>
          <p:spPr>
            <a:xfrm>
              <a:off x="5765033" y="20047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9"/>
            <p:cNvSpPr/>
            <p:nvPr/>
          </p:nvSpPr>
          <p:spPr>
            <a:xfrm>
              <a:off x="5279261" y="21739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50"/>
            <p:cNvSpPr/>
            <p:nvPr/>
          </p:nvSpPr>
          <p:spPr>
            <a:xfrm>
              <a:off x="5227848" y="21789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1"/>
            <p:cNvSpPr/>
            <p:nvPr/>
          </p:nvSpPr>
          <p:spPr>
            <a:xfrm>
              <a:off x="5723946" y="1980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2"/>
            <p:cNvSpPr/>
            <p:nvPr/>
          </p:nvSpPr>
          <p:spPr>
            <a:xfrm>
              <a:off x="5188185" y="22906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3"/>
            <p:cNvSpPr/>
            <p:nvPr/>
          </p:nvSpPr>
          <p:spPr>
            <a:xfrm>
              <a:off x="5195011" y="22027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4"/>
            <p:cNvSpPr/>
            <p:nvPr/>
          </p:nvSpPr>
          <p:spPr>
            <a:xfrm>
              <a:off x="5644824" y="21284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5"/>
            <p:cNvSpPr/>
            <p:nvPr/>
          </p:nvSpPr>
          <p:spPr>
            <a:xfrm>
              <a:off x="5422544" y="21880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6"/>
            <p:cNvSpPr/>
            <p:nvPr/>
          </p:nvSpPr>
          <p:spPr>
            <a:xfrm>
              <a:off x="5394446" y="20106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7"/>
            <p:cNvSpPr/>
            <p:nvPr/>
          </p:nvSpPr>
          <p:spPr>
            <a:xfrm>
              <a:off x="5153507" y="25611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8"/>
            <p:cNvSpPr/>
            <p:nvPr/>
          </p:nvSpPr>
          <p:spPr>
            <a:xfrm>
              <a:off x="5283429" y="20180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9"/>
            <p:cNvSpPr/>
            <p:nvPr/>
          </p:nvSpPr>
          <p:spPr>
            <a:xfrm>
              <a:off x="5799658" y="18805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60"/>
            <p:cNvSpPr/>
            <p:nvPr/>
          </p:nvSpPr>
          <p:spPr>
            <a:xfrm>
              <a:off x="5329471" y="22314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1"/>
            <p:cNvSpPr/>
            <p:nvPr/>
          </p:nvSpPr>
          <p:spPr>
            <a:xfrm>
              <a:off x="5841244" y="18146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2"/>
            <p:cNvSpPr/>
            <p:nvPr/>
          </p:nvSpPr>
          <p:spPr>
            <a:xfrm>
              <a:off x="5863976" y="19241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3"/>
            <p:cNvSpPr/>
            <p:nvPr/>
          </p:nvSpPr>
          <p:spPr>
            <a:xfrm>
              <a:off x="5666216" y="19821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4"/>
            <p:cNvSpPr/>
            <p:nvPr/>
          </p:nvSpPr>
          <p:spPr>
            <a:xfrm>
              <a:off x="5574267" y="21989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5"/>
            <p:cNvSpPr/>
            <p:nvPr/>
          </p:nvSpPr>
          <p:spPr>
            <a:xfrm>
              <a:off x="5793791" y="18838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6"/>
            <p:cNvSpPr/>
            <p:nvPr/>
          </p:nvSpPr>
          <p:spPr>
            <a:xfrm>
              <a:off x="5199265" y="23352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7"/>
            <p:cNvSpPr/>
            <p:nvPr/>
          </p:nvSpPr>
          <p:spPr>
            <a:xfrm>
              <a:off x="5526809" y="21892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8"/>
            <p:cNvSpPr/>
            <p:nvPr/>
          </p:nvSpPr>
          <p:spPr>
            <a:xfrm>
              <a:off x="5240853" y="21897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9"/>
            <p:cNvSpPr/>
            <p:nvPr/>
          </p:nvSpPr>
          <p:spPr>
            <a:xfrm>
              <a:off x="4982032" y="26330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70"/>
            <p:cNvSpPr/>
            <p:nvPr/>
          </p:nvSpPr>
          <p:spPr>
            <a:xfrm>
              <a:off x="5412869" y="22304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1"/>
            <p:cNvSpPr/>
            <p:nvPr/>
          </p:nvSpPr>
          <p:spPr>
            <a:xfrm>
              <a:off x="5051578" y="23568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2"/>
            <p:cNvSpPr/>
            <p:nvPr/>
          </p:nvSpPr>
          <p:spPr>
            <a:xfrm>
              <a:off x="5418353" y="2052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3"/>
            <p:cNvSpPr/>
            <p:nvPr/>
          </p:nvSpPr>
          <p:spPr>
            <a:xfrm>
              <a:off x="5923762" y="18582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4"/>
            <p:cNvSpPr/>
            <p:nvPr/>
          </p:nvSpPr>
          <p:spPr>
            <a:xfrm>
              <a:off x="5546816" y="22557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5"/>
            <p:cNvSpPr/>
            <p:nvPr/>
          </p:nvSpPr>
          <p:spPr>
            <a:xfrm>
              <a:off x="5691407" y="18164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6"/>
            <p:cNvSpPr/>
            <p:nvPr/>
          </p:nvSpPr>
          <p:spPr>
            <a:xfrm>
              <a:off x="5668398" y="17838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7"/>
            <p:cNvSpPr/>
            <p:nvPr/>
          </p:nvSpPr>
          <p:spPr>
            <a:xfrm>
              <a:off x="5599855" y="20872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8"/>
            <p:cNvSpPr/>
            <p:nvPr/>
          </p:nvSpPr>
          <p:spPr>
            <a:xfrm>
              <a:off x="5340526" y="21833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9"/>
            <p:cNvSpPr/>
            <p:nvPr/>
          </p:nvSpPr>
          <p:spPr>
            <a:xfrm>
              <a:off x="5413525" y="21911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80"/>
            <p:cNvSpPr/>
            <p:nvPr/>
          </p:nvSpPr>
          <p:spPr>
            <a:xfrm>
              <a:off x="5478831" y="18831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1"/>
            <p:cNvSpPr/>
            <p:nvPr/>
          </p:nvSpPr>
          <p:spPr>
            <a:xfrm>
              <a:off x="5401760" y="21697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2"/>
            <p:cNvSpPr/>
            <p:nvPr/>
          </p:nvSpPr>
          <p:spPr>
            <a:xfrm>
              <a:off x="5462699" y="20869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3"/>
            <p:cNvSpPr/>
            <p:nvPr/>
          </p:nvSpPr>
          <p:spPr>
            <a:xfrm>
              <a:off x="4800212" y="28604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4"/>
            <p:cNvSpPr/>
            <p:nvPr/>
          </p:nvSpPr>
          <p:spPr>
            <a:xfrm>
              <a:off x="5034279" y="22887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5"/>
            <p:cNvSpPr/>
            <p:nvPr/>
          </p:nvSpPr>
          <p:spPr>
            <a:xfrm>
              <a:off x="5720648" y="1837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6"/>
            <p:cNvSpPr/>
            <p:nvPr/>
          </p:nvSpPr>
          <p:spPr>
            <a:xfrm>
              <a:off x="4775252" y="25291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7"/>
            <p:cNvSpPr/>
            <p:nvPr/>
          </p:nvSpPr>
          <p:spPr>
            <a:xfrm>
              <a:off x="5592379" y="21428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8"/>
            <p:cNvSpPr/>
            <p:nvPr/>
          </p:nvSpPr>
          <p:spPr>
            <a:xfrm>
              <a:off x="5111881" y="20511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9"/>
            <p:cNvSpPr/>
            <p:nvPr/>
          </p:nvSpPr>
          <p:spPr>
            <a:xfrm>
              <a:off x="5516441" y="22527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90"/>
            <p:cNvSpPr/>
            <p:nvPr/>
          </p:nvSpPr>
          <p:spPr>
            <a:xfrm>
              <a:off x="5863907" y="17696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1"/>
            <p:cNvSpPr/>
            <p:nvPr/>
          </p:nvSpPr>
          <p:spPr>
            <a:xfrm>
              <a:off x="5299984" y="22035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2"/>
            <p:cNvSpPr/>
            <p:nvPr/>
          </p:nvSpPr>
          <p:spPr>
            <a:xfrm>
              <a:off x="5926731" y="17681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3"/>
            <p:cNvSpPr/>
            <p:nvPr/>
          </p:nvSpPr>
          <p:spPr>
            <a:xfrm>
              <a:off x="5609271" y="20278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4"/>
            <p:cNvSpPr/>
            <p:nvPr/>
          </p:nvSpPr>
          <p:spPr>
            <a:xfrm>
              <a:off x="5199507" y="22867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5"/>
            <p:cNvSpPr/>
            <p:nvPr/>
          </p:nvSpPr>
          <p:spPr>
            <a:xfrm>
              <a:off x="5540382" y="21250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6"/>
            <p:cNvSpPr/>
            <p:nvPr/>
          </p:nvSpPr>
          <p:spPr>
            <a:xfrm>
              <a:off x="5341239" y="21731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7"/>
            <p:cNvSpPr/>
            <p:nvPr/>
          </p:nvSpPr>
          <p:spPr>
            <a:xfrm>
              <a:off x="5400602" y="21732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8"/>
            <p:cNvSpPr/>
            <p:nvPr/>
          </p:nvSpPr>
          <p:spPr>
            <a:xfrm>
              <a:off x="5403349" y="21972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9"/>
            <p:cNvSpPr/>
            <p:nvPr/>
          </p:nvSpPr>
          <p:spPr>
            <a:xfrm>
              <a:off x="5701371" y="18698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500"/>
            <p:cNvSpPr/>
            <p:nvPr/>
          </p:nvSpPr>
          <p:spPr>
            <a:xfrm>
              <a:off x="5621431" y="19038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1"/>
            <p:cNvSpPr/>
            <p:nvPr/>
          </p:nvSpPr>
          <p:spPr>
            <a:xfrm>
              <a:off x="5333407" y="21403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2"/>
            <p:cNvSpPr/>
            <p:nvPr/>
          </p:nvSpPr>
          <p:spPr>
            <a:xfrm>
              <a:off x="5583244" y="23060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3"/>
            <p:cNvSpPr/>
            <p:nvPr/>
          </p:nvSpPr>
          <p:spPr>
            <a:xfrm>
              <a:off x="5147663" y="27669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4"/>
            <p:cNvSpPr/>
            <p:nvPr/>
          </p:nvSpPr>
          <p:spPr>
            <a:xfrm>
              <a:off x="5434100" y="23162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5"/>
            <p:cNvSpPr/>
            <p:nvPr/>
          </p:nvSpPr>
          <p:spPr>
            <a:xfrm>
              <a:off x="5710149" y="20720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6"/>
            <p:cNvSpPr/>
            <p:nvPr/>
          </p:nvSpPr>
          <p:spPr>
            <a:xfrm>
              <a:off x="5496068" y="21587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7"/>
            <p:cNvSpPr/>
            <p:nvPr/>
          </p:nvSpPr>
          <p:spPr>
            <a:xfrm>
              <a:off x="5511858" y="21973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8"/>
            <p:cNvSpPr/>
            <p:nvPr/>
          </p:nvSpPr>
          <p:spPr>
            <a:xfrm>
              <a:off x="5666821" y="18968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9"/>
            <p:cNvSpPr/>
            <p:nvPr/>
          </p:nvSpPr>
          <p:spPr>
            <a:xfrm>
              <a:off x="5972116" y="14431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10"/>
            <p:cNvSpPr/>
            <p:nvPr/>
          </p:nvSpPr>
          <p:spPr>
            <a:xfrm>
              <a:off x="5135672" y="25297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1"/>
            <p:cNvSpPr/>
            <p:nvPr/>
          </p:nvSpPr>
          <p:spPr>
            <a:xfrm>
              <a:off x="5248216" y="19734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2"/>
            <p:cNvSpPr/>
            <p:nvPr/>
          </p:nvSpPr>
          <p:spPr>
            <a:xfrm>
              <a:off x="5431488" y="22503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3"/>
            <p:cNvSpPr/>
            <p:nvPr/>
          </p:nvSpPr>
          <p:spPr>
            <a:xfrm>
              <a:off x="5378336" y="22416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4"/>
            <p:cNvSpPr/>
            <p:nvPr/>
          </p:nvSpPr>
          <p:spPr>
            <a:xfrm>
              <a:off x="5689363" y="18018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5"/>
            <p:cNvSpPr/>
            <p:nvPr/>
          </p:nvSpPr>
          <p:spPr>
            <a:xfrm>
              <a:off x="4977988" y="26929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6"/>
            <p:cNvSpPr/>
            <p:nvPr/>
          </p:nvSpPr>
          <p:spPr>
            <a:xfrm>
              <a:off x="5750416" y="17681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7"/>
            <p:cNvSpPr/>
            <p:nvPr/>
          </p:nvSpPr>
          <p:spPr>
            <a:xfrm>
              <a:off x="5656891" y="21113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8"/>
            <p:cNvSpPr/>
            <p:nvPr/>
          </p:nvSpPr>
          <p:spPr>
            <a:xfrm>
              <a:off x="5831151" y="20048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9"/>
            <p:cNvSpPr/>
            <p:nvPr/>
          </p:nvSpPr>
          <p:spPr>
            <a:xfrm>
              <a:off x="5644685" y="21131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20"/>
            <p:cNvSpPr/>
            <p:nvPr/>
          </p:nvSpPr>
          <p:spPr>
            <a:xfrm>
              <a:off x="5066163" y="25522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1"/>
            <p:cNvSpPr/>
            <p:nvPr/>
          </p:nvSpPr>
          <p:spPr>
            <a:xfrm>
              <a:off x="5653301" y="19845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2"/>
            <p:cNvSpPr/>
            <p:nvPr/>
          </p:nvSpPr>
          <p:spPr>
            <a:xfrm>
              <a:off x="5493047" y="21735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3"/>
            <p:cNvSpPr/>
            <p:nvPr/>
          </p:nvSpPr>
          <p:spPr>
            <a:xfrm>
              <a:off x="5189950" y="22956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4"/>
            <p:cNvSpPr/>
            <p:nvPr/>
          </p:nvSpPr>
          <p:spPr>
            <a:xfrm>
              <a:off x="5058175" y="23914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5"/>
            <p:cNvSpPr/>
            <p:nvPr/>
          </p:nvSpPr>
          <p:spPr>
            <a:xfrm>
              <a:off x="5760905" y="20388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6"/>
            <p:cNvSpPr/>
            <p:nvPr/>
          </p:nvSpPr>
          <p:spPr>
            <a:xfrm>
              <a:off x="5398782" y="22220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7"/>
            <p:cNvSpPr/>
            <p:nvPr/>
          </p:nvSpPr>
          <p:spPr>
            <a:xfrm>
              <a:off x="5439959" y="22074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8"/>
            <p:cNvSpPr/>
            <p:nvPr/>
          </p:nvSpPr>
          <p:spPr>
            <a:xfrm>
              <a:off x="5326106" y="22090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9"/>
            <p:cNvSpPr/>
            <p:nvPr/>
          </p:nvSpPr>
          <p:spPr>
            <a:xfrm>
              <a:off x="5835921" y="21262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30"/>
            <p:cNvSpPr/>
            <p:nvPr/>
          </p:nvSpPr>
          <p:spPr>
            <a:xfrm>
              <a:off x="5391944" y="21284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1"/>
            <p:cNvSpPr/>
            <p:nvPr/>
          </p:nvSpPr>
          <p:spPr>
            <a:xfrm>
              <a:off x="5119990" y="2479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2"/>
            <p:cNvSpPr/>
            <p:nvPr/>
          </p:nvSpPr>
          <p:spPr>
            <a:xfrm>
              <a:off x="5986660" y="23284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3"/>
            <p:cNvSpPr/>
            <p:nvPr/>
          </p:nvSpPr>
          <p:spPr>
            <a:xfrm>
              <a:off x="5447646" y="22820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4"/>
            <p:cNvSpPr/>
            <p:nvPr/>
          </p:nvSpPr>
          <p:spPr>
            <a:xfrm>
              <a:off x="5723789" y="16529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5"/>
            <p:cNvSpPr/>
            <p:nvPr/>
          </p:nvSpPr>
          <p:spPr>
            <a:xfrm>
              <a:off x="5443917" y="22631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6"/>
            <p:cNvSpPr/>
            <p:nvPr/>
          </p:nvSpPr>
          <p:spPr>
            <a:xfrm>
              <a:off x="5496572" y="21100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7"/>
            <p:cNvSpPr/>
            <p:nvPr/>
          </p:nvSpPr>
          <p:spPr>
            <a:xfrm>
              <a:off x="5519004" y="22349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8"/>
            <p:cNvSpPr/>
            <p:nvPr/>
          </p:nvSpPr>
          <p:spPr>
            <a:xfrm>
              <a:off x="5217873" y="21947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9"/>
            <p:cNvSpPr/>
            <p:nvPr/>
          </p:nvSpPr>
          <p:spPr>
            <a:xfrm>
              <a:off x="5491717" y="21313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40"/>
            <p:cNvSpPr/>
            <p:nvPr/>
          </p:nvSpPr>
          <p:spPr>
            <a:xfrm>
              <a:off x="5774772" y="19404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1"/>
            <p:cNvSpPr/>
            <p:nvPr/>
          </p:nvSpPr>
          <p:spPr>
            <a:xfrm>
              <a:off x="5944252" y="12828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2"/>
            <p:cNvSpPr/>
            <p:nvPr/>
          </p:nvSpPr>
          <p:spPr>
            <a:xfrm>
              <a:off x="5543056" y="21041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3"/>
            <p:cNvSpPr/>
            <p:nvPr/>
          </p:nvSpPr>
          <p:spPr>
            <a:xfrm>
              <a:off x="5383650" y="22197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4"/>
            <p:cNvSpPr/>
            <p:nvPr/>
          </p:nvSpPr>
          <p:spPr>
            <a:xfrm>
              <a:off x="5764947" y="20688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5"/>
            <p:cNvSpPr/>
            <p:nvPr/>
          </p:nvSpPr>
          <p:spPr>
            <a:xfrm>
              <a:off x="5677480" y="17051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6"/>
            <p:cNvSpPr/>
            <p:nvPr/>
          </p:nvSpPr>
          <p:spPr>
            <a:xfrm>
              <a:off x="5296554" y="21566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7"/>
            <p:cNvSpPr/>
            <p:nvPr/>
          </p:nvSpPr>
          <p:spPr>
            <a:xfrm>
              <a:off x="5431851" y="2249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8"/>
            <p:cNvSpPr/>
            <p:nvPr/>
          </p:nvSpPr>
          <p:spPr>
            <a:xfrm>
              <a:off x="5013727" y="25259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9"/>
            <p:cNvSpPr/>
            <p:nvPr/>
          </p:nvSpPr>
          <p:spPr>
            <a:xfrm>
              <a:off x="5367644" y="2161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50"/>
            <p:cNvSpPr/>
            <p:nvPr/>
          </p:nvSpPr>
          <p:spPr>
            <a:xfrm>
              <a:off x="5332722" y="21590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1"/>
            <p:cNvSpPr/>
            <p:nvPr/>
          </p:nvSpPr>
          <p:spPr>
            <a:xfrm>
              <a:off x="5534586" y="21248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2"/>
            <p:cNvSpPr/>
            <p:nvPr/>
          </p:nvSpPr>
          <p:spPr>
            <a:xfrm>
              <a:off x="5214228" y="22484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3"/>
            <p:cNvSpPr/>
            <p:nvPr/>
          </p:nvSpPr>
          <p:spPr>
            <a:xfrm>
              <a:off x="5415299" y="21353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4"/>
            <p:cNvSpPr/>
            <p:nvPr/>
          </p:nvSpPr>
          <p:spPr>
            <a:xfrm>
              <a:off x="5234638" y="21405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5"/>
            <p:cNvSpPr/>
            <p:nvPr/>
          </p:nvSpPr>
          <p:spPr>
            <a:xfrm>
              <a:off x="5246110" y="22249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6"/>
            <p:cNvSpPr/>
            <p:nvPr/>
          </p:nvSpPr>
          <p:spPr>
            <a:xfrm>
              <a:off x="5579419" y="22454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7"/>
            <p:cNvSpPr/>
            <p:nvPr/>
          </p:nvSpPr>
          <p:spPr>
            <a:xfrm>
              <a:off x="5407727" y="20186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8"/>
            <p:cNvSpPr/>
            <p:nvPr/>
          </p:nvSpPr>
          <p:spPr>
            <a:xfrm>
              <a:off x="5629552" y="20774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9"/>
            <p:cNvSpPr/>
            <p:nvPr/>
          </p:nvSpPr>
          <p:spPr>
            <a:xfrm>
              <a:off x="5613301" y="21069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60"/>
            <p:cNvSpPr/>
            <p:nvPr/>
          </p:nvSpPr>
          <p:spPr>
            <a:xfrm>
              <a:off x="5383772" y="22016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1"/>
            <p:cNvSpPr/>
            <p:nvPr/>
          </p:nvSpPr>
          <p:spPr>
            <a:xfrm>
              <a:off x="5380379" y="20411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2"/>
            <p:cNvSpPr/>
            <p:nvPr/>
          </p:nvSpPr>
          <p:spPr>
            <a:xfrm>
              <a:off x="5473678" y="20315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t3563"/>
            <p:cNvSpPr/>
            <p:nvPr/>
          </p:nvSpPr>
          <p:spPr>
            <a:xfrm>
              <a:off x="5699621" y="19559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t3564"/>
            <p:cNvSpPr/>
            <p:nvPr/>
          </p:nvSpPr>
          <p:spPr>
            <a:xfrm>
              <a:off x="5303001" y="21678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t3565"/>
            <p:cNvSpPr/>
            <p:nvPr/>
          </p:nvSpPr>
          <p:spPr>
            <a:xfrm>
              <a:off x="5446244" y="22746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t3566"/>
            <p:cNvSpPr/>
            <p:nvPr/>
          </p:nvSpPr>
          <p:spPr>
            <a:xfrm>
              <a:off x="5370531" y="22120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t3567"/>
            <p:cNvSpPr/>
            <p:nvPr/>
          </p:nvSpPr>
          <p:spPr>
            <a:xfrm>
              <a:off x="5489103" y="21084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t3568"/>
            <p:cNvSpPr/>
            <p:nvPr/>
          </p:nvSpPr>
          <p:spPr>
            <a:xfrm>
              <a:off x="5344780" y="22438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t3569"/>
            <p:cNvSpPr/>
            <p:nvPr/>
          </p:nvSpPr>
          <p:spPr>
            <a:xfrm>
              <a:off x="5201627" y="23842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t3570"/>
            <p:cNvSpPr/>
            <p:nvPr/>
          </p:nvSpPr>
          <p:spPr>
            <a:xfrm>
              <a:off x="5356822" y="21874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t3571"/>
            <p:cNvSpPr/>
            <p:nvPr/>
          </p:nvSpPr>
          <p:spPr>
            <a:xfrm>
              <a:off x="5672041" y="20502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t3572"/>
            <p:cNvSpPr/>
            <p:nvPr/>
          </p:nvSpPr>
          <p:spPr>
            <a:xfrm>
              <a:off x="5498989" y="22819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t3573"/>
            <p:cNvSpPr/>
            <p:nvPr/>
          </p:nvSpPr>
          <p:spPr>
            <a:xfrm>
              <a:off x="5712145" y="20250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t3574"/>
            <p:cNvSpPr/>
            <p:nvPr/>
          </p:nvSpPr>
          <p:spPr>
            <a:xfrm>
              <a:off x="5858792" y="22123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t3575"/>
            <p:cNvSpPr/>
            <p:nvPr/>
          </p:nvSpPr>
          <p:spPr>
            <a:xfrm>
              <a:off x="5739426" y="19549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t3576"/>
            <p:cNvSpPr/>
            <p:nvPr/>
          </p:nvSpPr>
          <p:spPr>
            <a:xfrm>
              <a:off x="5695349" y="19668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t3577"/>
            <p:cNvSpPr/>
            <p:nvPr/>
          </p:nvSpPr>
          <p:spPr>
            <a:xfrm>
              <a:off x="5287147" y="22188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t3578"/>
            <p:cNvSpPr/>
            <p:nvPr/>
          </p:nvSpPr>
          <p:spPr>
            <a:xfrm>
              <a:off x="5623419" y="19001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t3579"/>
            <p:cNvSpPr/>
            <p:nvPr/>
          </p:nvSpPr>
          <p:spPr>
            <a:xfrm>
              <a:off x="5352400" y="20959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t3580"/>
            <p:cNvSpPr/>
            <p:nvPr/>
          </p:nvSpPr>
          <p:spPr>
            <a:xfrm>
              <a:off x="5340968" y="21899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t3581"/>
            <p:cNvSpPr/>
            <p:nvPr/>
          </p:nvSpPr>
          <p:spPr>
            <a:xfrm>
              <a:off x="5288051" y="21494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t3582"/>
            <p:cNvSpPr/>
            <p:nvPr/>
          </p:nvSpPr>
          <p:spPr>
            <a:xfrm>
              <a:off x="5405377" y="22327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t3583"/>
            <p:cNvSpPr/>
            <p:nvPr/>
          </p:nvSpPr>
          <p:spPr>
            <a:xfrm>
              <a:off x="5517623" y="21715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t3584"/>
            <p:cNvSpPr/>
            <p:nvPr/>
          </p:nvSpPr>
          <p:spPr>
            <a:xfrm>
              <a:off x="5774142" y="20946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t3585"/>
            <p:cNvSpPr/>
            <p:nvPr/>
          </p:nvSpPr>
          <p:spPr>
            <a:xfrm>
              <a:off x="5038925" y="21448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t3586"/>
            <p:cNvSpPr/>
            <p:nvPr/>
          </p:nvSpPr>
          <p:spPr>
            <a:xfrm>
              <a:off x="5198249" y="2334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t3587"/>
            <p:cNvSpPr/>
            <p:nvPr/>
          </p:nvSpPr>
          <p:spPr>
            <a:xfrm>
              <a:off x="5312037" y="21818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t3588"/>
            <p:cNvSpPr/>
            <p:nvPr/>
          </p:nvSpPr>
          <p:spPr>
            <a:xfrm>
              <a:off x="5310480" y="20460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t3589"/>
            <p:cNvSpPr/>
            <p:nvPr/>
          </p:nvSpPr>
          <p:spPr>
            <a:xfrm>
              <a:off x="5610214" y="19856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t3590"/>
            <p:cNvSpPr/>
            <p:nvPr/>
          </p:nvSpPr>
          <p:spPr>
            <a:xfrm>
              <a:off x="5070632" y="24334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t3591"/>
            <p:cNvSpPr/>
            <p:nvPr/>
          </p:nvSpPr>
          <p:spPr>
            <a:xfrm>
              <a:off x="5741621" y="18337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t3592"/>
            <p:cNvSpPr/>
            <p:nvPr/>
          </p:nvSpPr>
          <p:spPr>
            <a:xfrm>
              <a:off x="5667849" y="18132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t3593"/>
            <p:cNvSpPr/>
            <p:nvPr/>
          </p:nvSpPr>
          <p:spPr>
            <a:xfrm>
              <a:off x="5821399" y="21483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t3594"/>
            <p:cNvSpPr/>
            <p:nvPr/>
          </p:nvSpPr>
          <p:spPr>
            <a:xfrm>
              <a:off x="5587087" y="22983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t3595"/>
            <p:cNvSpPr/>
            <p:nvPr/>
          </p:nvSpPr>
          <p:spPr>
            <a:xfrm>
              <a:off x="5209147" y="20630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t3596"/>
            <p:cNvSpPr/>
            <p:nvPr/>
          </p:nvSpPr>
          <p:spPr>
            <a:xfrm>
              <a:off x="5229852" y="21747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t3597"/>
            <p:cNvSpPr/>
            <p:nvPr/>
          </p:nvSpPr>
          <p:spPr>
            <a:xfrm>
              <a:off x="5329008" y="22262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t3598"/>
            <p:cNvSpPr/>
            <p:nvPr/>
          </p:nvSpPr>
          <p:spPr>
            <a:xfrm>
              <a:off x="5745535" y="20017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t3599"/>
            <p:cNvSpPr/>
            <p:nvPr/>
          </p:nvSpPr>
          <p:spPr>
            <a:xfrm>
              <a:off x="5170978" y="25785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t3600"/>
            <p:cNvSpPr/>
            <p:nvPr/>
          </p:nvSpPr>
          <p:spPr>
            <a:xfrm>
              <a:off x="5317868" y="2225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t3601"/>
            <p:cNvSpPr/>
            <p:nvPr/>
          </p:nvSpPr>
          <p:spPr>
            <a:xfrm>
              <a:off x="5568834" y="22002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t3602"/>
            <p:cNvSpPr/>
            <p:nvPr/>
          </p:nvSpPr>
          <p:spPr>
            <a:xfrm>
              <a:off x="5096602" y="25830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t3603"/>
            <p:cNvSpPr/>
            <p:nvPr/>
          </p:nvSpPr>
          <p:spPr>
            <a:xfrm>
              <a:off x="5459803" y="21681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t3604"/>
            <p:cNvSpPr/>
            <p:nvPr/>
          </p:nvSpPr>
          <p:spPr>
            <a:xfrm>
              <a:off x="5444352" y="23285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t3605"/>
            <p:cNvSpPr/>
            <p:nvPr/>
          </p:nvSpPr>
          <p:spPr>
            <a:xfrm>
              <a:off x="5732695" y="18229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t3606"/>
            <p:cNvSpPr/>
            <p:nvPr/>
          </p:nvSpPr>
          <p:spPr>
            <a:xfrm>
              <a:off x="5525643" y="21956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t3607"/>
            <p:cNvSpPr/>
            <p:nvPr/>
          </p:nvSpPr>
          <p:spPr>
            <a:xfrm>
              <a:off x="5518679" y="2146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t3608"/>
            <p:cNvSpPr/>
            <p:nvPr/>
          </p:nvSpPr>
          <p:spPr>
            <a:xfrm>
              <a:off x="5587124" y="2269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t3609"/>
            <p:cNvSpPr/>
            <p:nvPr/>
          </p:nvSpPr>
          <p:spPr>
            <a:xfrm>
              <a:off x="5444546" y="23193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t3610"/>
            <p:cNvSpPr/>
            <p:nvPr/>
          </p:nvSpPr>
          <p:spPr>
            <a:xfrm>
              <a:off x="5180506" y="24775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t3611"/>
            <p:cNvSpPr/>
            <p:nvPr/>
          </p:nvSpPr>
          <p:spPr>
            <a:xfrm>
              <a:off x="5099422" y="24186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t3612"/>
            <p:cNvSpPr/>
            <p:nvPr/>
          </p:nvSpPr>
          <p:spPr>
            <a:xfrm>
              <a:off x="5613537" y="20228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t3613"/>
            <p:cNvSpPr/>
            <p:nvPr/>
          </p:nvSpPr>
          <p:spPr>
            <a:xfrm>
              <a:off x="5560809" y="22540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t3614"/>
            <p:cNvSpPr/>
            <p:nvPr/>
          </p:nvSpPr>
          <p:spPr>
            <a:xfrm>
              <a:off x="5256055" y="20200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t3615"/>
            <p:cNvSpPr/>
            <p:nvPr/>
          </p:nvSpPr>
          <p:spPr>
            <a:xfrm>
              <a:off x="4973000" y="24487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t3616"/>
            <p:cNvSpPr/>
            <p:nvPr/>
          </p:nvSpPr>
          <p:spPr>
            <a:xfrm>
              <a:off x="5303707" y="21627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t3617"/>
            <p:cNvSpPr/>
            <p:nvPr/>
          </p:nvSpPr>
          <p:spPr>
            <a:xfrm>
              <a:off x="5697179" y="19734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t3618"/>
            <p:cNvSpPr/>
            <p:nvPr/>
          </p:nvSpPr>
          <p:spPr>
            <a:xfrm>
              <a:off x="5450300" y="22613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t3619"/>
            <p:cNvSpPr/>
            <p:nvPr/>
          </p:nvSpPr>
          <p:spPr>
            <a:xfrm>
              <a:off x="5090469" y="26031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t3620"/>
            <p:cNvSpPr/>
            <p:nvPr/>
          </p:nvSpPr>
          <p:spPr>
            <a:xfrm>
              <a:off x="5729848" y="19055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t3621"/>
            <p:cNvSpPr/>
            <p:nvPr/>
          </p:nvSpPr>
          <p:spPr>
            <a:xfrm>
              <a:off x="5251699" y="2168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t3622"/>
            <p:cNvSpPr/>
            <p:nvPr/>
          </p:nvSpPr>
          <p:spPr>
            <a:xfrm>
              <a:off x="5460267" y="21619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t3623"/>
            <p:cNvSpPr/>
            <p:nvPr/>
          </p:nvSpPr>
          <p:spPr>
            <a:xfrm>
              <a:off x="5663378" y="18850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t3624"/>
            <p:cNvSpPr/>
            <p:nvPr/>
          </p:nvSpPr>
          <p:spPr>
            <a:xfrm>
              <a:off x="5611874" y="20135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t3625"/>
            <p:cNvSpPr/>
            <p:nvPr/>
          </p:nvSpPr>
          <p:spPr>
            <a:xfrm>
              <a:off x="5276036" y="22749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t3626"/>
            <p:cNvSpPr/>
            <p:nvPr/>
          </p:nvSpPr>
          <p:spPr>
            <a:xfrm>
              <a:off x="5502433" y="21912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t3627"/>
            <p:cNvSpPr/>
            <p:nvPr/>
          </p:nvSpPr>
          <p:spPr>
            <a:xfrm>
              <a:off x="5397936" y="21615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t3628"/>
            <p:cNvSpPr/>
            <p:nvPr/>
          </p:nvSpPr>
          <p:spPr>
            <a:xfrm>
              <a:off x="5769711" y="19666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t3629"/>
            <p:cNvSpPr/>
            <p:nvPr/>
          </p:nvSpPr>
          <p:spPr>
            <a:xfrm>
              <a:off x="5675410" y="18153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t3630"/>
            <p:cNvSpPr/>
            <p:nvPr/>
          </p:nvSpPr>
          <p:spPr>
            <a:xfrm>
              <a:off x="5256881" y="21211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t3631"/>
            <p:cNvSpPr/>
            <p:nvPr/>
          </p:nvSpPr>
          <p:spPr>
            <a:xfrm>
              <a:off x="5434565" y="2175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t3632"/>
            <p:cNvSpPr/>
            <p:nvPr/>
          </p:nvSpPr>
          <p:spPr>
            <a:xfrm>
              <a:off x="5042481" y="23396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t3633"/>
            <p:cNvSpPr/>
            <p:nvPr/>
          </p:nvSpPr>
          <p:spPr>
            <a:xfrm>
              <a:off x="5485004" y="21303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t3634"/>
            <p:cNvSpPr/>
            <p:nvPr/>
          </p:nvSpPr>
          <p:spPr>
            <a:xfrm>
              <a:off x="4957016" y="19993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t3635"/>
            <p:cNvSpPr/>
            <p:nvPr/>
          </p:nvSpPr>
          <p:spPr>
            <a:xfrm>
              <a:off x="5364441" y="22440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t3636"/>
            <p:cNvSpPr/>
            <p:nvPr/>
          </p:nvSpPr>
          <p:spPr>
            <a:xfrm>
              <a:off x="5741595" y="19622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t3637"/>
            <p:cNvSpPr/>
            <p:nvPr/>
          </p:nvSpPr>
          <p:spPr>
            <a:xfrm>
              <a:off x="5250120" y="19818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t3638"/>
            <p:cNvSpPr/>
            <p:nvPr/>
          </p:nvSpPr>
          <p:spPr>
            <a:xfrm>
              <a:off x="5122455" y="25809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t3639"/>
            <p:cNvSpPr/>
            <p:nvPr/>
          </p:nvSpPr>
          <p:spPr>
            <a:xfrm>
              <a:off x="5485022" y="18640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t3640"/>
            <p:cNvSpPr/>
            <p:nvPr/>
          </p:nvSpPr>
          <p:spPr>
            <a:xfrm>
              <a:off x="5141344" y="25318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t3641"/>
            <p:cNvSpPr/>
            <p:nvPr/>
          </p:nvSpPr>
          <p:spPr>
            <a:xfrm>
              <a:off x="5437475" y="21203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t3642"/>
            <p:cNvSpPr/>
            <p:nvPr/>
          </p:nvSpPr>
          <p:spPr>
            <a:xfrm>
              <a:off x="6106090" y="17045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t3643"/>
            <p:cNvSpPr/>
            <p:nvPr/>
          </p:nvSpPr>
          <p:spPr>
            <a:xfrm>
              <a:off x="5465628" y="18229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t3644"/>
            <p:cNvSpPr/>
            <p:nvPr/>
          </p:nvSpPr>
          <p:spPr>
            <a:xfrm>
              <a:off x="5707503" y="19849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t3645"/>
            <p:cNvSpPr/>
            <p:nvPr/>
          </p:nvSpPr>
          <p:spPr>
            <a:xfrm>
              <a:off x="5599469" y="20603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t3646"/>
            <p:cNvSpPr/>
            <p:nvPr/>
          </p:nvSpPr>
          <p:spPr>
            <a:xfrm>
              <a:off x="5207263" y="23852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t3647"/>
            <p:cNvSpPr/>
            <p:nvPr/>
          </p:nvSpPr>
          <p:spPr>
            <a:xfrm>
              <a:off x="5289160" y="20014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t3648"/>
            <p:cNvSpPr/>
            <p:nvPr/>
          </p:nvSpPr>
          <p:spPr>
            <a:xfrm>
              <a:off x="5652599" y="19939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t3649"/>
            <p:cNvSpPr/>
            <p:nvPr/>
          </p:nvSpPr>
          <p:spPr>
            <a:xfrm>
              <a:off x="5497732" y="21987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t3650"/>
            <p:cNvSpPr/>
            <p:nvPr/>
          </p:nvSpPr>
          <p:spPr>
            <a:xfrm>
              <a:off x="5368111" y="22524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t3651"/>
            <p:cNvSpPr/>
            <p:nvPr/>
          </p:nvSpPr>
          <p:spPr>
            <a:xfrm>
              <a:off x="5708476" y="20186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t3652"/>
            <p:cNvSpPr/>
            <p:nvPr/>
          </p:nvSpPr>
          <p:spPr>
            <a:xfrm>
              <a:off x="5685970" y="16890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t3653"/>
            <p:cNvSpPr/>
            <p:nvPr/>
          </p:nvSpPr>
          <p:spPr>
            <a:xfrm>
              <a:off x="5102507" y="20563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t3654"/>
            <p:cNvSpPr/>
            <p:nvPr/>
          </p:nvSpPr>
          <p:spPr>
            <a:xfrm>
              <a:off x="5185868" y="24106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t3655"/>
            <p:cNvSpPr/>
            <p:nvPr/>
          </p:nvSpPr>
          <p:spPr>
            <a:xfrm>
              <a:off x="5497357" y="21804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t3656"/>
            <p:cNvSpPr/>
            <p:nvPr/>
          </p:nvSpPr>
          <p:spPr>
            <a:xfrm>
              <a:off x="5506159" y="21995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7"/>
            <p:cNvSpPr/>
            <p:nvPr/>
          </p:nvSpPr>
          <p:spPr>
            <a:xfrm>
              <a:off x="5892739" y="15980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8"/>
            <p:cNvSpPr/>
            <p:nvPr/>
          </p:nvSpPr>
          <p:spPr>
            <a:xfrm>
              <a:off x="5501127" y="22569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9"/>
            <p:cNvSpPr/>
            <p:nvPr/>
          </p:nvSpPr>
          <p:spPr>
            <a:xfrm>
              <a:off x="5206952" y="22289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60"/>
            <p:cNvSpPr/>
            <p:nvPr/>
          </p:nvSpPr>
          <p:spPr>
            <a:xfrm>
              <a:off x="5367335" y="22480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1"/>
            <p:cNvSpPr/>
            <p:nvPr/>
          </p:nvSpPr>
          <p:spPr>
            <a:xfrm>
              <a:off x="5207633" y="22291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2"/>
            <p:cNvSpPr/>
            <p:nvPr/>
          </p:nvSpPr>
          <p:spPr>
            <a:xfrm>
              <a:off x="5478004" y="20376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3"/>
            <p:cNvSpPr/>
            <p:nvPr/>
          </p:nvSpPr>
          <p:spPr>
            <a:xfrm>
              <a:off x="5737506" y="19499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4"/>
            <p:cNvSpPr/>
            <p:nvPr/>
          </p:nvSpPr>
          <p:spPr>
            <a:xfrm>
              <a:off x="5584199" y="22318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5"/>
            <p:cNvSpPr/>
            <p:nvPr/>
          </p:nvSpPr>
          <p:spPr>
            <a:xfrm>
              <a:off x="5539964" y="20008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6"/>
            <p:cNvSpPr/>
            <p:nvPr/>
          </p:nvSpPr>
          <p:spPr>
            <a:xfrm>
              <a:off x="5803599" y="19869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7"/>
            <p:cNvSpPr/>
            <p:nvPr/>
          </p:nvSpPr>
          <p:spPr>
            <a:xfrm>
              <a:off x="5728120" y="18343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8"/>
            <p:cNvSpPr/>
            <p:nvPr/>
          </p:nvSpPr>
          <p:spPr>
            <a:xfrm>
              <a:off x="5565196" y="21890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9"/>
            <p:cNvSpPr/>
            <p:nvPr/>
          </p:nvSpPr>
          <p:spPr>
            <a:xfrm>
              <a:off x="5548800" y="2188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70"/>
            <p:cNvSpPr/>
            <p:nvPr/>
          </p:nvSpPr>
          <p:spPr>
            <a:xfrm>
              <a:off x="5286694" y="22821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1"/>
            <p:cNvSpPr/>
            <p:nvPr/>
          </p:nvSpPr>
          <p:spPr>
            <a:xfrm>
              <a:off x="5476860" y="19666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2"/>
            <p:cNvSpPr/>
            <p:nvPr/>
          </p:nvSpPr>
          <p:spPr>
            <a:xfrm>
              <a:off x="5631845" y="21570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3"/>
            <p:cNvSpPr/>
            <p:nvPr/>
          </p:nvSpPr>
          <p:spPr>
            <a:xfrm>
              <a:off x="5480051" y="19458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4"/>
            <p:cNvSpPr/>
            <p:nvPr/>
          </p:nvSpPr>
          <p:spPr>
            <a:xfrm>
              <a:off x="5140775" y="26027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5"/>
            <p:cNvSpPr/>
            <p:nvPr/>
          </p:nvSpPr>
          <p:spPr>
            <a:xfrm>
              <a:off x="5185761" y="23898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6"/>
            <p:cNvSpPr/>
            <p:nvPr/>
          </p:nvSpPr>
          <p:spPr>
            <a:xfrm>
              <a:off x="5143668" y="25665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7"/>
            <p:cNvSpPr/>
            <p:nvPr/>
          </p:nvSpPr>
          <p:spPr>
            <a:xfrm>
              <a:off x="5622514" y="18724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8"/>
            <p:cNvSpPr/>
            <p:nvPr/>
          </p:nvSpPr>
          <p:spPr>
            <a:xfrm>
              <a:off x="5407359" y="21889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9"/>
            <p:cNvSpPr/>
            <p:nvPr/>
          </p:nvSpPr>
          <p:spPr>
            <a:xfrm>
              <a:off x="4899122" y="28478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80"/>
            <p:cNvSpPr/>
            <p:nvPr/>
          </p:nvSpPr>
          <p:spPr>
            <a:xfrm>
              <a:off x="5284442" y="22550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1"/>
            <p:cNvSpPr/>
            <p:nvPr/>
          </p:nvSpPr>
          <p:spPr>
            <a:xfrm>
              <a:off x="5534449" y="21503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2"/>
            <p:cNvSpPr/>
            <p:nvPr/>
          </p:nvSpPr>
          <p:spPr>
            <a:xfrm>
              <a:off x="4713744" y="26473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3"/>
            <p:cNvSpPr/>
            <p:nvPr/>
          </p:nvSpPr>
          <p:spPr>
            <a:xfrm>
              <a:off x="5433792" y="21008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4"/>
            <p:cNvSpPr/>
            <p:nvPr/>
          </p:nvSpPr>
          <p:spPr>
            <a:xfrm>
              <a:off x="5471125" y="19306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5"/>
            <p:cNvSpPr/>
            <p:nvPr/>
          </p:nvSpPr>
          <p:spPr>
            <a:xfrm>
              <a:off x="5194406" y="22397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6"/>
            <p:cNvSpPr/>
            <p:nvPr/>
          </p:nvSpPr>
          <p:spPr>
            <a:xfrm>
              <a:off x="5351366" y="2218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7"/>
            <p:cNvSpPr/>
            <p:nvPr/>
          </p:nvSpPr>
          <p:spPr>
            <a:xfrm>
              <a:off x="5481808" y="18854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8"/>
            <p:cNvSpPr/>
            <p:nvPr/>
          </p:nvSpPr>
          <p:spPr>
            <a:xfrm>
              <a:off x="5295612" y="20257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9"/>
            <p:cNvSpPr/>
            <p:nvPr/>
          </p:nvSpPr>
          <p:spPr>
            <a:xfrm>
              <a:off x="5087897" y="25166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90"/>
            <p:cNvSpPr/>
            <p:nvPr/>
          </p:nvSpPr>
          <p:spPr>
            <a:xfrm>
              <a:off x="5786897" y="1912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1"/>
            <p:cNvSpPr/>
            <p:nvPr/>
          </p:nvSpPr>
          <p:spPr>
            <a:xfrm>
              <a:off x="5906929" y="20211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2"/>
            <p:cNvSpPr/>
            <p:nvPr/>
          </p:nvSpPr>
          <p:spPr>
            <a:xfrm>
              <a:off x="5365542" y="21866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3"/>
            <p:cNvSpPr/>
            <p:nvPr/>
          </p:nvSpPr>
          <p:spPr>
            <a:xfrm>
              <a:off x="5001324" y="24647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4"/>
            <p:cNvSpPr/>
            <p:nvPr/>
          </p:nvSpPr>
          <p:spPr>
            <a:xfrm>
              <a:off x="5781442" y="19412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5"/>
            <p:cNvSpPr/>
            <p:nvPr/>
          </p:nvSpPr>
          <p:spPr>
            <a:xfrm>
              <a:off x="5749204" y="19578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6"/>
            <p:cNvSpPr/>
            <p:nvPr/>
          </p:nvSpPr>
          <p:spPr>
            <a:xfrm>
              <a:off x="5554087" y="22710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7"/>
            <p:cNvSpPr/>
            <p:nvPr/>
          </p:nvSpPr>
          <p:spPr>
            <a:xfrm>
              <a:off x="5134062" y="24551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8"/>
            <p:cNvSpPr/>
            <p:nvPr/>
          </p:nvSpPr>
          <p:spPr>
            <a:xfrm>
              <a:off x="5574723" y="22211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9"/>
            <p:cNvSpPr/>
            <p:nvPr/>
          </p:nvSpPr>
          <p:spPr>
            <a:xfrm>
              <a:off x="5683467" y="17246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700"/>
            <p:cNvSpPr/>
            <p:nvPr/>
          </p:nvSpPr>
          <p:spPr>
            <a:xfrm>
              <a:off x="5594008" y="22072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1"/>
            <p:cNvSpPr/>
            <p:nvPr/>
          </p:nvSpPr>
          <p:spPr>
            <a:xfrm>
              <a:off x="5202507" y="23135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2"/>
            <p:cNvSpPr/>
            <p:nvPr/>
          </p:nvSpPr>
          <p:spPr>
            <a:xfrm>
              <a:off x="5500495" y="21354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3"/>
            <p:cNvSpPr/>
            <p:nvPr/>
          </p:nvSpPr>
          <p:spPr>
            <a:xfrm>
              <a:off x="5134115" y="25587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4"/>
            <p:cNvSpPr/>
            <p:nvPr/>
          </p:nvSpPr>
          <p:spPr>
            <a:xfrm>
              <a:off x="5063571" y="24989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5"/>
            <p:cNvSpPr/>
            <p:nvPr/>
          </p:nvSpPr>
          <p:spPr>
            <a:xfrm>
              <a:off x="5057741" y="22102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6"/>
            <p:cNvSpPr/>
            <p:nvPr/>
          </p:nvSpPr>
          <p:spPr>
            <a:xfrm>
              <a:off x="5716375" y="19905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7"/>
            <p:cNvSpPr/>
            <p:nvPr/>
          </p:nvSpPr>
          <p:spPr>
            <a:xfrm>
              <a:off x="5333014" y="21745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8"/>
            <p:cNvSpPr/>
            <p:nvPr/>
          </p:nvSpPr>
          <p:spPr>
            <a:xfrm>
              <a:off x="5391101" y="21617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9"/>
            <p:cNvSpPr/>
            <p:nvPr/>
          </p:nvSpPr>
          <p:spPr>
            <a:xfrm>
              <a:off x="5593359" y="21151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10"/>
            <p:cNvSpPr/>
            <p:nvPr/>
          </p:nvSpPr>
          <p:spPr>
            <a:xfrm>
              <a:off x="5765100" y="19570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1"/>
            <p:cNvSpPr/>
            <p:nvPr/>
          </p:nvSpPr>
          <p:spPr>
            <a:xfrm>
              <a:off x="5440413" y="21835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2"/>
            <p:cNvSpPr/>
            <p:nvPr/>
          </p:nvSpPr>
          <p:spPr>
            <a:xfrm>
              <a:off x="5922240" y="16580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3"/>
            <p:cNvSpPr/>
            <p:nvPr/>
          </p:nvSpPr>
          <p:spPr>
            <a:xfrm>
              <a:off x="5219072" y="20827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4"/>
            <p:cNvSpPr/>
            <p:nvPr/>
          </p:nvSpPr>
          <p:spPr>
            <a:xfrm>
              <a:off x="5906807" y="15980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5"/>
            <p:cNvSpPr/>
            <p:nvPr/>
          </p:nvSpPr>
          <p:spPr>
            <a:xfrm>
              <a:off x="5279059" y="22405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6"/>
            <p:cNvSpPr/>
            <p:nvPr/>
          </p:nvSpPr>
          <p:spPr>
            <a:xfrm>
              <a:off x="5566166" y="22362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7"/>
            <p:cNvSpPr/>
            <p:nvPr/>
          </p:nvSpPr>
          <p:spPr>
            <a:xfrm>
              <a:off x="5791253" y="20293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8"/>
            <p:cNvSpPr/>
            <p:nvPr/>
          </p:nvSpPr>
          <p:spPr>
            <a:xfrm>
              <a:off x="5665662" y="1985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9"/>
            <p:cNvSpPr/>
            <p:nvPr/>
          </p:nvSpPr>
          <p:spPr>
            <a:xfrm>
              <a:off x="5723351" y="17715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20"/>
            <p:cNvSpPr/>
            <p:nvPr/>
          </p:nvSpPr>
          <p:spPr>
            <a:xfrm>
              <a:off x="5906577" y="18312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1"/>
            <p:cNvSpPr/>
            <p:nvPr/>
          </p:nvSpPr>
          <p:spPr>
            <a:xfrm>
              <a:off x="5398430" y="21551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2"/>
            <p:cNvSpPr/>
            <p:nvPr/>
          </p:nvSpPr>
          <p:spPr>
            <a:xfrm>
              <a:off x="5281207" y="22289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3"/>
            <p:cNvSpPr/>
            <p:nvPr/>
          </p:nvSpPr>
          <p:spPr>
            <a:xfrm>
              <a:off x="5530559" y="21535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4"/>
            <p:cNvSpPr/>
            <p:nvPr/>
          </p:nvSpPr>
          <p:spPr>
            <a:xfrm>
              <a:off x="5674714" y="18187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5"/>
            <p:cNvSpPr/>
            <p:nvPr/>
          </p:nvSpPr>
          <p:spPr>
            <a:xfrm>
              <a:off x="5438551" y="20967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6"/>
            <p:cNvSpPr/>
            <p:nvPr/>
          </p:nvSpPr>
          <p:spPr>
            <a:xfrm>
              <a:off x="5379621" y="22574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7"/>
            <p:cNvSpPr/>
            <p:nvPr/>
          </p:nvSpPr>
          <p:spPr>
            <a:xfrm>
              <a:off x="5264495" y="22226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8"/>
            <p:cNvSpPr/>
            <p:nvPr/>
          </p:nvSpPr>
          <p:spPr>
            <a:xfrm>
              <a:off x="5438706" y="21746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9"/>
            <p:cNvSpPr/>
            <p:nvPr/>
          </p:nvSpPr>
          <p:spPr>
            <a:xfrm>
              <a:off x="5551333" y="22097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30"/>
            <p:cNvSpPr/>
            <p:nvPr/>
          </p:nvSpPr>
          <p:spPr>
            <a:xfrm>
              <a:off x="5095540" y="25769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1"/>
            <p:cNvSpPr/>
            <p:nvPr/>
          </p:nvSpPr>
          <p:spPr>
            <a:xfrm>
              <a:off x="5190466" y="23285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2"/>
            <p:cNvSpPr/>
            <p:nvPr/>
          </p:nvSpPr>
          <p:spPr>
            <a:xfrm>
              <a:off x="5197232" y="22858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3"/>
            <p:cNvSpPr/>
            <p:nvPr/>
          </p:nvSpPr>
          <p:spPr>
            <a:xfrm>
              <a:off x="5360584" y="2231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4"/>
            <p:cNvSpPr/>
            <p:nvPr/>
          </p:nvSpPr>
          <p:spPr>
            <a:xfrm>
              <a:off x="5628091" y="19491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5"/>
            <p:cNvSpPr/>
            <p:nvPr/>
          </p:nvSpPr>
          <p:spPr>
            <a:xfrm>
              <a:off x="5530710" y="21664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6"/>
            <p:cNvSpPr/>
            <p:nvPr/>
          </p:nvSpPr>
          <p:spPr>
            <a:xfrm>
              <a:off x="5289527" y="21215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7"/>
            <p:cNvSpPr/>
            <p:nvPr/>
          </p:nvSpPr>
          <p:spPr>
            <a:xfrm>
              <a:off x="5608274" y="1983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8"/>
            <p:cNvSpPr/>
            <p:nvPr/>
          </p:nvSpPr>
          <p:spPr>
            <a:xfrm>
              <a:off x="5449869" y="22712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9"/>
            <p:cNvSpPr/>
            <p:nvPr/>
          </p:nvSpPr>
          <p:spPr>
            <a:xfrm>
              <a:off x="5449313" y="23395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40"/>
            <p:cNvSpPr/>
            <p:nvPr/>
          </p:nvSpPr>
          <p:spPr>
            <a:xfrm>
              <a:off x="5028246" y="22463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1"/>
            <p:cNvSpPr/>
            <p:nvPr/>
          </p:nvSpPr>
          <p:spPr>
            <a:xfrm>
              <a:off x="4658097" y="24756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2"/>
            <p:cNvSpPr/>
            <p:nvPr/>
          </p:nvSpPr>
          <p:spPr>
            <a:xfrm>
              <a:off x="5644745" y="20690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3"/>
            <p:cNvSpPr/>
            <p:nvPr/>
          </p:nvSpPr>
          <p:spPr>
            <a:xfrm>
              <a:off x="5309156" y="19517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4"/>
            <p:cNvSpPr/>
            <p:nvPr/>
          </p:nvSpPr>
          <p:spPr>
            <a:xfrm>
              <a:off x="5410804" y="21584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5"/>
            <p:cNvSpPr/>
            <p:nvPr/>
          </p:nvSpPr>
          <p:spPr>
            <a:xfrm>
              <a:off x="5443693" y="22829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6"/>
            <p:cNvSpPr/>
            <p:nvPr/>
          </p:nvSpPr>
          <p:spPr>
            <a:xfrm>
              <a:off x="5511365" y="21785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7"/>
            <p:cNvSpPr/>
            <p:nvPr/>
          </p:nvSpPr>
          <p:spPr>
            <a:xfrm>
              <a:off x="5275124" y="22004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8"/>
            <p:cNvSpPr/>
            <p:nvPr/>
          </p:nvSpPr>
          <p:spPr>
            <a:xfrm>
              <a:off x="5252764" y="21373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9"/>
            <p:cNvSpPr/>
            <p:nvPr/>
          </p:nvSpPr>
          <p:spPr>
            <a:xfrm>
              <a:off x="5453353" y="21405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50"/>
            <p:cNvSpPr/>
            <p:nvPr/>
          </p:nvSpPr>
          <p:spPr>
            <a:xfrm>
              <a:off x="5101164" y="22992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1"/>
            <p:cNvSpPr/>
            <p:nvPr/>
          </p:nvSpPr>
          <p:spPr>
            <a:xfrm>
              <a:off x="5409018" y="2122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2"/>
            <p:cNvSpPr/>
            <p:nvPr/>
          </p:nvSpPr>
          <p:spPr>
            <a:xfrm>
              <a:off x="5721760" y="17962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3"/>
            <p:cNvSpPr/>
            <p:nvPr/>
          </p:nvSpPr>
          <p:spPr>
            <a:xfrm>
              <a:off x="5503485" y="20456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4"/>
            <p:cNvSpPr/>
            <p:nvPr/>
          </p:nvSpPr>
          <p:spPr>
            <a:xfrm>
              <a:off x="5457366" y="21891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5"/>
            <p:cNvSpPr/>
            <p:nvPr/>
          </p:nvSpPr>
          <p:spPr>
            <a:xfrm>
              <a:off x="5866794" y="17548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6"/>
            <p:cNvSpPr/>
            <p:nvPr/>
          </p:nvSpPr>
          <p:spPr>
            <a:xfrm>
              <a:off x="5355989" y="2192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7"/>
            <p:cNvSpPr/>
            <p:nvPr/>
          </p:nvSpPr>
          <p:spPr>
            <a:xfrm>
              <a:off x="5622175" y="18439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8"/>
            <p:cNvSpPr/>
            <p:nvPr/>
          </p:nvSpPr>
          <p:spPr>
            <a:xfrm>
              <a:off x="5542012" y="19407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9"/>
            <p:cNvSpPr/>
            <p:nvPr/>
          </p:nvSpPr>
          <p:spPr>
            <a:xfrm>
              <a:off x="5725529" y="17819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60"/>
            <p:cNvSpPr/>
            <p:nvPr/>
          </p:nvSpPr>
          <p:spPr>
            <a:xfrm>
              <a:off x="5161025" y="28044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1"/>
            <p:cNvSpPr/>
            <p:nvPr/>
          </p:nvSpPr>
          <p:spPr>
            <a:xfrm>
              <a:off x="5656475" y="20872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2"/>
            <p:cNvSpPr/>
            <p:nvPr/>
          </p:nvSpPr>
          <p:spPr>
            <a:xfrm>
              <a:off x="5456832" y="2285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3"/>
            <p:cNvSpPr/>
            <p:nvPr/>
          </p:nvSpPr>
          <p:spPr>
            <a:xfrm>
              <a:off x="5381460" y="22310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4"/>
            <p:cNvSpPr/>
            <p:nvPr/>
          </p:nvSpPr>
          <p:spPr>
            <a:xfrm>
              <a:off x="5446423" y="23506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5"/>
            <p:cNvSpPr/>
            <p:nvPr/>
          </p:nvSpPr>
          <p:spPr>
            <a:xfrm>
              <a:off x="5357489" y="22343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6"/>
            <p:cNvSpPr/>
            <p:nvPr/>
          </p:nvSpPr>
          <p:spPr>
            <a:xfrm>
              <a:off x="5488830" y="21395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7"/>
            <p:cNvSpPr/>
            <p:nvPr/>
          </p:nvSpPr>
          <p:spPr>
            <a:xfrm>
              <a:off x="5981517" y="22368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8"/>
            <p:cNvSpPr/>
            <p:nvPr/>
          </p:nvSpPr>
          <p:spPr>
            <a:xfrm>
              <a:off x="5317505" y="20958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9"/>
            <p:cNvSpPr/>
            <p:nvPr/>
          </p:nvSpPr>
          <p:spPr>
            <a:xfrm>
              <a:off x="5434995" y="22857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70"/>
            <p:cNvSpPr/>
            <p:nvPr/>
          </p:nvSpPr>
          <p:spPr>
            <a:xfrm>
              <a:off x="5430368" y="22886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1"/>
            <p:cNvSpPr/>
            <p:nvPr/>
          </p:nvSpPr>
          <p:spPr>
            <a:xfrm>
              <a:off x="5316984" y="21749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2"/>
            <p:cNvSpPr/>
            <p:nvPr/>
          </p:nvSpPr>
          <p:spPr>
            <a:xfrm>
              <a:off x="5279471" y="22462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3"/>
            <p:cNvSpPr/>
            <p:nvPr/>
          </p:nvSpPr>
          <p:spPr>
            <a:xfrm>
              <a:off x="5711915" y="19979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4"/>
            <p:cNvSpPr/>
            <p:nvPr/>
          </p:nvSpPr>
          <p:spPr>
            <a:xfrm>
              <a:off x="5534219" y="21415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5"/>
            <p:cNvSpPr/>
            <p:nvPr/>
          </p:nvSpPr>
          <p:spPr>
            <a:xfrm>
              <a:off x="5577017" y="22071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6"/>
            <p:cNvSpPr/>
            <p:nvPr/>
          </p:nvSpPr>
          <p:spPr>
            <a:xfrm>
              <a:off x="5712716" y="20117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7"/>
            <p:cNvSpPr/>
            <p:nvPr/>
          </p:nvSpPr>
          <p:spPr>
            <a:xfrm>
              <a:off x="5427216" y="22897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8"/>
            <p:cNvSpPr/>
            <p:nvPr/>
          </p:nvSpPr>
          <p:spPr>
            <a:xfrm>
              <a:off x="5757693" y="19867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9"/>
            <p:cNvSpPr/>
            <p:nvPr/>
          </p:nvSpPr>
          <p:spPr>
            <a:xfrm>
              <a:off x="5449018" y="21579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80"/>
            <p:cNvSpPr/>
            <p:nvPr/>
          </p:nvSpPr>
          <p:spPr>
            <a:xfrm>
              <a:off x="5527018" y="22141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1"/>
            <p:cNvSpPr/>
            <p:nvPr/>
          </p:nvSpPr>
          <p:spPr>
            <a:xfrm>
              <a:off x="5170936" y="27660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2"/>
            <p:cNvSpPr/>
            <p:nvPr/>
          </p:nvSpPr>
          <p:spPr>
            <a:xfrm>
              <a:off x="5564145" y="23264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3"/>
            <p:cNvSpPr/>
            <p:nvPr/>
          </p:nvSpPr>
          <p:spPr>
            <a:xfrm>
              <a:off x="5129373" y="24602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4"/>
            <p:cNvSpPr/>
            <p:nvPr/>
          </p:nvSpPr>
          <p:spPr>
            <a:xfrm>
              <a:off x="5847399" y="20208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5"/>
            <p:cNvSpPr/>
            <p:nvPr/>
          </p:nvSpPr>
          <p:spPr>
            <a:xfrm>
              <a:off x="5470312" y="18973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6"/>
            <p:cNvSpPr/>
            <p:nvPr/>
          </p:nvSpPr>
          <p:spPr>
            <a:xfrm>
              <a:off x="5432948" y="22954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7"/>
            <p:cNvSpPr/>
            <p:nvPr/>
          </p:nvSpPr>
          <p:spPr>
            <a:xfrm>
              <a:off x="5527559" y="21293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8"/>
            <p:cNvSpPr/>
            <p:nvPr/>
          </p:nvSpPr>
          <p:spPr>
            <a:xfrm>
              <a:off x="5567543" y="23103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9"/>
            <p:cNvSpPr/>
            <p:nvPr/>
          </p:nvSpPr>
          <p:spPr>
            <a:xfrm>
              <a:off x="4726350" y="21662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90"/>
            <p:cNvSpPr/>
            <p:nvPr/>
          </p:nvSpPr>
          <p:spPr>
            <a:xfrm>
              <a:off x="5346407" y="22101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1"/>
            <p:cNvSpPr/>
            <p:nvPr/>
          </p:nvSpPr>
          <p:spPr>
            <a:xfrm>
              <a:off x="5487464" y="20467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2"/>
            <p:cNvSpPr/>
            <p:nvPr/>
          </p:nvSpPr>
          <p:spPr>
            <a:xfrm>
              <a:off x="5072640" y="25971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3"/>
            <p:cNvSpPr/>
            <p:nvPr/>
          </p:nvSpPr>
          <p:spPr>
            <a:xfrm>
              <a:off x="5334283" y="21281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4"/>
            <p:cNvSpPr/>
            <p:nvPr/>
          </p:nvSpPr>
          <p:spPr>
            <a:xfrm>
              <a:off x="5212502" y="22651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5"/>
            <p:cNvSpPr/>
            <p:nvPr/>
          </p:nvSpPr>
          <p:spPr>
            <a:xfrm>
              <a:off x="5614049" y="21082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6"/>
            <p:cNvSpPr/>
            <p:nvPr/>
          </p:nvSpPr>
          <p:spPr>
            <a:xfrm>
              <a:off x="5500508" y="22683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7"/>
            <p:cNvSpPr/>
            <p:nvPr/>
          </p:nvSpPr>
          <p:spPr>
            <a:xfrm>
              <a:off x="5382127" y="21833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8"/>
            <p:cNvSpPr/>
            <p:nvPr/>
          </p:nvSpPr>
          <p:spPr>
            <a:xfrm>
              <a:off x="5285301" y="22631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9"/>
            <p:cNvSpPr/>
            <p:nvPr/>
          </p:nvSpPr>
          <p:spPr>
            <a:xfrm>
              <a:off x="5105165" y="21862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800"/>
            <p:cNvSpPr/>
            <p:nvPr/>
          </p:nvSpPr>
          <p:spPr>
            <a:xfrm>
              <a:off x="5674953" y="17640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1"/>
            <p:cNvSpPr/>
            <p:nvPr/>
          </p:nvSpPr>
          <p:spPr>
            <a:xfrm>
              <a:off x="5591007" y="21057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2"/>
            <p:cNvSpPr/>
            <p:nvPr/>
          </p:nvSpPr>
          <p:spPr>
            <a:xfrm>
              <a:off x="5968230" y="18880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3"/>
            <p:cNvSpPr/>
            <p:nvPr/>
          </p:nvSpPr>
          <p:spPr>
            <a:xfrm>
              <a:off x="5381170" y="20608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4"/>
            <p:cNvSpPr/>
            <p:nvPr/>
          </p:nvSpPr>
          <p:spPr>
            <a:xfrm>
              <a:off x="5268719" y="21441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5"/>
            <p:cNvSpPr/>
            <p:nvPr/>
          </p:nvSpPr>
          <p:spPr>
            <a:xfrm>
              <a:off x="5731879" y="18738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6"/>
            <p:cNvSpPr/>
            <p:nvPr/>
          </p:nvSpPr>
          <p:spPr>
            <a:xfrm>
              <a:off x="5558298" y="23334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7"/>
            <p:cNvSpPr/>
            <p:nvPr/>
          </p:nvSpPr>
          <p:spPr>
            <a:xfrm>
              <a:off x="5766427" y="19350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8"/>
            <p:cNvSpPr/>
            <p:nvPr/>
          </p:nvSpPr>
          <p:spPr>
            <a:xfrm>
              <a:off x="5812499" y="20851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9"/>
            <p:cNvSpPr/>
            <p:nvPr/>
          </p:nvSpPr>
          <p:spPr>
            <a:xfrm>
              <a:off x="5704381" y="19435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10"/>
            <p:cNvSpPr/>
            <p:nvPr/>
          </p:nvSpPr>
          <p:spPr>
            <a:xfrm>
              <a:off x="5538768" y="22521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1"/>
            <p:cNvSpPr/>
            <p:nvPr/>
          </p:nvSpPr>
          <p:spPr>
            <a:xfrm>
              <a:off x="5539975" y="22159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2"/>
            <p:cNvSpPr/>
            <p:nvPr/>
          </p:nvSpPr>
          <p:spPr>
            <a:xfrm>
              <a:off x="5694725" y="19094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3"/>
            <p:cNvSpPr/>
            <p:nvPr/>
          </p:nvSpPr>
          <p:spPr>
            <a:xfrm>
              <a:off x="5612902" y="2005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4"/>
            <p:cNvSpPr/>
            <p:nvPr/>
          </p:nvSpPr>
          <p:spPr>
            <a:xfrm>
              <a:off x="5447801" y="22619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5"/>
            <p:cNvSpPr/>
            <p:nvPr/>
          </p:nvSpPr>
          <p:spPr>
            <a:xfrm>
              <a:off x="5994140" y="23749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6"/>
            <p:cNvSpPr/>
            <p:nvPr/>
          </p:nvSpPr>
          <p:spPr>
            <a:xfrm>
              <a:off x="5245609" y="21553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7"/>
            <p:cNvSpPr/>
            <p:nvPr/>
          </p:nvSpPr>
          <p:spPr>
            <a:xfrm>
              <a:off x="5703173" y="19882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8"/>
            <p:cNvSpPr/>
            <p:nvPr/>
          </p:nvSpPr>
          <p:spPr>
            <a:xfrm>
              <a:off x="5693340" y="18165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9"/>
            <p:cNvSpPr/>
            <p:nvPr/>
          </p:nvSpPr>
          <p:spPr>
            <a:xfrm>
              <a:off x="5777048" y="22834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20"/>
            <p:cNvSpPr/>
            <p:nvPr/>
          </p:nvSpPr>
          <p:spPr>
            <a:xfrm>
              <a:off x="5617309" y="1881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1"/>
            <p:cNvSpPr/>
            <p:nvPr/>
          </p:nvSpPr>
          <p:spPr>
            <a:xfrm>
              <a:off x="5542123" y="21098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2"/>
            <p:cNvSpPr/>
            <p:nvPr/>
          </p:nvSpPr>
          <p:spPr>
            <a:xfrm>
              <a:off x="5279116" y="2263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3"/>
            <p:cNvSpPr/>
            <p:nvPr/>
          </p:nvSpPr>
          <p:spPr>
            <a:xfrm>
              <a:off x="5369569" y="22644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4"/>
            <p:cNvSpPr/>
            <p:nvPr/>
          </p:nvSpPr>
          <p:spPr>
            <a:xfrm>
              <a:off x="5689534" y="17886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5"/>
            <p:cNvSpPr/>
            <p:nvPr/>
          </p:nvSpPr>
          <p:spPr>
            <a:xfrm>
              <a:off x="5398936" y="21508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6"/>
            <p:cNvSpPr/>
            <p:nvPr/>
          </p:nvSpPr>
          <p:spPr>
            <a:xfrm>
              <a:off x="5619251" y="19856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7"/>
            <p:cNvSpPr/>
            <p:nvPr/>
          </p:nvSpPr>
          <p:spPr>
            <a:xfrm>
              <a:off x="5415877" y="21392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8"/>
            <p:cNvSpPr/>
            <p:nvPr/>
          </p:nvSpPr>
          <p:spPr>
            <a:xfrm>
              <a:off x="5402519" y="22065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9"/>
            <p:cNvSpPr/>
            <p:nvPr/>
          </p:nvSpPr>
          <p:spPr>
            <a:xfrm>
              <a:off x="5937964" y="18170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30"/>
            <p:cNvSpPr/>
            <p:nvPr/>
          </p:nvSpPr>
          <p:spPr>
            <a:xfrm>
              <a:off x="5577988" y="22075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1"/>
            <p:cNvSpPr/>
            <p:nvPr/>
          </p:nvSpPr>
          <p:spPr>
            <a:xfrm>
              <a:off x="5225491" y="2200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2"/>
            <p:cNvSpPr/>
            <p:nvPr/>
          </p:nvSpPr>
          <p:spPr>
            <a:xfrm>
              <a:off x="5231447" y="21516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3"/>
            <p:cNvSpPr/>
            <p:nvPr/>
          </p:nvSpPr>
          <p:spPr>
            <a:xfrm>
              <a:off x="5426399" y="22682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4"/>
            <p:cNvSpPr/>
            <p:nvPr/>
          </p:nvSpPr>
          <p:spPr>
            <a:xfrm>
              <a:off x="5563141" y="22690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5"/>
            <p:cNvSpPr/>
            <p:nvPr/>
          </p:nvSpPr>
          <p:spPr>
            <a:xfrm>
              <a:off x="5800238" y="1917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6"/>
            <p:cNvSpPr/>
            <p:nvPr/>
          </p:nvSpPr>
          <p:spPr>
            <a:xfrm>
              <a:off x="6003173" y="22583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7"/>
            <p:cNvSpPr/>
            <p:nvPr/>
          </p:nvSpPr>
          <p:spPr>
            <a:xfrm>
              <a:off x="5805398" y="18018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8"/>
            <p:cNvSpPr/>
            <p:nvPr/>
          </p:nvSpPr>
          <p:spPr>
            <a:xfrm>
              <a:off x="5175823" y="26079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9"/>
            <p:cNvSpPr/>
            <p:nvPr/>
          </p:nvSpPr>
          <p:spPr>
            <a:xfrm>
              <a:off x="5343200" y="21268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40"/>
            <p:cNvSpPr/>
            <p:nvPr/>
          </p:nvSpPr>
          <p:spPr>
            <a:xfrm>
              <a:off x="5148514" y="25548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1"/>
            <p:cNvSpPr/>
            <p:nvPr/>
          </p:nvSpPr>
          <p:spPr>
            <a:xfrm>
              <a:off x="5544142" y="20882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2"/>
            <p:cNvSpPr/>
            <p:nvPr/>
          </p:nvSpPr>
          <p:spPr>
            <a:xfrm>
              <a:off x="5475972" y="19732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3"/>
            <p:cNvSpPr/>
            <p:nvPr/>
          </p:nvSpPr>
          <p:spPr>
            <a:xfrm>
              <a:off x="5396294" y="21522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4"/>
            <p:cNvSpPr/>
            <p:nvPr/>
          </p:nvSpPr>
          <p:spPr>
            <a:xfrm>
              <a:off x="5144267" y="25664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5"/>
            <p:cNvSpPr/>
            <p:nvPr/>
          </p:nvSpPr>
          <p:spPr>
            <a:xfrm>
              <a:off x="5721077" y="18266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6"/>
            <p:cNvSpPr/>
            <p:nvPr/>
          </p:nvSpPr>
          <p:spPr>
            <a:xfrm>
              <a:off x="5462411" y="21489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7"/>
            <p:cNvSpPr/>
            <p:nvPr/>
          </p:nvSpPr>
          <p:spPr>
            <a:xfrm>
              <a:off x="5870534" y="16585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8"/>
            <p:cNvSpPr/>
            <p:nvPr/>
          </p:nvSpPr>
          <p:spPr>
            <a:xfrm>
              <a:off x="5544795" y="2232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9"/>
            <p:cNvSpPr/>
            <p:nvPr/>
          </p:nvSpPr>
          <p:spPr>
            <a:xfrm>
              <a:off x="5337685" y="21710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50"/>
            <p:cNvSpPr/>
            <p:nvPr/>
          </p:nvSpPr>
          <p:spPr>
            <a:xfrm>
              <a:off x="5274601" y="21478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1"/>
            <p:cNvSpPr/>
            <p:nvPr/>
          </p:nvSpPr>
          <p:spPr>
            <a:xfrm>
              <a:off x="5397706" y="21706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2"/>
            <p:cNvSpPr/>
            <p:nvPr/>
          </p:nvSpPr>
          <p:spPr>
            <a:xfrm>
              <a:off x="5222439" y="21295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3"/>
            <p:cNvSpPr/>
            <p:nvPr/>
          </p:nvSpPr>
          <p:spPr>
            <a:xfrm>
              <a:off x="5089372" y="2536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t3854"/>
            <p:cNvSpPr/>
            <p:nvPr/>
          </p:nvSpPr>
          <p:spPr>
            <a:xfrm>
              <a:off x="5049639" y="23114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t3855"/>
            <p:cNvSpPr/>
            <p:nvPr/>
          </p:nvSpPr>
          <p:spPr>
            <a:xfrm>
              <a:off x="5071198" y="25422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t3856"/>
            <p:cNvSpPr/>
            <p:nvPr/>
          </p:nvSpPr>
          <p:spPr>
            <a:xfrm>
              <a:off x="5817406" y="18323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t3857"/>
            <p:cNvSpPr/>
            <p:nvPr/>
          </p:nvSpPr>
          <p:spPr>
            <a:xfrm>
              <a:off x="5286246" y="2240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t3858"/>
            <p:cNvSpPr/>
            <p:nvPr/>
          </p:nvSpPr>
          <p:spPr>
            <a:xfrm>
              <a:off x="5536409" y="2146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t3859"/>
            <p:cNvSpPr/>
            <p:nvPr/>
          </p:nvSpPr>
          <p:spPr>
            <a:xfrm>
              <a:off x="4922400" y="23457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t3860"/>
            <p:cNvSpPr/>
            <p:nvPr/>
          </p:nvSpPr>
          <p:spPr>
            <a:xfrm>
              <a:off x="5601327" y="19698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t3861"/>
            <p:cNvSpPr/>
            <p:nvPr/>
          </p:nvSpPr>
          <p:spPr>
            <a:xfrm>
              <a:off x="5047368" y="22422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t3862"/>
            <p:cNvSpPr/>
            <p:nvPr/>
          </p:nvSpPr>
          <p:spPr>
            <a:xfrm>
              <a:off x="5409877" y="21887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t3863"/>
            <p:cNvSpPr/>
            <p:nvPr/>
          </p:nvSpPr>
          <p:spPr>
            <a:xfrm>
              <a:off x="5264324" y="21504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t3864"/>
            <p:cNvSpPr/>
            <p:nvPr/>
          </p:nvSpPr>
          <p:spPr>
            <a:xfrm>
              <a:off x="5773278" y="19940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t3865"/>
            <p:cNvSpPr/>
            <p:nvPr/>
          </p:nvSpPr>
          <p:spPr>
            <a:xfrm>
              <a:off x="4979025" y="27555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t3866"/>
            <p:cNvSpPr/>
            <p:nvPr/>
          </p:nvSpPr>
          <p:spPr>
            <a:xfrm>
              <a:off x="4996050" y="24484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t3867"/>
            <p:cNvSpPr/>
            <p:nvPr/>
          </p:nvSpPr>
          <p:spPr>
            <a:xfrm>
              <a:off x="5425754" y="22365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t3868"/>
            <p:cNvSpPr/>
            <p:nvPr/>
          </p:nvSpPr>
          <p:spPr>
            <a:xfrm>
              <a:off x="5291211" y="21895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t3869"/>
            <p:cNvSpPr/>
            <p:nvPr/>
          </p:nvSpPr>
          <p:spPr>
            <a:xfrm>
              <a:off x="5130836" y="25799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t3870"/>
            <p:cNvSpPr/>
            <p:nvPr/>
          </p:nvSpPr>
          <p:spPr>
            <a:xfrm>
              <a:off x="5196096" y="23614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t3871"/>
            <p:cNvSpPr/>
            <p:nvPr/>
          </p:nvSpPr>
          <p:spPr>
            <a:xfrm>
              <a:off x="5116625" y="25832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t3872"/>
            <p:cNvSpPr/>
            <p:nvPr/>
          </p:nvSpPr>
          <p:spPr>
            <a:xfrm>
              <a:off x="5589015" y="18762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t3873"/>
            <p:cNvSpPr/>
            <p:nvPr/>
          </p:nvSpPr>
          <p:spPr>
            <a:xfrm>
              <a:off x="5186136" y="23122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t3874"/>
            <p:cNvSpPr/>
            <p:nvPr/>
          </p:nvSpPr>
          <p:spPr>
            <a:xfrm>
              <a:off x="5394994" y="21205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t3875"/>
            <p:cNvSpPr/>
            <p:nvPr/>
          </p:nvSpPr>
          <p:spPr>
            <a:xfrm>
              <a:off x="5136383" y="27333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t3876"/>
            <p:cNvSpPr/>
            <p:nvPr/>
          </p:nvSpPr>
          <p:spPr>
            <a:xfrm>
              <a:off x="5342122" y="21258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t3877"/>
            <p:cNvSpPr/>
            <p:nvPr/>
          </p:nvSpPr>
          <p:spPr>
            <a:xfrm>
              <a:off x="5553634" y="22526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t3878"/>
            <p:cNvSpPr/>
            <p:nvPr/>
          </p:nvSpPr>
          <p:spPr>
            <a:xfrm>
              <a:off x="5108420" y="18329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t3879"/>
            <p:cNvSpPr/>
            <p:nvPr/>
          </p:nvSpPr>
          <p:spPr>
            <a:xfrm>
              <a:off x="4864447" y="23924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t3880"/>
            <p:cNvSpPr/>
            <p:nvPr/>
          </p:nvSpPr>
          <p:spPr>
            <a:xfrm>
              <a:off x="5581534" y="22433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t3881"/>
            <p:cNvSpPr/>
            <p:nvPr/>
          </p:nvSpPr>
          <p:spPr>
            <a:xfrm>
              <a:off x="4857259" y="2329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t3882"/>
            <p:cNvSpPr/>
            <p:nvPr/>
          </p:nvSpPr>
          <p:spPr>
            <a:xfrm>
              <a:off x="5168534" y="27131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t3883"/>
            <p:cNvSpPr/>
            <p:nvPr/>
          </p:nvSpPr>
          <p:spPr>
            <a:xfrm>
              <a:off x="4927398" y="22810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t3884"/>
            <p:cNvSpPr/>
            <p:nvPr/>
          </p:nvSpPr>
          <p:spPr>
            <a:xfrm>
              <a:off x="5061303" y="21969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t3885"/>
            <p:cNvSpPr/>
            <p:nvPr/>
          </p:nvSpPr>
          <p:spPr>
            <a:xfrm>
              <a:off x="4940232" y="19594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t3886"/>
            <p:cNvSpPr/>
            <p:nvPr/>
          </p:nvSpPr>
          <p:spPr>
            <a:xfrm>
              <a:off x="5267152" y="21273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t3887"/>
            <p:cNvSpPr/>
            <p:nvPr/>
          </p:nvSpPr>
          <p:spPr>
            <a:xfrm>
              <a:off x="5129498" y="26350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t3888"/>
            <p:cNvSpPr/>
            <p:nvPr/>
          </p:nvSpPr>
          <p:spPr>
            <a:xfrm>
              <a:off x="5292435" y="2070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t3889"/>
            <p:cNvSpPr/>
            <p:nvPr/>
          </p:nvSpPr>
          <p:spPr>
            <a:xfrm>
              <a:off x="5707130" y="2046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t3890"/>
            <p:cNvSpPr/>
            <p:nvPr/>
          </p:nvSpPr>
          <p:spPr>
            <a:xfrm>
              <a:off x="5696274" y="19394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t3891"/>
            <p:cNvSpPr/>
            <p:nvPr/>
          </p:nvSpPr>
          <p:spPr>
            <a:xfrm>
              <a:off x="5344738" y="20148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t3892"/>
            <p:cNvSpPr/>
            <p:nvPr/>
          </p:nvSpPr>
          <p:spPr>
            <a:xfrm>
              <a:off x="5259693" y="22239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t3893"/>
            <p:cNvSpPr/>
            <p:nvPr/>
          </p:nvSpPr>
          <p:spPr>
            <a:xfrm>
              <a:off x="5634133" y="21797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t3894"/>
            <p:cNvSpPr/>
            <p:nvPr/>
          </p:nvSpPr>
          <p:spPr>
            <a:xfrm>
              <a:off x="5591902" y="2128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t3895"/>
            <p:cNvSpPr/>
            <p:nvPr/>
          </p:nvSpPr>
          <p:spPr>
            <a:xfrm>
              <a:off x="5608575" y="20058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t3896"/>
            <p:cNvSpPr/>
            <p:nvPr/>
          </p:nvSpPr>
          <p:spPr>
            <a:xfrm>
              <a:off x="4848970" y="2375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t3897"/>
            <p:cNvSpPr/>
            <p:nvPr/>
          </p:nvSpPr>
          <p:spPr>
            <a:xfrm>
              <a:off x="5592989" y="19875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t3898"/>
            <p:cNvSpPr/>
            <p:nvPr/>
          </p:nvSpPr>
          <p:spPr>
            <a:xfrm>
              <a:off x="5506292" y="22956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t3899"/>
            <p:cNvSpPr/>
            <p:nvPr/>
          </p:nvSpPr>
          <p:spPr>
            <a:xfrm>
              <a:off x="5494416" y="19183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t3900"/>
            <p:cNvSpPr/>
            <p:nvPr/>
          </p:nvSpPr>
          <p:spPr>
            <a:xfrm>
              <a:off x="5820702" y="17866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t3901"/>
            <p:cNvSpPr/>
            <p:nvPr/>
          </p:nvSpPr>
          <p:spPr>
            <a:xfrm>
              <a:off x="5280175" y="22111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t3902"/>
            <p:cNvSpPr/>
            <p:nvPr/>
          </p:nvSpPr>
          <p:spPr>
            <a:xfrm>
              <a:off x="5157795" y="26017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t3903"/>
            <p:cNvSpPr/>
            <p:nvPr/>
          </p:nvSpPr>
          <p:spPr>
            <a:xfrm>
              <a:off x="5624960" y="18788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t3904"/>
            <p:cNvSpPr/>
            <p:nvPr/>
          </p:nvSpPr>
          <p:spPr>
            <a:xfrm>
              <a:off x="5756082" y="17908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t3905"/>
            <p:cNvSpPr/>
            <p:nvPr/>
          </p:nvSpPr>
          <p:spPr>
            <a:xfrm>
              <a:off x="6051263" y="19871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t3906"/>
            <p:cNvSpPr/>
            <p:nvPr/>
          </p:nvSpPr>
          <p:spPr>
            <a:xfrm>
              <a:off x="5991040" y="20885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t3907"/>
            <p:cNvSpPr/>
            <p:nvPr/>
          </p:nvSpPr>
          <p:spPr>
            <a:xfrm>
              <a:off x="5252910" y="21293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t3908"/>
            <p:cNvSpPr/>
            <p:nvPr/>
          </p:nvSpPr>
          <p:spPr>
            <a:xfrm>
              <a:off x="5389410" y="21652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t3909"/>
            <p:cNvSpPr/>
            <p:nvPr/>
          </p:nvSpPr>
          <p:spPr>
            <a:xfrm>
              <a:off x="5201223" y="23065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t3910"/>
            <p:cNvSpPr/>
            <p:nvPr/>
          </p:nvSpPr>
          <p:spPr>
            <a:xfrm>
              <a:off x="5801024" y="19957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t3911"/>
            <p:cNvSpPr/>
            <p:nvPr/>
          </p:nvSpPr>
          <p:spPr>
            <a:xfrm>
              <a:off x="5153388" y="26740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t3912"/>
            <p:cNvSpPr/>
            <p:nvPr/>
          </p:nvSpPr>
          <p:spPr>
            <a:xfrm>
              <a:off x="5058846" y="22650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t3913"/>
            <p:cNvSpPr/>
            <p:nvPr/>
          </p:nvSpPr>
          <p:spPr>
            <a:xfrm>
              <a:off x="5687738" y="16232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t3914"/>
            <p:cNvSpPr/>
            <p:nvPr/>
          </p:nvSpPr>
          <p:spPr>
            <a:xfrm>
              <a:off x="5571776" y="22477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t3915"/>
            <p:cNvSpPr/>
            <p:nvPr/>
          </p:nvSpPr>
          <p:spPr>
            <a:xfrm>
              <a:off x="5263215" y="21598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t3916"/>
            <p:cNvSpPr/>
            <p:nvPr/>
          </p:nvSpPr>
          <p:spPr>
            <a:xfrm>
              <a:off x="5285176" y="21821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t3917"/>
            <p:cNvSpPr/>
            <p:nvPr/>
          </p:nvSpPr>
          <p:spPr>
            <a:xfrm>
              <a:off x="5772588" y="21249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t3918"/>
            <p:cNvSpPr/>
            <p:nvPr/>
          </p:nvSpPr>
          <p:spPr>
            <a:xfrm>
              <a:off x="5313539" y="2169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t3919"/>
            <p:cNvSpPr/>
            <p:nvPr/>
          </p:nvSpPr>
          <p:spPr>
            <a:xfrm>
              <a:off x="5807745" y="19887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t3920"/>
            <p:cNvSpPr/>
            <p:nvPr/>
          </p:nvSpPr>
          <p:spPr>
            <a:xfrm>
              <a:off x="5584604" y="22437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t3921"/>
            <p:cNvSpPr/>
            <p:nvPr/>
          </p:nvSpPr>
          <p:spPr>
            <a:xfrm>
              <a:off x="5500249" y="20390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t3922"/>
            <p:cNvSpPr/>
            <p:nvPr/>
          </p:nvSpPr>
          <p:spPr>
            <a:xfrm>
              <a:off x="5064037" y="26228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t3923"/>
            <p:cNvSpPr/>
            <p:nvPr/>
          </p:nvSpPr>
          <p:spPr>
            <a:xfrm>
              <a:off x="5636710" y="20244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271286" y="21505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5579706" y="22574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5250761" y="19720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5682893" y="16937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5438105" y="22372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5165916" y="27628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5188734" y="23960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5513755" y="22942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5464291" y="20237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5015528" y="24775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5385225" y="21512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5469341" y="20139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4775892" y="27267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5337848" y="21517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5518952" y="22211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5617285" y="19204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5530366" y="21080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5492897" y="21633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5502122" y="22142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5474088" y="20258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5205614" y="2291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5638366" y="20302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5336543" y="22260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5797768" y="18838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5673916" y="19599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5820188" y="20079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4951507" y="18459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5627511" y="19548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5523457" y="21849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5579977" y="21869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5347237" y="21748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5330410" y="21377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5656919" y="21033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5712057" y="20780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5780558" y="20278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5424007" y="22582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5320079" y="21628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1"/>
            <p:cNvSpPr/>
            <p:nvPr/>
          </p:nvSpPr>
          <p:spPr>
            <a:xfrm>
              <a:off x="5695283" y="19002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2"/>
            <p:cNvSpPr/>
            <p:nvPr/>
          </p:nvSpPr>
          <p:spPr>
            <a:xfrm>
              <a:off x="5861420" y="17208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3"/>
            <p:cNvSpPr/>
            <p:nvPr/>
          </p:nvSpPr>
          <p:spPr>
            <a:xfrm>
              <a:off x="5350336" y="21530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4"/>
            <p:cNvSpPr/>
            <p:nvPr/>
          </p:nvSpPr>
          <p:spPr>
            <a:xfrm>
              <a:off x="5480929" y="20941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5"/>
            <p:cNvSpPr/>
            <p:nvPr/>
          </p:nvSpPr>
          <p:spPr>
            <a:xfrm>
              <a:off x="5497228" y="22766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6"/>
            <p:cNvSpPr/>
            <p:nvPr/>
          </p:nvSpPr>
          <p:spPr>
            <a:xfrm>
              <a:off x="5787473" y="19758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7"/>
            <p:cNvSpPr/>
            <p:nvPr/>
          </p:nvSpPr>
          <p:spPr>
            <a:xfrm>
              <a:off x="5107504" y="18556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8"/>
            <p:cNvSpPr/>
            <p:nvPr/>
          </p:nvSpPr>
          <p:spPr>
            <a:xfrm>
              <a:off x="5591811" y="20100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9"/>
            <p:cNvSpPr/>
            <p:nvPr/>
          </p:nvSpPr>
          <p:spPr>
            <a:xfrm>
              <a:off x="5369389" y="22670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70"/>
            <p:cNvSpPr/>
            <p:nvPr/>
          </p:nvSpPr>
          <p:spPr>
            <a:xfrm>
              <a:off x="5467911" y="20396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1"/>
            <p:cNvSpPr/>
            <p:nvPr/>
          </p:nvSpPr>
          <p:spPr>
            <a:xfrm>
              <a:off x="5475472" y="19333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2"/>
            <p:cNvSpPr/>
            <p:nvPr/>
          </p:nvSpPr>
          <p:spPr>
            <a:xfrm>
              <a:off x="5288562" y="20942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3"/>
            <p:cNvSpPr/>
            <p:nvPr/>
          </p:nvSpPr>
          <p:spPr>
            <a:xfrm>
              <a:off x="5696700" y="18440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4"/>
            <p:cNvSpPr/>
            <p:nvPr/>
          </p:nvSpPr>
          <p:spPr>
            <a:xfrm>
              <a:off x="5288193" y="21840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5"/>
            <p:cNvSpPr/>
            <p:nvPr/>
          </p:nvSpPr>
          <p:spPr>
            <a:xfrm>
              <a:off x="5166184" y="25662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6"/>
            <p:cNvSpPr/>
            <p:nvPr/>
          </p:nvSpPr>
          <p:spPr>
            <a:xfrm>
              <a:off x="5529255" y="20438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7"/>
            <p:cNvSpPr/>
            <p:nvPr/>
          </p:nvSpPr>
          <p:spPr>
            <a:xfrm>
              <a:off x="5481282" y="21024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8"/>
            <p:cNvSpPr/>
            <p:nvPr/>
          </p:nvSpPr>
          <p:spPr>
            <a:xfrm>
              <a:off x="5370480" y="22450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9"/>
            <p:cNvSpPr/>
            <p:nvPr/>
          </p:nvSpPr>
          <p:spPr>
            <a:xfrm>
              <a:off x="5397572" y="21501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80"/>
            <p:cNvSpPr/>
            <p:nvPr/>
          </p:nvSpPr>
          <p:spPr>
            <a:xfrm>
              <a:off x="5458067" y="21562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1"/>
            <p:cNvSpPr/>
            <p:nvPr/>
          </p:nvSpPr>
          <p:spPr>
            <a:xfrm>
              <a:off x="5461314" y="20910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2"/>
            <p:cNvSpPr/>
            <p:nvPr/>
          </p:nvSpPr>
          <p:spPr>
            <a:xfrm>
              <a:off x="5697967" y="18919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3"/>
            <p:cNvSpPr/>
            <p:nvPr/>
          </p:nvSpPr>
          <p:spPr>
            <a:xfrm>
              <a:off x="5228253" y="22045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4"/>
            <p:cNvSpPr/>
            <p:nvPr/>
          </p:nvSpPr>
          <p:spPr>
            <a:xfrm>
              <a:off x="5168288" y="27061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5"/>
            <p:cNvSpPr/>
            <p:nvPr/>
          </p:nvSpPr>
          <p:spPr>
            <a:xfrm>
              <a:off x="5550482" y="22434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6"/>
            <p:cNvSpPr/>
            <p:nvPr/>
          </p:nvSpPr>
          <p:spPr>
            <a:xfrm>
              <a:off x="5110631" y="1909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7"/>
            <p:cNvSpPr/>
            <p:nvPr/>
          </p:nvSpPr>
          <p:spPr>
            <a:xfrm>
              <a:off x="5324354" y="21914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8"/>
            <p:cNvSpPr/>
            <p:nvPr/>
          </p:nvSpPr>
          <p:spPr>
            <a:xfrm>
              <a:off x="5609253" y="18977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9"/>
            <p:cNvSpPr/>
            <p:nvPr/>
          </p:nvSpPr>
          <p:spPr>
            <a:xfrm>
              <a:off x="5052663" y="21890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90"/>
            <p:cNvSpPr/>
            <p:nvPr/>
          </p:nvSpPr>
          <p:spPr>
            <a:xfrm>
              <a:off x="5357049" y="22308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1"/>
            <p:cNvSpPr/>
            <p:nvPr/>
          </p:nvSpPr>
          <p:spPr>
            <a:xfrm>
              <a:off x="5450879" y="23441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2"/>
            <p:cNvSpPr/>
            <p:nvPr/>
          </p:nvSpPr>
          <p:spPr>
            <a:xfrm>
              <a:off x="5249500" y="19249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3"/>
            <p:cNvSpPr/>
            <p:nvPr/>
          </p:nvSpPr>
          <p:spPr>
            <a:xfrm>
              <a:off x="5677122" y="1881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4"/>
            <p:cNvSpPr/>
            <p:nvPr/>
          </p:nvSpPr>
          <p:spPr>
            <a:xfrm>
              <a:off x="5267472" y="21785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5"/>
            <p:cNvSpPr/>
            <p:nvPr/>
          </p:nvSpPr>
          <p:spPr>
            <a:xfrm>
              <a:off x="5158308" y="26348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6"/>
            <p:cNvSpPr/>
            <p:nvPr/>
          </p:nvSpPr>
          <p:spPr>
            <a:xfrm>
              <a:off x="5429314" y="22012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7"/>
            <p:cNvSpPr/>
            <p:nvPr/>
          </p:nvSpPr>
          <p:spPr>
            <a:xfrm>
              <a:off x="5548746" y="22828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8"/>
            <p:cNvSpPr/>
            <p:nvPr/>
          </p:nvSpPr>
          <p:spPr>
            <a:xfrm>
              <a:off x="5750204" y="19856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9"/>
            <p:cNvSpPr/>
            <p:nvPr/>
          </p:nvSpPr>
          <p:spPr>
            <a:xfrm>
              <a:off x="5300095" y="19390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4000"/>
            <p:cNvSpPr/>
            <p:nvPr/>
          </p:nvSpPr>
          <p:spPr>
            <a:xfrm>
              <a:off x="5227020" y="21706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1"/>
            <p:cNvSpPr/>
            <p:nvPr/>
          </p:nvSpPr>
          <p:spPr>
            <a:xfrm>
              <a:off x="4896956" y="27042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2"/>
            <p:cNvSpPr/>
            <p:nvPr/>
          </p:nvSpPr>
          <p:spPr>
            <a:xfrm>
              <a:off x="5296733" y="21009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3"/>
            <p:cNvSpPr/>
            <p:nvPr/>
          </p:nvSpPr>
          <p:spPr>
            <a:xfrm>
              <a:off x="5506759" y="23474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4"/>
            <p:cNvSpPr/>
            <p:nvPr/>
          </p:nvSpPr>
          <p:spPr>
            <a:xfrm>
              <a:off x="5134852" y="26109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5"/>
            <p:cNvSpPr/>
            <p:nvPr/>
          </p:nvSpPr>
          <p:spPr>
            <a:xfrm>
              <a:off x="5237784" y="21571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6"/>
            <p:cNvSpPr/>
            <p:nvPr/>
          </p:nvSpPr>
          <p:spPr>
            <a:xfrm>
              <a:off x="5560923" y="21896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7"/>
            <p:cNvSpPr/>
            <p:nvPr/>
          </p:nvSpPr>
          <p:spPr>
            <a:xfrm>
              <a:off x="5224124" y="21053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8"/>
            <p:cNvSpPr/>
            <p:nvPr/>
          </p:nvSpPr>
          <p:spPr>
            <a:xfrm>
              <a:off x="5482101" y="20980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9"/>
            <p:cNvSpPr/>
            <p:nvPr/>
          </p:nvSpPr>
          <p:spPr>
            <a:xfrm>
              <a:off x="5425579" y="22547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10"/>
            <p:cNvSpPr/>
            <p:nvPr/>
          </p:nvSpPr>
          <p:spPr>
            <a:xfrm>
              <a:off x="4782304" y="28033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1"/>
            <p:cNvSpPr/>
            <p:nvPr/>
          </p:nvSpPr>
          <p:spPr>
            <a:xfrm>
              <a:off x="6031079" y="18713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2"/>
            <p:cNvSpPr/>
            <p:nvPr/>
          </p:nvSpPr>
          <p:spPr>
            <a:xfrm>
              <a:off x="5693730" y="19849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3"/>
            <p:cNvSpPr/>
            <p:nvPr/>
          </p:nvSpPr>
          <p:spPr>
            <a:xfrm>
              <a:off x="5845878" y="18810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4"/>
            <p:cNvSpPr/>
            <p:nvPr/>
          </p:nvSpPr>
          <p:spPr>
            <a:xfrm>
              <a:off x="5046266" y="21323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5"/>
            <p:cNvSpPr/>
            <p:nvPr/>
          </p:nvSpPr>
          <p:spPr>
            <a:xfrm>
              <a:off x="5609939" y="22218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6"/>
            <p:cNvSpPr/>
            <p:nvPr/>
          </p:nvSpPr>
          <p:spPr>
            <a:xfrm>
              <a:off x="5352720" y="22200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7"/>
            <p:cNvSpPr/>
            <p:nvPr/>
          </p:nvSpPr>
          <p:spPr>
            <a:xfrm>
              <a:off x="5121949" y="25120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8"/>
            <p:cNvSpPr/>
            <p:nvPr/>
          </p:nvSpPr>
          <p:spPr>
            <a:xfrm>
              <a:off x="5759615" y="18705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9"/>
            <p:cNvSpPr/>
            <p:nvPr/>
          </p:nvSpPr>
          <p:spPr>
            <a:xfrm>
              <a:off x="5766646" y="18512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20"/>
            <p:cNvSpPr/>
            <p:nvPr/>
          </p:nvSpPr>
          <p:spPr>
            <a:xfrm>
              <a:off x="5328679" y="21994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1"/>
            <p:cNvSpPr/>
            <p:nvPr/>
          </p:nvSpPr>
          <p:spPr>
            <a:xfrm>
              <a:off x="5265901" y="20984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2"/>
            <p:cNvSpPr/>
            <p:nvPr/>
          </p:nvSpPr>
          <p:spPr>
            <a:xfrm>
              <a:off x="5819474" y="19888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3"/>
            <p:cNvSpPr/>
            <p:nvPr/>
          </p:nvSpPr>
          <p:spPr>
            <a:xfrm>
              <a:off x="5682143" y="19007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4"/>
            <p:cNvSpPr/>
            <p:nvPr/>
          </p:nvSpPr>
          <p:spPr>
            <a:xfrm>
              <a:off x="5221258" y="22041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5"/>
            <p:cNvSpPr/>
            <p:nvPr/>
          </p:nvSpPr>
          <p:spPr>
            <a:xfrm>
              <a:off x="5653245" y="20906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6"/>
            <p:cNvSpPr/>
            <p:nvPr/>
          </p:nvSpPr>
          <p:spPr>
            <a:xfrm>
              <a:off x="5190083" y="21947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7"/>
            <p:cNvSpPr/>
            <p:nvPr/>
          </p:nvSpPr>
          <p:spPr>
            <a:xfrm>
              <a:off x="5523644" y="21687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8"/>
            <p:cNvSpPr/>
            <p:nvPr/>
          </p:nvSpPr>
          <p:spPr>
            <a:xfrm>
              <a:off x="5217662" y="22851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9"/>
            <p:cNvSpPr/>
            <p:nvPr/>
          </p:nvSpPr>
          <p:spPr>
            <a:xfrm>
              <a:off x="5432835" y="21404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30"/>
            <p:cNvSpPr/>
            <p:nvPr/>
          </p:nvSpPr>
          <p:spPr>
            <a:xfrm>
              <a:off x="5293864" y="21935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1"/>
            <p:cNvSpPr/>
            <p:nvPr/>
          </p:nvSpPr>
          <p:spPr>
            <a:xfrm>
              <a:off x="4691130" y="25855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2"/>
            <p:cNvSpPr/>
            <p:nvPr/>
          </p:nvSpPr>
          <p:spPr>
            <a:xfrm>
              <a:off x="5858726" y="17269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3"/>
            <p:cNvSpPr/>
            <p:nvPr/>
          </p:nvSpPr>
          <p:spPr>
            <a:xfrm>
              <a:off x="5569914" y="21828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4"/>
            <p:cNvSpPr/>
            <p:nvPr/>
          </p:nvSpPr>
          <p:spPr>
            <a:xfrm>
              <a:off x="5525685" y="22299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5"/>
            <p:cNvSpPr/>
            <p:nvPr/>
          </p:nvSpPr>
          <p:spPr>
            <a:xfrm>
              <a:off x="5365628" y="21880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6"/>
            <p:cNvSpPr/>
            <p:nvPr/>
          </p:nvSpPr>
          <p:spPr>
            <a:xfrm>
              <a:off x="5303266" y="22247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7"/>
            <p:cNvSpPr/>
            <p:nvPr/>
          </p:nvSpPr>
          <p:spPr>
            <a:xfrm>
              <a:off x="5628022" y="18145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8"/>
            <p:cNvSpPr/>
            <p:nvPr/>
          </p:nvSpPr>
          <p:spPr>
            <a:xfrm>
              <a:off x="5259980" y="21195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9"/>
            <p:cNvSpPr/>
            <p:nvPr/>
          </p:nvSpPr>
          <p:spPr>
            <a:xfrm>
              <a:off x="5379460" y="22240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40"/>
            <p:cNvSpPr/>
            <p:nvPr/>
          </p:nvSpPr>
          <p:spPr>
            <a:xfrm>
              <a:off x="5757695" y="19013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1"/>
            <p:cNvSpPr/>
            <p:nvPr/>
          </p:nvSpPr>
          <p:spPr>
            <a:xfrm>
              <a:off x="5258137" y="22184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2"/>
            <p:cNvSpPr/>
            <p:nvPr/>
          </p:nvSpPr>
          <p:spPr>
            <a:xfrm>
              <a:off x="5104343" y="21351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3"/>
            <p:cNvSpPr/>
            <p:nvPr/>
          </p:nvSpPr>
          <p:spPr>
            <a:xfrm>
              <a:off x="5120251" y="24571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4"/>
            <p:cNvSpPr/>
            <p:nvPr/>
          </p:nvSpPr>
          <p:spPr>
            <a:xfrm>
              <a:off x="5588415" y="21890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5"/>
            <p:cNvSpPr/>
            <p:nvPr/>
          </p:nvSpPr>
          <p:spPr>
            <a:xfrm>
              <a:off x="5085336" y="28417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6"/>
            <p:cNvSpPr/>
            <p:nvPr/>
          </p:nvSpPr>
          <p:spPr>
            <a:xfrm>
              <a:off x="5418213" y="21777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7"/>
            <p:cNvSpPr/>
            <p:nvPr/>
          </p:nvSpPr>
          <p:spPr>
            <a:xfrm>
              <a:off x="5141213" y="26643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8"/>
            <p:cNvSpPr/>
            <p:nvPr/>
          </p:nvSpPr>
          <p:spPr>
            <a:xfrm>
              <a:off x="5376646" y="22516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9"/>
            <p:cNvSpPr/>
            <p:nvPr/>
          </p:nvSpPr>
          <p:spPr>
            <a:xfrm>
              <a:off x="5486962" y="1913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50"/>
            <p:cNvSpPr/>
            <p:nvPr/>
          </p:nvSpPr>
          <p:spPr>
            <a:xfrm>
              <a:off x="5576220" y="23370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1"/>
            <p:cNvSpPr/>
            <p:nvPr/>
          </p:nvSpPr>
          <p:spPr>
            <a:xfrm>
              <a:off x="5276305" y="22591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2"/>
            <p:cNvSpPr/>
            <p:nvPr/>
          </p:nvSpPr>
          <p:spPr>
            <a:xfrm>
              <a:off x="5134121" y="25125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3"/>
            <p:cNvSpPr/>
            <p:nvPr/>
          </p:nvSpPr>
          <p:spPr>
            <a:xfrm>
              <a:off x="5036469" y="22735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4"/>
            <p:cNvSpPr/>
            <p:nvPr/>
          </p:nvSpPr>
          <p:spPr>
            <a:xfrm>
              <a:off x="5398613" y="21508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5"/>
            <p:cNvSpPr/>
            <p:nvPr/>
          </p:nvSpPr>
          <p:spPr>
            <a:xfrm>
              <a:off x="5260107" y="21540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6"/>
            <p:cNvSpPr/>
            <p:nvPr/>
          </p:nvSpPr>
          <p:spPr>
            <a:xfrm>
              <a:off x="5254037" y="19723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7"/>
            <p:cNvSpPr/>
            <p:nvPr/>
          </p:nvSpPr>
          <p:spPr>
            <a:xfrm>
              <a:off x="5556773" y="21905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8"/>
            <p:cNvSpPr/>
            <p:nvPr/>
          </p:nvSpPr>
          <p:spPr>
            <a:xfrm>
              <a:off x="5832329" y="18709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9"/>
            <p:cNvSpPr/>
            <p:nvPr/>
          </p:nvSpPr>
          <p:spPr>
            <a:xfrm>
              <a:off x="5100017" y="2312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60"/>
            <p:cNvSpPr/>
            <p:nvPr/>
          </p:nvSpPr>
          <p:spPr>
            <a:xfrm>
              <a:off x="5237277" y="21188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1"/>
            <p:cNvSpPr/>
            <p:nvPr/>
          </p:nvSpPr>
          <p:spPr>
            <a:xfrm>
              <a:off x="5842217" y="18705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2"/>
            <p:cNvSpPr/>
            <p:nvPr/>
          </p:nvSpPr>
          <p:spPr>
            <a:xfrm>
              <a:off x="5522161" y="21581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3"/>
            <p:cNvSpPr/>
            <p:nvPr/>
          </p:nvSpPr>
          <p:spPr>
            <a:xfrm>
              <a:off x="5116380" y="2521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4"/>
            <p:cNvSpPr/>
            <p:nvPr/>
          </p:nvSpPr>
          <p:spPr>
            <a:xfrm>
              <a:off x="5368516" y="22382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5"/>
            <p:cNvSpPr/>
            <p:nvPr/>
          </p:nvSpPr>
          <p:spPr>
            <a:xfrm>
              <a:off x="5364568" y="22549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6"/>
            <p:cNvSpPr/>
            <p:nvPr/>
          </p:nvSpPr>
          <p:spPr>
            <a:xfrm>
              <a:off x="5329666" y="22202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7"/>
            <p:cNvSpPr/>
            <p:nvPr/>
          </p:nvSpPr>
          <p:spPr>
            <a:xfrm>
              <a:off x="5531398" y="22841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8"/>
            <p:cNvSpPr/>
            <p:nvPr/>
          </p:nvSpPr>
          <p:spPr>
            <a:xfrm>
              <a:off x="5523136" y="21634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9"/>
            <p:cNvSpPr/>
            <p:nvPr/>
          </p:nvSpPr>
          <p:spPr>
            <a:xfrm>
              <a:off x="5646506" y="20313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70"/>
            <p:cNvSpPr/>
            <p:nvPr/>
          </p:nvSpPr>
          <p:spPr>
            <a:xfrm>
              <a:off x="5529841" y="21689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1"/>
            <p:cNvSpPr/>
            <p:nvPr/>
          </p:nvSpPr>
          <p:spPr>
            <a:xfrm>
              <a:off x="5161661" y="2644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2"/>
            <p:cNvSpPr/>
            <p:nvPr/>
          </p:nvSpPr>
          <p:spPr>
            <a:xfrm>
              <a:off x="5860952" y="20916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3"/>
            <p:cNvSpPr/>
            <p:nvPr/>
          </p:nvSpPr>
          <p:spPr>
            <a:xfrm>
              <a:off x="5306634" y="20580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4"/>
            <p:cNvSpPr/>
            <p:nvPr/>
          </p:nvSpPr>
          <p:spPr>
            <a:xfrm>
              <a:off x="5317083" y="21693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5"/>
            <p:cNvSpPr/>
            <p:nvPr/>
          </p:nvSpPr>
          <p:spPr>
            <a:xfrm>
              <a:off x="5410024" y="22570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6"/>
            <p:cNvSpPr/>
            <p:nvPr/>
          </p:nvSpPr>
          <p:spPr>
            <a:xfrm>
              <a:off x="5099207" y="25555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7"/>
            <p:cNvSpPr/>
            <p:nvPr/>
          </p:nvSpPr>
          <p:spPr>
            <a:xfrm>
              <a:off x="5023954" y="28186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8"/>
            <p:cNvSpPr/>
            <p:nvPr/>
          </p:nvSpPr>
          <p:spPr>
            <a:xfrm>
              <a:off x="5015116" y="26165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9"/>
            <p:cNvSpPr/>
            <p:nvPr/>
          </p:nvSpPr>
          <p:spPr>
            <a:xfrm>
              <a:off x="5061767" y="24152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80"/>
            <p:cNvSpPr/>
            <p:nvPr/>
          </p:nvSpPr>
          <p:spPr>
            <a:xfrm>
              <a:off x="5642623" y="20822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1"/>
            <p:cNvSpPr/>
            <p:nvPr/>
          </p:nvSpPr>
          <p:spPr>
            <a:xfrm>
              <a:off x="5493117" y="20558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2"/>
            <p:cNvSpPr/>
            <p:nvPr/>
          </p:nvSpPr>
          <p:spPr>
            <a:xfrm>
              <a:off x="4724968" y="25463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3"/>
            <p:cNvSpPr/>
            <p:nvPr/>
          </p:nvSpPr>
          <p:spPr>
            <a:xfrm>
              <a:off x="5359424" y="22586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4"/>
            <p:cNvSpPr/>
            <p:nvPr/>
          </p:nvSpPr>
          <p:spPr>
            <a:xfrm>
              <a:off x="5230569" y="20292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5"/>
            <p:cNvSpPr/>
            <p:nvPr/>
          </p:nvSpPr>
          <p:spPr>
            <a:xfrm>
              <a:off x="5640097" y="20258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6"/>
            <p:cNvSpPr/>
            <p:nvPr/>
          </p:nvSpPr>
          <p:spPr>
            <a:xfrm>
              <a:off x="5133292" y="25908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7"/>
            <p:cNvSpPr/>
            <p:nvPr/>
          </p:nvSpPr>
          <p:spPr>
            <a:xfrm>
              <a:off x="5504600" y="21555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8"/>
            <p:cNvSpPr/>
            <p:nvPr/>
          </p:nvSpPr>
          <p:spPr>
            <a:xfrm>
              <a:off x="5050290" y="22094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9"/>
            <p:cNvSpPr/>
            <p:nvPr/>
          </p:nvSpPr>
          <p:spPr>
            <a:xfrm>
              <a:off x="5502283" y="2170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90"/>
            <p:cNvSpPr/>
            <p:nvPr/>
          </p:nvSpPr>
          <p:spPr>
            <a:xfrm>
              <a:off x="5672932" y="19595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1"/>
            <p:cNvSpPr/>
            <p:nvPr/>
          </p:nvSpPr>
          <p:spPr>
            <a:xfrm>
              <a:off x="5084130" y="24597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2"/>
            <p:cNvSpPr/>
            <p:nvPr/>
          </p:nvSpPr>
          <p:spPr>
            <a:xfrm>
              <a:off x="5105094" y="19446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3"/>
            <p:cNvSpPr/>
            <p:nvPr/>
          </p:nvSpPr>
          <p:spPr>
            <a:xfrm>
              <a:off x="5080638" y="26089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4"/>
            <p:cNvSpPr/>
            <p:nvPr/>
          </p:nvSpPr>
          <p:spPr>
            <a:xfrm>
              <a:off x="5544777" y="20987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5"/>
            <p:cNvSpPr/>
            <p:nvPr/>
          </p:nvSpPr>
          <p:spPr>
            <a:xfrm>
              <a:off x="5133980" y="2545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6"/>
            <p:cNvSpPr/>
            <p:nvPr/>
          </p:nvSpPr>
          <p:spPr>
            <a:xfrm>
              <a:off x="5259596" y="22216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7"/>
            <p:cNvSpPr/>
            <p:nvPr/>
          </p:nvSpPr>
          <p:spPr>
            <a:xfrm>
              <a:off x="5643076" y="20343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8"/>
            <p:cNvSpPr/>
            <p:nvPr/>
          </p:nvSpPr>
          <p:spPr>
            <a:xfrm>
              <a:off x="5408353" y="22491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9"/>
            <p:cNvSpPr/>
            <p:nvPr/>
          </p:nvSpPr>
          <p:spPr>
            <a:xfrm>
              <a:off x="5581336" y="22393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100"/>
            <p:cNvSpPr/>
            <p:nvPr/>
          </p:nvSpPr>
          <p:spPr>
            <a:xfrm>
              <a:off x="5466912" y="20832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1"/>
            <p:cNvSpPr/>
            <p:nvPr/>
          </p:nvSpPr>
          <p:spPr>
            <a:xfrm>
              <a:off x="5637395" y="20264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2"/>
            <p:cNvSpPr/>
            <p:nvPr/>
          </p:nvSpPr>
          <p:spPr>
            <a:xfrm>
              <a:off x="6022291" y="23155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3"/>
            <p:cNvSpPr/>
            <p:nvPr/>
          </p:nvSpPr>
          <p:spPr>
            <a:xfrm>
              <a:off x="5757377" y="18748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4"/>
            <p:cNvSpPr/>
            <p:nvPr/>
          </p:nvSpPr>
          <p:spPr>
            <a:xfrm>
              <a:off x="5587864" y="22272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5"/>
            <p:cNvSpPr/>
            <p:nvPr/>
          </p:nvSpPr>
          <p:spPr>
            <a:xfrm>
              <a:off x="5664022" y="20760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6"/>
            <p:cNvSpPr/>
            <p:nvPr/>
          </p:nvSpPr>
          <p:spPr>
            <a:xfrm>
              <a:off x="5386314" y="22361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7"/>
            <p:cNvSpPr/>
            <p:nvPr/>
          </p:nvSpPr>
          <p:spPr>
            <a:xfrm>
              <a:off x="5075118" y="26856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8"/>
            <p:cNvSpPr/>
            <p:nvPr/>
          </p:nvSpPr>
          <p:spPr>
            <a:xfrm>
              <a:off x="5572853" y="21848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9"/>
            <p:cNvSpPr/>
            <p:nvPr/>
          </p:nvSpPr>
          <p:spPr>
            <a:xfrm>
              <a:off x="5305031" y="20804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10"/>
            <p:cNvSpPr/>
            <p:nvPr/>
          </p:nvSpPr>
          <p:spPr>
            <a:xfrm>
              <a:off x="5303774" y="21616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1"/>
            <p:cNvSpPr/>
            <p:nvPr/>
          </p:nvSpPr>
          <p:spPr>
            <a:xfrm>
              <a:off x="5557950" y="2222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2"/>
            <p:cNvSpPr/>
            <p:nvPr/>
          </p:nvSpPr>
          <p:spPr>
            <a:xfrm>
              <a:off x="5563408" y="22017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3"/>
            <p:cNvSpPr/>
            <p:nvPr/>
          </p:nvSpPr>
          <p:spPr>
            <a:xfrm>
              <a:off x="5061361" y="24411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4"/>
            <p:cNvSpPr/>
            <p:nvPr/>
          </p:nvSpPr>
          <p:spPr>
            <a:xfrm>
              <a:off x="5180839" y="24168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5"/>
            <p:cNvSpPr/>
            <p:nvPr/>
          </p:nvSpPr>
          <p:spPr>
            <a:xfrm>
              <a:off x="5118901" y="24662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6"/>
            <p:cNvSpPr/>
            <p:nvPr/>
          </p:nvSpPr>
          <p:spPr>
            <a:xfrm>
              <a:off x="5418959" y="21748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7"/>
            <p:cNvSpPr/>
            <p:nvPr/>
          </p:nvSpPr>
          <p:spPr>
            <a:xfrm>
              <a:off x="5631699" y="20852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8"/>
            <p:cNvSpPr/>
            <p:nvPr/>
          </p:nvSpPr>
          <p:spPr>
            <a:xfrm>
              <a:off x="5429241" y="22704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9"/>
            <p:cNvSpPr/>
            <p:nvPr/>
          </p:nvSpPr>
          <p:spPr>
            <a:xfrm>
              <a:off x="5656148" y="19719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20"/>
            <p:cNvSpPr/>
            <p:nvPr/>
          </p:nvSpPr>
          <p:spPr>
            <a:xfrm>
              <a:off x="5582668" y="22991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1"/>
            <p:cNvSpPr/>
            <p:nvPr/>
          </p:nvSpPr>
          <p:spPr>
            <a:xfrm>
              <a:off x="5806050" y="18730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2"/>
            <p:cNvSpPr/>
            <p:nvPr/>
          </p:nvSpPr>
          <p:spPr>
            <a:xfrm>
              <a:off x="5561730" y="21697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3"/>
            <p:cNvSpPr/>
            <p:nvPr/>
          </p:nvSpPr>
          <p:spPr>
            <a:xfrm>
              <a:off x="5720166" y="17940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4"/>
            <p:cNvSpPr/>
            <p:nvPr/>
          </p:nvSpPr>
          <p:spPr>
            <a:xfrm>
              <a:off x="5063795" y="24530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5"/>
            <p:cNvSpPr/>
            <p:nvPr/>
          </p:nvSpPr>
          <p:spPr>
            <a:xfrm>
              <a:off x="5543901" y="19836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6"/>
            <p:cNvSpPr/>
            <p:nvPr/>
          </p:nvSpPr>
          <p:spPr>
            <a:xfrm>
              <a:off x="5552468" y="22809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7"/>
            <p:cNvSpPr/>
            <p:nvPr/>
          </p:nvSpPr>
          <p:spPr>
            <a:xfrm>
              <a:off x="5095882" y="25719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8"/>
            <p:cNvSpPr/>
            <p:nvPr/>
          </p:nvSpPr>
          <p:spPr>
            <a:xfrm>
              <a:off x="5618539" y="19374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9"/>
            <p:cNvSpPr/>
            <p:nvPr/>
          </p:nvSpPr>
          <p:spPr>
            <a:xfrm>
              <a:off x="5281816" y="22472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30"/>
            <p:cNvSpPr/>
            <p:nvPr/>
          </p:nvSpPr>
          <p:spPr>
            <a:xfrm>
              <a:off x="5938306" y="15089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1"/>
            <p:cNvSpPr/>
            <p:nvPr/>
          </p:nvSpPr>
          <p:spPr>
            <a:xfrm>
              <a:off x="5398325" y="21944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2"/>
            <p:cNvSpPr/>
            <p:nvPr/>
          </p:nvSpPr>
          <p:spPr>
            <a:xfrm>
              <a:off x="5353531" y="20832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3"/>
            <p:cNvSpPr/>
            <p:nvPr/>
          </p:nvSpPr>
          <p:spPr>
            <a:xfrm>
              <a:off x="5718992" y="19830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4"/>
            <p:cNvSpPr/>
            <p:nvPr/>
          </p:nvSpPr>
          <p:spPr>
            <a:xfrm>
              <a:off x="5341946" y="21853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5"/>
            <p:cNvSpPr/>
            <p:nvPr/>
          </p:nvSpPr>
          <p:spPr>
            <a:xfrm>
              <a:off x="5376389" y="2216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6"/>
            <p:cNvSpPr/>
            <p:nvPr/>
          </p:nvSpPr>
          <p:spPr>
            <a:xfrm>
              <a:off x="5604125" y="20013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7"/>
            <p:cNvSpPr/>
            <p:nvPr/>
          </p:nvSpPr>
          <p:spPr>
            <a:xfrm>
              <a:off x="5418737" y="21877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8"/>
            <p:cNvSpPr/>
            <p:nvPr/>
          </p:nvSpPr>
          <p:spPr>
            <a:xfrm>
              <a:off x="5472008" y="18883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9"/>
            <p:cNvSpPr/>
            <p:nvPr/>
          </p:nvSpPr>
          <p:spPr>
            <a:xfrm>
              <a:off x="5247887" y="19549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40"/>
            <p:cNvSpPr/>
            <p:nvPr/>
          </p:nvSpPr>
          <p:spPr>
            <a:xfrm>
              <a:off x="4751125" y="2335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1"/>
            <p:cNvSpPr/>
            <p:nvPr/>
          </p:nvSpPr>
          <p:spPr>
            <a:xfrm>
              <a:off x="5394686" y="19669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2"/>
            <p:cNvSpPr/>
            <p:nvPr/>
          </p:nvSpPr>
          <p:spPr>
            <a:xfrm>
              <a:off x="5295844" y="21035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3"/>
            <p:cNvSpPr/>
            <p:nvPr/>
          </p:nvSpPr>
          <p:spPr>
            <a:xfrm>
              <a:off x="5235630" y="21882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4"/>
            <p:cNvSpPr/>
            <p:nvPr/>
          </p:nvSpPr>
          <p:spPr>
            <a:xfrm>
              <a:off x="5122628" y="26278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5"/>
            <p:cNvSpPr/>
            <p:nvPr/>
          </p:nvSpPr>
          <p:spPr>
            <a:xfrm>
              <a:off x="5739351" y="18961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6"/>
            <p:cNvSpPr/>
            <p:nvPr/>
          </p:nvSpPr>
          <p:spPr>
            <a:xfrm>
              <a:off x="5009925" y="25392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7"/>
            <p:cNvSpPr/>
            <p:nvPr/>
          </p:nvSpPr>
          <p:spPr>
            <a:xfrm>
              <a:off x="5250151" y="19838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8"/>
            <p:cNvSpPr/>
            <p:nvPr/>
          </p:nvSpPr>
          <p:spPr>
            <a:xfrm>
              <a:off x="5646212" y="19324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9"/>
            <p:cNvSpPr/>
            <p:nvPr/>
          </p:nvSpPr>
          <p:spPr>
            <a:xfrm>
              <a:off x="5427475" y="22494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50"/>
            <p:cNvSpPr/>
            <p:nvPr/>
          </p:nvSpPr>
          <p:spPr>
            <a:xfrm>
              <a:off x="5452773" y="22508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1"/>
            <p:cNvSpPr/>
            <p:nvPr/>
          </p:nvSpPr>
          <p:spPr>
            <a:xfrm>
              <a:off x="5018285" y="25537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2"/>
            <p:cNvSpPr/>
            <p:nvPr/>
          </p:nvSpPr>
          <p:spPr>
            <a:xfrm>
              <a:off x="5394195" y="21054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3"/>
            <p:cNvSpPr/>
            <p:nvPr/>
          </p:nvSpPr>
          <p:spPr>
            <a:xfrm>
              <a:off x="4881267" y="27428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4"/>
            <p:cNvSpPr/>
            <p:nvPr/>
          </p:nvSpPr>
          <p:spPr>
            <a:xfrm>
              <a:off x="5140270" y="27958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5"/>
            <p:cNvSpPr/>
            <p:nvPr/>
          </p:nvSpPr>
          <p:spPr>
            <a:xfrm>
              <a:off x="5440891" y="22818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6"/>
            <p:cNvSpPr/>
            <p:nvPr/>
          </p:nvSpPr>
          <p:spPr>
            <a:xfrm>
              <a:off x="5469281" y="19825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7"/>
            <p:cNvSpPr/>
            <p:nvPr/>
          </p:nvSpPr>
          <p:spPr>
            <a:xfrm>
              <a:off x="5013427" y="27441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8"/>
            <p:cNvSpPr/>
            <p:nvPr/>
          </p:nvSpPr>
          <p:spPr>
            <a:xfrm>
              <a:off x="5295687" y="21104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9"/>
            <p:cNvSpPr/>
            <p:nvPr/>
          </p:nvSpPr>
          <p:spPr>
            <a:xfrm>
              <a:off x="5603551" y="19564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60"/>
            <p:cNvSpPr/>
            <p:nvPr/>
          </p:nvSpPr>
          <p:spPr>
            <a:xfrm>
              <a:off x="5251430" y="2079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1"/>
            <p:cNvSpPr/>
            <p:nvPr/>
          </p:nvSpPr>
          <p:spPr>
            <a:xfrm>
              <a:off x="5559341" y="22936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2"/>
            <p:cNvSpPr/>
            <p:nvPr/>
          </p:nvSpPr>
          <p:spPr>
            <a:xfrm>
              <a:off x="5362590" y="21993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3"/>
            <p:cNvSpPr/>
            <p:nvPr/>
          </p:nvSpPr>
          <p:spPr>
            <a:xfrm>
              <a:off x="5121343" y="27606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4"/>
            <p:cNvSpPr/>
            <p:nvPr/>
          </p:nvSpPr>
          <p:spPr>
            <a:xfrm>
              <a:off x="5514061" y="22146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5"/>
            <p:cNvSpPr/>
            <p:nvPr/>
          </p:nvSpPr>
          <p:spPr>
            <a:xfrm>
              <a:off x="5101946" y="22903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6"/>
            <p:cNvSpPr/>
            <p:nvPr/>
          </p:nvSpPr>
          <p:spPr>
            <a:xfrm>
              <a:off x="5874250" y="18495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7"/>
            <p:cNvSpPr/>
            <p:nvPr/>
          </p:nvSpPr>
          <p:spPr>
            <a:xfrm>
              <a:off x="5794885" y="17042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8"/>
            <p:cNvSpPr/>
            <p:nvPr/>
          </p:nvSpPr>
          <p:spPr>
            <a:xfrm>
              <a:off x="5395118" y="2140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9"/>
            <p:cNvSpPr/>
            <p:nvPr/>
          </p:nvSpPr>
          <p:spPr>
            <a:xfrm>
              <a:off x="5219519" y="22916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70"/>
            <p:cNvSpPr/>
            <p:nvPr/>
          </p:nvSpPr>
          <p:spPr>
            <a:xfrm>
              <a:off x="5165922" y="26171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1"/>
            <p:cNvSpPr/>
            <p:nvPr/>
          </p:nvSpPr>
          <p:spPr>
            <a:xfrm>
              <a:off x="5008065" y="25619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2"/>
            <p:cNvSpPr/>
            <p:nvPr/>
          </p:nvSpPr>
          <p:spPr>
            <a:xfrm>
              <a:off x="5450458" y="22965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3"/>
            <p:cNvSpPr/>
            <p:nvPr/>
          </p:nvSpPr>
          <p:spPr>
            <a:xfrm>
              <a:off x="5725478" y="17975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4"/>
            <p:cNvSpPr/>
            <p:nvPr/>
          </p:nvSpPr>
          <p:spPr>
            <a:xfrm>
              <a:off x="5365816" y="22367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5"/>
            <p:cNvSpPr/>
            <p:nvPr/>
          </p:nvSpPr>
          <p:spPr>
            <a:xfrm>
              <a:off x="5610755" y="19602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6"/>
            <p:cNvSpPr/>
            <p:nvPr/>
          </p:nvSpPr>
          <p:spPr>
            <a:xfrm>
              <a:off x="5197454" y="2503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7"/>
            <p:cNvSpPr/>
            <p:nvPr/>
          </p:nvSpPr>
          <p:spPr>
            <a:xfrm>
              <a:off x="5423097" y="21763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8"/>
            <p:cNvSpPr/>
            <p:nvPr/>
          </p:nvSpPr>
          <p:spPr>
            <a:xfrm>
              <a:off x="5160953" y="26308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9"/>
            <p:cNvSpPr/>
            <p:nvPr/>
          </p:nvSpPr>
          <p:spPr>
            <a:xfrm>
              <a:off x="5418826" y="22552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80"/>
            <p:cNvSpPr/>
            <p:nvPr/>
          </p:nvSpPr>
          <p:spPr>
            <a:xfrm>
              <a:off x="5376355" y="2242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1"/>
            <p:cNvSpPr/>
            <p:nvPr/>
          </p:nvSpPr>
          <p:spPr>
            <a:xfrm>
              <a:off x="5309281" y="20700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2"/>
            <p:cNvSpPr/>
            <p:nvPr/>
          </p:nvSpPr>
          <p:spPr>
            <a:xfrm>
              <a:off x="5488608" y="2111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3"/>
            <p:cNvSpPr/>
            <p:nvPr/>
          </p:nvSpPr>
          <p:spPr>
            <a:xfrm>
              <a:off x="5251891" y="20316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4"/>
            <p:cNvSpPr/>
            <p:nvPr/>
          </p:nvSpPr>
          <p:spPr>
            <a:xfrm>
              <a:off x="5226889" y="21178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5"/>
            <p:cNvSpPr/>
            <p:nvPr/>
          </p:nvSpPr>
          <p:spPr>
            <a:xfrm>
              <a:off x="4997758" y="26820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6"/>
            <p:cNvSpPr/>
            <p:nvPr/>
          </p:nvSpPr>
          <p:spPr>
            <a:xfrm>
              <a:off x="5475974" y="20806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7"/>
            <p:cNvSpPr/>
            <p:nvPr/>
          </p:nvSpPr>
          <p:spPr>
            <a:xfrm>
              <a:off x="5818832" y="1964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8"/>
            <p:cNvSpPr/>
            <p:nvPr/>
          </p:nvSpPr>
          <p:spPr>
            <a:xfrm>
              <a:off x="5434157" y="22478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9"/>
            <p:cNvSpPr/>
            <p:nvPr/>
          </p:nvSpPr>
          <p:spPr>
            <a:xfrm>
              <a:off x="5015590" y="26358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90"/>
            <p:cNvSpPr/>
            <p:nvPr/>
          </p:nvSpPr>
          <p:spPr>
            <a:xfrm>
              <a:off x="5160088" y="26196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1"/>
            <p:cNvSpPr/>
            <p:nvPr/>
          </p:nvSpPr>
          <p:spPr>
            <a:xfrm>
              <a:off x="5650810" y="20897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2"/>
            <p:cNvSpPr/>
            <p:nvPr/>
          </p:nvSpPr>
          <p:spPr>
            <a:xfrm>
              <a:off x="5221306" y="23851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3"/>
            <p:cNvSpPr/>
            <p:nvPr/>
          </p:nvSpPr>
          <p:spPr>
            <a:xfrm>
              <a:off x="5808125" y="21436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4"/>
            <p:cNvSpPr/>
            <p:nvPr/>
          </p:nvSpPr>
          <p:spPr>
            <a:xfrm>
              <a:off x="5326496" y="22484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t4195"/>
            <p:cNvSpPr/>
            <p:nvPr/>
          </p:nvSpPr>
          <p:spPr>
            <a:xfrm>
              <a:off x="6135010" y="19812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t4196"/>
            <p:cNvSpPr/>
            <p:nvPr/>
          </p:nvSpPr>
          <p:spPr>
            <a:xfrm>
              <a:off x="5271663" y="2130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t4197"/>
            <p:cNvSpPr/>
            <p:nvPr/>
          </p:nvSpPr>
          <p:spPr>
            <a:xfrm>
              <a:off x="5011197" y="22757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t4198"/>
            <p:cNvSpPr/>
            <p:nvPr/>
          </p:nvSpPr>
          <p:spPr>
            <a:xfrm>
              <a:off x="5512740" y="22239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t4199"/>
            <p:cNvSpPr/>
            <p:nvPr/>
          </p:nvSpPr>
          <p:spPr>
            <a:xfrm>
              <a:off x="5241257" y="1996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t4200"/>
            <p:cNvSpPr/>
            <p:nvPr/>
          </p:nvSpPr>
          <p:spPr>
            <a:xfrm>
              <a:off x="5646329" y="20280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t4201"/>
            <p:cNvSpPr/>
            <p:nvPr/>
          </p:nvSpPr>
          <p:spPr>
            <a:xfrm>
              <a:off x="5295941" y="22398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t4202"/>
            <p:cNvSpPr/>
            <p:nvPr/>
          </p:nvSpPr>
          <p:spPr>
            <a:xfrm>
              <a:off x="5444098" y="2305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t4203"/>
            <p:cNvSpPr/>
            <p:nvPr/>
          </p:nvSpPr>
          <p:spPr>
            <a:xfrm>
              <a:off x="5461622" y="21297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t4204"/>
            <p:cNvSpPr/>
            <p:nvPr/>
          </p:nvSpPr>
          <p:spPr>
            <a:xfrm>
              <a:off x="5236435" y="21682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t4205"/>
            <p:cNvSpPr/>
            <p:nvPr/>
          </p:nvSpPr>
          <p:spPr>
            <a:xfrm>
              <a:off x="5802213" y="18586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t4206"/>
            <p:cNvSpPr/>
            <p:nvPr/>
          </p:nvSpPr>
          <p:spPr>
            <a:xfrm>
              <a:off x="5637208" y="20985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t4207"/>
            <p:cNvSpPr/>
            <p:nvPr/>
          </p:nvSpPr>
          <p:spPr>
            <a:xfrm>
              <a:off x="5591402" y="2153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t4208"/>
            <p:cNvSpPr/>
            <p:nvPr/>
          </p:nvSpPr>
          <p:spPr>
            <a:xfrm>
              <a:off x="5507596" y="22695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t4209"/>
            <p:cNvSpPr/>
            <p:nvPr/>
          </p:nvSpPr>
          <p:spPr>
            <a:xfrm>
              <a:off x="5681638" y="15642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t4210"/>
            <p:cNvSpPr/>
            <p:nvPr/>
          </p:nvSpPr>
          <p:spPr>
            <a:xfrm>
              <a:off x="5604508" y="19500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t4211"/>
            <p:cNvSpPr/>
            <p:nvPr/>
          </p:nvSpPr>
          <p:spPr>
            <a:xfrm>
              <a:off x="5875362" y="18841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t4212"/>
            <p:cNvSpPr/>
            <p:nvPr/>
          </p:nvSpPr>
          <p:spPr>
            <a:xfrm>
              <a:off x="5912464" y="19718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t4213"/>
            <p:cNvSpPr/>
            <p:nvPr/>
          </p:nvSpPr>
          <p:spPr>
            <a:xfrm>
              <a:off x="5243355" y="20477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t4214"/>
            <p:cNvSpPr/>
            <p:nvPr/>
          </p:nvSpPr>
          <p:spPr>
            <a:xfrm>
              <a:off x="4928193" y="15375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t4215"/>
            <p:cNvSpPr/>
            <p:nvPr/>
          </p:nvSpPr>
          <p:spPr>
            <a:xfrm>
              <a:off x="5568845" y="21513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t4216"/>
            <p:cNvSpPr/>
            <p:nvPr/>
          </p:nvSpPr>
          <p:spPr>
            <a:xfrm>
              <a:off x="5397857" y="21377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t4217"/>
            <p:cNvSpPr/>
            <p:nvPr/>
          </p:nvSpPr>
          <p:spPr>
            <a:xfrm>
              <a:off x="5380676" y="20866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t4218"/>
            <p:cNvSpPr/>
            <p:nvPr/>
          </p:nvSpPr>
          <p:spPr>
            <a:xfrm>
              <a:off x="5330520" y="21910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t4219"/>
            <p:cNvSpPr/>
            <p:nvPr/>
          </p:nvSpPr>
          <p:spPr>
            <a:xfrm>
              <a:off x="5027904" y="23840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t4220"/>
            <p:cNvSpPr/>
            <p:nvPr/>
          </p:nvSpPr>
          <p:spPr>
            <a:xfrm>
              <a:off x="5533773" y="21291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t4221"/>
            <p:cNvSpPr/>
            <p:nvPr/>
          </p:nvSpPr>
          <p:spPr>
            <a:xfrm>
              <a:off x="5657209" y="20785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t4222"/>
            <p:cNvSpPr/>
            <p:nvPr/>
          </p:nvSpPr>
          <p:spPr>
            <a:xfrm>
              <a:off x="5619600" y="19931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t4223"/>
            <p:cNvSpPr/>
            <p:nvPr/>
          </p:nvSpPr>
          <p:spPr>
            <a:xfrm>
              <a:off x="5472518" y="19284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t4224"/>
            <p:cNvSpPr/>
            <p:nvPr/>
          </p:nvSpPr>
          <p:spPr>
            <a:xfrm>
              <a:off x="5355265" y="21661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t4225"/>
            <p:cNvSpPr/>
            <p:nvPr/>
          </p:nvSpPr>
          <p:spPr>
            <a:xfrm>
              <a:off x="5052353" y="24000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t4226"/>
            <p:cNvSpPr/>
            <p:nvPr/>
          </p:nvSpPr>
          <p:spPr>
            <a:xfrm>
              <a:off x="5515531" y="23093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t4227"/>
            <p:cNvSpPr/>
            <p:nvPr/>
          </p:nvSpPr>
          <p:spPr>
            <a:xfrm>
              <a:off x="5686653" y="17976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t4228"/>
            <p:cNvSpPr/>
            <p:nvPr/>
          </p:nvSpPr>
          <p:spPr>
            <a:xfrm>
              <a:off x="5789376" y="19075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t4229"/>
            <p:cNvSpPr/>
            <p:nvPr/>
          </p:nvSpPr>
          <p:spPr>
            <a:xfrm>
              <a:off x="5603461" y="19580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t4230"/>
            <p:cNvSpPr/>
            <p:nvPr/>
          </p:nvSpPr>
          <p:spPr>
            <a:xfrm>
              <a:off x="5869538" y="16933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t4231"/>
            <p:cNvSpPr/>
            <p:nvPr/>
          </p:nvSpPr>
          <p:spPr>
            <a:xfrm>
              <a:off x="5737086" y="19070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t4232"/>
            <p:cNvSpPr/>
            <p:nvPr/>
          </p:nvSpPr>
          <p:spPr>
            <a:xfrm>
              <a:off x="5494663" y="20968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t4233"/>
            <p:cNvSpPr/>
            <p:nvPr/>
          </p:nvSpPr>
          <p:spPr>
            <a:xfrm>
              <a:off x="5150927" y="26282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t4234"/>
            <p:cNvSpPr/>
            <p:nvPr/>
          </p:nvSpPr>
          <p:spPr>
            <a:xfrm>
              <a:off x="5254424" y="21254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t4235"/>
            <p:cNvSpPr/>
            <p:nvPr/>
          </p:nvSpPr>
          <p:spPr>
            <a:xfrm>
              <a:off x="5023248" y="24742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t4236"/>
            <p:cNvSpPr/>
            <p:nvPr/>
          </p:nvSpPr>
          <p:spPr>
            <a:xfrm>
              <a:off x="5513748" y="2207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t4237"/>
            <p:cNvSpPr/>
            <p:nvPr/>
          </p:nvSpPr>
          <p:spPr>
            <a:xfrm>
              <a:off x="5792155" y="20365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t4238"/>
            <p:cNvSpPr/>
            <p:nvPr/>
          </p:nvSpPr>
          <p:spPr>
            <a:xfrm>
              <a:off x="5220443" y="21855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t4239"/>
            <p:cNvSpPr/>
            <p:nvPr/>
          </p:nvSpPr>
          <p:spPr>
            <a:xfrm>
              <a:off x="5209422" y="21212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t4240"/>
            <p:cNvSpPr/>
            <p:nvPr/>
          </p:nvSpPr>
          <p:spPr>
            <a:xfrm>
              <a:off x="5475079" y="19351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t4241"/>
            <p:cNvSpPr/>
            <p:nvPr/>
          </p:nvSpPr>
          <p:spPr>
            <a:xfrm>
              <a:off x="5158300" y="27372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t4242"/>
            <p:cNvSpPr/>
            <p:nvPr/>
          </p:nvSpPr>
          <p:spPr>
            <a:xfrm>
              <a:off x="5629712" y="20627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t4243"/>
            <p:cNvSpPr/>
            <p:nvPr/>
          </p:nvSpPr>
          <p:spPr>
            <a:xfrm>
              <a:off x="5452321" y="21851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t4244"/>
            <p:cNvSpPr/>
            <p:nvPr/>
          </p:nvSpPr>
          <p:spPr>
            <a:xfrm>
              <a:off x="5172597" y="24870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t4245"/>
            <p:cNvSpPr/>
            <p:nvPr/>
          </p:nvSpPr>
          <p:spPr>
            <a:xfrm>
              <a:off x="5513126" y="21879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t4246"/>
            <p:cNvSpPr/>
            <p:nvPr/>
          </p:nvSpPr>
          <p:spPr>
            <a:xfrm>
              <a:off x="5514253" y="22166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t4247"/>
            <p:cNvSpPr/>
            <p:nvPr/>
          </p:nvSpPr>
          <p:spPr>
            <a:xfrm>
              <a:off x="5741216" y="18610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t4248"/>
            <p:cNvSpPr/>
            <p:nvPr/>
          </p:nvSpPr>
          <p:spPr>
            <a:xfrm>
              <a:off x="5379004" y="21442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t4249"/>
            <p:cNvSpPr/>
            <p:nvPr/>
          </p:nvSpPr>
          <p:spPr>
            <a:xfrm>
              <a:off x="5586332" y="22769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t4250"/>
            <p:cNvSpPr/>
            <p:nvPr/>
          </p:nvSpPr>
          <p:spPr>
            <a:xfrm>
              <a:off x="5483555" y="21469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t4251"/>
            <p:cNvSpPr/>
            <p:nvPr/>
          </p:nvSpPr>
          <p:spPr>
            <a:xfrm>
              <a:off x="5345613" y="22647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t4252"/>
            <p:cNvSpPr/>
            <p:nvPr/>
          </p:nvSpPr>
          <p:spPr>
            <a:xfrm>
              <a:off x="5851793" y="20185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t4253"/>
            <p:cNvSpPr/>
            <p:nvPr/>
          </p:nvSpPr>
          <p:spPr>
            <a:xfrm>
              <a:off x="5913132" y="15032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t4254"/>
            <p:cNvSpPr/>
            <p:nvPr/>
          </p:nvSpPr>
          <p:spPr>
            <a:xfrm>
              <a:off x="5259659" y="21974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t4255"/>
            <p:cNvSpPr/>
            <p:nvPr/>
          </p:nvSpPr>
          <p:spPr>
            <a:xfrm>
              <a:off x="5207356" y="23181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t4256"/>
            <p:cNvSpPr/>
            <p:nvPr/>
          </p:nvSpPr>
          <p:spPr>
            <a:xfrm>
              <a:off x="5382151" y="21485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t4257"/>
            <p:cNvSpPr/>
            <p:nvPr/>
          </p:nvSpPr>
          <p:spPr>
            <a:xfrm>
              <a:off x="5589340" y="2111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t4258"/>
            <p:cNvSpPr/>
            <p:nvPr/>
          </p:nvSpPr>
          <p:spPr>
            <a:xfrm>
              <a:off x="5399313" y="21555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t4259"/>
            <p:cNvSpPr/>
            <p:nvPr/>
          </p:nvSpPr>
          <p:spPr>
            <a:xfrm>
              <a:off x="5160969" y="2700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t4260"/>
            <p:cNvSpPr/>
            <p:nvPr/>
          </p:nvSpPr>
          <p:spPr>
            <a:xfrm>
              <a:off x="5416068" y="21357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t4261"/>
            <p:cNvSpPr/>
            <p:nvPr/>
          </p:nvSpPr>
          <p:spPr>
            <a:xfrm>
              <a:off x="4997939" y="24928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t4262"/>
            <p:cNvSpPr/>
            <p:nvPr/>
          </p:nvSpPr>
          <p:spPr>
            <a:xfrm>
              <a:off x="5677104" y="17578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t4263"/>
            <p:cNvSpPr/>
            <p:nvPr/>
          </p:nvSpPr>
          <p:spPr>
            <a:xfrm>
              <a:off x="5534451" y="23356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t4264"/>
            <p:cNvSpPr/>
            <p:nvPr/>
          </p:nvSpPr>
          <p:spPr>
            <a:xfrm>
              <a:off x="5168861" y="25667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t4265"/>
            <p:cNvSpPr/>
            <p:nvPr/>
          </p:nvSpPr>
          <p:spPr>
            <a:xfrm>
              <a:off x="5133851" y="27696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t4266"/>
            <p:cNvSpPr/>
            <p:nvPr/>
          </p:nvSpPr>
          <p:spPr>
            <a:xfrm>
              <a:off x="5722668" y="18601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t4267"/>
            <p:cNvSpPr/>
            <p:nvPr/>
          </p:nvSpPr>
          <p:spPr>
            <a:xfrm>
              <a:off x="5330856" y="21696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t4268"/>
            <p:cNvSpPr/>
            <p:nvPr/>
          </p:nvSpPr>
          <p:spPr>
            <a:xfrm>
              <a:off x="5843758" y="19305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t4269"/>
            <p:cNvSpPr/>
            <p:nvPr/>
          </p:nvSpPr>
          <p:spPr>
            <a:xfrm>
              <a:off x="5480332" y="19908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t4270"/>
            <p:cNvSpPr/>
            <p:nvPr/>
          </p:nvSpPr>
          <p:spPr>
            <a:xfrm>
              <a:off x="5596910" y="22795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t4271"/>
            <p:cNvSpPr/>
            <p:nvPr/>
          </p:nvSpPr>
          <p:spPr>
            <a:xfrm>
              <a:off x="5354842" y="2199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t4272"/>
            <p:cNvSpPr/>
            <p:nvPr/>
          </p:nvSpPr>
          <p:spPr>
            <a:xfrm>
              <a:off x="5573473" y="22043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t4273"/>
            <p:cNvSpPr/>
            <p:nvPr/>
          </p:nvSpPr>
          <p:spPr>
            <a:xfrm>
              <a:off x="5598794" y="19239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t4274"/>
            <p:cNvSpPr/>
            <p:nvPr/>
          </p:nvSpPr>
          <p:spPr>
            <a:xfrm>
              <a:off x="5142224" y="25554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t4275"/>
            <p:cNvSpPr/>
            <p:nvPr/>
          </p:nvSpPr>
          <p:spPr>
            <a:xfrm>
              <a:off x="5738650" y="18987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t4276"/>
            <p:cNvSpPr/>
            <p:nvPr/>
          </p:nvSpPr>
          <p:spPr>
            <a:xfrm>
              <a:off x="5299872" y="22770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t4277"/>
            <p:cNvSpPr/>
            <p:nvPr/>
          </p:nvSpPr>
          <p:spPr>
            <a:xfrm>
              <a:off x="5724153" y="1693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t4278"/>
            <p:cNvSpPr/>
            <p:nvPr/>
          </p:nvSpPr>
          <p:spPr>
            <a:xfrm>
              <a:off x="5777944" y="19266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t4279"/>
            <p:cNvSpPr/>
            <p:nvPr/>
          </p:nvSpPr>
          <p:spPr>
            <a:xfrm>
              <a:off x="5366325" y="2098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t4280"/>
            <p:cNvSpPr/>
            <p:nvPr/>
          </p:nvSpPr>
          <p:spPr>
            <a:xfrm>
              <a:off x="5351640" y="21850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t4281"/>
            <p:cNvSpPr/>
            <p:nvPr/>
          </p:nvSpPr>
          <p:spPr>
            <a:xfrm>
              <a:off x="5318395" y="22399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t4282"/>
            <p:cNvSpPr/>
            <p:nvPr/>
          </p:nvSpPr>
          <p:spPr>
            <a:xfrm>
              <a:off x="5357411" y="20898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t4283"/>
            <p:cNvSpPr/>
            <p:nvPr/>
          </p:nvSpPr>
          <p:spPr>
            <a:xfrm>
              <a:off x="5416698" y="20696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t4284"/>
            <p:cNvSpPr/>
            <p:nvPr/>
          </p:nvSpPr>
          <p:spPr>
            <a:xfrm>
              <a:off x="5400926" y="21525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t4285"/>
            <p:cNvSpPr/>
            <p:nvPr/>
          </p:nvSpPr>
          <p:spPr>
            <a:xfrm>
              <a:off x="5582183" y="22854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t4286"/>
            <p:cNvSpPr/>
            <p:nvPr/>
          </p:nvSpPr>
          <p:spPr>
            <a:xfrm>
              <a:off x="5551705" y="21962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t4287"/>
            <p:cNvSpPr/>
            <p:nvPr/>
          </p:nvSpPr>
          <p:spPr>
            <a:xfrm>
              <a:off x="5701817" y="18867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t4288"/>
            <p:cNvSpPr/>
            <p:nvPr/>
          </p:nvSpPr>
          <p:spPr>
            <a:xfrm>
              <a:off x="5718470" y="19193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t4289"/>
            <p:cNvSpPr/>
            <p:nvPr/>
          </p:nvSpPr>
          <p:spPr>
            <a:xfrm>
              <a:off x="5571896" y="22249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t4290"/>
            <p:cNvSpPr/>
            <p:nvPr/>
          </p:nvSpPr>
          <p:spPr>
            <a:xfrm>
              <a:off x="5146265" y="27650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1"/>
            <p:cNvSpPr/>
            <p:nvPr/>
          </p:nvSpPr>
          <p:spPr>
            <a:xfrm>
              <a:off x="4933039" y="18422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2"/>
            <p:cNvSpPr/>
            <p:nvPr/>
          </p:nvSpPr>
          <p:spPr>
            <a:xfrm>
              <a:off x="5131793" y="26700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3"/>
            <p:cNvSpPr/>
            <p:nvPr/>
          </p:nvSpPr>
          <p:spPr>
            <a:xfrm>
              <a:off x="5292119" y="21296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4"/>
            <p:cNvSpPr/>
            <p:nvPr/>
          </p:nvSpPr>
          <p:spPr>
            <a:xfrm>
              <a:off x="5687809" y="17878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5"/>
            <p:cNvSpPr/>
            <p:nvPr/>
          </p:nvSpPr>
          <p:spPr>
            <a:xfrm>
              <a:off x="5699234" y="19063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6"/>
            <p:cNvSpPr/>
            <p:nvPr/>
          </p:nvSpPr>
          <p:spPr>
            <a:xfrm>
              <a:off x="5191690" y="22131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7"/>
            <p:cNvSpPr/>
            <p:nvPr/>
          </p:nvSpPr>
          <p:spPr>
            <a:xfrm>
              <a:off x="5007696" y="24759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8"/>
            <p:cNvSpPr/>
            <p:nvPr/>
          </p:nvSpPr>
          <p:spPr>
            <a:xfrm>
              <a:off x="5690737" y="17675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9"/>
            <p:cNvSpPr/>
            <p:nvPr/>
          </p:nvSpPr>
          <p:spPr>
            <a:xfrm>
              <a:off x="5435389" y="22364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300"/>
            <p:cNvSpPr/>
            <p:nvPr/>
          </p:nvSpPr>
          <p:spPr>
            <a:xfrm>
              <a:off x="5589566" y="19626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1"/>
            <p:cNvSpPr/>
            <p:nvPr/>
          </p:nvSpPr>
          <p:spPr>
            <a:xfrm>
              <a:off x="5287616" y="20070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2"/>
            <p:cNvSpPr/>
            <p:nvPr/>
          </p:nvSpPr>
          <p:spPr>
            <a:xfrm>
              <a:off x="5363934" y="22426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3"/>
            <p:cNvSpPr/>
            <p:nvPr/>
          </p:nvSpPr>
          <p:spPr>
            <a:xfrm>
              <a:off x="5443847" y="22380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4"/>
            <p:cNvSpPr/>
            <p:nvPr/>
          </p:nvSpPr>
          <p:spPr>
            <a:xfrm>
              <a:off x="5230672" y="2112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5"/>
            <p:cNvSpPr/>
            <p:nvPr/>
          </p:nvSpPr>
          <p:spPr>
            <a:xfrm>
              <a:off x="4957886" y="17708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6"/>
            <p:cNvSpPr/>
            <p:nvPr/>
          </p:nvSpPr>
          <p:spPr>
            <a:xfrm>
              <a:off x="5374755" y="22186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7"/>
            <p:cNvSpPr/>
            <p:nvPr/>
          </p:nvSpPr>
          <p:spPr>
            <a:xfrm>
              <a:off x="4916421" y="26021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8"/>
            <p:cNvSpPr/>
            <p:nvPr/>
          </p:nvSpPr>
          <p:spPr>
            <a:xfrm>
              <a:off x="5599166" y="19621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9"/>
            <p:cNvSpPr/>
            <p:nvPr/>
          </p:nvSpPr>
          <p:spPr>
            <a:xfrm>
              <a:off x="5392217" y="19747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10"/>
            <p:cNvSpPr/>
            <p:nvPr/>
          </p:nvSpPr>
          <p:spPr>
            <a:xfrm>
              <a:off x="5336335" y="21513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1"/>
            <p:cNvSpPr/>
            <p:nvPr/>
          </p:nvSpPr>
          <p:spPr>
            <a:xfrm>
              <a:off x="5252343" y="2145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2"/>
            <p:cNvSpPr/>
            <p:nvPr/>
          </p:nvSpPr>
          <p:spPr>
            <a:xfrm>
              <a:off x="5385937" y="20920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3"/>
            <p:cNvSpPr/>
            <p:nvPr/>
          </p:nvSpPr>
          <p:spPr>
            <a:xfrm>
              <a:off x="5315456" y="21434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4"/>
            <p:cNvSpPr/>
            <p:nvPr/>
          </p:nvSpPr>
          <p:spPr>
            <a:xfrm>
              <a:off x="5145436" y="27410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5"/>
            <p:cNvSpPr/>
            <p:nvPr/>
          </p:nvSpPr>
          <p:spPr>
            <a:xfrm>
              <a:off x="5382661" y="23048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6"/>
            <p:cNvSpPr/>
            <p:nvPr/>
          </p:nvSpPr>
          <p:spPr>
            <a:xfrm>
              <a:off x="5330632" y="20826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7"/>
            <p:cNvSpPr/>
            <p:nvPr/>
          </p:nvSpPr>
          <p:spPr>
            <a:xfrm>
              <a:off x="5295605" y="22306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8"/>
            <p:cNvSpPr/>
            <p:nvPr/>
          </p:nvSpPr>
          <p:spPr>
            <a:xfrm>
              <a:off x="5463012" y="20788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9"/>
            <p:cNvSpPr/>
            <p:nvPr/>
          </p:nvSpPr>
          <p:spPr>
            <a:xfrm>
              <a:off x="5119949" y="24561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20"/>
            <p:cNvSpPr/>
            <p:nvPr/>
          </p:nvSpPr>
          <p:spPr>
            <a:xfrm>
              <a:off x="5506268" y="22259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1"/>
            <p:cNvSpPr/>
            <p:nvPr/>
          </p:nvSpPr>
          <p:spPr>
            <a:xfrm>
              <a:off x="5672719" y="18530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2"/>
            <p:cNvSpPr/>
            <p:nvPr/>
          </p:nvSpPr>
          <p:spPr>
            <a:xfrm>
              <a:off x="5237180" y="21245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3"/>
            <p:cNvSpPr/>
            <p:nvPr/>
          </p:nvSpPr>
          <p:spPr>
            <a:xfrm>
              <a:off x="5565949" y="21810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4"/>
            <p:cNvSpPr/>
            <p:nvPr/>
          </p:nvSpPr>
          <p:spPr>
            <a:xfrm>
              <a:off x="5286993" y="2090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5"/>
            <p:cNvSpPr/>
            <p:nvPr/>
          </p:nvSpPr>
          <p:spPr>
            <a:xfrm>
              <a:off x="5254688" y="20004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6"/>
            <p:cNvSpPr/>
            <p:nvPr/>
          </p:nvSpPr>
          <p:spPr>
            <a:xfrm>
              <a:off x="4864155" y="26028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7"/>
            <p:cNvSpPr/>
            <p:nvPr/>
          </p:nvSpPr>
          <p:spPr>
            <a:xfrm>
              <a:off x="5620066" y="20402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8"/>
            <p:cNvSpPr/>
            <p:nvPr/>
          </p:nvSpPr>
          <p:spPr>
            <a:xfrm>
              <a:off x="5480294" y="17738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9"/>
            <p:cNvSpPr/>
            <p:nvPr/>
          </p:nvSpPr>
          <p:spPr>
            <a:xfrm>
              <a:off x="4751981" y="2863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30"/>
            <p:cNvSpPr/>
            <p:nvPr/>
          </p:nvSpPr>
          <p:spPr>
            <a:xfrm>
              <a:off x="5432894" y="1964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1"/>
            <p:cNvSpPr/>
            <p:nvPr/>
          </p:nvSpPr>
          <p:spPr>
            <a:xfrm>
              <a:off x="5222363" y="22326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2"/>
            <p:cNvSpPr/>
            <p:nvPr/>
          </p:nvSpPr>
          <p:spPr>
            <a:xfrm>
              <a:off x="5650187" y="20548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3"/>
            <p:cNvSpPr/>
            <p:nvPr/>
          </p:nvSpPr>
          <p:spPr>
            <a:xfrm>
              <a:off x="5413278" y="22185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4"/>
            <p:cNvSpPr/>
            <p:nvPr/>
          </p:nvSpPr>
          <p:spPr>
            <a:xfrm>
              <a:off x="5949364" y="17410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5"/>
            <p:cNvSpPr/>
            <p:nvPr/>
          </p:nvSpPr>
          <p:spPr>
            <a:xfrm>
              <a:off x="5519850" y="21737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6"/>
            <p:cNvSpPr/>
            <p:nvPr/>
          </p:nvSpPr>
          <p:spPr>
            <a:xfrm>
              <a:off x="5294287" y="21080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7"/>
            <p:cNvSpPr/>
            <p:nvPr/>
          </p:nvSpPr>
          <p:spPr>
            <a:xfrm>
              <a:off x="5040720" y="20725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8"/>
            <p:cNvSpPr/>
            <p:nvPr/>
          </p:nvSpPr>
          <p:spPr>
            <a:xfrm>
              <a:off x="5582396" y="22468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9"/>
            <p:cNvSpPr/>
            <p:nvPr/>
          </p:nvSpPr>
          <p:spPr>
            <a:xfrm>
              <a:off x="5490981" y="2108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40"/>
            <p:cNvSpPr/>
            <p:nvPr/>
          </p:nvSpPr>
          <p:spPr>
            <a:xfrm>
              <a:off x="5228328" y="21127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1"/>
            <p:cNvSpPr/>
            <p:nvPr/>
          </p:nvSpPr>
          <p:spPr>
            <a:xfrm>
              <a:off x="5705951" y="18986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2"/>
            <p:cNvSpPr/>
            <p:nvPr/>
          </p:nvSpPr>
          <p:spPr>
            <a:xfrm>
              <a:off x="5513520" y="22632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3"/>
            <p:cNvSpPr/>
            <p:nvPr/>
          </p:nvSpPr>
          <p:spPr>
            <a:xfrm>
              <a:off x="5578941" y="23067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4"/>
            <p:cNvSpPr/>
            <p:nvPr/>
          </p:nvSpPr>
          <p:spPr>
            <a:xfrm>
              <a:off x="5555685" y="22162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5"/>
            <p:cNvSpPr/>
            <p:nvPr/>
          </p:nvSpPr>
          <p:spPr>
            <a:xfrm>
              <a:off x="5258901" y="22476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6"/>
            <p:cNvSpPr/>
            <p:nvPr/>
          </p:nvSpPr>
          <p:spPr>
            <a:xfrm>
              <a:off x="5975603" y="17580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7"/>
            <p:cNvSpPr/>
            <p:nvPr/>
          </p:nvSpPr>
          <p:spPr>
            <a:xfrm>
              <a:off x="4928064" y="18270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8"/>
            <p:cNvSpPr/>
            <p:nvPr/>
          </p:nvSpPr>
          <p:spPr>
            <a:xfrm>
              <a:off x="5268345" y="21273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9"/>
            <p:cNvSpPr/>
            <p:nvPr/>
          </p:nvSpPr>
          <p:spPr>
            <a:xfrm>
              <a:off x="5216694" y="2073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50"/>
            <p:cNvSpPr/>
            <p:nvPr/>
          </p:nvSpPr>
          <p:spPr>
            <a:xfrm>
              <a:off x="5286454" y="21743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1"/>
            <p:cNvSpPr/>
            <p:nvPr/>
          </p:nvSpPr>
          <p:spPr>
            <a:xfrm>
              <a:off x="5107070" y="18383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2"/>
            <p:cNvSpPr/>
            <p:nvPr/>
          </p:nvSpPr>
          <p:spPr>
            <a:xfrm>
              <a:off x="5137166" y="25246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3"/>
            <p:cNvSpPr/>
            <p:nvPr/>
          </p:nvSpPr>
          <p:spPr>
            <a:xfrm>
              <a:off x="5135069" y="25822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4"/>
            <p:cNvSpPr/>
            <p:nvPr/>
          </p:nvSpPr>
          <p:spPr>
            <a:xfrm>
              <a:off x="5464292" y="19709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5"/>
            <p:cNvSpPr/>
            <p:nvPr/>
          </p:nvSpPr>
          <p:spPr>
            <a:xfrm>
              <a:off x="5840882" y="19380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6"/>
            <p:cNvSpPr/>
            <p:nvPr/>
          </p:nvSpPr>
          <p:spPr>
            <a:xfrm>
              <a:off x="5224375" y="22864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7"/>
            <p:cNvSpPr/>
            <p:nvPr/>
          </p:nvSpPr>
          <p:spPr>
            <a:xfrm>
              <a:off x="5138230" y="27107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8"/>
            <p:cNvSpPr/>
            <p:nvPr/>
          </p:nvSpPr>
          <p:spPr>
            <a:xfrm>
              <a:off x="5501937" y="21623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9"/>
            <p:cNvSpPr/>
            <p:nvPr/>
          </p:nvSpPr>
          <p:spPr>
            <a:xfrm>
              <a:off x="5502074" y="22998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60"/>
            <p:cNvSpPr/>
            <p:nvPr/>
          </p:nvSpPr>
          <p:spPr>
            <a:xfrm>
              <a:off x="5260327" y="22654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1"/>
            <p:cNvSpPr/>
            <p:nvPr/>
          </p:nvSpPr>
          <p:spPr>
            <a:xfrm>
              <a:off x="5512948" y="22891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2"/>
            <p:cNvSpPr/>
            <p:nvPr/>
          </p:nvSpPr>
          <p:spPr>
            <a:xfrm>
              <a:off x="5390742" y="2113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3"/>
            <p:cNvSpPr/>
            <p:nvPr/>
          </p:nvSpPr>
          <p:spPr>
            <a:xfrm>
              <a:off x="5481808" y="20141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4"/>
            <p:cNvSpPr/>
            <p:nvPr/>
          </p:nvSpPr>
          <p:spPr>
            <a:xfrm>
              <a:off x="5772023" y="19900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5"/>
            <p:cNvSpPr/>
            <p:nvPr/>
          </p:nvSpPr>
          <p:spPr>
            <a:xfrm>
              <a:off x="5710155" y="19700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6"/>
            <p:cNvSpPr/>
            <p:nvPr/>
          </p:nvSpPr>
          <p:spPr>
            <a:xfrm>
              <a:off x="5755936" y="20714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7"/>
            <p:cNvSpPr/>
            <p:nvPr/>
          </p:nvSpPr>
          <p:spPr>
            <a:xfrm>
              <a:off x="5345771" y="21749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8"/>
            <p:cNvSpPr/>
            <p:nvPr/>
          </p:nvSpPr>
          <p:spPr>
            <a:xfrm>
              <a:off x="5440494" y="2218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9"/>
            <p:cNvSpPr/>
            <p:nvPr/>
          </p:nvSpPr>
          <p:spPr>
            <a:xfrm>
              <a:off x="5127671" y="23991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70"/>
            <p:cNvSpPr/>
            <p:nvPr/>
          </p:nvSpPr>
          <p:spPr>
            <a:xfrm>
              <a:off x="5813311" y="2072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1"/>
            <p:cNvSpPr/>
            <p:nvPr/>
          </p:nvSpPr>
          <p:spPr>
            <a:xfrm>
              <a:off x="5351443" y="21934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2"/>
            <p:cNvSpPr/>
            <p:nvPr/>
          </p:nvSpPr>
          <p:spPr>
            <a:xfrm>
              <a:off x="5289516" y="20589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3"/>
            <p:cNvSpPr/>
            <p:nvPr/>
          </p:nvSpPr>
          <p:spPr>
            <a:xfrm>
              <a:off x="5518858" y="2176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4"/>
            <p:cNvSpPr/>
            <p:nvPr/>
          </p:nvSpPr>
          <p:spPr>
            <a:xfrm>
              <a:off x="5431552" y="20413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5"/>
            <p:cNvSpPr/>
            <p:nvPr/>
          </p:nvSpPr>
          <p:spPr>
            <a:xfrm>
              <a:off x="5378289" y="22097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6"/>
            <p:cNvSpPr/>
            <p:nvPr/>
          </p:nvSpPr>
          <p:spPr>
            <a:xfrm>
              <a:off x="5605752" y="20119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7"/>
            <p:cNvSpPr/>
            <p:nvPr/>
          </p:nvSpPr>
          <p:spPr>
            <a:xfrm>
              <a:off x="5620015" y="17785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8"/>
            <p:cNvSpPr/>
            <p:nvPr/>
          </p:nvSpPr>
          <p:spPr>
            <a:xfrm>
              <a:off x="5158105" y="26154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9"/>
            <p:cNvSpPr/>
            <p:nvPr/>
          </p:nvSpPr>
          <p:spPr>
            <a:xfrm>
              <a:off x="5033147" y="22686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80"/>
            <p:cNvSpPr/>
            <p:nvPr/>
          </p:nvSpPr>
          <p:spPr>
            <a:xfrm>
              <a:off x="5426962" y="22700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1"/>
            <p:cNvSpPr/>
            <p:nvPr/>
          </p:nvSpPr>
          <p:spPr>
            <a:xfrm>
              <a:off x="5014889" y="25117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2"/>
            <p:cNvSpPr/>
            <p:nvPr/>
          </p:nvSpPr>
          <p:spPr>
            <a:xfrm>
              <a:off x="5494534" y="20835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3"/>
            <p:cNvSpPr/>
            <p:nvPr/>
          </p:nvSpPr>
          <p:spPr>
            <a:xfrm>
              <a:off x="5341111" y="22260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4"/>
            <p:cNvSpPr/>
            <p:nvPr/>
          </p:nvSpPr>
          <p:spPr>
            <a:xfrm>
              <a:off x="5294680" y="21996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5"/>
            <p:cNvSpPr/>
            <p:nvPr/>
          </p:nvSpPr>
          <p:spPr>
            <a:xfrm>
              <a:off x="4757202" y="23313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6"/>
            <p:cNvSpPr/>
            <p:nvPr/>
          </p:nvSpPr>
          <p:spPr>
            <a:xfrm>
              <a:off x="5320396" y="22043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7"/>
            <p:cNvSpPr/>
            <p:nvPr/>
          </p:nvSpPr>
          <p:spPr>
            <a:xfrm>
              <a:off x="5578124" y="22458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8"/>
            <p:cNvSpPr/>
            <p:nvPr/>
          </p:nvSpPr>
          <p:spPr>
            <a:xfrm>
              <a:off x="5153707" y="24467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9"/>
            <p:cNvSpPr/>
            <p:nvPr/>
          </p:nvSpPr>
          <p:spPr>
            <a:xfrm>
              <a:off x="5008704" y="25724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90"/>
            <p:cNvSpPr/>
            <p:nvPr/>
          </p:nvSpPr>
          <p:spPr>
            <a:xfrm>
              <a:off x="5488384" y="20467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1"/>
            <p:cNvSpPr/>
            <p:nvPr/>
          </p:nvSpPr>
          <p:spPr>
            <a:xfrm>
              <a:off x="5280180" y="22543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2"/>
            <p:cNvSpPr/>
            <p:nvPr/>
          </p:nvSpPr>
          <p:spPr>
            <a:xfrm>
              <a:off x="5589093" y="1999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3"/>
            <p:cNvSpPr/>
            <p:nvPr/>
          </p:nvSpPr>
          <p:spPr>
            <a:xfrm>
              <a:off x="5779946" y="19793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4"/>
            <p:cNvSpPr/>
            <p:nvPr/>
          </p:nvSpPr>
          <p:spPr>
            <a:xfrm>
              <a:off x="5010104" y="25424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5"/>
            <p:cNvSpPr/>
            <p:nvPr/>
          </p:nvSpPr>
          <p:spPr>
            <a:xfrm>
              <a:off x="5536742" y="2162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6"/>
            <p:cNvSpPr/>
            <p:nvPr/>
          </p:nvSpPr>
          <p:spPr>
            <a:xfrm>
              <a:off x="5256550" y="20372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7"/>
            <p:cNvSpPr/>
            <p:nvPr/>
          </p:nvSpPr>
          <p:spPr>
            <a:xfrm>
              <a:off x="5365423" y="22272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8"/>
            <p:cNvSpPr/>
            <p:nvPr/>
          </p:nvSpPr>
          <p:spPr>
            <a:xfrm>
              <a:off x="5420755" y="20520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9"/>
            <p:cNvSpPr/>
            <p:nvPr/>
          </p:nvSpPr>
          <p:spPr>
            <a:xfrm>
              <a:off x="5793576" y="19275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400"/>
            <p:cNvSpPr/>
            <p:nvPr/>
          </p:nvSpPr>
          <p:spPr>
            <a:xfrm>
              <a:off x="5350626" y="2202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1"/>
            <p:cNvSpPr/>
            <p:nvPr/>
          </p:nvSpPr>
          <p:spPr>
            <a:xfrm>
              <a:off x="5794694" y="19095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2"/>
            <p:cNvSpPr/>
            <p:nvPr/>
          </p:nvSpPr>
          <p:spPr>
            <a:xfrm>
              <a:off x="5447568" y="23128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3"/>
            <p:cNvSpPr/>
            <p:nvPr/>
          </p:nvSpPr>
          <p:spPr>
            <a:xfrm>
              <a:off x="5397204" y="21341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4"/>
            <p:cNvSpPr/>
            <p:nvPr/>
          </p:nvSpPr>
          <p:spPr>
            <a:xfrm>
              <a:off x="5473432" y="20630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5"/>
            <p:cNvSpPr/>
            <p:nvPr/>
          </p:nvSpPr>
          <p:spPr>
            <a:xfrm>
              <a:off x="5224995" y="21753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6"/>
            <p:cNvSpPr/>
            <p:nvPr/>
          </p:nvSpPr>
          <p:spPr>
            <a:xfrm>
              <a:off x="4898297" y="24623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7"/>
            <p:cNvSpPr/>
            <p:nvPr/>
          </p:nvSpPr>
          <p:spPr>
            <a:xfrm>
              <a:off x="5125473" y="25543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8"/>
            <p:cNvSpPr/>
            <p:nvPr/>
          </p:nvSpPr>
          <p:spPr>
            <a:xfrm>
              <a:off x="5510259" y="21914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9"/>
            <p:cNvSpPr/>
            <p:nvPr/>
          </p:nvSpPr>
          <p:spPr>
            <a:xfrm>
              <a:off x="5374718" y="22704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10"/>
            <p:cNvSpPr/>
            <p:nvPr/>
          </p:nvSpPr>
          <p:spPr>
            <a:xfrm>
              <a:off x="5512321" y="21926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1"/>
            <p:cNvSpPr/>
            <p:nvPr/>
          </p:nvSpPr>
          <p:spPr>
            <a:xfrm>
              <a:off x="5335554" y="20522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2"/>
            <p:cNvSpPr/>
            <p:nvPr/>
          </p:nvSpPr>
          <p:spPr>
            <a:xfrm>
              <a:off x="5772977" y="20583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3"/>
            <p:cNvSpPr/>
            <p:nvPr/>
          </p:nvSpPr>
          <p:spPr>
            <a:xfrm>
              <a:off x="5567501" y="22288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4"/>
            <p:cNvSpPr/>
            <p:nvPr/>
          </p:nvSpPr>
          <p:spPr>
            <a:xfrm>
              <a:off x="5518026" y="22106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5"/>
            <p:cNvSpPr/>
            <p:nvPr/>
          </p:nvSpPr>
          <p:spPr>
            <a:xfrm>
              <a:off x="5771992" y="19304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6"/>
            <p:cNvSpPr/>
            <p:nvPr/>
          </p:nvSpPr>
          <p:spPr>
            <a:xfrm>
              <a:off x="5496777" y="21051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7"/>
            <p:cNvSpPr/>
            <p:nvPr/>
          </p:nvSpPr>
          <p:spPr>
            <a:xfrm>
              <a:off x="5486441" y="19601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8"/>
            <p:cNvSpPr/>
            <p:nvPr/>
          </p:nvSpPr>
          <p:spPr>
            <a:xfrm>
              <a:off x="5462520" y="21535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9"/>
            <p:cNvSpPr/>
            <p:nvPr/>
          </p:nvSpPr>
          <p:spPr>
            <a:xfrm>
              <a:off x="5445363" y="2323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20"/>
            <p:cNvSpPr/>
            <p:nvPr/>
          </p:nvSpPr>
          <p:spPr>
            <a:xfrm>
              <a:off x="5215465" y="21787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1"/>
            <p:cNvSpPr/>
            <p:nvPr/>
          </p:nvSpPr>
          <p:spPr>
            <a:xfrm>
              <a:off x="5422918" y="22216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2"/>
            <p:cNvSpPr/>
            <p:nvPr/>
          </p:nvSpPr>
          <p:spPr>
            <a:xfrm>
              <a:off x="5760075" y="19231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3"/>
            <p:cNvSpPr/>
            <p:nvPr/>
          </p:nvSpPr>
          <p:spPr>
            <a:xfrm>
              <a:off x="5680745" y="15616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4"/>
            <p:cNvSpPr/>
            <p:nvPr/>
          </p:nvSpPr>
          <p:spPr>
            <a:xfrm>
              <a:off x="5224339" y="22270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5"/>
            <p:cNvSpPr/>
            <p:nvPr/>
          </p:nvSpPr>
          <p:spPr>
            <a:xfrm>
              <a:off x="5466620" y="1966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6"/>
            <p:cNvSpPr/>
            <p:nvPr/>
          </p:nvSpPr>
          <p:spPr>
            <a:xfrm>
              <a:off x="5518513" y="22987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7"/>
            <p:cNvSpPr/>
            <p:nvPr/>
          </p:nvSpPr>
          <p:spPr>
            <a:xfrm>
              <a:off x="5284747" y="22677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8"/>
            <p:cNvSpPr/>
            <p:nvPr/>
          </p:nvSpPr>
          <p:spPr>
            <a:xfrm>
              <a:off x="5520498" y="22180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9"/>
            <p:cNvSpPr/>
            <p:nvPr/>
          </p:nvSpPr>
          <p:spPr>
            <a:xfrm>
              <a:off x="5172301" y="27708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30"/>
            <p:cNvSpPr/>
            <p:nvPr/>
          </p:nvSpPr>
          <p:spPr>
            <a:xfrm>
              <a:off x="5221816" y="21466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1"/>
            <p:cNvSpPr/>
            <p:nvPr/>
          </p:nvSpPr>
          <p:spPr>
            <a:xfrm>
              <a:off x="5493076" y="21304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2"/>
            <p:cNvSpPr/>
            <p:nvPr/>
          </p:nvSpPr>
          <p:spPr>
            <a:xfrm>
              <a:off x="5627039" y="19791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3"/>
            <p:cNvSpPr/>
            <p:nvPr/>
          </p:nvSpPr>
          <p:spPr>
            <a:xfrm>
              <a:off x="5364500" y="22763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4"/>
            <p:cNvSpPr/>
            <p:nvPr/>
          </p:nvSpPr>
          <p:spPr>
            <a:xfrm>
              <a:off x="5938782" y="17345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5"/>
            <p:cNvSpPr/>
            <p:nvPr/>
          </p:nvSpPr>
          <p:spPr>
            <a:xfrm>
              <a:off x="5287394" y="20360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6"/>
            <p:cNvSpPr/>
            <p:nvPr/>
          </p:nvSpPr>
          <p:spPr>
            <a:xfrm>
              <a:off x="5401533" y="22455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7"/>
            <p:cNvSpPr/>
            <p:nvPr/>
          </p:nvSpPr>
          <p:spPr>
            <a:xfrm>
              <a:off x="5417157" y="21791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8"/>
            <p:cNvSpPr/>
            <p:nvPr/>
          </p:nvSpPr>
          <p:spPr>
            <a:xfrm>
              <a:off x="5554504" y="21975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9"/>
            <p:cNvSpPr/>
            <p:nvPr/>
          </p:nvSpPr>
          <p:spPr>
            <a:xfrm>
              <a:off x="5173743" y="24334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40"/>
            <p:cNvSpPr/>
            <p:nvPr/>
          </p:nvSpPr>
          <p:spPr>
            <a:xfrm>
              <a:off x="5382891" y="22709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1"/>
            <p:cNvSpPr/>
            <p:nvPr/>
          </p:nvSpPr>
          <p:spPr>
            <a:xfrm>
              <a:off x="5346675" y="21868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2"/>
            <p:cNvSpPr/>
            <p:nvPr/>
          </p:nvSpPr>
          <p:spPr>
            <a:xfrm>
              <a:off x="5770864" y="20210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3"/>
            <p:cNvSpPr/>
            <p:nvPr/>
          </p:nvSpPr>
          <p:spPr>
            <a:xfrm>
              <a:off x="4612353" y="28219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4"/>
            <p:cNvSpPr/>
            <p:nvPr/>
          </p:nvSpPr>
          <p:spPr>
            <a:xfrm>
              <a:off x="5563391" y="21589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5"/>
            <p:cNvSpPr/>
            <p:nvPr/>
          </p:nvSpPr>
          <p:spPr>
            <a:xfrm>
              <a:off x="5980613" y="18728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6"/>
            <p:cNvSpPr/>
            <p:nvPr/>
          </p:nvSpPr>
          <p:spPr>
            <a:xfrm>
              <a:off x="5411534" y="21961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7"/>
            <p:cNvSpPr/>
            <p:nvPr/>
          </p:nvSpPr>
          <p:spPr>
            <a:xfrm>
              <a:off x="5179324" y="25807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8"/>
            <p:cNvSpPr/>
            <p:nvPr/>
          </p:nvSpPr>
          <p:spPr>
            <a:xfrm>
              <a:off x="5716313" y="20214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9"/>
            <p:cNvSpPr/>
            <p:nvPr/>
          </p:nvSpPr>
          <p:spPr>
            <a:xfrm>
              <a:off x="5493233" y="21459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50"/>
            <p:cNvSpPr/>
            <p:nvPr/>
          </p:nvSpPr>
          <p:spPr>
            <a:xfrm>
              <a:off x="5379837" y="2158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1"/>
            <p:cNvSpPr/>
            <p:nvPr/>
          </p:nvSpPr>
          <p:spPr>
            <a:xfrm>
              <a:off x="5165814" y="27192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2"/>
            <p:cNvSpPr/>
            <p:nvPr/>
          </p:nvSpPr>
          <p:spPr>
            <a:xfrm>
              <a:off x="5514208" y="22628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3"/>
            <p:cNvSpPr/>
            <p:nvPr/>
          </p:nvSpPr>
          <p:spPr>
            <a:xfrm>
              <a:off x="5421869" y="21983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4"/>
            <p:cNvSpPr/>
            <p:nvPr/>
          </p:nvSpPr>
          <p:spPr>
            <a:xfrm>
              <a:off x="5308145" y="19789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5"/>
            <p:cNvSpPr/>
            <p:nvPr/>
          </p:nvSpPr>
          <p:spPr>
            <a:xfrm>
              <a:off x="5289209" y="21496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6"/>
            <p:cNvSpPr/>
            <p:nvPr/>
          </p:nvSpPr>
          <p:spPr>
            <a:xfrm>
              <a:off x="5428275" y="21026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7"/>
            <p:cNvSpPr/>
            <p:nvPr/>
          </p:nvSpPr>
          <p:spPr>
            <a:xfrm>
              <a:off x="5572794" y="22109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8"/>
            <p:cNvSpPr/>
            <p:nvPr/>
          </p:nvSpPr>
          <p:spPr>
            <a:xfrm>
              <a:off x="5117204" y="25706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9"/>
            <p:cNvSpPr/>
            <p:nvPr/>
          </p:nvSpPr>
          <p:spPr>
            <a:xfrm>
              <a:off x="5317397" y="21288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60"/>
            <p:cNvSpPr/>
            <p:nvPr/>
          </p:nvSpPr>
          <p:spPr>
            <a:xfrm>
              <a:off x="5817045" y="18867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1"/>
            <p:cNvSpPr/>
            <p:nvPr/>
          </p:nvSpPr>
          <p:spPr>
            <a:xfrm>
              <a:off x="5273091" y="21236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2"/>
            <p:cNvSpPr/>
            <p:nvPr/>
          </p:nvSpPr>
          <p:spPr>
            <a:xfrm>
              <a:off x="5614554" y="20016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3"/>
            <p:cNvSpPr/>
            <p:nvPr/>
          </p:nvSpPr>
          <p:spPr>
            <a:xfrm>
              <a:off x="5360143" y="22856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4"/>
            <p:cNvSpPr/>
            <p:nvPr/>
          </p:nvSpPr>
          <p:spPr>
            <a:xfrm>
              <a:off x="5389022" y="21357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5"/>
            <p:cNvSpPr/>
            <p:nvPr/>
          </p:nvSpPr>
          <p:spPr>
            <a:xfrm>
              <a:off x="5470217" y="19073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6"/>
            <p:cNvSpPr/>
            <p:nvPr/>
          </p:nvSpPr>
          <p:spPr>
            <a:xfrm>
              <a:off x="5497366" y="21281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7"/>
            <p:cNvSpPr/>
            <p:nvPr/>
          </p:nvSpPr>
          <p:spPr>
            <a:xfrm>
              <a:off x="5306371" y="19497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8"/>
            <p:cNvSpPr/>
            <p:nvPr/>
          </p:nvSpPr>
          <p:spPr>
            <a:xfrm>
              <a:off x="5477111" y="18975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9"/>
            <p:cNvSpPr/>
            <p:nvPr/>
          </p:nvSpPr>
          <p:spPr>
            <a:xfrm>
              <a:off x="5461329" y="19974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70"/>
            <p:cNvSpPr/>
            <p:nvPr/>
          </p:nvSpPr>
          <p:spPr>
            <a:xfrm>
              <a:off x="5177580" y="2652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1"/>
            <p:cNvSpPr/>
            <p:nvPr/>
          </p:nvSpPr>
          <p:spPr>
            <a:xfrm>
              <a:off x="5400301" y="21458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2"/>
            <p:cNvSpPr/>
            <p:nvPr/>
          </p:nvSpPr>
          <p:spPr>
            <a:xfrm>
              <a:off x="5270715" y="1948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3"/>
            <p:cNvSpPr/>
            <p:nvPr/>
          </p:nvSpPr>
          <p:spPr>
            <a:xfrm>
              <a:off x="5590215" y="19373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4"/>
            <p:cNvSpPr/>
            <p:nvPr/>
          </p:nvSpPr>
          <p:spPr>
            <a:xfrm>
              <a:off x="5326408" y="2175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5"/>
            <p:cNvSpPr/>
            <p:nvPr/>
          </p:nvSpPr>
          <p:spPr>
            <a:xfrm>
              <a:off x="4969619" y="25658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6"/>
            <p:cNvSpPr/>
            <p:nvPr/>
          </p:nvSpPr>
          <p:spPr>
            <a:xfrm>
              <a:off x="4963655" y="20311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7"/>
            <p:cNvSpPr/>
            <p:nvPr/>
          </p:nvSpPr>
          <p:spPr>
            <a:xfrm>
              <a:off x="4974005" y="26342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8"/>
            <p:cNvSpPr/>
            <p:nvPr/>
          </p:nvSpPr>
          <p:spPr>
            <a:xfrm>
              <a:off x="5382950" y="2237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9"/>
            <p:cNvSpPr/>
            <p:nvPr/>
          </p:nvSpPr>
          <p:spPr>
            <a:xfrm>
              <a:off x="5843247" y="19836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80"/>
            <p:cNvSpPr/>
            <p:nvPr/>
          </p:nvSpPr>
          <p:spPr>
            <a:xfrm>
              <a:off x="5659033" y="21169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1"/>
            <p:cNvSpPr/>
            <p:nvPr/>
          </p:nvSpPr>
          <p:spPr>
            <a:xfrm>
              <a:off x="5349880" y="22032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2"/>
            <p:cNvSpPr/>
            <p:nvPr/>
          </p:nvSpPr>
          <p:spPr>
            <a:xfrm>
              <a:off x="6011008" y="22062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3"/>
            <p:cNvSpPr/>
            <p:nvPr/>
          </p:nvSpPr>
          <p:spPr>
            <a:xfrm>
              <a:off x="5712679" y="20460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4"/>
            <p:cNvSpPr/>
            <p:nvPr/>
          </p:nvSpPr>
          <p:spPr>
            <a:xfrm>
              <a:off x="5782287" y="19921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5"/>
            <p:cNvSpPr/>
            <p:nvPr/>
          </p:nvSpPr>
          <p:spPr>
            <a:xfrm>
              <a:off x="5326661" y="22018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6"/>
            <p:cNvSpPr/>
            <p:nvPr/>
          </p:nvSpPr>
          <p:spPr>
            <a:xfrm>
              <a:off x="5730981" y="17946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7"/>
            <p:cNvSpPr/>
            <p:nvPr/>
          </p:nvSpPr>
          <p:spPr>
            <a:xfrm>
              <a:off x="5319565" y="22041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8"/>
            <p:cNvSpPr/>
            <p:nvPr/>
          </p:nvSpPr>
          <p:spPr>
            <a:xfrm>
              <a:off x="5850430" y="17585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9"/>
            <p:cNvSpPr/>
            <p:nvPr/>
          </p:nvSpPr>
          <p:spPr>
            <a:xfrm>
              <a:off x="5100622" y="21843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90"/>
            <p:cNvSpPr/>
            <p:nvPr/>
          </p:nvSpPr>
          <p:spPr>
            <a:xfrm>
              <a:off x="5302488" y="21624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1"/>
            <p:cNvSpPr/>
            <p:nvPr/>
          </p:nvSpPr>
          <p:spPr>
            <a:xfrm>
              <a:off x="5511367" y="21613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2"/>
            <p:cNvSpPr/>
            <p:nvPr/>
          </p:nvSpPr>
          <p:spPr>
            <a:xfrm>
              <a:off x="5372622" y="22483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3"/>
            <p:cNvSpPr/>
            <p:nvPr/>
          </p:nvSpPr>
          <p:spPr>
            <a:xfrm>
              <a:off x="5415529" y="21828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4"/>
            <p:cNvSpPr/>
            <p:nvPr/>
          </p:nvSpPr>
          <p:spPr>
            <a:xfrm>
              <a:off x="5459462" y="19962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5"/>
            <p:cNvSpPr/>
            <p:nvPr/>
          </p:nvSpPr>
          <p:spPr>
            <a:xfrm>
              <a:off x="5833150" y="18581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6"/>
            <p:cNvSpPr/>
            <p:nvPr/>
          </p:nvSpPr>
          <p:spPr>
            <a:xfrm>
              <a:off x="5138225" y="26240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7"/>
            <p:cNvSpPr/>
            <p:nvPr/>
          </p:nvSpPr>
          <p:spPr>
            <a:xfrm>
              <a:off x="5328376" y="22129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8"/>
            <p:cNvSpPr/>
            <p:nvPr/>
          </p:nvSpPr>
          <p:spPr>
            <a:xfrm>
              <a:off x="5195586" y="23356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9"/>
            <p:cNvSpPr/>
            <p:nvPr/>
          </p:nvSpPr>
          <p:spPr>
            <a:xfrm>
              <a:off x="5439742" y="21718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500"/>
            <p:cNvSpPr/>
            <p:nvPr/>
          </p:nvSpPr>
          <p:spPr>
            <a:xfrm>
              <a:off x="5565188" y="21638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1"/>
            <p:cNvSpPr/>
            <p:nvPr/>
          </p:nvSpPr>
          <p:spPr>
            <a:xfrm>
              <a:off x="5427918" y="23323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2"/>
            <p:cNvSpPr/>
            <p:nvPr/>
          </p:nvSpPr>
          <p:spPr>
            <a:xfrm>
              <a:off x="5324562" y="21672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3"/>
            <p:cNvSpPr/>
            <p:nvPr/>
          </p:nvSpPr>
          <p:spPr>
            <a:xfrm>
              <a:off x="5411686" y="21379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4"/>
            <p:cNvSpPr/>
            <p:nvPr/>
          </p:nvSpPr>
          <p:spPr>
            <a:xfrm>
              <a:off x="5399347" y="21394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5"/>
            <p:cNvSpPr/>
            <p:nvPr/>
          </p:nvSpPr>
          <p:spPr>
            <a:xfrm>
              <a:off x="5609656" y="19502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6"/>
            <p:cNvSpPr/>
            <p:nvPr/>
          </p:nvSpPr>
          <p:spPr>
            <a:xfrm>
              <a:off x="5215276" y="21478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7"/>
            <p:cNvSpPr/>
            <p:nvPr/>
          </p:nvSpPr>
          <p:spPr>
            <a:xfrm>
              <a:off x="5612833" y="20506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8"/>
            <p:cNvSpPr/>
            <p:nvPr/>
          </p:nvSpPr>
          <p:spPr>
            <a:xfrm>
              <a:off x="5605783" y="2135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9"/>
            <p:cNvSpPr/>
            <p:nvPr/>
          </p:nvSpPr>
          <p:spPr>
            <a:xfrm>
              <a:off x="5906750" y="17366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10"/>
            <p:cNvSpPr/>
            <p:nvPr/>
          </p:nvSpPr>
          <p:spPr>
            <a:xfrm>
              <a:off x="5780314" y="1994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1"/>
            <p:cNvSpPr/>
            <p:nvPr/>
          </p:nvSpPr>
          <p:spPr>
            <a:xfrm>
              <a:off x="5579444" y="22043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2"/>
            <p:cNvSpPr/>
            <p:nvPr/>
          </p:nvSpPr>
          <p:spPr>
            <a:xfrm>
              <a:off x="5475871" y="19804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3"/>
            <p:cNvSpPr/>
            <p:nvPr/>
          </p:nvSpPr>
          <p:spPr>
            <a:xfrm>
              <a:off x="5222376" y="22565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4"/>
            <p:cNvSpPr/>
            <p:nvPr/>
          </p:nvSpPr>
          <p:spPr>
            <a:xfrm>
              <a:off x="5447350" y="23594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5"/>
            <p:cNvSpPr/>
            <p:nvPr/>
          </p:nvSpPr>
          <p:spPr>
            <a:xfrm>
              <a:off x="5097942" y="24857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6"/>
            <p:cNvSpPr/>
            <p:nvPr/>
          </p:nvSpPr>
          <p:spPr>
            <a:xfrm>
              <a:off x="5401394" y="21570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7"/>
            <p:cNvSpPr/>
            <p:nvPr/>
          </p:nvSpPr>
          <p:spPr>
            <a:xfrm>
              <a:off x="5703399" y="18457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8"/>
            <p:cNvSpPr/>
            <p:nvPr/>
          </p:nvSpPr>
          <p:spPr>
            <a:xfrm>
              <a:off x="5469205" y="20081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9"/>
            <p:cNvSpPr/>
            <p:nvPr/>
          </p:nvSpPr>
          <p:spPr>
            <a:xfrm>
              <a:off x="5579016" y="23450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20"/>
            <p:cNvSpPr/>
            <p:nvPr/>
          </p:nvSpPr>
          <p:spPr>
            <a:xfrm>
              <a:off x="5437661" y="21599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1"/>
            <p:cNvSpPr/>
            <p:nvPr/>
          </p:nvSpPr>
          <p:spPr>
            <a:xfrm>
              <a:off x="5311331" y="21583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2"/>
            <p:cNvSpPr/>
            <p:nvPr/>
          </p:nvSpPr>
          <p:spPr>
            <a:xfrm>
              <a:off x="5267470" y="22719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3"/>
            <p:cNvSpPr/>
            <p:nvPr/>
          </p:nvSpPr>
          <p:spPr>
            <a:xfrm>
              <a:off x="5386367" y="20095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4"/>
            <p:cNvSpPr/>
            <p:nvPr/>
          </p:nvSpPr>
          <p:spPr>
            <a:xfrm>
              <a:off x="5409291" y="22424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5"/>
            <p:cNvSpPr/>
            <p:nvPr/>
          </p:nvSpPr>
          <p:spPr>
            <a:xfrm>
              <a:off x="5123793" y="26318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6"/>
            <p:cNvSpPr/>
            <p:nvPr/>
          </p:nvSpPr>
          <p:spPr>
            <a:xfrm>
              <a:off x="5881422" y="20278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7"/>
            <p:cNvSpPr/>
            <p:nvPr/>
          </p:nvSpPr>
          <p:spPr>
            <a:xfrm>
              <a:off x="5250518" y="19205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8"/>
            <p:cNvSpPr/>
            <p:nvPr/>
          </p:nvSpPr>
          <p:spPr>
            <a:xfrm>
              <a:off x="5299612" y="22566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9"/>
            <p:cNvSpPr/>
            <p:nvPr/>
          </p:nvSpPr>
          <p:spPr>
            <a:xfrm>
              <a:off x="5563032" y="22101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30"/>
            <p:cNvSpPr/>
            <p:nvPr/>
          </p:nvSpPr>
          <p:spPr>
            <a:xfrm>
              <a:off x="5768726" y="20306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1"/>
            <p:cNvSpPr/>
            <p:nvPr/>
          </p:nvSpPr>
          <p:spPr>
            <a:xfrm>
              <a:off x="5256053" y="21185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2"/>
            <p:cNvSpPr/>
            <p:nvPr/>
          </p:nvSpPr>
          <p:spPr>
            <a:xfrm>
              <a:off x="5952642" y="17459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3"/>
            <p:cNvSpPr/>
            <p:nvPr/>
          </p:nvSpPr>
          <p:spPr>
            <a:xfrm>
              <a:off x="5803484" y="18392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4"/>
            <p:cNvSpPr/>
            <p:nvPr/>
          </p:nvSpPr>
          <p:spPr>
            <a:xfrm>
              <a:off x="5560289" y="21582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5"/>
            <p:cNvSpPr/>
            <p:nvPr/>
          </p:nvSpPr>
          <p:spPr>
            <a:xfrm>
              <a:off x="5461676" y="21658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6"/>
            <p:cNvSpPr/>
            <p:nvPr/>
          </p:nvSpPr>
          <p:spPr>
            <a:xfrm>
              <a:off x="4983990" y="23985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7"/>
            <p:cNvSpPr/>
            <p:nvPr/>
          </p:nvSpPr>
          <p:spPr>
            <a:xfrm>
              <a:off x="5395115" y="21595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8"/>
            <p:cNvSpPr/>
            <p:nvPr/>
          </p:nvSpPr>
          <p:spPr>
            <a:xfrm>
              <a:off x="5630594" y="20782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9"/>
            <p:cNvSpPr/>
            <p:nvPr/>
          </p:nvSpPr>
          <p:spPr>
            <a:xfrm>
              <a:off x="5303652" y="21245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40"/>
            <p:cNvSpPr/>
            <p:nvPr/>
          </p:nvSpPr>
          <p:spPr>
            <a:xfrm>
              <a:off x="5409283" y="22609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1"/>
            <p:cNvSpPr/>
            <p:nvPr/>
          </p:nvSpPr>
          <p:spPr>
            <a:xfrm>
              <a:off x="5648593" y="21671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2"/>
            <p:cNvSpPr/>
            <p:nvPr/>
          </p:nvSpPr>
          <p:spPr>
            <a:xfrm>
              <a:off x="5858331" y="14386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3"/>
            <p:cNvSpPr/>
            <p:nvPr/>
          </p:nvSpPr>
          <p:spPr>
            <a:xfrm>
              <a:off x="5289214" y="20638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4"/>
            <p:cNvSpPr/>
            <p:nvPr/>
          </p:nvSpPr>
          <p:spPr>
            <a:xfrm>
              <a:off x="5662128" y="19380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5"/>
            <p:cNvSpPr/>
            <p:nvPr/>
          </p:nvSpPr>
          <p:spPr>
            <a:xfrm>
              <a:off x="5537428" y="21591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6"/>
            <p:cNvSpPr/>
            <p:nvPr/>
          </p:nvSpPr>
          <p:spPr>
            <a:xfrm>
              <a:off x="5428588" y="22708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7"/>
            <p:cNvSpPr/>
            <p:nvPr/>
          </p:nvSpPr>
          <p:spPr>
            <a:xfrm>
              <a:off x="5398011" y="21272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8"/>
            <p:cNvSpPr/>
            <p:nvPr/>
          </p:nvSpPr>
          <p:spPr>
            <a:xfrm>
              <a:off x="5302248" y="22171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9"/>
            <p:cNvSpPr/>
            <p:nvPr/>
          </p:nvSpPr>
          <p:spPr>
            <a:xfrm>
              <a:off x="4715694" y="27664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50"/>
            <p:cNvSpPr/>
            <p:nvPr/>
          </p:nvSpPr>
          <p:spPr>
            <a:xfrm>
              <a:off x="5333251" y="22260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1"/>
            <p:cNvSpPr/>
            <p:nvPr/>
          </p:nvSpPr>
          <p:spPr>
            <a:xfrm>
              <a:off x="5310642" y="17155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2"/>
            <p:cNvSpPr/>
            <p:nvPr/>
          </p:nvSpPr>
          <p:spPr>
            <a:xfrm>
              <a:off x="5508217" y="23224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3"/>
            <p:cNvSpPr/>
            <p:nvPr/>
          </p:nvSpPr>
          <p:spPr>
            <a:xfrm>
              <a:off x="5297797" y="21240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4"/>
            <p:cNvSpPr/>
            <p:nvPr/>
          </p:nvSpPr>
          <p:spPr>
            <a:xfrm>
              <a:off x="5434988" y="22224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5"/>
            <p:cNvSpPr/>
            <p:nvPr/>
          </p:nvSpPr>
          <p:spPr>
            <a:xfrm>
              <a:off x="5865344" y="19480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6"/>
            <p:cNvSpPr/>
            <p:nvPr/>
          </p:nvSpPr>
          <p:spPr>
            <a:xfrm>
              <a:off x="5351319" y="22150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7"/>
            <p:cNvSpPr/>
            <p:nvPr/>
          </p:nvSpPr>
          <p:spPr>
            <a:xfrm>
              <a:off x="5452793" y="21638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8"/>
            <p:cNvSpPr/>
            <p:nvPr/>
          </p:nvSpPr>
          <p:spPr>
            <a:xfrm>
              <a:off x="5331336" y="21937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9"/>
            <p:cNvSpPr/>
            <p:nvPr/>
          </p:nvSpPr>
          <p:spPr>
            <a:xfrm>
              <a:off x="5758417" y="17921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60"/>
            <p:cNvSpPr/>
            <p:nvPr/>
          </p:nvSpPr>
          <p:spPr>
            <a:xfrm>
              <a:off x="5456496" y="2216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1"/>
            <p:cNvSpPr/>
            <p:nvPr/>
          </p:nvSpPr>
          <p:spPr>
            <a:xfrm>
              <a:off x="4879407" y="30033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2"/>
            <p:cNvSpPr/>
            <p:nvPr/>
          </p:nvSpPr>
          <p:spPr>
            <a:xfrm>
              <a:off x="5514075" y="22630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3"/>
            <p:cNvSpPr/>
            <p:nvPr/>
          </p:nvSpPr>
          <p:spPr>
            <a:xfrm>
              <a:off x="5662819" y="2012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4"/>
            <p:cNvSpPr/>
            <p:nvPr/>
          </p:nvSpPr>
          <p:spPr>
            <a:xfrm>
              <a:off x="5739816" y="1852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5"/>
            <p:cNvSpPr/>
            <p:nvPr/>
          </p:nvSpPr>
          <p:spPr>
            <a:xfrm>
              <a:off x="5430383" y="22303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6"/>
            <p:cNvSpPr/>
            <p:nvPr/>
          </p:nvSpPr>
          <p:spPr>
            <a:xfrm>
              <a:off x="5315072" y="21070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7"/>
            <p:cNvSpPr/>
            <p:nvPr/>
          </p:nvSpPr>
          <p:spPr>
            <a:xfrm>
              <a:off x="5457490" y="22242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8"/>
            <p:cNvSpPr/>
            <p:nvPr/>
          </p:nvSpPr>
          <p:spPr>
            <a:xfrm>
              <a:off x="5060024" y="24099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9"/>
            <p:cNvSpPr/>
            <p:nvPr/>
          </p:nvSpPr>
          <p:spPr>
            <a:xfrm>
              <a:off x="5084339" y="25796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70"/>
            <p:cNvSpPr/>
            <p:nvPr/>
          </p:nvSpPr>
          <p:spPr>
            <a:xfrm>
              <a:off x="5732234" y="1739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1"/>
            <p:cNvSpPr/>
            <p:nvPr/>
          </p:nvSpPr>
          <p:spPr>
            <a:xfrm>
              <a:off x="5154327" y="26192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2"/>
            <p:cNvSpPr/>
            <p:nvPr/>
          </p:nvSpPr>
          <p:spPr>
            <a:xfrm>
              <a:off x="5600712" y="19769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3"/>
            <p:cNvSpPr/>
            <p:nvPr/>
          </p:nvSpPr>
          <p:spPr>
            <a:xfrm>
              <a:off x="5655537" y="19181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4"/>
            <p:cNvSpPr/>
            <p:nvPr/>
          </p:nvSpPr>
          <p:spPr>
            <a:xfrm>
              <a:off x="5152542" y="27522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5"/>
            <p:cNvSpPr/>
            <p:nvPr/>
          </p:nvSpPr>
          <p:spPr>
            <a:xfrm>
              <a:off x="5468579" y="20104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6"/>
            <p:cNvSpPr/>
            <p:nvPr/>
          </p:nvSpPr>
          <p:spPr>
            <a:xfrm>
              <a:off x="5537827" y="21262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7"/>
            <p:cNvSpPr/>
            <p:nvPr/>
          </p:nvSpPr>
          <p:spPr>
            <a:xfrm>
              <a:off x="5624086" y="17569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8"/>
            <p:cNvSpPr/>
            <p:nvPr/>
          </p:nvSpPr>
          <p:spPr>
            <a:xfrm>
              <a:off x="5313027" y="20622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9"/>
            <p:cNvSpPr/>
            <p:nvPr/>
          </p:nvSpPr>
          <p:spPr>
            <a:xfrm>
              <a:off x="5210258" y="21309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80"/>
            <p:cNvSpPr/>
            <p:nvPr/>
          </p:nvSpPr>
          <p:spPr>
            <a:xfrm>
              <a:off x="5450208" y="22553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1"/>
            <p:cNvSpPr/>
            <p:nvPr/>
          </p:nvSpPr>
          <p:spPr>
            <a:xfrm>
              <a:off x="6002622" y="21153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2"/>
            <p:cNvSpPr/>
            <p:nvPr/>
          </p:nvSpPr>
          <p:spPr>
            <a:xfrm>
              <a:off x="5527455" y="20972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3"/>
            <p:cNvSpPr/>
            <p:nvPr/>
          </p:nvSpPr>
          <p:spPr>
            <a:xfrm>
              <a:off x="5475602" y="19498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4"/>
            <p:cNvSpPr/>
            <p:nvPr/>
          </p:nvSpPr>
          <p:spPr>
            <a:xfrm>
              <a:off x="5221285" y="21833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5"/>
            <p:cNvSpPr/>
            <p:nvPr/>
          </p:nvSpPr>
          <p:spPr>
            <a:xfrm>
              <a:off x="5615554" y="2146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6"/>
            <p:cNvSpPr/>
            <p:nvPr/>
          </p:nvSpPr>
          <p:spPr>
            <a:xfrm>
              <a:off x="5259755" y="22151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7"/>
            <p:cNvSpPr/>
            <p:nvPr/>
          </p:nvSpPr>
          <p:spPr>
            <a:xfrm>
              <a:off x="5334790" y="21618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8"/>
            <p:cNvSpPr/>
            <p:nvPr/>
          </p:nvSpPr>
          <p:spPr>
            <a:xfrm>
              <a:off x="4896452" y="29870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9"/>
            <p:cNvSpPr/>
            <p:nvPr/>
          </p:nvSpPr>
          <p:spPr>
            <a:xfrm>
              <a:off x="5499445" y="22547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90"/>
            <p:cNvSpPr/>
            <p:nvPr/>
          </p:nvSpPr>
          <p:spPr>
            <a:xfrm>
              <a:off x="5689906" y="18967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1"/>
            <p:cNvSpPr/>
            <p:nvPr/>
          </p:nvSpPr>
          <p:spPr>
            <a:xfrm>
              <a:off x="4977181" y="24442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2"/>
            <p:cNvSpPr/>
            <p:nvPr/>
          </p:nvSpPr>
          <p:spPr>
            <a:xfrm>
              <a:off x="5624497" y="19507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3"/>
            <p:cNvSpPr/>
            <p:nvPr/>
          </p:nvSpPr>
          <p:spPr>
            <a:xfrm>
              <a:off x="5859873" y="14574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4"/>
            <p:cNvSpPr/>
            <p:nvPr/>
          </p:nvSpPr>
          <p:spPr>
            <a:xfrm>
              <a:off x="5086512" y="26116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5"/>
            <p:cNvSpPr/>
            <p:nvPr/>
          </p:nvSpPr>
          <p:spPr>
            <a:xfrm>
              <a:off x="5302783" y="22431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6"/>
            <p:cNvSpPr/>
            <p:nvPr/>
          </p:nvSpPr>
          <p:spPr>
            <a:xfrm>
              <a:off x="5830541" y="19075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7"/>
            <p:cNvSpPr/>
            <p:nvPr/>
          </p:nvSpPr>
          <p:spPr>
            <a:xfrm>
              <a:off x="5104372" y="24176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8"/>
            <p:cNvSpPr/>
            <p:nvPr/>
          </p:nvSpPr>
          <p:spPr>
            <a:xfrm>
              <a:off x="5019129" y="24347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9"/>
            <p:cNvSpPr/>
            <p:nvPr/>
          </p:nvSpPr>
          <p:spPr>
            <a:xfrm>
              <a:off x="5470486" y="19993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600"/>
            <p:cNvSpPr/>
            <p:nvPr/>
          </p:nvSpPr>
          <p:spPr>
            <a:xfrm>
              <a:off x="5773212" y="19667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1"/>
            <p:cNvSpPr/>
            <p:nvPr/>
          </p:nvSpPr>
          <p:spPr>
            <a:xfrm>
              <a:off x="5349937" y="23322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2"/>
            <p:cNvSpPr/>
            <p:nvPr/>
          </p:nvSpPr>
          <p:spPr>
            <a:xfrm>
              <a:off x="5254857" y="19580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3"/>
            <p:cNvSpPr/>
            <p:nvPr/>
          </p:nvSpPr>
          <p:spPr>
            <a:xfrm>
              <a:off x="5437433" y="21800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4"/>
            <p:cNvSpPr/>
            <p:nvPr/>
          </p:nvSpPr>
          <p:spPr>
            <a:xfrm>
              <a:off x="5349802" y="22208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5"/>
            <p:cNvSpPr/>
            <p:nvPr/>
          </p:nvSpPr>
          <p:spPr>
            <a:xfrm>
              <a:off x="5649361" y="20235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6"/>
            <p:cNvSpPr/>
            <p:nvPr/>
          </p:nvSpPr>
          <p:spPr>
            <a:xfrm>
              <a:off x="5515177" y="21861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7"/>
            <p:cNvSpPr/>
            <p:nvPr/>
          </p:nvSpPr>
          <p:spPr>
            <a:xfrm>
              <a:off x="5296647" y="22326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8"/>
            <p:cNvSpPr/>
            <p:nvPr/>
          </p:nvSpPr>
          <p:spPr>
            <a:xfrm>
              <a:off x="5745440" y="19538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9"/>
            <p:cNvSpPr/>
            <p:nvPr/>
          </p:nvSpPr>
          <p:spPr>
            <a:xfrm>
              <a:off x="5141440" y="26892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10"/>
            <p:cNvSpPr/>
            <p:nvPr/>
          </p:nvSpPr>
          <p:spPr>
            <a:xfrm>
              <a:off x="5409227" y="21815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1"/>
            <p:cNvSpPr/>
            <p:nvPr/>
          </p:nvSpPr>
          <p:spPr>
            <a:xfrm>
              <a:off x="5865366" y="16473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2"/>
            <p:cNvSpPr/>
            <p:nvPr/>
          </p:nvSpPr>
          <p:spPr>
            <a:xfrm>
              <a:off x="5442573" y="22919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3"/>
            <p:cNvSpPr/>
            <p:nvPr/>
          </p:nvSpPr>
          <p:spPr>
            <a:xfrm>
              <a:off x="5622566" y="19871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4"/>
            <p:cNvSpPr/>
            <p:nvPr/>
          </p:nvSpPr>
          <p:spPr>
            <a:xfrm>
              <a:off x="4936422" y="19454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5"/>
            <p:cNvSpPr/>
            <p:nvPr/>
          </p:nvSpPr>
          <p:spPr>
            <a:xfrm>
              <a:off x="5373730" y="22079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6"/>
            <p:cNvSpPr/>
            <p:nvPr/>
          </p:nvSpPr>
          <p:spPr>
            <a:xfrm>
              <a:off x="5517870" y="22576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7"/>
            <p:cNvSpPr/>
            <p:nvPr/>
          </p:nvSpPr>
          <p:spPr>
            <a:xfrm>
              <a:off x="5721089" y="20393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8"/>
            <p:cNvSpPr/>
            <p:nvPr/>
          </p:nvSpPr>
          <p:spPr>
            <a:xfrm>
              <a:off x="5513233" y="21531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t4619"/>
            <p:cNvSpPr/>
            <p:nvPr/>
          </p:nvSpPr>
          <p:spPr>
            <a:xfrm>
              <a:off x="5404787" y="21665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t4620"/>
            <p:cNvSpPr/>
            <p:nvPr/>
          </p:nvSpPr>
          <p:spPr>
            <a:xfrm>
              <a:off x="5634872" y="21027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t4621"/>
            <p:cNvSpPr/>
            <p:nvPr/>
          </p:nvSpPr>
          <p:spPr>
            <a:xfrm>
              <a:off x="5392976" y="20858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t4622"/>
            <p:cNvSpPr/>
            <p:nvPr/>
          </p:nvSpPr>
          <p:spPr>
            <a:xfrm>
              <a:off x="5357089" y="22483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t4623"/>
            <p:cNvSpPr/>
            <p:nvPr/>
          </p:nvSpPr>
          <p:spPr>
            <a:xfrm>
              <a:off x="5002143" y="26719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t4624"/>
            <p:cNvSpPr/>
            <p:nvPr/>
          </p:nvSpPr>
          <p:spPr>
            <a:xfrm>
              <a:off x="5294736" y="22478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t4625"/>
            <p:cNvSpPr/>
            <p:nvPr/>
          </p:nvSpPr>
          <p:spPr>
            <a:xfrm>
              <a:off x="5397411" y="22467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t4626"/>
            <p:cNvSpPr/>
            <p:nvPr/>
          </p:nvSpPr>
          <p:spPr>
            <a:xfrm>
              <a:off x="5490585" y="21319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t4627"/>
            <p:cNvSpPr/>
            <p:nvPr/>
          </p:nvSpPr>
          <p:spPr>
            <a:xfrm>
              <a:off x="5167883" y="25589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t4628"/>
            <p:cNvSpPr/>
            <p:nvPr/>
          </p:nvSpPr>
          <p:spPr>
            <a:xfrm>
              <a:off x="5475422" y="19514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t4629"/>
            <p:cNvSpPr/>
            <p:nvPr/>
          </p:nvSpPr>
          <p:spPr>
            <a:xfrm>
              <a:off x="5433556" y="21927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t4630"/>
            <p:cNvSpPr/>
            <p:nvPr/>
          </p:nvSpPr>
          <p:spPr>
            <a:xfrm>
              <a:off x="5094998" y="23065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t4631"/>
            <p:cNvSpPr/>
            <p:nvPr/>
          </p:nvSpPr>
          <p:spPr>
            <a:xfrm>
              <a:off x="5186873" y="22457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t4632"/>
            <p:cNvSpPr/>
            <p:nvPr/>
          </p:nvSpPr>
          <p:spPr>
            <a:xfrm>
              <a:off x="5480569" y="20392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t4633"/>
            <p:cNvSpPr/>
            <p:nvPr/>
          </p:nvSpPr>
          <p:spPr>
            <a:xfrm>
              <a:off x="5127836" y="25585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t4634"/>
            <p:cNvSpPr/>
            <p:nvPr/>
          </p:nvSpPr>
          <p:spPr>
            <a:xfrm>
              <a:off x="5199630" y="24266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t4635"/>
            <p:cNvSpPr/>
            <p:nvPr/>
          </p:nvSpPr>
          <p:spPr>
            <a:xfrm>
              <a:off x="5699218" y="19138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t4636"/>
            <p:cNvSpPr/>
            <p:nvPr/>
          </p:nvSpPr>
          <p:spPr>
            <a:xfrm>
              <a:off x="5662651" y="20180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t4637"/>
            <p:cNvSpPr/>
            <p:nvPr/>
          </p:nvSpPr>
          <p:spPr>
            <a:xfrm>
              <a:off x="5061072" y="24548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t4638"/>
            <p:cNvSpPr/>
            <p:nvPr/>
          </p:nvSpPr>
          <p:spPr>
            <a:xfrm>
              <a:off x="5537394" y="20889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t4639"/>
            <p:cNvSpPr/>
            <p:nvPr/>
          </p:nvSpPr>
          <p:spPr>
            <a:xfrm>
              <a:off x="5280816" y="22359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t4640"/>
            <p:cNvSpPr/>
            <p:nvPr/>
          </p:nvSpPr>
          <p:spPr>
            <a:xfrm>
              <a:off x="5509742" y="2184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t4641"/>
            <p:cNvSpPr/>
            <p:nvPr/>
          </p:nvSpPr>
          <p:spPr>
            <a:xfrm>
              <a:off x="5181201" y="25488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t4642"/>
            <p:cNvSpPr/>
            <p:nvPr/>
          </p:nvSpPr>
          <p:spPr>
            <a:xfrm>
              <a:off x="5792445" y="21209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t4643"/>
            <p:cNvSpPr/>
            <p:nvPr/>
          </p:nvSpPr>
          <p:spPr>
            <a:xfrm>
              <a:off x="5062614" y="2146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t4644"/>
            <p:cNvSpPr/>
            <p:nvPr/>
          </p:nvSpPr>
          <p:spPr>
            <a:xfrm>
              <a:off x="5555802" y="21992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t4645"/>
            <p:cNvSpPr/>
            <p:nvPr/>
          </p:nvSpPr>
          <p:spPr>
            <a:xfrm>
              <a:off x="5276852" y="22508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t4646"/>
            <p:cNvSpPr/>
            <p:nvPr/>
          </p:nvSpPr>
          <p:spPr>
            <a:xfrm>
              <a:off x="5640704" y="19918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t4647"/>
            <p:cNvSpPr/>
            <p:nvPr/>
          </p:nvSpPr>
          <p:spPr>
            <a:xfrm>
              <a:off x="5093067" y="24113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t4648"/>
            <p:cNvSpPr/>
            <p:nvPr/>
          </p:nvSpPr>
          <p:spPr>
            <a:xfrm>
              <a:off x="5035918" y="19315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t4649"/>
            <p:cNvSpPr/>
            <p:nvPr/>
          </p:nvSpPr>
          <p:spPr>
            <a:xfrm>
              <a:off x="5180239" y="25823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t4650"/>
            <p:cNvSpPr/>
            <p:nvPr/>
          </p:nvSpPr>
          <p:spPr>
            <a:xfrm>
              <a:off x="5341804" y="21535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t4651"/>
            <p:cNvSpPr/>
            <p:nvPr/>
          </p:nvSpPr>
          <p:spPr>
            <a:xfrm>
              <a:off x="5131579" y="25309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t4652"/>
            <p:cNvSpPr/>
            <p:nvPr/>
          </p:nvSpPr>
          <p:spPr>
            <a:xfrm>
              <a:off x="4912771" y="27453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t4653"/>
            <p:cNvSpPr/>
            <p:nvPr/>
          </p:nvSpPr>
          <p:spPr>
            <a:xfrm>
              <a:off x="5411683" y="21692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t4654"/>
            <p:cNvSpPr/>
            <p:nvPr/>
          </p:nvSpPr>
          <p:spPr>
            <a:xfrm>
              <a:off x="5533002" y="21412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t4655"/>
            <p:cNvSpPr/>
            <p:nvPr/>
          </p:nvSpPr>
          <p:spPr>
            <a:xfrm>
              <a:off x="5234309" y="22221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t4656"/>
            <p:cNvSpPr/>
            <p:nvPr/>
          </p:nvSpPr>
          <p:spPr>
            <a:xfrm>
              <a:off x="5514056" y="22429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t4657"/>
            <p:cNvSpPr/>
            <p:nvPr/>
          </p:nvSpPr>
          <p:spPr>
            <a:xfrm>
              <a:off x="5205854" y="21789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t4658"/>
            <p:cNvSpPr/>
            <p:nvPr/>
          </p:nvSpPr>
          <p:spPr>
            <a:xfrm>
              <a:off x="5397041" y="2160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t4659"/>
            <p:cNvSpPr/>
            <p:nvPr/>
          </p:nvSpPr>
          <p:spPr>
            <a:xfrm>
              <a:off x="6021832" y="21211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t4660"/>
            <p:cNvSpPr/>
            <p:nvPr/>
          </p:nvSpPr>
          <p:spPr>
            <a:xfrm>
              <a:off x="5716413" y="20133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t4661"/>
            <p:cNvSpPr/>
            <p:nvPr/>
          </p:nvSpPr>
          <p:spPr>
            <a:xfrm>
              <a:off x="5659181" y="20279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t4662"/>
            <p:cNvSpPr/>
            <p:nvPr/>
          </p:nvSpPr>
          <p:spPr>
            <a:xfrm>
              <a:off x="5334165" y="21827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t4663"/>
            <p:cNvSpPr/>
            <p:nvPr/>
          </p:nvSpPr>
          <p:spPr>
            <a:xfrm>
              <a:off x="5465038" y="19801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t4664"/>
            <p:cNvSpPr/>
            <p:nvPr/>
          </p:nvSpPr>
          <p:spPr>
            <a:xfrm>
              <a:off x="5408913" y="2287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t4665"/>
            <p:cNvSpPr/>
            <p:nvPr/>
          </p:nvSpPr>
          <p:spPr>
            <a:xfrm>
              <a:off x="5587626" y="22457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t4666"/>
            <p:cNvSpPr/>
            <p:nvPr/>
          </p:nvSpPr>
          <p:spPr>
            <a:xfrm>
              <a:off x="5492821" y="21461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t4667"/>
            <p:cNvSpPr/>
            <p:nvPr/>
          </p:nvSpPr>
          <p:spPr>
            <a:xfrm>
              <a:off x="5228339" y="22320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t4668"/>
            <p:cNvSpPr/>
            <p:nvPr/>
          </p:nvSpPr>
          <p:spPr>
            <a:xfrm>
              <a:off x="5410916" y="22133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t4669"/>
            <p:cNvSpPr/>
            <p:nvPr/>
          </p:nvSpPr>
          <p:spPr>
            <a:xfrm>
              <a:off x="4960854" y="21644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t4670"/>
            <p:cNvSpPr/>
            <p:nvPr/>
          </p:nvSpPr>
          <p:spPr>
            <a:xfrm>
              <a:off x="5398924" y="21656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t4671"/>
            <p:cNvSpPr/>
            <p:nvPr/>
          </p:nvSpPr>
          <p:spPr>
            <a:xfrm>
              <a:off x="5753885" y="19836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t4672"/>
            <p:cNvSpPr/>
            <p:nvPr/>
          </p:nvSpPr>
          <p:spPr>
            <a:xfrm>
              <a:off x="5297388" y="21559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t4673"/>
            <p:cNvSpPr/>
            <p:nvPr/>
          </p:nvSpPr>
          <p:spPr>
            <a:xfrm>
              <a:off x="5477495" y="18875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t4674"/>
            <p:cNvSpPr/>
            <p:nvPr/>
          </p:nvSpPr>
          <p:spPr>
            <a:xfrm>
              <a:off x="6033426" y="20988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t4675"/>
            <p:cNvSpPr/>
            <p:nvPr/>
          </p:nvSpPr>
          <p:spPr>
            <a:xfrm>
              <a:off x="5315200" y="21842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t4676"/>
            <p:cNvSpPr/>
            <p:nvPr/>
          </p:nvSpPr>
          <p:spPr>
            <a:xfrm>
              <a:off x="5227457" y="21765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t4677"/>
            <p:cNvSpPr/>
            <p:nvPr/>
          </p:nvSpPr>
          <p:spPr>
            <a:xfrm>
              <a:off x="5600272" y="2053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t4678"/>
            <p:cNvSpPr/>
            <p:nvPr/>
          </p:nvSpPr>
          <p:spPr>
            <a:xfrm>
              <a:off x="5297807" y="20692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t4679"/>
            <p:cNvSpPr/>
            <p:nvPr/>
          </p:nvSpPr>
          <p:spPr>
            <a:xfrm>
              <a:off x="5691963" y="16744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t4680"/>
            <p:cNvSpPr/>
            <p:nvPr/>
          </p:nvSpPr>
          <p:spPr>
            <a:xfrm>
              <a:off x="5402193" y="21866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t4681"/>
            <p:cNvSpPr/>
            <p:nvPr/>
          </p:nvSpPr>
          <p:spPr>
            <a:xfrm>
              <a:off x="5469389" y="20215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t4682"/>
            <p:cNvSpPr/>
            <p:nvPr/>
          </p:nvSpPr>
          <p:spPr>
            <a:xfrm>
              <a:off x="5672293" y="17951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t4683"/>
            <p:cNvSpPr/>
            <p:nvPr/>
          </p:nvSpPr>
          <p:spPr>
            <a:xfrm>
              <a:off x="5241333" y="21527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t4684"/>
            <p:cNvSpPr/>
            <p:nvPr/>
          </p:nvSpPr>
          <p:spPr>
            <a:xfrm>
              <a:off x="5903219" y="18751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t4685"/>
            <p:cNvSpPr/>
            <p:nvPr/>
          </p:nvSpPr>
          <p:spPr>
            <a:xfrm>
              <a:off x="5476877" y="20688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t4686"/>
            <p:cNvSpPr/>
            <p:nvPr/>
          </p:nvSpPr>
          <p:spPr>
            <a:xfrm>
              <a:off x="6043308" y="16661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t4687"/>
            <p:cNvSpPr/>
            <p:nvPr/>
          </p:nvSpPr>
          <p:spPr>
            <a:xfrm>
              <a:off x="5665023" y="19083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t4688"/>
            <p:cNvSpPr/>
            <p:nvPr/>
          </p:nvSpPr>
          <p:spPr>
            <a:xfrm>
              <a:off x="5380266" y="23214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t4689"/>
            <p:cNvSpPr/>
            <p:nvPr/>
          </p:nvSpPr>
          <p:spPr>
            <a:xfrm>
              <a:off x="5346754" y="21745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t4690"/>
            <p:cNvSpPr/>
            <p:nvPr/>
          </p:nvSpPr>
          <p:spPr>
            <a:xfrm>
              <a:off x="5330568" y="21993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t4691"/>
            <p:cNvSpPr/>
            <p:nvPr/>
          </p:nvSpPr>
          <p:spPr>
            <a:xfrm>
              <a:off x="5599896" y="20249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t4692"/>
            <p:cNvSpPr/>
            <p:nvPr/>
          </p:nvSpPr>
          <p:spPr>
            <a:xfrm>
              <a:off x="5270412" y="20418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t4693"/>
            <p:cNvSpPr/>
            <p:nvPr/>
          </p:nvSpPr>
          <p:spPr>
            <a:xfrm>
              <a:off x="5172797" y="25314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t4694"/>
            <p:cNvSpPr/>
            <p:nvPr/>
          </p:nvSpPr>
          <p:spPr>
            <a:xfrm>
              <a:off x="5359542" y="21717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t4695"/>
            <p:cNvSpPr/>
            <p:nvPr/>
          </p:nvSpPr>
          <p:spPr>
            <a:xfrm>
              <a:off x="5025294" y="24818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t4696"/>
            <p:cNvSpPr/>
            <p:nvPr/>
          </p:nvSpPr>
          <p:spPr>
            <a:xfrm>
              <a:off x="5400612" y="21988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t4697"/>
            <p:cNvSpPr/>
            <p:nvPr/>
          </p:nvSpPr>
          <p:spPr>
            <a:xfrm>
              <a:off x="5280370" y="22415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t4698"/>
            <p:cNvSpPr/>
            <p:nvPr/>
          </p:nvSpPr>
          <p:spPr>
            <a:xfrm>
              <a:off x="5373348" y="22349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t4699"/>
            <p:cNvSpPr/>
            <p:nvPr/>
          </p:nvSpPr>
          <p:spPr>
            <a:xfrm>
              <a:off x="5434896" y="22216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t4700"/>
            <p:cNvSpPr/>
            <p:nvPr/>
          </p:nvSpPr>
          <p:spPr>
            <a:xfrm>
              <a:off x="5431173" y="22611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t4701"/>
            <p:cNvSpPr/>
            <p:nvPr/>
          </p:nvSpPr>
          <p:spPr>
            <a:xfrm>
              <a:off x="5154597" y="25768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t4702"/>
            <p:cNvSpPr/>
            <p:nvPr/>
          </p:nvSpPr>
          <p:spPr>
            <a:xfrm>
              <a:off x="5309691" y="20450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t4703"/>
            <p:cNvSpPr/>
            <p:nvPr/>
          </p:nvSpPr>
          <p:spPr>
            <a:xfrm>
              <a:off x="5495443" y="21081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t4704"/>
            <p:cNvSpPr/>
            <p:nvPr/>
          </p:nvSpPr>
          <p:spPr>
            <a:xfrm>
              <a:off x="5361784" y="22719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t4705"/>
            <p:cNvSpPr/>
            <p:nvPr/>
          </p:nvSpPr>
          <p:spPr>
            <a:xfrm>
              <a:off x="5673923" y="18828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t4706"/>
            <p:cNvSpPr/>
            <p:nvPr/>
          </p:nvSpPr>
          <p:spPr>
            <a:xfrm>
              <a:off x="5479517" y="19605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t4707"/>
            <p:cNvSpPr/>
            <p:nvPr/>
          </p:nvSpPr>
          <p:spPr>
            <a:xfrm>
              <a:off x="5207781" y="22815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t4708"/>
            <p:cNvSpPr/>
            <p:nvPr/>
          </p:nvSpPr>
          <p:spPr>
            <a:xfrm>
              <a:off x="5213400" y="22234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t4709"/>
            <p:cNvSpPr/>
            <p:nvPr/>
          </p:nvSpPr>
          <p:spPr>
            <a:xfrm>
              <a:off x="5102896" y="21625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t4710"/>
            <p:cNvSpPr/>
            <p:nvPr/>
          </p:nvSpPr>
          <p:spPr>
            <a:xfrm>
              <a:off x="6031228" y="21785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t4711"/>
            <p:cNvSpPr/>
            <p:nvPr/>
          </p:nvSpPr>
          <p:spPr>
            <a:xfrm>
              <a:off x="5601511" y="20913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t4712"/>
            <p:cNvSpPr/>
            <p:nvPr/>
          </p:nvSpPr>
          <p:spPr>
            <a:xfrm>
              <a:off x="5619540" y="19826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t4713"/>
            <p:cNvSpPr/>
            <p:nvPr/>
          </p:nvSpPr>
          <p:spPr>
            <a:xfrm>
              <a:off x="5461849" y="21903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4"/>
            <p:cNvSpPr/>
            <p:nvPr/>
          </p:nvSpPr>
          <p:spPr>
            <a:xfrm>
              <a:off x="5542240" y="20262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5"/>
            <p:cNvSpPr/>
            <p:nvPr/>
          </p:nvSpPr>
          <p:spPr>
            <a:xfrm>
              <a:off x="5436854" y="22203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6"/>
            <p:cNvSpPr/>
            <p:nvPr/>
          </p:nvSpPr>
          <p:spPr>
            <a:xfrm>
              <a:off x="5501577" y="22362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7"/>
            <p:cNvSpPr/>
            <p:nvPr/>
          </p:nvSpPr>
          <p:spPr>
            <a:xfrm>
              <a:off x="5573360" y="22233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8"/>
            <p:cNvSpPr/>
            <p:nvPr/>
          </p:nvSpPr>
          <p:spPr>
            <a:xfrm>
              <a:off x="5259807" y="22182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9"/>
            <p:cNvSpPr/>
            <p:nvPr/>
          </p:nvSpPr>
          <p:spPr>
            <a:xfrm>
              <a:off x="5592980" y="20294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20"/>
            <p:cNvSpPr/>
            <p:nvPr/>
          </p:nvSpPr>
          <p:spPr>
            <a:xfrm>
              <a:off x="5390981" y="20603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1"/>
            <p:cNvSpPr/>
            <p:nvPr/>
          </p:nvSpPr>
          <p:spPr>
            <a:xfrm>
              <a:off x="5611963" y="20390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2"/>
            <p:cNvSpPr/>
            <p:nvPr/>
          </p:nvSpPr>
          <p:spPr>
            <a:xfrm>
              <a:off x="5351384" y="21128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3"/>
            <p:cNvSpPr/>
            <p:nvPr/>
          </p:nvSpPr>
          <p:spPr>
            <a:xfrm>
              <a:off x="5635447" y="20446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4"/>
            <p:cNvSpPr/>
            <p:nvPr/>
          </p:nvSpPr>
          <p:spPr>
            <a:xfrm>
              <a:off x="5486440" y="20761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5"/>
            <p:cNvSpPr/>
            <p:nvPr/>
          </p:nvSpPr>
          <p:spPr>
            <a:xfrm>
              <a:off x="5609055" y="19246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6"/>
            <p:cNvSpPr/>
            <p:nvPr/>
          </p:nvSpPr>
          <p:spPr>
            <a:xfrm>
              <a:off x="5615356" y="19746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7"/>
            <p:cNvSpPr/>
            <p:nvPr/>
          </p:nvSpPr>
          <p:spPr>
            <a:xfrm>
              <a:off x="5655364" y="20191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8"/>
            <p:cNvSpPr/>
            <p:nvPr/>
          </p:nvSpPr>
          <p:spPr>
            <a:xfrm>
              <a:off x="5328336" y="21941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9"/>
            <p:cNvSpPr/>
            <p:nvPr/>
          </p:nvSpPr>
          <p:spPr>
            <a:xfrm>
              <a:off x="5409581" y="21836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30"/>
            <p:cNvSpPr/>
            <p:nvPr/>
          </p:nvSpPr>
          <p:spPr>
            <a:xfrm>
              <a:off x="5596125" y="22284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1"/>
            <p:cNvSpPr/>
            <p:nvPr/>
          </p:nvSpPr>
          <p:spPr>
            <a:xfrm>
              <a:off x="5367187" y="22302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2"/>
            <p:cNvSpPr/>
            <p:nvPr/>
          </p:nvSpPr>
          <p:spPr>
            <a:xfrm>
              <a:off x="5501160" y="21847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3"/>
            <p:cNvSpPr/>
            <p:nvPr/>
          </p:nvSpPr>
          <p:spPr>
            <a:xfrm>
              <a:off x="5564477" y="22042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4"/>
            <p:cNvSpPr/>
            <p:nvPr/>
          </p:nvSpPr>
          <p:spPr>
            <a:xfrm>
              <a:off x="5796116" y="18401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5"/>
            <p:cNvSpPr/>
            <p:nvPr/>
          </p:nvSpPr>
          <p:spPr>
            <a:xfrm>
              <a:off x="5168442" y="26818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6"/>
            <p:cNvSpPr/>
            <p:nvPr/>
          </p:nvSpPr>
          <p:spPr>
            <a:xfrm>
              <a:off x="5633702" y="20841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7"/>
            <p:cNvSpPr/>
            <p:nvPr/>
          </p:nvSpPr>
          <p:spPr>
            <a:xfrm>
              <a:off x="5451203" y="21139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8"/>
            <p:cNvSpPr/>
            <p:nvPr/>
          </p:nvSpPr>
          <p:spPr>
            <a:xfrm>
              <a:off x="5819236" y="18338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9"/>
            <p:cNvSpPr/>
            <p:nvPr/>
          </p:nvSpPr>
          <p:spPr>
            <a:xfrm>
              <a:off x="5444119" y="22957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40"/>
            <p:cNvSpPr/>
            <p:nvPr/>
          </p:nvSpPr>
          <p:spPr>
            <a:xfrm>
              <a:off x="5400763" y="22392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1"/>
            <p:cNvSpPr/>
            <p:nvPr/>
          </p:nvSpPr>
          <p:spPr>
            <a:xfrm>
              <a:off x="5809978" y="18471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2"/>
            <p:cNvSpPr/>
            <p:nvPr/>
          </p:nvSpPr>
          <p:spPr>
            <a:xfrm>
              <a:off x="5588949" y="21331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3"/>
            <p:cNvSpPr/>
            <p:nvPr/>
          </p:nvSpPr>
          <p:spPr>
            <a:xfrm>
              <a:off x="5232699" y="2168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4"/>
            <p:cNvSpPr/>
            <p:nvPr/>
          </p:nvSpPr>
          <p:spPr>
            <a:xfrm>
              <a:off x="5370868" y="21935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5"/>
            <p:cNvSpPr/>
            <p:nvPr/>
          </p:nvSpPr>
          <p:spPr>
            <a:xfrm>
              <a:off x="5106218" y="18158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6"/>
            <p:cNvSpPr/>
            <p:nvPr/>
          </p:nvSpPr>
          <p:spPr>
            <a:xfrm>
              <a:off x="5206838" y="22415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7"/>
            <p:cNvSpPr/>
            <p:nvPr/>
          </p:nvSpPr>
          <p:spPr>
            <a:xfrm>
              <a:off x="5438676" y="21937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8"/>
            <p:cNvSpPr/>
            <p:nvPr/>
          </p:nvSpPr>
          <p:spPr>
            <a:xfrm>
              <a:off x="5359319" y="21535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9"/>
            <p:cNvSpPr/>
            <p:nvPr/>
          </p:nvSpPr>
          <p:spPr>
            <a:xfrm>
              <a:off x="5469284" y="2038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50"/>
            <p:cNvSpPr/>
            <p:nvPr/>
          </p:nvSpPr>
          <p:spPr>
            <a:xfrm>
              <a:off x="5301303" y="22160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1"/>
            <p:cNvSpPr/>
            <p:nvPr/>
          </p:nvSpPr>
          <p:spPr>
            <a:xfrm>
              <a:off x="5202878" y="22422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2"/>
            <p:cNvSpPr/>
            <p:nvPr/>
          </p:nvSpPr>
          <p:spPr>
            <a:xfrm>
              <a:off x="5288668" y="21865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3"/>
            <p:cNvSpPr/>
            <p:nvPr/>
          </p:nvSpPr>
          <p:spPr>
            <a:xfrm>
              <a:off x="5771304" y="20925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4"/>
            <p:cNvSpPr/>
            <p:nvPr/>
          </p:nvSpPr>
          <p:spPr>
            <a:xfrm>
              <a:off x="4869222" y="26327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5"/>
            <p:cNvSpPr/>
            <p:nvPr/>
          </p:nvSpPr>
          <p:spPr>
            <a:xfrm>
              <a:off x="5723313" y="18794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6"/>
            <p:cNvSpPr/>
            <p:nvPr/>
          </p:nvSpPr>
          <p:spPr>
            <a:xfrm>
              <a:off x="5526891" y="21891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7"/>
            <p:cNvSpPr/>
            <p:nvPr/>
          </p:nvSpPr>
          <p:spPr>
            <a:xfrm>
              <a:off x="5395228" y="21386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8"/>
            <p:cNvSpPr/>
            <p:nvPr/>
          </p:nvSpPr>
          <p:spPr>
            <a:xfrm>
              <a:off x="5337052" y="22004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9"/>
            <p:cNvSpPr/>
            <p:nvPr/>
          </p:nvSpPr>
          <p:spPr>
            <a:xfrm>
              <a:off x="5069147" y="22625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60"/>
            <p:cNvSpPr/>
            <p:nvPr/>
          </p:nvSpPr>
          <p:spPr>
            <a:xfrm>
              <a:off x="5783790" y="22162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1"/>
            <p:cNvSpPr/>
            <p:nvPr/>
          </p:nvSpPr>
          <p:spPr>
            <a:xfrm>
              <a:off x="5432078" y="22772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2"/>
            <p:cNvSpPr/>
            <p:nvPr/>
          </p:nvSpPr>
          <p:spPr>
            <a:xfrm>
              <a:off x="4942279" y="19842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3"/>
            <p:cNvSpPr/>
            <p:nvPr/>
          </p:nvSpPr>
          <p:spPr>
            <a:xfrm>
              <a:off x="5930551" y="16488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4"/>
            <p:cNvSpPr/>
            <p:nvPr/>
          </p:nvSpPr>
          <p:spPr>
            <a:xfrm>
              <a:off x="5687996" y="17446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5"/>
            <p:cNvSpPr/>
            <p:nvPr/>
          </p:nvSpPr>
          <p:spPr>
            <a:xfrm>
              <a:off x="5308799" y="22133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6"/>
            <p:cNvSpPr/>
            <p:nvPr/>
          </p:nvSpPr>
          <p:spPr>
            <a:xfrm>
              <a:off x="5775065" y="18748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7"/>
            <p:cNvSpPr/>
            <p:nvPr/>
          </p:nvSpPr>
          <p:spPr>
            <a:xfrm>
              <a:off x="5669596" y="19567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8"/>
            <p:cNvSpPr/>
            <p:nvPr/>
          </p:nvSpPr>
          <p:spPr>
            <a:xfrm>
              <a:off x="5745511" y="19613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9"/>
            <p:cNvSpPr/>
            <p:nvPr/>
          </p:nvSpPr>
          <p:spPr>
            <a:xfrm>
              <a:off x="5606597" y="20229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70"/>
            <p:cNvSpPr/>
            <p:nvPr/>
          </p:nvSpPr>
          <p:spPr>
            <a:xfrm>
              <a:off x="5837037" y="18732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1"/>
            <p:cNvSpPr/>
            <p:nvPr/>
          </p:nvSpPr>
          <p:spPr>
            <a:xfrm>
              <a:off x="5222419" y="22330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2"/>
            <p:cNvSpPr/>
            <p:nvPr/>
          </p:nvSpPr>
          <p:spPr>
            <a:xfrm>
              <a:off x="5166110" y="27502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3"/>
            <p:cNvSpPr/>
            <p:nvPr/>
          </p:nvSpPr>
          <p:spPr>
            <a:xfrm>
              <a:off x="5854320" y="16809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4"/>
            <p:cNvSpPr/>
            <p:nvPr/>
          </p:nvSpPr>
          <p:spPr>
            <a:xfrm>
              <a:off x="5941259" y="17039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5"/>
            <p:cNvSpPr/>
            <p:nvPr/>
          </p:nvSpPr>
          <p:spPr>
            <a:xfrm>
              <a:off x="5753590" y="18273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6"/>
            <p:cNvSpPr/>
            <p:nvPr/>
          </p:nvSpPr>
          <p:spPr>
            <a:xfrm>
              <a:off x="5317905" y="20363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7"/>
            <p:cNvSpPr/>
            <p:nvPr/>
          </p:nvSpPr>
          <p:spPr>
            <a:xfrm>
              <a:off x="5377249" y="22225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8"/>
            <p:cNvSpPr/>
            <p:nvPr/>
          </p:nvSpPr>
          <p:spPr>
            <a:xfrm>
              <a:off x="5111597" y="19597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9"/>
            <p:cNvSpPr/>
            <p:nvPr/>
          </p:nvSpPr>
          <p:spPr>
            <a:xfrm>
              <a:off x="5353999" y="2203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80"/>
            <p:cNvSpPr/>
            <p:nvPr/>
          </p:nvSpPr>
          <p:spPr>
            <a:xfrm>
              <a:off x="5858328" y="17813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1"/>
            <p:cNvSpPr/>
            <p:nvPr/>
          </p:nvSpPr>
          <p:spPr>
            <a:xfrm>
              <a:off x="5353625" y="22078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2"/>
            <p:cNvSpPr/>
            <p:nvPr/>
          </p:nvSpPr>
          <p:spPr>
            <a:xfrm>
              <a:off x="5614396" y="21196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3"/>
            <p:cNvSpPr/>
            <p:nvPr/>
          </p:nvSpPr>
          <p:spPr>
            <a:xfrm>
              <a:off x="5804098" y="18709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4"/>
            <p:cNvSpPr/>
            <p:nvPr/>
          </p:nvSpPr>
          <p:spPr>
            <a:xfrm>
              <a:off x="5576148" y="22211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5"/>
            <p:cNvSpPr/>
            <p:nvPr/>
          </p:nvSpPr>
          <p:spPr>
            <a:xfrm>
              <a:off x="5323857" y="22615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6"/>
            <p:cNvSpPr/>
            <p:nvPr/>
          </p:nvSpPr>
          <p:spPr>
            <a:xfrm>
              <a:off x="5373733" y="22691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7"/>
            <p:cNvSpPr/>
            <p:nvPr/>
          </p:nvSpPr>
          <p:spPr>
            <a:xfrm>
              <a:off x="5437062" y="22114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8"/>
            <p:cNvSpPr/>
            <p:nvPr/>
          </p:nvSpPr>
          <p:spPr>
            <a:xfrm>
              <a:off x="5240007" y="21302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9"/>
            <p:cNvSpPr/>
            <p:nvPr/>
          </p:nvSpPr>
          <p:spPr>
            <a:xfrm>
              <a:off x="5597745" y="22644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90"/>
            <p:cNvSpPr/>
            <p:nvPr/>
          </p:nvSpPr>
          <p:spPr>
            <a:xfrm>
              <a:off x="5509189" y="22500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1"/>
            <p:cNvSpPr/>
            <p:nvPr/>
          </p:nvSpPr>
          <p:spPr>
            <a:xfrm>
              <a:off x="5397211" y="21042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2"/>
            <p:cNvSpPr/>
            <p:nvPr/>
          </p:nvSpPr>
          <p:spPr>
            <a:xfrm>
              <a:off x="5782967" y="19902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3"/>
            <p:cNvSpPr/>
            <p:nvPr/>
          </p:nvSpPr>
          <p:spPr>
            <a:xfrm>
              <a:off x="5339316" y="21990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4"/>
            <p:cNvSpPr/>
            <p:nvPr/>
          </p:nvSpPr>
          <p:spPr>
            <a:xfrm>
              <a:off x="5206133" y="21908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5"/>
            <p:cNvSpPr/>
            <p:nvPr/>
          </p:nvSpPr>
          <p:spPr>
            <a:xfrm>
              <a:off x="5858566" y="19981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6"/>
            <p:cNvSpPr/>
            <p:nvPr/>
          </p:nvSpPr>
          <p:spPr>
            <a:xfrm>
              <a:off x="6009105" y="21492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7"/>
            <p:cNvSpPr/>
            <p:nvPr/>
          </p:nvSpPr>
          <p:spPr>
            <a:xfrm>
              <a:off x="5924363" y="20786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8"/>
            <p:cNvSpPr/>
            <p:nvPr/>
          </p:nvSpPr>
          <p:spPr>
            <a:xfrm>
              <a:off x="5514427" y="22265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9"/>
            <p:cNvSpPr/>
            <p:nvPr/>
          </p:nvSpPr>
          <p:spPr>
            <a:xfrm>
              <a:off x="5353200" y="22613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800"/>
            <p:cNvSpPr/>
            <p:nvPr/>
          </p:nvSpPr>
          <p:spPr>
            <a:xfrm>
              <a:off x="5648218" y="20548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1"/>
            <p:cNvSpPr/>
            <p:nvPr/>
          </p:nvSpPr>
          <p:spPr>
            <a:xfrm>
              <a:off x="5429224" y="23435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2"/>
            <p:cNvSpPr/>
            <p:nvPr/>
          </p:nvSpPr>
          <p:spPr>
            <a:xfrm>
              <a:off x="5444079" y="22789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3"/>
            <p:cNvSpPr/>
            <p:nvPr/>
          </p:nvSpPr>
          <p:spPr>
            <a:xfrm>
              <a:off x="5065843" y="2599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4"/>
            <p:cNvSpPr/>
            <p:nvPr/>
          </p:nvSpPr>
          <p:spPr>
            <a:xfrm>
              <a:off x="5512449" y="22332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5"/>
            <p:cNvSpPr/>
            <p:nvPr/>
          </p:nvSpPr>
          <p:spPr>
            <a:xfrm>
              <a:off x="5466875" y="19432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6"/>
            <p:cNvSpPr/>
            <p:nvPr/>
          </p:nvSpPr>
          <p:spPr>
            <a:xfrm>
              <a:off x="5667511" y="19436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7"/>
            <p:cNvSpPr/>
            <p:nvPr/>
          </p:nvSpPr>
          <p:spPr>
            <a:xfrm>
              <a:off x="5331249" y="22090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8"/>
            <p:cNvSpPr/>
            <p:nvPr/>
          </p:nvSpPr>
          <p:spPr>
            <a:xfrm>
              <a:off x="5650390" y="20351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9"/>
            <p:cNvSpPr/>
            <p:nvPr/>
          </p:nvSpPr>
          <p:spPr>
            <a:xfrm>
              <a:off x="5194029" y="2242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10"/>
            <p:cNvSpPr/>
            <p:nvPr/>
          </p:nvSpPr>
          <p:spPr>
            <a:xfrm>
              <a:off x="5780216" y="21786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1"/>
            <p:cNvSpPr/>
            <p:nvPr/>
          </p:nvSpPr>
          <p:spPr>
            <a:xfrm>
              <a:off x="5345633" y="21060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2"/>
            <p:cNvSpPr/>
            <p:nvPr/>
          </p:nvSpPr>
          <p:spPr>
            <a:xfrm>
              <a:off x="5248509" y="19734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3"/>
            <p:cNvSpPr/>
            <p:nvPr/>
          </p:nvSpPr>
          <p:spPr>
            <a:xfrm>
              <a:off x="5976118" y="17524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4"/>
            <p:cNvSpPr/>
            <p:nvPr/>
          </p:nvSpPr>
          <p:spPr>
            <a:xfrm>
              <a:off x="5083895" y="25393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5"/>
            <p:cNvSpPr/>
            <p:nvPr/>
          </p:nvSpPr>
          <p:spPr>
            <a:xfrm>
              <a:off x="5497385" y="19511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6"/>
            <p:cNvSpPr/>
            <p:nvPr/>
          </p:nvSpPr>
          <p:spPr>
            <a:xfrm>
              <a:off x="5722867" y="17541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7"/>
            <p:cNvSpPr/>
            <p:nvPr/>
          </p:nvSpPr>
          <p:spPr>
            <a:xfrm>
              <a:off x="5531022" y="21777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8"/>
            <p:cNvSpPr/>
            <p:nvPr/>
          </p:nvSpPr>
          <p:spPr>
            <a:xfrm>
              <a:off x="4971882" y="2538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9"/>
            <p:cNvSpPr/>
            <p:nvPr/>
          </p:nvSpPr>
          <p:spPr>
            <a:xfrm>
              <a:off x="5752913" y="20136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20"/>
            <p:cNvSpPr/>
            <p:nvPr/>
          </p:nvSpPr>
          <p:spPr>
            <a:xfrm>
              <a:off x="5116254" y="25879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1"/>
            <p:cNvSpPr/>
            <p:nvPr/>
          </p:nvSpPr>
          <p:spPr>
            <a:xfrm>
              <a:off x="5482556" y="20298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2"/>
            <p:cNvSpPr/>
            <p:nvPr/>
          </p:nvSpPr>
          <p:spPr>
            <a:xfrm>
              <a:off x="5307567" y="20083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3"/>
            <p:cNvSpPr/>
            <p:nvPr/>
          </p:nvSpPr>
          <p:spPr>
            <a:xfrm>
              <a:off x="5412614" y="21823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4"/>
            <p:cNvSpPr/>
            <p:nvPr/>
          </p:nvSpPr>
          <p:spPr>
            <a:xfrm>
              <a:off x="4689023" y="26685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5"/>
            <p:cNvSpPr/>
            <p:nvPr/>
          </p:nvSpPr>
          <p:spPr>
            <a:xfrm>
              <a:off x="5673272" y="18814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6"/>
            <p:cNvSpPr/>
            <p:nvPr/>
          </p:nvSpPr>
          <p:spPr>
            <a:xfrm>
              <a:off x="5635848" y="20746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7"/>
            <p:cNvSpPr/>
            <p:nvPr/>
          </p:nvSpPr>
          <p:spPr>
            <a:xfrm>
              <a:off x="5638004" y="19228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8"/>
            <p:cNvSpPr/>
            <p:nvPr/>
          </p:nvSpPr>
          <p:spPr>
            <a:xfrm>
              <a:off x="5492076" y="2121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9"/>
            <p:cNvSpPr/>
            <p:nvPr/>
          </p:nvSpPr>
          <p:spPr>
            <a:xfrm>
              <a:off x="5243834" y="22641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30"/>
            <p:cNvSpPr/>
            <p:nvPr/>
          </p:nvSpPr>
          <p:spPr>
            <a:xfrm>
              <a:off x="5256567" y="19737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1"/>
            <p:cNvSpPr/>
            <p:nvPr/>
          </p:nvSpPr>
          <p:spPr>
            <a:xfrm>
              <a:off x="5347308" y="22019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2"/>
            <p:cNvSpPr/>
            <p:nvPr/>
          </p:nvSpPr>
          <p:spPr>
            <a:xfrm>
              <a:off x="5107798" y="18016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3"/>
            <p:cNvSpPr/>
            <p:nvPr/>
          </p:nvSpPr>
          <p:spPr>
            <a:xfrm>
              <a:off x="5328932" y="22071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4"/>
            <p:cNvSpPr/>
            <p:nvPr/>
          </p:nvSpPr>
          <p:spPr>
            <a:xfrm>
              <a:off x="5559269" y="22323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5"/>
            <p:cNvSpPr/>
            <p:nvPr/>
          </p:nvSpPr>
          <p:spPr>
            <a:xfrm>
              <a:off x="5417866" y="21369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6"/>
            <p:cNvSpPr/>
            <p:nvPr/>
          </p:nvSpPr>
          <p:spPr>
            <a:xfrm>
              <a:off x="5555837" y="22068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7"/>
            <p:cNvSpPr/>
            <p:nvPr/>
          </p:nvSpPr>
          <p:spPr>
            <a:xfrm>
              <a:off x="5982727" y="19376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8"/>
            <p:cNvSpPr/>
            <p:nvPr/>
          </p:nvSpPr>
          <p:spPr>
            <a:xfrm>
              <a:off x="5351340" y="21842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9"/>
            <p:cNvSpPr/>
            <p:nvPr/>
          </p:nvSpPr>
          <p:spPr>
            <a:xfrm>
              <a:off x="5854853" y="20415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40"/>
            <p:cNvSpPr/>
            <p:nvPr/>
          </p:nvSpPr>
          <p:spPr>
            <a:xfrm>
              <a:off x="5463785" y="20797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1"/>
            <p:cNvSpPr/>
            <p:nvPr/>
          </p:nvSpPr>
          <p:spPr>
            <a:xfrm>
              <a:off x="5606773" y="19862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2"/>
            <p:cNvSpPr/>
            <p:nvPr/>
          </p:nvSpPr>
          <p:spPr>
            <a:xfrm>
              <a:off x="5828387" y="21157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3"/>
            <p:cNvSpPr/>
            <p:nvPr/>
          </p:nvSpPr>
          <p:spPr>
            <a:xfrm>
              <a:off x="5193852" y="22068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4"/>
            <p:cNvSpPr/>
            <p:nvPr/>
          </p:nvSpPr>
          <p:spPr>
            <a:xfrm>
              <a:off x="5521654" y="21722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5"/>
            <p:cNvSpPr/>
            <p:nvPr/>
          </p:nvSpPr>
          <p:spPr>
            <a:xfrm>
              <a:off x="5465230" y="19997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6"/>
            <p:cNvSpPr/>
            <p:nvPr/>
          </p:nvSpPr>
          <p:spPr>
            <a:xfrm>
              <a:off x="5871101" y="17845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7"/>
            <p:cNvSpPr/>
            <p:nvPr/>
          </p:nvSpPr>
          <p:spPr>
            <a:xfrm>
              <a:off x="5636041" y="20296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8"/>
            <p:cNvSpPr/>
            <p:nvPr/>
          </p:nvSpPr>
          <p:spPr>
            <a:xfrm>
              <a:off x="5234367" y="21804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9"/>
            <p:cNvSpPr/>
            <p:nvPr/>
          </p:nvSpPr>
          <p:spPr>
            <a:xfrm>
              <a:off x="5145056" y="25623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50"/>
            <p:cNvSpPr/>
            <p:nvPr/>
          </p:nvSpPr>
          <p:spPr>
            <a:xfrm>
              <a:off x="5665502" y="19473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1"/>
            <p:cNvSpPr/>
            <p:nvPr/>
          </p:nvSpPr>
          <p:spPr>
            <a:xfrm>
              <a:off x="5624538" y="19132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2"/>
            <p:cNvSpPr/>
            <p:nvPr/>
          </p:nvSpPr>
          <p:spPr>
            <a:xfrm>
              <a:off x="5289369" y="20478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3"/>
            <p:cNvSpPr/>
            <p:nvPr/>
          </p:nvSpPr>
          <p:spPr>
            <a:xfrm>
              <a:off x="5503511" y="21311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4"/>
            <p:cNvSpPr/>
            <p:nvPr/>
          </p:nvSpPr>
          <p:spPr>
            <a:xfrm>
              <a:off x="5510423" y="21971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5"/>
            <p:cNvSpPr/>
            <p:nvPr/>
          </p:nvSpPr>
          <p:spPr>
            <a:xfrm>
              <a:off x="5617361" y="19304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6"/>
            <p:cNvSpPr/>
            <p:nvPr/>
          </p:nvSpPr>
          <p:spPr>
            <a:xfrm>
              <a:off x="5471184" y="18896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7"/>
            <p:cNvSpPr/>
            <p:nvPr/>
          </p:nvSpPr>
          <p:spPr>
            <a:xfrm>
              <a:off x="5702935" y="20096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8"/>
            <p:cNvSpPr/>
            <p:nvPr/>
          </p:nvSpPr>
          <p:spPr>
            <a:xfrm>
              <a:off x="5222491" y="20893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9"/>
            <p:cNvSpPr/>
            <p:nvPr/>
          </p:nvSpPr>
          <p:spPr>
            <a:xfrm>
              <a:off x="5543173" y="19941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60"/>
            <p:cNvSpPr/>
            <p:nvPr/>
          </p:nvSpPr>
          <p:spPr>
            <a:xfrm>
              <a:off x="5090987" y="25989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1"/>
            <p:cNvSpPr/>
            <p:nvPr/>
          </p:nvSpPr>
          <p:spPr>
            <a:xfrm>
              <a:off x="5519720" y="21812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2"/>
            <p:cNvSpPr/>
            <p:nvPr/>
          </p:nvSpPr>
          <p:spPr>
            <a:xfrm>
              <a:off x="5416603" y="22374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3"/>
            <p:cNvSpPr/>
            <p:nvPr/>
          </p:nvSpPr>
          <p:spPr>
            <a:xfrm>
              <a:off x="5078665" y="25770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4"/>
            <p:cNvSpPr/>
            <p:nvPr/>
          </p:nvSpPr>
          <p:spPr>
            <a:xfrm>
              <a:off x="5696388" y="21050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5"/>
            <p:cNvSpPr/>
            <p:nvPr/>
          </p:nvSpPr>
          <p:spPr>
            <a:xfrm>
              <a:off x="5491404" y="22080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6"/>
            <p:cNvSpPr/>
            <p:nvPr/>
          </p:nvSpPr>
          <p:spPr>
            <a:xfrm>
              <a:off x="5135419" y="24982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7"/>
            <p:cNvSpPr/>
            <p:nvPr/>
          </p:nvSpPr>
          <p:spPr>
            <a:xfrm>
              <a:off x="5405010" y="22456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8"/>
            <p:cNvSpPr/>
            <p:nvPr/>
          </p:nvSpPr>
          <p:spPr>
            <a:xfrm>
              <a:off x="5723186" y="17421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9"/>
            <p:cNvSpPr/>
            <p:nvPr/>
          </p:nvSpPr>
          <p:spPr>
            <a:xfrm>
              <a:off x="5961393" y="18978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70"/>
            <p:cNvSpPr/>
            <p:nvPr/>
          </p:nvSpPr>
          <p:spPr>
            <a:xfrm>
              <a:off x="5500772" y="22725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1"/>
            <p:cNvSpPr/>
            <p:nvPr/>
          </p:nvSpPr>
          <p:spPr>
            <a:xfrm>
              <a:off x="5503993" y="20977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2"/>
            <p:cNvSpPr/>
            <p:nvPr/>
          </p:nvSpPr>
          <p:spPr>
            <a:xfrm>
              <a:off x="5792904" y="20130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3"/>
            <p:cNvSpPr/>
            <p:nvPr/>
          </p:nvSpPr>
          <p:spPr>
            <a:xfrm>
              <a:off x="5214352" y="21717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4"/>
            <p:cNvSpPr/>
            <p:nvPr/>
          </p:nvSpPr>
          <p:spPr>
            <a:xfrm>
              <a:off x="5144408" y="25394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5"/>
            <p:cNvSpPr/>
            <p:nvPr/>
          </p:nvSpPr>
          <p:spPr>
            <a:xfrm>
              <a:off x="5459708" y="1999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6"/>
            <p:cNvSpPr/>
            <p:nvPr/>
          </p:nvSpPr>
          <p:spPr>
            <a:xfrm>
              <a:off x="5392665" y="21473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7"/>
            <p:cNvSpPr/>
            <p:nvPr/>
          </p:nvSpPr>
          <p:spPr>
            <a:xfrm>
              <a:off x="5503079" y="21292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8"/>
            <p:cNvSpPr/>
            <p:nvPr/>
          </p:nvSpPr>
          <p:spPr>
            <a:xfrm>
              <a:off x="5593503" y="21704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9"/>
            <p:cNvSpPr/>
            <p:nvPr/>
          </p:nvSpPr>
          <p:spPr>
            <a:xfrm>
              <a:off x="5412825" y="22269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80"/>
            <p:cNvSpPr/>
            <p:nvPr/>
          </p:nvSpPr>
          <p:spPr>
            <a:xfrm>
              <a:off x="5468888" y="18652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1"/>
            <p:cNvSpPr/>
            <p:nvPr/>
          </p:nvSpPr>
          <p:spPr>
            <a:xfrm>
              <a:off x="5646465" y="20508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2"/>
            <p:cNvSpPr/>
            <p:nvPr/>
          </p:nvSpPr>
          <p:spPr>
            <a:xfrm>
              <a:off x="5205503" y="22298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3"/>
            <p:cNvSpPr/>
            <p:nvPr/>
          </p:nvSpPr>
          <p:spPr>
            <a:xfrm>
              <a:off x="5601402" y="21327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4"/>
            <p:cNvSpPr/>
            <p:nvPr/>
          </p:nvSpPr>
          <p:spPr>
            <a:xfrm>
              <a:off x="5426311" y="22567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5"/>
            <p:cNvSpPr/>
            <p:nvPr/>
          </p:nvSpPr>
          <p:spPr>
            <a:xfrm>
              <a:off x="5125118" y="26410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6"/>
            <p:cNvSpPr/>
            <p:nvPr/>
          </p:nvSpPr>
          <p:spPr>
            <a:xfrm>
              <a:off x="5517395" y="21841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7"/>
            <p:cNvSpPr/>
            <p:nvPr/>
          </p:nvSpPr>
          <p:spPr>
            <a:xfrm>
              <a:off x="5039883" y="22140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8"/>
            <p:cNvSpPr/>
            <p:nvPr/>
          </p:nvSpPr>
          <p:spPr>
            <a:xfrm>
              <a:off x="5694154" y="18982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9"/>
            <p:cNvSpPr/>
            <p:nvPr/>
          </p:nvSpPr>
          <p:spPr>
            <a:xfrm>
              <a:off x="5399514" y="21371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90"/>
            <p:cNvSpPr/>
            <p:nvPr/>
          </p:nvSpPr>
          <p:spPr>
            <a:xfrm>
              <a:off x="5283884" y="22417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1"/>
            <p:cNvSpPr/>
            <p:nvPr/>
          </p:nvSpPr>
          <p:spPr>
            <a:xfrm>
              <a:off x="5338795" y="22021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2"/>
            <p:cNvSpPr/>
            <p:nvPr/>
          </p:nvSpPr>
          <p:spPr>
            <a:xfrm>
              <a:off x="5676979" y="20711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3"/>
            <p:cNvSpPr/>
            <p:nvPr/>
          </p:nvSpPr>
          <p:spPr>
            <a:xfrm>
              <a:off x="5709404" y="20962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4"/>
            <p:cNvSpPr/>
            <p:nvPr/>
          </p:nvSpPr>
          <p:spPr>
            <a:xfrm>
              <a:off x="5401883" y="21739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5"/>
            <p:cNvSpPr/>
            <p:nvPr/>
          </p:nvSpPr>
          <p:spPr>
            <a:xfrm>
              <a:off x="5645348" y="20555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6"/>
            <p:cNvSpPr/>
            <p:nvPr/>
          </p:nvSpPr>
          <p:spPr>
            <a:xfrm>
              <a:off x="5643919" y="21428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7"/>
            <p:cNvSpPr/>
            <p:nvPr/>
          </p:nvSpPr>
          <p:spPr>
            <a:xfrm>
              <a:off x="5105150" y="20732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8"/>
            <p:cNvSpPr/>
            <p:nvPr/>
          </p:nvSpPr>
          <p:spPr>
            <a:xfrm>
              <a:off x="5989362" y="21274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9"/>
            <p:cNvSpPr/>
            <p:nvPr/>
          </p:nvSpPr>
          <p:spPr>
            <a:xfrm>
              <a:off x="5441534" y="22646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900"/>
            <p:cNvSpPr/>
            <p:nvPr/>
          </p:nvSpPr>
          <p:spPr>
            <a:xfrm>
              <a:off x="5589281" y="20448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1"/>
            <p:cNvSpPr/>
            <p:nvPr/>
          </p:nvSpPr>
          <p:spPr>
            <a:xfrm>
              <a:off x="5077891" y="2563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2"/>
            <p:cNvSpPr/>
            <p:nvPr/>
          </p:nvSpPr>
          <p:spPr>
            <a:xfrm>
              <a:off x="5235039" y="21256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3"/>
            <p:cNvSpPr/>
            <p:nvPr/>
          </p:nvSpPr>
          <p:spPr>
            <a:xfrm>
              <a:off x="5474518" y="20784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4"/>
            <p:cNvSpPr/>
            <p:nvPr/>
          </p:nvSpPr>
          <p:spPr>
            <a:xfrm>
              <a:off x="5839445" y="19283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5"/>
            <p:cNvSpPr/>
            <p:nvPr/>
          </p:nvSpPr>
          <p:spPr>
            <a:xfrm>
              <a:off x="5313867" y="21355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6"/>
            <p:cNvSpPr/>
            <p:nvPr/>
          </p:nvSpPr>
          <p:spPr>
            <a:xfrm>
              <a:off x="5309206" y="20718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7"/>
            <p:cNvSpPr/>
            <p:nvPr/>
          </p:nvSpPr>
          <p:spPr>
            <a:xfrm>
              <a:off x="6044981" y="19277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8"/>
            <p:cNvSpPr/>
            <p:nvPr/>
          </p:nvSpPr>
          <p:spPr>
            <a:xfrm>
              <a:off x="5387046" y="21457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9"/>
            <p:cNvSpPr/>
            <p:nvPr/>
          </p:nvSpPr>
          <p:spPr>
            <a:xfrm>
              <a:off x="5096473" y="23426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10"/>
            <p:cNvSpPr/>
            <p:nvPr/>
          </p:nvSpPr>
          <p:spPr>
            <a:xfrm>
              <a:off x="5417352" y="22349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1"/>
            <p:cNvSpPr/>
            <p:nvPr/>
          </p:nvSpPr>
          <p:spPr>
            <a:xfrm>
              <a:off x="5507725" y="22777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2"/>
            <p:cNvSpPr/>
            <p:nvPr/>
          </p:nvSpPr>
          <p:spPr>
            <a:xfrm>
              <a:off x="5214406" y="22644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3"/>
            <p:cNvSpPr/>
            <p:nvPr/>
          </p:nvSpPr>
          <p:spPr>
            <a:xfrm>
              <a:off x="5109623" y="18769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4"/>
            <p:cNvSpPr/>
            <p:nvPr/>
          </p:nvSpPr>
          <p:spPr>
            <a:xfrm>
              <a:off x="5509105" y="21851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5"/>
            <p:cNvSpPr/>
            <p:nvPr/>
          </p:nvSpPr>
          <p:spPr>
            <a:xfrm>
              <a:off x="5275953" y="21484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6"/>
            <p:cNvSpPr/>
            <p:nvPr/>
          </p:nvSpPr>
          <p:spPr>
            <a:xfrm>
              <a:off x="5525921" y="20411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7"/>
            <p:cNvSpPr/>
            <p:nvPr/>
          </p:nvSpPr>
          <p:spPr>
            <a:xfrm>
              <a:off x="5642064" y="20333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8"/>
            <p:cNvSpPr/>
            <p:nvPr/>
          </p:nvSpPr>
          <p:spPr>
            <a:xfrm>
              <a:off x="5695285" y="19377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9"/>
            <p:cNvSpPr/>
            <p:nvPr/>
          </p:nvSpPr>
          <p:spPr>
            <a:xfrm>
              <a:off x="5203515" y="22098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20"/>
            <p:cNvSpPr/>
            <p:nvPr/>
          </p:nvSpPr>
          <p:spPr>
            <a:xfrm>
              <a:off x="5457283" y="21165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1"/>
            <p:cNvSpPr/>
            <p:nvPr/>
          </p:nvSpPr>
          <p:spPr>
            <a:xfrm>
              <a:off x="5173399" y="26094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2"/>
            <p:cNvSpPr/>
            <p:nvPr/>
          </p:nvSpPr>
          <p:spPr>
            <a:xfrm>
              <a:off x="5460045" y="22159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3"/>
            <p:cNvSpPr/>
            <p:nvPr/>
          </p:nvSpPr>
          <p:spPr>
            <a:xfrm>
              <a:off x="5509030" y="22307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4"/>
            <p:cNvSpPr/>
            <p:nvPr/>
          </p:nvSpPr>
          <p:spPr>
            <a:xfrm>
              <a:off x="5420784" y="21688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5"/>
            <p:cNvSpPr/>
            <p:nvPr/>
          </p:nvSpPr>
          <p:spPr>
            <a:xfrm>
              <a:off x="5339067" y="22128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6"/>
            <p:cNvSpPr/>
            <p:nvPr/>
          </p:nvSpPr>
          <p:spPr>
            <a:xfrm>
              <a:off x="5234738" y="21011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7"/>
            <p:cNvSpPr/>
            <p:nvPr/>
          </p:nvSpPr>
          <p:spPr>
            <a:xfrm>
              <a:off x="5561142" y="22475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8"/>
            <p:cNvSpPr/>
            <p:nvPr/>
          </p:nvSpPr>
          <p:spPr>
            <a:xfrm>
              <a:off x="5336842" y="21014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9"/>
            <p:cNvSpPr/>
            <p:nvPr/>
          </p:nvSpPr>
          <p:spPr>
            <a:xfrm>
              <a:off x="5556284" y="21858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30"/>
            <p:cNvSpPr/>
            <p:nvPr/>
          </p:nvSpPr>
          <p:spPr>
            <a:xfrm>
              <a:off x="4947616" y="21418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1"/>
            <p:cNvSpPr/>
            <p:nvPr/>
          </p:nvSpPr>
          <p:spPr>
            <a:xfrm>
              <a:off x="5706505" y="20766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t4932"/>
            <p:cNvSpPr/>
            <p:nvPr/>
          </p:nvSpPr>
          <p:spPr>
            <a:xfrm>
              <a:off x="5451173" y="23483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t4933"/>
            <p:cNvSpPr/>
            <p:nvPr/>
          </p:nvSpPr>
          <p:spPr>
            <a:xfrm>
              <a:off x="5369191" y="21884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t4934"/>
            <p:cNvSpPr/>
            <p:nvPr/>
          </p:nvSpPr>
          <p:spPr>
            <a:xfrm>
              <a:off x="5182628" y="25404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t4935"/>
            <p:cNvSpPr/>
            <p:nvPr/>
          </p:nvSpPr>
          <p:spPr>
            <a:xfrm>
              <a:off x="5740174" y="20141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t4936"/>
            <p:cNvSpPr/>
            <p:nvPr/>
          </p:nvSpPr>
          <p:spPr>
            <a:xfrm>
              <a:off x="5266942" y="2103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t4937"/>
            <p:cNvSpPr/>
            <p:nvPr/>
          </p:nvSpPr>
          <p:spPr>
            <a:xfrm>
              <a:off x="5369903" y="20510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t4938"/>
            <p:cNvSpPr/>
            <p:nvPr/>
          </p:nvSpPr>
          <p:spPr>
            <a:xfrm>
              <a:off x="5405104" y="2195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t4939"/>
            <p:cNvSpPr/>
            <p:nvPr/>
          </p:nvSpPr>
          <p:spPr>
            <a:xfrm>
              <a:off x="5539318" y="19865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t4940"/>
            <p:cNvSpPr/>
            <p:nvPr/>
          </p:nvSpPr>
          <p:spPr>
            <a:xfrm>
              <a:off x="5434565" y="22734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t4941"/>
            <p:cNvSpPr/>
            <p:nvPr/>
          </p:nvSpPr>
          <p:spPr>
            <a:xfrm>
              <a:off x="5252414" y="20730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t4942"/>
            <p:cNvSpPr/>
            <p:nvPr/>
          </p:nvSpPr>
          <p:spPr>
            <a:xfrm>
              <a:off x="4898245" y="29462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t4943"/>
            <p:cNvSpPr/>
            <p:nvPr/>
          </p:nvSpPr>
          <p:spPr>
            <a:xfrm>
              <a:off x="5633599" y="2173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t4944"/>
            <p:cNvSpPr/>
            <p:nvPr/>
          </p:nvSpPr>
          <p:spPr>
            <a:xfrm>
              <a:off x="5357098" y="22287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t4945"/>
            <p:cNvSpPr/>
            <p:nvPr/>
          </p:nvSpPr>
          <p:spPr>
            <a:xfrm>
              <a:off x="5135662" y="25278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t4946"/>
            <p:cNvSpPr/>
            <p:nvPr/>
          </p:nvSpPr>
          <p:spPr>
            <a:xfrm>
              <a:off x="5335599" y="21438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t4947"/>
            <p:cNvSpPr/>
            <p:nvPr/>
          </p:nvSpPr>
          <p:spPr>
            <a:xfrm>
              <a:off x="5157528" y="26191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t4948"/>
            <p:cNvSpPr/>
            <p:nvPr/>
          </p:nvSpPr>
          <p:spPr>
            <a:xfrm>
              <a:off x="5368817" y="22206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t4949"/>
            <p:cNvSpPr/>
            <p:nvPr/>
          </p:nvSpPr>
          <p:spPr>
            <a:xfrm>
              <a:off x="5245491" y="20800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t4950"/>
            <p:cNvSpPr/>
            <p:nvPr/>
          </p:nvSpPr>
          <p:spPr>
            <a:xfrm>
              <a:off x="5923806" y="16776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t4951"/>
            <p:cNvSpPr/>
            <p:nvPr/>
          </p:nvSpPr>
          <p:spPr>
            <a:xfrm>
              <a:off x="5681145" y="17863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t4952"/>
            <p:cNvSpPr/>
            <p:nvPr/>
          </p:nvSpPr>
          <p:spPr>
            <a:xfrm>
              <a:off x="5423909" y="20826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t4953"/>
            <p:cNvSpPr/>
            <p:nvPr/>
          </p:nvSpPr>
          <p:spPr>
            <a:xfrm>
              <a:off x="5134308" y="25505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t4954"/>
            <p:cNvSpPr/>
            <p:nvPr/>
          </p:nvSpPr>
          <p:spPr>
            <a:xfrm>
              <a:off x="5297656" y="21865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t4955"/>
            <p:cNvSpPr/>
            <p:nvPr/>
          </p:nvSpPr>
          <p:spPr>
            <a:xfrm>
              <a:off x="5298879" y="20933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t4956"/>
            <p:cNvSpPr/>
            <p:nvPr/>
          </p:nvSpPr>
          <p:spPr>
            <a:xfrm>
              <a:off x="5004916" y="2642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t4957"/>
            <p:cNvSpPr/>
            <p:nvPr/>
          </p:nvSpPr>
          <p:spPr>
            <a:xfrm>
              <a:off x="5028462" y="21974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t4958"/>
            <p:cNvSpPr/>
            <p:nvPr/>
          </p:nvSpPr>
          <p:spPr>
            <a:xfrm>
              <a:off x="5588242" y="23119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t4959"/>
            <p:cNvSpPr/>
            <p:nvPr/>
          </p:nvSpPr>
          <p:spPr>
            <a:xfrm>
              <a:off x="5660298" y="21338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t4960"/>
            <p:cNvSpPr/>
            <p:nvPr/>
          </p:nvSpPr>
          <p:spPr>
            <a:xfrm>
              <a:off x="5525093" y="20660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t4961"/>
            <p:cNvSpPr/>
            <p:nvPr/>
          </p:nvSpPr>
          <p:spPr>
            <a:xfrm>
              <a:off x="5251976" y="21640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t4962"/>
            <p:cNvSpPr/>
            <p:nvPr/>
          </p:nvSpPr>
          <p:spPr>
            <a:xfrm>
              <a:off x="5163332" y="28200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t4963"/>
            <p:cNvSpPr/>
            <p:nvPr/>
          </p:nvSpPr>
          <p:spPr>
            <a:xfrm>
              <a:off x="5329856" y="21268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t4964"/>
            <p:cNvSpPr/>
            <p:nvPr/>
          </p:nvSpPr>
          <p:spPr>
            <a:xfrm>
              <a:off x="5670938" y="17938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t4965"/>
            <p:cNvSpPr/>
            <p:nvPr/>
          </p:nvSpPr>
          <p:spPr>
            <a:xfrm>
              <a:off x="5272741" y="21197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t4966"/>
            <p:cNvSpPr/>
            <p:nvPr/>
          </p:nvSpPr>
          <p:spPr>
            <a:xfrm>
              <a:off x="5468701" y="20263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t4967"/>
            <p:cNvSpPr/>
            <p:nvPr/>
          </p:nvSpPr>
          <p:spPr>
            <a:xfrm>
              <a:off x="5426475" y="22007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t4968"/>
            <p:cNvSpPr/>
            <p:nvPr/>
          </p:nvSpPr>
          <p:spPr>
            <a:xfrm>
              <a:off x="5124798" y="26533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t4969"/>
            <p:cNvSpPr/>
            <p:nvPr/>
          </p:nvSpPr>
          <p:spPr>
            <a:xfrm>
              <a:off x="5576740" y="23044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t4970"/>
            <p:cNvSpPr/>
            <p:nvPr/>
          </p:nvSpPr>
          <p:spPr>
            <a:xfrm>
              <a:off x="5702152" y="19041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t4971"/>
            <p:cNvSpPr/>
            <p:nvPr/>
          </p:nvSpPr>
          <p:spPr>
            <a:xfrm>
              <a:off x="5476418" y="18868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t4972"/>
            <p:cNvSpPr/>
            <p:nvPr/>
          </p:nvSpPr>
          <p:spPr>
            <a:xfrm>
              <a:off x="5580110" y="21813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t4973"/>
            <p:cNvSpPr/>
            <p:nvPr/>
          </p:nvSpPr>
          <p:spPr>
            <a:xfrm>
              <a:off x="5870051" y="14348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t4974"/>
            <p:cNvSpPr/>
            <p:nvPr/>
          </p:nvSpPr>
          <p:spPr>
            <a:xfrm>
              <a:off x="5303997" y="22081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t4975"/>
            <p:cNvSpPr/>
            <p:nvPr/>
          </p:nvSpPr>
          <p:spPr>
            <a:xfrm>
              <a:off x="5670110" y="18186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t4976"/>
            <p:cNvSpPr/>
            <p:nvPr/>
          </p:nvSpPr>
          <p:spPr>
            <a:xfrm>
              <a:off x="5518574" y="22449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t4977"/>
            <p:cNvSpPr/>
            <p:nvPr/>
          </p:nvSpPr>
          <p:spPr>
            <a:xfrm>
              <a:off x="5182987" y="24710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t4978"/>
            <p:cNvSpPr/>
            <p:nvPr/>
          </p:nvSpPr>
          <p:spPr>
            <a:xfrm>
              <a:off x="5605754" y="20724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t4979"/>
            <p:cNvSpPr/>
            <p:nvPr/>
          </p:nvSpPr>
          <p:spPr>
            <a:xfrm>
              <a:off x="5414394" y="21765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t4980"/>
            <p:cNvSpPr/>
            <p:nvPr/>
          </p:nvSpPr>
          <p:spPr>
            <a:xfrm>
              <a:off x="5112577" y="20452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t4981"/>
            <p:cNvSpPr/>
            <p:nvPr/>
          </p:nvSpPr>
          <p:spPr>
            <a:xfrm>
              <a:off x="5645737" y="20158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t4982"/>
            <p:cNvSpPr/>
            <p:nvPr/>
          </p:nvSpPr>
          <p:spPr>
            <a:xfrm>
              <a:off x="5402858" y="22278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t4983"/>
            <p:cNvSpPr/>
            <p:nvPr/>
          </p:nvSpPr>
          <p:spPr>
            <a:xfrm>
              <a:off x="5588402" y="22616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t4984"/>
            <p:cNvSpPr/>
            <p:nvPr/>
          </p:nvSpPr>
          <p:spPr>
            <a:xfrm>
              <a:off x="5689590" y="19748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t4985"/>
            <p:cNvSpPr/>
            <p:nvPr/>
          </p:nvSpPr>
          <p:spPr>
            <a:xfrm>
              <a:off x="5371814" y="22628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t4986"/>
            <p:cNvSpPr/>
            <p:nvPr/>
          </p:nvSpPr>
          <p:spPr>
            <a:xfrm>
              <a:off x="5376332" y="2241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t4987"/>
            <p:cNvSpPr/>
            <p:nvPr/>
          </p:nvSpPr>
          <p:spPr>
            <a:xfrm>
              <a:off x="5580222" y="22420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t4988"/>
            <p:cNvSpPr/>
            <p:nvPr/>
          </p:nvSpPr>
          <p:spPr>
            <a:xfrm>
              <a:off x="5691862" y="19250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t4989"/>
            <p:cNvSpPr/>
            <p:nvPr/>
          </p:nvSpPr>
          <p:spPr>
            <a:xfrm>
              <a:off x="4733074" y="23837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t4990"/>
            <p:cNvSpPr/>
            <p:nvPr/>
          </p:nvSpPr>
          <p:spPr>
            <a:xfrm>
              <a:off x="5819120" y="18896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t4991"/>
            <p:cNvSpPr/>
            <p:nvPr/>
          </p:nvSpPr>
          <p:spPr>
            <a:xfrm>
              <a:off x="5358082" y="22356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t4992"/>
            <p:cNvSpPr/>
            <p:nvPr/>
          </p:nvSpPr>
          <p:spPr>
            <a:xfrm>
              <a:off x="5474493" y="19070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t4993"/>
            <p:cNvSpPr/>
            <p:nvPr/>
          </p:nvSpPr>
          <p:spPr>
            <a:xfrm>
              <a:off x="5938072" y="1673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t4994"/>
            <p:cNvSpPr/>
            <p:nvPr/>
          </p:nvSpPr>
          <p:spPr>
            <a:xfrm>
              <a:off x="5483244" y="19338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t4995"/>
            <p:cNvSpPr/>
            <p:nvPr/>
          </p:nvSpPr>
          <p:spPr>
            <a:xfrm>
              <a:off x="5231679" y="22435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t4996"/>
            <p:cNvSpPr/>
            <p:nvPr/>
          </p:nvSpPr>
          <p:spPr>
            <a:xfrm>
              <a:off x="5324991" y="22700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t4997"/>
            <p:cNvSpPr/>
            <p:nvPr/>
          </p:nvSpPr>
          <p:spPr>
            <a:xfrm>
              <a:off x="5726113" y="18371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t4998"/>
            <p:cNvSpPr/>
            <p:nvPr/>
          </p:nvSpPr>
          <p:spPr>
            <a:xfrm>
              <a:off x="5805498" y="18283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t4999"/>
            <p:cNvSpPr/>
            <p:nvPr/>
          </p:nvSpPr>
          <p:spPr>
            <a:xfrm>
              <a:off x="5348610" y="2194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t5000"/>
            <p:cNvSpPr/>
            <p:nvPr/>
          </p:nvSpPr>
          <p:spPr>
            <a:xfrm>
              <a:off x="5437453" y="22215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t5001"/>
            <p:cNvSpPr/>
            <p:nvPr/>
          </p:nvSpPr>
          <p:spPr>
            <a:xfrm>
              <a:off x="5485384" y="20204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t5002"/>
            <p:cNvSpPr/>
            <p:nvPr/>
          </p:nvSpPr>
          <p:spPr>
            <a:xfrm>
              <a:off x="5246523" y="21945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t5003"/>
            <p:cNvSpPr/>
            <p:nvPr/>
          </p:nvSpPr>
          <p:spPr>
            <a:xfrm>
              <a:off x="5371713" y="21073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t5004"/>
            <p:cNvSpPr/>
            <p:nvPr/>
          </p:nvSpPr>
          <p:spPr>
            <a:xfrm>
              <a:off x="5412025" y="21184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t5005"/>
            <p:cNvSpPr/>
            <p:nvPr/>
          </p:nvSpPr>
          <p:spPr>
            <a:xfrm>
              <a:off x="5546557" y="21723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t5006"/>
            <p:cNvSpPr/>
            <p:nvPr/>
          </p:nvSpPr>
          <p:spPr>
            <a:xfrm>
              <a:off x="5403561" y="22326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t5007"/>
            <p:cNvSpPr/>
            <p:nvPr/>
          </p:nvSpPr>
          <p:spPr>
            <a:xfrm>
              <a:off x="5736566" y="19199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t5008"/>
            <p:cNvSpPr/>
            <p:nvPr/>
          </p:nvSpPr>
          <p:spPr>
            <a:xfrm>
              <a:off x="5317104" y="21818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t5009"/>
            <p:cNvSpPr/>
            <p:nvPr/>
          </p:nvSpPr>
          <p:spPr>
            <a:xfrm>
              <a:off x="5535248" y="21845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t5010"/>
            <p:cNvSpPr/>
            <p:nvPr/>
          </p:nvSpPr>
          <p:spPr>
            <a:xfrm>
              <a:off x="4992147" y="24288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t5011"/>
            <p:cNvSpPr/>
            <p:nvPr/>
          </p:nvSpPr>
          <p:spPr>
            <a:xfrm>
              <a:off x="5434477" y="22667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t5012"/>
            <p:cNvSpPr/>
            <p:nvPr/>
          </p:nvSpPr>
          <p:spPr>
            <a:xfrm>
              <a:off x="5814144" y="17921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t5013"/>
            <p:cNvSpPr/>
            <p:nvPr/>
          </p:nvSpPr>
          <p:spPr>
            <a:xfrm>
              <a:off x="5789715" y="20889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t5014"/>
            <p:cNvSpPr/>
            <p:nvPr/>
          </p:nvSpPr>
          <p:spPr>
            <a:xfrm>
              <a:off x="5333517" y="21480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t5015"/>
            <p:cNvSpPr/>
            <p:nvPr/>
          </p:nvSpPr>
          <p:spPr>
            <a:xfrm>
              <a:off x="5543146" y="1974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t5016"/>
            <p:cNvSpPr/>
            <p:nvPr/>
          </p:nvSpPr>
          <p:spPr>
            <a:xfrm>
              <a:off x="5751645" y="18387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t5017"/>
            <p:cNvSpPr/>
            <p:nvPr/>
          </p:nvSpPr>
          <p:spPr>
            <a:xfrm>
              <a:off x="5097512" y="25270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t5018"/>
            <p:cNvSpPr/>
            <p:nvPr/>
          </p:nvSpPr>
          <p:spPr>
            <a:xfrm>
              <a:off x="5644565" y="20093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t5019"/>
            <p:cNvSpPr/>
            <p:nvPr/>
          </p:nvSpPr>
          <p:spPr>
            <a:xfrm>
              <a:off x="5150797" y="2765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t5020"/>
            <p:cNvSpPr/>
            <p:nvPr/>
          </p:nvSpPr>
          <p:spPr>
            <a:xfrm>
              <a:off x="5437255" y="21293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t5021"/>
            <p:cNvSpPr/>
            <p:nvPr/>
          </p:nvSpPr>
          <p:spPr>
            <a:xfrm>
              <a:off x="5645503" y="20204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t5022"/>
            <p:cNvSpPr/>
            <p:nvPr/>
          </p:nvSpPr>
          <p:spPr>
            <a:xfrm>
              <a:off x="5979560" y="18074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t5023"/>
            <p:cNvSpPr/>
            <p:nvPr/>
          </p:nvSpPr>
          <p:spPr>
            <a:xfrm>
              <a:off x="5440409" y="22241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t5024"/>
            <p:cNvSpPr/>
            <p:nvPr/>
          </p:nvSpPr>
          <p:spPr>
            <a:xfrm>
              <a:off x="5587235" y="22544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t5025"/>
            <p:cNvSpPr/>
            <p:nvPr/>
          </p:nvSpPr>
          <p:spPr>
            <a:xfrm>
              <a:off x="5498982" y="21920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t5026"/>
            <p:cNvSpPr/>
            <p:nvPr/>
          </p:nvSpPr>
          <p:spPr>
            <a:xfrm>
              <a:off x="5685235" y="16823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t5027"/>
            <p:cNvSpPr/>
            <p:nvPr/>
          </p:nvSpPr>
          <p:spPr>
            <a:xfrm>
              <a:off x="5188180" y="22743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t5028"/>
            <p:cNvSpPr/>
            <p:nvPr/>
          </p:nvSpPr>
          <p:spPr>
            <a:xfrm>
              <a:off x="5457356" y="21794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t5029"/>
            <p:cNvSpPr/>
            <p:nvPr/>
          </p:nvSpPr>
          <p:spPr>
            <a:xfrm>
              <a:off x="5293363" y="21395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t5030"/>
            <p:cNvSpPr/>
            <p:nvPr/>
          </p:nvSpPr>
          <p:spPr>
            <a:xfrm>
              <a:off x="5058268" y="2209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t5031"/>
            <p:cNvSpPr/>
            <p:nvPr/>
          </p:nvSpPr>
          <p:spPr>
            <a:xfrm>
              <a:off x="5545946" y="1893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t5032"/>
            <p:cNvSpPr/>
            <p:nvPr/>
          </p:nvSpPr>
          <p:spPr>
            <a:xfrm>
              <a:off x="5500502" y="22802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t5033"/>
            <p:cNvSpPr/>
            <p:nvPr/>
          </p:nvSpPr>
          <p:spPr>
            <a:xfrm>
              <a:off x="5016998" y="28407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t5034"/>
            <p:cNvSpPr/>
            <p:nvPr/>
          </p:nvSpPr>
          <p:spPr>
            <a:xfrm>
              <a:off x="5357754" y="22845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t5035"/>
            <p:cNvSpPr/>
            <p:nvPr/>
          </p:nvSpPr>
          <p:spPr>
            <a:xfrm>
              <a:off x="5329295" y="21818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t5036"/>
            <p:cNvSpPr/>
            <p:nvPr/>
          </p:nvSpPr>
          <p:spPr>
            <a:xfrm>
              <a:off x="5270677" y="21252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t5037"/>
            <p:cNvSpPr/>
            <p:nvPr/>
          </p:nvSpPr>
          <p:spPr>
            <a:xfrm>
              <a:off x="5430147" y="23252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t5038"/>
            <p:cNvSpPr/>
            <p:nvPr/>
          </p:nvSpPr>
          <p:spPr>
            <a:xfrm>
              <a:off x="5537638" y="22703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t5039"/>
            <p:cNvSpPr/>
            <p:nvPr/>
          </p:nvSpPr>
          <p:spPr>
            <a:xfrm>
              <a:off x="5256837" y="2091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t5040"/>
            <p:cNvSpPr/>
            <p:nvPr/>
          </p:nvSpPr>
          <p:spPr>
            <a:xfrm>
              <a:off x="5125432" y="25567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t5041"/>
            <p:cNvSpPr/>
            <p:nvPr/>
          </p:nvSpPr>
          <p:spPr>
            <a:xfrm>
              <a:off x="5138099" y="26379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t5042"/>
            <p:cNvSpPr/>
            <p:nvPr/>
          </p:nvSpPr>
          <p:spPr>
            <a:xfrm>
              <a:off x="5686566" y="16166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t5043"/>
            <p:cNvSpPr/>
            <p:nvPr/>
          </p:nvSpPr>
          <p:spPr>
            <a:xfrm>
              <a:off x="5747747" y="20015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t5044"/>
            <p:cNvSpPr/>
            <p:nvPr/>
          </p:nvSpPr>
          <p:spPr>
            <a:xfrm>
              <a:off x="5693927" y="19199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t5045"/>
            <p:cNvSpPr/>
            <p:nvPr/>
          </p:nvSpPr>
          <p:spPr>
            <a:xfrm>
              <a:off x="5336570" y="21835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t5046"/>
            <p:cNvSpPr/>
            <p:nvPr/>
          </p:nvSpPr>
          <p:spPr>
            <a:xfrm>
              <a:off x="5480981" y="20705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t5047"/>
            <p:cNvSpPr/>
            <p:nvPr/>
          </p:nvSpPr>
          <p:spPr>
            <a:xfrm>
              <a:off x="5332398" y="20863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t5048"/>
            <p:cNvSpPr/>
            <p:nvPr/>
          </p:nvSpPr>
          <p:spPr>
            <a:xfrm>
              <a:off x="5458062" y="20163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t5049"/>
            <p:cNvSpPr/>
            <p:nvPr/>
          </p:nvSpPr>
          <p:spPr>
            <a:xfrm>
              <a:off x="5685337" y="16944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t5050"/>
            <p:cNvSpPr/>
            <p:nvPr/>
          </p:nvSpPr>
          <p:spPr>
            <a:xfrm>
              <a:off x="5734217" y="20274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t5051"/>
            <p:cNvSpPr/>
            <p:nvPr/>
          </p:nvSpPr>
          <p:spPr>
            <a:xfrm>
              <a:off x="5410872" y="2222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t5052"/>
            <p:cNvSpPr/>
            <p:nvPr/>
          </p:nvSpPr>
          <p:spPr>
            <a:xfrm>
              <a:off x="5133783" y="25722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t5053"/>
            <p:cNvSpPr/>
            <p:nvPr/>
          </p:nvSpPr>
          <p:spPr>
            <a:xfrm>
              <a:off x="5381984" y="22169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t5054"/>
            <p:cNvSpPr/>
            <p:nvPr/>
          </p:nvSpPr>
          <p:spPr>
            <a:xfrm>
              <a:off x="5739757" y="19318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t5055"/>
            <p:cNvSpPr/>
            <p:nvPr/>
          </p:nvSpPr>
          <p:spPr>
            <a:xfrm>
              <a:off x="5541185" y="22716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t5056"/>
            <p:cNvSpPr/>
            <p:nvPr/>
          </p:nvSpPr>
          <p:spPr>
            <a:xfrm>
              <a:off x="5445950" y="23184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t5057"/>
            <p:cNvSpPr/>
            <p:nvPr/>
          </p:nvSpPr>
          <p:spPr>
            <a:xfrm>
              <a:off x="5104599" y="19528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t5058"/>
            <p:cNvSpPr/>
            <p:nvPr/>
          </p:nvSpPr>
          <p:spPr>
            <a:xfrm>
              <a:off x="4891825" y="2814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t5059"/>
            <p:cNvSpPr/>
            <p:nvPr/>
          </p:nvSpPr>
          <p:spPr>
            <a:xfrm>
              <a:off x="5100733" y="20028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t5060"/>
            <p:cNvSpPr/>
            <p:nvPr/>
          </p:nvSpPr>
          <p:spPr>
            <a:xfrm>
              <a:off x="5380834" y="22783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t5061"/>
            <p:cNvSpPr/>
            <p:nvPr/>
          </p:nvSpPr>
          <p:spPr>
            <a:xfrm>
              <a:off x="5145652" y="25869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t5062"/>
            <p:cNvSpPr/>
            <p:nvPr/>
          </p:nvSpPr>
          <p:spPr>
            <a:xfrm>
              <a:off x="5522927" y="21390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t5063"/>
            <p:cNvSpPr/>
            <p:nvPr/>
          </p:nvSpPr>
          <p:spPr>
            <a:xfrm>
              <a:off x="5520219" y="22915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t5064"/>
            <p:cNvSpPr/>
            <p:nvPr/>
          </p:nvSpPr>
          <p:spPr>
            <a:xfrm>
              <a:off x="4996593" y="24154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t5065"/>
            <p:cNvSpPr/>
            <p:nvPr/>
          </p:nvSpPr>
          <p:spPr>
            <a:xfrm>
              <a:off x="5524884" y="21272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t5066"/>
            <p:cNvSpPr/>
            <p:nvPr/>
          </p:nvSpPr>
          <p:spPr>
            <a:xfrm>
              <a:off x="5792151" y="20956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t5067"/>
            <p:cNvSpPr/>
            <p:nvPr/>
          </p:nvSpPr>
          <p:spPr>
            <a:xfrm>
              <a:off x="5130896" y="26045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t5068"/>
            <p:cNvSpPr/>
            <p:nvPr/>
          </p:nvSpPr>
          <p:spPr>
            <a:xfrm>
              <a:off x="5221479" y="21845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t5069"/>
            <p:cNvSpPr/>
            <p:nvPr/>
          </p:nvSpPr>
          <p:spPr>
            <a:xfrm>
              <a:off x="5561034" y="23288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t5070"/>
            <p:cNvSpPr/>
            <p:nvPr/>
          </p:nvSpPr>
          <p:spPr>
            <a:xfrm>
              <a:off x="5060765" y="22950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t5071"/>
            <p:cNvSpPr/>
            <p:nvPr/>
          </p:nvSpPr>
          <p:spPr>
            <a:xfrm>
              <a:off x="5260401" y="21819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t5072"/>
            <p:cNvSpPr/>
            <p:nvPr/>
          </p:nvSpPr>
          <p:spPr>
            <a:xfrm>
              <a:off x="5546961" y="22249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t5073"/>
            <p:cNvSpPr/>
            <p:nvPr/>
          </p:nvSpPr>
          <p:spPr>
            <a:xfrm>
              <a:off x="5877797" y="18796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t5074"/>
            <p:cNvSpPr/>
            <p:nvPr/>
          </p:nvSpPr>
          <p:spPr>
            <a:xfrm>
              <a:off x="5379189" y="22210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t5075"/>
            <p:cNvSpPr/>
            <p:nvPr/>
          </p:nvSpPr>
          <p:spPr>
            <a:xfrm>
              <a:off x="5005961" y="26091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t5076"/>
            <p:cNvSpPr/>
            <p:nvPr/>
          </p:nvSpPr>
          <p:spPr>
            <a:xfrm>
              <a:off x="5567625" y="21965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t5077"/>
            <p:cNvSpPr/>
            <p:nvPr/>
          </p:nvSpPr>
          <p:spPr>
            <a:xfrm>
              <a:off x="6020254" y="17067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t5078"/>
            <p:cNvSpPr/>
            <p:nvPr/>
          </p:nvSpPr>
          <p:spPr>
            <a:xfrm>
              <a:off x="5251573" y="20168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t5079"/>
            <p:cNvSpPr/>
            <p:nvPr/>
          </p:nvSpPr>
          <p:spPr>
            <a:xfrm>
              <a:off x="4872626" y="26147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t5080"/>
            <p:cNvSpPr/>
            <p:nvPr/>
          </p:nvSpPr>
          <p:spPr>
            <a:xfrm>
              <a:off x="5187688" y="22662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t5081"/>
            <p:cNvSpPr/>
            <p:nvPr/>
          </p:nvSpPr>
          <p:spPr>
            <a:xfrm>
              <a:off x="5603845" y="20617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t5082"/>
            <p:cNvSpPr/>
            <p:nvPr/>
          </p:nvSpPr>
          <p:spPr>
            <a:xfrm>
              <a:off x="5433432" y="2224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t5083"/>
            <p:cNvSpPr/>
            <p:nvPr/>
          </p:nvSpPr>
          <p:spPr>
            <a:xfrm>
              <a:off x="5941736" y="17736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t5084"/>
            <p:cNvSpPr/>
            <p:nvPr/>
          </p:nvSpPr>
          <p:spPr>
            <a:xfrm>
              <a:off x="4942167" y="16397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t5085"/>
            <p:cNvSpPr/>
            <p:nvPr/>
          </p:nvSpPr>
          <p:spPr>
            <a:xfrm>
              <a:off x="5302783" y="22647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t5086"/>
            <p:cNvSpPr/>
            <p:nvPr/>
          </p:nvSpPr>
          <p:spPr>
            <a:xfrm>
              <a:off x="5148492" y="26335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t5087"/>
            <p:cNvSpPr/>
            <p:nvPr/>
          </p:nvSpPr>
          <p:spPr>
            <a:xfrm>
              <a:off x="5422571" y="22581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t5088"/>
            <p:cNvSpPr/>
            <p:nvPr/>
          </p:nvSpPr>
          <p:spPr>
            <a:xfrm>
              <a:off x="5494014" y="21470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t5089"/>
            <p:cNvSpPr/>
            <p:nvPr/>
          </p:nvSpPr>
          <p:spPr>
            <a:xfrm>
              <a:off x="5442133" y="2236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t5090"/>
            <p:cNvSpPr/>
            <p:nvPr/>
          </p:nvSpPr>
          <p:spPr>
            <a:xfrm>
              <a:off x="5541949" y="22523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t5091"/>
            <p:cNvSpPr/>
            <p:nvPr/>
          </p:nvSpPr>
          <p:spPr>
            <a:xfrm>
              <a:off x="5574896" y="22323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t5092"/>
            <p:cNvSpPr/>
            <p:nvPr/>
          </p:nvSpPr>
          <p:spPr>
            <a:xfrm>
              <a:off x="5492459" y="22087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t5093"/>
            <p:cNvSpPr/>
            <p:nvPr/>
          </p:nvSpPr>
          <p:spPr>
            <a:xfrm>
              <a:off x="5330496" y="21678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t5094"/>
            <p:cNvSpPr/>
            <p:nvPr/>
          </p:nvSpPr>
          <p:spPr>
            <a:xfrm>
              <a:off x="5631612" y="2137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t5095"/>
            <p:cNvSpPr/>
            <p:nvPr/>
          </p:nvSpPr>
          <p:spPr>
            <a:xfrm>
              <a:off x="5314548" y="21488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t5096"/>
            <p:cNvSpPr/>
            <p:nvPr/>
          </p:nvSpPr>
          <p:spPr>
            <a:xfrm>
              <a:off x="5408235" y="2183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t5097"/>
            <p:cNvSpPr/>
            <p:nvPr/>
          </p:nvSpPr>
          <p:spPr>
            <a:xfrm>
              <a:off x="5747661" y="1877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t5098"/>
            <p:cNvSpPr/>
            <p:nvPr/>
          </p:nvSpPr>
          <p:spPr>
            <a:xfrm>
              <a:off x="5444224" y="22678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t5099"/>
            <p:cNvSpPr/>
            <p:nvPr/>
          </p:nvSpPr>
          <p:spPr>
            <a:xfrm>
              <a:off x="5387222" y="21554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t5100"/>
            <p:cNvSpPr/>
            <p:nvPr/>
          </p:nvSpPr>
          <p:spPr>
            <a:xfrm>
              <a:off x="5495752" y="22723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t5101"/>
            <p:cNvSpPr/>
            <p:nvPr/>
          </p:nvSpPr>
          <p:spPr>
            <a:xfrm>
              <a:off x="5698743" y="19252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t5102"/>
            <p:cNvSpPr/>
            <p:nvPr/>
          </p:nvSpPr>
          <p:spPr>
            <a:xfrm>
              <a:off x="4899037" y="2913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t5103"/>
            <p:cNvSpPr/>
            <p:nvPr/>
          </p:nvSpPr>
          <p:spPr>
            <a:xfrm>
              <a:off x="5349642" y="21910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t5104"/>
            <p:cNvSpPr/>
            <p:nvPr/>
          </p:nvSpPr>
          <p:spPr>
            <a:xfrm>
              <a:off x="5775064" y="20979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t5105"/>
            <p:cNvSpPr/>
            <p:nvPr/>
          </p:nvSpPr>
          <p:spPr>
            <a:xfrm>
              <a:off x="5409141" y="22128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t5106"/>
            <p:cNvSpPr/>
            <p:nvPr/>
          </p:nvSpPr>
          <p:spPr>
            <a:xfrm>
              <a:off x="5565225" y="22490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t5107"/>
            <p:cNvSpPr/>
            <p:nvPr/>
          </p:nvSpPr>
          <p:spPr>
            <a:xfrm>
              <a:off x="5214313" y="23039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t5108"/>
            <p:cNvSpPr/>
            <p:nvPr/>
          </p:nvSpPr>
          <p:spPr>
            <a:xfrm>
              <a:off x="5326080" y="2083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t5109"/>
            <p:cNvSpPr/>
            <p:nvPr/>
          </p:nvSpPr>
          <p:spPr>
            <a:xfrm>
              <a:off x="4750297" y="24060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t5110"/>
            <p:cNvSpPr/>
            <p:nvPr/>
          </p:nvSpPr>
          <p:spPr>
            <a:xfrm>
              <a:off x="5595727" y="21263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t5111"/>
            <p:cNvSpPr/>
            <p:nvPr/>
          </p:nvSpPr>
          <p:spPr>
            <a:xfrm>
              <a:off x="5208696" y="2333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t5112"/>
            <p:cNvSpPr/>
            <p:nvPr/>
          </p:nvSpPr>
          <p:spPr>
            <a:xfrm>
              <a:off x="5376657" y="2230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t5113"/>
            <p:cNvSpPr/>
            <p:nvPr/>
          </p:nvSpPr>
          <p:spPr>
            <a:xfrm>
              <a:off x="5109004" y="1522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t5114"/>
            <p:cNvSpPr/>
            <p:nvPr/>
          </p:nvSpPr>
          <p:spPr>
            <a:xfrm>
              <a:off x="5448102" y="23181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t5115"/>
            <p:cNvSpPr/>
            <p:nvPr/>
          </p:nvSpPr>
          <p:spPr>
            <a:xfrm>
              <a:off x="5525228" y="22112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t5116"/>
            <p:cNvSpPr/>
            <p:nvPr/>
          </p:nvSpPr>
          <p:spPr>
            <a:xfrm>
              <a:off x="5679778" y="16120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t5117"/>
            <p:cNvSpPr/>
            <p:nvPr/>
          </p:nvSpPr>
          <p:spPr>
            <a:xfrm>
              <a:off x="5582776" y="22373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t5118"/>
            <p:cNvSpPr/>
            <p:nvPr/>
          </p:nvSpPr>
          <p:spPr>
            <a:xfrm>
              <a:off x="5429229" y="23025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t5119"/>
            <p:cNvSpPr/>
            <p:nvPr/>
          </p:nvSpPr>
          <p:spPr>
            <a:xfrm>
              <a:off x="5292015" y="2223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t5120"/>
            <p:cNvSpPr/>
            <p:nvPr/>
          </p:nvSpPr>
          <p:spPr>
            <a:xfrm>
              <a:off x="5617729" y="19120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t5121"/>
            <p:cNvSpPr/>
            <p:nvPr/>
          </p:nvSpPr>
          <p:spPr>
            <a:xfrm>
              <a:off x="5145482" y="26525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t5122"/>
            <p:cNvSpPr/>
            <p:nvPr/>
          </p:nvSpPr>
          <p:spPr>
            <a:xfrm>
              <a:off x="5698335" y="18954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t5123"/>
            <p:cNvSpPr/>
            <p:nvPr/>
          </p:nvSpPr>
          <p:spPr>
            <a:xfrm>
              <a:off x="5898823" y="17990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t5124"/>
            <p:cNvSpPr/>
            <p:nvPr/>
          </p:nvSpPr>
          <p:spPr>
            <a:xfrm>
              <a:off x="5554284" y="21568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t5125"/>
            <p:cNvSpPr/>
            <p:nvPr/>
          </p:nvSpPr>
          <p:spPr>
            <a:xfrm>
              <a:off x="5246750" y="20176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t5126"/>
            <p:cNvSpPr/>
            <p:nvPr/>
          </p:nvSpPr>
          <p:spPr>
            <a:xfrm>
              <a:off x="5264331" y="21636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t5127"/>
            <p:cNvSpPr/>
            <p:nvPr/>
          </p:nvSpPr>
          <p:spPr>
            <a:xfrm>
              <a:off x="4997590" y="25228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t5128"/>
            <p:cNvSpPr/>
            <p:nvPr/>
          </p:nvSpPr>
          <p:spPr>
            <a:xfrm>
              <a:off x="5555813" y="21874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t5129"/>
            <p:cNvSpPr/>
            <p:nvPr/>
          </p:nvSpPr>
          <p:spPr>
            <a:xfrm>
              <a:off x="4921918" y="25613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t5130"/>
            <p:cNvSpPr/>
            <p:nvPr/>
          </p:nvSpPr>
          <p:spPr>
            <a:xfrm>
              <a:off x="5276120" y="21665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t5131"/>
            <p:cNvSpPr/>
            <p:nvPr/>
          </p:nvSpPr>
          <p:spPr>
            <a:xfrm>
              <a:off x="5543167" y="19750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t5132"/>
            <p:cNvSpPr/>
            <p:nvPr/>
          </p:nvSpPr>
          <p:spPr>
            <a:xfrm>
              <a:off x="5469204" y="20233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t5133"/>
            <p:cNvSpPr/>
            <p:nvPr/>
          </p:nvSpPr>
          <p:spPr>
            <a:xfrm>
              <a:off x="5414907" y="22133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t5134"/>
            <p:cNvSpPr/>
            <p:nvPr/>
          </p:nvSpPr>
          <p:spPr>
            <a:xfrm>
              <a:off x="4928503" y="21306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t5135"/>
            <p:cNvSpPr/>
            <p:nvPr/>
          </p:nvSpPr>
          <p:spPr>
            <a:xfrm>
              <a:off x="5697869" y="19583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t5136"/>
            <p:cNvSpPr/>
            <p:nvPr/>
          </p:nvSpPr>
          <p:spPr>
            <a:xfrm>
              <a:off x="5005129" y="25572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t5137"/>
            <p:cNvSpPr/>
            <p:nvPr/>
          </p:nvSpPr>
          <p:spPr>
            <a:xfrm>
              <a:off x="5292347" y="21210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t5138"/>
            <p:cNvSpPr/>
            <p:nvPr/>
          </p:nvSpPr>
          <p:spPr>
            <a:xfrm>
              <a:off x="5205829" y="22976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t5139"/>
            <p:cNvSpPr/>
            <p:nvPr/>
          </p:nvSpPr>
          <p:spPr>
            <a:xfrm>
              <a:off x="5241954" y="2255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t5140"/>
            <p:cNvSpPr/>
            <p:nvPr/>
          </p:nvSpPr>
          <p:spPr>
            <a:xfrm>
              <a:off x="5508150" y="21734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t5141"/>
            <p:cNvSpPr/>
            <p:nvPr/>
          </p:nvSpPr>
          <p:spPr>
            <a:xfrm>
              <a:off x="5479495" y="1780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t5142"/>
            <p:cNvSpPr/>
            <p:nvPr/>
          </p:nvSpPr>
          <p:spPr>
            <a:xfrm>
              <a:off x="5846366" y="16521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t5143"/>
            <p:cNvSpPr/>
            <p:nvPr/>
          </p:nvSpPr>
          <p:spPr>
            <a:xfrm>
              <a:off x="5476510" y="19504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t5144"/>
            <p:cNvSpPr/>
            <p:nvPr/>
          </p:nvSpPr>
          <p:spPr>
            <a:xfrm>
              <a:off x="5430026" y="22608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t5145"/>
            <p:cNvSpPr/>
            <p:nvPr/>
          </p:nvSpPr>
          <p:spPr>
            <a:xfrm>
              <a:off x="5421175" y="21752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t5146"/>
            <p:cNvSpPr/>
            <p:nvPr/>
          </p:nvSpPr>
          <p:spPr>
            <a:xfrm>
              <a:off x="5408259" y="21740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t5147"/>
            <p:cNvSpPr/>
            <p:nvPr/>
          </p:nvSpPr>
          <p:spPr>
            <a:xfrm>
              <a:off x="5473763" y="20616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t5148"/>
            <p:cNvSpPr/>
            <p:nvPr/>
          </p:nvSpPr>
          <p:spPr>
            <a:xfrm>
              <a:off x="5470785" y="18664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t5149"/>
            <p:cNvSpPr/>
            <p:nvPr/>
          </p:nvSpPr>
          <p:spPr>
            <a:xfrm>
              <a:off x="5595554" y="21054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t5150"/>
            <p:cNvSpPr/>
            <p:nvPr/>
          </p:nvSpPr>
          <p:spPr>
            <a:xfrm>
              <a:off x="5147993" y="26157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t5151"/>
            <p:cNvSpPr/>
            <p:nvPr/>
          </p:nvSpPr>
          <p:spPr>
            <a:xfrm>
              <a:off x="5834480" y="19847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t5152"/>
            <p:cNvSpPr/>
            <p:nvPr/>
          </p:nvSpPr>
          <p:spPr>
            <a:xfrm>
              <a:off x="5493209" y="19458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t5153"/>
            <p:cNvSpPr/>
            <p:nvPr/>
          </p:nvSpPr>
          <p:spPr>
            <a:xfrm>
              <a:off x="5258817" y="21846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t5154"/>
            <p:cNvSpPr/>
            <p:nvPr/>
          </p:nvSpPr>
          <p:spPr>
            <a:xfrm>
              <a:off x="5477617" y="20216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t5155"/>
            <p:cNvSpPr/>
            <p:nvPr/>
          </p:nvSpPr>
          <p:spPr>
            <a:xfrm>
              <a:off x="5376483" y="2236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t5156"/>
            <p:cNvSpPr/>
            <p:nvPr/>
          </p:nvSpPr>
          <p:spPr>
            <a:xfrm>
              <a:off x="5636165" y="20661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t5157"/>
            <p:cNvSpPr/>
            <p:nvPr/>
          </p:nvSpPr>
          <p:spPr>
            <a:xfrm>
              <a:off x="5425251" y="22596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t5158"/>
            <p:cNvSpPr/>
            <p:nvPr/>
          </p:nvSpPr>
          <p:spPr>
            <a:xfrm>
              <a:off x="5487112" y="21152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t5159"/>
            <p:cNvSpPr/>
            <p:nvPr/>
          </p:nvSpPr>
          <p:spPr>
            <a:xfrm>
              <a:off x="5292863" y="21652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t5160"/>
            <p:cNvSpPr/>
            <p:nvPr/>
          </p:nvSpPr>
          <p:spPr>
            <a:xfrm>
              <a:off x="5660642" y="2112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t5161"/>
            <p:cNvSpPr/>
            <p:nvPr/>
          </p:nvSpPr>
          <p:spPr>
            <a:xfrm>
              <a:off x="5547555" y="22462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t5162"/>
            <p:cNvSpPr/>
            <p:nvPr/>
          </p:nvSpPr>
          <p:spPr>
            <a:xfrm>
              <a:off x="5742996" y="18279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t5163"/>
            <p:cNvSpPr/>
            <p:nvPr/>
          </p:nvSpPr>
          <p:spPr>
            <a:xfrm>
              <a:off x="5294084" y="21495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t5164"/>
            <p:cNvSpPr/>
            <p:nvPr/>
          </p:nvSpPr>
          <p:spPr>
            <a:xfrm>
              <a:off x="5564846" y="2209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t5165"/>
            <p:cNvSpPr/>
            <p:nvPr/>
          </p:nvSpPr>
          <p:spPr>
            <a:xfrm>
              <a:off x="4877165" y="25553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t5166"/>
            <p:cNvSpPr/>
            <p:nvPr/>
          </p:nvSpPr>
          <p:spPr>
            <a:xfrm>
              <a:off x="5141509" y="23733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t5167"/>
            <p:cNvSpPr/>
            <p:nvPr/>
          </p:nvSpPr>
          <p:spPr>
            <a:xfrm>
              <a:off x="5558227" y="22478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t5168"/>
            <p:cNvSpPr/>
            <p:nvPr/>
          </p:nvSpPr>
          <p:spPr>
            <a:xfrm>
              <a:off x="5393093" y="21771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t5169"/>
            <p:cNvSpPr/>
            <p:nvPr/>
          </p:nvSpPr>
          <p:spPr>
            <a:xfrm>
              <a:off x="5065319" y="24738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t5170"/>
            <p:cNvSpPr/>
            <p:nvPr/>
          </p:nvSpPr>
          <p:spPr>
            <a:xfrm>
              <a:off x="5454734" y="21111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t5171"/>
            <p:cNvSpPr/>
            <p:nvPr/>
          </p:nvSpPr>
          <p:spPr>
            <a:xfrm>
              <a:off x="5789391" y="22213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t5172"/>
            <p:cNvSpPr/>
            <p:nvPr/>
          </p:nvSpPr>
          <p:spPr>
            <a:xfrm>
              <a:off x="5401280" y="21855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t5173"/>
            <p:cNvSpPr/>
            <p:nvPr/>
          </p:nvSpPr>
          <p:spPr>
            <a:xfrm>
              <a:off x="5318194" y="22305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t5174"/>
            <p:cNvSpPr/>
            <p:nvPr/>
          </p:nvSpPr>
          <p:spPr>
            <a:xfrm>
              <a:off x="5160892" y="27725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t5175"/>
            <p:cNvSpPr/>
            <p:nvPr/>
          </p:nvSpPr>
          <p:spPr>
            <a:xfrm>
              <a:off x="5982976" y="2186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t5176"/>
            <p:cNvSpPr/>
            <p:nvPr/>
          </p:nvSpPr>
          <p:spPr>
            <a:xfrm>
              <a:off x="5777601" y="20715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t5177"/>
            <p:cNvSpPr/>
            <p:nvPr/>
          </p:nvSpPr>
          <p:spPr>
            <a:xfrm>
              <a:off x="5523480" y="21138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t5178"/>
            <p:cNvSpPr/>
            <p:nvPr/>
          </p:nvSpPr>
          <p:spPr>
            <a:xfrm>
              <a:off x="5203097" y="2304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t5179"/>
            <p:cNvSpPr/>
            <p:nvPr/>
          </p:nvSpPr>
          <p:spPr>
            <a:xfrm>
              <a:off x="5873414" y="18931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t5180"/>
            <p:cNvSpPr/>
            <p:nvPr/>
          </p:nvSpPr>
          <p:spPr>
            <a:xfrm>
              <a:off x="5227375" y="20954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t5181"/>
            <p:cNvSpPr/>
            <p:nvPr/>
          </p:nvSpPr>
          <p:spPr>
            <a:xfrm>
              <a:off x="5419648" y="21745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t5182"/>
            <p:cNvSpPr/>
            <p:nvPr/>
          </p:nvSpPr>
          <p:spPr>
            <a:xfrm>
              <a:off x="5190259" y="24228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t5183"/>
            <p:cNvSpPr/>
            <p:nvPr/>
          </p:nvSpPr>
          <p:spPr>
            <a:xfrm>
              <a:off x="5538656" y="21776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t5184"/>
            <p:cNvSpPr/>
            <p:nvPr/>
          </p:nvSpPr>
          <p:spPr>
            <a:xfrm>
              <a:off x="5149911" y="28139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t5185"/>
            <p:cNvSpPr/>
            <p:nvPr/>
          </p:nvSpPr>
          <p:spPr>
            <a:xfrm>
              <a:off x="5260457" y="22197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t5186"/>
            <p:cNvSpPr/>
            <p:nvPr/>
          </p:nvSpPr>
          <p:spPr>
            <a:xfrm>
              <a:off x="5298376" y="21266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t5187"/>
            <p:cNvSpPr/>
            <p:nvPr/>
          </p:nvSpPr>
          <p:spPr>
            <a:xfrm>
              <a:off x="5411510" y="22479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t5188"/>
            <p:cNvSpPr/>
            <p:nvPr/>
          </p:nvSpPr>
          <p:spPr>
            <a:xfrm>
              <a:off x="5684516" y="16080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t5189"/>
            <p:cNvSpPr/>
            <p:nvPr/>
          </p:nvSpPr>
          <p:spPr>
            <a:xfrm>
              <a:off x="5436025" y="21555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t5190"/>
            <p:cNvSpPr/>
            <p:nvPr/>
          </p:nvSpPr>
          <p:spPr>
            <a:xfrm>
              <a:off x="5493188" y="21327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t5191"/>
            <p:cNvSpPr/>
            <p:nvPr/>
          </p:nvSpPr>
          <p:spPr>
            <a:xfrm>
              <a:off x="5601684" y="21693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t5192"/>
            <p:cNvSpPr/>
            <p:nvPr/>
          </p:nvSpPr>
          <p:spPr>
            <a:xfrm>
              <a:off x="5370549" y="22700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t5193"/>
            <p:cNvSpPr/>
            <p:nvPr/>
          </p:nvSpPr>
          <p:spPr>
            <a:xfrm>
              <a:off x="5219778" y="20375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t5194"/>
            <p:cNvSpPr/>
            <p:nvPr/>
          </p:nvSpPr>
          <p:spPr>
            <a:xfrm>
              <a:off x="5189973" y="23752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t5195"/>
            <p:cNvSpPr/>
            <p:nvPr/>
          </p:nvSpPr>
          <p:spPr>
            <a:xfrm>
              <a:off x="5631048" y="21578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t5196"/>
            <p:cNvSpPr/>
            <p:nvPr/>
          </p:nvSpPr>
          <p:spPr>
            <a:xfrm>
              <a:off x="5447067" y="22587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t5197"/>
            <p:cNvSpPr/>
            <p:nvPr/>
          </p:nvSpPr>
          <p:spPr>
            <a:xfrm>
              <a:off x="5148837" y="26571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t5198"/>
            <p:cNvSpPr/>
            <p:nvPr/>
          </p:nvSpPr>
          <p:spPr>
            <a:xfrm>
              <a:off x="5299926" y="22431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t5199"/>
            <p:cNvSpPr/>
            <p:nvPr/>
          </p:nvSpPr>
          <p:spPr>
            <a:xfrm>
              <a:off x="5440667" y="22151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t5200"/>
            <p:cNvSpPr/>
            <p:nvPr/>
          </p:nvSpPr>
          <p:spPr>
            <a:xfrm>
              <a:off x="5745984" y="17982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t5201"/>
            <p:cNvSpPr/>
            <p:nvPr/>
          </p:nvSpPr>
          <p:spPr>
            <a:xfrm>
              <a:off x="5524822" y="21274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t5202"/>
            <p:cNvSpPr/>
            <p:nvPr/>
          </p:nvSpPr>
          <p:spPr>
            <a:xfrm>
              <a:off x="5370226" y="22220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t5203"/>
            <p:cNvSpPr/>
            <p:nvPr/>
          </p:nvSpPr>
          <p:spPr>
            <a:xfrm>
              <a:off x="5845201" y="16458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t5204"/>
            <p:cNvSpPr/>
            <p:nvPr/>
          </p:nvSpPr>
          <p:spPr>
            <a:xfrm>
              <a:off x="5491225" y="21835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t5205"/>
            <p:cNvSpPr/>
            <p:nvPr/>
          </p:nvSpPr>
          <p:spPr>
            <a:xfrm>
              <a:off x="5130129" y="25783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t5206"/>
            <p:cNvSpPr/>
            <p:nvPr/>
          </p:nvSpPr>
          <p:spPr>
            <a:xfrm>
              <a:off x="5554586" y="21933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t5207"/>
            <p:cNvSpPr/>
            <p:nvPr/>
          </p:nvSpPr>
          <p:spPr>
            <a:xfrm>
              <a:off x="5182393" y="26391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t5208"/>
            <p:cNvSpPr/>
            <p:nvPr/>
          </p:nvSpPr>
          <p:spPr>
            <a:xfrm>
              <a:off x="5645511" y="19855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t5209"/>
            <p:cNvSpPr/>
            <p:nvPr/>
          </p:nvSpPr>
          <p:spPr>
            <a:xfrm>
              <a:off x="5557270" y="22016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t5210"/>
            <p:cNvSpPr/>
            <p:nvPr/>
          </p:nvSpPr>
          <p:spPr>
            <a:xfrm>
              <a:off x="5265674" y="22024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t5211"/>
            <p:cNvSpPr/>
            <p:nvPr/>
          </p:nvSpPr>
          <p:spPr>
            <a:xfrm>
              <a:off x="5709766" y="20131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t5212"/>
            <p:cNvSpPr/>
            <p:nvPr/>
          </p:nvSpPr>
          <p:spPr>
            <a:xfrm>
              <a:off x="5478612" y="20370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t5213"/>
            <p:cNvSpPr/>
            <p:nvPr/>
          </p:nvSpPr>
          <p:spPr>
            <a:xfrm>
              <a:off x="5096581" y="24146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t5214"/>
            <p:cNvSpPr/>
            <p:nvPr/>
          </p:nvSpPr>
          <p:spPr>
            <a:xfrm>
              <a:off x="5780291" y="19374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t5215"/>
            <p:cNvSpPr/>
            <p:nvPr/>
          </p:nvSpPr>
          <p:spPr>
            <a:xfrm>
              <a:off x="5301627" y="21935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t5216"/>
            <p:cNvSpPr/>
            <p:nvPr/>
          </p:nvSpPr>
          <p:spPr>
            <a:xfrm>
              <a:off x="5213053" y="22355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t5217"/>
            <p:cNvSpPr/>
            <p:nvPr/>
          </p:nvSpPr>
          <p:spPr>
            <a:xfrm>
              <a:off x="5250754" y="20271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t5218"/>
            <p:cNvSpPr/>
            <p:nvPr/>
          </p:nvSpPr>
          <p:spPr>
            <a:xfrm>
              <a:off x="5644853" y="21065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t5219"/>
            <p:cNvSpPr/>
            <p:nvPr/>
          </p:nvSpPr>
          <p:spPr>
            <a:xfrm>
              <a:off x="5231262" y="21884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t5220"/>
            <p:cNvSpPr/>
            <p:nvPr/>
          </p:nvSpPr>
          <p:spPr>
            <a:xfrm>
              <a:off x="5197614" y="22196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t5221"/>
            <p:cNvSpPr/>
            <p:nvPr/>
          </p:nvSpPr>
          <p:spPr>
            <a:xfrm>
              <a:off x="5479039" y="18462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t5222"/>
            <p:cNvSpPr/>
            <p:nvPr/>
          </p:nvSpPr>
          <p:spPr>
            <a:xfrm>
              <a:off x="5576082" y="21895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t5223"/>
            <p:cNvSpPr/>
            <p:nvPr/>
          </p:nvSpPr>
          <p:spPr>
            <a:xfrm>
              <a:off x="5746284" y="19265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t5224"/>
            <p:cNvSpPr/>
            <p:nvPr/>
          </p:nvSpPr>
          <p:spPr>
            <a:xfrm>
              <a:off x="5675083" y="15618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t5225"/>
            <p:cNvSpPr/>
            <p:nvPr/>
          </p:nvSpPr>
          <p:spPr>
            <a:xfrm>
              <a:off x="5436881" y="22433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t5226"/>
            <p:cNvSpPr/>
            <p:nvPr/>
          </p:nvSpPr>
          <p:spPr>
            <a:xfrm>
              <a:off x="5138617" y="27489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t5227"/>
            <p:cNvSpPr/>
            <p:nvPr/>
          </p:nvSpPr>
          <p:spPr>
            <a:xfrm>
              <a:off x="5352367" y="20762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t5228"/>
            <p:cNvSpPr/>
            <p:nvPr/>
          </p:nvSpPr>
          <p:spPr>
            <a:xfrm>
              <a:off x="5612412" y="21247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t5229"/>
            <p:cNvSpPr/>
            <p:nvPr/>
          </p:nvSpPr>
          <p:spPr>
            <a:xfrm>
              <a:off x="5692697" y="17490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t5230"/>
            <p:cNvSpPr/>
            <p:nvPr/>
          </p:nvSpPr>
          <p:spPr>
            <a:xfrm>
              <a:off x="5766860" y="20382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t5231"/>
            <p:cNvSpPr/>
            <p:nvPr/>
          </p:nvSpPr>
          <p:spPr>
            <a:xfrm>
              <a:off x="5335936" y="22687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t5232"/>
            <p:cNvSpPr/>
            <p:nvPr/>
          </p:nvSpPr>
          <p:spPr>
            <a:xfrm>
              <a:off x="5540300" y="20379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t5233"/>
            <p:cNvSpPr/>
            <p:nvPr/>
          </p:nvSpPr>
          <p:spPr>
            <a:xfrm>
              <a:off x="5872444" y="1816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t5234"/>
            <p:cNvSpPr/>
            <p:nvPr/>
          </p:nvSpPr>
          <p:spPr>
            <a:xfrm>
              <a:off x="5379014" y="21992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t5235"/>
            <p:cNvSpPr/>
            <p:nvPr/>
          </p:nvSpPr>
          <p:spPr>
            <a:xfrm>
              <a:off x="5130965" y="25604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t5236"/>
            <p:cNvSpPr/>
            <p:nvPr/>
          </p:nvSpPr>
          <p:spPr>
            <a:xfrm>
              <a:off x="5236383" y="21653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t5237"/>
            <p:cNvSpPr/>
            <p:nvPr/>
          </p:nvSpPr>
          <p:spPr>
            <a:xfrm>
              <a:off x="5856108" y="17577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t5238"/>
            <p:cNvSpPr/>
            <p:nvPr/>
          </p:nvSpPr>
          <p:spPr>
            <a:xfrm>
              <a:off x="5302857" y="22350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t5239"/>
            <p:cNvSpPr/>
            <p:nvPr/>
          </p:nvSpPr>
          <p:spPr>
            <a:xfrm>
              <a:off x="5193492" y="22891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t5240"/>
            <p:cNvSpPr/>
            <p:nvPr/>
          </p:nvSpPr>
          <p:spPr>
            <a:xfrm>
              <a:off x="5847954" y="18722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t5241"/>
            <p:cNvSpPr/>
            <p:nvPr/>
          </p:nvSpPr>
          <p:spPr>
            <a:xfrm>
              <a:off x="5393380" y="21394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t5242"/>
            <p:cNvSpPr/>
            <p:nvPr/>
          </p:nvSpPr>
          <p:spPr>
            <a:xfrm>
              <a:off x="5452143" y="2134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t5243"/>
            <p:cNvSpPr/>
            <p:nvPr/>
          </p:nvSpPr>
          <p:spPr>
            <a:xfrm>
              <a:off x="5474157" y="20580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t5244"/>
            <p:cNvSpPr/>
            <p:nvPr/>
          </p:nvSpPr>
          <p:spPr>
            <a:xfrm>
              <a:off x="5419818" y="22057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t5245"/>
            <p:cNvSpPr/>
            <p:nvPr/>
          </p:nvSpPr>
          <p:spPr>
            <a:xfrm>
              <a:off x="5509067" y="23185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t5246"/>
            <p:cNvSpPr/>
            <p:nvPr/>
          </p:nvSpPr>
          <p:spPr>
            <a:xfrm>
              <a:off x="5282653" y="21655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t5247"/>
            <p:cNvSpPr/>
            <p:nvPr/>
          </p:nvSpPr>
          <p:spPr>
            <a:xfrm>
              <a:off x="5739232" y="18097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t5248"/>
            <p:cNvSpPr/>
            <p:nvPr/>
          </p:nvSpPr>
          <p:spPr>
            <a:xfrm>
              <a:off x="5210791" y="22208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t5249"/>
            <p:cNvSpPr/>
            <p:nvPr/>
          </p:nvSpPr>
          <p:spPr>
            <a:xfrm>
              <a:off x="5548260" y="22651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t5250"/>
            <p:cNvSpPr/>
            <p:nvPr/>
          </p:nvSpPr>
          <p:spPr>
            <a:xfrm>
              <a:off x="5477830" y="19369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t5251"/>
            <p:cNvSpPr/>
            <p:nvPr/>
          </p:nvSpPr>
          <p:spPr>
            <a:xfrm>
              <a:off x="5618904" y="19370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t5252"/>
            <p:cNvSpPr/>
            <p:nvPr/>
          </p:nvSpPr>
          <p:spPr>
            <a:xfrm>
              <a:off x="5318742" y="21381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t5253"/>
            <p:cNvSpPr/>
            <p:nvPr/>
          </p:nvSpPr>
          <p:spPr>
            <a:xfrm>
              <a:off x="5427521" y="22827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t5254"/>
            <p:cNvSpPr/>
            <p:nvPr/>
          </p:nvSpPr>
          <p:spPr>
            <a:xfrm>
              <a:off x="5343521" y="2067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t5255"/>
            <p:cNvSpPr/>
            <p:nvPr/>
          </p:nvSpPr>
          <p:spPr>
            <a:xfrm>
              <a:off x="5190621" y="22753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t5256"/>
            <p:cNvSpPr/>
            <p:nvPr/>
          </p:nvSpPr>
          <p:spPr>
            <a:xfrm>
              <a:off x="5247966" y="20672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t5257"/>
            <p:cNvSpPr/>
            <p:nvPr/>
          </p:nvSpPr>
          <p:spPr>
            <a:xfrm>
              <a:off x="5233372" y="21119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t5258"/>
            <p:cNvSpPr/>
            <p:nvPr/>
          </p:nvSpPr>
          <p:spPr>
            <a:xfrm>
              <a:off x="5400970" y="21202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t5259"/>
            <p:cNvSpPr/>
            <p:nvPr/>
          </p:nvSpPr>
          <p:spPr>
            <a:xfrm>
              <a:off x="5933246" y="13752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t5260"/>
            <p:cNvSpPr/>
            <p:nvPr/>
          </p:nvSpPr>
          <p:spPr>
            <a:xfrm>
              <a:off x="5353279" y="21758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t5261"/>
            <p:cNvSpPr/>
            <p:nvPr/>
          </p:nvSpPr>
          <p:spPr>
            <a:xfrm>
              <a:off x="5592311" y="2021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t5262"/>
            <p:cNvSpPr/>
            <p:nvPr/>
          </p:nvSpPr>
          <p:spPr>
            <a:xfrm>
              <a:off x="5725622" y="18961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t5263"/>
            <p:cNvSpPr/>
            <p:nvPr/>
          </p:nvSpPr>
          <p:spPr>
            <a:xfrm>
              <a:off x="5589045" y="20328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t5264"/>
            <p:cNvSpPr/>
            <p:nvPr/>
          </p:nvSpPr>
          <p:spPr>
            <a:xfrm>
              <a:off x="5595007" y="20603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t5265"/>
            <p:cNvSpPr/>
            <p:nvPr/>
          </p:nvSpPr>
          <p:spPr>
            <a:xfrm>
              <a:off x="5463093" y="19236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t5266"/>
            <p:cNvSpPr/>
            <p:nvPr/>
          </p:nvSpPr>
          <p:spPr>
            <a:xfrm>
              <a:off x="5343205" y="20248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t5267"/>
            <p:cNvSpPr/>
            <p:nvPr/>
          </p:nvSpPr>
          <p:spPr>
            <a:xfrm>
              <a:off x="5898805" y="20658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t5268"/>
            <p:cNvSpPr/>
            <p:nvPr/>
          </p:nvSpPr>
          <p:spPr>
            <a:xfrm>
              <a:off x="5419582" y="19873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t5269"/>
            <p:cNvSpPr/>
            <p:nvPr/>
          </p:nvSpPr>
          <p:spPr>
            <a:xfrm>
              <a:off x="5228553" y="21953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t5270"/>
            <p:cNvSpPr/>
            <p:nvPr/>
          </p:nvSpPr>
          <p:spPr>
            <a:xfrm>
              <a:off x="5400167" y="21504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t5271"/>
            <p:cNvSpPr/>
            <p:nvPr/>
          </p:nvSpPr>
          <p:spPr>
            <a:xfrm>
              <a:off x="5152885" y="2718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t5272"/>
            <p:cNvSpPr/>
            <p:nvPr/>
          </p:nvSpPr>
          <p:spPr>
            <a:xfrm>
              <a:off x="5665837" y="19787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t5273"/>
            <p:cNvSpPr/>
            <p:nvPr/>
          </p:nvSpPr>
          <p:spPr>
            <a:xfrm>
              <a:off x="5470405" y="19404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t5274"/>
            <p:cNvSpPr/>
            <p:nvPr/>
          </p:nvSpPr>
          <p:spPr>
            <a:xfrm>
              <a:off x="5197810" y="24964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t5275"/>
            <p:cNvSpPr/>
            <p:nvPr/>
          </p:nvSpPr>
          <p:spPr>
            <a:xfrm>
              <a:off x="5317972" y="21292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t5276"/>
            <p:cNvSpPr/>
            <p:nvPr/>
          </p:nvSpPr>
          <p:spPr>
            <a:xfrm>
              <a:off x="5292590" y="23116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t5277"/>
            <p:cNvSpPr/>
            <p:nvPr/>
          </p:nvSpPr>
          <p:spPr>
            <a:xfrm>
              <a:off x="5548148" y="22358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t5278"/>
            <p:cNvSpPr/>
            <p:nvPr/>
          </p:nvSpPr>
          <p:spPr>
            <a:xfrm>
              <a:off x="5503953" y="22332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t5279"/>
            <p:cNvSpPr/>
            <p:nvPr/>
          </p:nvSpPr>
          <p:spPr>
            <a:xfrm>
              <a:off x="5352326" y="20042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t5280"/>
            <p:cNvSpPr/>
            <p:nvPr/>
          </p:nvSpPr>
          <p:spPr>
            <a:xfrm>
              <a:off x="5796502" y="19728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t5281"/>
            <p:cNvSpPr/>
            <p:nvPr/>
          </p:nvSpPr>
          <p:spPr>
            <a:xfrm>
              <a:off x="5048141" y="22177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t5282"/>
            <p:cNvSpPr/>
            <p:nvPr/>
          </p:nvSpPr>
          <p:spPr>
            <a:xfrm>
              <a:off x="5780921" y="1900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t5283"/>
            <p:cNvSpPr/>
            <p:nvPr/>
          </p:nvSpPr>
          <p:spPr>
            <a:xfrm>
              <a:off x="5213577" y="22744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t5284"/>
            <p:cNvSpPr/>
            <p:nvPr/>
          </p:nvSpPr>
          <p:spPr>
            <a:xfrm>
              <a:off x="5637741" y="21097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t5285"/>
            <p:cNvSpPr/>
            <p:nvPr/>
          </p:nvSpPr>
          <p:spPr>
            <a:xfrm>
              <a:off x="5561861" y="21910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t5286"/>
            <p:cNvSpPr/>
            <p:nvPr/>
          </p:nvSpPr>
          <p:spPr>
            <a:xfrm>
              <a:off x="5325906" y="21334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t5287"/>
            <p:cNvSpPr/>
            <p:nvPr/>
          </p:nvSpPr>
          <p:spPr>
            <a:xfrm>
              <a:off x="5250490" y="20133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t5288"/>
            <p:cNvSpPr/>
            <p:nvPr/>
          </p:nvSpPr>
          <p:spPr>
            <a:xfrm>
              <a:off x="5547886" y="22993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t5289"/>
            <p:cNvSpPr/>
            <p:nvPr/>
          </p:nvSpPr>
          <p:spPr>
            <a:xfrm>
              <a:off x="5766622" y="18770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t5290"/>
            <p:cNvSpPr/>
            <p:nvPr/>
          </p:nvSpPr>
          <p:spPr>
            <a:xfrm>
              <a:off x="5295072" y="20501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t5291"/>
            <p:cNvSpPr/>
            <p:nvPr/>
          </p:nvSpPr>
          <p:spPr>
            <a:xfrm>
              <a:off x="5741886" y="17615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t5292"/>
            <p:cNvSpPr/>
            <p:nvPr/>
          </p:nvSpPr>
          <p:spPr>
            <a:xfrm>
              <a:off x="5776566" y="20129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t5293"/>
            <p:cNvSpPr/>
            <p:nvPr/>
          </p:nvSpPr>
          <p:spPr>
            <a:xfrm>
              <a:off x="5361891" y="21701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t5294"/>
            <p:cNvSpPr/>
            <p:nvPr/>
          </p:nvSpPr>
          <p:spPr>
            <a:xfrm>
              <a:off x="5419696" y="22038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t5295"/>
            <p:cNvSpPr/>
            <p:nvPr/>
          </p:nvSpPr>
          <p:spPr>
            <a:xfrm>
              <a:off x="5165396" y="26961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t5296"/>
            <p:cNvSpPr/>
            <p:nvPr/>
          </p:nvSpPr>
          <p:spPr>
            <a:xfrm>
              <a:off x="5324742" y="2273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t5297"/>
            <p:cNvSpPr/>
            <p:nvPr/>
          </p:nvSpPr>
          <p:spPr>
            <a:xfrm>
              <a:off x="5808573" y="18258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t5298"/>
            <p:cNvSpPr/>
            <p:nvPr/>
          </p:nvSpPr>
          <p:spPr>
            <a:xfrm>
              <a:off x="5646533" y="21074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t5299"/>
            <p:cNvSpPr/>
            <p:nvPr/>
          </p:nvSpPr>
          <p:spPr>
            <a:xfrm>
              <a:off x="5767627" y="20530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t5300"/>
            <p:cNvSpPr/>
            <p:nvPr/>
          </p:nvSpPr>
          <p:spPr>
            <a:xfrm>
              <a:off x="5259428" y="21456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t5301"/>
            <p:cNvSpPr/>
            <p:nvPr/>
          </p:nvSpPr>
          <p:spPr>
            <a:xfrm>
              <a:off x="5689002" y="16652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t5302"/>
            <p:cNvSpPr/>
            <p:nvPr/>
          </p:nvSpPr>
          <p:spPr>
            <a:xfrm>
              <a:off x="5436488" y="21835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t5303"/>
            <p:cNvSpPr/>
            <p:nvPr/>
          </p:nvSpPr>
          <p:spPr>
            <a:xfrm>
              <a:off x="5707677" y="20052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t5304"/>
            <p:cNvSpPr/>
            <p:nvPr/>
          </p:nvSpPr>
          <p:spPr>
            <a:xfrm>
              <a:off x="5129109" y="25086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t5305"/>
            <p:cNvSpPr/>
            <p:nvPr/>
          </p:nvSpPr>
          <p:spPr>
            <a:xfrm>
              <a:off x="5243890" y="2071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t5306"/>
            <p:cNvSpPr/>
            <p:nvPr/>
          </p:nvSpPr>
          <p:spPr>
            <a:xfrm>
              <a:off x="4916439" y="27322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t5307"/>
            <p:cNvSpPr/>
            <p:nvPr/>
          </p:nvSpPr>
          <p:spPr>
            <a:xfrm>
              <a:off x="5776184" y="1942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t5308"/>
            <p:cNvSpPr/>
            <p:nvPr/>
          </p:nvSpPr>
          <p:spPr>
            <a:xfrm>
              <a:off x="5395683" y="21169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t5309"/>
            <p:cNvSpPr/>
            <p:nvPr/>
          </p:nvSpPr>
          <p:spPr>
            <a:xfrm>
              <a:off x="5382514" y="22050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t5310"/>
            <p:cNvSpPr/>
            <p:nvPr/>
          </p:nvSpPr>
          <p:spPr>
            <a:xfrm>
              <a:off x="5682972" y="17248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t5311"/>
            <p:cNvSpPr/>
            <p:nvPr/>
          </p:nvSpPr>
          <p:spPr>
            <a:xfrm>
              <a:off x="5365165" y="22299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t5312"/>
            <p:cNvSpPr/>
            <p:nvPr/>
          </p:nvSpPr>
          <p:spPr>
            <a:xfrm>
              <a:off x="5167841" y="28061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t5313"/>
            <p:cNvSpPr/>
            <p:nvPr/>
          </p:nvSpPr>
          <p:spPr>
            <a:xfrm>
              <a:off x="5349840" y="21628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t5314"/>
            <p:cNvSpPr/>
            <p:nvPr/>
          </p:nvSpPr>
          <p:spPr>
            <a:xfrm>
              <a:off x="5629030" y="2065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t5315"/>
            <p:cNvSpPr/>
            <p:nvPr/>
          </p:nvSpPr>
          <p:spPr>
            <a:xfrm>
              <a:off x="5554795" y="22418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t5316"/>
            <p:cNvSpPr/>
            <p:nvPr/>
          </p:nvSpPr>
          <p:spPr>
            <a:xfrm>
              <a:off x="5318037" y="21843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t5317"/>
            <p:cNvSpPr/>
            <p:nvPr/>
          </p:nvSpPr>
          <p:spPr>
            <a:xfrm>
              <a:off x="5688611" y="17685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t5318"/>
            <p:cNvSpPr/>
            <p:nvPr/>
          </p:nvSpPr>
          <p:spPr>
            <a:xfrm>
              <a:off x="5294033" y="20609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t5319"/>
            <p:cNvSpPr/>
            <p:nvPr/>
          </p:nvSpPr>
          <p:spPr>
            <a:xfrm>
              <a:off x="5239671" y="20974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t5320"/>
            <p:cNvSpPr/>
            <p:nvPr/>
          </p:nvSpPr>
          <p:spPr>
            <a:xfrm>
              <a:off x="5576516" y="23208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t5321"/>
            <p:cNvSpPr/>
            <p:nvPr/>
          </p:nvSpPr>
          <p:spPr>
            <a:xfrm>
              <a:off x="5583953" y="23536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t5322"/>
            <p:cNvSpPr/>
            <p:nvPr/>
          </p:nvSpPr>
          <p:spPr>
            <a:xfrm>
              <a:off x="5211492" y="22046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t5323"/>
            <p:cNvSpPr/>
            <p:nvPr/>
          </p:nvSpPr>
          <p:spPr>
            <a:xfrm>
              <a:off x="5725831" y="17998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t5324"/>
            <p:cNvSpPr/>
            <p:nvPr/>
          </p:nvSpPr>
          <p:spPr>
            <a:xfrm>
              <a:off x="5789871" y="20211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t5325"/>
            <p:cNvSpPr/>
            <p:nvPr/>
          </p:nvSpPr>
          <p:spPr>
            <a:xfrm>
              <a:off x="5457740" y="21303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t5326"/>
            <p:cNvSpPr/>
            <p:nvPr/>
          </p:nvSpPr>
          <p:spPr>
            <a:xfrm>
              <a:off x="5755431" y="20342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t5327"/>
            <p:cNvSpPr/>
            <p:nvPr/>
          </p:nvSpPr>
          <p:spPr>
            <a:xfrm>
              <a:off x="5690669" y="17335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t5328"/>
            <p:cNvSpPr/>
            <p:nvPr/>
          </p:nvSpPr>
          <p:spPr>
            <a:xfrm>
              <a:off x="5286591" y="22351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t5329"/>
            <p:cNvSpPr/>
            <p:nvPr/>
          </p:nvSpPr>
          <p:spPr>
            <a:xfrm>
              <a:off x="5481708" y="21224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t5330"/>
            <p:cNvSpPr/>
            <p:nvPr/>
          </p:nvSpPr>
          <p:spPr>
            <a:xfrm>
              <a:off x="5113682" y="20726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t5331"/>
            <p:cNvSpPr/>
            <p:nvPr/>
          </p:nvSpPr>
          <p:spPr>
            <a:xfrm>
              <a:off x="5303245" y="22112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t5332"/>
            <p:cNvSpPr/>
            <p:nvPr/>
          </p:nvSpPr>
          <p:spPr>
            <a:xfrm>
              <a:off x="5622792" y="20118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t5333"/>
            <p:cNvSpPr/>
            <p:nvPr/>
          </p:nvSpPr>
          <p:spPr>
            <a:xfrm>
              <a:off x="5565060" y="22417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t5334"/>
            <p:cNvSpPr/>
            <p:nvPr/>
          </p:nvSpPr>
          <p:spPr>
            <a:xfrm>
              <a:off x="5287073" y="21379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t5335"/>
            <p:cNvSpPr/>
            <p:nvPr/>
          </p:nvSpPr>
          <p:spPr>
            <a:xfrm>
              <a:off x="5572723" y="21909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t5336"/>
            <p:cNvSpPr/>
            <p:nvPr/>
          </p:nvSpPr>
          <p:spPr>
            <a:xfrm>
              <a:off x="5255412" y="20222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t5337"/>
            <p:cNvSpPr/>
            <p:nvPr/>
          </p:nvSpPr>
          <p:spPr>
            <a:xfrm>
              <a:off x="5345955" y="22571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t5338"/>
            <p:cNvSpPr/>
            <p:nvPr/>
          </p:nvSpPr>
          <p:spPr>
            <a:xfrm>
              <a:off x="5699404" y="1972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t5339"/>
            <p:cNvSpPr/>
            <p:nvPr/>
          </p:nvSpPr>
          <p:spPr>
            <a:xfrm>
              <a:off x="5245018" y="22737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t5340"/>
            <p:cNvSpPr/>
            <p:nvPr/>
          </p:nvSpPr>
          <p:spPr>
            <a:xfrm>
              <a:off x="5558928" y="22947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t5341"/>
            <p:cNvSpPr/>
            <p:nvPr/>
          </p:nvSpPr>
          <p:spPr>
            <a:xfrm>
              <a:off x="5787209" y="18924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t5342"/>
            <p:cNvSpPr/>
            <p:nvPr/>
          </p:nvSpPr>
          <p:spPr>
            <a:xfrm>
              <a:off x="5306345" y="18853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t5343"/>
            <p:cNvSpPr/>
            <p:nvPr/>
          </p:nvSpPr>
          <p:spPr>
            <a:xfrm>
              <a:off x="5341314" y="21737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t5344"/>
            <p:cNvSpPr/>
            <p:nvPr/>
          </p:nvSpPr>
          <p:spPr>
            <a:xfrm>
              <a:off x="5224592" y="21957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t5345"/>
            <p:cNvSpPr/>
            <p:nvPr/>
          </p:nvSpPr>
          <p:spPr>
            <a:xfrm>
              <a:off x="5414689" y="22159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t5346"/>
            <p:cNvSpPr/>
            <p:nvPr/>
          </p:nvSpPr>
          <p:spPr>
            <a:xfrm>
              <a:off x="5469688" y="20017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t5347"/>
            <p:cNvSpPr/>
            <p:nvPr/>
          </p:nvSpPr>
          <p:spPr>
            <a:xfrm>
              <a:off x="5422725" y="22095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t5348"/>
            <p:cNvSpPr/>
            <p:nvPr/>
          </p:nvSpPr>
          <p:spPr>
            <a:xfrm>
              <a:off x="5101607" y="22442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t5349"/>
            <p:cNvSpPr/>
            <p:nvPr/>
          </p:nvSpPr>
          <p:spPr>
            <a:xfrm>
              <a:off x="5064612" y="23924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t5350"/>
            <p:cNvSpPr/>
            <p:nvPr/>
          </p:nvSpPr>
          <p:spPr>
            <a:xfrm>
              <a:off x="5302217" y="2219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t5351"/>
            <p:cNvSpPr/>
            <p:nvPr/>
          </p:nvSpPr>
          <p:spPr>
            <a:xfrm>
              <a:off x="5474331" y="20614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t5352"/>
            <p:cNvSpPr/>
            <p:nvPr/>
          </p:nvSpPr>
          <p:spPr>
            <a:xfrm>
              <a:off x="5445678" y="22769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t5353"/>
            <p:cNvSpPr/>
            <p:nvPr/>
          </p:nvSpPr>
          <p:spPr>
            <a:xfrm>
              <a:off x="5308705" y="21138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t5354"/>
            <p:cNvSpPr/>
            <p:nvPr/>
          </p:nvSpPr>
          <p:spPr>
            <a:xfrm>
              <a:off x="5151345" y="26349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t5355"/>
            <p:cNvSpPr/>
            <p:nvPr/>
          </p:nvSpPr>
          <p:spPr>
            <a:xfrm>
              <a:off x="5314986" y="21766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t5356"/>
            <p:cNvSpPr/>
            <p:nvPr/>
          </p:nvSpPr>
          <p:spPr>
            <a:xfrm>
              <a:off x="5600156" y="19427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t5357"/>
            <p:cNvSpPr/>
            <p:nvPr/>
          </p:nvSpPr>
          <p:spPr>
            <a:xfrm>
              <a:off x="5764316" y="20640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t5358"/>
            <p:cNvSpPr/>
            <p:nvPr/>
          </p:nvSpPr>
          <p:spPr>
            <a:xfrm>
              <a:off x="5715379" y="20321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t5359"/>
            <p:cNvSpPr/>
            <p:nvPr/>
          </p:nvSpPr>
          <p:spPr>
            <a:xfrm>
              <a:off x="5386276" y="21437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t5360"/>
            <p:cNvSpPr/>
            <p:nvPr/>
          </p:nvSpPr>
          <p:spPr>
            <a:xfrm>
              <a:off x="5771007" y="19978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t5361"/>
            <p:cNvSpPr/>
            <p:nvPr/>
          </p:nvSpPr>
          <p:spPr>
            <a:xfrm>
              <a:off x="5256639" y="21368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t5362"/>
            <p:cNvSpPr/>
            <p:nvPr/>
          </p:nvSpPr>
          <p:spPr>
            <a:xfrm>
              <a:off x="5334005" y="21068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t5363"/>
            <p:cNvSpPr/>
            <p:nvPr/>
          </p:nvSpPr>
          <p:spPr>
            <a:xfrm>
              <a:off x="5130587" y="26929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t5364"/>
            <p:cNvSpPr/>
            <p:nvPr/>
          </p:nvSpPr>
          <p:spPr>
            <a:xfrm>
              <a:off x="5131984" y="26658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t5365"/>
            <p:cNvSpPr/>
            <p:nvPr/>
          </p:nvSpPr>
          <p:spPr>
            <a:xfrm>
              <a:off x="5517788" y="23080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t5366"/>
            <p:cNvSpPr/>
            <p:nvPr/>
          </p:nvSpPr>
          <p:spPr>
            <a:xfrm>
              <a:off x="5457434" y="22380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t5367"/>
            <p:cNvSpPr/>
            <p:nvPr/>
          </p:nvSpPr>
          <p:spPr>
            <a:xfrm>
              <a:off x="5476325" y="18889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t5368"/>
            <p:cNvSpPr/>
            <p:nvPr/>
          </p:nvSpPr>
          <p:spPr>
            <a:xfrm>
              <a:off x="5484518" y="20550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t5369"/>
            <p:cNvSpPr/>
            <p:nvPr/>
          </p:nvSpPr>
          <p:spPr>
            <a:xfrm>
              <a:off x="5515942" y="23076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t5370"/>
            <p:cNvSpPr/>
            <p:nvPr/>
          </p:nvSpPr>
          <p:spPr>
            <a:xfrm>
              <a:off x="5367659" y="21749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t5371"/>
            <p:cNvSpPr/>
            <p:nvPr/>
          </p:nvSpPr>
          <p:spPr>
            <a:xfrm>
              <a:off x="5296506" y="21771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t5372"/>
            <p:cNvSpPr/>
            <p:nvPr/>
          </p:nvSpPr>
          <p:spPr>
            <a:xfrm>
              <a:off x="5757076" y="19413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t5373"/>
            <p:cNvSpPr/>
            <p:nvPr/>
          </p:nvSpPr>
          <p:spPr>
            <a:xfrm>
              <a:off x="5309486" y="20943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t5374"/>
            <p:cNvSpPr/>
            <p:nvPr/>
          </p:nvSpPr>
          <p:spPr>
            <a:xfrm>
              <a:off x="5454351" y="22283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t5375"/>
            <p:cNvSpPr/>
            <p:nvPr/>
          </p:nvSpPr>
          <p:spPr>
            <a:xfrm>
              <a:off x="5588431" y="22269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t5376"/>
            <p:cNvSpPr/>
            <p:nvPr/>
          </p:nvSpPr>
          <p:spPr>
            <a:xfrm>
              <a:off x="5181102" y="24294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t5377"/>
            <p:cNvSpPr/>
            <p:nvPr/>
          </p:nvSpPr>
          <p:spPr>
            <a:xfrm>
              <a:off x="5230947" y="21050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t5378"/>
            <p:cNvSpPr/>
            <p:nvPr/>
          </p:nvSpPr>
          <p:spPr>
            <a:xfrm>
              <a:off x="5598644" y="21925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t5379"/>
            <p:cNvSpPr/>
            <p:nvPr/>
          </p:nvSpPr>
          <p:spPr>
            <a:xfrm>
              <a:off x="5608962" y="20596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t5380"/>
            <p:cNvSpPr/>
            <p:nvPr/>
          </p:nvSpPr>
          <p:spPr>
            <a:xfrm>
              <a:off x="5229681" y="21153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t5381"/>
            <p:cNvSpPr/>
            <p:nvPr/>
          </p:nvSpPr>
          <p:spPr>
            <a:xfrm>
              <a:off x="5594768" y="19764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t5382"/>
            <p:cNvSpPr/>
            <p:nvPr/>
          </p:nvSpPr>
          <p:spPr>
            <a:xfrm>
              <a:off x="5440906" y="22244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t5383"/>
            <p:cNvSpPr/>
            <p:nvPr/>
          </p:nvSpPr>
          <p:spPr>
            <a:xfrm>
              <a:off x="5425608" y="2222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t5384"/>
            <p:cNvSpPr/>
            <p:nvPr/>
          </p:nvSpPr>
          <p:spPr>
            <a:xfrm>
              <a:off x="5653397" y="19685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t5385"/>
            <p:cNvSpPr/>
            <p:nvPr/>
          </p:nvSpPr>
          <p:spPr>
            <a:xfrm>
              <a:off x="5450243" y="21907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t5386"/>
            <p:cNvSpPr/>
            <p:nvPr/>
          </p:nvSpPr>
          <p:spPr>
            <a:xfrm>
              <a:off x="5584161" y="22998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t5387"/>
            <p:cNvSpPr/>
            <p:nvPr/>
          </p:nvSpPr>
          <p:spPr>
            <a:xfrm>
              <a:off x="5436754" y="22494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t5388"/>
            <p:cNvSpPr/>
            <p:nvPr/>
          </p:nvSpPr>
          <p:spPr>
            <a:xfrm>
              <a:off x="5467310" y="18537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t5389"/>
            <p:cNvSpPr/>
            <p:nvPr/>
          </p:nvSpPr>
          <p:spPr>
            <a:xfrm>
              <a:off x="5272307" y="20779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t5390"/>
            <p:cNvSpPr/>
            <p:nvPr/>
          </p:nvSpPr>
          <p:spPr>
            <a:xfrm>
              <a:off x="5350687" y="21828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t5391"/>
            <p:cNvSpPr/>
            <p:nvPr/>
          </p:nvSpPr>
          <p:spPr>
            <a:xfrm>
              <a:off x="5200585" y="23875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t5392"/>
            <p:cNvSpPr/>
            <p:nvPr/>
          </p:nvSpPr>
          <p:spPr>
            <a:xfrm>
              <a:off x="5657254" y="19886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t5393"/>
            <p:cNvSpPr/>
            <p:nvPr/>
          </p:nvSpPr>
          <p:spPr>
            <a:xfrm>
              <a:off x="5152882" y="27590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t5394"/>
            <p:cNvSpPr/>
            <p:nvPr/>
          </p:nvSpPr>
          <p:spPr>
            <a:xfrm>
              <a:off x="5395879" y="22022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t5395"/>
            <p:cNvSpPr/>
            <p:nvPr/>
          </p:nvSpPr>
          <p:spPr>
            <a:xfrm>
              <a:off x="5191646" y="24859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t5396"/>
            <p:cNvSpPr/>
            <p:nvPr/>
          </p:nvSpPr>
          <p:spPr>
            <a:xfrm>
              <a:off x="5352894" y="22678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t5397"/>
            <p:cNvSpPr/>
            <p:nvPr/>
          </p:nvSpPr>
          <p:spPr>
            <a:xfrm>
              <a:off x="5279934" y="22352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t5398"/>
            <p:cNvSpPr/>
            <p:nvPr/>
          </p:nvSpPr>
          <p:spPr>
            <a:xfrm>
              <a:off x="5518422" y="22011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t5399"/>
            <p:cNvSpPr/>
            <p:nvPr/>
          </p:nvSpPr>
          <p:spPr>
            <a:xfrm>
              <a:off x="5094189" y="25898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t5400"/>
            <p:cNvSpPr/>
            <p:nvPr/>
          </p:nvSpPr>
          <p:spPr>
            <a:xfrm>
              <a:off x="5307013" y="19475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t5401"/>
            <p:cNvSpPr/>
            <p:nvPr/>
          </p:nvSpPr>
          <p:spPr>
            <a:xfrm>
              <a:off x="5932255" y="17490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t5402"/>
            <p:cNvSpPr/>
            <p:nvPr/>
          </p:nvSpPr>
          <p:spPr>
            <a:xfrm>
              <a:off x="5586466" y="22300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t5403"/>
            <p:cNvSpPr/>
            <p:nvPr/>
          </p:nvSpPr>
          <p:spPr>
            <a:xfrm>
              <a:off x="5344067" y="19349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t5404"/>
            <p:cNvSpPr/>
            <p:nvPr/>
          </p:nvSpPr>
          <p:spPr>
            <a:xfrm>
              <a:off x="5615271" y="21841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t5405"/>
            <p:cNvSpPr/>
            <p:nvPr/>
          </p:nvSpPr>
          <p:spPr>
            <a:xfrm>
              <a:off x="5592189" y="20774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t5406"/>
            <p:cNvSpPr/>
            <p:nvPr/>
          </p:nvSpPr>
          <p:spPr>
            <a:xfrm>
              <a:off x="5199371" y="24298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t5407"/>
            <p:cNvSpPr/>
            <p:nvPr/>
          </p:nvSpPr>
          <p:spPr>
            <a:xfrm>
              <a:off x="5349633" y="2279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t5408"/>
            <p:cNvSpPr/>
            <p:nvPr/>
          </p:nvSpPr>
          <p:spPr>
            <a:xfrm>
              <a:off x="5293810" y="21515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t5409"/>
            <p:cNvSpPr/>
            <p:nvPr/>
          </p:nvSpPr>
          <p:spPr>
            <a:xfrm>
              <a:off x="5331708" y="22360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t5410"/>
            <p:cNvSpPr/>
            <p:nvPr/>
          </p:nvSpPr>
          <p:spPr>
            <a:xfrm>
              <a:off x="5512353" y="23315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t5411"/>
            <p:cNvSpPr/>
            <p:nvPr/>
          </p:nvSpPr>
          <p:spPr>
            <a:xfrm>
              <a:off x="5738897" y="17788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t5412"/>
            <p:cNvSpPr/>
            <p:nvPr/>
          </p:nvSpPr>
          <p:spPr>
            <a:xfrm>
              <a:off x="5941883" y="17526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t5413"/>
            <p:cNvSpPr/>
            <p:nvPr/>
          </p:nvSpPr>
          <p:spPr>
            <a:xfrm>
              <a:off x="5113023" y="22123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t5414"/>
            <p:cNvSpPr/>
            <p:nvPr/>
          </p:nvSpPr>
          <p:spPr>
            <a:xfrm>
              <a:off x="5534698" y="22252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t5415"/>
            <p:cNvSpPr/>
            <p:nvPr/>
          </p:nvSpPr>
          <p:spPr>
            <a:xfrm>
              <a:off x="5260770" y="21767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t5416"/>
            <p:cNvSpPr/>
            <p:nvPr/>
          </p:nvSpPr>
          <p:spPr>
            <a:xfrm>
              <a:off x="5246715" y="21618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t5417"/>
            <p:cNvSpPr/>
            <p:nvPr/>
          </p:nvSpPr>
          <p:spPr>
            <a:xfrm>
              <a:off x="5583149" y="23232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t5418"/>
            <p:cNvSpPr/>
            <p:nvPr/>
          </p:nvSpPr>
          <p:spPr>
            <a:xfrm>
              <a:off x="5475403" y="20007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t5419"/>
            <p:cNvSpPr/>
            <p:nvPr/>
          </p:nvSpPr>
          <p:spPr>
            <a:xfrm>
              <a:off x="5095784" y="27829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t5420"/>
            <p:cNvSpPr/>
            <p:nvPr/>
          </p:nvSpPr>
          <p:spPr>
            <a:xfrm>
              <a:off x="5177002" y="24862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t5421"/>
            <p:cNvSpPr/>
            <p:nvPr/>
          </p:nvSpPr>
          <p:spPr>
            <a:xfrm>
              <a:off x="5511285" y="21729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t5422"/>
            <p:cNvSpPr/>
            <p:nvPr/>
          </p:nvSpPr>
          <p:spPr>
            <a:xfrm>
              <a:off x="4922894" y="16800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t5423"/>
            <p:cNvSpPr/>
            <p:nvPr/>
          </p:nvSpPr>
          <p:spPr>
            <a:xfrm>
              <a:off x="5278542" y="22856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t5424"/>
            <p:cNvSpPr/>
            <p:nvPr/>
          </p:nvSpPr>
          <p:spPr>
            <a:xfrm>
              <a:off x="5148226" y="26963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t5425"/>
            <p:cNvSpPr/>
            <p:nvPr/>
          </p:nvSpPr>
          <p:spPr>
            <a:xfrm>
              <a:off x="5624627" y="19670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t5426"/>
            <p:cNvSpPr/>
            <p:nvPr/>
          </p:nvSpPr>
          <p:spPr>
            <a:xfrm>
              <a:off x="5469964" y="19089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t5427"/>
            <p:cNvSpPr/>
            <p:nvPr/>
          </p:nvSpPr>
          <p:spPr>
            <a:xfrm>
              <a:off x="5247619" y="17289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t5428"/>
            <p:cNvSpPr/>
            <p:nvPr/>
          </p:nvSpPr>
          <p:spPr>
            <a:xfrm>
              <a:off x="5589046" y="20005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t5429"/>
            <p:cNvSpPr/>
            <p:nvPr/>
          </p:nvSpPr>
          <p:spPr>
            <a:xfrm>
              <a:off x="5334616" y="22218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t5430"/>
            <p:cNvSpPr/>
            <p:nvPr/>
          </p:nvSpPr>
          <p:spPr>
            <a:xfrm>
              <a:off x="5476915" y="20156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t5431"/>
            <p:cNvSpPr/>
            <p:nvPr/>
          </p:nvSpPr>
          <p:spPr>
            <a:xfrm>
              <a:off x="5265571" y="21141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t5432"/>
            <p:cNvSpPr/>
            <p:nvPr/>
          </p:nvSpPr>
          <p:spPr>
            <a:xfrm>
              <a:off x="5282111" y="22106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t5433"/>
            <p:cNvSpPr/>
            <p:nvPr/>
          </p:nvSpPr>
          <p:spPr>
            <a:xfrm>
              <a:off x="5200425" y="22454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t5434"/>
            <p:cNvSpPr/>
            <p:nvPr/>
          </p:nvSpPr>
          <p:spPr>
            <a:xfrm>
              <a:off x="5367273" y="22794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t5435"/>
            <p:cNvSpPr/>
            <p:nvPr/>
          </p:nvSpPr>
          <p:spPr>
            <a:xfrm>
              <a:off x="5557781" y="23084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t5436"/>
            <p:cNvSpPr/>
            <p:nvPr/>
          </p:nvSpPr>
          <p:spPr>
            <a:xfrm>
              <a:off x="5482478" y="1911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t5437"/>
            <p:cNvSpPr/>
            <p:nvPr/>
          </p:nvSpPr>
          <p:spPr>
            <a:xfrm>
              <a:off x="5586159" y="23021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t5438"/>
            <p:cNvSpPr/>
            <p:nvPr/>
          </p:nvSpPr>
          <p:spPr>
            <a:xfrm>
              <a:off x="5591422" y="21969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t5439"/>
            <p:cNvSpPr/>
            <p:nvPr/>
          </p:nvSpPr>
          <p:spPr>
            <a:xfrm>
              <a:off x="5435823" y="21060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t5440"/>
            <p:cNvSpPr/>
            <p:nvPr/>
          </p:nvSpPr>
          <p:spPr>
            <a:xfrm>
              <a:off x="5276064" y="22352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t5441"/>
            <p:cNvSpPr/>
            <p:nvPr/>
          </p:nvSpPr>
          <p:spPr>
            <a:xfrm>
              <a:off x="5652640" y="20456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t5442"/>
            <p:cNvSpPr/>
            <p:nvPr/>
          </p:nvSpPr>
          <p:spPr>
            <a:xfrm>
              <a:off x="5192810" y="2315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t5443"/>
            <p:cNvSpPr/>
            <p:nvPr/>
          </p:nvSpPr>
          <p:spPr>
            <a:xfrm>
              <a:off x="5620362" y="19208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t5444"/>
            <p:cNvSpPr/>
            <p:nvPr/>
          </p:nvSpPr>
          <p:spPr>
            <a:xfrm>
              <a:off x="5473732" y="21102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t5445"/>
            <p:cNvSpPr/>
            <p:nvPr/>
          </p:nvSpPr>
          <p:spPr>
            <a:xfrm>
              <a:off x="5594284" y="19867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t5446"/>
            <p:cNvSpPr/>
            <p:nvPr/>
          </p:nvSpPr>
          <p:spPr>
            <a:xfrm>
              <a:off x="5688856" y="18579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t5447"/>
            <p:cNvSpPr/>
            <p:nvPr/>
          </p:nvSpPr>
          <p:spPr>
            <a:xfrm>
              <a:off x="5582106" y="22602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t5448"/>
            <p:cNvSpPr/>
            <p:nvPr/>
          </p:nvSpPr>
          <p:spPr>
            <a:xfrm>
              <a:off x="5563529" y="23052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t5449"/>
            <p:cNvSpPr/>
            <p:nvPr/>
          </p:nvSpPr>
          <p:spPr>
            <a:xfrm>
              <a:off x="5332671" y="22668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t5450"/>
            <p:cNvSpPr/>
            <p:nvPr/>
          </p:nvSpPr>
          <p:spPr>
            <a:xfrm>
              <a:off x="5606205" y="20767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t5451"/>
            <p:cNvSpPr/>
            <p:nvPr/>
          </p:nvSpPr>
          <p:spPr>
            <a:xfrm>
              <a:off x="5676220" y="15730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t5452"/>
            <p:cNvSpPr/>
            <p:nvPr/>
          </p:nvSpPr>
          <p:spPr>
            <a:xfrm>
              <a:off x="5483930" y="21332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t5453"/>
            <p:cNvSpPr/>
            <p:nvPr/>
          </p:nvSpPr>
          <p:spPr>
            <a:xfrm>
              <a:off x="5461158" y="20368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t5454"/>
            <p:cNvSpPr/>
            <p:nvPr/>
          </p:nvSpPr>
          <p:spPr>
            <a:xfrm>
              <a:off x="5479719" y="1718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t5455"/>
            <p:cNvSpPr/>
            <p:nvPr/>
          </p:nvSpPr>
          <p:spPr>
            <a:xfrm>
              <a:off x="5350163" y="22667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t5456"/>
            <p:cNvSpPr/>
            <p:nvPr/>
          </p:nvSpPr>
          <p:spPr>
            <a:xfrm>
              <a:off x="5711187" y="20943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t5457"/>
            <p:cNvSpPr/>
            <p:nvPr/>
          </p:nvSpPr>
          <p:spPr>
            <a:xfrm>
              <a:off x="5091514" y="27163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t5458"/>
            <p:cNvSpPr/>
            <p:nvPr/>
          </p:nvSpPr>
          <p:spPr>
            <a:xfrm>
              <a:off x="5170138" y="25894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t5459"/>
            <p:cNvSpPr/>
            <p:nvPr/>
          </p:nvSpPr>
          <p:spPr>
            <a:xfrm>
              <a:off x="5300700" y="2257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t5460"/>
            <p:cNvSpPr/>
            <p:nvPr/>
          </p:nvSpPr>
          <p:spPr>
            <a:xfrm>
              <a:off x="5147760" y="25835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t5461"/>
            <p:cNvSpPr/>
            <p:nvPr/>
          </p:nvSpPr>
          <p:spPr>
            <a:xfrm>
              <a:off x="5842183" y="17679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t5462"/>
            <p:cNvSpPr/>
            <p:nvPr/>
          </p:nvSpPr>
          <p:spPr>
            <a:xfrm>
              <a:off x="4811932" y="28023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t5463"/>
            <p:cNvSpPr/>
            <p:nvPr/>
          </p:nvSpPr>
          <p:spPr>
            <a:xfrm>
              <a:off x="5835256" y="18832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t5464"/>
            <p:cNvSpPr/>
            <p:nvPr/>
          </p:nvSpPr>
          <p:spPr>
            <a:xfrm>
              <a:off x="5251580" y="20775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t5465"/>
            <p:cNvSpPr/>
            <p:nvPr/>
          </p:nvSpPr>
          <p:spPr>
            <a:xfrm>
              <a:off x="5257467" y="2169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t5466"/>
            <p:cNvSpPr/>
            <p:nvPr/>
          </p:nvSpPr>
          <p:spPr>
            <a:xfrm>
              <a:off x="5837291" y="16835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t5467"/>
            <p:cNvSpPr/>
            <p:nvPr/>
          </p:nvSpPr>
          <p:spPr>
            <a:xfrm>
              <a:off x="5564524" y="21660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t5468"/>
            <p:cNvSpPr/>
            <p:nvPr/>
          </p:nvSpPr>
          <p:spPr>
            <a:xfrm>
              <a:off x="5954267" y="13669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t5469"/>
            <p:cNvSpPr/>
            <p:nvPr/>
          </p:nvSpPr>
          <p:spPr>
            <a:xfrm>
              <a:off x="5455502" y="21675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t5470"/>
            <p:cNvSpPr/>
            <p:nvPr/>
          </p:nvSpPr>
          <p:spPr>
            <a:xfrm>
              <a:off x="5814984" y="17869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t5471"/>
            <p:cNvSpPr/>
            <p:nvPr/>
          </p:nvSpPr>
          <p:spPr>
            <a:xfrm>
              <a:off x="5236156" y="22332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t5472"/>
            <p:cNvSpPr/>
            <p:nvPr/>
          </p:nvSpPr>
          <p:spPr>
            <a:xfrm>
              <a:off x="5376770" y="21456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t5473"/>
            <p:cNvSpPr/>
            <p:nvPr/>
          </p:nvSpPr>
          <p:spPr>
            <a:xfrm>
              <a:off x="5482767" y="1974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t5474"/>
            <p:cNvSpPr/>
            <p:nvPr/>
          </p:nvSpPr>
          <p:spPr>
            <a:xfrm>
              <a:off x="4856792" y="25715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t5475"/>
            <p:cNvSpPr/>
            <p:nvPr/>
          </p:nvSpPr>
          <p:spPr>
            <a:xfrm>
              <a:off x="5241866" y="21640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t5476"/>
            <p:cNvSpPr/>
            <p:nvPr/>
          </p:nvSpPr>
          <p:spPr>
            <a:xfrm>
              <a:off x="5751090" y="19019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t5477"/>
            <p:cNvSpPr/>
            <p:nvPr/>
          </p:nvSpPr>
          <p:spPr>
            <a:xfrm>
              <a:off x="5240956" y="2151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t5478"/>
            <p:cNvSpPr/>
            <p:nvPr/>
          </p:nvSpPr>
          <p:spPr>
            <a:xfrm>
              <a:off x="5083588" y="24192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t5479"/>
            <p:cNvSpPr/>
            <p:nvPr/>
          </p:nvSpPr>
          <p:spPr>
            <a:xfrm>
              <a:off x="5236470" y="21501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t5480"/>
            <p:cNvSpPr/>
            <p:nvPr/>
          </p:nvSpPr>
          <p:spPr>
            <a:xfrm>
              <a:off x="5161680" y="27049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t5481"/>
            <p:cNvSpPr/>
            <p:nvPr/>
          </p:nvSpPr>
          <p:spPr>
            <a:xfrm>
              <a:off x="5502999" y="21920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t5482"/>
            <p:cNvSpPr/>
            <p:nvPr/>
          </p:nvSpPr>
          <p:spPr>
            <a:xfrm>
              <a:off x="5528564" y="2187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t5483"/>
            <p:cNvSpPr/>
            <p:nvPr/>
          </p:nvSpPr>
          <p:spPr>
            <a:xfrm>
              <a:off x="5304509" y="22416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t5484"/>
            <p:cNvSpPr/>
            <p:nvPr/>
          </p:nvSpPr>
          <p:spPr>
            <a:xfrm>
              <a:off x="5655382" y="19964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t5485"/>
            <p:cNvSpPr/>
            <p:nvPr/>
          </p:nvSpPr>
          <p:spPr>
            <a:xfrm>
              <a:off x="5535369" y="21389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t5486"/>
            <p:cNvSpPr/>
            <p:nvPr/>
          </p:nvSpPr>
          <p:spPr>
            <a:xfrm>
              <a:off x="5137270" y="27851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t5487"/>
            <p:cNvSpPr/>
            <p:nvPr/>
          </p:nvSpPr>
          <p:spPr>
            <a:xfrm>
              <a:off x="5549711" y="21635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t5488"/>
            <p:cNvSpPr/>
            <p:nvPr/>
          </p:nvSpPr>
          <p:spPr>
            <a:xfrm>
              <a:off x="5405655" y="22492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t5489"/>
            <p:cNvSpPr/>
            <p:nvPr/>
          </p:nvSpPr>
          <p:spPr>
            <a:xfrm>
              <a:off x="5663898" y="19142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t5490"/>
            <p:cNvSpPr/>
            <p:nvPr/>
          </p:nvSpPr>
          <p:spPr>
            <a:xfrm>
              <a:off x="5543121" y="20798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t5491"/>
            <p:cNvSpPr/>
            <p:nvPr/>
          </p:nvSpPr>
          <p:spPr>
            <a:xfrm>
              <a:off x="5818802" y="18760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t5492"/>
            <p:cNvSpPr/>
            <p:nvPr/>
          </p:nvSpPr>
          <p:spPr>
            <a:xfrm>
              <a:off x="5585118" y="22808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t5493"/>
            <p:cNvSpPr/>
            <p:nvPr/>
          </p:nvSpPr>
          <p:spPr>
            <a:xfrm>
              <a:off x="5306205" y="19007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t5494"/>
            <p:cNvSpPr/>
            <p:nvPr/>
          </p:nvSpPr>
          <p:spPr>
            <a:xfrm>
              <a:off x="5820745" y="18096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t5495"/>
            <p:cNvSpPr/>
            <p:nvPr/>
          </p:nvSpPr>
          <p:spPr>
            <a:xfrm>
              <a:off x="5888524" y="18628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t5496"/>
            <p:cNvSpPr/>
            <p:nvPr/>
          </p:nvSpPr>
          <p:spPr>
            <a:xfrm>
              <a:off x="5847730" y="19853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t5497"/>
            <p:cNvSpPr/>
            <p:nvPr/>
          </p:nvSpPr>
          <p:spPr>
            <a:xfrm>
              <a:off x="5511260" y="21714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t5498"/>
            <p:cNvSpPr/>
            <p:nvPr/>
          </p:nvSpPr>
          <p:spPr>
            <a:xfrm>
              <a:off x="5325623" y="21679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t5499"/>
            <p:cNvSpPr/>
            <p:nvPr/>
          </p:nvSpPr>
          <p:spPr>
            <a:xfrm>
              <a:off x="5546854" y="22283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t5500"/>
            <p:cNvSpPr/>
            <p:nvPr/>
          </p:nvSpPr>
          <p:spPr>
            <a:xfrm>
              <a:off x="5024947" y="24463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t5501"/>
            <p:cNvSpPr/>
            <p:nvPr/>
          </p:nvSpPr>
          <p:spPr>
            <a:xfrm>
              <a:off x="5227858" y="21504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t5502"/>
            <p:cNvSpPr/>
            <p:nvPr/>
          </p:nvSpPr>
          <p:spPr>
            <a:xfrm>
              <a:off x="5473118" y="19912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t5503"/>
            <p:cNvSpPr/>
            <p:nvPr/>
          </p:nvSpPr>
          <p:spPr>
            <a:xfrm>
              <a:off x="5836413" y="18725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t5504"/>
            <p:cNvSpPr/>
            <p:nvPr/>
          </p:nvSpPr>
          <p:spPr>
            <a:xfrm>
              <a:off x="5582692" y="22944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t5505"/>
            <p:cNvSpPr/>
            <p:nvPr/>
          </p:nvSpPr>
          <p:spPr>
            <a:xfrm>
              <a:off x="5401274" y="21794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t5506"/>
            <p:cNvSpPr/>
            <p:nvPr/>
          </p:nvSpPr>
          <p:spPr>
            <a:xfrm>
              <a:off x="5486758" y="21469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t5507"/>
            <p:cNvSpPr/>
            <p:nvPr/>
          </p:nvSpPr>
          <p:spPr>
            <a:xfrm>
              <a:off x="5036930" y="21363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t5508"/>
            <p:cNvSpPr/>
            <p:nvPr/>
          </p:nvSpPr>
          <p:spPr>
            <a:xfrm>
              <a:off x="5538789" y="19096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t5509"/>
            <p:cNvSpPr/>
            <p:nvPr/>
          </p:nvSpPr>
          <p:spPr>
            <a:xfrm>
              <a:off x="5517663" y="22045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t5510"/>
            <p:cNvSpPr/>
            <p:nvPr/>
          </p:nvSpPr>
          <p:spPr>
            <a:xfrm>
              <a:off x="5206469" y="20858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t5511"/>
            <p:cNvSpPr/>
            <p:nvPr/>
          </p:nvSpPr>
          <p:spPr>
            <a:xfrm>
              <a:off x="5306179" y="20064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t5512"/>
            <p:cNvSpPr/>
            <p:nvPr/>
          </p:nvSpPr>
          <p:spPr>
            <a:xfrm>
              <a:off x="5929899" y="18915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t5513"/>
            <p:cNvSpPr/>
            <p:nvPr/>
          </p:nvSpPr>
          <p:spPr>
            <a:xfrm>
              <a:off x="5418071" y="22470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t5514"/>
            <p:cNvSpPr/>
            <p:nvPr/>
          </p:nvSpPr>
          <p:spPr>
            <a:xfrm>
              <a:off x="5323883" y="2204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t5515"/>
            <p:cNvSpPr/>
            <p:nvPr/>
          </p:nvSpPr>
          <p:spPr>
            <a:xfrm>
              <a:off x="5217089" y="21871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t5516"/>
            <p:cNvSpPr/>
            <p:nvPr/>
          </p:nvSpPr>
          <p:spPr>
            <a:xfrm>
              <a:off x="5628114" y="18679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t5517"/>
            <p:cNvSpPr/>
            <p:nvPr/>
          </p:nvSpPr>
          <p:spPr>
            <a:xfrm>
              <a:off x="5548796" y="21883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t5518"/>
            <p:cNvSpPr/>
            <p:nvPr/>
          </p:nvSpPr>
          <p:spPr>
            <a:xfrm>
              <a:off x="5116843" y="25070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t5519"/>
            <p:cNvSpPr/>
            <p:nvPr/>
          </p:nvSpPr>
          <p:spPr>
            <a:xfrm>
              <a:off x="5550350" y="21550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t5520"/>
            <p:cNvSpPr/>
            <p:nvPr/>
          </p:nvSpPr>
          <p:spPr>
            <a:xfrm>
              <a:off x="5189532" y="23557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t5521"/>
            <p:cNvSpPr/>
            <p:nvPr/>
          </p:nvSpPr>
          <p:spPr>
            <a:xfrm>
              <a:off x="5186104" y="25178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t5522"/>
            <p:cNvSpPr/>
            <p:nvPr/>
          </p:nvSpPr>
          <p:spPr>
            <a:xfrm>
              <a:off x="5364033" y="22635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t5523"/>
            <p:cNvSpPr/>
            <p:nvPr/>
          </p:nvSpPr>
          <p:spPr>
            <a:xfrm>
              <a:off x="5442480" y="22213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t5524"/>
            <p:cNvSpPr/>
            <p:nvPr/>
          </p:nvSpPr>
          <p:spPr>
            <a:xfrm>
              <a:off x="5787456" y="19574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t5525"/>
            <p:cNvSpPr/>
            <p:nvPr/>
          </p:nvSpPr>
          <p:spPr>
            <a:xfrm>
              <a:off x="5179034" y="23195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t5526"/>
            <p:cNvSpPr/>
            <p:nvPr/>
          </p:nvSpPr>
          <p:spPr>
            <a:xfrm>
              <a:off x="5698171" y="19233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t5527"/>
            <p:cNvSpPr/>
            <p:nvPr/>
          </p:nvSpPr>
          <p:spPr>
            <a:xfrm>
              <a:off x="5474695" y="18931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t5528"/>
            <p:cNvSpPr/>
            <p:nvPr/>
          </p:nvSpPr>
          <p:spPr>
            <a:xfrm>
              <a:off x="5445170" y="21712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t5529"/>
            <p:cNvSpPr/>
            <p:nvPr/>
          </p:nvSpPr>
          <p:spPr>
            <a:xfrm>
              <a:off x="5649726" y="20740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t5530"/>
            <p:cNvSpPr/>
            <p:nvPr/>
          </p:nvSpPr>
          <p:spPr>
            <a:xfrm>
              <a:off x="5597936" y="20364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t5531"/>
            <p:cNvSpPr/>
            <p:nvPr/>
          </p:nvSpPr>
          <p:spPr>
            <a:xfrm>
              <a:off x="5436549" y="23076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t5532"/>
            <p:cNvSpPr/>
            <p:nvPr/>
          </p:nvSpPr>
          <p:spPr>
            <a:xfrm>
              <a:off x="5139624" y="27328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t5533"/>
            <p:cNvSpPr/>
            <p:nvPr/>
          </p:nvSpPr>
          <p:spPr>
            <a:xfrm>
              <a:off x="5239941" y="21997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t5534"/>
            <p:cNvSpPr/>
            <p:nvPr/>
          </p:nvSpPr>
          <p:spPr>
            <a:xfrm>
              <a:off x="5618004" y="19897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t5535"/>
            <p:cNvSpPr/>
            <p:nvPr/>
          </p:nvSpPr>
          <p:spPr>
            <a:xfrm>
              <a:off x="5645697" y="20323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t5536"/>
            <p:cNvSpPr/>
            <p:nvPr/>
          </p:nvSpPr>
          <p:spPr>
            <a:xfrm>
              <a:off x="5636549" y="20683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t5537"/>
            <p:cNvSpPr/>
            <p:nvPr/>
          </p:nvSpPr>
          <p:spPr>
            <a:xfrm>
              <a:off x="5577751" y="22382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t5538"/>
            <p:cNvSpPr/>
            <p:nvPr/>
          </p:nvSpPr>
          <p:spPr>
            <a:xfrm>
              <a:off x="5282696" y="22051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t5539"/>
            <p:cNvSpPr/>
            <p:nvPr/>
          </p:nvSpPr>
          <p:spPr>
            <a:xfrm>
              <a:off x="5286225" y="22508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t5540"/>
            <p:cNvSpPr/>
            <p:nvPr/>
          </p:nvSpPr>
          <p:spPr>
            <a:xfrm>
              <a:off x="5654119" y="20902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t5541"/>
            <p:cNvSpPr/>
            <p:nvPr/>
          </p:nvSpPr>
          <p:spPr>
            <a:xfrm>
              <a:off x="5254234" y="20535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t5542"/>
            <p:cNvSpPr/>
            <p:nvPr/>
          </p:nvSpPr>
          <p:spPr>
            <a:xfrm>
              <a:off x="5960683" y="17754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t5543"/>
            <p:cNvSpPr/>
            <p:nvPr/>
          </p:nvSpPr>
          <p:spPr>
            <a:xfrm>
              <a:off x="5509049" y="22720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t5544"/>
            <p:cNvSpPr/>
            <p:nvPr/>
          </p:nvSpPr>
          <p:spPr>
            <a:xfrm>
              <a:off x="5373601" y="22341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t5545"/>
            <p:cNvSpPr/>
            <p:nvPr/>
          </p:nvSpPr>
          <p:spPr>
            <a:xfrm>
              <a:off x="5190004" y="23147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t5546"/>
            <p:cNvSpPr/>
            <p:nvPr/>
          </p:nvSpPr>
          <p:spPr>
            <a:xfrm>
              <a:off x="5653409" y="19856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t5547"/>
            <p:cNvSpPr/>
            <p:nvPr/>
          </p:nvSpPr>
          <p:spPr>
            <a:xfrm>
              <a:off x="5512731" y="22057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t5548"/>
            <p:cNvSpPr/>
            <p:nvPr/>
          </p:nvSpPr>
          <p:spPr>
            <a:xfrm>
              <a:off x="5335086" y="21235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t5549"/>
            <p:cNvSpPr/>
            <p:nvPr/>
          </p:nvSpPr>
          <p:spPr>
            <a:xfrm>
              <a:off x="5794712" y="18872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t5550"/>
            <p:cNvSpPr/>
            <p:nvPr/>
          </p:nvSpPr>
          <p:spPr>
            <a:xfrm>
              <a:off x="5149944" y="26984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t5551"/>
            <p:cNvSpPr/>
            <p:nvPr/>
          </p:nvSpPr>
          <p:spPr>
            <a:xfrm>
              <a:off x="5437612" y="21798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t5552"/>
            <p:cNvSpPr/>
            <p:nvPr/>
          </p:nvSpPr>
          <p:spPr>
            <a:xfrm>
              <a:off x="5312596" y="21488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t5553"/>
            <p:cNvSpPr/>
            <p:nvPr/>
          </p:nvSpPr>
          <p:spPr>
            <a:xfrm>
              <a:off x="5543230" y="19889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t5554"/>
            <p:cNvSpPr/>
            <p:nvPr/>
          </p:nvSpPr>
          <p:spPr>
            <a:xfrm>
              <a:off x="5437589" y="22545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t5555"/>
            <p:cNvSpPr/>
            <p:nvPr/>
          </p:nvSpPr>
          <p:spPr>
            <a:xfrm>
              <a:off x="5665859" y="2000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t5556"/>
            <p:cNvSpPr/>
            <p:nvPr/>
          </p:nvSpPr>
          <p:spPr>
            <a:xfrm>
              <a:off x="5518387" y="21945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t5557"/>
            <p:cNvSpPr/>
            <p:nvPr/>
          </p:nvSpPr>
          <p:spPr>
            <a:xfrm>
              <a:off x="5340846" y="21490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t5558"/>
            <p:cNvSpPr/>
            <p:nvPr/>
          </p:nvSpPr>
          <p:spPr>
            <a:xfrm>
              <a:off x="5404295" y="22035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t5559"/>
            <p:cNvSpPr/>
            <p:nvPr/>
          </p:nvSpPr>
          <p:spPr>
            <a:xfrm>
              <a:off x="5437809" y="22780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t5560"/>
            <p:cNvSpPr/>
            <p:nvPr/>
          </p:nvSpPr>
          <p:spPr>
            <a:xfrm>
              <a:off x="5496183" y="22487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t5561"/>
            <p:cNvSpPr/>
            <p:nvPr/>
          </p:nvSpPr>
          <p:spPr>
            <a:xfrm>
              <a:off x="5481078" y="20842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t5562"/>
            <p:cNvSpPr/>
            <p:nvPr/>
          </p:nvSpPr>
          <p:spPr>
            <a:xfrm>
              <a:off x="5077737" y="27144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t5563"/>
            <p:cNvSpPr/>
            <p:nvPr/>
          </p:nvSpPr>
          <p:spPr>
            <a:xfrm>
              <a:off x="5411046" y="20945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t5564"/>
            <p:cNvSpPr/>
            <p:nvPr/>
          </p:nvSpPr>
          <p:spPr>
            <a:xfrm>
              <a:off x="5656722" y="21381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t5565"/>
            <p:cNvSpPr/>
            <p:nvPr/>
          </p:nvSpPr>
          <p:spPr>
            <a:xfrm>
              <a:off x="5155833" y="26029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t5566"/>
            <p:cNvSpPr/>
            <p:nvPr/>
          </p:nvSpPr>
          <p:spPr>
            <a:xfrm>
              <a:off x="5797708" y="19146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t5567"/>
            <p:cNvSpPr/>
            <p:nvPr/>
          </p:nvSpPr>
          <p:spPr>
            <a:xfrm>
              <a:off x="5659471" y="2107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t5568"/>
            <p:cNvSpPr/>
            <p:nvPr/>
          </p:nvSpPr>
          <p:spPr>
            <a:xfrm>
              <a:off x="5167318" y="25536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t5569"/>
            <p:cNvSpPr/>
            <p:nvPr/>
          </p:nvSpPr>
          <p:spPr>
            <a:xfrm>
              <a:off x="5001488" y="26264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t5570"/>
            <p:cNvSpPr/>
            <p:nvPr/>
          </p:nvSpPr>
          <p:spPr>
            <a:xfrm>
              <a:off x="4985482" y="25901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t5571"/>
            <p:cNvSpPr/>
            <p:nvPr/>
          </p:nvSpPr>
          <p:spPr>
            <a:xfrm>
              <a:off x="5395829" y="22159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t5572"/>
            <p:cNvSpPr/>
            <p:nvPr/>
          </p:nvSpPr>
          <p:spPr>
            <a:xfrm>
              <a:off x="5267004" y="22221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t5573"/>
            <p:cNvSpPr/>
            <p:nvPr/>
          </p:nvSpPr>
          <p:spPr>
            <a:xfrm>
              <a:off x="4811239" y="27484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t5574"/>
            <p:cNvSpPr/>
            <p:nvPr/>
          </p:nvSpPr>
          <p:spPr>
            <a:xfrm>
              <a:off x="5399607" y="21862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t5575"/>
            <p:cNvSpPr/>
            <p:nvPr/>
          </p:nvSpPr>
          <p:spPr>
            <a:xfrm>
              <a:off x="5806374" y="19326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t5576"/>
            <p:cNvSpPr/>
            <p:nvPr/>
          </p:nvSpPr>
          <p:spPr>
            <a:xfrm>
              <a:off x="5851759" y="16389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t5577"/>
            <p:cNvSpPr/>
            <p:nvPr/>
          </p:nvSpPr>
          <p:spPr>
            <a:xfrm>
              <a:off x="5120075" y="25514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t5578"/>
            <p:cNvSpPr/>
            <p:nvPr/>
          </p:nvSpPr>
          <p:spPr>
            <a:xfrm>
              <a:off x="5899850" y="1917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t5579"/>
            <p:cNvSpPr/>
            <p:nvPr/>
          </p:nvSpPr>
          <p:spPr>
            <a:xfrm>
              <a:off x="5551393" y="22078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t5580"/>
            <p:cNvSpPr/>
            <p:nvPr/>
          </p:nvSpPr>
          <p:spPr>
            <a:xfrm>
              <a:off x="5692255" y="16804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t5581"/>
            <p:cNvSpPr/>
            <p:nvPr/>
          </p:nvSpPr>
          <p:spPr>
            <a:xfrm>
              <a:off x="5115187" y="21455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t5582"/>
            <p:cNvSpPr/>
            <p:nvPr/>
          </p:nvSpPr>
          <p:spPr>
            <a:xfrm>
              <a:off x="5266300" y="22101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t5583"/>
            <p:cNvSpPr/>
            <p:nvPr/>
          </p:nvSpPr>
          <p:spPr>
            <a:xfrm>
              <a:off x="5398641" y="22326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t5584"/>
            <p:cNvSpPr/>
            <p:nvPr/>
          </p:nvSpPr>
          <p:spPr>
            <a:xfrm>
              <a:off x="5348975" y="21725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t5585"/>
            <p:cNvSpPr/>
            <p:nvPr/>
          </p:nvSpPr>
          <p:spPr>
            <a:xfrm>
              <a:off x="5246250" y="22101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t5586"/>
            <p:cNvSpPr/>
            <p:nvPr/>
          </p:nvSpPr>
          <p:spPr>
            <a:xfrm>
              <a:off x="5563139" y="21993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t5587"/>
            <p:cNvSpPr/>
            <p:nvPr/>
          </p:nvSpPr>
          <p:spPr>
            <a:xfrm>
              <a:off x="5682029" y="15974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t5588"/>
            <p:cNvSpPr/>
            <p:nvPr/>
          </p:nvSpPr>
          <p:spPr>
            <a:xfrm>
              <a:off x="5311287" y="18546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t5589"/>
            <p:cNvSpPr/>
            <p:nvPr/>
          </p:nvSpPr>
          <p:spPr>
            <a:xfrm>
              <a:off x="4918274" y="25119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t5590"/>
            <p:cNvSpPr/>
            <p:nvPr/>
          </p:nvSpPr>
          <p:spPr>
            <a:xfrm>
              <a:off x="5423732" y="21367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t5591"/>
            <p:cNvSpPr/>
            <p:nvPr/>
          </p:nvSpPr>
          <p:spPr>
            <a:xfrm>
              <a:off x="5240803" y="21656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t5592"/>
            <p:cNvSpPr/>
            <p:nvPr/>
          </p:nvSpPr>
          <p:spPr>
            <a:xfrm>
              <a:off x="5227751" y="22567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t5593"/>
            <p:cNvSpPr/>
            <p:nvPr/>
          </p:nvSpPr>
          <p:spPr>
            <a:xfrm>
              <a:off x="5574548" y="22286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t5594"/>
            <p:cNvSpPr/>
            <p:nvPr/>
          </p:nvSpPr>
          <p:spPr>
            <a:xfrm>
              <a:off x="5617464" y="19848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t5595"/>
            <p:cNvSpPr/>
            <p:nvPr/>
          </p:nvSpPr>
          <p:spPr>
            <a:xfrm>
              <a:off x="5641542" y="20639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t5596"/>
            <p:cNvSpPr/>
            <p:nvPr/>
          </p:nvSpPr>
          <p:spPr>
            <a:xfrm>
              <a:off x="5427067" y="22692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t5597"/>
            <p:cNvSpPr/>
            <p:nvPr/>
          </p:nvSpPr>
          <p:spPr>
            <a:xfrm>
              <a:off x="5502005" y="21266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t5598"/>
            <p:cNvSpPr/>
            <p:nvPr/>
          </p:nvSpPr>
          <p:spPr>
            <a:xfrm>
              <a:off x="4854651" y="21923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t5599"/>
            <p:cNvSpPr/>
            <p:nvPr/>
          </p:nvSpPr>
          <p:spPr>
            <a:xfrm>
              <a:off x="5226324" y="20400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t5600"/>
            <p:cNvSpPr/>
            <p:nvPr/>
          </p:nvSpPr>
          <p:spPr>
            <a:xfrm>
              <a:off x="5487824" y="21356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t5601"/>
            <p:cNvSpPr/>
            <p:nvPr/>
          </p:nvSpPr>
          <p:spPr>
            <a:xfrm>
              <a:off x="5394548" y="21186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t5602"/>
            <p:cNvSpPr/>
            <p:nvPr/>
          </p:nvSpPr>
          <p:spPr>
            <a:xfrm>
              <a:off x="5370755" y="21994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t5603"/>
            <p:cNvSpPr/>
            <p:nvPr/>
          </p:nvSpPr>
          <p:spPr>
            <a:xfrm>
              <a:off x="5321683" y="22559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t5604"/>
            <p:cNvSpPr/>
            <p:nvPr/>
          </p:nvSpPr>
          <p:spPr>
            <a:xfrm>
              <a:off x="5615759" y="1885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t5605"/>
            <p:cNvSpPr/>
            <p:nvPr/>
          </p:nvSpPr>
          <p:spPr>
            <a:xfrm>
              <a:off x="5740099" y="18967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t5606"/>
            <p:cNvSpPr/>
            <p:nvPr/>
          </p:nvSpPr>
          <p:spPr>
            <a:xfrm>
              <a:off x="5350939" y="22571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t5607"/>
            <p:cNvSpPr/>
            <p:nvPr/>
          </p:nvSpPr>
          <p:spPr>
            <a:xfrm>
              <a:off x="5515895" y="21555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t5608"/>
            <p:cNvSpPr/>
            <p:nvPr/>
          </p:nvSpPr>
          <p:spPr>
            <a:xfrm>
              <a:off x="5775673" y="20699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t5609"/>
            <p:cNvSpPr/>
            <p:nvPr/>
          </p:nvSpPr>
          <p:spPr>
            <a:xfrm>
              <a:off x="5439930" y="22393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t5610"/>
            <p:cNvSpPr/>
            <p:nvPr/>
          </p:nvSpPr>
          <p:spPr>
            <a:xfrm>
              <a:off x="5249957" y="18737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t5611"/>
            <p:cNvSpPr/>
            <p:nvPr/>
          </p:nvSpPr>
          <p:spPr>
            <a:xfrm>
              <a:off x="5191960" y="24136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t5612"/>
            <p:cNvSpPr/>
            <p:nvPr/>
          </p:nvSpPr>
          <p:spPr>
            <a:xfrm>
              <a:off x="5025069" y="25424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t5613"/>
            <p:cNvSpPr/>
            <p:nvPr/>
          </p:nvSpPr>
          <p:spPr>
            <a:xfrm>
              <a:off x="6042636" y="19816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t5614"/>
            <p:cNvSpPr/>
            <p:nvPr/>
          </p:nvSpPr>
          <p:spPr>
            <a:xfrm>
              <a:off x="5034825" y="21441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t5615"/>
            <p:cNvSpPr/>
            <p:nvPr/>
          </p:nvSpPr>
          <p:spPr>
            <a:xfrm>
              <a:off x="5171708" y="27794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t5616"/>
            <p:cNvSpPr/>
            <p:nvPr/>
          </p:nvSpPr>
          <p:spPr>
            <a:xfrm>
              <a:off x="5977366" y="18180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t5617"/>
            <p:cNvSpPr/>
            <p:nvPr/>
          </p:nvSpPr>
          <p:spPr>
            <a:xfrm>
              <a:off x="5436148" y="21337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t5618"/>
            <p:cNvSpPr/>
            <p:nvPr/>
          </p:nvSpPr>
          <p:spPr>
            <a:xfrm>
              <a:off x="5346204" y="21617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t5619"/>
            <p:cNvSpPr/>
            <p:nvPr/>
          </p:nvSpPr>
          <p:spPr>
            <a:xfrm>
              <a:off x="5687759" y="16673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t5620"/>
            <p:cNvSpPr/>
            <p:nvPr/>
          </p:nvSpPr>
          <p:spPr>
            <a:xfrm>
              <a:off x="5364843" y="22588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t5621"/>
            <p:cNvSpPr/>
            <p:nvPr/>
          </p:nvSpPr>
          <p:spPr>
            <a:xfrm>
              <a:off x="5281496" y="22364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t5622"/>
            <p:cNvSpPr/>
            <p:nvPr/>
          </p:nvSpPr>
          <p:spPr>
            <a:xfrm>
              <a:off x="4758722" y="28771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t5623"/>
            <p:cNvSpPr/>
            <p:nvPr/>
          </p:nvSpPr>
          <p:spPr>
            <a:xfrm>
              <a:off x="5312447" y="21471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t5624"/>
            <p:cNvSpPr/>
            <p:nvPr/>
          </p:nvSpPr>
          <p:spPr>
            <a:xfrm>
              <a:off x="5055320" y="23760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t5625"/>
            <p:cNvSpPr/>
            <p:nvPr/>
          </p:nvSpPr>
          <p:spPr>
            <a:xfrm>
              <a:off x="5533665" y="21430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t5626"/>
            <p:cNvSpPr/>
            <p:nvPr/>
          </p:nvSpPr>
          <p:spPr>
            <a:xfrm>
              <a:off x="5223667" y="21176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t5627"/>
            <p:cNvSpPr/>
            <p:nvPr/>
          </p:nvSpPr>
          <p:spPr>
            <a:xfrm>
              <a:off x="5148824" y="26917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t5628"/>
            <p:cNvSpPr/>
            <p:nvPr/>
          </p:nvSpPr>
          <p:spPr>
            <a:xfrm>
              <a:off x="5033271" y="22852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t5629"/>
            <p:cNvSpPr/>
            <p:nvPr/>
          </p:nvSpPr>
          <p:spPr>
            <a:xfrm>
              <a:off x="5704398" y="18931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t5630"/>
            <p:cNvSpPr/>
            <p:nvPr/>
          </p:nvSpPr>
          <p:spPr>
            <a:xfrm>
              <a:off x="5443653" y="2298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t5631"/>
            <p:cNvSpPr/>
            <p:nvPr/>
          </p:nvSpPr>
          <p:spPr>
            <a:xfrm>
              <a:off x="5626610" y="18693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t5632"/>
            <p:cNvSpPr/>
            <p:nvPr/>
          </p:nvSpPr>
          <p:spPr>
            <a:xfrm>
              <a:off x="5414380" y="21591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t5633"/>
            <p:cNvSpPr/>
            <p:nvPr/>
          </p:nvSpPr>
          <p:spPr>
            <a:xfrm>
              <a:off x="5387603" y="20835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t5634"/>
            <p:cNvSpPr/>
            <p:nvPr/>
          </p:nvSpPr>
          <p:spPr>
            <a:xfrm>
              <a:off x="5232270" y="21873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t5635"/>
            <p:cNvSpPr/>
            <p:nvPr/>
          </p:nvSpPr>
          <p:spPr>
            <a:xfrm>
              <a:off x="5671170" y="17719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t5636"/>
            <p:cNvSpPr/>
            <p:nvPr/>
          </p:nvSpPr>
          <p:spPr>
            <a:xfrm>
              <a:off x="5429719" y="22186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t5637"/>
            <p:cNvSpPr/>
            <p:nvPr/>
          </p:nvSpPr>
          <p:spPr>
            <a:xfrm>
              <a:off x="5590191" y="18944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t5638"/>
            <p:cNvSpPr/>
            <p:nvPr/>
          </p:nvSpPr>
          <p:spPr>
            <a:xfrm>
              <a:off x="5758839" y="19507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t5639"/>
            <p:cNvSpPr/>
            <p:nvPr/>
          </p:nvSpPr>
          <p:spPr>
            <a:xfrm>
              <a:off x="5597651" y="2163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t5640"/>
            <p:cNvSpPr/>
            <p:nvPr/>
          </p:nvSpPr>
          <p:spPr>
            <a:xfrm>
              <a:off x="5761026" y="20166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t5641"/>
            <p:cNvSpPr/>
            <p:nvPr/>
          </p:nvSpPr>
          <p:spPr>
            <a:xfrm>
              <a:off x="5062387" y="20080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t5642"/>
            <p:cNvSpPr/>
            <p:nvPr/>
          </p:nvSpPr>
          <p:spPr>
            <a:xfrm>
              <a:off x="4908596" y="2844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t5643"/>
            <p:cNvSpPr/>
            <p:nvPr/>
          </p:nvSpPr>
          <p:spPr>
            <a:xfrm>
              <a:off x="5484203" y="20184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t5644"/>
            <p:cNvSpPr/>
            <p:nvPr/>
          </p:nvSpPr>
          <p:spPr>
            <a:xfrm>
              <a:off x="5377510" y="22580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t5645"/>
            <p:cNvSpPr/>
            <p:nvPr/>
          </p:nvSpPr>
          <p:spPr>
            <a:xfrm>
              <a:off x="5672432" y="1873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t5646"/>
            <p:cNvSpPr/>
            <p:nvPr/>
          </p:nvSpPr>
          <p:spPr>
            <a:xfrm>
              <a:off x="5095072" y="24250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t5647"/>
            <p:cNvSpPr/>
            <p:nvPr/>
          </p:nvSpPr>
          <p:spPr>
            <a:xfrm>
              <a:off x="5668587" y="19601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t5648"/>
            <p:cNvSpPr/>
            <p:nvPr/>
          </p:nvSpPr>
          <p:spPr>
            <a:xfrm>
              <a:off x="5393930" y="21458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t5649"/>
            <p:cNvSpPr/>
            <p:nvPr/>
          </p:nvSpPr>
          <p:spPr>
            <a:xfrm>
              <a:off x="5228922" y="19257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t5650"/>
            <p:cNvSpPr/>
            <p:nvPr/>
          </p:nvSpPr>
          <p:spPr>
            <a:xfrm>
              <a:off x="5440921" y="22434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t5651"/>
            <p:cNvSpPr/>
            <p:nvPr/>
          </p:nvSpPr>
          <p:spPr>
            <a:xfrm>
              <a:off x="4991408" y="26389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t5652"/>
            <p:cNvSpPr/>
            <p:nvPr/>
          </p:nvSpPr>
          <p:spPr>
            <a:xfrm>
              <a:off x="5666566" y="20339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t5653"/>
            <p:cNvSpPr/>
            <p:nvPr/>
          </p:nvSpPr>
          <p:spPr>
            <a:xfrm>
              <a:off x="5183780" y="24905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t5654"/>
            <p:cNvSpPr/>
            <p:nvPr/>
          </p:nvSpPr>
          <p:spPr>
            <a:xfrm>
              <a:off x="5699177" y="20207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t5655"/>
            <p:cNvSpPr/>
            <p:nvPr/>
          </p:nvSpPr>
          <p:spPr>
            <a:xfrm>
              <a:off x="5407197" y="22143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t5656"/>
            <p:cNvSpPr/>
            <p:nvPr/>
          </p:nvSpPr>
          <p:spPr>
            <a:xfrm>
              <a:off x="4973678" y="25414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t5657"/>
            <p:cNvSpPr/>
            <p:nvPr/>
          </p:nvSpPr>
          <p:spPr>
            <a:xfrm>
              <a:off x="5512004" y="2183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t5658"/>
            <p:cNvSpPr/>
            <p:nvPr/>
          </p:nvSpPr>
          <p:spPr>
            <a:xfrm>
              <a:off x="5334920" y="2131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t5659"/>
            <p:cNvSpPr/>
            <p:nvPr/>
          </p:nvSpPr>
          <p:spPr>
            <a:xfrm>
              <a:off x="4702742" y="26313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t5660"/>
            <p:cNvSpPr/>
            <p:nvPr/>
          </p:nvSpPr>
          <p:spPr>
            <a:xfrm>
              <a:off x="5303906" y="22389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t5661"/>
            <p:cNvSpPr/>
            <p:nvPr/>
          </p:nvSpPr>
          <p:spPr>
            <a:xfrm>
              <a:off x="5267926" y="2151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t5662"/>
            <p:cNvSpPr/>
            <p:nvPr/>
          </p:nvSpPr>
          <p:spPr>
            <a:xfrm>
              <a:off x="5174648" y="25534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t5663"/>
            <p:cNvSpPr/>
            <p:nvPr/>
          </p:nvSpPr>
          <p:spPr>
            <a:xfrm>
              <a:off x="5667614" y="18124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t5664"/>
            <p:cNvSpPr/>
            <p:nvPr/>
          </p:nvSpPr>
          <p:spPr>
            <a:xfrm>
              <a:off x="5090543" y="26224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t5665"/>
            <p:cNvSpPr/>
            <p:nvPr/>
          </p:nvSpPr>
          <p:spPr>
            <a:xfrm>
              <a:off x="5428664" y="21947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t5666"/>
            <p:cNvSpPr/>
            <p:nvPr/>
          </p:nvSpPr>
          <p:spPr>
            <a:xfrm>
              <a:off x="5453532" y="21597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t5667"/>
            <p:cNvSpPr/>
            <p:nvPr/>
          </p:nvSpPr>
          <p:spPr>
            <a:xfrm>
              <a:off x="5035733" y="20226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t5668"/>
            <p:cNvSpPr/>
            <p:nvPr/>
          </p:nvSpPr>
          <p:spPr>
            <a:xfrm>
              <a:off x="5595875" y="20456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t5669"/>
            <p:cNvSpPr/>
            <p:nvPr/>
          </p:nvSpPr>
          <p:spPr>
            <a:xfrm>
              <a:off x="5473795" y="19969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t5670"/>
            <p:cNvSpPr/>
            <p:nvPr/>
          </p:nvSpPr>
          <p:spPr>
            <a:xfrm>
              <a:off x="5559992" y="23213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t5671"/>
            <p:cNvSpPr/>
            <p:nvPr/>
          </p:nvSpPr>
          <p:spPr>
            <a:xfrm>
              <a:off x="5406583" y="22608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t5672"/>
            <p:cNvSpPr/>
            <p:nvPr/>
          </p:nvSpPr>
          <p:spPr>
            <a:xfrm>
              <a:off x="5063107" y="22478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t5673"/>
            <p:cNvSpPr/>
            <p:nvPr/>
          </p:nvSpPr>
          <p:spPr>
            <a:xfrm>
              <a:off x="4898484" y="30716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t5674"/>
            <p:cNvSpPr/>
            <p:nvPr/>
          </p:nvSpPr>
          <p:spPr>
            <a:xfrm>
              <a:off x="5501996" y="21176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t5675"/>
            <p:cNvSpPr/>
            <p:nvPr/>
          </p:nvSpPr>
          <p:spPr>
            <a:xfrm>
              <a:off x="5690287" y="18019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t5676"/>
            <p:cNvSpPr/>
            <p:nvPr/>
          </p:nvSpPr>
          <p:spPr>
            <a:xfrm>
              <a:off x="5408012" y="21835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t5677"/>
            <p:cNvSpPr/>
            <p:nvPr/>
          </p:nvSpPr>
          <p:spPr>
            <a:xfrm>
              <a:off x="5768503" y="19431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t5678"/>
            <p:cNvSpPr/>
            <p:nvPr/>
          </p:nvSpPr>
          <p:spPr>
            <a:xfrm>
              <a:off x="5262585" y="21694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t5679"/>
            <p:cNvSpPr/>
            <p:nvPr/>
          </p:nvSpPr>
          <p:spPr>
            <a:xfrm>
              <a:off x="5604107" y="20590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t5680"/>
            <p:cNvSpPr/>
            <p:nvPr/>
          </p:nvSpPr>
          <p:spPr>
            <a:xfrm>
              <a:off x="5630023" y="20916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t5681"/>
            <p:cNvSpPr/>
            <p:nvPr/>
          </p:nvSpPr>
          <p:spPr>
            <a:xfrm>
              <a:off x="5622074" y="1998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t5682"/>
            <p:cNvSpPr/>
            <p:nvPr/>
          </p:nvSpPr>
          <p:spPr>
            <a:xfrm>
              <a:off x="5512277" y="22806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t5683"/>
            <p:cNvSpPr/>
            <p:nvPr/>
          </p:nvSpPr>
          <p:spPr>
            <a:xfrm>
              <a:off x="5617535" y="20559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t5684"/>
            <p:cNvSpPr/>
            <p:nvPr/>
          </p:nvSpPr>
          <p:spPr>
            <a:xfrm>
              <a:off x="5548410" y="21791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t5685"/>
            <p:cNvSpPr/>
            <p:nvPr/>
          </p:nvSpPr>
          <p:spPr>
            <a:xfrm>
              <a:off x="5150038" y="27298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t5686"/>
            <p:cNvSpPr/>
            <p:nvPr/>
          </p:nvSpPr>
          <p:spPr>
            <a:xfrm>
              <a:off x="5283934" y="22844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t5687"/>
            <p:cNvSpPr/>
            <p:nvPr/>
          </p:nvSpPr>
          <p:spPr>
            <a:xfrm>
              <a:off x="5523949" y="21607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t5688"/>
            <p:cNvSpPr/>
            <p:nvPr/>
          </p:nvSpPr>
          <p:spPr>
            <a:xfrm>
              <a:off x="5255811" y="20669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t5689"/>
            <p:cNvSpPr/>
            <p:nvPr/>
          </p:nvSpPr>
          <p:spPr>
            <a:xfrm>
              <a:off x="5727571" y="19195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t5690"/>
            <p:cNvSpPr/>
            <p:nvPr/>
          </p:nvSpPr>
          <p:spPr>
            <a:xfrm>
              <a:off x="5027283" y="23015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t5691"/>
            <p:cNvSpPr/>
            <p:nvPr/>
          </p:nvSpPr>
          <p:spPr>
            <a:xfrm>
              <a:off x="5216228" y="22506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t5692"/>
            <p:cNvSpPr/>
            <p:nvPr/>
          </p:nvSpPr>
          <p:spPr>
            <a:xfrm>
              <a:off x="5882164" y="18003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t5693"/>
            <p:cNvSpPr/>
            <p:nvPr/>
          </p:nvSpPr>
          <p:spPr>
            <a:xfrm>
              <a:off x="5580868" y="22866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t5694"/>
            <p:cNvSpPr/>
            <p:nvPr/>
          </p:nvSpPr>
          <p:spPr>
            <a:xfrm>
              <a:off x="5726504" y="17673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t5695"/>
            <p:cNvSpPr/>
            <p:nvPr/>
          </p:nvSpPr>
          <p:spPr>
            <a:xfrm>
              <a:off x="5705528" y="1885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t5696"/>
            <p:cNvSpPr/>
            <p:nvPr/>
          </p:nvSpPr>
          <p:spPr>
            <a:xfrm>
              <a:off x="5361661" y="22175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t5697"/>
            <p:cNvSpPr/>
            <p:nvPr/>
          </p:nvSpPr>
          <p:spPr>
            <a:xfrm>
              <a:off x="5693807" y="21421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t5698"/>
            <p:cNvSpPr/>
            <p:nvPr/>
          </p:nvSpPr>
          <p:spPr>
            <a:xfrm>
              <a:off x="5518384" y="22240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t5699"/>
            <p:cNvSpPr/>
            <p:nvPr/>
          </p:nvSpPr>
          <p:spPr>
            <a:xfrm>
              <a:off x="5617682" y="19947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t5700"/>
            <p:cNvSpPr/>
            <p:nvPr/>
          </p:nvSpPr>
          <p:spPr>
            <a:xfrm>
              <a:off x="5349237" y="22094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t5701"/>
            <p:cNvSpPr/>
            <p:nvPr/>
          </p:nvSpPr>
          <p:spPr>
            <a:xfrm>
              <a:off x="5242121" y="21323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t5702"/>
            <p:cNvSpPr/>
            <p:nvPr/>
          </p:nvSpPr>
          <p:spPr>
            <a:xfrm>
              <a:off x="5264491" y="21376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t5703"/>
            <p:cNvSpPr/>
            <p:nvPr/>
          </p:nvSpPr>
          <p:spPr>
            <a:xfrm>
              <a:off x="5150283" y="26779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t5704"/>
            <p:cNvSpPr/>
            <p:nvPr/>
          </p:nvSpPr>
          <p:spPr>
            <a:xfrm>
              <a:off x="5878190" y="16765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t5705"/>
            <p:cNvSpPr/>
            <p:nvPr/>
          </p:nvSpPr>
          <p:spPr>
            <a:xfrm>
              <a:off x="5639797" y="20614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t5706"/>
            <p:cNvSpPr/>
            <p:nvPr/>
          </p:nvSpPr>
          <p:spPr>
            <a:xfrm>
              <a:off x="5602402" y="22319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t5707"/>
            <p:cNvSpPr/>
            <p:nvPr/>
          </p:nvSpPr>
          <p:spPr>
            <a:xfrm>
              <a:off x="5132062" y="25487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t5708"/>
            <p:cNvSpPr/>
            <p:nvPr/>
          </p:nvSpPr>
          <p:spPr>
            <a:xfrm>
              <a:off x="5421946" y="20266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t5709"/>
            <p:cNvSpPr/>
            <p:nvPr/>
          </p:nvSpPr>
          <p:spPr>
            <a:xfrm>
              <a:off x="5591444" y="19737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t5710"/>
            <p:cNvSpPr/>
            <p:nvPr/>
          </p:nvSpPr>
          <p:spPr>
            <a:xfrm>
              <a:off x="5458558" y="21674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t5711"/>
            <p:cNvSpPr/>
            <p:nvPr/>
          </p:nvSpPr>
          <p:spPr>
            <a:xfrm>
              <a:off x="5301543" y="21471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t5712"/>
            <p:cNvSpPr/>
            <p:nvPr/>
          </p:nvSpPr>
          <p:spPr>
            <a:xfrm>
              <a:off x="5459753" y="19485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t5713"/>
            <p:cNvSpPr/>
            <p:nvPr/>
          </p:nvSpPr>
          <p:spPr>
            <a:xfrm>
              <a:off x="5385742" y="21686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t5714"/>
            <p:cNvSpPr/>
            <p:nvPr/>
          </p:nvSpPr>
          <p:spPr>
            <a:xfrm>
              <a:off x="5447053" y="22582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t5715"/>
            <p:cNvSpPr/>
            <p:nvPr/>
          </p:nvSpPr>
          <p:spPr>
            <a:xfrm>
              <a:off x="5341899" y="21962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t5716"/>
            <p:cNvSpPr/>
            <p:nvPr/>
          </p:nvSpPr>
          <p:spPr>
            <a:xfrm>
              <a:off x="5663951" y="19918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t5717"/>
            <p:cNvSpPr/>
            <p:nvPr/>
          </p:nvSpPr>
          <p:spPr>
            <a:xfrm>
              <a:off x="5467389" y="20133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t5718"/>
            <p:cNvSpPr/>
            <p:nvPr/>
          </p:nvSpPr>
          <p:spPr>
            <a:xfrm>
              <a:off x="5472944" y="19843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t5719"/>
            <p:cNvSpPr/>
            <p:nvPr/>
          </p:nvSpPr>
          <p:spPr>
            <a:xfrm>
              <a:off x="5546046" y="2092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t5720"/>
            <p:cNvSpPr/>
            <p:nvPr/>
          </p:nvSpPr>
          <p:spPr>
            <a:xfrm>
              <a:off x="5196538" y="23088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t5721"/>
            <p:cNvSpPr/>
            <p:nvPr/>
          </p:nvSpPr>
          <p:spPr>
            <a:xfrm>
              <a:off x="5553785" y="22341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t5722"/>
            <p:cNvSpPr/>
            <p:nvPr/>
          </p:nvSpPr>
          <p:spPr>
            <a:xfrm>
              <a:off x="5170211" y="27652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t5723"/>
            <p:cNvSpPr/>
            <p:nvPr/>
          </p:nvSpPr>
          <p:spPr>
            <a:xfrm>
              <a:off x="5004316" y="24984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t5724"/>
            <p:cNvSpPr/>
            <p:nvPr/>
          </p:nvSpPr>
          <p:spPr>
            <a:xfrm>
              <a:off x="5393993" y="19716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t5725"/>
            <p:cNvSpPr/>
            <p:nvPr/>
          </p:nvSpPr>
          <p:spPr>
            <a:xfrm>
              <a:off x="5208798" y="21412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t5726"/>
            <p:cNvSpPr/>
            <p:nvPr/>
          </p:nvSpPr>
          <p:spPr>
            <a:xfrm>
              <a:off x="5842287" y="21858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t5727"/>
            <p:cNvSpPr/>
            <p:nvPr/>
          </p:nvSpPr>
          <p:spPr>
            <a:xfrm>
              <a:off x="5218128" y="21614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t5728"/>
            <p:cNvSpPr/>
            <p:nvPr/>
          </p:nvSpPr>
          <p:spPr>
            <a:xfrm>
              <a:off x="5175178" y="24273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t5729"/>
            <p:cNvSpPr/>
            <p:nvPr/>
          </p:nvSpPr>
          <p:spPr>
            <a:xfrm>
              <a:off x="5669850" y="20540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t5730"/>
            <p:cNvSpPr/>
            <p:nvPr/>
          </p:nvSpPr>
          <p:spPr>
            <a:xfrm>
              <a:off x="5079039" y="25361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t5731"/>
            <p:cNvSpPr/>
            <p:nvPr/>
          </p:nvSpPr>
          <p:spPr>
            <a:xfrm>
              <a:off x="5075885" y="22661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t5732"/>
            <p:cNvSpPr/>
            <p:nvPr/>
          </p:nvSpPr>
          <p:spPr>
            <a:xfrm>
              <a:off x="5141168" y="26266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t5733"/>
            <p:cNvSpPr/>
            <p:nvPr/>
          </p:nvSpPr>
          <p:spPr>
            <a:xfrm>
              <a:off x="5135932" y="24389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t5734"/>
            <p:cNvSpPr/>
            <p:nvPr/>
          </p:nvSpPr>
          <p:spPr>
            <a:xfrm>
              <a:off x="5432564" y="21689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t5735"/>
            <p:cNvSpPr/>
            <p:nvPr/>
          </p:nvSpPr>
          <p:spPr>
            <a:xfrm>
              <a:off x="5629601" y="20539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t5736"/>
            <p:cNvSpPr/>
            <p:nvPr/>
          </p:nvSpPr>
          <p:spPr>
            <a:xfrm>
              <a:off x="5217359" y="23015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t5737"/>
            <p:cNvSpPr/>
            <p:nvPr/>
          </p:nvSpPr>
          <p:spPr>
            <a:xfrm>
              <a:off x="5385604" y="21711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t5738"/>
            <p:cNvSpPr/>
            <p:nvPr/>
          </p:nvSpPr>
          <p:spPr>
            <a:xfrm>
              <a:off x="5716564" y="20455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t5739"/>
            <p:cNvSpPr/>
            <p:nvPr/>
          </p:nvSpPr>
          <p:spPr>
            <a:xfrm>
              <a:off x="5617782" y="19365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t5740"/>
            <p:cNvSpPr/>
            <p:nvPr/>
          </p:nvSpPr>
          <p:spPr>
            <a:xfrm>
              <a:off x="5269393" y="21752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t5741"/>
            <p:cNvSpPr/>
            <p:nvPr/>
          </p:nvSpPr>
          <p:spPr>
            <a:xfrm>
              <a:off x="5829027" y="20245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t5742"/>
            <p:cNvSpPr/>
            <p:nvPr/>
          </p:nvSpPr>
          <p:spPr>
            <a:xfrm>
              <a:off x="5443667" y="22840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t5743"/>
            <p:cNvSpPr/>
            <p:nvPr/>
          </p:nvSpPr>
          <p:spPr>
            <a:xfrm>
              <a:off x="5002025" y="24986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t5744"/>
            <p:cNvSpPr/>
            <p:nvPr/>
          </p:nvSpPr>
          <p:spPr>
            <a:xfrm>
              <a:off x="5789335" y="19984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t5745"/>
            <p:cNvSpPr/>
            <p:nvPr/>
          </p:nvSpPr>
          <p:spPr>
            <a:xfrm>
              <a:off x="5186531" y="2533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t5746"/>
            <p:cNvSpPr/>
            <p:nvPr/>
          </p:nvSpPr>
          <p:spPr>
            <a:xfrm>
              <a:off x="5797809" y="18348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t5747"/>
            <p:cNvSpPr/>
            <p:nvPr/>
          </p:nvSpPr>
          <p:spPr>
            <a:xfrm>
              <a:off x="5342972" y="22250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t5748"/>
            <p:cNvSpPr/>
            <p:nvPr/>
          </p:nvSpPr>
          <p:spPr>
            <a:xfrm>
              <a:off x="5668908" y="19326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t5749"/>
            <p:cNvSpPr/>
            <p:nvPr/>
          </p:nvSpPr>
          <p:spPr>
            <a:xfrm>
              <a:off x="5024212" y="23337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t5750"/>
            <p:cNvSpPr/>
            <p:nvPr/>
          </p:nvSpPr>
          <p:spPr>
            <a:xfrm>
              <a:off x="5463586" y="21160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t5751"/>
            <p:cNvSpPr/>
            <p:nvPr/>
          </p:nvSpPr>
          <p:spPr>
            <a:xfrm>
              <a:off x="5625578" y="19438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t5752"/>
            <p:cNvSpPr/>
            <p:nvPr/>
          </p:nvSpPr>
          <p:spPr>
            <a:xfrm>
              <a:off x="4999227" y="24615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t5753"/>
            <p:cNvSpPr/>
            <p:nvPr/>
          </p:nvSpPr>
          <p:spPr>
            <a:xfrm>
              <a:off x="5425977" y="20790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t5754"/>
            <p:cNvSpPr/>
            <p:nvPr/>
          </p:nvSpPr>
          <p:spPr>
            <a:xfrm>
              <a:off x="5171270" y="26360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t5755"/>
            <p:cNvSpPr/>
            <p:nvPr/>
          </p:nvSpPr>
          <p:spPr>
            <a:xfrm>
              <a:off x="5136988" y="2368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t5756"/>
            <p:cNvSpPr/>
            <p:nvPr/>
          </p:nvSpPr>
          <p:spPr>
            <a:xfrm>
              <a:off x="5018459" y="24222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t5757"/>
            <p:cNvSpPr/>
            <p:nvPr/>
          </p:nvSpPr>
          <p:spPr>
            <a:xfrm>
              <a:off x="5647928" y="20731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t5758"/>
            <p:cNvSpPr/>
            <p:nvPr/>
          </p:nvSpPr>
          <p:spPr>
            <a:xfrm>
              <a:off x="5738068" y="17876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t5759"/>
            <p:cNvSpPr/>
            <p:nvPr/>
          </p:nvSpPr>
          <p:spPr>
            <a:xfrm>
              <a:off x="5376195" y="22280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t5760"/>
            <p:cNvSpPr/>
            <p:nvPr/>
          </p:nvSpPr>
          <p:spPr>
            <a:xfrm>
              <a:off x="5421726" y="22284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t5761"/>
            <p:cNvSpPr/>
            <p:nvPr/>
          </p:nvSpPr>
          <p:spPr>
            <a:xfrm>
              <a:off x="5436189" y="22505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t5762"/>
            <p:cNvSpPr/>
            <p:nvPr/>
          </p:nvSpPr>
          <p:spPr>
            <a:xfrm>
              <a:off x="5563935" y="22507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t5763"/>
            <p:cNvSpPr/>
            <p:nvPr/>
          </p:nvSpPr>
          <p:spPr>
            <a:xfrm>
              <a:off x="5498152" y="22077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t5764"/>
            <p:cNvSpPr/>
            <p:nvPr/>
          </p:nvSpPr>
          <p:spPr>
            <a:xfrm>
              <a:off x="5260745" y="21752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t5765"/>
            <p:cNvSpPr/>
            <p:nvPr/>
          </p:nvSpPr>
          <p:spPr>
            <a:xfrm>
              <a:off x="5225763" y="21420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t5766"/>
            <p:cNvSpPr/>
            <p:nvPr/>
          </p:nvSpPr>
          <p:spPr>
            <a:xfrm>
              <a:off x="5548703" y="21454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t5767"/>
            <p:cNvSpPr/>
            <p:nvPr/>
          </p:nvSpPr>
          <p:spPr>
            <a:xfrm>
              <a:off x="5143964" y="26751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t5768"/>
            <p:cNvSpPr/>
            <p:nvPr/>
          </p:nvSpPr>
          <p:spPr>
            <a:xfrm>
              <a:off x="5448472" y="22549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t5769"/>
            <p:cNvSpPr/>
            <p:nvPr/>
          </p:nvSpPr>
          <p:spPr>
            <a:xfrm>
              <a:off x="5595649" y="19982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t5770"/>
            <p:cNvSpPr/>
            <p:nvPr/>
          </p:nvSpPr>
          <p:spPr>
            <a:xfrm>
              <a:off x="5538790" y="20098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t5771"/>
            <p:cNvSpPr/>
            <p:nvPr/>
          </p:nvSpPr>
          <p:spPr>
            <a:xfrm>
              <a:off x="5493916" y="21672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t5772"/>
            <p:cNvSpPr/>
            <p:nvPr/>
          </p:nvSpPr>
          <p:spPr>
            <a:xfrm>
              <a:off x="5849069" y="21099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t5773"/>
            <p:cNvSpPr/>
            <p:nvPr/>
          </p:nvSpPr>
          <p:spPr>
            <a:xfrm>
              <a:off x="5454056" y="21819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t5774"/>
            <p:cNvSpPr/>
            <p:nvPr/>
          </p:nvSpPr>
          <p:spPr>
            <a:xfrm>
              <a:off x="5578513" y="21939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t5775"/>
            <p:cNvSpPr/>
            <p:nvPr/>
          </p:nvSpPr>
          <p:spPr>
            <a:xfrm>
              <a:off x="5288071" y="21606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t5776"/>
            <p:cNvSpPr/>
            <p:nvPr/>
          </p:nvSpPr>
          <p:spPr>
            <a:xfrm>
              <a:off x="5649171" y="20295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t5777"/>
            <p:cNvSpPr/>
            <p:nvPr/>
          </p:nvSpPr>
          <p:spPr>
            <a:xfrm>
              <a:off x="5253639" y="22071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t5778"/>
            <p:cNvSpPr/>
            <p:nvPr/>
          </p:nvSpPr>
          <p:spPr>
            <a:xfrm>
              <a:off x="5875793" y="17472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t5779"/>
            <p:cNvSpPr/>
            <p:nvPr/>
          </p:nvSpPr>
          <p:spPr>
            <a:xfrm>
              <a:off x="5207819" y="22128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t5780"/>
            <p:cNvSpPr/>
            <p:nvPr/>
          </p:nvSpPr>
          <p:spPr>
            <a:xfrm>
              <a:off x="5042379" y="22957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t5781"/>
            <p:cNvSpPr/>
            <p:nvPr/>
          </p:nvSpPr>
          <p:spPr>
            <a:xfrm>
              <a:off x="5408889" y="22084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t5782"/>
            <p:cNvSpPr/>
            <p:nvPr/>
          </p:nvSpPr>
          <p:spPr>
            <a:xfrm>
              <a:off x="5200617" y="24269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t5783"/>
            <p:cNvSpPr/>
            <p:nvPr/>
          </p:nvSpPr>
          <p:spPr>
            <a:xfrm>
              <a:off x="5595875" y="20926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t5784"/>
            <p:cNvSpPr/>
            <p:nvPr/>
          </p:nvSpPr>
          <p:spPr>
            <a:xfrm>
              <a:off x="5630342" y="21047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t5785"/>
            <p:cNvSpPr/>
            <p:nvPr/>
          </p:nvSpPr>
          <p:spPr>
            <a:xfrm>
              <a:off x="5411544" y="21576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t5786"/>
            <p:cNvSpPr/>
            <p:nvPr/>
          </p:nvSpPr>
          <p:spPr>
            <a:xfrm>
              <a:off x="5983981" y="2180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t5787"/>
            <p:cNvSpPr/>
            <p:nvPr/>
          </p:nvSpPr>
          <p:spPr>
            <a:xfrm>
              <a:off x="5311136" y="20291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t5788"/>
            <p:cNvSpPr/>
            <p:nvPr/>
          </p:nvSpPr>
          <p:spPr>
            <a:xfrm>
              <a:off x="4872475" y="23287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t5789"/>
            <p:cNvSpPr/>
            <p:nvPr/>
          </p:nvSpPr>
          <p:spPr>
            <a:xfrm>
              <a:off x="5456076" y="22163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t5790"/>
            <p:cNvSpPr/>
            <p:nvPr/>
          </p:nvSpPr>
          <p:spPr>
            <a:xfrm>
              <a:off x="5454286" y="21903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t5791"/>
            <p:cNvSpPr/>
            <p:nvPr/>
          </p:nvSpPr>
          <p:spPr>
            <a:xfrm>
              <a:off x="5546159" y="23046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t5792"/>
            <p:cNvSpPr/>
            <p:nvPr/>
          </p:nvSpPr>
          <p:spPr>
            <a:xfrm>
              <a:off x="5637925" y="20694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t5793"/>
            <p:cNvSpPr/>
            <p:nvPr/>
          </p:nvSpPr>
          <p:spPr>
            <a:xfrm>
              <a:off x="5025768" y="25075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t5794"/>
            <p:cNvSpPr/>
            <p:nvPr/>
          </p:nvSpPr>
          <p:spPr>
            <a:xfrm>
              <a:off x="5449929" y="22751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t5795"/>
            <p:cNvSpPr/>
            <p:nvPr/>
          </p:nvSpPr>
          <p:spPr>
            <a:xfrm>
              <a:off x="5469005" y="20564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t5796"/>
            <p:cNvSpPr/>
            <p:nvPr/>
          </p:nvSpPr>
          <p:spPr>
            <a:xfrm>
              <a:off x="5474801" y="21494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t5797"/>
            <p:cNvSpPr/>
            <p:nvPr/>
          </p:nvSpPr>
          <p:spPr>
            <a:xfrm>
              <a:off x="5226375" y="19436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t5798"/>
            <p:cNvSpPr/>
            <p:nvPr/>
          </p:nvSpPr>
          <p:spPr>
            <a:xfrm>
              <a:off x="5518203" y="22891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t5799"/>
            <p:cNvSpPr/>
            <p:nvPr/>
          </p:nvSpPr>
          <p:spPr>
            <a:xfrm>
              <a:off x="5559395" y="2193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t5800"/>
            <p:cNvSpPr/>
            <p:nvPr/>
          </p:nvSpPr>
          <p:spPr>
            <a:xfrm>
              <a:off x="5803904" y="20969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t5801"/>
            <p:cNvSpPr/>
            <p:nvPr/>
          </p:nvSpPr>
          <p:spPr>
            <a:xfrm>
              <a:off x="5140963" y="25421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t5802"/>
            <p:cNvSpPr/>
            <p:nvPr/>
          </p:nvSpPr>
          <p:spPr>
            <a:xfrm>
              <a:off x="5589773" y="19230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t5803"/>
            <p:cNvSpPr/>
            <p:nvPr/>
          </p:nvSpPr>
          <p:spPr>
            <a:xfrm>
              <a:off x="4907969" y="28047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t5804"/>
            <p:cNvSpPr/>
            <p:nvPr/>
          </p:nvSpPr>
          <p:spPr>
            <a:xfrm>
              <a:off x="5601542" y="19764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t5805"/>
            <p:cNvSpPr/>
            <p:nvPr/>
          </p:nvSpPr>
          <p:spPr>
            <a:xfrm>
              <a:off x="5416725" y="20680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t5806"/>
            <p:cNvSpPr/>
            <p:nvPr/>
          </p:nvSpPr>
          <p:spPr>
            <a:xfrm>
              <a:off x="5318061" y="21342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t5807"/>
            <p:cNvSpPr/>
            <p:nvPr/>
          </p:nvSpPr>
          <p:spPr>
            <a:xfrm>
              <a:off x="5671448" y="19441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t5808"/>
            <p:cNvSpPr/>
            <p:nvPr/>
          </p:nvSpPr>
          <p:spPr>
            <a:xfrm>
              <a:off x="5475992" y="19209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t5809"/>
            <p:cNvSpPr/>
            <p:nvPr/>
          </p:nvSpPr>
          <p:spPr>
            <a:xfrm>
              <a:off x="5625364" y="19513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t5810"/>
            <p:cNvSpPr/>
            <p:nvPr/>
          </p:nvSpPr>
          <p:spPr>
            <a:xfrm>
              <a:off x="5749244" y="19762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t5811"/>
            <p:cNvSpPr/>
            <p:nvPr/>
          </p:nvSpPr>
          <p:spPr>
            <a:xfrm>
              <a:off x="5853787" y="1836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t5812"/>
            <p:cNvSpPr/>
            <p:nvPr/>
          </p:nvSpPr>
          <p:spPr>
            <a:xfrm>
              <a:off x="5580631" y="22426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t5813"/>
            <p:cNvSpPr/>
            <p:nvPr/>
          </p:nvSpPr>
          <p:spPr>
            <a:xfrm>
              <a:off x="5471731" y="19611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t5814"/>
            <p:cNvSpPr/>
            <p:nvPr/>
          </p:nvSpPr>
          <p:spPr>
            <a:xfrm>
              <a:off x="5571844" y="22281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t5815"/>
            <p:cNvSpPr/>
            <p:nvPr/>
          </p:nvSpPr>
          <p:spPr>
            <a:xfrm>
              <a:off x="5509967" y="21957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t5816"/>
            <p:cNvSpPr/>
            <p:nvPr/>
          </p:nvSpPr>
          <p:spPr>
            <a:xfrm>
              <a:off x="5273498" y="2173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t5817"/>
            <p:cNvSpPr/>
            <p:nvPr/>
          </p:nvSpPr>
          <p:spPr>
            <a:xfrm>
              <a:off x="5198208" y="21292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t5818"/>
            <p:cNvSpPr/>
            <p:nvPr/>
          </p:nvSpPr>
          <p:spPr>
            <a:xfrm>
              <a:off x="4564512" y="27078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t5819"/>
            <p:cNvSpPr/>
            <p:nvPr/>
          </p:nvSpPr>
          <p:spPr>
            <a:xfrm>
              <a:off x="5562532" y="21991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t5820"/>
            <p:cNvSpPr/>
            <p:nvPr/>
          </p:nvSpPr>
          <p:spPr>
            <a:xfrm>
              <a:off x="5536238" y="21125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t5821"/>
            <p:cNvSpPr/>
            <p:nvPr/>
          </p:nvSpPr>
          <p:spPr>
            <a:xfrm>
              <a:off x="5452677" y="21984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t5822"/>
            <p:cNvSpPr/>
            <p:nvPr/>
          </p:nvSpPr>
          <p:spPr>
            <a:xfrm>
              <a:off x="5460938" y="20582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t5823"/>
            <p:cNvSpPr/>
            <p:nvPr/>
          </p:nvSpPr>
          <p:spPr>
            <a:xfrm>
              <a:off x="5409311" y="22633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t5824"/>
            <p:cNvSpPr/>
            <p:nvPr/>
          </p:nvSpPr>
          <p:spPr>
            <a:xfrm>
              <a:off x="5504963" y="20240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t5825"/>
            <p:cNvSpPr/>
            <p:nvPr/>
          </p:nvSpPr>
          <p:spPr>
            <a:xfrm>
              <a:off x="5514303" y="22143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t5826"/>
            <p:cNvSpPr/>
            <p:nvPr/>
          </p:nvSpPr>
          <p:spPr>
            <a:xfrm>
              <a:off x="5529917" y="22893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t5827"/>
            <p:cNvSpPr/>
            <p:nvPr/>
          </p:nvSpPr>
          <p:spPr>
            <a:xfrm>
              <a:off x="4948312" y="22620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t5828"/>
            <p:cNvSpPr/>
            <p:nvPr/>
          </p:nvSpPr>
          <p:spPr>
            <a:xfrm>
              <a:off x="5141249" y="24379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t5829"/>
            <p:cNvSpPr/>
            <p:nvPr/>
          </p:nvSpPr>
          <p:spPr>
            <a:xfrm>
              <a:off x="5306185" y="20265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t5830"/>
            <p:cNvSpPr/>
            <p:nvPr/>
          </p:nvSpPr>
          <p:spPr>
            <a:xfrm>
              <a:off x="5386886" y="21690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t5831"/>
            <p:cNvSpPr/>
            <p:nvPr/>
          </p:nvSpPr>
          <p:spPr>
            <a:xfrm>
              <a:off x="5410376" y="2233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t5832"/>
            <p:cNvSpPr/>
            <p:nvPr/>
          </p:nvSpPr>
          <p:spPr>
            <a:xfrm>
              <a:off x="5463480" y="21566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t5833"/>
            <p:cNvSpPr/>
            <p:nvPr/>
          </p:nvSpPr>
          <p:spPr>
            <a:xfrm>
              <a:off x="5482111" y="20483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t5834"/>
            <p:cNvSpPr/>
            <p:nvPr/>
          </p:nvSpPr>
          <p:spPr>
            <a:xfrm>
              <a:off x="5422182" y="21767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t5835"/>
            <p:cNvSpPr/>
            <p:nvPr/>
          </p:nvSpPr>
          <p:spPr>
            <a:xfrm>
              <a:off x="5674445" y="16279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t5836"/>
            <p:cNvSpPr/>
            <p:nvPr/>
          </p:nvSpPr>
          <p:spPr>
            <a:xfrm>
              <a:off x="5828565" y="18429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t5837"/>
            <p:cNvSpPr/>
            <p:nvPr/>
          </p:nvSpPr>
          <p:spPr>
            <a:xfrm>
              <a:off x="5478639" y="18215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t5838"/>
            <p:cNvSpPr/>
            <p:nvPr/>
          </p:nvSpPr>
          <p:spPr>
            <a:xfrm>
              <a:off x="5390933" y="21731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t5839"/>
            <p:cNvSpPr/>
            <p:nvPr/>
          </p:nvSpPr>
          <p:spPr>
            <a:xfrm>
              <a:off x="5204826" y="21120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t5840"/>
            <p:cNvSpPr/>
            <p:nvPr/>
          </p:nvSpPr>
          <p:spPr>
            <a:xfrm>
              <a:off x="5519819" y="22215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t5841"/>
            <p:cNvSpPr/>
            <p:nvPr/>
          </p:nvSpPr>
          <p:spPr>
            <a:xfrm>
              <a:off x="5753254" y="1960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t5842"/>
            <p:cNvSpPr/>
            <p:nvPr/>
          </p:nvSpPr>
          <p:spPr>
            <a:xfrm>
              <a:off x="5096615" y="23246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t5843"/>
            <p:cNvSpPr/>
            <p:nvPr/>
          </p:nvSpPr>
          <p:spPr>
            <a:xfrm>
              <a:off x="5190485" y="22956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t5844"/>
            <p:cNvSpPr/>
            <p:nvPr/>
          </p:nvSpPr>
          <p:spPr>
            <a:xfrm>
              <a:off x="5534385" y="23303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t5845"/>
            <p:cNvSpPr/>
            <p:nvPr/>
          </p:nvSpPr>
          <p:spPr>
            <a:xfrm>
              <a:off x="5490019" y="20430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t5846"/>
            <p:cNvSpPr/>
            <p:nvPr/>
          </p:nvSpPr>
          <p:spPr>
            <a:xfrm>
              <a:off x="5332864" y="21199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t5847"/>
            <p:cNvSpPr/>
            <p:nvPr/>
          </p:nvSpPr>
          <p:spPr>
            <a:xfrm>
              <a:off x="5428982" y="22897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t5848"/>
            <p:cNvSpPr/>
            <p:nvPr/>
          </p:nvSpPr>
          <p:spPr>
            <a:xfrm>
              <a:off x="5666933" y="18356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t5849"/>
            <p:cNvSpPr/>
            <p:nvPr/>
          </p:nvSpPr>
          <p:spPr>
            <a:xfrm>
              <a:off x="5086230" y="25332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t5850"/>
            <p:cNvSpPr/>
            <p:nvPr/>
          </p:nvSpPr>
          <p:spPr>
            <a:xfrm>
              <a:off x="5690070" y="1852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t5851"/>
            <p:cNvSpPr/>
            <p:nvPr/>
          </p:nvSpPr>
          <p:spPr>
            <a:xfrm>
              <a:off x="4812148" y="27202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t5852"/>
            <p:cNvSpPr/>
            <p:nvPr/>
          </p:nvSpPr>
          <p:spPr>
            <a:xfrm>
              <a:off x="5318028" y="21678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t5853"/>
            <p:cNvSpPr/>
            <p:nvPr/>
          </p:nvSpPr>
          <p:spPr>
            <a:xfrm>
              <a:off x="5520526" y="21698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t5854"/>
            <p:cNvSpPr/>
            <p:nvPr/>
          </p:nvSpPr>
          <p:spPr>
            <a:xfrm>
              <a:off x="5441732" y="2264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t5855"/>
            <p:cNvSpPr/>
            <p:nvPr/>
          </p:nvSpPr>
          <p:spPr>
            <a:xfrm>
              <a:off x="4814263" y="26680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t5856"/>
            <p:cNvSpPr/>
            <p:nvPr/>
          </p:nvSpPr>
          <p:spPr>
            <a:xfrm>
              <a:off x="5779230" y="20047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t5857"/>
            <p:cNvSpPr/>
            <p:nvPr/>
          </p:nvSpPr>
          <p:spPr>
            <a:xfrm>
              <a:off x="5044845" y="22621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t5858"/>
            <p:cNvSpPr/>
            <p:nvPr/>
          </p:nvSpPr>
          <p:spPr>
            <a:xfrm>
              <a:off x="5160364" y="27060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t5859"/>
            <p:cNvSpPr/>
            <p:nvPr/>
          </p:nvSpPr>
          <p:spPr>
            <a:xfrm>
              <a:off x="5616601" y="19652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t5860"/>
            <p:cNvSpPr/>
            <p:nvPr/>
          </p:nvSpPr>
          <p:spPr>
            <a:xfrm>
              <a:off x="5450648" y="23237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t5861"/>
            <p:cNvSpPr/>
            <p:nvPr/>
          </p:nvSpPr>
          <p:spPr>
            <a:xfrm>
              <a:off x="5849630" y="17524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t5862"/>
            <p:cNvSpPr/>
            <p:nvPr/>
          </p:nvSpPr>
          <p:spPr>
            <a:xfrm>
              <a:off x="5236171" y="22196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t5863"/>
            <p:cNvSpPr/>
            <p:nvPr/>
          </p:nvSpPr>
          <p:spPr>
            <a:xfrm>
              <a:off x="5618054" y="18448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t5864"/>
            <p:cNvSpPr/>
            <p:nvPr/>
          </p:nvSpPr>
          <p:spPr>
            <a:xfrm>
              <a:off x="5182853" y="25312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t5865"/>
            <p:cNvSpPr/>
            <p:nvPr/>
          </p:nvSpPr>
          <p:spPr>
            <a:xfrm>
              <a:off x="5934590" y="17562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t5866"/>
            <p:cNvSpPr/>
            <p:nvPr/>
          </p:nvSpPr>
          <p:spPr>
            <a:xfrm>
              <a:off x="5328517" y="21135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t5867"/>
            <p:cNvSpPr/>
            <p:nvPr/>
          </p:nvSpPr>
          <p:spPr>
            <a:xfrm>
              <a:off x="5446741" y="2290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t5868"/>
            <p:cNvSpPr/>
            <p:nvPr/>
          </p:nvSpPr>
          <p:spPr>
            <a:xfrm>
              <a:off x="5653822" y="21084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t5869"/>
            <p:cNvSpPr/>
            <p:nvPr/>
          </p:nvSpPr>
          <p:spPr>
            <a:xfrm>
              <a:off x="5674459" y="17805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t5870"/>
            <p:cNvSpPr/>
            <p:nvPr/>
          </p:nvSpPr>
          <p:spPr>
            <a:xfrm>
              <a:off x="5321683" y="22759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t5871"/>
            <p:cNvSpPr/>
            <p:nvPr/>
          </p:nvSpPr>
          <p:spPr>
            <a:xfrm>
              <a:off x="5224167" y="22644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t5872"/>
            <p:cNvSpPr/>
            <p:nvPr/>
          </p:nvSpPr>
          <p:spPr>
            <a:xfrm>
              <a:off x="5464105" y="19125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t5873"/>
            <p:cNvSpPr/>
            <p:nvPr/>
          </p:nvSpPr>
          <p:spPr>
            <a:xfrm>
              <a:off x="5353352" y="22082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t5874"/>
            <p:cNvSpPr/>
            <p:nvPr/>
          </p:nvSpPr>
          <p:spPr>
            <a:xfrm>
              <a:off x="5245727" y="21408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t5875"/>
            <p:cNvSpPr/>
            <p:nvPr/>
          </p:nvSpPr>
          <p:spPr>
            <a:xfrm>
              <a:off x="4998555" y="26208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t5876"/>
            <p:cNvSpPr/>
            <p:nvPr/>
          </p:nvSpPr>
          <p:spPr>
            <a:xfrm>
              <a:off x="4942944" y="14614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t5877"/>
            <p:cNvSpPr/>
            <p:nvPr/>
          </p:nvSpPr>
          <p:spPr>
            <a:xfrm>
              <a:off x="4904339" y="24784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t5878"/>
            <p:cNvSpPr/>
            <p:nvPr/>
          </p:nvSpPr>
          <p:spPr>
            <a:xfrm>
              <a:off x="5483910" y="20711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t5879"/>
            <p:cNvSpPr/>
            <p:nvPr/>
          </p:nvSpPr>
          <p:spPr>
            <a:xfrm>
              <a:off x="5540516" y="20148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t5880"/>
            <p:cNvSpPr/>
            <p:nvPr/>
          </p:nvSpPr>
          <p:spPr>
            <a:xfrm>
              <a:off x="5195736" y="25243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t5881"/>
            <p:cNvSpPr/>
            <p:nvPr/>
          </p:nvSpPr>
          <p:spPr>
            <a:xfrm>
              <a:off x="5909103" y="16310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t5882"/>
            <p:cNvSpPr/>
            <p:nvPr/>
          </p:nvSpPr>
          <p:spPr>
            <a:xfrm>
              <a:off x="5023341" y="26376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t5883"/>
            <p:cNvSpPr/>
            <p:nvPr/>
          </p:nvSpPr>
          <p:spPr>
            <a:xfrm>
              <a:off x="5257719" y="20339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t5884"/>
            <p:cNvSpPr/>
            <p:nvPr/>
          </p:nvSpPr>
          <p:spPr>
            <a:xfrm>
              <a:off x="4952064" y="2189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t5885"/>
            <p:cNvSpPr/>
            <p:nvPr/>
          </p:nvSpPr>
          <p:spPr>
            <a:xfrm>
              <a:off x="5612448" y="20482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t5886"/>
            <p:cNvSpPr/>
            <p:nvPr/>
          </p:nvSpPr>
          <p:spPr>
            <a:xfrm>
              <a:off x="5394339" y="21548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t5887"/>
            <p:cNvSpPr/>
            <p:nvPr/>
          </p:nvSpPr>
          <p:spPr>
            <a:xfrm>
              <a:off x="5381956" y="22379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t5888"/>
            <p:cNvSpPr/>
            <p:nvPr/>
          </p:nvSpPr>
          <p:spPr>
            <a:xfrm>
              <a:off x="5099022" y="25687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t5889"/>
            <p:cNvSpPr/>
            <p:nvPr/>
          </p:nvSpPr>
          <p:spPr>
            <a:xfrm>
              <a:off x="5172993" y="26219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t5890"/>
            <p:cNvSpPr/>
            <p:nvPr/>
          </p:nvSpPr>
          <p:spPr>
            <a:xfrm>
              <a:off x="5469336" y="18697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t5891"/>
            <p:cNvSpPr/>
            <p:nvPr/>
          </p:nvSpPr>
          <p:spPr>
            <a:xfrm>
              <a:off x="5369395" y="22562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t5892"/>
            <p:cNvSpPr/>
            <p:nvPr/>
          </p:nvSpPr>
          <p:spPr>
            <a:xfrm>
              <a:off x="5513148" y="22651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t5893"/>
            <p:cNvSpPr/>
            <p:nvPr/>
          </p:nvSpPr>
          <p:spPr>
            <a:xfrm>
              <a:off x="5314688" y="21155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t5894"/>
            <p:cNvSpPr/>
            <p:nvPr/>
          </p:nvSpPr>
          <p:spPr>
            <a:xfrm>
              <a:off x="5596820" y="22292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t5895"/>
            <p:cNvSpPr/>
            <p:nvPr/>
          </p:nvSpPr>
          <p:spPr>
            <a:xfrm>
              <a:off x="5081947" y="24535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t5896"/>
            <p:cNvSpPr/>
            <p:nvPr/>
          </p:nvSpPr>
          <p:spPr>
            <a:xfrm>
              <a:off x="5717348" y="2085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t5897"/>
            <p:cNvSpPr/>
            <p:nvPr/>
          </p:nvSpPr>
          <p:spPr>
            <a:xfrm>
              <a:off x="5614429" y="19612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t5898"/>
            <p:cNvSpPr/>
            <p:nvPr/>
          </p:nvSpPr>
          <p:spPr>
            <a:xfrm>
              <a:off x="5155435" y="24815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t5899"/>
            <p:cNvSpPr/>
            <p:nvPr/>
          </p:nvSpPr>
          <p:spPr>
            <a:xfrm>
              <a:off x="5602451" y="19741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t5900"/>
            <p:cNvSpPr/>
            <p:nvPr/>
          </p:nvSpPr>
          <p:spPr>
            <a:xfrm>
              <a:off x="5114046" y="21874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t5901"/>
            <p:cNvSpPr/>
            <p:nvPr/>
          </p:nvSpPr>
          <p:spPr>
            <a:xfrm>
              <a:off x="5264145" y="22486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t5902"/>
            <p:cNvSpPr/>
            <p:nvPr/>
          </p:nvSpPr>
          <p:spPr>
            <a:xfrm>
              <a:off x="5000593" y="25561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t5903"/>
            <p:cNvSpPr/>
            <p:nvPr/>
          </p:nvSpPr>
          <p:spPr>
            <a:xfrm>
              <a:off x="5728471" y="18603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t5904"/>
            <p:cNvSpPr/>
            <p:nvPr/>
          </p:nvSpPr>
          <p:spPr>
            <a:xfrm>
              <a:off x="5656531" y="19623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t5905"/>
            <p:cNvSpPr/>
            <p:nvPr/>
          </p:nvSpPr>
          <p:spPr>
            <a:xfrm>
              <a:off x="5504821" y="22521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t5906"/>
            <p:cNvSpPr/>
            <p:nvPr/>
          </p:nvSpPr>
          <p:spPr>
            <a:xfrm>
              <a:off x="5313310" y="22320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t5907"/>
            <p:cNvSpPr/>
            <p:nvPr/>
          </p:nvSpPr>
          <p:spPr>
            <a:xfrm>
              <a:off x="5344911" y="21969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t5908"/>
            <p:cNvSpPr/>
            <p:nvPr/>
          </p:nvSpPr>
          <p:spPr>
            <a:xfrm>
              <a:off x="5529789" y="21289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t5909"/>
            <p:cNvSpPr/>
            <p:nvPr/>
          </p:nvSpPr>
          <p:spPr>
            <a:xfrm>
              <a:off x="5733848" y="18077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t5910"/>
            <p:cNvSpPr/>
            <p:nvPr/>
          </p:nvSpPr>
          <p:spPr>
            <a:xfrm>
              <a:off x="5589955" y="19631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t5911"/>
            <p:cNvSpPr/>
            <p:nvPr/>
          </p:nvSpPr>
          <p:spPr>
            <a:xfrm>
              <a:off x="5040057" y="21801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t5912"/>
            <p:cNvSpPr/>
            <p:nvPr/>
          </p:nvSpPr>
          <p:spPr>
            <a:xfrm>
              <a:off x="5650540" y="20231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t5913"/>
            <p:cNvSpPr/>
            <p:nvPr/>
          </p:nvSpPr>
          <p:spPr>
            <a:xfrm>
              <a:off x="5413689" y="22150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t5914"/>
            <p:cNvSpPr/>
            <p:nvPr/>
          </p:nvSpPr>
          <p:spPr>
            <a:xfrm>
              <a:off x="5460023" y="21703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t5915"/>
            <p:cNvSpPr/>
            <p:nvPr/>
          </p:nvSpPr>
          <p:spPr>
            <a:xfrm>
              <a:off x="5316767" y="22052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t5916"/>
            <p:cNvSpPr/>
            <p:nvPr/>
          </p:nvSpPr>
          <p:spPr>
            <a:xfrm>
              <a:off x="5122628" y="23599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t5917"/>
            <p:cNvSpPr/>
            <p:nvPr/>
          </p:nvSpPr>
          <p:spPr>
            <a:xfrm>
              <a:off x="5505757" y="22435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t5918"/>
            <p:cNvSpPr/>
            <p:nvPr/>
          </p:nvSpPr>
          <p:spPr>
            <a:xfrm>
              <a:off x="5543724" y="20148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t5919"/>
            <p:cNvSpPr/>
            <p:nvPr/>
          </p:nvSpPr>
          <p:spPr>
            <a:xfrm>
              <a:off x="5568150" y="21785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t5920"/>
            <p:cNvSpPr/>
            <p:nvPr/>
          </p:nvSpPr>
          <p:spPr>
            <a:xfrm>
              <a:off x="5446076" y="22622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t5921"/>
            <p:cNvSpPr/>
            <p:nvPr/>
          </p:nvSpPr>
          <p:spPr>
            <a:xfrm>
              <a:off x="5450881" y="23027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t5922"/>
            <p:cNvSpPr/>
            <p:nvPr/>
          </p:nvSpPr>
          <p:spPr>
            <a:xfrm>
              <a:off x="5411055" y="22203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t5923"/>
            <p:cNvSpPr/>
            <p:nvPr/>
          </p:nvSpPr>
          <p:spPr>
            <a:xfrm>
              <a:off x="5793689" y="20958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t5924"/>
            <p:cNvSpPr/>
            <p:nvPr/>
          </p:nvSpPr>
          <p:spPr>
            <a:xfrm>
              <a:off x="5705464" y="2004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t5925"/>
            <p:cNvSpPr/>
            <p:nvPr/>
          </p:nvSpPr>
          <p:spPr>
            <a:xfrm>
              <a:off x="5301326" y="22402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t5926"/>
            <p:cNvSpPr/>
            <p:nvPr/>
          </p:nvSpPr>
          <p:spPr>
            <a:xfrm>
              <a:off x="5567362" y="21991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t5927"/>
            <p:cNvSpPr/>
            <p:nvPr/>
          </p:nvSpPr>
          <p:spPr>
            <a:xfrm>
              <a:off x="5781744" y="20846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t5928"/>
            <p:cNvSpPr/>
            <p:nvPr/>
          </p:nvSpPr>
          <p:spPr>
            <a:xfrm>
              <a:off x="5965403" y="17657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t5929"/>
            <p:cNvSpPr/>
            <p:nvPr/>
          </p:nvSpPr>
          <p:spPr>
            <a:xfrm>
              <a:off x="5431489" y="22179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t5930"/>
            <p:cNvSpPr/>
            <p:nvPr/>
          </p:nvSpPr>
          <p:spPr>
            <a:xfrm>
              <a:off x="5006752" y="24910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t5931"/>
            <p:cNvSpPr/>
            <p:nvPr/>
          </p:nvSpPr>
          <p:spPr>
            <a:xfrm>
              <a:off x="5504041" y="21142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t5932"/>
            <p:cNvSpPr/>
            <p:nvPr/>
          </p:nvSpPr>
          <p:spPr>
            <a:xfrm>
              <a:off x="5621713" y="19955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t5933"/>
            <p:cNvSpPr/>
            <p:nvPr/>
          </p:nvSpPr>
          <p:spPr>
            <a:xfrm>
              <a:off x="5839926" y="16645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t5934"/>
            <p:cNvSpPr/>
            <p:nvPr/>
          </p:nvSpPr>
          <p:spPr>
            <a:xfrm>
              <a:off x="5492037" y="20313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t5935"/>
            <p:cNvSpPr/>
            <p:nvPr/>
          </p:nvSpPr>
          <p:spPr>
            <a:xfrm>
              <a:off x="4614433" y="27358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t5936"/>
            <p:cNvSpPr/>
            <p:nvPr/>
          </p:nvSpPr>
          <p:spPr>
            <a:xfrm>
              <a:off x="5704769" y="18996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t5937"/>
            <p:cNvSpPr/>
            <p:nvPr/>
          </p:nvSpPr>
          <p:spPr>
            <a:xfrm>
              <a:off x="5132726" y="25637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t5938"/>
            <p:cNvSpPr/>
            <p:nvPr/>
          </p:nvSpPr>
          <p:spPr>
            <a:xfrm>
              <a:off x="5428067" y="22745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t5939"/>
            <p:cNvSpPr/>
            <p:nvPr/>
          </p:nvSpPr>
          <p:spPr>
            <a:xfrm>
              <a:off x="5949882" y="17304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t5940"/>
            <p:cNvSpPr/>
            <p:nvPr/>
          </p:nvSpPr>
          <p:spPr>
            <a:xfrm>
              <a:off x="5293856" y="21050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t5941"/>
            <p:cNvSpPr/>
            <p:nvPr/>
          </p:nvSpPr>
          <p:spPr>
            <a:xfrm>
              <a:off x="5418940" y="21672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t5942"/>
            <p:cNvSpPr/>
            <p:nvPr/>
          </p:nvSpPr>
          <p:spPr>
            <a:xfrm>
              <a:off x="5226989" y="21805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t5943"/>
            <p:cNvSpPr/>
            <p:nvPr/>
          </p:nvSpPr>
          <p:spPr>
            <a:xfrm>
              <a:off x="5635350" y="20771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t5944"/>
            <p:cNvSpPr/>
            <p:nvPr/>
          </p:nvSpPr>
          <p:spPr>
            <a:xfrm>
              <a:off x="5516514" y="21976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t5945"/>
            <p:cNvSpPr/>
            <p:nvPr/>
          </p:nvSpPr>
          <p:spPr>
            <a:xfrm>
              <a:off x="5586096" y="22481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t5946"/>
            <p:cNvSpPr/>
            <p:nvPr/>
          </p:nvSpPr>
          <p:spPr>
            <a:xfrm>
              <a:off x="5615710" y="20188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t5947"/>
            <p:cNvSpPr/>
            <p:nvPr/>
          </p:nvSpPr>
          <p:spPr>
            <a:xfrm>
              <a:off x="5810601" y="18401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t5948"/>
            <p:cNvSpPr/>
            <p:nvPr/>
          </p:nvSpPr>
          <p:spPr>
            <a:xfrm>
              <a:off x="5355023" y="21621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t5949"/>
            <p:cNvSpPr/>
            <p:nvPr/>
          </p:nvSpPr>
          <p:spPr>
            <a:xfrm>
              <a:off x="5658068" y="20864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t5950"/>
            <p:cNvSpPr/>
            <p:nvPr/>
          </p:nvSpPr>
          <p:spPr>
            <a:xfrm>
              <a:off x="5448939" y="2276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t5951"/>
            <p:cNvSpPr/>
            <p:nvPr/>
          </p:nvSpPr>
          <p:spPr>
            <a:xfrm>
              <a:off x="5584932" y="22821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t5952"/>
            <p:cNvSpPr/>
            <p:nvPr/>
          </p:nvSpPr>
          <p:spPr>
            <a:xfrm>
              <a:off x="5699245" y="18920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t5953"/>
            <p:cNvSpPr/>
            <p:nvPr/>
          </p:nvSpPr>
          <p:spPr>
            <a:xfrm>
              <a:off x="5237011" y="22485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t5954"/>
            <p:cNvSpPr/>
            <p:nvPr/>
          </p:nvSpPr>
          <p:spPr>
            <a:xfrm>
              <a:off x="5193834" y="22256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t5955"/>
            <p:cNvSpPr/>
            <p:nvPr/>
          </p:nvSpPr>
          <p:spPr>
            <a:xfrm>
              <a:off x="5415481" y="21855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t5956"/>
            <p:cNvSpPr/>
            <p:nvPr/>
          </p:nvSpPr>
          <p:spPr>
            <a:xfrm>
              <a:off x="5451288" y="22706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t5957"/>
            <p:cNvSpPr/>
            <p:nvPr/>
          </p:nvSpPr>
          <p:spPr>
            <a:xfrm>
              <a:off x="6079863" y="19279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t5958"/>
            <p:cNvSpPr/>
            <p:nvPr/>
          </p:nvSpPr>
          <p:spPr>
            <a:xfrm>
              <a:off x="5564534" y="21998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t5959"/>
            <p:cNvSpPr/>
            <p:nvPr/>
          </p:nvSpPr>
          <p:spPr>
            <a:xfrm>
              <a:off x="5434846" y="23612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t5960"/>
            <p:cNvSpPr/>
            <p:nvPr/>
          </p:nvSpPr>
          <p:spPr>
            <a:xfrm>
              <a:off x="5542223" y="20994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t5961"/>
            <p:cNvSpPr/>
            <p:nvPr/>
          </p:nvSpPr>
          <p:spPr>
            <a:xfrm>
              <a:off x="5382442" y="22661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t5962"/>
            <p:cNvSpPr/>
            <p:nvPr/>
          </p:nvSpPr>
          <p:spPr>
            <a:xfrm>
              <a:off x="5316301" y="21383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t5963"/>
            <p:cNvSpPr/>
            <p:nvPr/>
          </p:nvSpPr>
          <p:spPr>
            <a:xfrm>
              <a:off x="5525070" y="2169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t5964"/>
            <p:cNvSpPr/>
            <p:nvPr/>
          </p:nvSpPr>
          <p:spPr>
            <a:xfrm>
              <a:off x="4793305" y="26313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t5965"/>
            <p:cNvSpPr/>
            <p:nvPr/>
          </p:nvSpPr>
          <p:spPr>
            <a:xfrm>
              <a:off x="5506689" y="23059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t5966"/>
            <p:cNvSpPr/>
            <p:nvPr/>
          </p:nvSpPr>
          <p:spPr>
            <a:xfrm>
              <a:off x="5379801" y="22774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t5967"/>
            <p:cNvSpPr/>
            <p:nvPr/>
          </p:nvSpPr>
          <p:spPr>
            <a:xfrm>
              <a:off x="5303555" y="21984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t5968"/>
            <p:cNvSpPr/>
            <p:nvPr/>
          </p:nvSpPr>
          <p:spPr>
            <a:xfrm>
              <a:off x="5147479" y="2661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t5969"/>
            <p:cNvSpPr/>
            <p:nvPr/>
          </p:nvSpPr>
          <p:spPr>
            <a:xfrm>
              <a:off x="5320502" y="21777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t5970"/>
            <p:cNvSpPr/>
            <p:nvPr/>
          </p:nvSpPr>
          <p:spPr>
            <a:xfrm>
              <a:off x="5937706" y="17732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t5971"/>
            <p:cNvSpPr/>
            <p:nvPr/>
          </p:nvSpPr>
          <p:spPr>
            <a:xfrm>
              <a:off x="5132651" y="27579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t5972"/>
            <p:cNvSpPr/>
            <p:nvPr/>
          </p:nvSpPr>
          <p:spPr>
            <a:xfrm>
              <a:off x="5596544" y="21417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t5973"/>
            <p:cNvSpPr/>
            <p:nvPr/>
          </p:nvSpPr>
          <p:spPr>
            <a:xfrm>
              <a:off x="5287371" y="22616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t5974"/>
            <p:cNvSpPr/>
            <p:nvPr/>
          </p:nvSpPr>
          <p:spPr>
            <a:xfrm>
              <a:off x="5158037" y="26000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t5975"/>
            <p:cNvSpPr/>
            <p:nvPr/>
          </p:nvSpPr>
          <p:spPr>
            <a:xfrm>
              <a:off x="5000685" y="2446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t5976"/>
            <p:cNvSpPr/>
            <p:nvPr/>
          </p:nvSpPr>
          <p:spPr>
            <a:xfrm>
              <a:off x="5647494" y="20356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t5977"/>
            <p:cNvSpPr/>
            <p:nvPr/>
          </p:nvSpPr>
          <p:spPr>
            <a:xfrm>
              <a:off x="5731758" y="19462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t5978"/>
            <p:cNvSpPr/>
            <p:nvPr/>
          </p:nvSpPr>
          <p:spPr>
            <a:xfrm>
              <a:off x="5613723" y="19675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t5979"/>
            <p:cNvSpPr/>
            <p:nvPr/>
          </p:nvSpPr>
          <p:spPr>
            <a:xfrm>
              <a:off x="5764260" y="19365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t5980"/>
            <p:cNvSpPr/>
            <p:nvPr/>
          </p:nvSpPr>
          <p:spPr>
            <a:xfrm>
              <a:off x="5324310" y="21292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t5981"/>
            <p:cNvSpPr/>
            <p:nvPr/>
          </p:nvSpPr>
          <p:spPr>
            <a:xfrm>
              <a:off x="5407046" y="22774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t5982"/>
            <p:cNvSpPr/>
            <p:nvPr/>
          </p:nvSpPr>
          <p:spPr>
            <a:xfrm>
              <a:off x="5499359" y="21138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t5983"/>
            <p:cNvSpPr/>
            <p:nvPr/>
          </p:nvSpPr>
          <p:spPr>
            <a:xfrm>
              <a:off x="5304038" y="22550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t5984"/>
            <p:cNvSpPr/>
            <p:nvPr/>
          </p:nvSpPr>
          <p:spPr>
            <a:xfrm>
              <a:off x="5521227" y="21721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t5985"/>
            <p:cNvSpPr/>
            <p:nvPr/>
          </p:nvSpPr>
          <p:spPr>
            <a:xfrm>
              <a:off x="5720583" y="18934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t5986"/>
            <p:cNvSpPr/>
            <p:nvPr/>
          </p:nvSpPr>
          <p:spPr>
            <a:xfrm>
              <a:off x="5118659" y="24776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t5987"/>
            <p:cNvSpPr/>
            <p:nvPr/>
          </p:nvSpPr>
          <p:spPr>
            <a:xfrm>
              <a:off x="5516307" y="22181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t5988"/>
            <p:cNvSpPr/>
            <p:nvPr/>
          </p:nvSpPr>
          <p:spPr>
            <a:xfrm>
              <a:off x="5618847" y="19590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t5989"/>
            <p:cNvSpPr/>
            <p:nvPr/>
          </p:nvSpPr>
          <p:spPr>
            <a:xfrm>
              <a:off x="5035715" y="20879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t5990"/>
            <p:cNvSpPr/>
            <p:nvPr/>
          </p:nvSpPr>
          <p:spPr>
            <a:xfrm>
              <a:off x="5874801" y="18499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t5991"/>
            <p:cNvSpPr/>
            <p:nvPr/>
          </p:nvSpPr>
          <p:spPr>
            <a:xfrm>
              <a:off x="5332312" y="21725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t5992"/>
            <p:cNvSpPr/>
            <p:nvPr/>
          </p:nvSpPr>
          <p:spPr>
            <a:xfrm>
              <a:off x="5122469" y="25808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t5993"/>
            <p:cNvSpPr/>
            <p:nvPr/>
          </p:nvSpPr>
          <p:spPr>
            <a:xfrm>
              <a:off x="5610710" y="20894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t5994"/>
            <p:cNvSpPr/>
            <p:nvPr/>
          </p:nvSpPr>
          <p:spPr>
            <a:xfrm>
              <a:off x="5353986" y="21651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t5995"/>
            <p:cNvSpPr/>
            <p:nvPr/>
          </p:nvSpPr>
          <p:spPr>
            <a:xfrm>
              <a:off x="5502164" y="21378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t5996"/>
            <p:cNvSpPr/>
            <p:nvPr/>
          </p:nvSpPr>
          <p:spPr>
            <a:xfrm>
              <a:off x="5553370" y="21786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t5997"/>
            <p:cNvSpPr/>
            <p:nvPr/>
          </p:nvSpPr>
          <p:spPr>
            <a:xfrm>
              <a:off x="5879561" y="15781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t5998"/>
            <p:cNvSpPr/>
            <p:nvPr/>
          </p:nvSpPr>
          <p:spPr>
            <a:xfrm>
              <a:off x="5721981" y="1796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t5999"/>
            <p:cNvSpPr/>
            <p:nvPr/>
          </p:nvSpPr>
          <p:spPr>
            <a:xfrm>
              <a:off x="5101572" y="19225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t6000"/>
            <p:cNvSpPr/>
            <p:nvPr/>
          </p:nvSpPr>
          <p:spPr>
            <a:xfrm>
              <a:off x="4934080" y="16787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t6001"/>
            <p:cNvSpPr/>
            <p:nvPr/>
          </p:nvSpPr>
          <p:spPr>
            <a:xfrm>
              <a:off x="5582867" y="22323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t6002"/>
            <p:cNvSpPr/>
            <p:nvPr/>
          </p:nvSpPr>
          <p:spPr>
            <a:xfrm>
              <a:off x="5483007" y="20611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t6003"/>
            <p:cNvSpPr/>
            <p:nvPr/>
          </p:nvSpPr>
          <p:spPr>
            <a:xfrm>
              <a:off x="5399718" y="21444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t6004"/>
            <p:cNvSpPr/>
            <p:nvPr/>
          </p:nvSpPr>
          <p:spPr>
            <a:xfrm>
              <a:off x="5261851" y="20688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t6005"/>
            <p:cNvSpPr/>
            <p:nvPr/>
          </p:nvSpPr>
          <p:spPr>
            <a:xfrm>
              <a:off x="4958784" y="19888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t6006"/>
            <p:cNvSpPr/>
            <p:nvPr/>
          </p:nvSpPr>
          <p:spPr>
            <a:xfrm>
              <a:off x="5603529" y="2147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t6007"/>
            <p:cNvSpPr/>
            <p:nvPr/>
          </p:nvSpPr>
          <p:spPr>
            <a:xfrm>
              <a:off x="5283394" y="22665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t6008"/>
            <p:cNvSpPr/>
            <p:nvPr/>
          </p:nvSpPr>
          <p:spPr>
            <a:xfrm>
              <a:off x="5258811" y="2203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t6009"/>
            <p:cNvSpPr/>
            <p:nvPr/>
          </p:nvSpPr>
          <p:spPr>
            <a:xfrm>
              <a:off x="5448431" y="23006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t6010"/>
            <p:cNvSpPr/>
            <p:nvPr/>
          </p:nvSpPr>
          <p:spPr>
            <a:xfrm>
              <a:off x="5797000" y="2049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t6011"/>
            <p:cNvSpPr/>
            <p:nvPr/>
          </p:nvSpPr>
          <p:spPr>
            <a:xfrm>
              <a:off x="5583196" y="22679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t6012"/>
            <p:cNvSpPr/>
            <p:nvPr/>
          </p:nvSpPr>
          <p:spPr>
            <a:xfrm>
              <a:off x="5508127" y="22811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t6013"/>
            <p:cNvSpPr/>
            <p:nvPr/>
          </p:nvSpPr>
          <p:spPr>
            <a:xfrm>
              <a:off x="5447777" y="22625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t6014"/>
            <p:cNvSpPr/>
            <p:nvPr/>
          </p:nvSpPr>
          <p:spPr>
            <a:xfrm>
              <a:off x="5636638" y="21731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t6015"/>
            <p:cNvSpPr/>
            <p:nvPr/>
          </p:nvSpPr>
          <p:spPr>
            <a:xfrm>
              <a:off x="5580321" y="22591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t6016"/>
            <p:cNvSpPr/>
            <p:nvPr/>
          </p:nvSpPr>
          <p:spPr>
            <a:xfrm>
              <a:off x="5232661" y="2070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t6017"/>
            <p:cNvSpPr/>
            <p:nvPr/>
          </p:nvSpPr>
          <p:spPr>
            <a:xfrm>
              <a:off x="5329441" y="20992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t6018"/>
            <p:cNvSpPr/>
            <p:nvPr/>
          </p:nvSpPr>
          <p:spPr>
            <a:xfrm>
              <a:off x="5725712" y="17420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t6019"/>
            <p:cNvSpPr/>
            <p:nvPr/>
          </p:nvSpPr>
          <p:spPr>
            <a:xfrm>
              <a:off x="5417919" y="22109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t6020"/>
            <p:cNvSpPr/>
            <p:nvPr/>
          </p:nvSpPr>
          <p:spPr>
            <a:xfrm>
              <a:off x="5547111" y="22409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t6021"/>
            <p:cNvSpPr/>
            <p:nvPr/>
          </p:nvSpPr>
          <p:spPr>
            <a:xfrm>
              <a:off x="5532275" y="21831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t6022"/>
            <p:cNvSpPr/>
            <p:nvPr/>
          </p:nvSpPr>
          <p:spPr>
            <a:xfrm>
              <a:off x="5574506" y="21403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t6023"/>
            <p:cNvSpPr/>
            <p:nvPr/>
          </p:nvSpPr>
          <p:spPr>
            <a:xfrm>
              <a:off x="5685506" y="17497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t6024"/>
            <p:cNvSpPr/>
            <p:nvPr/>
          </p:nvSpPr>
          <p:spPr>
            <a:xfrm>
              <a:off x="5543647" y="22192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t6025"/>
            <p:cNvSpPr/>
            <p:nvPr/>
          </p:nvSpPr>
          <p:spPr>
            <a:xfrm>
              <a:off x="5813502" y="19219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t6026"/>
            <p:cNvSpPr/>
            <p:nvPr/>
          </p:nvSpPr>
          <p:spPr>
            <a:xfrm>
              <a:off x="5335716" y="22133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t6027"/>
            <p:cNvSpPr/>
            <p:nvPr/>
          </p:nvSpPr>
          <p:spPr>
            <a:xfrm>
              <a:off x="5585193" y="22604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t6028"/>
            <p:cNvSpPr/>
            <p:nvPr/>
          </p:nvSpPr>
          <p:spPr>
            <a:xfrm>
              <a:off x="5283114" y="20979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t6029"/>
            <p:cNvSpPr/>
            <p:nvPr/>
          </p:nvSpPr>
          <p:spPr>
            <a:xfrm>
              <a:off x="5510156" y="23363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t6030"/>
            <p:cNvSpPr/>
            <p:nvPr/>
          </p:nvSpPr>
          <p:spPr>
            <a:xfrm>
              <a:off x="5462626" y="20938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t6031"/>
            <p:cNvSpPr/>
            <p:nvPr/>
          </p:nvSpPr>
          <p:spPr>
            <a:xfrm>
              <a:off x="5275392" y="22081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t6032"/>
            <p:cNvSpPr/>
            <p:nvPr/>
          </p:nvSpPr>
          <p:spPr>
            <a:xfrm>
              <a:off x="5225002" y="21995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t6033"/>
            <p:cNvSpPr/>
            <p:nvPr/>
          </p:nvSpPr>
          <p:spPr>
            <a:xfrm>
              <a:off x="5508395" y="2291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t6034"/>
            <p:cNvSpPr/>
            <p:nvPr/>
          </p:nvSpPr>
          <p:spPr>
            <a:xfrm>
              <a:off x="5404577" y="21962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t6035"/>
            <p:cNvSpPr/>
            <p:nvPr/>
          </p:nvSpPr>
          <p:spPr>
            <a:xfrm>
              <a:off x="5690608" y="18373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t6036"/>
            <p:cNvSpPr/>
            <p:nvPr/>
          </p:nvSpPr>
          <p:spPr>
            <a:xfrm>
              <a:off x="4841603" y="24188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t6037"/>
            <p:cNvSpPr/>
            <p:nvPr/>
          </p:nvSpPr>
          <p:spPr>
            <a:xfrm>
              <a:off x="5508510" y="21974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t6038"/>
            <p:cNvSpPr/>
            <p:nvPr/>
          </p:nvSpPr>
          <p:spPr>
            <a:xfrm>
              <a:off x="5028536" y="24758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t6039"/>
            <p:cNvSpPr/>
            <p:nvPr/>
          </p:nvSpPr>
          <p:spPr>
            <a:xfrm>
              <a:off x="5771012" y="18956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t6040"/>
            <p:cNvSpPr/>
            <p:nvPr/>
          </p:nvSpPr>
          <p:spPr>
            <a:xfrm>
              <a:off x="5534811" y="21879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t6041"/>
            <p:cNvSpPr/>
            <p:nvPr/>
          </p:nvSpPr>
          <p:spPr>
            <a:xfrm>
              <a:off x="5421089" y="21843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t6042"/>
            <p:cNvSpPr/>
            <p:nvPr/>
          </p:nvSpPr>
          <p:spPr>
            <a:xfrm>
              <a:off x="5541251" y="22235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t6043"/>
            <p:cNvSpPr/>
            <p:nvPr/>
          </p:nvSpPr>
          <p:spPr>
            <a:xfrm>
              <a:off x="5226910" y="20711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t6044"/>
            <p:cNvSpPr/>
            <p:nvPr/>
          </p:nvSpPr>
          <p:spPr>
            <a:xfrm>
              <a:off x="5548654" y="21714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t6045"/>
            <p:cNvSpPr/>
            <p:nvPr/>
          </p:nvSpPr>
          <p:spPr>
            <a:xfrm>
              <a:off x="5588758" y="22829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t6046"/>
            <p:cNvSpPr/>
            <p:nvPr/>
          </p:nvSpPr>
          <p:spPr>
            <a:xfrm>
              <a:off x="5145418" y="24859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t6047"/>
            <p:cNvSpPr/>
            <p:nvPr/>
          </p:nvSpPr>
          <p:spPr>
            <a:xfrm>
              <a:off x="5780923" y="19479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t6048"/>
            <p:cNvSpPr/>
            <p:nvPr/>
          </p:nvSpPr>
          <p:spPr>
            <a:xfrm>
              <a:off x="5168372" y="27554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t6049"/>
            <p:cNvSpPr/>
            <p:nvPr/>
          </p:nvSpPr>
          <p:spPr>
            <a:xfrm>
              <a:off x="5526536" y="20891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t6050"/>
            <p:cNvSpPr/>
            <p:nvPr/>
          </p:nvSpPr>
          <p:spPr>
            <a:xfrm>
              <a:off x="5167893" y="26554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t6051"/>
            <p:cNvSpPr/>
            <p:nvPr/>
          </p:nvSpPr>
          <p:spPr>
            <a:xfrm>
              <a:off x="5200868" y="23787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t6052"/>
            <p:cNvSpPr/>
            <p:nvPr/>
          </p:nvSpPr>
          <p:spPr>
            <a:xfrm>
              <a:off x="5605004" y="20118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t6053"/>
            <p:cNvSpPr/>
            <p:nvPr/>
          </p:nvSpPr>
          <p:spPr>
            <a:xfrm>
              <a:off x="5011565" y="23863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t6054"/>
            <p:cNvSpPr/>
            <p:nvPr/>
          </p:nvSpPr>
          <p:spPr>
            <a:xfrm>
              <a:off x="5202870" y="22849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t6055"/>
            <p:cNvSpPr/>
            <p:nvPr/>
          </p:nvSpPr>
          <p:spPr>
            <a:xfrm>
              <a:off x="5543651" y="20365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t6056"/>
            <p:cNvSpPr/>
            <p:nvPr/>
          </p:nvSpPr>
          <p:spPr>
            <a:xfrm>
              <a:off x="5488856" y="1942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t6057"/>
            <p:cNvSpPr/>
            <p:nvPr/>
          </p:nvSpPr>
          <p:spPr>
            <a:xfrm>
              <a:off x="5545953" y="22278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t6058"/>
            <p:cNvSpPr/>
            <p:nvPr/>
          </p:nvSpPr>
          <p:spPr>
            <a:xfrm>
              <a:off x="5538262" y="21190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t6059"/>
            <p:cNvSpPr/>
            <p:nvPr/>
          </p:nvSpPr>
          <p:spPr>
            <a:xfrm>
              <a:off x="5587454" y="22084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t6060"/>
            <p:cNvSpPr/>
            <p:nvPr/>
          </p:nvSpPr>
          <p:spPr>
            <a:xfrm>
              <a:off x="5168244" y="27467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t6061"/>
            <p:cNvSpPr/>
            <p:nvPr/>
          </p:nvSpPr>
          <p:spPr>
            <a:xfrm>
              <a:off x="5555155" y="23036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t6062"/>
            <p:cNvSpPr/>
            <p:nvPr/>
          </p:nvSpPr>
          <p:spPr>
            <a:xfrm>
              <a:off x="5705273" y="18736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t6063"/>
            <p:cNvSpPr/>
            <p:nvPr/>
          </p:nvSpPr>
          <p:spPr>
            <a:xfrm>
              <a:off x="5313908" y="20698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t6064"/>
            <p:cNvSpPr/>
            <p:nvPr/>
          </p:nvSpPr>
          <p:spPr>
            <a:xfrm>
              <a:off x="5499636" y="20799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t6065"/>
            <p:cNvSpPr/>
            <p:nvPr/>
          </p:nvSpPr>
          <p:spPr>
            <a:xfrm>
              <a:off x="5571549" y="22502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t6066"/>
            <p:cNvSpPr/>
            <p:nvPr/>
          </p:nvSpPr>
          <p:spPr>
            <a:xfrm>
              <a:off x="5415487" y="20811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t6067"/>
            <p:cNvSpPr/>
            <p:nvPr/>
          </p:nvSpPr>
          <p:spPr>
            <a:xfrm>
              <a:off x="5553729" y="21867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t6068"/>
            <p:cNvSpPr/>
            <p:nvPr/>
          </p:nvSpPr>
          <p:spPr>
            <a:xfrm>
              <a:off x="5623995" y="18625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t6069"/>
            <p:cNvSpPr/>
            <p:nvPr/>
          </p:nvSpPr>
          <p:spPr>
            <a:xfrm>
              <a:off x="5420287" y="22008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t6070"/>
            <p:cNvSpPr/>
            <p:nvPr/>
          </p:nvSpPr>
          <p:spPr>
            <a:xfrm>
              <a:off x="5476889" y="20080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t6071"/>
            <p:cNvSpPr/>
            <p:nvPr/>
          </p:nvSpPr>
          <p:spPr>
            <a:xfrm>
              <a:off x="5177197" y="25122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t6072"/>
            <p:cNvSpPr/>
            <p:nvPr/>
          </p:nvSpPr>
          <p:spPr>
            <a:xfrm>
              <a:off x="5637449" y="21098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t6073"/>
            <p:cNvSpPr/>
            <p:nvPr/>
          </p:nvSpPr>
          <p:spPr>
            <a:xfrm>
              <a:off x="5773395" y="19443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t6074"/>
            <p:cNvSpPr/>
            <p:nvPr/>
          </p:nvSpPr>
          <p:spPr>
            <a:xfrm>
              <a:off x="5518146" y="22151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t6075"/>
            <p:cNvSpPr/>
            <p:nvPr/>
          </p:nvSpPr>
          <p:spPr>
            <a:xfrm>
              <a:off x="5142357" y="27044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t6076"/>
            <p:cNvSpPr/>
            <p:nvPr/>
          </p:nvSpPr>
          <p:spPr>
            <a:xfrm>
              <a:off x="5662337" y="20210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t6077"/>
            <p:cNvSpPr/>
            <p:nvPr/>
          </p:nvSpPr>
          <p:spPr>
            <a:xfrm>
              <a:off x="5323171" y="2246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t6078"/>
            <p:cNvSpPr/>
            <p:nvPr/>
          </p:nvSpPr>
          <p:spPr>
            <a:xfrm>
              <a:off x="5526745" y="21836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t6079"/>
            <p:cNvSpPr/>
            <p:nvPr/>
          </p:nvSpPr>
          <p:spPr>
            <a:xfrm>
              <a:off x="5036533" y="21517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t6080"/>
            <p:cNvSpPr/>
            <p:nvPr/>
          </p:nvSpPr>
          <p:spPr>
            <a:xfrm>
              <a:off x="5031587" y="21226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t6081"/>
            <p:cNvSpPr/>
            <p:nvPr/>
          </p:nvSpPr>
          <p:spPr>
            <a:xfrm>
              <a:off x="5292726" y="22251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t6082"/>
            <p:cNvSpPr/>
            <p:nvPr/>
          </p:nvSpPr>
          <p:spPr>
            <a:xfrm>
              <a:off x="5462363" y="19851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t6083"/>
            <p:cNvSpPr/>
            <p:nvPr/>
          </p:nvSpPr>
          <p:spPr>
            <a:xfrm>
              <a:off x="5364488" y="21392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t6084"/>
            <p:cNvSpPr/>
            <p:nvPr/>
          </p:nvSpPr>
          <p:spPr>
            <a:xfrm>
              <a:off x="5456144" y="21427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t6085"/>
            <p:cNvSpPr/>
            <p:nvPr/>
          </p:nvSpPr>
          <p:spPr>
            <a:xfrm>
              <a:off x="5632873" y="21871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t6086"/>
            <p:cNvSpPr/>
            <p:nvPr/>
          </p:nvSpPr>
          <p:spPr>
            <a:xfrm>
              <a:off x="5626814" y="19211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t6087"/>
            <p:cNvSpPr/>
            <p:nvPr/>
          </p:nvSpPr>
          <p:spPr>
            <a:xfrm>
              <a:off x="5500864" y="22732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t6088"/>
            <p:cNvSpPr/>
            <p:nvPr/>
          </p:nvSpPr>
          <p:spPr>
            <a:xfrm>
              <a:off x="5491667" y="2018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t6089"/>
            <p:cNvSpPr/>
            <p:nvPr/>
          </p:nvSpPr>
          <p:spPr>
            <a:xfrm>
              <a:off x="5140011" y="26792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t6090"/>
            <p:cNvSpPr/>
            <p:nvPr/>
          </p:nvSpPr>
          <p:spPr>
            <a:xfrm>
              <a:off x="5521247" y="21161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t6091"/>
            <p:cNvSpPr/>
            <p:nvPr/>
          </p:nvSpPr>
          <p:spPr>
            <a:xfrm>
              <a:off x="4752837" y="25719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t6092"/>
            <p:cNvSpPr/>
            <p:nvPr/>
          </p:nvSpPr>
          <p:spPr>
            <a:xfrm>
              <a:off x="5780544" y="20663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t6093"/>
            <p:cNvSpPr/>
            <p:nvPr/>
          </p:nvSpPr>
          <p:spPr>
            <a:xfrm>
              <a:off x="5845269" y="17770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t6094"/>
            <p:cNvSpPr/>
            <p:nvPr/>
          </p:nvSpPr>
          <p:spPr>
            <a:xfrm>
              <a:off x="5455487" y="21098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t6095"/>
            <p:cNvSpPr/>
            <p:nvPr/>
          </p:nvSpPr>
          <p:spPr>
            <a:xfrm>
              <a:off x="5525265" y="21267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t6096"/>
            <p:cNvSpPr/>
            <p:nvPr/>
          </p:nvSpPr>
          <p:spPr>
            <a:xfrm>
              <a:off x="5015428" y="25596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t6097"/>
            <p:cNvSpPr/>
            <p:nvPr/>
          </p:nvSpPr>
          <p:spPr>
            <a:xfrm>
              <a:off x="4868248" y="2193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t6098"/>
            <p:cNvSpPr/>
            <p:nvPr/>
          </p:nvSpPr>
          <p:spPr>
            <a:xfrm>
              <a:off x="5505972" y="22792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t6099"/>
            <p:cNvSpPr/>
            <p:nvPr/>
          </p:nvSpPr>
          <p:spPr>
            <a:xfrm>
              <a:off x="5233305" y="22299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t6100"/>
            <p:cNvSpPr/>
            <p:nvPr/>
          </p:nvSpPr>
          <p:spPr>
            <a:xfrm>
              <a:off x="5526766" y="22050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t6101"/>
            <p:cNvSpPr/>
            <p:nvPr/>
          </p:nvSpPr>
          <p:spPr>
            <a:xfrm>
              <a:off x="5342713" y="21429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t6102"/>
            <p:cNvSpPr/>
            <p:nvPr/>
          </p:nvSpPr>
          <p:spPr>
            <a:xfrm>
              <a:off x="5334429" y="2148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t6103"/>
            <p:cNvSpPr/>
            <p:nvPr/>
          </p:nvSpPr>
          <p:spPr>
            <a:xfrm>
              <a:off x="5619555" y="19007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t6104"/>
            <p:cNvSpPr/>
            <p:nvPr/>
          </p:nvSpPr>
          <p:spPr>
            <a:xfrm>
              <a:off x="5782338" y="19795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t6105"/>
            <p:cNvSpPr/>
            <p:nvPr/>
          </p:nvSpPr>
          <p:spPr>
            <a:xfrm>
              <a:off x="5721022" y="18631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t6106"/>
            <p:cNvSpPr/>
            <p:nvPr/>
          </p:nvSpPr>
          <p:spPr>
            <a:xfrm>
              <a:off x="5895231" y="16430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t6107"/>
            <p:cNvSpPr/>
            <p:nvPr/>
          </p:nvSpPr>
          <p:spPr>
            <a:xfrm>
              <a:off x="5617987" y="19551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t6108"/>
            <p:cNvSpPr/>
            <p:nvPr/>
          </p:nvSpPr>
          <p:spPr>
            <a:xfrm>
              <a:off x="4879669" y="25964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t6109"/>
            <p:cNvSpPr/>
            <p:nvPr/>
          </p:nvSpPr>
          <p:spPr>
            <a:xfrm>
              <a:off x="5303971" y="22620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t6110"/>
            <p:cNvSpPr/>
            <p:nvPr/>
          </p:nvSpPr>
          <p:spPr>
            <a:xfrm>
              <a:off x="5955448" y="22011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t6111"/>
            <p:cNvSpPr/>
            <p:nvPr/>
          </p:nvSpPr>
          <p:spPr>
            <a:xfrm>
              <a:off x="4973322" y="26280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t6112"/>
            <p:cNvSpPr/>
            <p:nvPr/>
          </p:nvSpPr>
          <p:spPr>
            <a:xfrm>
              <a:off x="5515202" y="22503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t6113"/>
            <p:cNvSpPr/>
            <p:nvPr/>
          </p:nvSpPr>
          <p:spPr>
            <a:xfrm>
              <a:off x="5425627" y="22760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t6114"/>
            <p:cNvSpPr/>
            <p:nvPr/>
          </p:nvSpPr>
          <p:spPr>
            <a:xfrm>
              <a:off x="5608941" y="19052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t6115"/>
            <p:cNvSpPr/>
            <p:nvPr/>
          </p:nvSpPr>
          <p:spPr>
            <a:xfrm>
              <a:off x="5055943" y="22026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t6116"/>
            <p:cNvSpPr/>
            <p:nvPr/>
          </p:nvSpPr>
          <p:spPr>
            <a:xfrm>
              <a:off x="5263239" y="21580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t6117"/>
            <p:cNvSpPr/>
            <p:nvPr/>
          </p:nvSpPr>
          <p:spPr>
            <a:xfrm>
              <a:off x="5101933" y="21157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t6118"/>
            <p:cNvSpPr/>
            <p:nvPr/>
          </p:nvSpPr>
          <p:spPr>
            <a:xfrm>
              <a:off x="5949398" y="17682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t6119"/>
            <p:cNvSpPr/>
            <p:nvPr/>
          </p:nvSpPr>
          <p:spPr>
            <a:xfrm>
              <a:off x="5369510" y="22495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t6120"/>
            <p:cNvSpPr/>
            <p:nvPr/>
          </p:nvSpPr>
          <p:spPr>
            <a:xfrm>
              <a:off x="5628628" y="20883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t6121"/>
            <p:cNvSpPr/>
            <p:nvPr/>
          </p:nvSpPr>
          <p:spPr>
            <a:xfrm>
              <a:off x="5337605" y="21333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t6122"/>
            <p:cNvSpPr/>
            <p:nvPr/>
          </p:nvSpPr>
          <p:spPr>
            <a:xfrm>
              <a:off x="5424758" y="21599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t6123"/>
            <p:cNvSpPr/>
            <p:nvPr/>
          </p:nvSpPr>
          <p:spPr>
            <a:xfrm>
              <a:off x="5428958" y="2107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t6124"/>
            <p:cNvSpPr/>
            <p:nvPr/>
          </p:nvSpPr>
          <p:spPr>
            <a:xfrm>
              <a:off x="5498271" y="22428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t6125"/>
            <p:cNvSpPr/>
            <p:nvPr/>
          </p:nvSpPr>
          <p:spPr>
            <a:xfrm>
              <a:off x="5618584" y="20213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t6126"/>
            <p:cNvSpPr/>
            <p:nvPr/>
          </p:nvSpPr>
          <p:spPr>
            <a:xfrm>
              <a:off x="5582267" y="22363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t6127"/>
            <p:cNvSpPr/>
            <p:nvPr/>
          </p:nvSpPr>
          <p:spPr>
            <a:xfrm>
              <a:off x="5424147" y="22156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t6128"/>
            <p:cNvSpPr/>
            <p:nvPr/>
          </p:nvSpPr>
          <p:spPr>
            <a:xfrm>
              <a:off x="5694026" y="19282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t6129"/>
            <p:cNvSpPr/>
            <p:nvPr/>
          </p:nvSpPr>
          <p:spPr>
            <a:xfrm>
              <a:off x="5564295" y="21953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t6130"/>
            <p:cNvSpPr/>
            <p:nvPr/>
          </p:nvSpPr>
          <p:spPr>
            <a:xfrm>
              <a:off x="5220013" y="22377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t6131"/>
            <p:cNvSpPr/>
            <p:nvPr/>
          </p:nvSpPr>
          <p:spPr>
            <a:xfrm>
              <a:off x="5741666" y="18261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t6132"/>
            <p:cNvSpPr/>
            <p:nvPr/>
          </p:nvSpPr>
          <p:spPr>
            <a:xfrm>
              <a:off x="5147485" y="28192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t6133"/>
            <p:cNvSpPr/>
            <p:nvPr/>
          </p:nvSpPr>
          <p:spPr>
            <a:xfrm>
              <a:off x="5462245" y="20721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t6134"/>
            <p:cNvSpPr/>
            <p:nvPr/>
          </p:nvSpPr>
          <p:spPr>
            <a:xfrm>
              <a:off x="5848017" y="18058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t6135"/>
            <p:cNvSpPr/>
            <p:nvPr/>
          </p:nvSpPr>
          <p:spPr>
            <a:xfrm>
              <a:off x="5233140" y="2173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t6136"/>
            <p:cNvSpPr/>
            <p:nvPr/>
          </p:nvSpPr>
          <p:spPr>
            <a:xfrm>
              <a:off x="5269048" y="2175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t6137"/>
            <p:cNvSpPr/>
            <p:nvPr/>
          </p:nvSpPr>
          <p:spPr>
            <a:xfrm>
              <a:off x="5485736" y="21396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t6138"/>
            <p:cNvSpPr/>
            <p:nvPr/>
          </p:nvSpPr>
          <p:spPr>
            <a:xfrm>
              <a:off x="5372066" y="22188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t6139"/>
            <p:cNvSpPr/>
            <p:nvPr/>
          </p:nvSpPr>
          <p:spPr>
            <a:xfrm>
              <a:off x="5601446" y="20074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t6140"/>
            <p:cNvSpPr/>
            <p:nvPr/>
          </p:nvSpPr>
          <p:spPr>
            <a:xfrm>
              <a:off x="5311943" y="21261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t6141"/>
            <p:cNvSpPr/>
            <p:nvPr/>
          </p:nvSpPr>
          <p:spPr>
            <a:xfrm>
              <a:off x="5613763" y="21112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t6142"/>
            <p:cNvSpPr/>
            <p:nvPr/>
          </p:nvSpPr>
          <p:spPr>
            <a:xfrm>
              <a:off x="5487954" y="20894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t6143"/>
            <p:cNvSpPr/>
            <p:nvPr/>
          </p:nvSpPr>
          <p:spPr>
            <a:xfrm>
              <a:off x="5166113" y="27566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t6144"/>
            <p:cNvSpPr/>
            <p:nvPr/>
          </p:nvSpPr>
          <p:spPr>
            <a:xfrm>
              <a:off x="5212193" y="23221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t6145"/>
            <p:cNvSpPr/>
            <p:nvPr/>
          </p:nvSpPr>
          <p:spPr>
            <a:xfrm>
              <a:off x="5382277" y="23071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t6146"/>
            <p:cNvSpPr/>
            <p:nvPr/>
          </p:nvSpPr>
          <p:spPr>
            <a:xfrm>
              <a:off x="5855584" y="1826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t6147"/>
            <p:cNvSpPr/>
            <p:nvPr/>
          </p:nvSpPr>
          <p:spPr>
            <a:xfrm>
              <a:off x="5446811" y="22383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t6148"/>
            <p:cNvSpPr/>
            <p:nvPr/>
          </p:nvSpPr>
          <p:spPr>
            <a:xfrm>
              <a:off x="5467372" y="19629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t6149"/>
            <p:cNvSpPr/>
            <p:nvPr/>
          </p:nvSpPr>
          <p:spPr>
            <a:xfrm>
              <a:off x="5680538" y="17804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t6150"/>
            <p:cNvSpPr/>
            <p:nvPr/>
          </p:nvSpPr>
          <p:spPr>
            <a:xfrm>
              <a:off x="5182025" y="26267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t6151"/>
            <p:cNvSpPr/>
            <p:nvPr/>
          </p:nvSpPr>
          <p:spPr>
            <a:xfrm>
              <a:off x="5518246" y="22044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t6152"/>
            <p:cNvSpPr/>
            <p:nvPr/>
          </p:nvSpPr>
          <p:spPr>
            <a:xfrm>
              <a:off x="5714659" y="21607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t6153"/>
            <p:cNvSpPr/>
            <p:nvPr/>
          </p:nvSpPr>
          <p:spPr>
            <a:xfrm>
              <a:off x="5496172" y="21365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t6154"/>
            <p:cNvSpPr/>
            <p:nvPr/>
          </p:nvSpPr>
          <p:spPr>
            <a:xfrm>
              <a:off x="5143021" y="24866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t6155"/>
            <p:cNvSpPr/>
            <p:nvPr/>
          </p:nvSpPr>
          <p:spPr>
            <a:xfrm>
              <a:off x="5492470" y="21212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t6156"/>
            <p:cNvSpPr/>
            <p:nvPr/>
          </p:nvSpPr>
          <p:spPr>
            <a:xfrm>
              <a:off x="5282556" y="22709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t6157"/>
            <p:cNvSpPr/>
            <p:nvPr/>
          </p:nvSpPr>
          <p:spPr>
            <a:xfrm>
              <a:off x="4930997" y="17872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t6158"/>
            <p:cNvSpPr/>
            <p:nvPr/>
          </p:nvSpPr>
          <p:spPr>
            <a:xfrm>
              <a:off x="5352789" y="22070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t6159"/>
            <p:cNvSpPr/>
            <p:nvPr/>
          </p:nvSpPr>
          <p:spPr>
            <a:xfrm>
              <a:off x="5363798" y="22440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t6160"/>
            <p:cNvSpPr/>
            <p:nvPr/>
          </p:nvSpPr>
          <p:spPr>
            <a:xfrm>
              <a:off x="5328247" y="22405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t6161"/>
            <p:cNvSpPr/>
            <p:nvPr/>
          </p:nvSpPr>
          <p:spPr>
            <a:xfrm>
              <a:off x="5880121" y="16682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t6162"/>
            <p:cNvSpPr/>
            <p:nvPr/>
          </p:nvSpPr>
          <p:spPr>
            <a:xfrm>
              <a:off x="5412792" y="21604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t6163"/>
            <p:cNvSpPr/>
            <p:nvPr/>
          </p:nvSpPr>
          <p:spPr>
            <a:xfrm>
              <a:off x="5918330" y="17109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t6164"/>
            <p:cNvSpPr/>
            <p:nvPr/>
          </p:nvSpPr>
          <p:spPr>
            <a:xfrm>
              <a:off x="5491788" y="20027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t6165"/>
            <p:cNvSpPr/>
            <p:nvPr/>
          </p:nvSpPr>
          <p:spPr>
            <a:xfrm>
              <a:off x="5404678" y="21573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t6166"/>
            <p:cNvSpPr/>
            <p:nvPr/>
          </p:nvSpPr>
          <p:spPr>
            <a:xfrm>
              <a:off x="5266307" y="21900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t6167"/>
            <p:cNvSpPr/>
            <p:nvPr/>
          </p:nvSpPr>
          <p:spPr>
            <a:xfrm>
              <a:off x="5631427" y="21399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t6168"/>
            <p:cNvSpPr/>
            <p:nvPr/>
          </p:nvSpPr>
          <p:spPr>
            <a:xfrm>
              <a:off x="5198688" y="2305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t6169"/>
            <p:cNvSpPr/>
            <p:nvPr/>
          </p:nvSpPr>
          <p:spPr>
            <a:xfrm>
              <a:off x="5697536" y="20038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t6170"/>
            <p:cNvSpPr/>
            <p:nvPr/>
          </p:nvSpPr>
          <p:spPr>
            <a:xfrm>
              <a:off x="5761992" y="19489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t6171"/>
            <p:cNvSpPr/>
            <p:nvPr/>
          </p:nvSpPr>
          <p:spPr>
            <a:xfrm>
              <a:off x="5164560" y="25546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t6172"/>
            <p:cNvSpPr/>
            <p:nvPr/>
          </p:nvSpPr>
          <p:spPr>
            <a:xfrm>
              <a:off x="5747923" y="22260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t6173"/>
            <p:cNvSpPr/>
            <p:nvPr/>
          </p:nvSpPr>
          <p:spPr>
            <a:xfrm>
              <a:off x="5280695" y="22686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t6174"/>
            <p:cNvSpPr/>
            <p:nvPr/>
          </p:nvSpPr>
          <p:spPr>
            <a:xfrm>
              <a:off x="4642126" y="25702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t6175"/>
            <p:cNvSpPr/>
            <p:nvPr/>
          </p:nvSpPr>
          <p:spPr>
            <a:xfrm>
              <a:off x="4806956" y="27283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t6176"/>
            <p:cNvSpPr/>
            <p:nvPr/>
          </p:nvSpPr>
          <p:spPr>
            <a:xfrm>
              <a:off x="5498571" y="21215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t6177"/>
            <p:cNvSpPr/>
            <p:nvPr/>
          </p:nvSpPr>
          <p:spPr>
            <a:xfrm>
              <a:off x="4883780" y="29659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t6178"/>
            <p:cNvSpPr/>
            <p:nvPr/>
          </p:nvSpPr>
          <p:spPr>
            <a:xfrm>
              <a:off x="5090670" y="24667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t6179"/>
            <p:cNvSpPr/>
            <p:nvPr/>
          </p:nvSpPr>
          <p:spPr>
            <a:xfrm>
              <a:off x="5467401" y="20989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t6180"/>
            <p:cNvSpPr/>
            <p:nvPr/>
          </p:nvSpPr>
          <p:spPr>
            <a:xfrm>
              <a:off x="5482527" y="21170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t6181"/>
            <p:cNvSpPr/>
            <p:nvPr/>
          </p:nvSpPr>
          <p:spPr>
            <a:xfrm>
              <a:off x="5206697" y="21116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t6182"/>
            <p:cNvSpPr/>
            <p:nvPr/>
          </p:nvSpPr>
          <p:spPr>
            <a:xfrm>
              <a:off x="5504821" y="21333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t6183"/>
            <p:cNvSpPr/>
            <p:nvPr/>
          </p:nvSpPr>
          <p:spPr>
            <a:xfrm>
              <a:off x="5616465" y="19445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t6184"/>
            <p:cNvSpPr/>
            <p:nvPr/>
          </p:nvSpPr>
          <p:spPr>
            <a:xfrm>
              <a:off x="5277351" y="22034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t6185"/>
            <p:cNvSpPr/>
            <p:nvPr/>
          </p:nvSpPr>
          <p:spPr>
            <a:xfrm>
              <a:off x="5451611" y="22822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t6186"/>
            <p:cNvSpPr/>
            <p:nvPr/>
          </p:nvSpPr>
          <p:spPr>
            <a:xfrm>
              <a:off x="5110084" y="18306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t6187"/>
            <p:cNvSpPr/>
            <p:nvPr/>
          </p:nvSpPr>
          <p:spPr>
            <a:xfrm>
              <a:off x="4980187" y="27182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t6188"/>
            <p:cNvSpPr/>
            <p:nvPr/>
          </p:nvSpPr>
          <p:spPr>
            <a:xfrm>
              <a:off x="5024050" y="24739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t6189"/>
            <p:cNvSpPr/>
            <p:nvPr/>
          </p:nvSpPr>
          <p:spPr>
            <a:xfrm>
              <a:off x="5559898" y="21917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t6190"/>
            <p:cNvSpPr/>
            <p:nvPr/>
          </p:nvSpPr>
          <p:spPr>
            <a:xfrm>
              <a:off x="5280477" y="21796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t6191"/>
            <p:cNvSpPr/>
            <p:nvPr/>
          </p:nvSpPr>
          <p:spPr>
            <a:xfrm>
              <a:off x="5442449" y="21268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t6192"/>
            <p:cNvSpPr/>
            <p:nvPr/>
          </p:nvSpPr>
          <p:spPr>
            <a:xfrm>
              <a:off x="4948852" y="21572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t6193"/>
            <p:cNvSpPr/>
            <p:nvPr/>
          </p:nvSpPr>
          <p:spPr>
            <a:xfrm>
              <a:off x="5563514" y="23263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t6194"/>
            <p:cNvSpPr/>
            <p:nvPr/>
          </p:nvSpPr>
          <p:spPr>
            <a:xfrm>
              <a:off x="5268238" y="20479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t6195"/>
            <p:cNvSpPr/>
            <p:nvPr/>
          </p:nvSpPr>
          <p:spPr>
            <a:xfrm>
              <a:off x="5642811" y="20369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t6196"/>
            <p:cNvSpPr/>
            <p:nvPr/>
          </p:nvSpPr>
          <p:spPr>
            <a:xfrm>
              <a:off x="4967886" y="22186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t6197"/>
            <p:cNvSpPr/>
            <p:nvPr/>
          </p:nvSpPr>
          <p:spPr>
            <a:xfrm>
              <a:off x="5114365" y="22093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t6198"/>
            <p:cNvSpPr/>
            <p:nvPr/>
          </p:nvSpPr>
          <p:spPr>
            <a:xfrm>
              <a:off x="5442669" y="22885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t6199"/>
            <p:cNvSpPr/>
            <p:nvPr/>
          </p:nvSpPr>
          <p:spPr>
            <a:xfrm>
              <a:off x="5651455" y="19924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t6200"/>
            <p:cNvSpPr/>
            <p:nvPr/>
          </p:nvSpPr>
          <p:spPr>
            <a:xfrm>
              <a:off x="5466730" y="19352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t6201"/>
            <p:cNvSpPr/>
            <p:nvPr/>
          </p:nvSpPr>
          <p:spPr>
            <a:xfrm>
              <a:off x="5442885" y="21972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t6202"/>
            <p:cNvSpPr/>
            <p:nvPr/>
          </p:nvSpPr>
          <p:spPr>
            <a:xfrm>
              <a:off x="5170487" y="25712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t6203"/>
            <p:cNvSpPr/>
            <p:nvPr/>
          </p:nvSpPr>
          <p:spPr>
            <a:xfrm>
              <a:off x="5854403" y="17975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t6204"/>
            <p:cNvSpPr/>
            <p:nvPr/>
          </p:nvSpPr>
          <p:spPr>
            <a:xfrm>
              <a:off x="5662674" y="21522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t6205"/>
            <p:cNvSpPr/>
            <p:nvPr/>
          </p:nvSpPr>
          <p:spPr>
            <a:xfrm>
              <a:off x="5035718" y="22883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t6206"/>
            <p:cNvSpPr/>
            <p:nvPr/>
          </p:nvSpPr>
          <p:spPr>
            <a:xfrm>
              <a:off x="5135738" y="25496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t6207"/>
            <p:cNvSpPr/>
            <p:nvPr/>
          </p:nvSpPr>
          <p:spPr>
            <a:xfrm>
              <a:off x="5635403" y="20060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t6208"/>
            <p:cNvSpPr/>
            <p:nvPr/>
          </p:nvSpPr>
          <p:spPr>
            <a:xfrm>
              <a:off x="5694040" y="21522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t6209"/>
            <p:cNvSpPr/>
            <p:nvPr/>
          </p:nvSpPr>
          <p:spPr>
            <a:xfrm>
              <a:off x="5798838" y="19032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t6210"/>
            <p:cNvSpPr/>
            <p:nvPr/>
          </p:nvSpPr>
          <p:spPr>
            <a:xfrm>
              <a:off x="5256287" y="19856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t6211"/>
            <p:cNvSpPr/>
            <p:nvPr/>
          </p:nvSpPr>
          <p:spPr>
            <a:xfrm>
              <a:off x="5530282" y="22007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t6212"/>
            <p:cNvSpPr/>
            <p:nvPr/>
          </p:nvSpPr>
          <p:spPr>
            <a:xfrm>
              <a:off x="5010347" y="23930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t6213"/>
            <p:cNvSpPr/>
            <p:nvPr/>
          </p:nvSpPr>
          <p:spPr>
            <a:xfrm>
              <a:off x="5599934" y="19929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t6214"/>
            <p:cNvSpPr/>
            <p:nvPr/>
          </p:nvSpPr>
          <p:spPr>
            <a:xfrm>
              <a:off x="5541585" y="21530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t6215"/>
            <p:cNvSpPr/>
            <p:nvPr/>
          </p:nvSpPr>
          <p:spPr>
            <a:xfrm>
              <a:off x="5398830" y="21441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t6216"/>
            <p:cNvSpPr/>
            <p:nvPr/>
          </p:nvSpPr>
          <p:spPr>
            <a:xfrm>
              <a:off x="5026205" y="22189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t6217"/>
            <p:cNvSpPr/>
            <p:nvPr/>
          </p:nvSpPr>
          <p:spPr>
            <a:xfrm>
              <a:off x="5165646" y="26408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t6218"/>
            <p:cNvSpPr/>
            <p:nvPr/>
          </p:nvSpPr>
          <p:spPr>
            <a:xfrm>
              <a:off x="5341274" y="22422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t6219"/>
            <p:cNvSpPr/>
            <p:nvPr/>
          </p:nvSpPr>
          <p:spPr>
            <a:xfrm>
              <a:off x="5879277" y="18525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t6220"/>
            <p:cNvSpPr/>
            <p:nvPr/>
          </p:nvSpPr>
          <p:spPr>
            <a:xfrm>
              <a:off x="5088981" y="23359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t6221"/>
            <p:cNvSpPr/>
            <p:nvPr/>
          </p:nvSpPr>
          <p:spPr>
            <a:xfrm>
              <a:off x="5280278" y="22549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t6222"/>
            <p:cNvSpPr/>
            <p:nvPr/>
          </p:nvSpPr>
          <p:spPr>
            <a:xfrm>
              <a:off x="5574578" y="23325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t6223"/>
            <p:cNvSpPr/>
            <p:nvPr/>
          </p:nvSpPr>
          <p:spPr>
            <a:xfrm>
              <a:off x="5395288" y="21992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t6224"/>
            <p:cNvSpPr/>
            <p:nvPr/>
          </p:nvSpPr>
          <p:spPr>
            <a:xfrm>
              <a:off x="5100893" y="20361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t6225"/>
            <p:cNvSpPr/>
            <p:nvPr/>
          </p:nvSpPr>
          <p:spPr>
            <a:xfrm>
              <a:off x="5382420" y="22350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t6226"/>
            <p:cNvSpPr/>
            <p:nvPr/>
          </p:nvSpPr>
          <p:spPr>
            <a:xfrm>
              <a:off x="5530753" y="21678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t6227"/>
            <p:cNvSpPr/>
            <p:nvPr/>
          </p:nvSpPr>
          <p:spPr>
            <a:xfrm>
              <a:off x="5254284" y="21592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t6228"/>
            <p:cNvSpPr/>
            <p:nvPr/>
          </p:nvSpPr>
          <p:spPr>
            <a:xfrm>
              <a:off x="5714873" y="19122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t6229"/>
            <p:cNvSpPr/>
            <p:nvPr/>
          </p:nvSpPr>
          <p:spPr>
            <a:xfrm>
              <a:off x="5457358" y="22211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t6230"/>
            <p:cNvSpPr/>
            <p:nvPr/>
          </p:nvSpPr>
          <p:spPr>
            <a:xfrm>
              <a:off x="5424878" y="21416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t6231"/>
            <p:cNvSpPr/>
            <p:nvPr/>
          </p:nvSpPr>
          <p:spPr>
            <a:xfrm>
              <a:off x="5875232" y="18386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t6232"/>
            <p:cNvSpPr/>
            <p:nvPr/>
          </p:nvSpPr>
          <p:spPr>
            <a:xfrm>
              <a:off x="5218545" y="2128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t6233"/>
            <p:cNvSpPr/>
            <p:nvPr/>
          </p:nvSpPr>
          <p:spPr>
            <a:xfrm>
              <a:off x="5042876" y="22633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t6234"/>
            <p:cNvSpPr/>
            <p:nvPr/>
          </p:nvSpPr>
          <p:spPr>
            <a:xfrm>
              <a:off x="5616726" y="18970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t6235"/>
            <p:cNvSpPr/>
            <p:nvPr/>
          </p:nvSpPr>
          <p:spPr>
            <a:xfrm>
              <a:off x="5449266" y="21195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t6236"/>
            <p:cNvSpPr/>
            <p:nvPr/>
          </p:nvSpPr>
          <p:spPr>
            <a:xfrm>
              <a:off x="5522999" y="21661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t6237"/>
            <p:cNvSpPr/>
            <p:nvPr/>
          </p:nvSpPr>
          <p:spPr>
            <a:xfrm>
              <a:off x="5604153" y="20461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t6238"/>
            <p:cNvSpPr/>
            <p:nvPr/>
          </p:nvSpPr>
          <p:spPr>
            <a:xfrm>
              <a:off x="5250690" y="20534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t6239"/>
            <p:cNvSpPr/>
            <p:nvPr/>
          </p:nvSpPr>
          <p:spPr>
            <a:xfrm>
              <a:off x="5511888" y="22365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t6240"/>
            <p:cNvSpPr/>
            <p:nvPr/>
          </p:nvSpPr>
          <p:spPr>
            <a:xfrm>
              <a:off x="5475233" y="19440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t6241"/>
            <p:cNvSpPr/>
            <p:nvPr/>
          </p:nvSpPr>
          <p:spPr>
            <a:xfrm>
              <a:off x="5452593" y="2210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t6242"/>
            <p:cNvSpPr/>
            <p:nvPr/>
          </p:nvSpPr>
          <p:spPr>
            <a:xfrm>
              <a:off x="5419860" y="21939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t6243"/>
            <p:cNvSpPr/>
            <p:nvPr/>
          </p:nvSpPr>
          <p:spPr>
            <a:xfrm>
              <a:off x="5455447" y="22107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t6244"/>
            <p:cNvSpPr/>
            <p:nvPr/>
          </p:nvSpPr>
          <p:spPr>
            <a:xfrm>
              <a:off x="5383484" y="22035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t6245"/>
            <p:cNvSpPr/>
            <p:nvPr/>
          </p:nvSpPr>
          <p:spPr>
            <a:xfrm>
              <a:off x="5290784" y="23002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t6246"/>
            <p:cNvSpPr/>
            <p:nvPr/>
          </p:nvSpPr>
          <p:spPr>
            <a:xfrm>
              <a:off x="5499807" y="22727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t6247"/>
            <p:cNvSpPr/>
            <p:nvPr/>
          </p:nvSpPr>
          <p:spPr>
            <a:xfrm>
              <a:off x="5812256" y="19606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t6248"/>
            <p:cNvSpPr/>
            <p:nvPr/>
          </p:nvSpPr>
          <p:spPr>
            <a:xfrm>
              <a:off x="5125156" y="27061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t6249"/>
            <p:cNvSpPr/>
            <p:nvPr/>
          </p:nvSpPr>
          <p:spPr>
            <a:xfrm>
              <a:off x="5549128" y="21169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t6250"/>
            <p:cNvSpPr/>
            <p:nvPr/>
          </p:nvSpPr>
          <p:spPr>
            <a:xfrm>
              <a:off x="5612116" y="18787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t6251"/>
            <p:cNvSpPr/>
            <p:nvPr/>
          </p:nvSpPr>
          <p:spPr>
            <a:xfrm>
              <a:off x="5086330" y="25503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t6252"/>
            <p:cNvSpPr/>
            <p:nvPr/>
          </p:nvSpPr>
          <p:spPr>
            <a:xfrm>
              <a:off x="5282179" y="2238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t6253"/>
            <p:cNvSpPr/>
            <p:nvPr/>
          </p:nvSpPr>
          <p:spPr>
            <a:xfrm>
              <a:off x="5350631" y="22492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t6254"/>
            <p:cNvSpPr/>
            <p:nvPr/>
          </p:nvSpPr>
          <p:spPr>
            <a:xfrm>
              <a:off x="5197066" y="2253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t6255"/>
            <p:cNvSpPr/>
            <p:nvPr/>
          </p:nvSpPr>
          <p:spPr>
            <a:xfrm>
              <a:off x="5662812" y="21044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t6256"/>
            <p:cNvSpPr/>
            <p:nvPr/>
          </p:nvSpPr>
          <p:spPr>
            <a:xfrm>
              <a:off x="5343159" y="22314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t6257"/>
            <p:cNvSpPr/>
            <p:nvPr/>
          </p:nvSpPr>
          <p:spPr>
            <a:xfrm>
              <a:off x="5470671" y="19432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t6258"/>
            <p:cNvSpPr/>
            <p:nvPr/>
          </p:nvSpPr>
          <p:spPr>
            <a:xfrm>
              <a:off x="5348543" y="22006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t6259"/>
            <p:cNvSpPr/>
            <p:nvPr/>
          </p:nvSpPr>
          <p:spPr>
            <a:xfrm>
              <a:off x="5102929" y="17648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t6260"/>
            <p:cNvSpPr/>
            <p:nvPr/>
          </p:nvSpPr>
          <p:spPr>
            <a:xfrm>
              <a:off x="5211817" y="23472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t6261"/>
            <p:cNvSpPr/>
            <p:nvPr/>
          </p:nvSpPr>
          <p:spPr>
            <a:xfrm>
              <a:off x="5307522" y="20185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t6262"/>
            <p:cNvSpPr/>
            <p:nvPr/>
          </p:nvSpPr>
          <p:spPr>
            <a:xfrm>
              <a:off x="5108227" y="17592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t6263"/>
            <p:cNvSpPr/>
            <p:nvPr/>
          </p:nvSpPr>
          <p:spPr>
            <a:xfrm>
              <a:off x="5572847" y="22296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t6264"/>
            <p:cNvSpPr/>
            <p:nvPr/>
          </p:nvSpPr>
          <p:spPr>
            <a:xfrm>
              <a:off x="5413275" y="21586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t6265"/>
            <p:cNvSpPr/>
            <p:nvPr/>
          </p:nvSpPr>
          <p:spPr>
            <a:xfrm>
              <a:off x="4888069" y="27572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t6266"/>
            <p:cNvSpPr/>
            <p:nvPr/>
          </p:nvSpPr>
          <p:spPr>
            <a:xfrm>
              <a:off x="5861265" y="17466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t6267"/>
            <p:cNvSpPr/>
            <p:nvPr/>
          </p:nvSpPr>
          <p:spPr>
            <a:xfrm>
              <a:off x="5295870" y="22460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t6268"/>
            <p:cNvSpPr/>
            <p:nvPr/>
          </p:nvSpPr>
          <p:spPr>
            <a:xfrm>
              <a:off x="5305163" y="17861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t6269"/>
            <p:cNvSpPr/>
            <p:nvPr/>
          </p:nvSpPr>
          <p:spPr>
            <a:xfrm>
              <a:off x="5457332" y="21759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t6270"/>
            <p:cNvSpPr/>
            <p:nvPr/>
          </p:nvSpPr>
          <p:spPr>
            <a:xfrm>
              <a:off x="5675944" y="15649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t6271"/>
            <p:cNvSpPr/>
            <p:nvPr/>
          </p:nvSpPr>
          <p:spPr>
            <a:xfrm>
              <a:off x="5328374" y="21354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t6272"/>
            <p:cNvSpPr/>
            <p:nvPr/>
          </p:nvSpPr>
          <p:spPr>
            <a:xfrm>
              <a:off x="5292485" y="22120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t6273"/>
            <p:cNvSpPr/>
            <p:nvPr/>
          </p:nvSpPr>
          <p:spPr>
            <a:xfrm>
              <a:off x="5348841" y="20270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t6274"/>
            <p:cNvSpPr/>
            <p:nvPr/>
          </p:nvSpPr>
          <p:spPr>
            <a:xfrm>
              <a:off x="5443251" y="22615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t6275"/>
            <p:cNvSpPr/>
            <p:nvPr/>
          </p:nvSpPr>
          <p:spPr>
            <a:xfrm>
              <a:off x="5067024" y="24951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t6276"/>
            <p:cNvSpPr/>
            <p:nvPr/>
          </p:nvSpPr>
          <p:spPr>
            <a:xfrm>
              <a:off x="5524835" y="21242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t6277"/>
            <p:cNvSpPr/>
            <p:nvPr/>
          </p:nvSpPr>
          <p:spPr>
            <a:xfrm>
              <a:off x="5307043" y="21079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t6278"/>
            <p:cNvSpPr/>
            <p:nvPr/>
          </p:nvSpPr>
          <p:spPr>
            <a:xfrm>
              <a:off x="5328164" y="22427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t6279"/>
            <p:cNvSpPr/>
            <p:nvPr/>
          </p:nvSpPr>
          <p:spPr>
            <a:xfrm>
              <a:off x="6020216" y="19999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t6280"/>
            <p:cNvSpPr/>
            <p:nvPr/>
          </p:nvSpPr>
          <p:spPr>
            <a:xfrm>
              <a:off x="5853531" y="17703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t6281"/>
            <p:cNvSpPr/>
            <p:nvPr/>
          </p:nvSpPr>
          <p:spPr>
            <a:xfrm>
              <a:off x="5170115" y="27520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t6282"/>
            <p:cNvSpPr/>
            <p:nvPr/>
          </p:nvSpPr>
          <p:spPr>
            <a:xfrm>
              <a:off x="5549556" y="22287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t6283"/>
            <p:cNvSpPr/>
            <p:nvPr/>
          </p:nvSpPr>
          <p:spPr>
            <a:xfrm>
              <a:off x="5909134" y="17625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t6284"/>
            <p:cNvSpPr/>
            <p:nvPr/>
          </p:nvSpPr>
          <p:spPr>
            <a:xfrm>
              <a:off x="5276671" y="21727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t6285"/>
            <p:cNvSpPr/>
            <p:nvPr/>
          </p:nvSpPr>
          <p:spPr>
            <a:xfrm>
              <a:off x="5737417" y="18886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t6286"/>
            <p:cNvSpPr/>
            <p:nvPr/>
          </p:nvSpPr>
          <p:spPr>
            <a:xfrm>
              <a:off x="5723280" y="17598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t6287"/>
            <p:cNvSpPr/>
            <p:nvPr/>
          </p:nvSpPr>
          <p:spPr>
            <a:xfrm>
              <a:off x="5507772" y="21911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t6288"/>
            <p:cNvSpPr/>
            <p:nvPr/>
          </p:nvSpPr>
          <p:spPr>
            <a:xfrm>
              <a:off x="5432977" y="22469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t6289"/>
            <p:cNvSpPr/>
            <p:nvPr/>
          </p:nvSpPr>
          <p:spPr>
            <a:xfrm>
              <a:off x="5157467" y="27126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t6290"/>
            <p:cNvSpPr/>
            <p:nvPr/>
          </p:nvSpPr>
          <p:spPr>
            <a:xfrm>
              <a:off x="5527261" y="21948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t6291"/>
            <p:cNvSpPr/>
            <p:nvPr/>
          </p:nvSpPr>
          <p:spPr>
            <a:xfrm>
              <a:off x="4944854" y="21866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t6292"/>
            <p:cNvSpPr/>
            <p:nvPr/>
          </p:nvSpPr>
          <p:spPr>
            <a:xfrm>
              <a:off x="5531731" y="22965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t6293"/>
            <p:cNvSpPr/>
            <p:nvPr/>
          </p:nvSpPr>
          <p:spPr>
            <a:xfrm>
              <a:off x="5356488" y="21287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t6294"/>
            <p:cNvSpPr/>
            <p:nvPr/>
          </p:nvSpPr>
          <p:spPr>
            <a:xfrm>
              <a:off x="5268527" y="2203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t6295"/>
            <p:cNvSpPr/>
            <p:nvPr/>
          </p:nvSpPr>
          <p:spPr>
            <a:xfrm>
              <a:off x="5767163" y="18436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t6296"/>
            <p:cNvSpPr/>
            <p:nvPr/>
          </p:nvSpPr>
          <p:spPr>
            <a:xfrm>
              <a:off x="5661154" y="21084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t6297"/>
            <p:cNvSpPr/>
            <p:nvPr/>
          </p:nvSpPr>
          <p:spPr>
            <a:xfrm>
              <a:off x="5528716" y="21066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t6298"/>
            <p:cNvSpPr/>
            <p:nvPr/>
          </p:nvSpPr>
          <p:spPr>
            <a:xfrm>
              <a:off x="5646031" y="21381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t6299"/>
            <p:cNvSpPr/>
            <p:nvPr/>
          </p:nvSpPr>
          <p:spPr>
            <a:xfrm>
              <a:off x="5596853" y="22464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t6300"/>
            <p:cNvSpPr/>
            <p:nvPr/>
          </p:nvSpPr>
          <p:spPr>
            <a:xfrm>
              <a:off x="5645307" y="20590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t6301"/>
            <p:cNvSpPr/>
            <p:nvPr/>
          </p:nvSpPr>
          <p:spPr>
            <a:xfrm>
              <a:off x="5502618" y="22428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t6302"/>
            <p:cNvSpPr/>
            <p:nvPr/>
          </p:nvSpPr>
          <p:spPr>
            <a:xfrm>
              <a:off x="5510538" y="22806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t6303"/>
            <p:cNvSpPr/>
            <p:nvPr/>
          </p:nvSpPr>
          <p:spPr>
            <a:xfrm>
              <a:off x="5057721" y="25403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t6304"/>
            <p:cNvSpPr/>
            <p:nvPr/>
          </p:nvSpPr>
          <p:spPr>
            <a:xfrm>
              <a:off x="5582941" y="2242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t6305"/>
            <p:cNvSpPr/>
            <p:nvPr/>
          </p:nvSpPr>
          <p:spPr>
            <a:xfrm>
              <a:off x="5476626" y="20295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t6306"/>
            <p:cNvSpPr/>
            <p:nvPr/>
          </p:nvSpPr>
          <p:spPr>
            <a:xfrm>
              <a:off x="5806087" y="19378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t6307"/>
            <p:cNvSpPr/>
            <p:nvPr/>
          </p:nvSpPr>
          <p:spPr>
            <a:xfrm>
              <a:off x="4802645" y="25816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t6308"/>
            <p:cNvSpPr/>
            <p:nvPr/>
          </p:nvSpPr>
          <p:spPr>
            <a:xfrm>
              <a:off x="5886337" y="15288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t6309"/>
            <p:cNvSpPr/>
            <p:nvPr/>
          </p:nvSpPr>
          <p:spPr>
            <a:xfrm>
              <a:off x="5695518" y="19100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t6310"/>
            <p:cNvSpPr/>
            <p:nvPr/>
          </p:nvSpPr>
          <p:spPr>
            <a:xfrm>
              <a:off x="5287272" y="20818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t6311"/>
            <p:cNvSpPr/>
            <p:nvPr/>
          </p:nvSpPr>
          <p:spPr>
            <a:xfrm>
              <a:off x="5296715" y="22265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t6312"/>
            <p:cNvSpPr/>
            <p:nvPr/>
          </p:nvSpPr>
          <p:spPr>
            <a:xfrm>
              <a:off x="5326104" y="21703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t6313"/>
            <p:cNvSpPr/>
            <p:nvPr/>
          </p:nvSpPr>
          <p:spPr>
            <a:xfrm>
              <a:off x="5804422" y="19047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t6314"/>
            <p:cNvSpPr/>
            <p:nvPr/>
          </p:nvSpPr>
          <p:spPr>
            <a:xfrm>
              <a:off x="5709390" y="20689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t6315"/>
            <p:cNvSpPr/>
            <p:nvPr/>
          </p:nvSpPr>
          <p:spPr>
            <a:xfrm>
              <a:off x="5549080" y="21449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t6316"/>
            <p:cNvSpPr/>
            <p:nvPr/>
          </p:nvSpPr>
          <p:spPr>
            <a:xfrm>
              <a:off x="5455390" y="20245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t6317"/>
            <p:cNvSpPr/>
            <p:nvPr/>
          </p:nvSpPr>
          <p:spPr>
            <a:xfrm>
              <a:off x="5413718" y="21842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t6318"/>
            <p:cNvSpPr/>
            <p:nvPr/>
          </p:nvSpPr>
          <p:spPr>
            <a:xfrm>
              <a:off x="5680040" y="16509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t6319"/>
            <p:cNvSpPr/>
            <p:nvPr/>
          </p:nvSpPr>
          <p:spPr>
            <a:xfrm>
              <a:off x="5318653" y="21585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t6320"/>
            <p:cNvSpPr/>
            <p:nvPr/>
          </p:nvSpPr>
          <p:spPr>
            <a:xfrm>
              <a:off x="5107152" y="18834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t6321"/>
            <p:cNvSpPr/>
            <p:nvPr/>
          </p:nvSpPr>
          <p:spPr>
            <a:xfrm>
              <a:off x="5070435" y="24095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t6322"/>
            <p:cNvSpPr/>
            <p:nvPr/>
          </p:nvSpPr>
          <p:spPr>
            <a:xfrm>
              <a:off x="5538905" y="21684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t6323"/>
            <p:cNvSpPr/>
            <p:nvPr/>
          </p:nvSpPr>
          <p:spPr>
            <a:xfrm>
              <a:off x="5773581" y="19699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t6324"/>
            <p:cNvSpPr/>
            <p:nvPr/>
          </p:nvSpPr>
          <p:spPr>
            <a:xfrm>
              <a:off x="5486637" y="21003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t6325"/>
            <p:cNvSpPr/>
            <p:nvPr/>
          </p:nvSpPr>
          <p:spPr>
            <a:xfrm>
              <a:off x="5622585" y="2086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t6326"/>
            <p:cNvSpPr/>
            <p:nvPr/>
          </p:nvSpPr>
          <p:spPr>
            <a:xfrm>
              <a:off x="5569903" y="22465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t6327"/>
            <p:cNvSpPr/>
            <p:nvPr/>
          </p:nvSpPr>
          <p:spPr>
            <a:xfrm>
              <a:off x="5448240" y="23047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t6328"/>
            <p:cNvSpPr/>
            <p:nvPr/>
          </p:nvSpPr>
          <p:spPr>
            <a:xfrm>
              <a:off x="5975695" y="17334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t6329"/>
            <p:cNvSpPr/>
            <p:nvPr/>
          </p:nvSpPr>
          <p:spPr>
            <a:xfrm>
              <a:off x="5449645" y="22885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t6330"/>
            <p:cNvSpPr/>
            <p:nvPr/>
          </p:nvSpPr>
          <p:spPr>
            <a:xfrm>
              <a:off x="5431055" y="21993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t6331"/>
            <p:cNvSpPr/>
            <p:nvPr/>
          </p:nvSpPr>
          <p:spPr>
            <a:xfrm>
              <a:off x="5680293" y="16683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t6332"/>
            <p:cNvSpPr/>
            <p:nvPr/>
          </p:nvSpPr>
          <p:spPr>
            <a:xfrm>
              <a:off x="5340452" y="22775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t6333"/>
            <p:cNvSpPr/>
            <p:nvPr/>
          </p:nvSpPr>
          <p:spPr>
            <a:xfrm>
              <a:off x="5342638" y="21547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t6334"/>
            <p:cNvSpPr/>
            <p:nvPr/>
          </p:nvSpPr>
          <p:spPr>
            <a:xfrm>
              <a:off x="5383557" y="2293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t6335"/>
            <p:cNvSpPr/>
            <p:nvPr/>
          </p:nvSpPr>
          <p:spPr>
            <a:xfrm>
              <a:off x="5169933" y="27082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t6336"/>
            <p:cNvSpPr/>
            <p:nvPr/>
          </p:nvSpPr>
          <p:spPr>
            <a:xfrm>
              <a:off x="5647383" y="20299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t6337"/>
            <p:cNvSpPr/>
            <p:nvPr/>
          </p:nvSpPr>
          <p:spPr>
            <a:xfrm>
              <a:off x="5455644" y="21845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t6338"/>
            <p:cNvSpPr/>
            <p:nvPr/>
          </p:nvSpPr>
          <p:spPr>
            <a:xfrm>
              <a:off x="5528980" y="21824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t6339"/>
            <p:cNvSpPr/>
            <p:nvPr/>
          </p:nvSpPr>
          <p:spPr>
            <a:xfrm>
              <a:off x="5409309" y="22439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t6340"/>
            <p:cNvSpPr/>
            <p:nvPr/>
          </p:nvSpPr>
          <p:spPr>
            <a:xfrm>
              <a:off x="5701923" y="20154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t6341"/>
            <p:cNvSpPr/>
            <p:nvPr/>
          </p:nvSpPr>
          <p:spPr>
            <a:xfrm>
              <a:off x="5337173" y="20837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t6342"/>
            <p:cNvSpPr/>
            <p:nvPr/>
          </p:nvSpPr>
          <p:spPr>
            <a:xfrm>
              <a:off x="5032846" y="23707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t6343"/>
            <p:cNvSpPr/>
            <p:nvPr/>
          </p:nvSpPr>
          <p:spPr>
            <a:xfrm>
              <a:off x="5333726" y="21553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t6344"/>
            <p:cNvSpPr/>
            <p:nvPr/>
          </p:nvSpPr>
          <p:spPr>
            <a:xfrm>
              <a:off x="5757800" y="1730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t6345"/>
            <p:cNvSpPr/>
            <p:nvPr/>
          </p:nvSpPr>
          <p:spPr>
            <a:xfrm>
              <a:off x="5798219" y="20138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t6346"/>
            <p:cNvSpPr/>
            <p:nvPr/>
          </p:nvSpPr>
          <p:spPr>
            <a:xfrm>
              <a:off x="5568752" y="21843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t6347"/>
            <p:cNvSpPr/>
            <p:nvPr/>
          </p:nvSpPr>
          <p:spPr>
            <a:xfrm>
              <a:off x="5598351" y="19010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t6348"/>
            <p:cNvSpPr/>
            <p:nvPr/>
          </p:nvSpPr>
          <p:spPr>
            <a:xfrm>
              <a:off x="5456007" y="22082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t6349"/>
            <p:cNvSpPr/>
            <p:nvPr/>
          </p:nvSpPr>
          <p:spPr>
            <a:xfrm>
              <a:off x="5315515" y="21294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t6350"/>
            <p:cNvSpPr/>
            <p:nvPr/>
          </p:nvSpPr>
          <p:spPr>
            <a:xfrm>
              <a:off x="6097137" y="20988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t6351"/>
            <p:cNvSpPr/>
            <p:nvPr/>
          </p:nvSpPr>
          <p:spPr>
            <a:xfrm>
              <a:off x="5798120" y="19465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t6352"/>
            <p:cNvSpPr/>
            <p:nvPr/>
          </p:nvSpPr>
          <p:spPr>
            <a:xfrm>
              <a:off x="5520498" y="21880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t6353"/>
            <p:cNvSpPr/>
            <p:nvPr/>
          </p:nvSpPr>
          <p:spPr>
            <a:xfrm>
              <a:off x="5390583" y="22309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t6354"/>
            <p:cNvSpPr/>
            <p:nvPr/>
          </p:nvSpPr>
          <p:spPr>
            <a:xfrm>
              <a:off x="5218637" y="22682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t6355"/>
            <p:cNvSpPr/>
            <p:nvPr/>
          </p:nvSpPr>
          <p:spPr>
            <a:xfrm>
              <a:off x="5560939" y="22174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t6356"/>
            <p:cNvSpPr/>
            <p:nvPr/>
          </p:nvSpPr>
          <p:spPr>
            <a:xfrm>
              <a:off x="4774253" y="21796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t6357"/>
            <p:cNvSpPr/>
            <p:nvPr/>
          </p:nvSpPr>
          <p:spPr>
            <a:xfrm>
              <a:off x="5682307" y="18557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t6358"/>
            <p:cNvSpPr/>
            <p:nvPr/>
          </p:nvSpPr>
          <p:spPr>
            <a:xfrm>
              <a:off x="5097742" y="24221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t6359"/>
            <p:cNvSpPr/>
            <p:nvPr/>
          </p:nvSpPr>
          <p:spPr>
            <a:xfrm>
              <a:off x="5207743" y="22799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t6360"/>
            <p:cNvSpPr/>
            <p:nvPr/>
          </p:nvSpPr>
          <p:spPr>
            <a:xfrm>
              <a:off x="5812810" y="20779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t6361"/>
            <p:cNvSpPr/>
            <p:nvPr/>
          </p:nvSpPr>
          <p:spPr>
            <a:xfrm>
              <a:off x="5425738" y="22267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t6362"/>
            <p:cNvSpPr/>
            <p:nvPr/>
          </p:nvSpPr>
          <p:spPr>
            <a:xfrm>
              <a:off x="5916100" y="1548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t6363"/>
            <p:cNvSpPr/>
            <p:nvPr/>
          </p:nvSpPr>
          <p:spPr>
            <a:xfrm>
              <a:off x="5369208" y="22666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t6364"/>
            <p:cNvSpPr/>
            <p:nvPr/>
          </p:nvSpPr>
          <p:spPr>
            <a:xfrm>
              <a:off x="5424702" y="20502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t6365"/>
            <p:cNvSpPr/>
            <p:nvPr/>
          </p:nvSpPr>
          <p:spPr>
            <a:xfrm>
              <a:off x="5436971" y="22952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t6366"/>
            <p:cNvSpPr/>
            <p:nvPr/>
          </p:nvSpPr>
          <p:spPr>
            <a:xfrm>
              <a:off x="5558349" y="21911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t6367"/>
            <p:cNvSpPr/>
            <p:nvPr/>
          </p:nvSpPr>
          <p:spPr>
            <a:xfrm>
              <a:off x="5165840" y="2810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t6368"/>
            <p:cNvSpPr/>
            <p:nvPr/>
          </p:nvSpPr>
          <p:spPr>
            <a:xfrm>
              <a:off x="5433439" y="21510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t6369"/>
            <p:cNvSpPr/>
            <p:nvPr/>
          </p:nvSpPr>
          <p:spPr>
            <a:xfrm>
              <a:off x="5032037" y="22854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t6370"/>
            <p:cNvSpPr/>
            <p:nvPr/>
          </p:nvSpPr>
          <p:spPr>
            <a:xfrm>
              <a:off x="5460162" y="22725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t6371"/>
            <p:cNvSpPr/>
            <p:nvPr/>
          </p:nvSpPr>
          <p:spPr>
            <a:xfrm>
              <a:off x="5372221" y="2264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t6372"/>
            <p:cNvSpPr/>
            <p:nvPr/>
          </p:nvSpPr>
          <p:spPr>
            <a:xfrm>
              <a:off x="5432491" y="21643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t6373"/>
            <p:cNvSpPr/>
            <p:nvPr/>
          </p:nvSpPr>
          <p:spPr>
            <a:xfrm>
              <a:off x="5296922" y="20782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t6374"/>
            <p:cNvSpPr/>
            <p:nvPr/>
          </p:nvSpPr>
          <p:spPr>
            <a:xfrm>
              <a:off x="5222999" y="22235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t6375"/>
            <p:cNvSpPr/>
            <p:nvPr/>
          </p:nvSpPr>
          <p:spPr>
            <a:xfrm>
              <a:off x="5254959" y="21218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t6376"/>
            <p:cNvSpPr/>
            <p:nvPr/>
          </p:nvSpPr>
          <p:spPr>
            <a:xfrm>
              <a:off x="5171780" y="27544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t6377"/>
            <p:cNvSpPr/>
            <p:nvPr/>
          </p:nvSpPr>
          <p:spPr>
            <a:xfrm>
              <a:off x="5141032" y="24025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t6378"/>
            <p:cNvSpPr/>
            <p:nvPr/>
          </p:nvSpPr>
          <p:spPr>
            <a:xfrm>
              <a:off x="5050990" y="21583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t6379"/>
            <p:cNvSpPr/>
            <p:nvPr/>
          </p:nvSpPr>
          <p:spPr>
            <a:xfrm>
              <a:off x="5852118" y="20075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t6380"/>
            <p:cNvSpPr/>
            <p:nvPr/>
          </p:nvSpPr>
          <p:spPr>
            <a:xfrm>
              <a:off x="5661933" y="20489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t6381"/>
            <p:cNvSpPr/>
            <p:nvPr/>
          </p:nvSpPr>
          <p:spPr>
            <a:xfrm>
              <a:off x="5136649" y="26281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t6382"/>
            <p:cNvSpPr/>
            <p:nvPr/>
          </p:nvSpPr>
          <p:spPr>
            <a:xfrm>
              <a:off x="5586571" y="22555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t6383"/>
            <p:cNvSpPr/>
            <p:nvPr/>
          </p:nvSpPr>
          <p:spPr>
            <a:xfrm>
              <a:off x="5466683" y="19574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t6384"/>
            <p:cNvSpPr/>
            <p:nvPr/>
          </p:nvSpPr>
          <p:spPr>
            <a:xfrm>
              <a:off x="4792203" y="27539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t6385"/>
            <p:cNvSpPr/>
            <p:nvPr/>
          </p:nvSpPr>
          <p:spPr>
            <a:xfrm>
              <a:off x="5405404" y="22030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t6386"/>
            <p:cNvSpPr/>
            <p:nvPr/>
          </p:nvSpPr>
          <p:spPr>
            <a:xfrm>
              <a:off x="5571977" y="22647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t6387"/>
            <p:cNvSpPr/>
            <p:nvPr/>
          </p:nvSpPr>
          <p:spPr>
            <a:xfrm>
              <a:off x="5567369" y="21838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t6388"/>
            <p:cNvSpPr/>
            <p:nvPr/>
          </p:nvSpPr>
          <p:spPr>
            <a:xfrm>
              <a:off x="5570163" y="22093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t6389"/>
            <p:cNvSpPr/>
            <p:nvPr/>
          </p:nvSpPr>
          <p:spPr>
            <a:xfrm>
              <a:off x="5427999" y="22743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t6390"/>
            <p:cNvSpPr/>
            <p:nvPr/>
          </p:nvSpPr>
          <p:spPr>
            <a:xfrm>
              <a:off x="5207194" y="23981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t6391"/>
            <p:cNvSpPr/>
            <p:nvPr/>
          </p:nvSpPr>
          <p:spPr>
            <a:xfrm>
              <a:off x="5433189" y="21549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t6392"/>
            <p:cNvSpPr/>
            <p:nvPr/>
          </p:nvSpPr>
          <p:spPr>
            <a:xfrm>
              <a:off x="5551699" y="22743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t6393"/>
            <p:cNvSpPr/>
            <p:nvPr/>
          </p:nvSpPr>
          <p:spPr>
            <a:xfrm>
              <a:off x="5270593" y="21552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t6394"/>
            <p:cNvSpPr/>
            <p:nvPr/>
          </p:nvSpPr>
          <p:spPr>
            <a:xfrm>
              <a:off x="5271990" y="21701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t6395"/>
            <p:cNvSpPr/>
            <p:nvPr/>
          </p:nvSpPr>
          <p:spPr>
            <a:xfrm>
              <a:off x="5415207" y="22159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t6396"/>
            <p:cNvSpPr/>
            <p:nvPr/>
          </p:nvSpPr>
          <p:spPr>
            <a:xfrm>
              <a:off x="5849829" y="17772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t6397"/>
            <p:cNvSpPr/>
            <p:nvPr/>
          </p:nvSpPr>
          <p:spPr>
            <a:xfrm>
              <a:off x="5445664" y="23784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t6398"/>
            <p:cNvSpPr/>
            <p:nvPr/>
          </p:nvSpPr>
          <p:spPr>
            <a:xfrm>
              <a:off x="5664826" y="20200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t6399"/>
            <p:cNvSpPr/>
            <p:nvPr/>
          </p:nvSpPr>
          <p:spPr>
            <a:xfrm>
              <a:off x="5371577" y="22024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t6400"/>
            <p:cNvSpPr/>
            <p:nvPr/>
          </p:nvSpPr>
          <p:spPr>
            <a:xfrm>
              <a:off x="5336892" y="21159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t6401"/>
            <p:cNvSpPr/>
            <p:nvPr/>
          </p:nvSpPr>
          <p:spPr>
            <a:xfrm>
              <a:off x="5679683" y="17537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t6402"/>
            <p:cNvSpPr/>
            <p:nvPr/>
          </p:nvSpPr>
          <p:spPr>
            <a:xfrm>
              <a:off x="5914733" y="16741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t6403"/>
            <p:cNvSpPr/>
            <p:nvPr/>
          </p:nvSpPr>
          <p:spPr>
            <a:xfrm>
              <a:off x="5516885" y="22508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t6404"/>
            <p:cNvSpPr/>
            <p:nvPr/>
          </p:nvSpPr>
          <p:spPr>
            <a:xfrm>
              <a:off x="5202740" y="24054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t6405"/>
            <p:cNvSpPr/>
            <p:nvPr/>
          </p:nvSpPr>
          <p:spPr>
            <a:xfrm>
              <a:off x="5112549" y="21979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t6406"/>
            <p:cNvSpPr/>
            <p:nvPr/>
          </p:nvSpPr>
          <p:spPr>
            <a:xfrm>
              <a:off x="5423760" y="21953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t6407"/>
            <p:cNvSpPr/>
            <p:nvPr/>
          </p:nvSpPr>
          <p:spPr>
            <a:xfrm>
              <a:off x="5629541" y="22273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t6408"/>
            <p:cNvSpPr/>
            <p:nvPr/>
          </p:nvSpPr>
          <p:spPr>
            <a:xfrm>
              <a:off x="5485911" y="19876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t6409"/>
            <p:cNvSpPr/>
            <p:nvPr/>
          </p:nvSpPr>
          <p:spPr>
            <a:xfrm>
              <a:off x="5225057" y="22219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t6410"/>
            <p:cNvSpPr/>
            <p:nvPr/>
          </p:nvSpPr>
          <p:spPr>
            <a:xfrm>
              <a:off x="5278189" y="22064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t6411"/>
            <p:cNvSpPr/>
            <p:nvPr/>
          </p:nvSpPr>
          <p:spPr>
            <a:xfrm>
              <a:off x="5406752" y="21567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t6412"/>
            <p:cNvSpPr/>
            <p:nvPr/>
          </p:nvSpPr>
          <p:spPr>
            <a:xfrm>
              <a:off x="5511427" y="22012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t6413"/>
            <p:cNvSpPr/>
            <p:nvPr/>
          </p:nvSpPr>
          <p:spPr>
            <a:xfrm>
              <a:off x="5316456" y="21806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t6414"/>
            <p:cNvSpPr/>
            <p:nvPr/>
          </p:nvSpPr>
          <p:spPr>
            <a:xfrm>
              <a:off x="5496058" y="22694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t6415"/>
            <p:cNvSpPr/>
            <p:nvPr/>
          </p:nvSpPr>
          <p:spPr>
            <a:xfrm>
              <a:off x="4812630" y="26106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t6416"/>
            <p:cNvSpPr/>
            <p:nvPr/>
          </p:nvSpPr>
          <p:spPr>
            <a:xfrm>
              <a:off x="5713169" y="21544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t6417"/>
            <p:cNvSpPr/>
            <p:nvPr/>
          </p:nvSpPr>
          <p:spPr>
            <a:xfrm>
              <a:off x="5201561" y="23595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t6418"/>
            <p:cNvSpPr/>
            <p:nvPr/>
          </p:nvSpPr>
          <p:spPr>
            <a:xfrm>
              <a:off x="6039889" y="22117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t6419"/>
            <p:cNvSpPr/>
            <p:nvPr/>
          </p:nvSpPr>
          <p:spPr>
            <a:xfrm>
              <a:off x="5759844" y="20575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t6420"/>
            <p:cNvSpPr/>
            <p:nvPr/>
          </p:nvSpPr>
          <p:spPr>
            <a:xfrm>
              <a:off x="5237404" y="2054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t6421"/>
            <p:cNvSpPr/>
            <p:nvPr/>
          </p:nvSpPr>
          <p:spPr>
            <a:xfrm>
              <a:off x="5774546" y="19125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t6422"/>
            <p:cNvSpPr/>
            <p:nvPr/>
          </p:nvSpPr>
          <p:spPr>
            <a:xfrm>
              <a:off x="5457677" y="20141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t6423"/>
            <p:cNvSpPr/>
            <p:nvPr/>
          </p:nvSpPr>
          <p:spPr>
            <a:xfrm>
              <a:off x="5316031" y="20565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t6424"/>
            <p:cNvSpPr/>
            <p:nvPr/>
          </p:nvSpPr>
          <p:spPr>
            <a:xfrm>
              <a:off x="5397040" y="22012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t6425"/>
            <p:cNvSpPr/>
            <p:nvPr/>
          </p:nvSpPr>
          <p:spPr>
            <a:xfrm>
              <a:off x="4676461" y="25315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t6426"/>
            <p:cNvSpPr/>
            <p:nvPr/>
          </p:nvSpPr>
          <p:spPr>
            <a:xfrm>
              <a:off x="5913783" y="17300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t6427"/>
            <p:cNvSpPr/>
            <p:nvPr/>
          </p:nvSpPr>
          <p:spPr>
            <a:xfrm>
              <a:off x="5395386" y="21125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t6428"/>
            <p:cNvSpPr/>
            <p:nvPr/>
          </p:nvSpPr>
          <p:spPr>
            <a:xfrm>
              <a:off x="5378850" y="22431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t6429"/>
            <p:cNvSpPr/>
            <p:nvPr/>
          </p:nvSpPr>
          <p:spPr>
            <a:xfrm>
              <a:off x="5574869" y="22725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t6430"/>
            <p:cNvSpPr/>
            <p:nvPr/>
          </p:nvSpPr>
          <p:spPr>
            <a:xfrm>
              <a:off x="5322507" y="22310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t6431"/>
            <p:cNvSpPr/>
            <p:nvPr/>
          </p:nvSpPr>
          <p:spPr>
            <a:xfrm>
              <a:off x="5217561" y="22932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t6432"/>
            <p:cNvSpPr/>
            <p:nvPr/>
          </p:nvSpPr>
          <p:spPr>
            <a:xfrm>
              <a:off x="5570508" y="22374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t6433"/>
            <p:cNvSpPr/>
            <p:nvPr/>
          </p:nvSpPr>
          <p:spPr>
            <a:xfrm>
              <a:off x="5301823" y="22736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t6434"/>
            <p:cNvSpPr/>
            <p:nvPr/>
          </p:nvSpPr>
          <p:spPr>
            <a:xfrm>
              <a:off x="4979600" y="24487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t6435"/>
            <p:cNvSpPr/>
            <p:nvPr/>
          </p:nvSpPr>
          <p:spPr>
            <a:xfrm>
              <a:off x="5236969" y="21916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t6436"/>
            <p:cNvSpPr/>
            <p:nvPr/>
          </p:nvSpPr>
          <p:spPr>
            <a:xfrm>
              <a:off x="5791059" y="19490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t6437"/>
            <p:cNvSpPr/>
            <p:nvPr/>
          </p:nvSpPr>
          <p:spPr>
            <a:xfrm>
              <a:off x="5106193" y="19017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t6438"/>
            <p:cNvSpPr/>
            <p:nvPr/>
          </p:nvSpPr>
          <p:spPr>
            <a:xfrm>
              <a:off x="5372814" y="22332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t6439"/>
            <p:cNvSpPr/>
            <p:nvPr/>
          </p:nvSpPr>
          <p:spPr>
            <a:xfrm>
              <a:off x="5647078" y="20027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t6440"/>
            <p:cNvSpPr/>
            <p:nvPr/>
          </p:nvSpPr>
          <p:spPr>
            <a:xfrm>
              <a:off x="5672098" y="18839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t6441"/>
            <p:cNvSpPr/>
            <p:nvPr/>
          </p:nvSpPr>
          <p:spPr>
            <a:xfrm>
              <a:off x="5776356" y="18821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t6442"/>
            <p:cNvSpPr/>
            <p:nvPr/>
          </p:nvSpPr>
          <p:spPr>
            <a:xfrm>
              <a:off x="4942831" y="21014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t6443"/>
            <p:cNvSpPr/>
            <p:nvPr/>
          </p:nvSpPr>
          <p:spPr>
            <a:xfrm>
              <a:off x="5384945" y="21350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t6444"/>
            <p:cNvSpPr/>
            <p:nvPr/>
          </p:nvSpPr>
          <p:spPr>
            <a:xfrm>
              <a:off x="5511223" y="22719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t6445"/>
            <p:cNvSpPr/>
            <p:nvPr/>
          </p:nvSpPr>
          <p:spPr>
            <a:xfrm>
              <a:off x="5705141" y="19967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t6446"/>
            <p:cNvSpPr/>
            <p:nvPr/>
          </p:nvSpPr>
          <p:spPr>
            <a:xfrm>
              <a:off x="5504754" y="21524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t6447"/>
            <p:cNvSpPr/>
            <p:nvPr/>
          </p:nvSpPr>
          <p:spPr>
            <a:xfrm>
              <a:off x="6005070" y="21037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t6448"/>
            <p:cNvSpPr/>
            <p:nvPr/>
          </p:nvSpPr>
          <p:spPr>
            <a:xfrm>
              <a:off x="5178206" y="25815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t6449"/>
            <p:cNvSpPr/>
            <p:nvPr/>
          </p:nvSpPr>
          <p:spPr>
            <a:xfrm>
              <a:off x="5524352" y="22462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t6450"/>
            <p:cNvSpPr/>
            <p:nvPr/>
          </p:nvSpPr>
          <p:spPr>
            <a:xfrm>
              <a:off x="5020801" y="24973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t6451"/>
            <p:cNvSpPr/>
            <p:nvPr/>
          </p:nvSpPr>
          <p:spPr>
            <a:xfrm>
              <a:off x="5533497" y="21947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t6452"/>
            <p:cNvSpPr/>
            <p:nvPr/>
          </p:nvSpPr>
          <p:spPr>
            <a:xfrm>
              <a:off x="5532199" y="22639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t6453"/>
            <p:cNvSpPr/>
            <p:nvPr/>
          </p:nvSpPr>
          <p:spPr>
            <a:xfrm>
              <a:off x="5068211" y="24826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t6454"/>
            <p:cNvSpPr/>
            <p:nvPr/>
          </p:nvSpPr>
          <p:spPr>
            <a:xfrm>
              <a:off x="5582942" y="22164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t6455"/>
            <p:cNvSpPr/>
            <p:nvPr/>
          </p:nvSpPr>
          <p:spPr>
            <a:xfrm>
              <a:off x="5230937" y="20334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t6456"/>
            <p:cNvSpPr/>
            <p:nvPr/>
          </p:nvSpPr>
          <p:spPr>
            <a:xfrm>
              <a:off x="4844486" y="25627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t6457"/>
            <p:cNvSpPr/>
            <p:nvPr/>
          </p:nvSpPr>
          <p:spPr>
            <a:xfrm>
              <a:off x="5458855" y="2102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t6458"/>
            <p:cNvSpPr/>
            <p:nvPr/>
          </p:nvSpPr>
          <p:spPr>
            <a:xfrm>
              <a:off x="5328800" y="20945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t6459"/>
            <p:cNvSpPr/>
            <p:nvPr/>
          </p:nvSpPr>
          <p:spPr>
            <a:xfrm>
              <a:off x="5727790" y="16291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t6460"/>
            <p:cNvSpPr/>
            <p:nvPr/>
          </p:nvSpPr>
          <p:spPr>
            <a:xfrm>
              <a:off x="5838035" y="18818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t6461"/>
            <p:cNvSpPr/>
            <p:nvPr/>
          </p:nvSpPr>
          <p:spPr>
            <a:xfrm>
              <a:off x="5647520" y="20205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t6462"/>
            <p:cNvSpPr/>
            <p:nvPr/>
          </p:nvSpPr>
          <p:spPr>
            <a:xfrm>
              <a:off x="5227935" y="21702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t6463"/>
            <p:cNvSpPr/>
            <p:nvPr/>
          </p:nvSpPr>
          <p:spPr>
            <a:xfrm>
              <a:off x="5420997" y="22209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t6464"/>
            <p:cNvSpPr/>
            <p:nvPr/>
          </p:nvSpPr>
          <p:spPr>
            <a:xfrm>
              <a:off x="5330287" y="20849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t6465"/>
            <p:cNvSpPr/>
            <p:nvPr/>
          </p:nvSpPr>
          <p:spPr>
            <a:xfrm>
              <a:off x="5270558" y="2124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t6466"/>
            <p:cNvSpPr/>
            <p:nvPr/>
          </p:nvSpPr>
          <p:spPr>
            <a:xfrm>
              <a:off x="5302614" y="22228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t6467"/>
            <p:cNvSpPr/>
            <p:nvPr/>
          </p:nvSpPr>
          <p:spPr>
            <a:xfrm>
              <a:off x="5492466" y="19478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t6468"/>
            <p:cNvSpPr/>
            <p:nvPr/>
          </p:nvSpPr>
          <p:spPr>
            <a:xfrm>
              <a:off x="5612638" y="20009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t6469"/>
            <p:cNvSpPr/>
            <p:nvPr/>
          </p:nvSpPr>
          <p:spPr>
            <a:xfrm>
              <a:off x="5534695" y="21480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t6470"/>
            <p:cNvSpPr/>
            <p:nvPr/>
          </p:nvSpPr>
          <p:spPr>
            <a:xfrm>
              <a:off x="5439945" y="22071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t6471"/>
            <p:cNvSpPr/>
            <p:nvPr/>
          </p:nvSpPr>
          <p:spPr>
            <a:xfrm>
              <a:off x="5414268" y="22049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t6472"/>
            <p:cNvSpPr/>
            <p:nvPr/>
          </p:nvSpPr>
          <p:spPr>
            <a:xfrm>
              <a:off x="5360628" y="20469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t6473"/>
            <p:cNvSpPr/>
            <p:nvPr/>
          </p:nvSpPr>
          <p:spPr>
            <a:xfrm>
              <a:off x="5223403" y="2237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t6474"/>
            <p:cNvSpPr/>
            <p:nvPr/>
          </p:nvSpPr>
          <p:spPr>
            <a:xfrm>
              <a:off x="5556672" y="22074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t6475"/>
            <p:cNvSpPr/>
            <p:nvPr/>
          </p:nvSpPr>
          <p:spPr>
            <a:xfrm>
              <a:off x="5232563" y="21649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t6476"/>
            <p:cNvSpPr/>
            <p:nvPr/>
          </p:nvSpPr>
          <p:spPr>
            <a:xfrm>
              <a:off x="5615762" y="19917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t6477"/>
            <p:cNvSpPr/>
            <p:nvPr/>
          </p:nvSpPr>
          <p:spPr>
            <a:xfrm>
              <a:off x="5384879" y="2184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t6478"/>
            <p:cNvSpPr/>
            <p:nvPr/>
          </p:nvSpPr>
          <p:spPr>
            <a:xfrm>
              <a:off x="5692068" y="18651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t6479"/>
            <p:cNvSpPr/>
            <p:nvPr/>
          </p:nvSpPr>
          <p:spPr>
            <a:xfrm>
              <a:off x="5816540" y="18277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t6480"/>
            <p:cNvSpPr/>
            <p:nvPr/>
          </p:nvSpPr>
          <p:spPr>
            <a:xfrm>
              <a:off x="5487400" y="19941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t6481"/>
            <p:cNvSpPr/>
            <p:nvPr/>
          </p:nvSpPr>
          <p:spPr>
            <a:xfrm>
              <a:off x="5358713" y="20840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t6482"/>
            <p:cNvSpPr/>
            <p:nvPr/>
          </p:nvSpPr>
          <p:spPr>
            <a:xfrm>
              <a:off x="5469622" y="19589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t6483"/>
            <p:cNvSpPr/>
            <p:nvPr/>
          </p:nvSpPr>
          <p:spPr>
            <a:xfrm>
              <a:off x="5590899" y="19984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t6484"/>
            <p:cNvSpPr/>
            <p:nvPr/>
          </p:nvSpPr>
          <p:spPr>
            <a:xfrm>
              <a:off x="5013757" y="2578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t6485"/>
            <p:cNvSpPr/>
            <p:nvPr/>
          </p:nvSpPr>
          <p:spPr>
            <a:xfrm>
              <a:off x="5413590" y="22213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t6486"/>
            <p:cNvSpPr/>
            <p:nvPr/>
          </p:nvSpPr>
          <p:spPr>
            <a:xfrm>
              <a:off x="5583932" y="22436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t6487"/>
            <p:cNvSpPr/>
            <p:nvPr/>
          </p:nvSpPr>
          <p:spPr>
            <a:xfrm>
              <a:off x="5438906" y="20643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t6488"/>
            <p:cNvSpPr/>
            <p:nvPr/>
          </p:nvSpPr>
          <p:spPr>
            <a:xfrm>
              <a:off x="5397781" y="21214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t6489"/>
            <p:cNvSpPr/>
            <p:nvPr/>
          </p:nvSpPr>
          <p:spPr>
            <a:xfrm>
              <a:off x="5437840" y="21763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t6490"/>
            <p:cNvSpPr/>
            <p:nvPr/>
          </p:nvSpPr>
          <p:spPr>
            <a:xfrm>
              <a:off x="5509126" y="22398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t6491"/>
            <p:cNvSpPr/>
            <p:nvPr/>
          </p:nvSpPr>
          <p:spPr>
            <a:xfrm>
              <a:off x="5570618" y="21909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t6492"/>
            <p:cNvSpPr/>
            <p:nvPr/>
          </p:nvSpPr>
          <p:spPr>
            <a:xfrm>
              <a:off x="5588647" y="22299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t6493"/>
            <p:cNvSpPr/>
            <p:nvPr/>
          </p:nvSpPr>
          <p:spPr>
            <a:xfrm>
              <a:off x="5247406" y="19127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t6494"/>
            <p:cNvSpPr/>
            <p:nvPr/>
          </p:nvSpPr>
          <p:spPr>
            <a:xfrm>
              <a:off x="5345849" y="19897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t6495"/>
            <p:cNvSpPr/>
            <p:nvPr/>
          </p:nvSpPr>
          <p:spPr>
            <a:xfrm>
              <a:off x="5574510" y="22857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t6496"/>
            <p:cNvSpPr/>
            <p:nvPr/>
          </p:nvSpPr>
          <p:spPr>
            <a:xfrm>
              <a:off x="5263180" y="22802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t6497"/>
            <p:cNvSpPr/>
            <p:nvPr/>
          </p:nvSpPr>
          <p:spPr>
            <a:xfrm>
              <a:off x="5454020" y="22132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t6498"/>
            <p:cNvSpPr/>
            <p:nvPr/>
          </p:nvSpPr>
          <p:spPr>
            <a:xfrm>
              <a:off x="5271998" y="2106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t6499"/>
            <p:cNvSpPr/>
            <p:nvPr/>
          </p:nvSpPr>
          <p:spPr>
            <a:xfrm>
              <a:off x="5081332" y="26067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t6500"/>
            <p:cNvSpPr/>
            <p:nvPr/>
          </p:nvSpPr>
          <p:spPr>
            <a:xfrm>
              <a:off x="5171370" y="2657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t6501"/>
            <p:cNvSpPr/>
            <p:nvPr/>
          </p:nvSpPr>
          <p:spPr>
            <a:xfrm>
              <a:off x="5581174" y="23327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t6502"/>
            <p:cNvSpPr/>
            <p:nvPr/>
          </p:nvSpPr>
          <p:spPr>
            <a:xfrm>
              <a:off x="5413517" y="22283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t6503"/>
            <p:cNvSpPr/>
            <p:nvPr/>
          </p:nvSpPr>
          <p:spPr>
            <a:xfrm>
              <a:off x="5740766" y="19922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t6504"/>
            <p:cNvSpPr/>
            <p:nvPr/>
          </p:nvSpPr>
          <p:spPr>
            <a:xfrm>
              <a:off x="5397056" y="21855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t6505"/>
            <p:cNvSpPr/>
            <p:nvPr/>
          </p:nvSpPr>
          <p:spPr>
            <a:xfrm>
              <a:off x="5186427" y="24928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t6506"/>
            <p:cNvSpPr/>
            <p:nvPr/>
          </p:nvSpPr>
          <p:spPr>
            <a:xfrm>
              <a:off x="5550333" y="21629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t6507"/>
            <p:cNvSpPr/>
            <p:nvPr/>
          </p:nvSpPr>
          <p:spPr>
            <a:xfrm>
              <a:off x="5661206" y="2213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t6508"/>
            <p:cNvSpPr/>
            <p:nvPr/>
          </p:nvSpPr>
          <p:spPr>
            <a:xfrm>
              <a:off x="5852998" y="18946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t6509"/>
            <p:cNvSpPr/>
            <p:nvPr/>
          </p:nvSpPr>
          <p:spPr>
            <a:xfrm>
              <a:off x="5269125" y="22236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t6510"/>
            <p:cNvSpPr/>
            <p:nvPr/>
          </p:nvSpPr>
          <p:spPr>
            <a:xfrm>
              <a:off x="5592062" y="19466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t6511"/>
            <p:cNvSpPr/>
            <p:nvPr/>
          </p:nvSpPr>
          <p:spPr>
            <a:xfrm>
              <a:off x="5205875" y="22590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t6512"/>
            <p:cNvSpPr/>
            <p:nvPr/>
          </p:nvSpPr>
          <p:spPr>
            <a:xfrm>
              <a:off x="5308464" y="20635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t6513"/>
            <p:cNvSpPr/>
            <p:nvPr/>
          </p:nvSpPr>
          <p:spPr>
            <a:xfrm>
              <a:off x="5501226" y="2016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t6514"/>
            <p:cNvSpPr/>
            <p:nvPr/>
          </p:nvSpPr>
          <p:spPr>
            <a:xfrm>
              <a:off x="4993589" y="2564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t6515"/>
            <p:cNvSpPr/>
            <p:nvPr/>
          </p:nvSpPr>
          <p:spPr>
            <a:xfrm>
              <a:off x="5632062" y="21904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t6516"/>
            <p:cNvSpPr/>
            <p:nvPr/>
          </p:nvSpPr>
          <p:spPr>
            <a:xfrm>
              <a:off x="4897027" y="26839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t6517"/>
            <p:cNvSpPr/>
            <p:nvPr/>
          </p:nvSpPr>
          <p:spPr>
            <a:xfrm>
              <a:off x="5590135" y="20864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t6518"/>
            <p:cNvSpPr/>
            <p:nvPr/>
          </p:nvSpPr>
          <p:spPr>
            <a:xfrm>
              <a:off x="5433610" y="21704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t6519"/>
            <p:cNvSpPr/>
            <p:nvPr/>
          </p:nvSpPr>
          <p:spPr>
            <a:xfrm>
              <a:off x="5395831" y="21897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t6520"/>
            <p:cNvSpPr/>
            <p:nvPr/>
          </p:nvSpPr>
          <p:spPr>
            <a:xfrm>
              <a:off x="5609477" y="19782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t6521"/>
            <p:cNvSpPr/>
            <p:nvPr/>
          </p:nvSpPr>
          <p:spPr>
            <a:xfrm>
              <a:off x="5417969" y="22027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t6522"/>
            <p:cNvSpPr/>
            <p:nvPr/>
          </p:nvSpPr>
          <p:spPr>
            <a:xfrm>
              <a:off x="5313901" y="21327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t6523"/>
            <p:cNvSpPr/>
            <p:nvPr/>
          </p:nvSpPr>
          <p:spPr>
            <a:xfrm>
              <a:off x="5041732" y="21627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t6524"/>
            <p:cNvSpPr/>
            <p:nvPr/>
          </p:nvSpPr>
          <p:spPr>
            <a:xfrm>
              <a:off x="5371594" y="2220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t6525"/>
            <p:cNvSpPr/>
            <p:nvPr/>
          </p:nvSpPr>
          <p:spPr>
            <a:xfrm>
              <a:off x="5541712" y="19401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t6526"/>
            <p:cNvSpPr/>
            <p:nvPr/>
          </p:nvSpPr>
          <p:spPr>
            <a:xfrm>
              <a:off x="5501321" y="21898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t6527"/>
            <p:cNvSpPr/>
            <p:nvPr/>
          </p:nvSpPr>
          <p:spPr>
            <a:xfrm>
              <a:off x="5808870" y="18038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t6528"/>
            <p:cNvSpPr/>
            <p:nvPr/>
          </p:nvSpPr>
          <p:spPr>
            <a:xfrm>
              <a:off x="5059668" y="23936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t6529"/>
            <p:cNvSpPr/>
            <p:nvPr/>
          </p:nvSpPr>
          <p:spPr>
            <a:xfrm>
              <a:off x="5829532" y="1849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t6530"/>
            <p:cNvSpPr/>
            <p:nvPr/>
          </p:nvSpPr>
          <p:spPr>
            <a:xfrm>
              <a:off x="5227619" y="22050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t6531"/>
            <p:cNvSpPr/>
            <p:nvPr/>
          </p:nvSpPr>
          <p:spPr>
            <a:xfrm>
              <a:off x="5149937" y="27443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t6532"/>
            <p:cNvSpPr/>
            <p:nvPr/>
          </p:nvSpPr>
          <p:spPr>
            <a:xfrm>
              <a:off x="5615662" y="19686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t6533"/>
            <p:cNvSpPr/>
            <p:nvPr/>
          </p:nvSpPr>
          <p:spPr>
            <a:xfrm>
              <a:off x="5231790" y="21711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t6534"/>
            <p:cNvSpPr/>
            <p:nvPr/>
          </p:nvSpPr>
          <p:spPr>
            <a:xfrm>
              <a:off x="5465443" y="18541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t6535"/>
            <p:cNvSpPr/>
            <p:nvPr/>
          </p:nvSpPr>
          <p:spPr>
            <a:xfrm>
              <a:off x="5032484" y="21785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t6536"/>
            <p:cNvSpPr/>
            <p:nvPr/>
          </p:nvSpPr>
          <p:spPr>
            <a:xfrm>
              <a:off x="5625438" y="18318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t6537"/>
            <p:cNvSpPr/>
            <p:nvPr/>
          </p:nvSpPr>
          <p:spPr>
            <a:xfrm>
              <a:off x="5282770" y="22564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t6538"/>
            <p:cNvSpPr/>
            <p:nvPr/>
          </p:nvSpPr>
          <p:spPr>
            <a:xfrm>
              <a:off x="5468279" y="19944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t6539"/>
            <p:cNvSpPr/>
            <p:nvPr/>
          </p:nvSpPr>
          <p:spPr>
            <a:xfrm>
              <a:off x="4796148" y="25717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t6540"/>
            <p:cNvSpPr/>
            <p:nvPr/>
          </p:nvSpPr>
          <p:spPr>
            <a:xfrm>
              <a:off x="5044163" y="23257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t6541"/>
            <p:cNvSpPr/>
            <p:nvPr/>
          </p:nvSpPr>
          <p:spPr>
            <a:xfrm>
              <a:off x="5356801" y="21807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t6542"/>
            <p:cNvSpPr/>
            <p:nvPr/>
          </p:nvSpPr>
          <p:spPr>
            <a:xfrm>
              <a:off x="5486440" y="21051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t6543"/>
            <p:cNvSpPr/>
            <p:nvPr/>
          </p:nvSpPr>
          <p:spPr>
            <a:xfrm>
              <a:off x="4986613" y="24125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t6544"/>
            <p:cNvSpPr/>
            <p:nvPr/>
          </p:nvSpPr>
          <p:spPr>
            <a:xfrm>
              <a:off x="5381043" y="22190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t6545"/>
            <p:cNvSpPr/>
            <p:nvPr/>
          </p:nvSpPr>
          <p:spPr>
            <a:xfrm>
              <a:off x="5657385" y="20611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t6546"/>
            <p:cNvSpPr/>
            <p:nvPr/>
          </p:nvSpPr>
          <p:spPr>
            <a:xfrm>
              <a:off x="5137543" y="26955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t6547"/>
            <p:cNvSpPr/>
            <p:nvPr/>
          </p:nvSpPr>
          <p:spPr>
            <a:xfrm>
              <a:off x="5654090" y="2001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t6548"/>
            <p:cNvSpPr/>
            <p:nvPr/>
          </p:nvSpPr>
          <p:spPr>
            <a:xfrm>
              <a:off x="5180369" y="24514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t6549"/>
            <p:cNvSpPr/>
            <p:nvPr/>
          </p:nvSpPr>
          <p:spPr>
            <a:xfrm>
              <a:off x="5085552" y="24783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t6550"/>
            <p:cNvSpPr/>
            <p:nvPr/>
          </p:nvSpPr>
          <p:spPr>
            <a:xfrm>
              <a:off x="5099422" y="25699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t6551"/>
            <p:cNvSpPr/>
            <p:nvPr/>
          </p:nvSpPr>
          <p:spPr>
            <a:xfrm>
              <a:off x="5407314" y="20575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t6552"/>
            <p:cNvSpPr/>
            <p:nvPr/>
          </p:nvSpPr>
          <p:spPr>
            <a:xfrm>
              <a:off x="5780792" y="19316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t6553"/>
            <p:cNvSpPr/>
            <p:nvPr/>
          </p:nvSpPr>
          <p:spPr>
            <a:xfrm>
              <a:off x="5518285" y="21827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t6554"/>
            <p:cNvSpPr/>
            <p:nvPr/>
          </p:nvSpPr>
          <p:spPr>
            <a:xfrm>
              <a:off x="5100859" y="21520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t6555"/>
            <p:cNvSpPr/>
            <p:nvPr/>
          </p:nvSpPr>
          <p:spPr>
            <a:xfrm>
              <a:off x="5565821" y="21469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t6556"/>
            <p:cNvSpPr/>
            <p:nvPr/>
          </p:nvSpPr>
          <p:spPr>
            <a:xfrm>
              <a:off x="5274462" y="21885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t6557"/>
            <p:cNvSpPr/>
            <p:nvPr/>
          </p:nvSpPr>
          <p:spPr>
            <a:xfrm>
              <a:off x="5207461" y="21741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t6558"/>
            <p:cNvSpPr/>
            <p:nvPr/>
          </p:nvSpPr>
          <p:spPr>
            <a:xfrm>
              <a:off x="5709960" y="19983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t6559"/>
            <p:cNvSpPr/>
            <p:nvPr/>
          </p:nvSpPr>
          <p:spPr>
            <a:xfrm>
              <a:off x="5654839" y="20291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t6560"/>
            <p:cNvSpPr/>
            <p:nvPr/>
          </p:nvSpPr>
          <p:spPr>
            <a:xfrm>
              <a:off x="5112620" y="19457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t6561"/>
            <p:cNvSpPr/>
            <p:nvPr/>
          </p:nvSpPr>
          <p:spPr>
            <a:xfrm>
              <a:off x="5621311" y="18850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t6562"/>
            <p:cNvSpPr/>
            <p:nvPr/>
          </p:nvSpPr>
          <p:spPr>
            <a:xfrm>
              <a:off x="5209421" y="23651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t6563"/>
            <p:cNvSpPr/>
            <p:nvPr/>
          </p:nvSpPr>
          <p:spPr>
            <a:xfrm>
              <a:off x="5487266" y="20601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t6564"/>
            <p:cNvSpPr/>
            <p:nvPr/>
          </p:nvSpPr>
          <p:spPr>
            <a:xfrm>
              <a:off x="5610454" y="20585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t6565"/>
            <p:cNvSpPr/>
            <p:nvPr/>
          </p:nvSpPr>
          <p:spPr>
            <a:xfrm>
              <a:off x="5355559" y="22600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t6566"/>
            <p:cNvSpPr/>
            <p:nvPr/>
          </p:nvSpPr>
          <p:spPr>
            <a:xfrm>
              <a:off x="5571054" y="23258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t6567"/>
            <p:cNvSpPr/>
            <p:nvPr/>
          </p:nvSpPr>
          <p:spPr>
            <a:xfrm>
              <a:off x="5762416" y="2010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t6568"/>
            <p:cNvSpPr/>
            <p:nvPr/>
          </p:nvSpPr>
          <p:spPr>
            <a:xfrm>
              <a:off x="5509807" y="22860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t6569"/>
            <p:cNvSpPr/>
            <p:nvPr/>
          </p:nvSpPr>
          <p:spPr>
            <a:xfrm>
              <a:off x="5102773" y="17443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t6570"/>
            <p:cNvSpPr/>
            <p:nvPr/>
          </p:nvSpPr>
          <p:spPr>
            <a:xfrm>
              <a:off x="5554097" y="21830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t6571"/>
            <p:cNvSpPr/>
            <p:nvPr/>
          </p:nvSpPr>
          <p:spPr>
            <a:xfrm>
              <a:off x="5312848" y="21519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t6572"/>
            <p:cNvSpPr/>
            <p:nvPr/>
          </p:nvSpPr>
          <p:spPr>
            <a:xfrm>
              <a:off x="4947937" y="20378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t6573"/>
            <p:cNvSpPr/>
            <p:nvPr/>
          </p:nvSpPr>
          <p:spPr>
            <a:xfrm>
              <a:off x="5199379" y="24152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t6574"/>
            <p:cNvSpPr/>
            <p:nvPr/>
          </p:nvSpPr>
          <p:spPr>
            <a:xfrm>
              <a:off x="5000038" y="25030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t6575"/>
            <p:cNvSpPr/>
            <p:nvPr/>
          </p:nvSpPr>
          <p:spPr>
            <a:xfrm>
              <a:off x="5884464" y="19834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t6576"/>
            <p:cNvSpPr/>
            <p:nvPr/>
          </p:nvSpPr>
          <p:spPr>
            <a:xfrm>
              <a:off x="5334309" y="21065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t6577"/>
            <p:cNvSpPr/>
            <p:nvPr/>
          </p:nvSpPr>
          <p:spPr>
            <a:xfrm>
              <a:off x="5384766" y="21452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t6578"/>
            <p:cNvSpPr/>
            <p:nvPr/>
          </p:nvSpPr>
          <p:spPr>
            <a:xfrm>
              <a:off x="5734439" y="18250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t6579"/>
            <p:cNvSpPr/>
            <p:nvPr/>
          </p:nvSpPr>
          <p:spPr>
            <a:xfrm>
              <a:off x="5641092" y="20774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t6580"/>
            <p:cNvSpPr/>
            <p:nvPr/>
          </p:nvSpPr>
          <p:spPr>
            <a:xfrm>
              <a:off x="5601461" y="21576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t6581"/>
            <p:cNvSpPr/>
            <p:nvPr/>
          </p:nvSpPr>
          <p:spPr>
            <a:xfrm>
              <a:off x="5279633" y="22126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t6582"/>
            <p:cNvSpPr/>
            <p:nvPr/>
          </p:nvSpPr>
          <p:spPr>
            <a:xfrm>
              <a:off x="5469358" y="19168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t6583"/>
            <p:cNvSpPr/>
            <p:nvPr/>
          </p:nvSpPr>
          <p:spPr>
            <a:xfrm>
              <a:off x="5492698" y="20808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t6584"/>
            <p:cNvSpPr/>
            <p:nvPr/>
          </p:nvSpPr>
          <p:spPr>
            <a:xfrm>
              <a:off x="4814591" y="23980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t6585"/>
            <p:cNvSpPr/>
            <p:nvPr/>
          </p:nvSpPr>
          <p:spPr>
            <a:xfrm>
              <a:off x="5220381" y="21684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t6586"/>
            <p:cNvSpPr/>
            <p:nvPr/>
          </p:nvSpPr>
          <p:spPr>
            <a:xfrm>
              <a:off x="5653038" y="21013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t6587"/>
            <p:cNvSpPr/>
            <p:nvPr/>
          </p:nvSpPr>
          <p:spPr>
            <a:xfrm>
              <a:off x="5491133" y="21167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t6588"/>
            <p:cNvSpPr/>
            <p:nvPr/>
          </p:nvSpPr>
          <p:spPr>
            <a:xfrm>
              <a:off x="5477722" y="19508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t6589"/>
            <p:cNvSpPr/>
            <p:nvPr/>
          </p:nvSpPr>
          <p:spPr>
            <a:xfrm>
              <a:off x="5490050" y="20525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t6590"/>
            <p:cNvSpPr/>
            <p:nvPr/>
          </p:nvSpPr>
          <p:spPr>
            <a:xfrm>
              <a:off x="5511105" y="23072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t6591"/>
            <p:cNvSpPr/>
            <p:nvPr/>
          </p:nvSpPr>
          <p:spPr>
            <a:xfrm>
              <a:off x="5603631" y="18948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t6592"/>
            <p:cNvSpPr/>
            <p:nvPr/>
          </p:nvSpPr>
          <p:spPr>
            <a:xfrm>
              <a:off x="5693147" y="17309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t6593"/>
            <p:cNvSpPr/>
            <p:nvPr/>
          </p:nvSpPr>
          <p:spPr>
            <a:xfrm>
              <a:off x="5561942" y="22209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t6594"/>
            <p:cNvSpPr/>
            <p:nvPr/>
          </p:nvSpPr>
          <p:spPr>
            <a:xfrm>
              <a:off x="4987515" y="26483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t6595"/>
            <p:cNvSpPr/>
            <p:nvPr/>
          </p:nvSpPr>
          <p:spPr>
            <a:xfrm>
              <a:off x="5867842" y="19391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t6596"/>
            <p:cNvSpPr/>
            <p:nvPr/>
          </p:nvSpPr>
          <p:spPr>
            <a:xfrm>
              <a:off x="5382846" y="22111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t6597"/>
            <p:cNvSpPr/>
            <p:nvPr/>
          </p:nvSpPr>
          <p:spPr>
            <a:xfrm>
              <a:off x="5615494" y="22312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t6598"/>
            <p:cNvSpPr/>
            <p:nvPr/>
          </p:nvSpPr>
          <p:spPr>
            <a:xfrm>
              <a:off x="5051540" y="23265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t6599"/>
            <p:cNvSpPr/>
            <p:nvPr/>
          </p:nvSpPr>
          <p:spPr>
            <a:xfrm>
              <a:off x="5340417" y="22693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t6600"/>
            <p:cNvSpPr/>
            <p:nvPr/>
          </p:nvSpPr>
          <p:spPr>
            <a:xfrm>
              <a:off x="5127679" y="25436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t6601"/>
            <p:cNvSpPr/>
            <p:nvPr/>
          </p:nvSpPr>
          <p:spPr>
            <a:xfrm>
              <a:off x="5872877" y="17264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t6602"/>
            <p:cNvSpPr/>
            <p:nvPr/>
          </p:nvSpPr>
          <p:spPr>
            <a:xfrm>
              <a:off x="5281419" y="22866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t6603"/>
            <p:cNvSpPr/>
            <p:nvPr/>
          </p:nvSpPr>
          <p:spPr>
            <a:xfrm>
              <a:off x="5637374" y="21446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t6604"/>
            <p:cNvSpPr/>
            <p:nvPr/>
          </p:nvSpPr>
          <p:spPr>
            <a:xfrm>
              <a:off x="5340452" y="22392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t6605"/>
            <p:cNvSpPr/>
            <p:nvPr/>
          </p:nvSpPr>
          <p:spPr>
            <a:xfrm>
              <a:off x="5107137" y="18327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t6606"/>
            <p:cNvSpPr/>
            <p:nvPr/>
          </p:nvSpPr>
          <p:spPr>
            <a:xfrm>
              <a:off x="4908270" y="26777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t6607"/>
            <p:cNvSpPr/>
            <p:nvPr/>
          </p:nvSpPr>
          <p:spPr>
            <a:xfrm>
              <a:off x="5278327" y="21298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t6608"/>
            <p:cNvSpPr/>
            <p:nvPr/>
          </p:nvSpPr>
          <p:spPr>
            <a:xfrm>
              <a:off x="5331111" y="21616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t6609"/>
            <p:cNvSpPr/>
            <p:nvPr/>
          </p:nvSpPr>
          <p:spPr>
            <a:xfrm>
              <a:off x="5585807" y="22176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t6610"/>
            <p:cNvSpPr/>
            <p:nvPr/>
          </p:nvSpPr>
          <p:spPr>
            <a:xfrm>
              <a:off x="5360998" y="22439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t6611"/>
            <p:cNvSpPr/>
            <p:nvPr/>
          </p:nvSpPr>
          <p:spPr>
            <a:xfrm>
              <a:off x="5523763" y="21066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t6612"/>
            <p:cNvSpPr/>
            <p:nvPr/>
          </p:nvSpPr>
          <p:spPr>
            <a:xfrm>
              <a:off x="5330317" y="21726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t6613"/>
            <p:cNvSpPr/>
            <p:nvPr/>
          </p:nvSpPr>
          <p:spPr>
            <a:xfrm>
              <a:off x="5461450" y="21245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t6614"/>
            <p:cNvSpPr/>
            <p:nvPr/>
          </p:nvSpPr>
          <p:spPr>
            <a:xfrm>
              <a:off x="5682347" y="17773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t6615"/>
            <p:cNvSpPr/>
            <p:nvPr/>
          </p:nvSpPr>
          <p:spPr>
            <a:xfrm>
              <a:off x="5246595" y="22827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t6616"/>
            <p:cNvSpPr/>
            <p:nvPr/>
          </p:nvSpPr>
          <p:spPr>
            <a:xfrm>
              <a:off x="5146614" y="27330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t6617"/>
            <p:cNvSpPr/>
            <p:nvPr/>
          </p:nvSpPr>
          <p:spPr>
            <a:xfrm>
              <a:off x="5629472" y="20542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t6618"/>
            <p:cNvSpPr/>
            <p:nvPr/>
          </p:nvSpPr>
          <p:spPr>
            <a:xfrm>
              <a:off x="5390022" y="21125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t6619"/>
            <p:cNvSpPr/>
            <p:nvPr/>
          </p:nvSpPr>
          <p:spPr>
            <a:xfrm>
              <a:off x="5831130" y="1813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t6620"/>
            <p:cNvSpPr/>
            <p:nvPr/>
          </p:nvSpPr>
          <p:spPr>
            <a:xfrm>
              <a:off x="5510058" y="23577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t6621"/>
            <p:cNvSpPr/>
            <p:nvPr/>
          </p:nvSpPr>
          <p:spPr>
            <a:xfrm>
              <a:off x="5552593" y="23316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t6622"/>
            <p:cNvSpPr/>
            <p:nvPr/>
          </p:nvSpPr>
          <p:spPr>
            <a:xfrm>
              <a:off x="5385475" y="22109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t6623"/>
            <p:cNvSpPr/>
            <p:nvPr/>
          </p:nvSpPr>
          <p:spPr>
            <a:xfrm>
              <a:off x="5433614" y="21555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t6624"/>
            <p:cNvSpPr/>
            <p:nvPr/>
          </p:nvSpPr>
          <p:spPr>
            <a:xfrm>
              <a:off x="5812068" y="18088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t6625"/>
            <p:cNvSpPr/>
            <p:nvPr/>
          </p:nvSpPr>
          <p:spPr>
            <a:xfrm>
              <a:off x="5305779" y="20585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t6626"/>
            <p:cNvSpPr/>
            <p:nvPr/>
          </p:nvSpPr>
          <p:spPr>
            <a:xfrm>
              <a:off x="4896362" y="29077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t6627"/>
            <p:cNvSpPr/>
            <p:nvPr/>
          </p:nvSpPr>
          <p:spPr>
            <a:xfrm>
              <a:off x="5075422" y="24095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t6628"/>
            <p:cNvSpPr/>
            <p:nvPr/>
          </p:nvSpPr>
          <p:spPr>
            <a:xfrm>
              <a:off x="5271465" y="22411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t6629"/>
            <p:cNvSpPr/>
            <p:nvPr/>
          </p:nvSpPr>
          <p:spPr>
            <a:xfrm>
              <a:off x="5391322" y="21975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t6630"/>
            <p:cNvSpPr/>
            <p:nvPr/>
          </p:nvSpPr>
          <p:spPr>
            <a:xfrm>
              <a:off x="5295973" y="22286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t6631"/>
            <p:cNvSpPr/>
            <p:nvPr/>
          </p:nvSpPr>
          <p:spPr>
            <a:xfrm>
              <a:off x="5311638" y="21418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t6632"/>
            <p:cNvSpPr/>
            <p:nvPr/>
          </p:nvSpPr>
          <p:spPr>
            <a:xfrm>
              <a:off x="5612671" y="20576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t6633"/>
            <p:cNvSpPr/>
            <p:nvPr/>
          </p:nvSpPr>
          <p:spPr>
            <a:xfrm>
              <a:off x="5654402" y="20320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t6634"/>
            <p:cNvSpPr/>
            <p:nvPr/>
          </p:nvSpPr>
          <p:spPr>
            <a:xfrm>
              <a:off x="5227250" y="20639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t6635"/>
            <p:cNvSpPr/>
            <p:nvPr/>
          </p:nvSpPr>
          <p:spPr>
            <a:xfrm>
              <a:off x="5351146" y="21978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t6636"/>
            <p:cNvSpPr/>
            <p:nvPr/>
          </p:nvSpPr>
          <p:spPr>
            <a:xfrm>
              <a:off x="5464736" y="19501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t6637"/>
            <p:cNvSpPr/>
            <p:nvPr/>
          </p:nvSpPr>
          <p:spPr>
            <a:xfrm>
              <a:off x="5294202" y="21623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t6638"/>
            <p:cNvSpPr/>
            <p:nvPr/>
          </p:nvSpPr>
          <p:spPr>
            <a:xfrm>
              <a:off x="5303950" y="22727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t6639"/>
            <p:cNvSpPr/>
            <p:nvPr/>
          </p:nvSpPr>
          <p:spPr>
            <a:xfrm>
              <a:off x="5499451" y="22150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t6640"/>
            <p:cNvSpPr/>
            <p:nvPr/>
          </p:nvSpPr>
          <p:spPr>
            <a:xfrm>
              <a:off x="4865143" y="27422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t6641"/>
            <p:cNvSpPr/>
            <p:nvPr/>
          </p:nvSpPr>
          <p:spPr>
            <a:xfrm>
              <a:off x="5633059" y="19964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t6642"/>
            <p:cNvSpPr/>
            <p:nvPr/>
          </p:nvSpPr>
          <p:spPr>
            <a:xfrm>
              <a:off x="5452218" y="21627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t6643"/>
            <p:cNvSpPr/>
            <p:nvPr/>
          </p:nvSpPr>
          <p:spPr>
            <a:xfrm>
              <a:off x="5475991" y="19840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t6644"/>
            <p:cNvSpPr/>
            <p:nvPr/>
          </p:nvSpPr>
          <p:spPr>
            <a:xfrm>
              <a:off x="5552986" y="21604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t6645"/>
            <p:cNvSpPr/>
            <p:nvPr/>
          </p:nvSpPr>
          <p:spPr>
            <a:xfrm>
              <a:off x="5610379" y="20058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t6646"/>
            <p:cNvSpPr/>
            <p:nvPr/>
          </p:nvSpPr>
          <p:spPr>
            <a:xfrm>
              <a:off x="4795096" y="24131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t6647"/>
            <p:cNvSpPr/>
            <p:nvPr/>
          </p:nvSpPr>
          <p:spPr>
            <a:xfrm>
              <a:off x="5575869" y="22287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t6648"/>
            <p:cNvSpPr/>
            <p:nvPr/>
          </p:nvSpPr>
          <p:spPr>
            <a:xfrm>
              <a:off x="5292614" y="21459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t6649"/>
            <p:cNvSpPr/>
            <p:nvPr/>
          </p:nvSpPr>
          <p:spPr>
            <a:xfrm>
              <a:off x="5611923" y="21261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t6650"/>
            <p:cNvSpPr/>
            <p:nvPr/>
          </p:nvSpPr>
          <p:spPr>
            <a:xfrm>
              <a:off x="5576719" y="22484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t6651"/>
            <p:cNvSpPr/>
            <p:nvPr/>
          </p:nvSpPr>
          <p:spPr>
            <a:xfrm>
              <a:off x="5612779" y="21002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t6652"/>
            <p:cNvSpPr/>
            <p:nvPr/>
          </p:nvSpPr>
          <p:spPr>
            <a:xfrm>
              <a:off x="5552462" y="22452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t6653"/>
            <p:cNvSpPr/>
            <p:nvPr/>
          </p:nvSpPr>
          <p:spPr>
            <a:xfrm>
              <a:off x="5755420" y="18417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t6654"/>
            <p:cNvSpPr/>
            <p:nvPr/>
          </p:nvSpPr>
          <p:spPr>
            <a:xfrm>
              <a:off x="5422977" y="20353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t6655"/>
            <p:cNvSpPr/>
            <p:nvPr/>
          </p:nvSpPr>
          <p:spPr>
            <a:xfrm>
              <a:off x="5455637" y="21861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t6656"/>
            <p:cNvSpPr/>
            <p:nvPr/>
          </p:nvSpPr>
          <p:spPr>
            <a:xfrm>
              <a:off x="5779114" y="17898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t6657"/>
            <p:cNvSpPr/>
            <p:nvPr/>
          </p:nvSpPr>
          <p:spPr>
            <a:xfrm>
              <a:off x="5621200" y="19352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t6658"/>
            <p:cNvSpPr/>
            <p:nvPr/>
          </p:nvSpPr>
          <p:spPr>
            <a:xfrm>
              <a:off x="5751886" y="1834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t6659"/>
            <p:cNvSpPr/>
            <p:nvPr/>
          </p:nvSpPr>
          <p:spPr>
            <a:xfrm>
              <a:off x="5957598" y="18201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t6660"/>
            <p:cNvSpPr/>
            <p:nvPr/>
          </p:nvSpPr>
          <p:spPr>
            <a:xfrm>
              <a:off x="5290606" y="22437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t6661"/>
            <p:cNvSpPr/>
            <p:nvPr/>
          </p:nvSpPr>
          <p:spPr>
            <a:xfrm>
              <a:off x="5333469" y="20856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t6662"/>
            <p:cNvSpPr/>
            <p:nvPr/>
          </p:nvSpPr>
          <p:spPr>
            <a:xfrm>
              <a:off x="5411312" y="21106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t6663"/>
            <p:cNvSpPr/>
            <p:nvPr/>
          </p:nvSpPr>
          <p:spPr>
            <a:xfrm>
              <a:off x="5704416" y="19842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t6664"/>
            <p:cNvSpPr/>
            <p:nvPr/>
          </p:nvSpPr>
          <p:spPr>
            <a:xfrm>
              <a:off x="5530308" y="21571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t6665"/>
            <p:cNvSpPr/>
            <p:nvPr/>
          </p:nvSpPr>
          <p:spPr>
            <a:xfrm>
              <a:off x="5437380" y="21687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t6666"/>
            <p:cNvSpPr/>
            <p:nvPr/>
          </p:nvSpPr>
          <p:spPr>
            <a:xfrm>
              <a:off x="5615530" y="1992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t6667"/>
            <p:cNvSpPr/>
            <p:nvPr/>
          </p:nvSpPr>
          <p:spPr>
            <a:xfrm>
              <a:off x="5388220" y="21415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t6668"/>
            <p:cNvSpPr/>
            <p:nvPr/>
          </p:nvSpPr>
          <p:spPr>
            <a:xfrm>
              <a:off x="5402003" y="22161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t6669"/>
            <p:cNvSpPr/>
            <p:nvPr/>
          </p:nvSpPr>
          <p:spPr>
            <a:xfrm>
              <a:off x="5058762" y="24575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t6670"/>
            <p:cNvSpPr/>
            <p:nvPr/>
          </p:nvSpPr>
          <p:spPr>
            <a:xfrm>
              <a:off x="5416134" y="22325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t6671"/>
            <p:cNvSpPr/>
            <p:nvPr/>
          </p:nvSpPr>
          <p:spPr>
            <a:xfrm>
              <a:off x="5500727" y="20937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t6672"/>
            <p:cNvSpPr/>
            <p:nvPr/>
          </p:nvSpPr>
          <p:spPr>
            <a:xfrm>
              <a:off x="5629302" y="21076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t6673"/>
            <p:cNvSpPr/>
            <p:nvPr/>
          </p:nvSpPr>
          <p:spPr>
            <a:xfrm>
              <a:off x="5500883" y="21915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t6674"/>
            <p:cNvSpPr/>
            <p:nvPr/>
          </p:nvSpPr>
          <p:spPr>
            <a:xfrm>
              <a:off x="5255212" y="20883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t6675"/>
            <p:cNvSpPr/>
            <p:nvPr/>
          </p:nvSpPr>
          <p:spPr>
            <a:xfrm>
              <a:off x="5708106" y="19548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t6676"/>
            <p:cNvSpPr/>
            <p:nvPr/>
          </p:nvSpPr>
          <p:spPr>
            <a:xfrm>
              <a:off x="4967448" y="19052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t6677"/>
            <p:cNvSpPr/>
            <p:nvPr/>
          </p:nvSpPr>
          <p:spPr>
            <a:xfrm>
              <a:off x="4860596" y="26348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t6678"/>
            <p:cNvSpPr/>
            <p:nvPr/>
          </p:nvSpPr>
          <p:spPr>
            <a:xfrm>
              <a:off x="5132981" y="27362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t6679"/>
            <p:cNvSpPr/>
            <p:nvPr/>
          </p:nvSpPr>
          <p:spPr>
            <a:xfrm>
              <a:off x="5284151" y="22779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t6680"/>
            <p:cNvSpPr/>
            <p:nvPr/>
          </p:nvSpPr>
          <p:spPr>
            <a:xfrm>
              <a:off x="5456991" y="22528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t6681"/>
            <p:cNvSpPr/>
            <p:nvPr/>
          </p:nvSpPr>
          <p:spPr>
            <a:xfrm>
              <a:off x="5807166" y="1715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t6682"/>
            <p:cNvSpPr/>
            <p:nvPr/>
          </p:nvSpPr>
          <p:spPr>
            <a:xfrm>
              <a:off x="4998316" y="23544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t6683"/>
            <p:cNvSpPr/>
            <p:nvPr/>
          </p:nvSpPr>
          <p:spPr>
            <a:xfrm>
              <a:off x="5241060" y="21671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t6684"/>
            <p:cNvSpPr/>
            <p:nvPr/>
          </p:nvSpPr>
          <p:spPr>
            <a:xfrm>
              <a:off x="5338499" y="20913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t6685"/>
            <p:cNvSpPr/>
            <p:nvPr/>
          </p:nvSpPr>
          <p:spPr>
            <a:xfrm>
              <a:off x="5368018" y="22112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t6686"/>
            <p:cNvSpPr/>
            <p:nvPr/>
          </p:nvSpPr>
          <p:spPr>
            <a:xfrm>
              <a:off x="5317689" y="20766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t6687"/>
            <p:cNvSpPr/>
            <p:nvPr/>
          </p:nvSpPr>
          <p:spPr>
            <a:xfrm>
              <a:off x="5358448" y="21805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t6688"/>
            <p:cNvSpPr/>
            <p:nvPr/>
          </p:nvSpPr>
          <p:spPr>
            <a:xfrm>
              <a:off x="5197770" y="21391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t6689"/>
            <p:cNvSpPr/>
            <p:nvPr/>
          </p:nvSpPr>
          <p:spPr>
            <a:xfrm>
              <a:off x="5003224" y="2929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t6690"/>
            <p:cNvSpPr/>
            <p:nvPr/>
          </p:nvSpPr>
          <p:spPr>
            <a:xfrm>
              <a:off x="5140743" y="27013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t6691"/>
            <p:cNvSpPr/>
            <p:nvPr/>
          </p:nvSpPr>
          <p:spPr>
            <a:xfrm>
              <a:off x="5157005" y="26120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t6692"/>
            <p:cNvSpPr/>
            <p:nvPr/>
          </p:nvSpPr>
          <p:spPr>
            <a:xfrm>
              <a:off x="5654614" y="19862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t6693"/>
            <p:cNvSpPr/>
            <p:nvPr/>
          </p:nvSpPr>
          <p:spPr>
            <a:xfrm>
              <a:off x="5459630" y="2130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t6694"/>
            <p:cNvSpPr/>
            <p:nvPr/>
          </p:nvSpPr>
          <p:spPr>
            <a:xfrm>
              <a:off x="5699115" y="19597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t6695"/>
            <p:cNvSpPr/>
            <p:nvPr/>
          </p:nvSpPr>
          <p:spPr>
            <a:xfrm>
              <a:off x="5361892" y="22423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t6696"/>
            <p:cNvSpPr/>
            <p:nvPr/>
          </p:nvSpPr>
          <p:spPr>
            <a:xfrm>
              <a:off x="5395289" y="21795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t6697"/>
            <p:cNvSpPr/>
            <p:nvPr/>
          </p:nvSpPr>
          <p:spPr>
            <a:xfrm>
              <a:off x="5444003" y="22652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t6698"/>
            <p:cNvSpPr/>
            <p:nvPr/>
          </p:nvSpPr>
          <p:spPr>
            <a:xfrm>
              <a:off x="5278695" y="22318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t6699"/>
            <p:cNvSpPr/>
            <p:nvPr/>
          </p:nvSpPr>
          <p:spPr>
            <a:xfrm>
              <a:off x="5201333" y="24086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t6700"/>
            <p:cNvSpPr/>
            <p:nvPr/>
          </p:nvSpPr>
          <p:spPr>
            <a:xfrm>
              <a:off x="5315839" y="21195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t6701"/>
            <p:cNvSpPr/>
            <p:nvPr/>
          </p:nvSpPr>
          <p:spPr>
            <a:xfrm>
              <a:off x="5146000" y="25982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t6702"/>
            <p:cNvSpPr/>
            <p:nvPr/>
          </p:nvSpPr>
          <p:spPr>
            <a:xfrm>
              <a:off x="5309237" y="20899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t6703"/>
            <p:cNvSpPr/>
            <p:nvPr/>
          </p:nvSpPr>
          <p:spPr>
            <a:xfrm>
              <a:off x="5577933" y="2242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t6704"/>
            <p:cNvSpPr/>
            <p:nvPr/>
          </p:nvSpPr>
          <p:spPr>
            <a:xfrm>
              <a:off x="5329285" y="22253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t6705"/>
            <p:cNvSpPr/>
            <p:nvPr/>
          </p:nvSpPr>
          <p:spPr>
            <a:xfrm>
              <a:off x="5781654" y="19675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t6706"/>
            <p:cNvSpPr/>
            <p:nvPr/>
          </p:nvSpPr>
          <p:spPr>
            <a:xfrm>
              <a:off x="5331141" y="22215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t6707"/>
            <p:cNvSpPr/>
            <p:nvPr/>
          </p:nvSpPr>
          <p:spPr>
            <a:xfrm>
              <a:off x="5634758" y="21613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t6708"/>
            <p:cNvSpPr/>
            <p:nvPr/>
          </p:nvSpPr>
          <p:spPr>
            <a:xfrm>
              <a:off x="5580947" y="23502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t6709"/>
            <p:cNvSpPr/>
            <p:nvPr/>
          </p:nvSpPr>
          <p:spPr>
            <a:xfrm>
              <a:off x="5444727" y="23061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t6710"/>
            <p:cNvSpPr/>
            <p:nvPr/>
          </p:nvSpPr>
          <p:spPr>
            <a:xfrm>
              <a:off x="5454413" y="2242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t6711"/>
            <p:cNvSpPr/>
            <p:nvPr/>
          </p:nvSpPr>
          <p:spPr>
            <a:xfrm>
              <a:off x="5073937" y="24235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t6712"/>
            <p:cNvSpPr/>
            <p:nvPr/>
          </p:nvSpPr>
          <p:spPr>
            <a:xfrm>
              <a:off x="5703248" y="18909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t6713"/>
            <p:cNvSpPr/>
            <p:nvPr/>
          </p:nvSpPr>
          <p:spPr>
            <a:xfrm>
              <a:off x="5423172" y="2193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t6714"/>
            <p:cNvSpPr/>
            <p:nvPr/>
          </p:nvSpPr>
          <p:spPr>
            <a:xfrm>
              <a:off x="5385613" y="21157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t6715"/>
            <p:cNvSpPr/>
            <p:nvPr/>
          </p:nvSpPr>
          <p:spPr>
            <a:xfrm>
              <a:off x="5410253" y="22445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t6716"/>
            <p:cNvSpPr/>
            <p:nvPr/>
          </p:nvSpPr>
          <p:spPr>
            <a:xfrm>
              <a:off x="5349011" y="22497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t6717"/>
            <p:cNvSpPr/>
            <p:nvPr/>
          </p:nvSpPr>
          <p:spPr>
            <a:xfrm>
              <a:off x="5168025" y="27760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t6718"/>
            <p:cNvSpPr/>
            <p:nvPr/>
          </p:nvSpPr>
          <p:spPr>
            <a:xfrm>
              <a:off x="5175423" y="25103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t6719"/>
            <p:cNvSpPr/>
            <p:nvPr/>
          </p:nvSpPr>
          <p:spPr>
            <a:xfrm>
              <a:off x="5262802" y="21764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t6720"/>
            <p:cNvSpPr/>
            <p:nvPr/>
          </p:nvSpPr>
          <p:spPr>
            <a:xfrm>
              <a:off x="5666381" y="20284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t6721"/>
            <p:cNvSpPr/>
            <p:nvPr/>
          </p:nvSpPr>
          <p:spPr>
            <a:xfrm>
              <a:off x="5346728" y="22102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t6722"/>
            <p:cNvSpPr/>
            <p:nvPr/>
          </p:nvSpPr>
          <p:spPr>
            <a:xfrm>
              <a:off x="5258761" y="21675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t6723"/>
            <p:cNvSpPr/>
            <p:nvPr/>
          </p:nvSpPr>
          <p:spPr>
            <a:xfrm>
              <a:off x="5391848" y="2101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t6724"/>
            <p:cNvSpPr/>
            <p:nvPr/>
          </p:nvSpPr>
          <p:spPr>
            <a:xfrm>
              <a:off x="5721247" y="19206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t6725"/>
            <p:cNvSpPr/>
            <p:nvPr/>
          </p:nvSpPr>
          <p:spPr>
            <a:xfrm>
              <a:off x="5539524" y="21183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t6726"/>
            <p:cNvSpPr/>
            <p:nvPr/>
          </p:nvSpPr>
          <p:spPr>
            <a:xfrm>
              <a:off x="5624116" y="19287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t6727"/>
            <p:cNvSpPr/>
            <p:nvPr/>
          </p:nvSpPr>
          <p:spPr>
            <a:xfrm>
              <a:off x="5406980" y="22373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t6728"/>
            <p:cNvSpPr/>
            <p:nvPr/>
          </p:nvSpPr>
          <p:spPr>
            <a:xfrm>
              <a:off x="5132486" y="25455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t6729"/>
            <p:cNvSpPr/>
            <p:nvPr/>
          </p:nvSpPr>
          <p:spPr>
            <a:xfrm>
              <a:off x="5278756" y="22346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t6730"/>
            <p:cNvSpPr/>
            <p:nvPr/>
          </p:nvSpPr>
          <p:spPr>
            <a:xfrm>
              <a:off x="5087515" y="25358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t6731"/>
            <p:cNvSpPr/>
            <p:nvPr/>
          </p:nvSpPr>
          <p:spPr>
            <a:xfrm>
              <a:off x="5534852" y="22712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t6732"/>
            <p:cNvSpPr/>
            <p:nvPr/>
          </p:nvSpPr>
          <p:spPr>
            <a:xfrm>
              <a:off x="5311688" y="22514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t6733"/>
            <p:cNvSpPr/>
            <p:nvPr/>
          </p:nvSpPr>
          <p:spPr>
            <a:xfrm>
              <a:off x="5088251" y="24304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t6734"/>
            <p:cNvSpPr/>
            <p:nvPr/>
          </p:nvSpPr>
          <p:spPr>
            <a:xfrm>
              <a:off x="5419550" y="21528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t6735"/>
            <p:cNvSpPr/>
            <p:nvPr/>
          </p:nvSpPr>
          <p:spPr>
            <a:xfrm>
              <a:off x="5206462" y="22871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t6736"/>
            <p:cNvSpPr/>
            <p:nvPr/>
          </p:nvSpPr>
          <p:spPr>
            <a:xfrm>
              <a:off x="5554004" y="22535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t6737"/>
            <p:cNvSpPr/>
            <p:nvPr/>
          </p:nvSpPr>
          <p:spPr>
            <a:xfrm>
              <a:off x="5375479" y="22661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t6738"/>
            <p:cNvSpPr/>
            <p:nvPr/>
          </p:nvSpPr>
          <p:spPr>
            <a:xfrm>
              <a:off x="5358424" y="22475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t6739"/>
            <p:cNvSpPr/>
            <p:nvPr/>
          </p:nvSpPr>
          <p:spPr>
            <a:xfrm>
              <a:off x="5041697" y="21284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t6740"/>
            <p:cNvSpPr/>
            <p:nvPr/>
          </p:nvSpPr>
          <p:spPr>
            <a:xfrm>
              <a:off x="5465188" y="18703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t6741"/>
            <p:cNvSpPr/>
            <p:nvPr/>
          </p:nvSpPr>
          <p:spPr>
            <a:xfrm>
              <a:off x="5395345" y="21641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t6742"/>
            <p:cNvSpPr/>
            <p:nvPr/>
          </p:nvSpPr>
          <p:spPr>
            <a:xfrm>
              <a:off x="5797200" y="18976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t6743"/>
            <p:cNvSpPr/>
            <p:nvPr/>
          </p:nvSpPr>
          <p:spPr>
            <a:xfrm>
              <a:off x="5780049" y="20063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t6744"/>
            <p:cNvSpPr/>
            <p:nvPr/>
          </p:nvSpPr>
          <p:spPr>
            <a:xfrm>
              <a:off x="5180636" y="2538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t6745"/>
            <p:cNvSpPr/>
            <p:nvPr/>
          </p:nvSpPr>
          <p:spPr>
            <a:xfrm>
              <a:off x="5318937" y="21678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t6746"/>
            <p:cNvSpPr/>
            <p:nvPr/>
          </p:nvSpPr>
          <p:spPr>
            <a:xfrm>
              <a:off x="4987298" y="28039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t6747"/>
            <p:cNvSpPr/>
            <p:nvPr/>
          </p:nvSpPr>
          <p:spPr>
            <a:xfrm>
              <a:off x="5146636" y="27146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t6748"/>
            <p:cNvSpPr/>
            <p:nvPr/>
          </p:nvSpPr>
          <p:spPr>
            <a:xfrm>
              <a:off x="5538442" y="21269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t6749"/>
            <p:cNvSpPr/>
            <p:nvPr/>
          </p:nvSpPr>
          <p:spPr>
            <a:xfrm>
              <a:off x="5249605" y="18840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t6750"/>
            <p:cNvSpPr/>
            <p:nvPr/>
          </p:nvSpPr>
          <p:spPr>
            <a:xfrm>
              <a:off x="5746708" y="1918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t6751"/>
            <p:cNvSpPr/>
            <p:nvPr/>
          </p:nvSpPr>
          <p:spPr>
            <a:xfrm>
              <a:off x="5429717" y="22365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t6752"/>
            <p:cNvSpPr/>
            <p:nvPr/>
          </p:nvSpPr>
          <p:spPr>
            <a:xfrm>
              <a:off x="5117053" y="23561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t6753"/>
            <p:cNvSpPr/>
            <p:nvPr/>
          </p:nvSpPr>
          <p:spPr>
            <a:xfrm>
              <a:off x="5300820" y="22896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t6754"/>
            <p:cNvSpPr/>
            <p:nvPr/>
          </p:nvSpPr>
          <p:spPr>
            <a:xfrm>
              <a:off x="5529051" y="20795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t6755"/>
            <p:cNvSpPr/>
            <p:nvPr/>
          </p:nvSpPr>
          <p:spPr>
            <a:xfrm>
              <a:off x="5145355" y="26061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t6756"/>
            <p:cNvSpPr/>
            <p:nvPr/>
          </p:nvSpPr>
          <p:spPr>
            <a:xfrm>
              <a:off x="5401016" y="21457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t6757"/>
            <p:cNvSpPr/>
            <p:nvPr/>
          </p:nvSpPr>
          <p:spPr>
            <a:xfrm>
              <a:off x="5354857" y="21674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t6758"/>
            <p:cNvSpPr/>
            <p:nvPr/>
          </p:nvSpPr>
          <p:spPr>
            <a:xfrm>
              <a:off x="5346334" y="2181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t6759"/>
            <p:cNvSpPr/>
            <p:nvPr/>
          </p:nvSpPr>
          <p:spPr>
            <a:xfrm>
              <a:off x="5776902" y="19780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t6760"/>
            <p:cNvSpPr/>
            <p:nvPr/>
          </p:nvSpPr>
          <p:spPr>
            <a:xfrm>
              <a:off x="5973855" y="19772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t6761"/>
            <p:cNvSpPr/>
            <p:nvPr/>
          </p:nvSpPr>
          <p:spPr>
            <a:xfrm>
              <a:off x="5029448" y="22133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t6762"/>
            <p:cNvSpPr/>
            <p:nvPr/>
          </p:nvSpPr>
          <p:spPr>
            <a:xfrm>
              <a:off x="5747351" y="19641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t6763"/>
            <p:cNvSpPr/>
            <p:nvPr/>
          </p:nvSpPr>
          <p:spPr>
            <a:xfrm>
              <a:off x="5524034" y="21439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t6764"/>
            <p:cNvSpPr/>
            <p:nvPr/>
          </p:nvSpPr>
          <p:spPr>
            <a:xfrm>
              <a:off x="5223887" y="21839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t6765"/>
            <p:cNvSpPr/>
            <p:nvPr/>
          </p:nvSpPr>
          <p:spPr>
            <a:xfrm>
              <a:off x="5565039" y="21723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t6766"/>
            <p:cNvSpPr/>
            <p:nvPr/>
          </p:nvSpPr>
          <p:spPr>
            <a:xfrm>
              <a:off x="5484989" y="19827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t6767"/>
            <p:cNvSpPr/>
            <p:nvPr/>
          </p:nvSpPr>
          <p:spPr>
            <a:xfrm>
              <a:off x="5664521" y="19899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t6768"/>
            <p:cNvSpPr/>
            <p:nvPr/>
          </p:nvSpPr>
          <p:spPr>
            <a:xfrm>
              <a:off x="5171238" y="28117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t6769"/>
            <p:cNvSpPr/>
            <p:nvPr/>
          </p:nvSpPr>
          <p:spPr>
            <a:xfrm>
              <a:off x="5663015" y="20312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t6770"/>
            <p:cNvSpPr/>
            <p:nvPr/>
          </p:nvSpPr>
          <p:spPr>
            <a:xfrm>
              <a:off x="5541433" y="22200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t6771"/>
            <p:cNvSpPr/>
            <p:nvPr/>
          </p:nvSpPr>
          <p:spPr>
            <a:xfrm>
              <a:off x="4960426" y="17278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t6772"/>
            <p:cNvSpPr/>
            <p:nvPr/>
          </p:nvSpPr>
          <p:spPr>
            <a:xfrm>
              <a:off x="5423365" y="22435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t6773"/>
            <p:cNvSpPr/>
            <p:nvPr/>
          </p:nvSpPr>
          <p:spPr>
            <a:xfrm>
              <a:off x="4902930" y="29845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t6774"/>
            <p:cNvSpPr/>
            <p:nvPr/>
          </p:nvSpPr>
          <p:spPr>
            <a:xfrm>
              <a:off x="5094481" y="21813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t6775"/>
            <p:cNvSpPr/>
            <p:nvPr/>
          </p:nvSpPr>
          <p:spPr>
            <a:xfrm>
              <a:off x="4958923" y="2105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t6776"/>
            <p:cNvSpPr/>
            <p:nvPr/>
          </p:nvSpPr>
          <p:spPr>
            <a:xfrm>
              <a:off x="5744384" y="19819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t6777"/>
            <p:cNvSpPr/>
            <p:nvPr/>
          </p:nvSpPr>
          <p:spPr>
            <a:xfrm>
              <a:off x="5372406" y="21808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t6778"/>
            <p:cNvSpPr/>
            <p:nvPr/>
          </p:nvSpPr>
          <p:spPr>
            <a:xfrm>
              <a:off x="5276715" y="21636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t6779"/>
            <p:cNvSpPr/>
            <p:nvPr/>
          </p:nvSpPr>
          <p:spPr>
            <a:xfrm>
              <a:off x="5478479" y="19906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t6780"/>
            <p:cNvSpPr/>
            <p:nvPr/>
          </p:nvSpPr>
          <p:spPr>
            <a:xfrm>
              <a:off x="5696119" y="20921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t6781"/>
            <p:cNvSpPr/>
            <p:nvPr/>
          </p:nvSpPr>
          <p:spPr>
            <a:xfrm>
              <a:off x="5765882" y="19724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t6782"/>
            <p:cNvSpPr/>
            <p:nvPr/>
          </p:nvSpPr>
          <p:spPr>
            <a:xfrm>
              <a:off x="5082179" y="25770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t6783"/>
            <p:cNvSpPr/>
            <p:nvPr/>
          </p:nvSpPr>
          <p:spPr>
            <a:xfrm>
              <a:off x="5754541" y="19595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t6784"/>
            <p:cNvSpPr/>
            <p:nvPr/>
          </p:nvSpPr>
          <p:spPr>
            <a:xfrm>
              <a:off x="5627114" y="18618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t6785"/>
            <p:cNvSpPr/>
            <p:nvPr/>
          </p:nvSpPr>
          <p:spPr>
            <a:xfrm>
              <a:off x="4952210" y="1835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t6786"/>
            <p:cNvSpPr/>
            <p:nvPr/>
          </p:nvSpPr>
          <p:spPr>
            <a:xfrm>
              <a:off x="5978752" y="21390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t6787"/>
            <p:cNvSpPr/>
            <p:nvPr/>
          </p:nvSpPr>
          <p:spPr>
            <a:xfrm>
              <a:off x="5406743" y="21861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t6788"/>
            <p:cNvSpPr/>
            <p:nvPr/>
          </p:nvSpPr>
          <p:spPr>
            <a:xfrm>
              <a:off x="5316304" y="21556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t6789"/>
            <p:cNvSpPr/>
            <p:nvPr/>
          </p:nvSpPr>
          <p:spPr>
            <a:xfrm>
              <a:off x="5266074" y="22591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t6790"/>
            <p:cNvSpPr/>
            <p:nvPr/>
          </p:nvSpPr>
          <p:spPr>
            <a:xfrm>
              <a:off x="5242035" y="21505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t6791"/>
            <p:cNvSpPr/>
            <p:nvPr/>
          </p:nvSpPr>
          <p:spPr>
            <a:xfrm>
              <a:off x="5388796" y="21128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t6792"/>
            <p:cNvSpPr/>
            <p:nvPr/>
          </p:nvSpPr>
          <p:spPr>
            <a:xfrm>
              <a:off x="5438199" y="2052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t6793"/>
            <p:cNvSpPr/>
            <p:nvPr/>
          </p:nvSpPr>
          <p:spPr>
            <a:xfrm>
              <a:off x="5655126" y="20948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t6794"/>
            <p:cNvSpPr/>
            <p:nvPr/>
          </p:nvSpPr>
          <p:spPr>
            <a:xfrm>
              <a:off x="5260571" y="21511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t6795"/>
            <p:cNvSpPr/>
            <p:nvPr/>
          </p:nvSpPr>
          <p:spPr>
            <a:xfrm>
              <a:off x="5113813" y="21962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t6796"/>
            <p:cNvSpPr/>
            <p:nvPr/>
          </p:nvSpPr>
          <p:spPr>
            <a:xfrm>
              <a:off x="5793502" y="1897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t6797"/>
            <p:cNvSpPr/>
            <p:nvPr/>
          </p:nvSpPr>
          <p:spPr>
            <a:xfrm>
              <a:off x="5365348" y="22039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t6798"/>
            <p:cNvSpPr/>
            <p:nvPr/>
          </p:nvSpPr>
          <p:spPr>
            <a:xfrm>
              <a:off x="5287635" y="21334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t6799"/>
            <p:cNvSpPr/>
            <p:nvPr/>
          </p:nvSpPr>
          <p:spPr>
            <a:xfrm>
              <a:off x="5089529" y="24783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t6800"/>
            <p:cNvSpPr/>
            <p:nvPr/>
          </p:nvSpPr>
          <p:spPr>
            <a:xfrm>
              <a:off x="5646711" y="19377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t6801"/>
            <p:cNvSpPr/>
            <p:nvPr/>
          </p:nvSpPr>
          <p:spPr>
            <a:xfrm>
              <a:off x="5924050" y="16202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t6802"/>
            <p:cNvSpPr/>
            <p:nvPr/>
          </p:nvSpPr>
          <p:spPr>
            <a:xfrm>
              <a:off x="5602269" y="20278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t6803"/>
            <p:cNvSpPr/>
            <p:nvPr/>
          </p:nvSpPr>
          <p:spPr>
            <a:xfrm>
              <a:off x="5678174" y="18014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t6804"/>
            <p:cNvSpPr/>
            <p:nvPr/>
          </p:nvSpPr>
          <p:spPr>
            <a:xfrm>
              <a:off x="5733406" y="21048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t6805"/>
            <p:cNvSpPr/>
            <p:nvPr/>
          </p:nvSpPr>
          <p:spPr>
            <a:xfrm>
              <a:off x="5373650" y="22562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t6806"/>
            <p:cNvSpPr/>
            <p:nvPr/>
          </p:nvSpPr>
          <p:spPr>
            <a:xfrm>
              <a:off x="5465495" y="21109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t6807"/>
            <p:cNvSpPr/>
            <p:nvPr/>
          </p:nvSpPr>
          <p:spPr>
            <a:xfrm>
              <a:off x="5694005" y="20547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t6808"/>
            <p:cNvSpPr/>
            <p:nvPr/>
          </p:nvSpPr>
          <p:spPr>
            <a:xfrm>
              <a:off x="5591084" y="20677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t6809"/>
            <p:cNvSpPr/>
            <p:nvPr/>
          </p:nvSpPr>
          <p:spPr>
            <a:xfrm>
              <a:off x="5368383" y="21955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t6810"/>
            <p:cNvSpPr/>
            <p:nvPr/>
          </p:nvSpPr>
          <p:spPr>
            <a:xfrm>
              <a:off x="5476759" y="19283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t6811"/>
            <p:cNvSpPr/>
            <p:nvPr/>
          </p:nvSpPr>
          <p:spPr>
            <a:xfrm>
              <a:off x="5613961" y="19860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t6812"/>
            <p:cNvSpPr/>
            <p:nvPr/>
          </p:nvSpPr>
          <p:spPr>
            <a:xfrm>
              <a:off x="5154021" y="26525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t6813"/>
            <p:cNvSpPr/>
            <p:nvPr/>
          </p:nvSpPr>
          <p:spPr>
            <a:xfrm>
              <a:off x="5629159" y="21623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t6814"/>
            <p:cNvSpPr/>
            <p:nvPr/>
          </p:nvSpPr>
          <p:spPr>
            <a:xfrm>
              <a:off x="5449838" y="22945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t6815"/>
            <p:cNvSpPr/>
            <p:nvPr/>
          </p:nvSpPr>
          <p:spPr>
            <a:xfrm>
              <a:off x="5090341" y="26101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t6816"/>
            <p:cNvSpPr/>
            <p:nvPr/>
          </p:nvSpPr>
          <p:spPr>
            <a:xfrm>
              <a:off x="5184457" y="25076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t6817"/>
            <p:cNvSpPr/>
            <p:nvPr/>
          </p:nvSpPr>
          <p:spPr>
            <a:xfrm>
              <a:off x="5716543" y="19991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t6818"/>
            <p:cNvSpPr/>
            <p:nvPr/>
          </p:nvSpPr>
          <p:spPr>
            <a:xfrm>
              <a:off x="5772533" y="20178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t6819"/>
            <p:cNvSpPr/>
            <p:nvPr/>
          </p:nvSpPr>
          <p:spPr>
            <a:xfrm>
              <a:off x="5471190" y="19154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t6820"/>
            <p:cNvSpPr/>
            <p:nvPr/>
          </p:nvSpPr>
          <p:spPr>
            <a:xfrm>
              <a:off x="5679663" y="18581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t6821"/>
            <p:cNvSpPr/>
            <p:nvPr/>
          </p:nvSpPr>
          <p:spPr>
            <a:xfrm>
              <a:off x="5820638" y="18825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t6822"/>
            <p:cNvSpPr/>
            <p:nvPr/>
          </p:nvSpPr>
          <p:spPr>
            <a:xfrm>
              <a:off x="5609146" y="20504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t6823"/>
            <p:cNvSpPr/>
            <p:nvPr/>
          </p:nvSpPr>
          <p:spPr>
            <a:xfrm>
              <a:off x="5543029" y="19750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t6824"/>
            <p:cNvSpPr/>
            <p:nvPr/>
          </p:nvSpPr>
          <p:spPr>
            <a:xfrm>
              <a:off x="5230028" y="22179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t6825"/>
            <p:cNvSpPr/>
            <p:nvPr/>
          </p:nvSpPr>
          <p:spPr>
            <a:xfrm>
              <a:off x="5269664" y="2015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t6826"/>
            <p:cNvSpPr/>
            <p:nvPr/>
          </p:nvSpPr>
          <p:spPr>
            <a:xfrm>
              <a:off x="6083007" y="15963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t6827"/>
            <p:cNvSpPr/>
            <p:nvPr/>
          </p:nvSpPr>
          <p:spPr>
            <a:xfrm>
              <a:off x="5418181" y="21950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t6828"/>
            <p:cNvSpPr/>
            <p:nvPr/>
          </p:nvSpPr>
          <p:spPr>
            <a:xfrm>
              <a:off x="5155501" y="25915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t6829"/>
            <p:cNvSpPr/>
            <p:nvPr/>
          </p:nvSpPr>
          <p:spPr>
            <a:xfrm>
              <a:off x="5417781" y="22023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t6830"/>
            <p:cNvSpPr/>
            <p:nvPr/>
          </p:nvSpPr>
          <p:spPr>
            <a:xfrm>
              <a:off x="5232503" y="20890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t6831"/>
            <p:cNvSpPr/>
            <p:nvPr/>
          </p:nvSpPr>
          <p:spPr>
            <a:xfrm>
              <a:off x="5555633" y="2308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t6832"/>
            <p:cNvSpPr/>
            <p:nvPr/>
          </p:nvSpPr>
          <p:spPr>
            <a:xfrm>
              <a:off x="5366204" y="22736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t6833"/>
            <p:cNvSpPr/>
            <p:nvPr/>
          </p:nvSpPr>
          <p:spPr>
            <a:xfrm>
              <a:off x="5236065" y="2115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t6834"/>
            <p:cNvSpPr/>
            <p:nvPr/>
          </p:nvSpPr>
          <p:spPr>
            <a:xfrm>
              <a:off x="5251399" y="21146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t6835"/>
            <p:cNvSpPr/>
            <p:nvPr/>
          </p:nvSpPr>
          <p:spPr>
            <a:xfrm>
              <a:off x="5696314" y="20404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t6836"/>
            <p:cNvSpPr/>
            <p:nvPr/>
          </p:nvSpPr>
          <p:spPr>
            <a:xfrm>
              <a:off x="5534950" y="22030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t6837"/>
            <p:cNvSpPr/>
            <p:nvPr/>
          </p:nvSpPr>
          <p:spPr>
            <a:xfrm>
              <a:off x="5681321" y="15858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t6838"/>
            <p:cNvSpPr/>
            <p:nvPr/>
          </p:nvSpPr>
          <p:spPr>
            <a:xfrm>
              <a:off x="5036736" y="21524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t6839"/>
            <p:cNvSpPr/>
            <p:nvPr/>
          </p:nvSpPr>
          <p:spPr>
            <a:xfrm>
              <a:off x="5307517" y="20858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t6840"/>
            <p:cNvSpPr/>
            <p:nvPr/>
          </p:nvSpPr>
          <p:spPr>
            <a:xfrm>
              <a:off x="5988969" y="22636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t6841"/>
            <p:cNvSpPr/>
            <p:nvPr/>
          </p:nvSpPr>
          <p:spPr>
            <a:xfrm>
              <a:off x="5429490" y="22913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t6842"/>
            <p:cNvSpPr/>
            <p:nvPr/>
          </p:nvSpPr>
          <p:spPr>
            <a:xfrm>
              <a:off x="5399934" y="19849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t6843"/>
            <p:cNvSpPr/>
            <p:nvPr/>
          </p:nvSpPr>
          <p:spPr>
            <a:xfrm>
              <a:off x="5650338" y="20954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t6844"/>
            <p:cNvSpPr/>
            <p:nvPr/>
          </p:nvSpPr>
          <p:spPr>
            <a:xfrm>
              <a:off x="5348041" y="21483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t6845"/>
            <p:cNvSpPr/>
            <p:nvPr/>
          </p:nvSpPr>
          <p:spPr>
            <a:xfrm>
              <a:off x="5577793" y="22225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t6846"/>
            <p:cNvSpPr/>
            <p:nvPr/>
          </p:nvSpPr>
          <p:spPr>
            <a:xfrm>
              <a:off x="5988153" y="23305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t6847"/>
            <p:cNvSpPr/>
            <p:nvPr/>
          </p:nvSpPr>
          <p:spPr>
            <a:xfrm>
              <a:off x="5541670" y="21238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t6848"/>
            <p:cNvSpPr/>
            <p:nvPr/>
          </p:nvSpPr>
          <p:spPr>
            <a:xfrm>
              <a:off x="5565590" y="22053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t6849"/>
            <p:cNvSpPr/>
            <p:nvPr/>
          </p:nvSpPr>
          <p:spPr>
            <a:xfrm>
              <a:off x="5701699" y="19467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t6850"/>
            <p:cNvSpPr/>
            <p:nvPr/>
          </p:nvSpPr>
          <p:spPr>
            <a:xfrm>
              <a:off x="5108424" y="20530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t6851"/>
            <p:cNvSpPr/>
            <p:nvPr/>
          </p:nvSpPr>
          <p:spPr>
            <a:xfrm>
              <a:off x="5778410" y="19448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t6852"/>
            <p:cNvSpPr/>
            <p:nvPr/>
          </p:nvSpPr>
          <p:spPr>
            <a:xfrm>
              <a:off x="5499574" y="21617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t6853"/>
            <p:cNvSpPr/>
            <p:nvPr/>
          </p:nvSpPr>
          <p:spPr>
            <a:xfrm>
              <a:off x="5548511" y="22076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t6854"/>
            <p:cNvSpPr/>
            <p:nvPr/>
          </p:nvSpPr>
          <p:spPr>
            <a:xfrm>
              <a:off x="5157934" y="27662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t6855"/>
            <p:cNvSpPr/>
            <p:nvPr/>
          </p:nvSpPr>
          <p:spPr>
            <a:xfrm>
              <a:off x="5359250" y="21687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t6856"/>
            <p:cNvSpPr/>
            <p:nvPr/>
          </p:nvSpPr>
          <p:spPr>
            <a:xfrm>
              <a:off x="5343035" y="19833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t6857"/>
            <p:cNvSpPr/>
            <p:nvPr/>
          </p:nvSpPr>
          <p:spPr>
            <a:xfrm>
              <a:off x="5562409" y="21704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t6858"/>
            <p:cNvSpPr/>
            <p:nvPr/>
          </p:nvSpPr>
          <p:spPr>
            <a:xfrm>
              <a:off x="4880445" y="25504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t6859"/>
            <p:cNvSpPr/>
            <p:nvPr/>
          </p:nvSpPr>
          <p:spPr>
            <a:xfrm>
              <a:off x="5616586" y="19649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t6860"/>
            <p:cNvSpPr/>
            <p:nvPr/>
          </p:nvSpPr>
          <p:spPr>
            <a:xfrm>
              <a:off x="4982656" y="24814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t6861"/>
            <p:cNvSpPr/>
            <p:nvPr/>
          </p:nvSpPr>
          <p:spPr>
            <a:xfrm>
              <a:off x="5302155" y="22497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t6862"/>
            <p:cNvSpPr/>
            <p:nvPr/>
          </p:nvSpPr>
          <p:spPr>
            <a:xfrm>
              <a:off x="5483480" y="19423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t6863"/>
            <p:cNvSpPr/>
            <p:nvPr/>
          </p:nvSpPr>
          <p:spPr>
            <a:xfrm>
              <a:off x="5267096" y="2236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t6864"/>
            <p:cNvSpPr/>
            <p:nvPr/>
          </p:nvSpPr>
          <p:spPr>
            <a:xfrm>
              <a:off x="5026008" y="23134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t6865"/>
            <p:cNvSpPr/>
            <p:nvPr/>
          </p:nvSpPr>
          <p:spPr>
            <a:xfrm>
              <a:off x="5091988" y="24781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t6866"/>
            <p:cNvSpPr/>
            <p:nvPr/>
          </p:nvSpPr>
          <p:spPr>
            <a:xfrm>
              <a:off x="5049783" y="21481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t6867"/>
            <p:cNvSpPr/>
            <p:nvPr/>
          </p:nvSpPr>
          <p:spPr>
            <a:xfrm>
              <a:off x="5462292" y="21345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t6868"/>
            <p:cNvSpPr/>
            <p:nvPr/>
          </p:nvSpPr>
          <p:spPr>
            <a:xfrm>
              <a:off x="5359013" y="22175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t6869"/>
            <p:cNvSpPr/>
            <p:nvPr/>
          </p:nvSpPr>
          <p:spPr>
            <a:xfrm>
              <a:off x="5437410" y="21244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t6870"/>
            <p:cNvSpPr/>
            <p:nvPr/>
          </p:nvSpPr>
          <p:spPr>
            <a:xfrm>
              <a:off x="5546962" y="2253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t6871"/>
            <p:cNvSpPr/>
            <p:nvPr/>
          </p:nvSpPr>
          <p:spPr>
            <a:xfrm>
              <a:off x="5345708" y="21656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t6872"/>
            <p:cNvSpPr/>
            <p:nvPr/>
          </p:nvSpPr>
          <p:spPr>
            <a:xfrm>
              <a:off x="5340951" y="22182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t6873"/>
            <p:cNvSpPr/>
            <p:nvPr/>
          </p:nvSpPr>
          <p:spPr>
            <a:xfrm>
              <a:off x="5122310" y="25218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t6874"/>
            <p:cNvSpPr/>
            <p:nvPr/>
          </p:nvSpPr>
          <p:spPr>
            <a:xfrm>
              <a:off x="5481838" y="20022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t6875"/>
            <p:cNvSpPr/>
            <p:nvPr/>
          </p:nvSpPr>
          <p:spPr>
            <a:xfrm>
              <a:off x="5471019" y="1865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t6876"/>
            <p:cNvSpPr/>
            <p:nvPr/>
          </p:nvSpPr>
          <p:spPr>
            <a:xfrm>
              <a:off x="5604511" y="20598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t6877"/>
            <p:cNvSpPr/>
            <p:nvPr/>
          </p:nvSpPr>
          <p:spPr>
            <a:xfrm>
              <a:off x="5599604" y="20118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t6878"/>
            <p:cNvSpPr/>
            <p:nvPr/>
          </p:nvSpPr>
          <p:spPr>
            <a:xfrm>
              <a:off x="5561653" y="2200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t6879"/>
            <p:cNvSpPr/>
            <p:nvPr/>
          </p:nvSpPr>
          <p:spPr>
            <a:xfrm>
              <a:off x="5428083" y="21269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t6880"/>
            <p:cNvSpPr/>
            <p:nvPr/>
          </p:nvSpPr>
          <p:spPr>
            <a:xfrm>
              <a:off x="5381654" y="21873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t6881"/>
            <p:cNvSpPr/>
            <p:nvPr/>
          </p:nvSpPr>
          <p:spPr>
            <a:xfrm>
              <a:off x="5140041" y="25438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t6882"/>
            <p:cNvSpPr/>
            <p:nvPr/>
          </p:nvSpPr>
          <p:spPr>
            <a:xfrm>
              <a:off x="5667326" y="20448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t6883"/>
            <p:cNvSpPr/>
            <p:nvPr/>
          </p:nvSpPr>
          <p:spPr>
            <a:xfrm>
              <a:off x="5665914" y="18803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t6884"/>
            <p:cNvSpPr/>
            <p:nvPr/>
          </p:nvSpPr>
          <p:spPr>
            <a:xfrm>
              <a:off x="5946615" y="16227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t6885"/>
            <p:cNvSpPr/>
            <p:nvPr/>
          </p:nvSpPr>
          <p:spPr>
            <a:xfrm>
              <a:off x="5939581" y="1780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t6886"/>
            <p:cNvSpPr/>
            <p:nvPr/>
          </p:nvSpPr>
          <p:spPr>
            <a:xfrm>
              <a:off x="5096179" y="23246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t6887"/>
            <p:cNvSpPr/>
            <p:nvPr/>
          </p:nvSpPr>
          <p:spPr>
            <a:xfrm>
              <a:off x="5258139" y="22297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t6888"/>
            <p:cNvSpPr/>
            <p:nvPr/>
          </p:nvSpPr>
          <p:spPr>
            <a:xfrm>
              <a:off x="5342238" y="21494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t6889"/>
            <p:cNvSpPr/>
            <p:nvPr/>
          </p:nvSpPr>
          <p:spPr>
            <a:xfrm>
              <a:off x="5324103" y="21583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t6890"/>
            <p:cNvSpPr/>
            <p:nvPr/>
          </p:nvSpPr>
          <p:spPr>
            <a:xfrm>
              <a:off x="5426995" y="22416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t6891"/>
            <p:cNvSpPr/>
            <p:nvPr/>
          </p:nvSpPr>
          <p:spPr>
            <a:xfrm>
              <a:off x="5323584" y="2271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t6892"/>
            <p:cNvSpPr/>
            <p:nvPr/>
          </p:nvSpPr>
          <p:spPr>
            <a:xfrm>
              <a:off x="5669534" y="19742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t6893"/>
            <p:cNvSpPr/>
            <p:nvPr/>
          </p:nvSpPr>
          <p:spPr>
            <a:xfrm>
              <a:off x="5468996" y="20206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t6894"/>
            <p:cNvSpPr/>
            <p:nvPr/>
          </p:nvSpPr>
          <p:spPr>
            <a:xfrm>
              <a:off x="5531618" y="21670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t6895"/>
            <p:cNvSpPr/>
            <p:nvPr/>
          </p:nvSpPr>
          <p:spPr>
            <a:xfrm>
              <a:off x="5544432" y="20727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t6896"/>
            <p:cNvSpPr/>
            <p:nvPr/>
          </p:nvSpPr>
          <p:spPr>
            <a:xfrm>
              <a:off x="5143909" y="2622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t6897"/>
            <p:cNvSpPr/>
            <p:nvPr/>
          </p:nvSpPr>
          <p:spPr>
            <a:xfrm>
              <a:off x="4924071" y="21375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t6898"/>
            <p:cNvSpPr/>
            <p:nvPr/>
          </p:nvSpPr>
          <p:spPr>
            <a:xfrm>
              <a:off x="5689875" y="17329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t6899"/>
            <p:cNvSpPr/>
            <p:nvPr/>
          </p:nvSpPr>
          <p:spPr>
            <a:xfrm>
              <a:off x="5449754" y="23112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t6900"/>
            <p:cNvSpPr/>
            <p:nvPr/>
          </p:nvSpPr>
          <p:spPr>
            <a:xfrm>
              <a:off x="5565161" y="22058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t6901"/>
            <p:cNvSpPr/>
            <p:nvPr/>
          </p:nvSpPr>
          <p:spPr>
            <a:xfrm>
              <a:off x="5477628" y="20200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t6902"/>
            <p:cNvSpPr/>
            <p:nvPr/>
          </p:nvSpPr>
          <p:spPr>
            <a:xfrm>
              <a:off x="5398263" y="2155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t6903"/>
            <p:cNvSpPr/>
            <p:nvPr/>
          </p:nvSpPr>
          <p:spPr>
            <a:xfrm>
              <a:off x="5684950" y="17111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t6904"/>
            <p:cNvSpPr/>
            <p:nvPr/>
          </p:nvSpPr>
          <p:spPr>
            <a:xfrm>
              <a:off x="5391584" y="21128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t6905"/>
            <p:cNvSpPr/>
            <p:nvPr/>
          </p:nvSpPr>
          <p:spPr>
            <a:xfrm>
              <a:off x="5521291" y="2139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t6906"/>
            <p:cNvSpPr/>
            <p:nvPr/>
          </p:nvSpPr>
          <p:spPr>
            <a:xfrm>
              <a:off x="5554930" y="21950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t6907"/>
            <p:cNvSpPr/>
            <p:nvPr/>
          </p:nvSpPr>
          <p:spPr>
            <a:xfrm>
              <a:off x="5674171" y="19047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t6908"/>
            <p:cNvSpPr/>
            <p:nvPr/>
          </p:nvSpPr>
          <p:spPr>
            <a:xfrm>
              <a:off x="5598492" y="19520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t6909"/>
            <p:cNvSpPr/>
            <p:nvPr/>
          </p:nvSpPr>
          <p:spPr>
            <a:xfrm>
              <a:off x="5471931" y="19839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t6910"/>
            <p:cNvSpPr/>
            <p:nvPr/>
          </p:nvSpPr>
          <p:spPr>
            <a:xfrm>
              <a:off x="5224630" y="23121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t6911"/>
            <p:cNvSpPr/>
            <p:nvPr/>
          </p:nvSpPr>
          <p:spPr>
            <a:xfrm>
              <a:off x="5358486" y="22093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t6912"/>
            <p:cNvSpPr/>
            <p:nvPr/>
          </p:nvSpPr>
          <p:spPr>
            <a:xfrm>
              <a:off x="5870759" y="14396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t6913"/>
            <p:cNvSpPr/>
            <p:nvPr/>
          </p:nvSpPr>
          <p:spPr>
            <a:xfrm>
              <a:off x="5390212" y="21655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t6914"/>
            <p:cNvSpPr/>
            <p:nvPr/>
          </p:nvSpPr>
          <p:spPr>
            <a:xfrm>
              <a:off x="5423386" y="22160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t6915"/>
            <p:cNvSpPr/>
            <p:nvPr/>
          </p:nvSpPr>
          <p:spPr>
            <a:xfrm>
              <a:off x="5239002" y="20354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t6916"/>
            <p:cNvSpPr/>
            <p:nvPr/>
          </p:nvSpPr>
          <p:spPr>
            <a:xfrm>
              <a:off x="5410053" y="21816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t6917"/>
            <p:cNvSpPr/>
            <p:nvPr/>
          </p:nvSpPr>
          <p:spPr>
            <a:xfrm>
              <a:off x="5552871" y="22604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t6918"/>
            <p:cNvSpPr/>
            <p:nvPr/>
          </p:nvSpPr>
          <p:spPr>
            <a:xfrm>
              <a:off x="5364243" y="22275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t6919"/>
            <p:cNvSpPr/>
            <p:nvPr/>
          </p:nvSpPr>
          <p:spPr>
            <a:xfrm>
              <a:off x="5263985" y="21763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t6920"/>
            <p:cNvSpPr/>
            <p:nvPr/>
          </p:nvSpPr>
          <p:spPr>
            <a:xfrm>
              <a:off x="5164663" y="24891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t6921"/>
            <p:cNvSpPr/>
            <p:nvPr/>
          </p:nvSpPr>
          <p:spPr>
            <a:xfrm>
              <a:off x="5735101" y="1885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t6922"/>
            <p:cNvSpPr/>
            <p:nvPr/>
          </p:nvSpPr>
          <p:spPr>
            <a:xfrm>
              <a:off x="5732362" y="18149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t6923"/>
            <p:cNvSpPr/>
            <p:nvPr/>
          </p:nvSpPr>
          <p:spPr>
            <a:xfrm>
              <a:off x="5325552" y="22465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t6924"/>
            <p:cNvSpPr/>
            <p:nvPr/>
          </p:nvSpPr>
          <p:spPr>
            <a:xfrm>
              <a:off x="5445461" y="21192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t6925"/>
            <p:cNvSpPr/>
            <p:nvPr/>
          </p:nvSpPr>
          <p:spPr>
            <a:xfrm>
              <a:off x="5546112" y="22824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t6926"/>
            <p:cNvSpPr/>
            <p:nvPr/>
          </p:nvSpPr>
          <p:spPr>
            <a:xfrm>
              <a:off x="5549052" y="21006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t6927"/>
            <p:cNvSpPr/>
            <p:nvPr/>
          </p:nvSpPr>
          <p:spPr>
            <a:xfrm>
              <a:off x="5239836" y="21591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t6928"/>
            <p:cNvSpPr/>
            <p:nvPr/>
          </p:nvSpPr>
          <p:spPr>
            <a:xfrm>
              <a:off x="5317032" y="21762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t6929"/>
            <p:cNvSpPr/>
            <p:nvPr/>
          </p:nvSpPr>
          <p:spPr>
            <a:xfrm>
              <a:off x="5503453" y="20941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t6930"/>
            <p:cNvSpPr/>
            <p:nvPr/>
          </p:nvSpPr>
          <p:spPr>
            <a:xfrm>
              <a:off x="5026726" y="24547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t6931"/>
            <p:cNvSpPr/>
            <p:nvPr/>
          </p:nvSpPr>
          <p:spPr>
            <a:xfrm>
              <a:off x="5334760" y="22352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t6932"/>
            <p:cNvSpPr/>
            <p:nvPr/>
          </p:nvSpPr>
          <p:spPr>
            <a:xfrm>
              <a:off x="5509708" y="21973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t6933"/>
            <p:cNvSpPr/>
            <p:nvPr/>
          </p:nvSpPr>
          <p:spPr>
            <a:xfrm>
              <a:off x="5439074" y="22248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t6934"/>
            <p:cNvSpPr/>
            <p:nvPr/>
          </p:nvSpPr>
          <p:spPr>
            <a:xfrm>
              <a:off x="5739925" y="19618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t6935"/>
            <p:cNvSpPr/>
            <p:nvPr/>
          </p:nvSpPr>
          <p:spPr>
            <a:xfrm>
              <a:off x="5676904" y="16536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t6936"/>
            <p:cNvSpPr/>
            <p:nvPr/>
          </p:nvSpPr>
          <p:spPr>
            <a:xfrm>
              <a:off x="5399927" y="22150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t6937"/>
            <p:cNvSpPr/>
            <p:nvPr/>
          </p:nvSpPr>
          <p:spPr>
            <a:xfrm>
              <a:off x="5314652" y="22103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t6938"/>
            <p:cNvSpPr/>
            <p:nvPr/>
          </p:nvSpPr>
          <p:spPr>
            <a:xfrm>
              <a:off x="5939647" y="15685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t6939"/>
            <p:cNvSpPr/>
            <p:nvPr/>
          </p:nvSpPr>
          <p:spPr>
            <a:xfrm>
              <a:off x="5629895" y="21293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t6940"/>
            <p:cNvSpPr/>
            <p:nvPr/>
          </p:nvSpPr>
          <p:spPr>
            <a:xfrm>
              <a:off x="5537764" y="21263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t6941"/>
            <p:cNvSpPr/>
            <p:nvPr/>
          </p:nvSpPr>
          <p:spPr>
            <a:xfrm>
              <a:off x="5466916" y="20364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t6942"/>
            <p:cNvSpPr/>
            <p:nvPr/>
          </p:nvSpPr>
          <p:spPr>
            <a:xfrm>
              <a:off x="6061035" y="19355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t6943"/>
            <p:cNvSpPr/>
            <p:nvPr/>
          </p:nvSpPr>
          <p:spPr>
            <a:xfrm>
              <a:off x="5473033" y="20594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t6944"/>
            <p:cNvSpPr/>
            <p:nvPr/>
          </p:nvSpPr>
          <p:spPr>
            <a:xfrm>
              <a:off x="5873893" y="16249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t6945"/>
            <p:cNvSpPr/>
            <p:nvPr/>
          </p:nvSpPr>
          <p:spPr>
            <a:xfrm>
              <a:off x="5605999" y="21444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t6946"/>
            <p:cNvSpPr/>
            <p:nvPr/>
          </p:nvSpPr>
          <p:spPr>
            <a:xfrm>
              <a:off x="5173442" y="2575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t6947"/>
            <p:cNvSpPr/>
            <p:nvPr/>
          </p:nvSpPr>
          <p:spPr>
            <a:xfrm>
              <a:off x="5243091" y="20760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t6948"/>
            <p:cNvSpPr/>
            <p:nvPr/>
          </p:nvSpPr>
          <p:spPr>
            <a:xfrm>
              <a:off x="5757559" y="19897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t6949"/>
            <p:cNvSpPr/>
            <p:nvPr/>
          </p:nvSpPr>
          <p:spPr>
            <a:xfrm>
              <a:off x="4949872" y="21965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t6950"/>
            <p:cNvSpPr/>
            <p:nvPr/>
          </p:nvSpPr>
          <p:spPr>
            <a:xfrm>
              <a:off x="5544622" y="20227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t6951"/>
            <p:cNvSpPr/>
            <p:nvPr/>
          </p:nvSpPr>
          <p:spPr>
            <a:xfrm>
              <a:off x="5461905" y="21545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t6952"/>
            <p:cNvSpPr/>
            <p:nvPr/>
          </p:nvSpPr>
          <p:spPr>
            <a:xfrm>
              <a:off x="5305845" y="21350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t6953"/>
            <p:cNvSpPr/>
            <p:nvPr/>
          </p:nvSpPr>
          <p:spPr>
            <a:xfrm>
              <a:off x="4999640" y="2591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t6954"/>
            <p:cNvSpPr/>
            <p:nvPr/>
          </p:nvSpPr>
          <p:spPr>
            <a:xfrm>
              <a:off x="5404662" y="22192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t6955"/>
            <p:cNvSpPr/>
            <p:nvPr/>
          </p:nvSpPr>
          <p:spPr>
            <a:xfrm>
              <a:off x="5238778" y="21050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t6956"/>
            <p:cNvSpPr/>
            <p:nvPr/>
          </p:nvSpPr>
          <p:spPr>
            <a:xfrm>
              <a:off x="4975070" y="26187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t6957"/>
            <p:cNvSpPr/>
            <p:nvPr/>
          </p:nvSpPr>
          <p:spPr>
            <a:xfrm>
              <a:off x="5412696" y="21140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t6958"/>
            <p:cNvSpPr/>
            <p:nvPr/>
          </p:nvSpPr>
          <p:spPr>
            <a:xfrm>
              <a:off x="5398908" y="21258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t6959"/>
            <p:cNvSpPr/>
            <p:nvPr/>
          </p:nvSpPr>
          <p:spPr>
            <a:xfrm>
              <a:off x="5402406" y="22161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t6960"/>
            <p:cNvSpPr/>
            <p:nvPr/>
          </p:nvSpPr>
          <p:spPr>
            <a:xfrm>
              <a:off x="5400788" y="2157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t6961"/>
            <p:cNvSpPr/>
            <p:nvPr/>
          </p:nvSpPr>
          <p:spPr>
            <a:xfrm>
              <a:off x="5629619" y="21681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t6962"/>
            <p:cNvSpPr/>
            <p:nvPr/>
          </p:nvSpPr>
          <p:spPr>
            <a:xfrm>
              <a:off x="5916061" y="17374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t6963"/>
            <p:cNvSpPr/>
            <p:nvPr/>
          </p:nvSpPr>
          <p:spPr>
            <a:xfrm>
              <a:off x="5344925" y="21892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t6964"/>
            <p:cNvSpPr/>
            <p:nvPr/>
          </p:nvSpPr>
          <p:spPr>
            <a:xfrm>
              <a:off x="5194483" y="23059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t6965"/>
            <p:cNvSpPr/>
            <p:nvPr/>
          </p:nvSpPr>
          <p:spPr>
            <a:xfrm>
              <a:off x="5710427" y="19413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t6966"/>
            <p:cNvSpPr/>
            <p:nvPr/>
          </p:nvSpPr>
          <p:spPr>
            <a:xfrm>
              <a:off x="5194621" y="22968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t6967"/>
            <p:cNvSpPr/>
            <p:nvPr/>
          </p:nvSpPr>
          <p:spPr>
            <a:xfrm>
              <a:off x="4993579" y="24892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t6968"/>
            <p:cNvSpPr/>
            <p:nvPr/>
          </p:nvSpPr>
          <p:spPr>
            <a:xfrm>
              <a:off x="5185892" y="25056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t6969"/>
            <p:cNvSpPr/>
            <p:nvPr/>
          </p:nvSpPr>
          <p:spPr>
            <a:xfrm>
              <a:off x="5258864" y="22373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t6970"/>
            <p:cNvSpPr/>
            <p:nvPr/>
          </p:nvSpPr>
          <p:spPr>
            <a:xfrm>
              <a:off x="5477190" y="19679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t6971"/>
            <p:cNvSpPr/>
            <p:nvPr/>
          </p:nvSpPr>
          <p:spPr>
            <a:xfrm>
              <a:off x="4962484" y="22808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t6972"/>
            <p:cNvSpPr/>
            <p:nvPr/>
          </p:nvSpPr>
          <p:spPr>
            <a:xfrm>
              <a:off x="5970175" y="18993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t6973"/>
            <p:cNvSpPr/>
            <p:nvPr/>
          </p:nvSpPr>
          <p:spPr>
            <a:xfrm>
              <a:off x="5532307" y="21535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t6974"/>
            <p:cNvSpPr/>
            <p:nvPr/>
          </p:nvSpPr>
          <p:spPr>
            <a:xfrm>
              <a:off x="5454286" y="21835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t6975"/>
            <p:cNvSpPr/>
            <p:nvPr/>
          </p:nvSpPr>
          <p:spPr>
            <a:xfrm>
              <a:off x="5112082" y="21621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t6976"/>
            <p:cNvSpPr/>
            <p:nvPr/>
          </p:nvSpPr>
          <p:spPr>
            <a:xfrm>
              <a:off x="5615315" y="19633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t6977"/>
            <p:cNvSpPr/>
            <p:nvPr/>
          </p:nvSpPr>
          <p:spPr>
            <a:xfrm>
              <a:off x="5272996" y="2207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t6978"/>
            <p:cNvSpPr/>
            <p:nvPr/>
          </p:nvSpPr>
          <p:spPr>
            <a:xfrm>
              <a:off x="5465753" y="20578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t6979"/>
            <p:cNvSpPr/>
            <p:nvPr/>
          </p:nvSpPr>
          <p:spPr>
            <a:xfrm>
              <a:off x="5420258" y="22050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t6980"/>
            <p:cNvSpPr/>
            <p:nvPr/>
          </p:nvSpPr>
          <p:spPr>
            <a:xfrm>
              <a:off x="5587355" y="22723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t6981"/>
            <p:cNvSpPr/>
            <p:nvPr/>
          </p:nvSpPr>
          <p:spPr>
            <a:xfrm>
              <a:off x="5655805" y="20460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t6982"/>
            <p:cNvSpPr/>
            <p:nvPr/>
          </p:nvSpPr>
          <p:spPr>
            <a:xfrm>
              <a:off x="5146349" y="26890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t6983"/>
            <p:cNvSpPr/>
            <p:nvPr/>
          </p:nvSpPr>
          <p:spPr>
            <a:xfrm>
              <a:off x="5253057" y="2099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t6984"/>
            <p:cNvSpPr/>
            <p:nvPr/>
          </p:nvSpPr>
          <p:spPr>
            <a:xfrm>
              <a:off x="5319968" y="22537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t6985"/>
            <p:cNvSpPr/>
            <p:nvPr/>
          </p:nvSpPr>
          <p:spPr>
            <a:xfrm>
              <a:off x="5453981" y="2134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t6986"/>
            <p:cNvSpPr/>
            <p:nvPr/>
          </p:nvSpPr>
          <p:spPr>
            <a:xfrm>
              <a:off x="5772590" y="19346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t6987"/>
            <p:cNvSpPr/>
            <p:nvPr/>
          </p:nvSpPr>
          <p:spPr>
            <a:xfrm>
              <a:off x="5602168" y="22223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t6988"/>
            <p:cNvSpPr/>
            <p:nvPr/>
          </p:nvSpPr>
          <p:spPr>
            <a:xfrm>
              <a:off x="5351879" y="20901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t6989"/>
            <p:cNvSpPr/>
            <p:nvPr/>
          </p:nvSpPr>
          <p:spPr>
            <a:xfrm>
              <a:off x="5406962" y="22032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t6990"/>
            <p:cNvSpPr/>
            <p:nvPr/>
          </p:nvSpPr>
          <p:spPr>
            <a:xfrm>
              <a:off x="5328915" y="21305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t6991"/>
            <p:cNvSpPr/>
            <p:nvPr/>
          </p:nvSpPr>
          <p:spPr>
            <a:xfrm>
              <a:off x="5765844" y="20833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t6992"/>
            <p:cNvSpPr/>
            <p:nvPr/>
          </p:nvSpPr>
          <p:spPr>
            <a:xfrm>
              <a:off x="5231969" y="21847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t6993"/>
            <p:cNvSpPr/>
            <p:nvPr/>
          </p:nvSpPr>
          <p:spPr>
            <a:xfrm>
              <a:off x="5492678" y="21684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t6994"/>
            <p:cNvSpPr/>
            <p:nvPr/>
          </p:nvSpPr>
          <p:spPr>
            <a:xfrm>
              <a:off x="5379073" y="2257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t6995"/>
            <p:cNvSpPr/>
            <p:nvPr/>
          </p:nvSpPr>
          <p:spPr>
            <a:xfrm>
              <a:off x="5301000" y="22166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t6996"/>
            <p:cNvSpPr/>
            <p:nvPr/>
          </p:nvSpPr>
          <p:spPr>
            <a:xfrm>
              <a:off x="5489548" y="2175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t6997"/>
            <p:cNvSpPr/>
            <p:nvPr/>
          </p:nvSpPr>
          <p:spPr>
            <a:xfrm>
              <a:off x="5532230" y="21702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t6998"/>
            <p:cNvSpPr/>
            <p:nvPr/>
          </p:nvSpPr>
          <p:spPr>
            <a:xfrm>
              <a:off x="5823491" y="20076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t6999"/>
            <p:cNvSpPr/>
            <p:nvPr/>
          </p:nvSpPr>
          <p:spPr>
            <a:xfrm>
              <a:off x="5505062" y="21798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t7000"/>
            <p:cNvSpPr/>
            <p:nvPr/>
          </p:nvSpPr>
          <p:spPr>
            <a:xfrm>
              <a:off x="5654218" y="20590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t7001"/>
            <p:cNvSpPr/>
            <p:nvPr/>
          </p:nvSpPr>
          <p:spPr>
            <a:xfrm>
              <a:off x="5694546" y="19213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t7002"/>
            <p:cNvSpPr/>
            <p:nvPr/>
          </p:nvSpPr>
          <p:spPr>
            <a:xfrm>
              <a:off x="5164851" y="25897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t7003"/>
            <p:cNvSpPr/>
            <p:nvPr/>
          </p:nvSpPr>
          <p:spPr>
            <a:xfrm>
              <a:off x="5325749" y="21150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t7004"/>
            <p:cNvSpPr/>
            <p:nvPr/>
          </p:nvSpPr>
          <p:spPr>
            <a:xfrm>
              <a:off x="5344363" y="22207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t7005"/>
            <p:cNvSpPr/>
            <p:nvPr/>
          </p:nvSpPr>
          <p:spPr>
            <a:xfrm>
              <a:off x="5329999" y="21008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t7006"/>
            <p:cNvSpPr/>
            <p:nvPr/>
          </p:nvSpPr>
          <p:spPr>
            <a:xfrm>
              <a:off x="4784619" y="26254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t7007"/>
            <p:cNvSpPr/>
            <p:nvPr/>
          </p:nvSpPr>
          <p:spPr>
            <a:xfrm>
              <a:off x="5541234" y="21842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t7008"/>
            <p:cNvSpPr/>
            <p:nvPr/>
          </p:nvSpPr>
          <p:spPr>
            <a:xfrm>
              <a:off x="5483987" y="21141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t7009"/>
            <p:cNvSpPr/>
            <p:nvPr/>
          </p:nvSpPr>
          <p:spPr>
            <a:xfrm>
              <a:off x="5590972" y="20222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t7010"/>
            <p:cNvSpPr/>
            <p:nvPr/>
          </p:nvSpPr>
          <p:spPr>
            <a:xfrm>
              <a:off x="5027526" y="22792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t7011"/>
            <p:cNvSpPr/>
            <p:nvPr/>
          </p:nvSpPr>
          <p:spPr>
            <a:xfrm>
              <a:off x="4758362" y="27613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t7012"/>
            <p:cNvSpPr/>
            <p:nvPr/>
          </p:nvSpPr>
          <p:spPr>
            <a:xfrm>
              <a:off x="5795347" y="19125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t7013"/>
            <p:cNvSpPr/>
            <p:nvPr/>
          </p:nvSpPr>
          <p:spPr>
            <a:xfrm>
              <a:off x="5017988" y="25053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t7014"/>
            <p:cNvSpPr/>
            <p:nvPr/>
          </p:nvSpPr>
          <p:spPr>
            <a:xfrm>
              <a:off x="5464481" y="20330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t7015"/>
            <p:cNvSpPr/>
            <p:nvPr/>
          </p:nvSpPr>
          <p:spPr>
            <a:xfrm>
              <a:off x="5647795" y="21345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t7016"/>
            <p:cNvSpPr/>
            <p:nvPr/>
          </p:nvSpPr>
          <p:spPr>
            <a:xfrm>
              <a:off x="5451999" y="23201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t7017"/>
            <p:cNvSpPr/>
            <p:nvPr/>
          </p:nvSpPr>
          <p:spPr>
            <a:xfrm>
              <a:off x="5611500" y="21331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t7018"/>
            <p:cNvSpPr/>
            <p:nvPr/>
          </p:nvSpPr>
          <p:spPr>
            <a:xfrm>
              <a:off x="4671291" y="25987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t7019"/>
            <p:cNvSpPr/>
            <p:nvPr/>
          </p:nvSpPr>
          <p:spPr>
            <a:xfrm>
              <a:off x="4826292" y="25133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t7020"/>
            <p:cNvSpPr/>
            <p:nvPr/>
          </p:nvSpPr>
          <p:spPr>
            <a:xfrm>
              <a:off x="5714505" y="2046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t7021"/>
            <p:cNvSpPr/>
            <p:nvPr/>
          </p:nvSpPr>
          <p:spPr>
            <a:xfrm>
              <a:off x="5178717" y="2413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t7022"/>
            <p:cNvSpPr/>
            <p:nvPr/>
          </p:nvSpPr>
          <p:spPr>
            <a:xfrm>
              <a:off x="5309628" y="21188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t7023"/>
            <p:cNvSpPr/>
            <p:nvPr/>
          </p:nvSpPr>
          <p:spPr>
            <a:xfrm>
              <a:off x="5097130" y="25271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t7024"/>
            <p:cNvSpPr/>
            <p:nvPr/>
          </p:nvSpPr>
          <p:spPr>
            <a:xfrm>
              <a:off x="5744680" y="18517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t7025"/>
            <p:cNvSpPr/>
            <p:nvPr/>
          </p:nvSpPr>
          <p:spPr>
            <a:xfrm>
              <a:off x="5217672" y="22276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t7026"/>
            <p:cNvSpPr/>
            <p:nvPr/>
          </p:nvSpPr>
          <p:spPr>
            <a:xfrm>
              <a:off x="5327133" y="21578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t7027"/>
            <p:cNvSpPr/>
            <p:nvPr/>
          </p:nvSpPr>
          <p:spPr>
            <a:xfrm>
              <a:off x="5260774" y="20914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t7028"/>
            <p:cNvSpPr/>
            <p:nvPr/>
          </p:nvSpPr>
          <p:spPr>
            <a:xfrm>
              <a:off x="5756636" y="19208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t7029"/>
            <p:cNvSpPr/>
            <p:nvPr/>
          </p:nvSpPr>
          <p:spPr>
            <a:xfrm>
              <a:off x="5392591" y="21648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t7030"/>
            <p:cNvSpPr/>
            <p:nvPr/>
          </p:nvSpPr>
          <p:spPr>
            <a:xfrm>
              <a:off x="5412479" y="2098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t7031"/>
            <p:cNvSpPr/>
            <p:nvPr/>
          </p:nvSpPr>
          <p:spPr>
            <a:xfrm>
              <a:off x="4998184" y="25299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t7032"/>
            <p:cNvSpPr/>
            <p:nvPr/>
          </p:nvSpPr>
          <p:spPr>
            <a:xfrm>
              <a:off x="5259964" y="22073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t7033"/>
            <p:cNvSpPr/>
            <p:nvPr/>
          </p:nvSpPr>
          <p:spPr>
            <a:xfrm>
              <a:off x="5913098" y="1646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t7034"/>
            <p:cNvSpPr/>
            <p:nvPr/>
          </p:nvSpPr>
          <p:spPr>
            <a:xfrm>
              <a:off x="5645226" y="20912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t7035"/>
            <p:cNvSpPr/>
            <p:nvPr/>
          </p:nvSpPr>
          <p:spPr>
            <a:xfrm>
              <a:off x="5533509" y="21817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t7036"/>
            <p:cNvSpPr/>
            <p:nvPr/>
          </p:nvSpPr>
          <p:spPr>
            <a:xfrm>
              <a:off x="4766694" y="27131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t7037"/>
            <p:cNvSpPr/>
            <p:nvPr/>
          </p:nvSpPr>
          <p:spPr>
            <a:xfrm>
              <a:off x="5374249" y="22823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t7038"/>
            <p:cNvSpPr/>
            <p:nvPr/>
          </p:nvSpPr>
          <p:spPr>
            <a:xfrm>
              <a:off x="4767609" y="26349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t7039"/>
            <p:cNvSpPr/>
            <p:nvPr/>
          </p:nvSpPr>
          <p:spPr>
            <a:xfrm>
              <a:off x="5258163" y="21670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t7040"/>
            <p:cNvSpPr/>
            <p:nvPr/>
          </p:nvSpPr>
          <p:spPr>
            <a:xfrm>
              <a:off x="5530057" y="22584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t7041"/>
            <p:cNvSpPr/>
            <p:nvPr/>
          </p:nvSpPr>
          <p:spPr>
            <a:xfrm>
              <a:off x="5607813" y="21349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t7042"/>
            <p:cNvSpPr/>
            <p:nvPr/>
          </p:nvSpPr>
          <p:spPr>
            <a:xfrm>
              <a:off x="5298293" y="22152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t7043"/>
            <p:cNvSpPr/>
            <p:nvPr/>
          </p:nvSpPr>
          <p:spPr>
            <a:xfrm>
              <a:off x="5550091" y="22461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t7044"/>
            <p:cNvSpPr/>
            <p:nvPr/>
          </p:nvSpPr>
          <p:spPr>
            <a:xfrm>
              <a:off x="5613313" y="19226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t7045"/>
            <p:cNvSpPr/>
            <p:nvPr/>
          </p:nvSpPr>
          <p:spPr>
            <a:xfrm>
              <a:off x="4905426" y="28208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t7046"/>
            <p:cNvSpPr/>
            <p:nvPr/>
          </p:nvSpPr>
          <p:spPr>
            <a:xfrm>
              <a:off x="5155339" y="26972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t7047"/>
            <p:cNvSpPr/>
            <p:nvPr/>
          </p:nvSpPr>
          <p:spPr>
            <a:xfrm>
              <a:off x="5533363" y="20866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t7048"/>
            <p:cNvSpPr/>
            <p:nvPr/>
          </p:nvSpPr>
          <p:spPr>
            <a:xfrm>
              <a:off x="5611798" y="19704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t7049"/>
            <p:cNvSpPr/>
            <p:nvPr/>
          </p:nvSpPr>
          <p:spPr>
            <a:xfrm>
              <a:off x="5027579" y="23246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t7050"/>
            <p:cNvSpPr/>
            <p:nvPr/>
          </p:nvSpPr>
          <p:spPr>
            <a:xfrm>
              <a:off x="5540576" y="20279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t7051"/>
            <p:cNvSpPr/>
            <p:nvPr/>
          </p:nvSpPr>
          <p:spPr>
            <a:xfrm>
              <a:off x="5055247" y="20853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t7052"/>
            <p:cNvSpPr/>
            <p:nvPr/>
          </p:nvSpPr>
          <p:spPr>
            <a:xfrm>
              <a:off x="5509572" y="2259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t7053"/>
            <p:cNvSpPr/>
            <p:nvPr/>
          </p:nvSpPr>
          <p:spPr>
            <a:xfrm>
              <a:off x="5787583" y="18597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t7054"/>
            <p:cNvSpPr/>
            <p:nvPr/>
          </p:nvSpPr>
          <p:spPr>
            <a:xfrm>
              <a:off x="5143131" y="25332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t7055"/>
            <p:cNvSpPr/>
            <p:nvPr/>
          </p:nvSpPr>
          <p:spPr>
            <a:xfrm>
              <a:off x="5036475" y="21951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t7056"/>
            <p:cNvSpPr/>
            <p:nvPr/>
          </p:nvSpPr>
          <p:spPr>
            <a:xfrm>
              <a:off x="5798260" y="19230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t7057"/>
            <p:cNvSpPr/>
            <p:nvPr/>
          </p:nvSpPr>
          <p:spPr>
            <a:xfrm>
              <a:off x="5137750" y="26515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t7058"/>
            <p:cNvSpPr/>
            <p:nvPr/>
          </p:nvSpPr>
          <p:spPr>
            <a:xfrm>
              <a:off x="5517338" y="21949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t7059"/>
            <p:cNvSpPr/>
            <p:nvPr/>
          </p:nvSpPr>
          <p:spPr>
            <a:xfrm>
              <a:off x="5563412" y="22165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t7060"/>
            <p:cNvSpPr/>
            <p:nvPr/>
          </p:nvSpPr>
          <p:spPr>
            <a:xfrm>
              <a:off x="5442710" y="21282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t7061"/>
            <p:cNvSpPr/>
            <p:nvPr/>
          </p:nvSpPr>
          <p:spPr>
            <a:xfrm>
              <a:off x="5072341" y="23671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t7062"/>
            <p:cNvSpPr/>
            <p:nvPr/>
          </p:nvSpPr>
          <p:spPr>
            <a:xfrm>
              <a:off x="5507468" y="22535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t7063"/>
            <p:cNvSpPr/>
            <p:nvPr/>
          </p:nvSpPr>
          <p:spPr>
            <a:xfrm>
              <a:off x="5514319" y="22469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t7064"/>
            <p:cNvSpPr/>
            <p:nvPr/>
          </p:nvSpPr>
          <p:spPr>
            <a:xfrm>
              <a:off x="5533815" y="21279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t7065"/>
            <p:cNvSpPr/>
            <p:nvPr/>
          </p:nvSpPr>
          <p:spPr>
            <a:xfrm>
              <a:off x="5550497" y="22222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t7066"/>
            <p:cNvSpPr/>
            <p:nvPr/>
          </p:nvSpPr>
          <p:spPr>
            <a:xfrm>
              <a:off x="5563557" y="21812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t7067"/>
            <p:cNvSpPr/>
            <p:nvPr/>
          </p:nvSpPr>
          <p:spPr>
            <a:xfrm>
              <a:off x="5263900" y="21513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t7068"/>
            <p:cNvSpPr/>
            <p:nvPr/>
          </p:nvSpPr>
          <p:spPr>
            <a:xfrm>
              <a:off x="5715920" y="19961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t7069"/>
            <p:cNvSpPr/>
            <p:nvPr/>
          </p:nvSpPr>
          <p:spPr>
            <a:xfrm>
              <a:off x="5514049" y="22706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t7070"/>
            <p:cNvSpPr/>
            <p:nvPr/>
          </p:nvSpPr>
          <p:spPr>
            <a:xfrm>
              <a:off x="5494672" y="18740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t7071"/>
            <p:cNvSpPr/>
            <p:nvPr/>
          </p:nvSpPr>
          <p:spPr>
            <a:xfrm>
              <a:off x="5361430" y="21854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t7072"/>
            <p:cNvSpPr/>
            <p:nvPr/>
          </p:nvSpPr>
          <p:spPr>
            <a:xfrm>
              <a:off x="5524788" y="22261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t7073"/>
            <p:cNvSpPr/>
            <p:nvPr/>
          </p:nvSpPr>
          <p:spPr>
            <a:xfrm>
              <a:off x="4966267" y="22818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t7074"/>
            <p:cNvSpPr/>
            <p:nvPr/>
          </p:nvSpPr>
          <p:spPr>
            <a:xfrm>
              <a:off x="4968231" y="18918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t7075"/>
            <p:cNvSpPr/>
            <p:nvPr/>
          </p:nvSpPr>
          <p:spPr>
            <a:xfrm>
              <a:off x="5417340" y="20383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t7076"/>
            <p:cNvSpPr/>
            <p:nvPr/>
          </p:nvSpPr>
          <p:spPr>
            <a:xfrm>
              <a:off x="5256259" y="21124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t7077"/>
            <p:cNvSpPr/>
            <p:nvPr/>
          </p:nvSpPr>
          <p:spPr>
            <a:xfrm>
              <a:off x="5744732" y="20267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t7078"/>
            <p:cNvSpPr/>
            <p:nvPr/>
          </p:nvSpPr>
          <p:spPr>
            <a:xfrm>
              <a:off x="5750617" y="17563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t7079"/>
            <p:cNvSpPr/>
            <p:nvPr/>
          </p:nvSpPr>
          <p:spPr>
            <a:xfrm>
              <a:off x="5770645" y="19804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t7080"/>
            <p:cNvSpPr/>
            <p:nvPr/>
          </p:nvSpPr>
          <p:spPr>
            <a:xfrm>
              <a:off x="5421103" y="20647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t7081"/>
            <p:cNvSpPr/>
            <p:nvPr/>
          </p:nvSpPr>
          <p:spPr>
            <a:xfrm>
              <a:off x="5490065" y="19958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t7082"/>
            <p:cNvSpPr/>
            <p:nvPr/>
          </p:nvSpPr>
          <p:spPr>
            <a:xfrm>
              <a:off x="4964141" y="20932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t7083"/>
            <p:cNvSpPr/>
            <p:nvPr/>
          </p:nvSpPr>
          <p:spPr>
            <a:xfrm>
              <a:off x="5271323" y="2146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t7084"/>
            <p:cNvSpPr/>
            <p:nvPr/>
          </p:nvSpPr>
          <p:spPr>
            <a:xfrm>
              <a:off x="5644369" y="20156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t7085"/>
            <p:cNvSpPr/>
            <p:nvPr/>
          </p:nvSpPr>
          <p:spPr>
            <a:xfrm>
              <a:off x="5638348" y="21213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t7086"/>
            <p:cNvSpPr/>
            <p:nvPr/>
          </p:nvSpPr>
          <p:spPr>
            <a:xfrm>
              <a:off x="5740614" y="18571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t7087"/>
            <p:cNvSpPr/>
            <p:nvPr/>
          </p:nvSpPr>
          <p:spPr>
            <a:xfrm>
              <a:off x="5549402" y="21594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t7088"/>
            <p:cNvSpPr/>
            <p:nvPr/>
          </p:nvSpPr>
          <p:spPr>
            <a:xfrm>
              <a:off x="4937211" y="18460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t7089"/>
            <p:cNvSpPr/>
            <p:nvPr/>
          </p:nvSpPr>
          <p:spPr>
            <a:xfrm>
              <a:off x="5303238" y="21971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t7090"/>
            <p:cNvSpPr/>
            <p:nvPr/>
          </p:nvSpPr>
          <p:spPr>
            <a:xfrm>
              <a:off x="5618743" y="18317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t7091"/>
            <p:cNvSpPr/>
            <p:nvPr/>
          </p:nvSpPr>
          <p:spPr>
            <a:xfrm>
              <a:off x="5254876" y="19376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t7092"/>
            <p:cNvSpPr/>
            <p:nvPr/>
          </p:nvSpPr>
          <p:spPr>
            <a:xfrm>
              <a:off x="5405255" y="21491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t7093"/>
            <p:cNvSpPr/>
            <p:nvPr/>
          </p:nvSpPr>
          <p:spPr>
            <a:xfrm>
              <a:off x="5563636" y="21700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t7094"/>
            <p:cNvSpPr/>
            <p:nvPr/>
          </p:nvSpPr>
          <p:spPr>
            <a:xfrm>
              <a:off x="5523060" y="21998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t7095"/>
            <p:cNvSpPr/>
            <p:nvPr/>
          </p:nvSpPr>
          <p:spPr>
            <a:xfrm>
              <a:off x="4935459" y="17715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t7096"/>
            <p:cNvSpPr/>
            <p:nvPr/>
          </p:nvSpPr>
          <p:spPr>
            <a:xfrm>
              <a:off x="5461376" y="20718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t7097"/>
            <p:cNvSpPr/>
            <p:nvPr/>
          </p:nvSpPr>
          <p:spPr>
            <a:xfrm>
              <a:off x="5434287" y="22115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t7098"/>
            <p:cNvSpPr/>
            <p:nvPr/>
          </p:nvSpPr>
          <p:spPr>
            <a:xfrm>
              <a:off x="5277975" y="2299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t7099"/>
            <p:cNvSpPr/>
            <p:nvPr/>
          </p:nvSpPr>
          <p:spPr>
            <a:xfrm>
              <a:off x="5457264" y="21955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t7100"/>
            <p:cNvSpPr/>
            <p:nvPr/>
          </p:nvSpPr>
          <p:spPr>
            <a:xfrm>
              <a:off x="5041298" y="21122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t7101"/>
            <p:cNvSpPr/>
            <p:nvPr/>
          </p:nvSpPr>
          <p:spPr>
            <a:xfrm>
              <a:off x="5561437" y="23070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t7102"/>
            <p:cNvSpPr/>
            <p:nvPr/>
          </p:nvSpPr>
          <p:spPr>
            <a:xfrm>
              <a:off x="5313094" y="21535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t7103"/>
            <p:cNvSpPr/>
            <p:nvPr/>
          </p:nvSpPr>
          <p:spPr>
            <a:xfrm>
              <a:off x="5805823" y="18974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t7104"/>
            <p:cNvSpPr/>
            <p:nvPr/>
          </p:nvSpPr>
          <p:spPr>
            <a:xfrm>
              <a:off x="4734291" y="26749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t7105"/>
            <p:cNvSpPr/>
            <p:nvPr/>
          </p:nvSpPr>
          <p:spPr>
            <a:xfrm>
              <a:off x="5377159" y="21257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t7106"/>
            <p:cNvSpPr/>
            <p:nvPr/>
          </p:nvSpPr>
          <p:spPr>
            <a:xfrm>
              <a:off x="5498161" y="20968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t7107"/>
            <p:cNvSpPr/>
            <p:nvPr/>
          </p:nvSpPr>
          <p:spPr>
            <a:xfrm>
              <a:off x="5615810" y="19533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t7108"/>
            <p:cNvSpPr/>
            <p:nvPr/>
          </p:nvSpPr>
          <p:spPr>
            <a:xfrm>
              <a:off x="5026402" y="22843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t7109"/>
            <p:cNvSpPr/>
            <p:nvPr/>
          </p:nvSpPr>
          <p:spPr>
            <a:xfrm>
              <a:off x="5683325" y="15994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t7110"/>
            <p:cNvSpPr/>
            <p:nvPr/>
          </p:nvSpPr>
          <p:spPr>
            <a:xfrm>
              <a:off x="6008369" y="21818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t7111"/>
            <p:cNvSpPr/>
            <p:nvPr/>
          </p:nvSpPr>
          <p:spPr>
            <a:xfrm>
              <a:off x="5658489" y="20674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t7112"/>
            <p:cNvSpPr/>
            <p:nvPr/>
          </p:nvSpPr>
          <p:spPr>
            <a:xfrm>
              <a:off x="5414568" y="22291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t7113"/>
            <p:cNvSpPr/>
            <p:nvPr/>
          </p:nvSpPr>
          <p:spPr>
            <a:xfrm>
              <a:off x="5518320" y="21873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t7114"/>
            <p:cNvSpPr/>
            <p:nvPr/>
          </p:nvSpPr>
          <p:spPr>
            <a:xfrm>
              <a:off x="5794993" y="19041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t7115"/>
            <p:cNvSpPr/>
            <p:nvPr/>
          </p:nvSpPr>
          <p:spPr>
            <a:xfrm>
              <a:off x="5337040" y="2187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t7116"/>
            <p:cNvSpPr/>
            <p:nvPr/>
          </p:nvSpPr>
          <p:spPr>
            <a:xfrm>
              <a:off x="5466395" y="20076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t7117"/>
            <p:cNvSpPr/>
            <p:nvPr/>
          </p:nvSpPr>
          <p:spPr>
            <a:xfrm>
              <a:off x="5282353" y="21923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t7118"/>
            <p:cNvSpPr/>
            <p:nvPr/>
          </p:nvSpPr>
          <p:spPr>
            <a:xfrm>
              <a:off x="5163587" y="26212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t7119"/>
            <p:cNvSpPr/>
            <p:nvPr/>
          </p:nvSpPr>
          <p:spPr>
            <a:xfrm>
              <a:off x="5726309" y="17164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t7120"/>
            <p:cNvSpPr/>
            <p:nvPr/>
          </p:nvSpPr>
          <p:spPr>
            <a:xfrm>
              <a:off x="5633884" y="21598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t7121"/>
            <p:cNvSpPr/>
            <p:nvPr/>
          </p:nvSpPr>
          <p:spPr>
            <a:xfrm>
              <a:off x="5650780" y="20223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t7122"/>
            <p:cNvSpPr/>
            <p:nvPr/>
          </p:nvSpPr>
          <p:spPr>
            <a:xfrm>
              <a:off x="5550508" y="21355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t7123"/>
            <p:cNvSpPr/>
            <p:nvPr/>
          </p:nvSpPr>
          <p:spPr>
            <a:xfrm>
              <a:off x="5519157" y="22935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t7124"/>
            <p:cNvSpPr/>
            <p:nvPr/>
          </p:nvSpPr>
          <p:spPr>
            <a:xfrm>
              <a:off x="5829505" y="1924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t7125"/>
            <p:cNvSpPr/>
            <p:nvPr/>
          </p:nvSpPr>
          <p:spPr>
            <a:xfrm>
              <a:off x="5523516" y="21634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t7126"/>
            <p:cNvSpPr/>
            <p:nvPr/>
          </p:nvSpPr>
          <p:spPr>
            <a:xfrm>
              <a:off x="5701361" y="20895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t7127"/>
            <p:cNvSpPr/>
            <p:nvPr/>
          </p:nvSpPr>
          <p:spPr>
            <a:xfrm>
              <a:off x="5217179" y="2212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t7128"/>
            <p:cNvSpPr/>
            <p:nvPr/>
          </p:nvSpPr>
          <p:spPr>
            <a:xfrm>
              <a:off x="5334106" y="21443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t7129"/>
            <p:cNvSpPr/>
            <p:nvPr/>
          </p:nvSpPr>
          <p:spPr>
            <a:xfrm>
              <a:off x="5705318" y="18983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t7130"/>
            <p:cNvSpPr/>
            <p:nvPr/>
          </p:nvSpPr>
          <p:spPr>
            <a:xfrm>
              <a:off x="5806230" y="1818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t7131"/>
            <p:cNvSpPr/>
            <p:nvPr/>
          </p:nvSpPr>
          <p:spPr>
            <a:xfrm>
              <a:off x="5161858" y="26412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t7132"/>
            <p:cNvSpPr/>
            <p:nvPr/>
          </p:nvSpPr>
          <p:spPr>
            <a:xfrm>
              <a:off x="5439939" y="22297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t7133"/>
            <p:cNvSpPr/>
            <p:nvPr/>
          </p:nvSpPr>
          <p:spPr>
            <a:xfrm>
              <a:off x="5616784" y="20132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t7134"/>
            <p:cNvSpPr/>
            <p:nvPr/>
          </p:nvSpPr>
          <p:spPr>
            <a:xfrm>
              <a:off x="5025872" y="24511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t7135"/>
            <p:cNvSpPr/>
            <p:nvPr/>
          </p:nvSpPr>
          <p:spPr>
            <a:xfrm>
              <a:off x="5397454" y="21605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t7136"/>
            <p:cNvSpPr/>
            <p:nvPr/>
          </p:nvSpPr>
          <p:spPr>
            <a:xfrm>
              <a:off x="5444440" y="22262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t7137"/>
            <p:cNvSpPr/>
            <p:nvPr/>
          </p:nvSpPr>
          <p:spPr>
            <a:xfrm>
              <a:off x="5816255" y="19224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t7138"/>
            <p:cNvSpPr/>
            <p:nvPr/>
          </p:nvSpPr>
          <p:spPr>
            <a:xfrm>
              <a:off x="5619236" y="18834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t7139"/>
            <p:cNvSpPr/>
            <p:nvPr/>
          </p:nvSpPr>
          <p:spPr>
            <a:xfrm>
              <a:off x="5373578" y="21871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t7140"/>
            <p:cNvSpPr/>
            <p:nvPr/>
          </p:nvSpPr>
          <p:spPr>
            <a:xfrm>
              <a:off x="5455772" y="22181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t7141"/>
            <p:cNvSpPr/>
            <p:nvPr/>
          </p:nvSpPr>
          <p:spPr>
            <a:xfrm>
              <a:off x="5276586" y="21413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t7142"/>
            <p:cNvSpPr/>
            <p:nvPr/>
          </p:nvSpPr>
          <p:spPr>
            <a:xfrm>
              <a:off x="5431861" y="21641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t7143"/>
            <p:cNvSpPr/>
            <p:nvPr/>
          </p:nvSpPr>
          <p:spPr>
            <a:xfrm>
              <a:off x="5704861" y="19247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t7144"/>
            <p:cNvSpPr/>
            <p:nvPr/>
          </p:nvSpPr>
          <p:spPr>
            <a:xfrm>
              <a:off x="5332455" y="20794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t7145"/>
            <p:cNvSpPr/>
            <p:nvPr/>
          </p:nvSpPr>
          <p:spPr>
            <a:xfrm>
              <a:off x="5041206" y="22168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t7146"/>
            <p:cNvSpPr/>
            <p:nvPr/>
          </p:nvSpPr>
          <p:spPr>
            <a:xfrm>
              <a:off x="5393656" y="21489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t7147"/>
            <p:cNvSpPr/>
            <p:nvPr/>
          </p:nvSpPr>
          <p:spPr>
            <a:xfrm>
              <a:off x="5145374" y="27876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t7148"/>
            <p:cNvSpPr/>
            <p:nvPr/>
          </p:nvSpPr>
          <p:spPr>
            <a:xfrm>
              <a:off x="5531138" y="21491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t7149"/>
            <p:cNvSpPr/>
            <p:nvPr/>
          </p:nvSpPr>
          <p:spPr>
            <a:xfrm>
              <a:off x="5214661" y="20958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t7150"/>
            <p:cNvSpPr/>
            <p:nvPr/>
          </p:nvSpPr>
          <p:spPr>
            <a:xfrm>
              <a:off x="5325441" y="22188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t7151"/>
            <p:cNvSpPr/>
            <p:nvPr/>
          </p:nvSpPr>
          <p:spPr>
            <a:xfrm>
              <a:off x="5309167" y="20123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t7152"/>
            <p:cNvSpPr/>
            <p:nvPr/>
          </p:nvSpPr>
          <p:spPr>
            <a:xfrm>
              <a:off x="5433455" y="21160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t7153"/>
            <p:cNvSpPr/>
            <p:nvPr/>
          </p:nvSpPr>
          <p:spPr>
            <a:xfrm>
              <a:off x="5579664" y="2227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t7154"/>
            <p:cNvSpPr/>
            <p:nvPr/>
          </p:nvSpPr>
          <p:spPr>
            <a:xfrm>
              <a:off x="4877800" y="24407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t7155"/>
            <p:cNvSpPr/>
            <p:nvPr/>
          </p:nvSpPr>
          <p:spPr>
            <a:xfrm>
              <a:off x="5631440" y="20513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t7156"/>
            <p:cNvSpPr/>
            <p:nvPr/>
          </p:nvSpPr>
          <p:spPr>
            <a:xfrm>
              <a:off x="5648660" y="19922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t7157"/>
            <p:cNvSpPr/>
            <p:nvPr/>
          </p:nvSpPr>
          <p:spPr>
            <a:xfrm>
              <a:off x="4983372" y="25634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t7158"/>
            <p:cNvSpPr/>
            <p:nvPr/>
          </p:nvSpPr>
          <p:spPr>
            <a:xfrm>
              <a:off x="5181690" y="24181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t7159"/>
            <p:cNvSpPr/>
            <p:nvPr/>
          </p:nvSpPr>
          <p:spPr>
            <a:xfrm>
              <a:off x="5110440" y="19133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t7160"/>
            <p:cNvSpPr/>
            <p:nvPr/>
          </p:nvSpPr>
          <p:spPr>
            <a:xfrm>
              <a:off x="5122213" y="24619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t7161"/>
            <p:cNvSpPr/>
            <p:nvPr/>
          </p:nvSpPr>
          <p:spPr>
            <a:xfrm>
              <a:off x="5556742" y="21933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t7162"/>
            <p:cNvSpPr/>
            <p:nvPr/>
          </p:nvSpPr>
          <p:spPr>
            <a:xfrm>
              <a:off x="5855209" y="19065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t7163"/>
            <p:cNvSpPr/>
            <p:nvPr/>
          </p:nvSpPr>
          <p:spPr>
            <a:xfrm>
              <a:off x="5663088" y="20461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t7164"/>
            <p:cNvSpPr/>
            <p:nvPr/>
          </p:nvSpPr>
          <p:spPr>
            <a:xfrm>
              <a:off x="5430958" y="21964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t7165"/>
            <p:cNvSpPr/>
            <p:nvPr/>
          </p:nvSpPr>
          <p:spPr>
            <a:xfrm>
              <a:off x="5436653" y="22189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t7166"/>
            <p:cNvSpPr/>
            <p:nvPr/>
          </p:nvSpPr>
          <p:spPr>
            <a:xfrm>
              <a:off x="5619469" y="20166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t7167"/>
            <p:cNvSpPr/>
            <p:nvPr/>
          </p:nvSpPr>
          <p:spPr>
            <a:xfrm>
              <a:off x="5258077" y="22157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t7168"/>
            <p:cNvSpPr/>
            <p:nvPr/>
          </p:nvSpPr>
          <p:spPr>
            <a:xfrm>
              <a:off x="5629523" y="20683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t7169"/>
            <p:cNvSpPr/>
            <p:nvPr/>
          </p:nvSpPr>
          <p:spPr>
            <a:xfrm>
              <a:off x="5108243" y="18519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t7170"/>
            <p:cNvSpPr/>
            <p:nvPr/>
          </p:nvSpPr>
          <p:spPr>
            <a:xfrm>
              <a:off x="4719502" y="25095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t7171"/>
            <p:cNvSpPr/>
            <p:nvPr/>
          </p:nvSpPr>
          <p:spPr>
            <a:xfrm>
              <a:off x="5372197" y="22788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t7172"/>
            <p:cNvSpPr/>
            <p:nvPr/>
          </p:nvSpPr>
          <p:spPr>
            <a:xfrm>
              <a:off x="5677095" y="16957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t7173"/>
            <p:cNvSpPr/>
            <p:nvPr/>
          </p:nvSpPr>
          <p:spPr>
            <a:xfrm>
              <a:off x="5631894" y="21993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t7174"/>
            <p:cNvSpPr/>
            <p:nvPr/>
          </p:nvSpPr>
          <p:spPr>
            <a:xfrm>
              <a:off x="5357016" y="21687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t7175"/>
            <p:cNvSpPr/>
            <p:nvPr/>
          </p:nvSpPr>
          <p:spPr>
            <a:xfrm>
              <a:off x="4684016" y="26021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t7176"/>
            <p:cNvSpPr/>
            <p:nvPr/>
          </p:nvSpPr>
          <p:spPr>
            <a:xfrm>
              <a:off x="5682537" y="18341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t7177"/>
            <p:cNvSpPr/>
            <p:nvPr/>
          </p:nvSpPr>
          <p:spPr>
            <a:xfrm>
              <a:off x="5573380" y="22185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t7178"/>
            <p:cNvSpPr/>
            <p:nvPr/>
          </p:nvSpPr>
          <p:spPr>
            <a:xfrm>
              <a:off x="5438617" y="22125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t7179"/>
            <p:cNvSpPr/>
            <p:nvPr/>
          </p:nvSpPr>
          <p:spPr>
            <a:xfrm>
              <a:off x="5085580" y="25039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t7180"/>
            <p:cNvSpPr/>
            <p:nvPr/>
          </p:nvSpPr>
          <p:spPr>
            <a:xfrm>
              <a:off x="5817554" y="1947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t7181"/>
            <p:cNvSpPr/>
            <p:nvPr/>
          </p:nvSpPr>
          <p:spPr>
            <a:xfrm>
              <a:off x="5248420" y="1900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t7182"/>
            <p:cNvSpPr/>
            <p:nvPr/>
          </p:nvSpPr>
          <p:spPr>
            <a:xfrm>
              <a:off x="5679633" y="17814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t7183"/>
            <p:cNvSpPr/>
            <p:nvPr/>
          </p:nvSpPr>
          <p:spPr>
            <a:xfrm>
              <a:off x="5813522" y="19556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t7184"/>
            <p:cNvSpPr/>
            <p:nvPr/>
          </p:nvSpPr>
          <p:spPr>
            <a:xfrm>
              <a:off x="5429175" y="21978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t7185"/>
            <p:cNvSpPr/>
            <p:nvPr/>
          </p:nvSpPr>
          <p:spPr>
            <a:xfrm>
              <a:off x="5193037" y="23104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t7186"/>
            <p:cNvSpPr/>
            <p:nvPr/>
          </p:nvSpPr>
          <p:spPr>
            <a:xfrm>
              <a:off x="5450657" y="23159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t7187"/>
            <p:cNvSpPr/>
            <p:nvPr/>
          </p:nvSpPr>
          <p:spPr>
            <a:xfrm>
              <a:off x="5842846" y="17957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t7188"/>
            <p:cNvSpPr/>
            <p:nvPr/>
          </p:nvSpPr>
          <p:spPr>
            <a:xfrm>
              <a:off x="5594730" y="2020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t7189"/>
            <p:cNvSpPr/>
            <p:nvPr/>
          </p:nvSpPr>
          <p:spPr>
            <a:xfrm>
              <a:off x="5820060" y="18890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t7190"/>
            <p:cNvSpPr/>
            <p:nvPr/>
          </p:nvSpPr>
          <p:spPr>
            <a:xfrm>
              <a:off x="5270807" y="20790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t7191"/>
            <p:cNvSpPr/>
            <p:nvPr/>
          </p:nvSpPr>
          <p:spPr>
            <a:xfrm>
              <a:off x="4874872" y="23148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2" name="pt7192"/>
            <p:cNvSpPr/>
            <p:nvPr/>
          </p:nvSpPr>
          <p:spPr>
            <a:xfrm>
              <a:off x="5264818" y="21833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3" name="pt7193"/>
            <p:cNvSpPr/>
            <p:nvPr/>
          </p:nvSpPr>
          <p:spPr>
            <a:xfrm>
              <a:off x="5494987" y="21419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4" name="pt7194"/>
            <p:cNvSpPr/>
            <p:nvPr/>
          </p:nvSpPr>
          <p:spPr>
            <a:xfrm>
              <a:off x="5613479" y="2147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5" name="pt7195"/>
            <p:cNvSpPr/>
            <p:nvPr/>
          </p:nvSpPr>
          <p:spPr>
            <a:xfrm>
              <a:off x="5561209" y="22345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6" name="pt7196"/>
            <p:cNvSpPr/>
            <p:nvPr/>
          </p:nvSpPr>
          <p:spPr>
            <a:xfrm>
              <a:off x="4945384" y="16982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7" name="pt7197"/>
            <p:cNvSpPr/>
            <p:nvPr/>
          </p:nvSpPr>
          <p:spPr>
            <a:xfrm>
              <a:off x="5172799" y="28482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8" name="pt7198"/>
            <p:cNvSpPr/>
            <p:nvPr/>
          </p:nvSpPr>
          <p:spPr>
            <a:xfrm>
              <a:off x="5288621" y="22435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9" name="pt7199"/>
            <p:cNvSpPr/>
            <p:nvPr/>
          </p:nvSpPr>
          <p:spPr>
            <a:xfrm>
              <a:off x="5297976" y="20424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0" name="pt7200"/>
            <p:cNvSpPr/>
            <p:nvPr/>
          </p:nvSpPr>
          <p:spPr>
            <a:xfrm>
              <a:off x="5168283" y="27001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1" name="pt7201"/>
            <p:cNvSpPr/>
            <p:nvPr/>
          </p:nvSpPr>
          <p:spPr>
            <a:xfrm>
              <a:off x="5611793" y="21227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2" name="pt7202"/>
            <p:cNvSpPr/>
            <p:nvPr/>
          </p:nvSpPr>
          <p:spPr>
            <a:xfrm>
              <a:off x="5170861" y="25514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3" name="pt7203"/>
            <p:cNvSpPr/>
            <p:nvPr/>
          </p:nvSpPr>
          <p:spPr>
            <a:xfrm>
              <a:off x="5289567" y="22242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4" name="pt7204"/>
            <p:cNvSpPr/>
            <p:nvPr/>
          </p:nvSpPr>
          <p:spPr>
            <a:xfrm>
              <a:off x="5487605" y="21322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5" name="pt7205"/>
            <p:cNvSpPr/>
            <p:nvPr/>
          </p:nvSpPr>
          <p:spPr>
            <a:xfrm>
              <a:off x="5571667" y="22705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6" name="pt7206"/>
            <p:cNvSpPr/>
            <p:nvPr/>
          </p:nvSpPr>
          <p:spPr>
            <a:xfrm>
              <a:off x="5581712" y="23144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7" name="pt7207"/>
            <p:cNvSpPr/>
            <p:nvPr/>
          </p:nvSpPr>
          <p:spPr>
            <a:xfrm>
              <a:off x="5675197" y="18052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8" name="pt7208"/>
            <p:cNvSpPr/>
            <p:nvPr/>
          </p:nvSpPr>
          <p:spPr>
            <a:xfrm>
              <a:off x="5287824" y="21606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9" name="pt7209"/>
            <p:cNvSpPr/>
            <p:nvPr/>
          </p:nvSpPr>
          <p:spPr>
            <a:xfrm>
              <a:off x="5404428" y="21634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0" name="pt7210"/>
            <p:cNvSpPr/>
            <p:nvPr/>
          </p:nvSpPr>
          <p:spPr>
            <a:xfrm>
              <a:off x="5471028" y="19397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1" name="pt7211"/>
            <p:cNvSpPr/>
            <p:nvPr/>
          </p:nvSpPr>
          <p:spPr>
            <a:xfrm>
              <a:off x="5071820" y="23364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2" name="pt7212"/>
            <p:cNvSpPr/>
            <p:nvPr/>
          </p:nvSpPr>
          <p:spPr>
            <a:xfrm>
              <a:off x="5779117" y="19595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3" name="pt7213"/>
            <p:cNvSpPr/>
            <p:nvPr/>
          </p:nvSpPr>
          <p:spPr>
            <a:xfrm>
              <a:off x="5573297" y="22420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4" name="pt7214"/>
            <p:cNvSpPr/>
            <p:nvPr/>
          </p:nvSpPr>
          <p:spPr>
            <a:xfrm>
              <a:off x="5430030" y="22706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5" name="pt7215"/>
            <p:cNvSpPr/>
            <p:nvPr/>
          </p:nvSpPr>
          <p:spPr>
            <a:xfrm>
              <a:off x="5485228" y="20037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6" name="pt7216"/>
            <p:cNvSpPr/>
            <p:nvPr/>
          </p:nvSpPr>
          <p:spPr>
            <a:xfrm>
              <a:off x="5400971" y="21932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7" name="pt7217"/>
            <p:cNvSpPr/>
            <p:nvPr/>
          </p:nvSpPr>
          <p:spPr>
            <a:xfrm>
              <a:off x="5568982" y="23169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8" name="pt7218"/>
            <p:cNvSpPr/>
            <p:nvPr/>
          </p:nvSpPr>
          <p:spPr>
            <a:xfrm>
              <a:off x="5421921" y="21773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9" name="pt7219"/>
            <p:cNvSpPr/>
            <p:nvPr/>
          </p:nvSpPr>
          <p:spPr>
            <a:xfrm>
              <a:off x="4911860" y="25411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0" name="pt7220"/>
            <p:cNvSpPr/>
            <p:nvPr/>
          </p:nvSpPr>
          <p:spPr>
            <a:xfrm>
              <a:off x="4841646" y="22807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1" name="pt7221"/>
            <p:cNvSpPr/>
            <p:nvPr/>
          </p:nvSpPr>
          <p:spPr>
            <a:xfrm>
              <a:off x="5316400" y="20746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2" name="pt7222"/>
            <p:cNvSpPr/>
            <p:nvPr/>
          </p:nvSpPr>
          <p:spPr>
            <a:xfrm>
              <a:off x="5286758" y="21367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3" name="pt7223"/>
            <p:cNvSpPr/>
            <p:nvPr/>
          </p:nvSpPr>
          <p:spPr>
            <a:xfrm>
              <a:off x="5403784" y="21977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4" name="pt7224"/>
            <p:cNvSpPr/>
            <p:nvPr/>
          </p:nvSpPr>
          <p:spPr>
            <a:xfrm>
              <a:off x="5674411" y="17849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5" name="pt7225"/>
            <p:cNvSpPr/>
            <p:nvPr/>
          </p:nvSpPr>
          <p:spPr>
            <a:xfrm>
              <a:off x="5194515" y="2496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6" name="pt7226"/>
            <p:cNvSpPr/>
            <p:nvPr/>
          </p:nvSpPr>
          <p:spPr>
            <a:xfrm>
              <a:off x="6029723" y="21249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7" name="pt7227"/>
            <p:cNvSpPr/>
            <p:nvPr/>
          </p:nvSpPr>
          <p:spPr>
            <a:xfrm>
              <a:off x="5335909" y="21122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8" name="pt7228"/>
            <p:cNvSpPr/>
            <p:nvPr/>
          </p:nvSpPr>
          <p:spPr>
            <a:xfrm>
              <a:off x="5224879" y="22315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9" name="pt7229"/>
            <p:cNvSpPr/>
            <p:nvPr/>
          </p:nvSpPr>
          <p:spPr>
            <a:xfrm>
              <a:off x="5539229" y="2147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0" name="pt7230"/>
            <p:cNvSpPr/>
            <p:nvPr/>
          </p:nvSpPr>
          <p:spPr>
            <a:xfrm>
              <a:off x="5764192" y="20029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1" name="pt7231"/>
            <p:cNvSpPr/>
            <p:nvPr/>
          </p:nvSpPr>
          <p:spPr>
            <a:xfrm>
              <a:off x="5608844" y="21771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2" name="pt7232"/>
            <p:cNvSpPr/>
            <p:nvPr/>
          </p:nvSpPr>
          <p:spPr>
            <a:xfrm>
              <a:off x="5259703" y="21451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3" name="pt7233"/>
            <p:cNvSpPr/>
            <p:nvPr/>
          </p:nvSpPr>
          <p:spPr>
            <a:xfrm>
              <a:off x="5406250" y="2196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4" name="pt7234"/>
            <p:cNvSpPr/>
            <p:nvPr/>
          </p:nvSpPr>
          <p:spPr>
            <a:xfrm>
              <a:off x="5759558" y="19926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5" name="pt7235"/>
            <p:cNvSpPr/>
            <p:nvPr/>
          </p:nvSpPr>
          <p:spPr>
            <a:xfrm>
              <a:off x="5741167" y="18951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6" name="pt7236"/>
            <p:cNvSpPr/>
            <p:nvPr/>
          </p:nvSpPr>
          <p:spPr>
            <a:xfrm>
              <a:off x="5636134" y="2109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7" name="pt7237"/>
            <p:cNvSpPr/>
            <p:nvPr/>
          </p:nvSpPr>
          <p:spPr>
            <a:xfrm>
              <a:off x="5746487" y="18430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8" name="pt7238"/>
            <p:cNvSpPr/>
            <p:nvPr/>
          </p:nvSpPr>
          <p:spPr>
            <a:xfrm>
              <a:off x="5615046" y="19555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9" name="pt7239"/>
            <p:cNvSpPr/>
            <p:nvPr/>
          </p:nvSpPr>
          <p:spPr>
            <a:xfrm>
              <a:off x="5442972" y="21887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0" name="pt7240"/>
            <p:cNvSpPr/>
            <p:nvPr/>
          </p:nvSpPr>
          <p:spPr>
            <a:xfrm>
              <a:off x="5067376" y="26178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1" name="pt7241"/>
            <p:cNvSpPr/>
            <p:nvPr/>
          </p:nvSpPr>
          <p:spPr>
            <a:xfrm>
              <a:off x="5256035" y="20012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2" name="pt7242"/>
            <p:cNvSpPr/>
            <p:nvPr/>
          </p:nvSpPr>
          <p:spPr>
            <a:xfrm>
              <a:off x="5281903" y="2089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3" name="pt7243"/>
            <p:cNvSpPr/>
            <p:nvPr/>
          </p:nvSpPr>
          <p:spPr>
            <a:xfrm>
              <a:off x="4978591" y="26532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4" name="pt7244"/>
            <p:cNvSpPr/>
            <p:nvPr/>
          </p:nvSpPr>
          <p:spPr>
            <a:xfrm>
              <a:off x="5818044" y="19648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5" name="pt7245"/>
            <p:cNvSpPr/>
            <p:nvPr/>
          </p:nvSpPr>
          <p:spPr>
            <a:xfrm>
              <a:off x="5715448" y="20943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6" name="pt7246"/>
            <p:cNvSpPr/>
            <p:nvPr/>
          </p:nvSpPr>
          <p:spPr>
            <a:xfrm>
              <a:off x="5329123" y="20733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7" name="pt7247"/>
            <p:cNvSpPr/>
            <p:nvPr/>
          </p:nvSpPr>
          <p:spPr>
            <a:xfrm>
              <a:off x="5252542" y="20301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8" name="pt7248"/>
            <p:cNvSpPr/>
            <p:nvPr/>
          </p:nvSpPr>
          <p:spPr>
            <a:xfrm>
              <a:off x="5707253" y="19311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9" name="pt7249"/>
            <p:cNvSpPr/>
            <p:nvPr/>
          </p:nvSpPr>
          <p:spPr>
            <a:xfrm>
              <a:off x="5624777" y="19126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0" name="pt7250"/>
            <p:cNvSpPr/>
            <p:nvPr/>
          </p:nvSpPr>
          <p:spPr>
            <a:xfrm>
              <a:off x="5707940" y="19404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1" name="pt7251"/>
            <p:cNvSpPr/>
            <p:nvPr/>
          </p:nvSpPr>
          <p:spPr>
            <a:xfrm>
              <a:off x="5185753" y="23956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2" name="pt7252"/>
            <p:cNvSpPr/>
            <p:nvPr/>
          </p:nvSpPr>
          <p:spPr>
            <a:xfrm>
              <a:off x="5368138" y="22408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3" name="pt7253"/>
            <p:cNvSpPr/>
            <p:nvPr/>
          </p:nvSpPr>
          <p:spPr>
            <a:xfrm>
              <a:off x="5243774" y="20673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4" name="pt7254"/>
            <p:cNvSpPr/>
            <p:nvPr/>
          </p:nvSpPr>
          <p:spPr>
            <a:xfrm>
              <a:off x="5571678" y="22081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5" name="pt7255"/>
            <p:cNvSpPr/>
            <p:nvPr/>
          </p:nvSpPr>
          <p:spPr>
            <a:xfrm>
              <a:off x="5350340" y="22358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6" name="pt7256"/>
            <p:cNvSpPr/>
            <p:nvPr/>
          </p:nvSpPr>
          <p:spPr>
            <a:xfrm>
              <a:off x="5689740" y="17220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7" name="pt7257"/>
            <p:cNvSpPr/>
            <p:nvPr/>
          </p:nvSpPr>
          <p:spPr>
            <a:xfrm>
              <a:off x="5132407" y="25932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8" name="pt7258"/>
            <p:cNvSpPr/>
            <p:nvPr/>
          </p:nvSpPr>
          <p:spPr>
            <a:xfrm>
              <a:off x="5637426" y="20055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9" name="pt7259"/>
            <p:cNvSpPr/>
            <p:nvPr/>
          </p:nvSpPr>
          <p:spPr>
            <a:xfrm>
              <a:off x="5590801" y="20439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0" name="pt7260"/>
            <p:cNvSpPr/>
            <p:nvPr/>
          </p:nvSpPr>
          <p:spPr>
            <a:xfrm>
              <a:off x="5607105" y="20966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1" name="pt7261"/>
            <p:cNvSpPr/>
            <p:nvPr/>
          </p:nvSpPr>
          <p:spPr>
            <a:xfrm>
              <a:off x="4942100" y="20800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2" name="pt7262"/>
            <p:cNvSpPr/>
            <p:nvPr/>
          </p:nvSpPr>
          <p:spPr>
            <a:xfrm>
              <a:off x="5172658" y="26512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3" name="pt7263"/>
            <p:cNvSpPr/>
            <p:nvPr/>
          </p:nvSpPr>
          <p:spPr>
            <a:xfrm>
              <a:off x="5549331" y="2198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4" name="pt7264"/>
            <p:cNvSpPr/>
            <p:nvPr/>
          </p:nvSpPr>
          <p:spPr>
            <a:xfrm>
              <a:off x="5414523" y="21673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5" name="pt7265"/>
            <p:cNvSpPr/>
            <p:nvPr/>
          </p:nvSpPr>
          <p:spPr>
            <a:xfrm>
              <a:off x="5801574" y="19229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6" name="pt7266"/>
            <p:cNvSpPr/>
            <p:nvPr/>
          </p:nvSpPr>
          <p:spPr>
            <a:xfrm>
              <a:off x="5740760" y="19134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7" name="pt7267"/>
            <p:cNvSpPr/>
            <p:nvPr/>
          </p:nvSpPr>
          <p:spPr>
            <a:xfrm>
              <a:off x="5604822" y="21110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8" name="pt7268"/>
            <p:cNvSpPr/>
            <p:nvPr/>
          </p:nvSpPr>
          <p:spPr>
            <a:xfrm>
              <a:off x="5343584" y="21060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9" name="pt7269"/>
            <p:cNvSpPr/>
            <p:nvPr/>
          </p:nvSpPr>
          <p:spPr>
            <a:xfrm>
              <a:off x="5366760" y="2106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0" name="pt7270"/>
            <p:cNvSpPr/>
            <p:nvPr/>
          </p:nvSpPr>
          <p:spPr>
            <a:xfrm>
              <a:off x="5526154" y="22130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1" name="pt7271"/>
            <p:cNvSpPr/>
            <p:nvPr/>
          </p:nvSpPr>
          <p:spPr>
            <a:xfrm>
              <a:off x="5266511" y="21564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2" name="pt7272"/>
            <p:cNvSpPr/>
            <p:nvPr/>
          </p:nvSpPr>
          <p:spPr>
            <a:xfrm>
              <a:off x="5297116" y="21473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3" name="pt7273"/>
            <p:cNvSpPr/>
            <p:nvPr/>
          </p:nvSpPr>
          <p:spPr>
            <a:xfrm>
              <a:off x="5424605" y="20499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4" name="pt7274"/>
            <p:cNvSpPr/>
            <p:nvPr/>
          </p:nvSpPr>
          <p:spPr>
            <a:xfrm>
              <a:off x="5619595" y="19435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5" name="pt7275"/>
            <p:cNvSpPr/>
            <p:nvPr/>
          </p:nvSpPr>
          <p:spPr>
            <a:xfrm>
              <a:off x="5739401" y="18915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6" name="pt7276"/>
            <p:cNvSpPr/>
            <p:nvPr/>
          </p:nvSpPr>
          <p:spPr>
            <a:xfrm>
              <a:off x="5475788" y="19863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7" name="pt7277"/>
            <p:cNvSpPr/>
            <p:nvPr/>
          </p:nvSpPr>
          <p:spPr>
            <a:xfrm>
              <a:off x="5463778" y="19633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8" name="pt7278"/>
            <p:cNvSpPr/>
            <p:nvPr/>
          </p:nvSpPr>
          <p:spPr>
            <a:xfrm>
              <a:off x="5731151" y="18570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9" name="pt7279"/>
            <p:cNvSpPr/>
            <p:nvPr/>
          </p:nvSpPr>
          <p:spPr>
            <a:xfrm>
              <a:off x="5364584" y="21908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0" name="pt7280"/>
            <p:cNvSpPr/>
            <p:nvPr/>
          </p:nvSpPr>
          <p:spPr>
            <a:xfrm>
              <a:off x="5559687" y="23257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1" name="pt7281"/>
            <p:cNvSpPr/>
            <p:nvPr/>
          </p:nvSpPr>
          <p:spPr>
            <a:xfrm>
              <a:off x="5480344" y="19673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2" name="pt7282"/>
            <p:cNvSpPr/>
            <p:nvPr/>
          </p:nvSpPr>
          <p:spPr>
            <a:xfrm>
              <a:off x="5813252" y="2087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3" name="pt7283"/>
            <p:cNvSpPr/>
            <p:nvPr/>
          </p:nvSpPr>
          <p:spPr>
            <a:xfrm>
              <a:off x="5436067" y="2101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4" name="pt7284"/>
            <p:cNvSpPr/>
            <p:nvPr/>
          </p:nvSpPr>
          <p:spPr>
            <a:xfrm>
              <a:off x="5668602" y="18663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5" name="pt7285"/>
            <p:cNvSpPr/>
            <p:nvPr/>
          </p:nvSpPr>
          <p:spPr>
            <a:xfrm>
              <a:off x="5253432" y="21077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6" name="pt7286"/>
            <p:cNvSpPr/>
            <p:nvPr/>
          </p:nvSpPr>
          <p:spPr>
            <a:xfrm>
              <a:off x="5352649" y="21590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7" name="pt7287"/>
            <p:cNvSpPr/>
            <p:nvPr/>
          </p:nvSpPr>
          <p:spPr>
            <a:xfrm>
              <a:off x="5829260" y="18579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8" name="pt7288"/>
            <p:cNvSpPr/>
            <p:nvPr/>
          </p:nvSpPr>
          <p:spPr>
            <a:xfrm>
              <a:off x="5607784" y="20422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9" name="pt7289"/>
            <p:cNvSpPr/>
            <p:nvPr/>
          </p:nvSpPr>
          <p:spPr>
            <a:xfrm>
              <a:off x="5200648" y="23258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0" name="pt7290"/>
            <p:cNvSpPr/>
            <p:nvPr/>
          </p:nvSpPr>
          <p:spPr>
            <a:xfrm>
              <a:off x="5120861" y="25464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1" name="pt7291"/>
            <p:cNvSpPr/>
            <p:nvPr/>
          </p:nvSpPr>
          <p:spPr>
            <a:xfrm>
              <a:off x="5440759" y="22905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2" name="pt7292"/>
            <p:cNvSpPr/>
            <p:nvPr/>
          </p:nvSpPr>
          <p:spPr>
            <a:xfrm>
              <a:off x="5794016" y="18826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3" name="pt7293"/>
            <p:cNvSpPr/>
            <p:nvPr/>
          </p:nvSpPr>
          <p:spPr>
            <a:xfrm>
              <a:off x="5176210" y="25823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4" name="pt7294"/>
            <p:cNvSpPr/>
            <p:nvPr/>
          </p:nvSpPr>
          <p:spPr>
            <a:xfrm>
              <a:off x="5549507" y="22155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5" name="pt7295"/>
            <p:cNvSpPr/>
            <p:nvPr/>
          </p:nvSpPr>
          <p:spPr>
            <a:xfrm>
              <a:off x="5140628" y="26104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6" name="pt7296"/>
            <p:cNvSpPr/>
            <p:nvPr/>
          </p:nvSpPr>
          <p:spPr>
            <a:xfrm>
              <a:off x="5413536" y="22131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7" name="pt7297"/>
            <p:cNvSpPr/>
            <p:nvPr/>
          </p:nvSpPr>
          <p:spPr>
            <a:xfrm>
              <a:off x="5798667" y="16356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8" name="pt7298"/>
            <p:cNvSpPr/>
            <p:nvPr/>
          </p:nvSpPr>
          <p:spPr>
            <a:xfrm>
              <a:off x="5466091" y="19406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9" name="pt7299"/>
            <p:cNvSpPr/>
            <p:nvPr/>
          </p:nvSpPr>
          <p:spPr>
            <a:xfrm>
              <a:off x="5477534" y="20718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0" name="pt7300"/>
            <p:cNvSpPr/>
            <p:nvPr/>
          </p:nvSpPr>
          <p:spPr>
            <a:xfrm>
              <a:off x="4975134" y="25811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1" name="pt7301"/>
            <p:cNvSpPr/>
            <p:nvPr/>
          </p:nvSpPr>
          <p:spPr>
            <a:xfrm>
              <a:off x="5282057" y="22017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2" name="pt7302"/>
            <p:cNvSpPr/>
            <p:nvPr/>
          </p:nvSpPr>
          <p:spPr>
            <a:xfrm>
              <a:off x="5872095" y="18024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3" name="pt7303"/>
            <p:cNvSpPr/>
            <p:nvPr/>
          </p:nvSpPr>
          <p:spPr>
            <a:xfrm>
              <a:off x="5620369" y="18770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4" name="pt7304"/>
            <p:cNvSpPr/>
            <p:nvPr/>
          </p:nvSpPr>
          <p:spPr>
            <a:xfrm>
              <a:off x="5532718" y="22848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5" name="pt7305"/>
            <p:cNvSpPr/>
            <p:nvPr/>
          </p:nvSpPr>
          <p:spPr>
            <a:xfrm>
              <a:off x="5584785" y="23098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6" name="pt7306"/>
            <p:cNvSpPr/>
            <p:nvPr/>
          </p:nvSpPr>
          <p:spPr>
            <a:xfrm>
              <a:off x="5279123" y="21944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7" name="pt7307"/>
            <p:cNvSpPr/>
            <p:nvPr/>
          </p:nvSpPr>
          <p:spPr>
            <a:xfrm>
              <a:off x="5667740" y="17636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8" name="pt7308"/>
            <p:cNvSpPr/>
            <p:nvPr/>
          </p:nvSpPr>
          <p:spPr>
            <a:xfrm>
              <a:off x="5278996" y="2189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9" name="pt7309"/>
            <p:cNvSpPr/>
            <p:nvPr/>
          </p:nvSpPr>
          <p:spPr>
            <a:xfrm>
              <a:off x="5207861" y="22385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0" name="pt7310"/>
            <p:cNvSpPr/>
            <p:nvPr/>
          </p:nvSpPr>
          <p:spPr>
            <a:xfrm>
              <a:off x="4729977" y="24221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1" name="pt7311"/>
            <p:cNvSpPr/>
            <p:nvPr/>
          </p:nvSpPr>
          <p:spPr>
            <a:xfrm>
              <a:off x="5249927" y="17746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2" name="pt7312"/>
            <p:cNvSpPr/>
            <p:nvPr/>
          </p:nvSpPr>
          <p:spPr>
            <a:xfrm>
              <a:off x="5595190" y="20548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3" name="pt7313"/>
            <p:cNvSpPr/>
            <p:nvPr/>
          </p:nvSpPr>
          <p:spPr>
            <a:xfrm>
              <a:off x="5292172" y="22663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4" name="pt7314"/>
            <p:cNvSpPr/>
            <p:nvPr/>
          </p:nvSpPr>
          <p:spPr>
            <a:xfrm>
              <a:off x="5389271" y="21790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5" name="pt7315"/>
            <p:cNvSpPr/>
            <p:nvPr/>
          </p:nvSpPr>
          <p:spPr>
            <a:xfrm>
              <a:off x="5467999" y="20528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6" name="pt7316"/>
            <p:cNvSpPr/>
            <p:nvPr/>
          </p:nvSpPr>
          <p:spPr>
            <a:xfrm>
              <a:off x="5579437" y="22162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7" name="pt7317"/>
            <p:cNvSpPr/>
            <p:nvPr/>
          </p:nvSpPr>
          <p:spPr>
            <a:xfrm>
              <a:off x="5114061" y="22449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8" name="pt7318"/>
            <p:cNvSpPr/>
            <p:nvPr/>
          </p:nvSpPr>
          <p:spPr>
            <a:xfrm>
              <a:off x="5829495" y="19133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9" name="pt7319"/>
            <p:cNvSpPr/>
            <p:nvPr/>
          </p:nvSpPr>
          <p:spPr>
            <a:xfrm>
              <a:off x="5661955" y="2106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0" name="pt7320"/>
            <p:cNvSpPr/>
            <p:nvPr/>
          </p:nvSpPr>
          <p:spPr>
            <a:xfrm>
              <a:off x="5750843" y="18852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1" name="pt7321"/>
            <p:cNvSpPr/>
            <p:nvPr/>
          </p:nvSpPr>
          <p:spPr>
            <a:xfrm>
              <a:off x="5457496" y="22131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2" name="pt7322"/>
            <p:cNvSpPr/>
            <p:nvPr/>
          </p:nvSpPr>
          <p:spPr>
            <a:xfrm>
              <a:off x="5781478" y="2140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3" name="pt7323"/>
            <p:cNvSpPr/>
            <p:nvPr/>
          </p:nvSpPr>
          <p:spPr>
            <a:xfrm>
              <a:off x="5328982" y="22147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4" name="pt7324"/>
            <p:cNvSpPr/>
            <p:nvPr/>
          </p:nvSpPr>
          <p:spPr>
            <a:xfrm>
              <a:off x="5550038" y="21217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5" name="pt7325"/>
            <p:cNvSpPr/>
            <p:nvPr/>
          </p:nvSpPr>
          <p:spPr>
            <a:xfrm>
              <a:off x="5291905" y="22000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6" name="pt7326"/>
            <p:cNvSpPr/>
            <p:nvPr/>
          </p:nvSpPr>
          <p:spPr>
            <a:xfrm>
              <a:off x="5726119" y="19346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7" name="pt7327"/>
            <p:cNvSpPr/>
            <p:nvPr/>
          </p:nvSpPr>
          <p:spPr>
            <a:xfrm>
              <a:off x="5668259" y="19888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8" name="pt7328"/>
            <p:cNvSpPr/>
            <p:nvPr/>
          </p:nvSpPr>
          <p:spPr>
            <a:xfrm>
              <a:off x="5790329" y="22119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9" name="pt7329"/>
            <p:cNvSpPr/>
            <p:nvPr/>
          </p:nvSpPr>
          <p:spPr>
            <a:xfrm>
              <a:off x="5490294" y="20620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0" name="pt7330"/>
            <p:cNvSpPr/>
            <p:nvPr/>
          </p:nvSpPr>
          <p:spPr>
            <a:xfrm>
              <a:off x="5223090" y="22632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1" name="pt7331"/>
            <p:cNvSpPr/>
            <p:nvPr/>
          </p:nvSpPr>
          <p:spPr>
            <a:xfrm>
              <a:off x="5694402" y="19500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2" name="pt7332"/>
            <p:cNvSpPr/>
            <p:nvPr/>
          </p:nvSpPr>
          <p:spPr>
            <a:xfrm>
              <a:off x="5647944" y="21076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3" name="pt7333"/>
            <p:cNvSpPr/>
            <p:nvPr/>
          </p:nvSpPr>
          <p:spPr>
            <a:xfrm>
              <a:off x="5315071" y="22011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4" name="pt7334"/>
            <p:cNvSpPr/>
            <p:nvPr/>
          </p:nvSpPr>
          <p:spPr>
            <a:xfrm>
              <a:off x="5259794" y="22225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5" name="pt7335"/>
            <p:cNvSpPr/>
            <p:nvPr/>
          </p:nvSpPr>
          <p:spPr>
            <a:xfrm>
              <a:off x="5214391" y="22380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6" name="pt7336"/>
            <p:cNvSpPr/>
            <p:nvPr/>
          </p:nvSpPr>
          <p:spPr>
            <a:xfrm>
              <a:off x="5632476" y="2156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7" name="pt7337"/>
            <p:cNvSpPr/>
            <p:nvPr/>
          </p:nvSpPr>
          <p:spPr>
            <a:xfrm>
              <a:off x="5256446" y="20057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8" name="pt7338"/>
            <p:cNvSpPr/>
            <p:nvPr/>
          </p:nvSpPr>
          <p:spPr>
            <a:xfrm>
              <a:off x="5785831" y="20472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9" name="pt7339"/>
            <p:cNvSpPr/>
            <p:nvPr/>
          </p:nvSpPr>
          <p:spPr>
            <a:xfrm>
              <a:off x="5158532" y="27610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0" name="pt7340"/>
            <p:cNvSpPr/>
            <p:nvPr/>
          </p:nvSpPr>
          <p:spPr>
            <a:xfrm>
              <a:off x="5600133" y="19461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1" name="pt7341"/>
            <p:cNvSpPr/>
            <p:nvPr/>
          </p:nvSpPr>
          <p:spPr>
            <a:xfrm>
              <a:off x="5500738" y="21655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2" name="pt7342"/>
            <p:cNvSpPr/>
            <p:nvPr/>
          </p:nvSpPr>
          <p:spPr>
            <a:xfrm>
              <a:off x="5526266" y="21473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3" name="pt7343"/>
            <p:cNvSpPr/>
            <p:nvPr/>
          </p:nvSpPr>
          <p:spPr>
            <a:xfrm>
              <a:off x="5389898" y="21696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4" name="pt7344"/>
            <p:cNvSpPr/>
            <p:nvPr/>
          </p:nvSpPr>
          <p:spPr>
            <a:xfrm>
              <a:off x="5664611" y="19215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5" name="pt7345"/>
            <p:cNvSpPr/>
            <p:nvPr/>
          </p:nvSpPr>
          <p:spPr>
            <a:xfrm>
              <a:off x="5605688" y="19492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6" name="pt7346"/>
            <p:cNvSpPr/>
            <p:nvPr/>
          </p:nvSpPr>
          <p:spPr>
            <a:xfrm>
              <a:off x="5617877" y="19968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7" name="pt7347"/>
            <p:cNvSpPr/>
            <p:nvPr/>
          </p:nvSpPr>
          <p:spPr>
            <a:xfrm>
              <a:off x="5351993" y="22093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8" name="pt7348"/>
            <p:cNvSpPr/>
            <p:nvPr/>
          </p:nvSpPr>
          <p:spPr>
            <a:xfrm>
              <a:off x="5576676" y="22513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9" name="pt7349"/>
            <p:cNvSpPr/>
            <p:nvPr/>
          </p:nvSpPr>
          <p:spPr>
            <a:xfrm>
              <a:off x="5568899" y="21784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0" name="pt7350"/>
            <p:cNvSpPr/>
            <p:nvPr/>
          </p:nvSpPr>
          <p:spPr>
            <a:xfrm>
              <a:off x="5168482" y="25312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1" name="pt7351"/>
            <p:cNvSpPr/>
            <p:nvPr/>
          </p:nvSpPr>
          <p:spPr>
            <a:xfrm>
              <a:off x="5222862" y="22082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2" name="pt7352"/>
            <p:cNvSpPr/>
            <p:nvPr/>
          </p:nvSpPr>
          <p:spPr>
            <a:xfrm>
              <a:off x="5440793" y="23099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3" name="pt7353"/>
            <p:cNvSpPr/>
            <p:nvPr/>
          </p:nvSpPr>
          <p:spPr>
            <a:xfrm>
              <a:off x="5878422" y="17400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4" name="pt7354"/>
            <p:cNvSpPr/>
            <p:nvPr/>
          </p:nvSpPr>
          <p:spPr>
            <a:xfrm>
              <a:off x="6000760" y="23194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5" name="pt7355"/>
            <p:cNvSpPr/>
            <p:nvPr/>
          </p:nvSpPr>
          <p:spPr>
            <a:xfrm>
              <a:off x="5765398" y="19921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6" name="pt7356"/>
            <p:cNvSpPr/>
            <p:nvPr/>
          </p:nvSpPr>
          <p:spPr>
            <a:xfrm>
              <a:off x="5384904" y="21182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7" name="pt7357"/>
            <p:cNvSpPr/>
            <p:nvPr/>
          </p:nvSpPr>
          <p:spPr>
            <a:xfrm>
              <a:off x="5352535" y="22306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8" name="pt7358"/>
            <p:cNvSpPr/>
            <p:nvPr/>
          </p:nvSpPr>
          <p:spPr>
            <a:xfrm>
              <a:off x="5430309" y="21980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9" name="pt7359"/>
            <p:cNvSpPr/>
            <p:nvPr/>
          </p:nvSpPr>
          <p:spPr>
            <a:xfrm>
              <a:off x="5438084" y="21864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0" name="pt7360"/>
            <p:cNvSpPr/>
            <p:nvPr/>
          </p:nvSpPr>
          <p:spPr>
            <a:xfrm>
              <a:off x="5233515" y="20941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1" name="pt7361"/>
            <p:cNvSpPr/>
            <p:nvPr/>
          </p:nvSpPr>
          <p:spPr>
            <a:xfrm>
              <a:off x="5645236" y="19632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2" name="pt7362"/>
            <p:cNvSpPr/>
            <p:nvPr/>
          </p:nvSpPr>
          <p:spPr>
            <a:xfrm>
              <a:off x="5312213" y="20237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3" name="pt7363"/>
            <p:cNvSpPr/>
            <p:nvPr/>
          </p:nvSpPr>
          <p:spPr>
            <a:xfrm>
              <a:off x="5385491" y="22230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4" name="pt7364"/>
            <p:cNvSpPr/>
            <p:nvPr/>
          </p:nvSpPr>
          <p:spPr>
            <a:xfrm>
              <a:off x="5576422" y="22330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5" name="pt7365"/>
            <p:cNvSpPr/>
            <p:nvPr/>
          </p:nvSpPr>
          <p:spPr>
            <a:xfrm>
              <a:off x="5402793" y="22599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6" name="pt7366"/>
            <p:cNvSpPr/>
            <p:nvPr/>
          </p:nvSpPr>
          <p:spPr>
            <a:xfrm>
              <a:off x="5552243" y="23127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7" name="pt7367"/>
            <p:cNvSpPr/>
            <p:nvPr/>
          </p:nvSpPr>
          <p:spPr>
            <a:xfrm>
              <a:off x="5679256" y="16233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8" name="pt7368"/>
            <p:cNvSpPr/>
            <p:nvPr/>
          </p:nvSpPr>
          <p:spPr>
            <a:xfrm>
              <a:off x="5023959" y="2640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9" name="pt7369"/>
            <p:cNvSpPr/>
            <p:nvPr/>
          </p:nvSpPr>
          <p:spPr>
            <a:xfrm>
              <a:off x="5308967" y="1968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0" name="pt7370"/>
            <p:cNvSpPr/>
            <p:nvPr/>
          </p:nvSpPr>
          <p:spPr>
            <a:xfrm>
              <a:off x="5544426" y="20341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1" name="pt7371"/>
            <p:cNvSpPr/>
            <p:nvPr/>
          </p:nvSpPr>
          <p:spPr>
            <a:xfrm>
              <a:off x="5295175" y="22547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2" name="pt7372"/>
            <p:cNvSpPr/>
            <p:nvPr/>
          </p:nvSpPr>
          <p:spPr>
            <a:xfrm>
              <a:off x="5829825" y="18481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3" name="pt7373"/>
            <p:cNvSpPr/>
            <p:nvPr/>
          </p:nvSpPr>
          <p:spPr>
            <a:xfrm>
              <a:off x="5538317" y="20617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4" name="pt7374"/>
            <p:cNvSpPr/>
            <p:nvPr/>
          </p:nvSpPr>
          <p:spPr>
            <a:xfrm>
              <a:off x="5314099" y="21168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5" name="pt7375"/>
            <p:cNvSpPr/>
            <p:nvPr/>
          </p:nvSpPr>
          <p:spPr>
            <a:xfrm>
              <a:off x="4993079" y="24182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6" name="pt7376"/>
            <p:cNvSpPr/>
            <p:nvPr/>
          </p:nvSpPr>
          <p:spPr>
            <a:xfrm>
              <a:off x="5163979" y="25817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7" name="pt7377"/>
            <p:cNvSpPr/>
            <p:nvPr/>
          </p:nvSpPr>
          <p:spPr>
            <a:xfrm>
              <a:off x="5248956" y="18802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8" name="pt7378"/>
            <p:cNvSpPr/>
            <p:nvPr/>
          </p:nvSpPr>
          <p:spPr>
            <a:xfrm>
              <a:off x="5606676" y="19608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9" name="pt7379"/>
            <p:cNvSpPr/>
            <p:nvPr/>
          </p:nvSpPr>
          <p:spPr>
            <a:xfrm>
              <a:off x="5454741" y="20900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0" name="pt7380"/>
            <p:cNvSpPr/>
            <p:nvPr/>
          </p:nvSpPr>
          <p:spPr>
            <a:xfrm>
              <a:off x="5775341" y="18267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1" name="pt7381"/>
            <p:cNvSpPr/>
            <p:nvPr/>
          </p:nvSpPr>
          <p:spPr>
            <a:xfrm>
              <a:off x="5792061" y="19619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2" name="pt7382"/>
            <p:cNvSpPr/>
            <p:nvPr/>
          </p:nvSpPr>
          <p:spPr>
            <a:xfrm>
              <a:off x="5524103" y="22304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3" name="pt7383"/>
            <p:cNvSpPr/>
            <p:nvPr/>
          </p:nvSpPr>
          <p:spPr>
            <a:xfrm>
              <a:off x="5457547" y="21494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4" name="pt7384"/>
            <p:cNvSpPr/>
            <p:nvPr/>
          </p:nvSpPr>
          <p:spPr>
            <a:xfrm>
              <a:off x="5460194" y="19965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5" name="pt7385"/>
            <p:cNvSpPr/>
            <p:nvPr/>
          </p:nvSpPr>
          <p:spPr>
            <a:xfrm>
              <a:off x="5574126" y="22745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6" name="pt7386"/>
            <p:cNvSpPr/>
            <p:nvPr/>
          </p:nvSpPr>
          <p:spPr>
            <a:xfrm>
              <a:off x="5171215" y="28745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7" name="pt7387"/>
            <p:cNvSpPr/>
            <p:nvPr/>
          </p:nvSpPr>
          <p:spPr>
            <a:xfrm>
              <a:off x="5851762" y="18236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8" name="pt7388"/>
            <p:cNvSpPr/>
            <p:nvPr/>
          </p:nvSpPr>
          <p:spPr>
            <a:xfrm>
              <a:off x="5404806" y="22228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9" name="pt7389"/>
            <p:cNvSpPr/>
            <p:nvPr/>
          </p:nvSpPr>
          <p:spPr>
            <a:xfrm>
              <a:off x="5397512" y="21495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0" name="pt7390"/>
            <p:cNvSpPr/>
            <p:nvPr/>
          </p:nvSpPr>
          <p:spPr>
            <a:xfrm>
              <a:off x="5578205" y="22626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1" name="pt7391"/>
            <p:cNvSpPr/>
            <p:nvPr/>
          </p:nvSpPr>
          <p:spPr>
            <a:xfrm>
              <a:off x="5261804" y="21887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2" name="pt7392"/>
            <p:cNvSpPr/>
            <p:nvPr/>
          </p:nvSpPr>
          <p:spPr>
            <a:xfrm>
              <a:off x="5795748" y="21336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3" name="pt7393"/>
            <p:cNvSpPr/>
            <p:nvPr/>
          </p:nvSpPr>
          <p:spPr>
            <a:xfrm>
              <a:off x="5136632" y="26901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4" name="pt7394"/>
            <p:cNvSpPr/>
            <p:nvPr/>
          </p:nvSpPr>
          <p:spPr>
            <a:xfrm>
              <a:off x="5534520" y="21704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5" name="pt7395"/>
            <p:cNvSpPr/>
            <p:nvPr/>
          </p:nvSpPr>
          <p:spPr>
            <a:xfrm>
              <a:off x="5729003" y="17971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6" name="pt7396"/>
            <p:cNvSpPr/>
            <p:nvPr/>
          </p:nvSpPr>
          <p:spPr>
            <a:xfrm>
              <a:off x="5430932" y="21681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7" name="pt7397"/>
            <p:cNvSpPr/>
            <p:nvPr/>
          </p:nvSpPr>
          <p:spPr>
            <a:xfrm>
              <a:off x="5585352" y="22985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8" name="pt7398"/>
            <p:cNvSpPr/>
            <p:nvPr/>
          </p:nvSpPr>
          <p:spPr>
            <a:xfrm>
              <a:off x="5502331" y="22034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9" name="pt7399"/>
            <p:cNvSpPr/>
            <p:nvPr/>
          </p:nvSpPr>
          <p:spPr>
            <a:xfrm>
              <a:off x="5217529" y="22251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0" name="pt7400"/>
            <p:cNvSpPr/>
            <p:nvPr/>
          </p:nvSpPr>
          <p:spPr>
            <a:xfrm>
              <a:off x="5362972" y="22015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1" name="pt7401"/>
            <p:cNvSpPr/>
            <p:nvPr/>
          </p:nvSpPr>
          <p:spPr>
            <a:xfrm>
              <a:off x="5336920" y="21164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2" name="pt7402"/>
            <p:cNvSpPr/>
            <p:nvPr/>
          </p:nvSpPr>
          <p:spPr>
            <a:xfrm>
              <a:off x="5691027" y="17213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3" name="pt7403"/>
            <p:cNvSpPr/>
            <p:nvPr/>
          </p:nvSpPr>
          <p:spPr>
            <a:xfrm>
              <a:off x="5718374" y="19382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4" name="pt7404"/>
            <p:cNvSpPr/>
            <p:nvPr/>
          </p:nvSpPr>
          <p:spPr>
            <a:xfrm>
              <a:off x="5225725" y="20980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5" name="pt7405"/>
            <p:cNvSpPr/>
            <p:nvPr/>
          </p:nvSpPr>
          <p:spPr>
            <a:xfrm>
              <a:off x="5183283" y="25540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6" name="pt7406"/>
            <p:cNvSpPr/>
            <p:nvPr/>
          </p:nvSpPr>
          <p:spPr>
            <a:xfrm>
              <a:off x="5088153" y="24692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7" name="pt7407"/>
            <p:cNvSpPr/>
            <p:nvPr/>
          </p:nvSpPr>
          <p:spPr>
            <a:xfrm>
              <a:off x="5179359" y="24666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8" name="pt7408"/>
            <p:cNvSpPr/>
            <p:nvPr/>
          </p:nvSpPr>
          <p:spPr>
            <a:xfrm>
              <a:off x="5039963" y="20434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9" name="pt7409"/>
            <p:cNvSpPr/>
            <p:nvPr/>
          </p:nvSpPr>
          <p:spPr>
            <a:xfrm>
              <a:off x="5299880" y="21800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0" name="pt7410"/>
            <p:cNvSpPr/>
            <p:nvPr/>
          </p:nvSpPr>
          <p:spPr>
            <a:xfrm>
              <a:off x="5165029" y="27854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1" name="pt7411"/>
            <p:cNvSpPr/>
            <p:nvPr/>
          </p:nvSpPr>
          <p:spPr>
            <a:xfrm>
              <a:off x="5459571" y="20128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2" name="pt7412"/>
            <p:cNvSpPr/>
            <p:nvPr/>
          </p:nvSpPr>
          <p:spPr>
            <a:xfrm>
              <a:off x="5741194" y="1914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3" name="pt7413"/>
            <p:cNvSpPr/>
            <p:nvPr/>
          </p:nvSpPr>
          <p:spPr>
            <a:xfrm>
              <a:off x="5246234" y="21198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4" name="pt7414"/>
            <p:cNvSpPr/>
            <p:nvPr/>
          </p:nvSpPr>
          <p:spPr>
            <a:xfrm>
              <a:off x="5428882" y="21343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5" name="pt7415"/>
            <p:cNvSpPr/>
            <p:nvPr/>
          </p:nvSpPr>
          <p:spPr>
            <a:xfrm>
              <a:off x="5552222" y="23107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6" name="pt7416"/>
            <p:cNvSpPr/>
            <p:nvPr/>
          </p:nvSpPr>
          <p:spPr>
            <a:xfrm>
              <a:off x="5646499" y="20087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7" name="pt7417"/>
            <p:cNvSpPr/>
            <p:nvPr/>
          </p:nvSpPr>
          <p:spPr>
            <a:xfrm>
              <a:off x="5096462" y="24142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8" name="pt7418"/>
            <p:cNvSpPr/>
            <p:nvPr/>
          </p:nvSpPr>
          <p:spPr>
            <a:xfrm>
              <a:off x="5702394" y="1985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9" name="pt7419"/>
            <p:cNvSpPr/>
            <p:nvPr/>
          </p:nvSpPr>
          <p:spPr>
            <a:xfrm>
              <a:off x="4907590" y="2846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0" name="pt7420"/>
            <p:cNvSpPr/>
            <p:nvPr/>
          </p:nvSpPr>
          <p:spPr>
            <a:xfrm>
              <a:off x="5016096" y="24570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1" name="pt7421"/>
            <p:cNvSpPr/>
            <p:nvPr/>
          </p:nvSpPr>
          <p:spPr>
            <a:xfrm>
              <a:off x="5299674" y="21872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2" name="pt7422"/>
            <p:cNvSpPr/>
            <p:nvPr/>
          </p:nvSpPr>
          <p:spPr>
            <a:xfrm>
              <a:off x="5212706" y="21827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3" name="pt7423"/>
            <p:cNvSpPr/>
            <p:nvPr/>
          </p:nvSpPr>
          <p:spPr>
            <a:xfrm>
              <a:off x="5766901" y="19666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4" name="pt7424"/>
            <p:cNvSpPr/>
            <p:nvPr/>
          </p:nvSpPr>
          <p:spPr>
            <a:xfrm>
              <a:off x="5376008" y="21844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5" name="pt7425"/>
            <p:cNvSpPr/>
            <p:nvPr/>
          </p:nvSpPr>
          <p:spPr>
            <a:xfrm>
              <a:off x="5189837" y="23452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6" name="pt7426"/>
            <p:cNvSpPr/>
            <p:nvPr/>
          </p:nvSpPr>
          <p:spPr>
            <a:xfrm>
              <a:off x="5407070" y="22186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7" name="pt7427"/>
            <p:cNvSpPr/>
            <p:nvPr/>
          </p:nvSpPr>
          <p:spPr>
            <a:xfrm>
              <a:off x="5322404" y="22457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8" name="pt7428"/>
            <p:cNvSpPr/>
            <p:nvPr/>
          </p:nvSpPr>
          <p:spPr>
            <a:xfrm>
              <a:off x="5253331" y="19120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9" name="pt7429"/>
            <p:cNvSpPr/>
            <p:nvPr/>
          </p:nvSpPr>
          <p:spPr>
            <a:xfrm>
              <a:off x="5929022" y="19810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0" name="pt7430"/>
            <p:cNvSpPr/>
            <p:nvPr/>
          </p:nvSpPr>
          <p:spPr>
            <a:xfrm>
              <a:off x="5582834" y="22875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1" name="pt7431"/>
            <p:cNvSpPr/>
            <p:nvPr/>
          </p:nvSpPr>
          <p:spPr>
            <a:xfrm>
              <a:off x="5279867" y="22599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2" name="pt7432"/>
            <p:cNvSpPr/>
            <p:nvPr/>
          </p:nvSpPr>
          <p:spPr>
            <a:xfrm>
              <a:off x="5609105" y="21587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3" name="pt7433"/>
            <p:cNvSpPr/>
            <p:nvPr/>
          </p:nvSpPr>
          <p:spPr>
            <a:xfrm>
              <a:off x="5735600" y="18227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4" name="pt7434"/>
            <p:cNvSpPr/>
            <p:nvPr/>
          </p:nvSpPr>
          <p:spPr>
            <a:xfrm>
              <a:off x="5355018" y="22577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5" name="pt7435"/>
            <p:cNvSpPr/>
            <p:nvPr/>
          </p:nvSpPr>
          <p:spPr>
            <a:xfrm>
              <a:off x="5175197" y="25887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6" name="pt7436"/>
            <p:cNvSpPr/>
            <p:nvPr/>
          </p:nvSpPr>
          <p:spPr>
            <a:xfrm>
              <a:off x="5491473" y="20047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7" name="pt7437"/>
            <p:cNvSpPr/>
            <p:nvPr/>
          </p:nvSpPr>
          <p:spPr>
            <a:xfrm>
              <a:off x="5455665" y="21168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8" name="pt7438"/>
            <p:cNvSpPr/>
            <p:nvPr/>
          </p:nvSpPr>
          <p:spPr>
            <a:xfrm>
              <a:off x="5534967" y="21594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9" name="pt7439"/>
            <p:cNvSpPr/>
            <p:nvPr/>
          </p:nvSpPr>
          <p:spPr>
            <a:xfrm>
              <a:off x="5608558" y="21320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0" name="pt7440"/>
            <p:cNvSpPr/>
            <p:nvPr/>
          </p:nvSpPr>
          <p:spPr>
            <a:xfrm>
              <a:off x="4975652" y="25830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1" name="pt7441"/>
            <p:cNvSpPr/>
            <p:nvPr/>
          </p:nvSpPr>
          <p:spPr>
            <a:xfrm>
              <a:off x="5282899" y="22569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2" name="pt7442"/>
            <p:cNvSpPr/>
            <p:nvPr/>
          </p:nvSpPr>
          <p:spPr>
            <a:xfrm>
              <a:off x="5078674" y="26669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3" name="pt7443"/>
            <p:cNvSpPr/>
            <p:nvPr/>
          </p:nvSpPr>
          <p:spPr>
            <a:xfrm>
              <a:off x="4839848" y="2445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4" name="pt7444"/>
            <p:cNvSpPr/>
            <p:nvPr/>
          </p:nvSpPr>
          <p:spPr>
            <a:xfrm>
              <a:off x="5390751" y="21051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5" name="pt7445"/>
            <p:cNvSpPr/>
            <p:nvPr/>
          </p:nvSpPr>
          <p:spPr>
            <a:xfrm>
              <a:off x="5468748" y="20367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6" name="pt7446"/>
            <p:cNvSpPr/>
            <p:nvPr/>
          </p:nvSpPr>
          <p:spPr>
            <a:xfrm>
              <a:off x="5186518" y="23818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7" name="pt7447"/>
            <p:cNvSpPr/>
            <p:nvPr/>
          </p:nvSpPr>
          <p:spPr>
            <a:xfrm>
              <a:off x="5404064" y="21839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8" name="pt7448"/>
            <p:cNvSpPr/>
            <p:nvPr/>
          </p:nvSpPr>
          <p:spPr>
            <a:xfrm>
              <a:off x="5675828" y="18519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9" name="pt7449"/>
            <p:cNvSpPr/>
            <p:nvPr/>
          </p:nvSpPr>
          <p:spPr>
            <a:xfrm>
              <a:off x="4836184" y="26171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0" name="pt7450"/>
            <p:cNvSpPr/>
            <p:nvPr/>
          </p:nvSpPr>
          <p:spPr>
            <a:xfrm>
              <a:off x="5469443" y="1946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1" name="pt7451"/>
            <p:cNvSpPr/>
            <p:nvPr/>
          </p:nvSpPr>
          <p:spPr>
            <a:xfrm>
              <a:off x="5297200" y="20445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2" name="pt7452"/>
            <p:cNvSpPr/>
            <p:nvPr/>
          </p:nvSpPr>
          <p:spPr>
            <a:xfrm>
              <a:off x="5128034" y="27087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3" name="pt7453"/>
            <p:cNvSpPr/>
            <p:nvPr/>
          </p:nvSpPr>
          <p:spPr>
            <a:xfrm>
              <a:off x="5409922" y="22123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4" name="pt7454"/>
            <p:cNvSpPr/>
            <p:nvPr/>
          </p:nvSpPr>
          <p:spPr>
            <a:xfrm>
              <a:off x="5808813" y="18282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5" name="pt7455"/>
            <p:cNvSpPr/>
            <p:nvPr/>
          </p:nvSpPr>
          <p:spPr>
            <a:xfrm>
              <a:off x="6101103" y="17373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6" name="pt7456"/>
            <p:cNvSpPr/>
            <p:nvPr/>
          </p:nvSpPr>
          <p:spPr>
            <a:xfrm>
              <a:off x="5456012" y="20138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7" name="pt7457"/>
            <p:cNvSpPr/>
            <p:nvPr/>
          </p:nvSpPr>
          <p:spPr>
            <a:xfrm>
              <a:off x="5313997" y="21161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8" name="pt7458"/>
            <p:cNvSpPr/>
            <p:nvPr/>
          </p:nvSpPr>
          <p:spPr>
            <a:xfrm>
              <a:off x="5896251" y="13950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9" name="pt7459"/>
            <p:cNvSpPr/>
            <p:nvPr/>
          </p:nvSpPr>
          <p:spPr>
            <a:xfrm>
              <a:off x="5287048" y="20381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0" name="pt7460"/>
            <p:cNvSpPr/>
            <p:nvPr/>
          </p:nvSpPr>
          <p:spPr>
            <a:xfrm>
              <a:off x="5441433" y="22062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1" name="pt7461"/>
            <p:cNvSpPr/>
            <p:nvPr/>
          </p:nvSpPr>
          <p:spPr>
            <a:xfrm>
              <a:off x="5757348" y="20493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2" name="pt7462"/>
            <p:cNvSpPr/>
            <p:nvPr/>
          </p:nvSpPr>
          <p:spPr>
            <a:xfrm>
              <a:off x="5275794" y="20803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3" name="pt7463"/>
            <p:cNvSpPr/>
            <p:nvPr/>
          </p:nvSpPr>
          <p:spPr>
            <a:xfrm>
              <a:off x="5330193" y="20942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4" name="pt7464"/>
            <p:cNvSpPr/>
            <p:nvPr/>
          </p:nvSpPr>
          <p:spPr>
            <a:xfrm>
              <a:off x="5475932" y="19195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5" name="pt7465"/>
            <p:cNvSpPr/>
            <p:nvPr/>
          </p:nvSpPr>
          <p:spPr>
            <a:xfrm>
              <a:off x="5698573" y="20502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6" name="pt7466"/>
            <p:cNvSpPr/>
            <p:nvPr/>
          </p:nvSpPr>
          <p:spPr>
            <a:xfrm>
              <a:off x="5152336" y="27801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7" name="pt7467"/>
            <p:cNvSpPr/>
            <p:nvPr/>
          </p:nvSpPr>
          <p:spPr>
            <a:xfrm>
              <a:off x="5506066" y="21600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8" name="pt7468"/>
            <p:cNvSpPr/>
            <p:nvPr/>
          </p:nvSpPr>
          <p:spPr>
            <a:xfrm>
              <a:off x="5154966" y="27359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9" name="pt7469"/>
            <p:cNvSpPr/>
            <p:nvPr/>
          </p:nvSpPr>
          <p:spPr>
            <a:xfrm>
              <a:off x="5476154" y="1799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0" name="pt7470"/>
            <p:cNvSpPr/>
            <p:nvPr/>
          </p:nvSpPr>
          <p:spPr>
            <a:xfrm>
              <a:off x="5460702" y="20630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1" name="pt7471"/>
            <p:cNvSpPr/>
            <p:nvPr/>
          </p:nvSpPr>
          <p:spPr>
            <a:xfrm>
              <a:off x="4772860" y="23661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2" name="pt7472"/>
            <p:cNvSpPr/>
            <p:nvPr/>
          </p:nvSpPr>
          <p:spPr>
            <a:xfrm>
              <a:off x="5293143" y="2133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3" name="pt7473"/>
            <p:cNvSpPr/>
            <p:nvPr/>
          </p:nvSpPr>
          <p:spPr>
            <a:xfrm>
              <a:off x="5602343" y="1945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4" name="pt7474"/>
            <p:cNvSpPr/>
            <p:nvPr/>
          </p:nvSpPr>
          <p:spPr>
            <a:xfrm>
              <a:off x="5549465" y="22181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5" name="pt7475"/>
            <p:cNvSpPr/>
            <p:nvPr/>
          </p:nvSpPr>
          <p:spPr>
            <a:xfrm>
              <a:off x="5313110" y="20549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6" name="pt7476"/>
            <p:cNvSpPr/>
            <p:nvPr/>
          </p:nvSpPr>
          <p:spPr>
            <a:xfrm>
              <a:off x="5824030" y="18092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7" name="pt7477"/>
            <p:cNvSpPr/>
            <p:nvPr/>
          </p:nvSpPr>
          <p:spPr>
            <a:xfrm>
              <a:off x="5747451" y="19832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8" name="pt7478"/>
            <p:cNvSpPr/>
            <p:nvPr/>
          </p:nvSpPr>
          <p:spPr>
            <a:xfrm>
              <a:off x="5408197" y="21843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9" name="pt7479"/>
            <p:cNvSpPr/>
            <p:nvPr/>
          </p:nvSpPr>
          <p:spPr>
            <a:xfrm>
              <a:off x="5598663" y="21096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0" name="pt7480"/>
            <p:cNvSpPr/>
            <p:nvPr/>
          </p:nvSpPr>
          <p:spPr>
            <a:xfrm>
              <a:off x="5287749" y="21616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1" name="pt7481"/>
            <p:cNvSpPr/>
            <p:nvPr/>
          </p:nvSpPr>
          <p:spPr>
            <a:xfrm>
              <a:off x="5166422" y="26150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2" name="pt7482"/>
            <p:cNvSpPr/>
            <p:nvPr/>
          </p:nvSpPr>
          <p:spPr>
            <a:xfrm>
              <a:off x="5105853" y="17730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3" name="pt7483"/>
            <p:cNvSpPr/>
            <p:nvPr/>
          </p:nvSpPr>
          <p:spPr>
            <a:xfrm>
              <a:off x="5740905" y="1934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4" name="pt7484"/>
            <p:cNvSpPr/>
            <p:nvPr/>
          </p:nvSpPr>
          <p:spPr>
            <a:xfrm>
              <a:off x="5659808" y="21509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5" name="pt7485"/>
            <p:cNvSpPr/>
            <p:nvPr/>
          </p:nvSpPr>
          <p:spPr>
            <a:xfrm>
              <a:off x="5674358" y="17931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6" name="pt7486"/>
            <p:cNvSpPr/>
            <p:nvPr/>
          </p:nvSpPr>
          <p:spPr>
            <a:xfrm>
              <a:off x="5857221" y="18873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7" name="pt7487"/>
            <p:cNvSpPr/>
            <p:nvPr/>
          </p:nvSpPr>
          <p:spPr>
            <a:xfrm>
              <a:off x="5873852" y="15730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8" name="pt7488"/>
            <p:cNvSpPr/>
            <p:nvPr/>
          </p:nvSpPr>
          <p:spPr>
            <a:xfrm>
              <a:off x="5206597" y="22630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9" name="pt7489"/>
            <p:cNvSpPr/>
            <p:nvPr/>
          </p:nvSpPr>
          <p:spPr>
            <a:xfrm>
              <a:off x="5375289" y="22665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0" name="pt7490"/>
            <p:cNvSpPr/>
            <p:nvPr/>
          </p:nvSpPr>
          <p:spPr>
            <a:xfrm>
              <a:off x="4995051" y="24860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1" name="pt7491"/>
            <p:cNvSpPr/>
            <p:nvPr/>
          </p:nvSpPr>
          <p:spPr>
            <a:xfrm>
              <a:off x="5363939" y="2223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2" name="pt7492"/>
            <p:cNvSpPr/>
            <p:nvPr/>
          </p:nvSpPr>
          <p:spPr>
            <a:xfrm>
              <a:off x="5610108" y="20973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3" name="pt7493"/>
            <p:cNvSpPr/>
            <p:nvPr/>
          </p:nvSpPr>
          <p:spPr>
            <a:xfrm>
              <a:off x="5412623" y="22424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4" name="pt7494"/>
            <p:cNvSpPr/>
            <p:nvPr/>
          </p:nvSpPr>
          <p:spPr>
            <a:xfrm>
              <a:off x="5487828" y="21378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5" name="pt7495"/>
            <p:cNvSpPr/>
            <p:nvPr/>
          </p:nvSpPr>
          <p:spPr>
            <a:xfrm>
              <a:off x="5503418" y="22146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6" name="pt7496"/>
            <p:cNvSpPr/>
            <p:nvPr/>
          </p:nvSpPr>
          <p:spPr>
            <a:xfrm>
              <a:off x="5295653" y="2014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7" name="pt7497"/>
            <p:cNvSpPr/>
            <p:nvPr/>
          </p:nvSpPr>
          <p:spPr>
            <a:xfrm>
              <a:off x="5696172" y="19344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8" name="pt7498"/>
            <p:cNvSpPr/>
            <p:nvPr/>
          </p:nvSpPr>
          <p:spPr>
            <a:xfrm>
              <a:off x="5165201" y="27862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9" name="pt7499"/>
            <p:cNvSpPr/>
            <p:nvPr/>
          </p:nvSpPr>
          <p:spPr>
            <a:xfrm>
              <a:off x="5113255" y="22362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0" name="pt7500"/>
            <p:cNvSpPr/>
            <p:nvPr/>
          </p:nvSpPr>
          <p:spPr>
            <a:xfrm>
              <a:off x="5550349" y="22276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1" name="pt7501"/>
            <p:cNvSpPr/>
            <p:nvPr/>
          </p:nvSpPr>
          <p:spPr>
            <a:xfrm>
              <a:off x="5038526" y="23366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2" name="pt7502"/>
            <p:cNvSpPr/>
            <p:nvPr/>
          </p:nvSpPr>
          <p:spPr>
            <a:xfrm>
              <a:off x="5366563" y="22510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3" name="pt7503"/>
            <p:cNvSpPr/>
            <p:nvPr/>
          </p:nvSpPr>
          <p:spPr>
            <a:xfrm>
              <a:off x="5665318" y="19975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4" name="pt7504"/>
            <p:cNvSpPr/>
            <p:nvPr/>
          </p:nvSpPr>
          <p:spPr>
            <a:xfrm>
              <a:off x="5559931" y="2260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5" name="pt7505"/>
            <p:cNvSpPr/>
            <p:nvPr/>
          </p:nvSpPr>
          <p:spPr>
            <a:xfrm>
              <a:off x="5424199" y="22110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6" name="pt7506"/>
            <p:cNvSpPr/>
            <p:nvPr/>
          </p:nvSpPr>
          <p:spPr>
            <a:xfrm>
              <a:off x="5577144" y="22650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7" name="pt7507"/>
            <p:cNvSpPr/>
            <p:nvPr/>
          </p:nvSpPr>
          <p:spPr>
            <a:xfrm>
              <a:off x="5758808" y="19621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8" name="pt7508"/>
            <p:cNvSpPr/>
            <p:nvPr/>
          </p:nvSpPr>
          <p:spPr>
            <a:xfrm>
              <a:off x="5517036" y="23010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9" name="pt7509"/>
            <p:cNvSpPr/>
            <p:nvPr/>
          </p:nvSpPr>
          <p:spPr>
            <a:xfrm>
              <a:off x="5975281" y="12633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0" name="pt7510"/>
            <p:cNvSpPr/>
            <p:nvPr/>
          </p:nvSpPr>
          <p:spPr>
            <a:xfrm>
              <a:off x="5301401" y="21779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1" name="pt7511"/>
            <p:cNvSpPr/>
            <p:nvPr/>
          </p:nvSpPr>
          <p:spPr>
            <a:xfrm>
              <a:off x="5448432" y="22932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2" name="pt7512"/>
            <p:cNvSpPr/>
            <p:nvPr/>
          </p:nvSpPr>
          <p:spPr>
            <a:xfrm>
              <a:off x="5129677" y="26385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3" name="pt7513"/>
            <p:cNvSpPr/>
            <p:nvPr/>
          </p:nvSpPr>
          <p:spPr>
            <a:xfrm>
              <a:off x="5030809" y="23194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4" name="pt7514"/>
            <p:cNvSpPr/>
            <p:nvPr/>
          </p:nvSpPr>
          <p:spPr>
            <a:xfrm>
              <a:off x="5678965" y="16265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5" name="pt7515"/>
            <p:cNvSpPr/>
            <p:nvPr/>
          </p:nvSpPr>
          <p:spPr>
            <a:xfrm>
              <a:off x="5187212" y="20851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6" name="pt7516"/>
            <p:cNvSpPr/>
            <p:nvPr/>
          </p:nvSpPr>
          <p:spPr>
            <a:xfrm>
              <a:off x="5126487" y="27415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7" name="pt7517"/>
            <p:cNvSpPr/>
            <p:nvPr/>
          </p:nvSpPr>
          <p:spPr>
            <a:xfrm>
              <a:off x="5132695" y="24860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8" name="pt7518"/>
            <p:cNvSpPr/>
            <p:nvPr/>
          </p:nvSpPr>
          <p:spPr>
            <a:xfrm>
              <a:off x="5746400" y="20061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9" name="pt7519"/>
            <p:cNvSpPr/>
            <p:nvPr/>
          </p:nvSpPr>
          <p:spPr>
            <a:xfrm>
              <a:off x="5070258" y="24451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0" name="pt7520"/>
            <p:cNvSpPr/>
            <p:nvPr/>
          </p:nvSpPr>
          <p:spPr>
            <a:xfrm>
              <a:off x="5729144" y="1737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1" name="pt7521"/>
            <p:cNvSpPr/>
            <p:nvPr/>
          </p:nvSpPr>
          <p:spPr>
            <a:xfrm>
              <a:off x="5693515" y="2014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2" name="pt7522"/>
            <p:cNvSpPr/>
            <p:nvPr/>
          </p:nvSpPr>
          <p:spPr>
            <a:xfrm>
              <a:off x="5155793" y="27509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3" name="pt7523"/>
            <p:cNvSpPr/>
            <p:nvPr/>
          </p:nvSpPr>
          <p:spPr>
            <a:xfrm>
              <a:off x="5324241" y="22012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4" name="pt7524"/>
            <p:cNvSpPr/>
            <p:nvPr/>
          </p:nvSpPr>
          <p:spPr>
            <a:xfrm>
              <a:off x="4629572" y="25388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5" name="pt7525"/>
            <p:cNvSpPr/>
            <p:nvPr/>
          </p:nvSpPr>
          <p:spPr>
            <a:xfrm>
              <a:off x="5662337" y="2126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6" name="pt7526"/>
            <p:cNvSpPr/>
            <p:nvPr/>
          </p:nvSpPr>
          <p:spPr>
            <a:xfrm>
              <a:off x="5681805" y="16670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7" name="pt7527"/>
            <p:cNvSpPr/>
            <p:nvPr/>
          </p:nvSpPr>
          <p:spPr>
            <a:xfrm>
              <a:off x="5469525" y="20005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8" name="pt7528"/>
            <p:cNvSpPr/>
            <p:nvPr/>
          </p:nvSpPr>
          <p:spPr>
            <a:xfrm>
              <a:off x="5808103" y="20273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9" name="pt7529"/>
            <p:cNvSpPr/>
            <p:nvPr/>
          </p:nvSpPr>
          <p:spPr>
            <a:xfrm>
              <a:off x="5230619" y="21974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0" name="pt7530"/>
            <p:cNvSpPr/>
            <p:nvPr/>
          </p:nvSpPr>
          <p:spPr>
            <a:xfrm>
              <a:off x="5460777" y="21586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1" name="pt7531"/>
            <p:cNvSpPr/>
            <p:nvPr/>
          </p:nvSpPr>
          <p:spPr>
            <a:xfrm>
              <a:off x="5668039" y="19543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2" name="pt7532"/>
            <p:cNvSpPr/>
            <p:nvPr/>
          </p:nvSpPr>
          <p:spPr>
            <a:xfrm>
              <a:off x="5355242" y="21979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3" name="pt7533"/>
            <p:cNvSpPr/>
            <p:nvPr/>
          </p:nvSpPr>
          <p:spPr>
            <a:xfrm>
              <a:off x="5478134" y="19513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4" name="pt7534"/>
            <p:cNvSpPr/>
            <p:nvPr/>
          </p:nvSpPr>
          <p:spPr>
            <a:xfrm>
              <a:off x="5420714" y="2236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5" name="pt7535"/>
            <p:cNvSpPr/>
            <p:nvPr/>
          </p:nvSpPr>
          <p:spPr>
            <a:xfrm>
              <a:off x="5142404" y="25965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6" name="pt7536"/>
            <p:cNvSpPr/>
            <p:nvPr/>
          </p:nvSpPr>
          <p:spPr>
            <a:xfrm>
              <a:off x="5548788" y="2136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7" name="pt7537"/>
            <p:cNvSpPr/>
            <p:nvPr/>
          </p:nvSpPr>
          <p:spPr>
            <a:xfrm>
              <a:off x="5536919" y="21720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8" name="pt7538"/>
            <p:cNvSpPr/>
            <p:nvPr/>
          </p:nvSpPr>
          <p:spPr>
            <a:xfrm>
              <a:off x="5827224" y="20318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9" name="pt7539"/>
            <p:cNvSpPr/>
            <p:nvPr/>
          </p:nvSpPr>
          <p:spPr>
            <a:xfrm>
              <a:off x="5149023" y="2633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0" name="pt7540"/>
            <p:cNvSpPr/>
            <p:nvPr/>
          </p:nvSpPr>
          <p:spPr>
            <a:xfrm>
              <a:off x="5401200" y="21147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1" name="pt7541"/>
            <p:cNvSpPr/>
            <p:nvPr/>
          </p:nvSpPr>
          <p:spPr>
            <a:xfrm>
              <a:off x="5187474" y="21338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2" name="pt7542"/>
            <p:cNvSpPr/>
            <p:nvPr/>
          </p:nvSpPr>
          <p:spPr>
            <a:xfrm>
              <a:off x="5590560" y="19009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3" name="pt7543"/>
            <p:cNvSpPr/>
            <p:nvPr/>
          </p:nvSpPr>
          <p:spPr>
            <a:xfrm>
              <a:off x="5477257" y="20510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4" name="pt7544"/>
            <p:cNvSpPr/>
            <p:nvPr/>
          </p:nvSpPr>
          <p:spPr>
            <a:xfrm>
              <a:off x="5465276" y="1963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5" name="pt7545"/>
            <p:cNvSpPr/>
            <p:nvPr/>
          </p:nvSpPr>
          <p:spPr>
            <a:xfrm>
              <a:off x="4761533" y="25980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6" name="pt7546"/>
            <p:cNvSpPr/>
            <p:nvPr/>
          </p:nvSpPr>
          <p:spPr>
            <a:xfrm>
              <a:off x="5815861" y="18837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7" name="pt7547"/>
            <p:cNvSpPr/>
            <p:nvPr/>
          </p:nvSpPr>
          <p:spPr>
            <a:xfrm>
              <a:off x="5466848" y="20934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8" name="pt7548"/>
            <p:cNvSpPr/>
            <p:nvPr/>
          </p:nvSpPr>
          <p:spPr>
            <a:xfrm>
              <a:off x="4669050" y="23070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9" name="pt7549"/>
            <p:cNvSpPr/>
            <p:nvPr/>
          </p:nvSpPr>
          <p:spPr>
            <a:xfrm>
              <a:off x="5011697" y="26520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0" name="pt7550"/>
            <p:cNvSpPr/>
            <p:nvPr/>
          </p:nvSpPr>
          <p:spPr>
            <a:xfrm>
              <a:off x="5088279" y="25307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1" name="pt7551"/>
            <p:cNvSpPr/>
            <p:nvPr/>
          </p:nvSpPr>
          <p:spPr>
            <a:xfrm>
              <a:off x="5860587" y="16321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2" name="pt7552"/>
            <p:cNvSpPr/>
            <p:nvPr/>
          </p:nvSpPr>
          <p:spPr>
            <a:xfrm>
              <a:off x="5431049" y="2259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3" name="pt7553"/>
            <p:cNvSpPr/>
            <p:nvPr/>
          </p:nvSpPr>
          <p:spPr>
            <a:xfrm>
              <a:off x="5654739" y="20646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4" name="pt7554"/>
            <p:cNvSpPr/>
            <p:nvPr/>
          </p:nvSpPr>
          <p:spPr>
            <a:xfrm>
              <a:off x="5665878" y="19133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5" name="pt7555"/>
            <p:cNvSpPr/>
            <p:nvPr/>
          </p:nvSpPr>
          <p:spPr>
            <a:xfrm>
              <a:off x="5703873" y="19651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6" name="pt7556"/>
            <p:cNvSpPr/>
            <p:nvPr/>
          </p:nvSpPr>
          <p:spPr>
            <a:xfrm>
              <a:off x="5349430" y="22186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7" name="pt7557"/>
            <p:cNvSpPr/>
            <p:nvPr/>
          </p:nvSpPr>
          <p:spPr>
            <a:xfrm>
              <a:off x="5606225" y="20242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8" name="pt7558"/>
            <p:cNvSpPr/>
            <p:nvPr/>
          </p:nvSpPr>
          <p:spPr>
            <a:xfrm>
              <a:off x="5186421" y="24566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9" name="pt7559"/>
            <p:cNvSpPr/>
            <p:nvPr/>
          </p:nvSpPr>
          <p:spPr>
            <a:xfrm>
              <a:off x="5530059" y="21962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0" name="pt7560"/>
            <p:cNvSpPr/>
            <p:nvPr/>
          </p:nvSpPr>
          <p:spPr>
            <a:xfrm>
              <a:off x="5499474" y="22889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1" name="pt7561"/>
            <p:cNvSpPr/>
            <p:nvPr/>
          </p:nvSpPr>
          <p:spPr>
            <a:xfrm>
              <a:off x="5699520" y="20977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2" name="pt7562"/>
            <p:cNvSpPr/>
            <p:nvPr/>
          </p:nvSpPr>
          <p:spPr>
            <a:xfrm>
              <a:off x="4964086" y="17267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3" name="pt7563"/>
            <p:cNvSpPr/>
            <p:nvPr/>
          </p:nvSpPr>
          <p:spPr>
            <a:xfrm>
              <a:off x="5562110" y="21897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4" name="pt7564"/>
            <p:cNvSpPr/>
            <p:nvPr/>
          </p:nvSpPr>
          <p:spPr>
            <a:xfrm>
              <a:off x="5633140" y="21393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5" name="pt7565"/>
            <p:cNvSpPr/>
            <p:nvPr/>
          </p:nvSpPr>
          <p:spPr>
            <a:xfrm>
              <a:off x="5270488" y="21761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6" name="pt7566"/>
            <p:cNvSpPr/>
            <p:nvPr/>
          </p:nvSpPr>
          <p:spPr>
            <a:xfrm>
              <a:off x="5341236" y="21995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7" name="pt7567"/>
            <p:cNvSpPr/>
            <p:nvPr/>
          </p:nvSpPr>
          <p:spPr>
            <a:xfrm>
              <a:off x="5474633" y="20973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8" name="pt7568"/>
            <p:cNvSpPr/>
            <p:nvPr/>
          </p:nvSpPr>
          <p:spPr>
            <a:xfrm>
              <a:off x="5349705" y="21937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9" name="pt7569"/>
            <p:cNvSpPr/>
            <p:nvPr/>
          </p:nvSpPr>
          <p:spPr>
            <a:xfrm>
              <a:off x="5778483" y="19757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0" name="pt7570"/>
            <p:cNvSpPr/>
            <p:nvPr/>
          </p:nvSpPr>
          <p:spPr>
            <a:xfrm>
              <a:off x="5275069" y="21630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1" name="pt7571"/>
            <p:cNvSpPr/>
            <p:nvPr/>
          </p:nvSpPr>
          <p:spPr>
            <a:xfrm>
              <a:off x="5170354" y="27166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2" name="pt7572"/>
            <p:cNvSpPr/>
            <p:nvPr/>
          </p:nvSpPr>
          <p:spPr>
            <a:xfrm>
              <a:off x="5468652" y="20079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3" name="pt7573"/>
            <p:cNvSpPr/>
            <p:nvPr/>
          </p:nvSpPr>
          <p:spPr>
            <a:xfrm>
              <a:off x="5335648" y="21731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4" name="pt7574"/>
            <p:cNvSpPr/>
            <p:nvPr/>
          </p:nvSpPr>
          <p:spPr>
            <a:xfrm>
              <a:off x="5622923" y="18470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5" name="pt7575"/>
            <p:cNvSpPr/>
            <p:nvPr/>
          </p:nvSpPr>
          <p:spPr>
            <a:xfrm>
              <a:off x="5765675" y="19506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6" name="pt7576"/>
            <p:cNvSpPr/>
            <p:nvPr/>
          </p:nvSpPr>
          <p:spPr>
            <a:xfrm>
              <a:off x="5861682" y="19033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7" name="pt7577"/>
            <p:cNvSpPr/>
            <p:nvPr/>
          </p:nvSpPr>
          <p:spPr>
            <a:xfrm>
              <a:off x="5503761" y="21035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8" name="pt7578"/>
            <p:cNvSpPr/>
            <p:nvPr/>
          </p:nvSpPr>
          <p:spPr>
            <a:xfrm>
              <a:off x="4945600" y="18042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9" name="pt7579"/>
            <p:cNvSpPr/>
            <p:nvPr/>
          </p:nvSpPr>
          <p:spPr>
            <a:xfrm>
              <a:off x="5463022" y="20983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0" name="pt7580"/>
            <p:cNvSpPr/>
            <p:nvPr/>
          </p:nvSpPr>
          <p:spPr>
            <a:xfrm>
              <a:off x="4972083" y="25723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1" name="pt7581"/>
            <p:cNvSpPr/>
            <p:nvPr/>
          </p:nvSpPr>
          <p:spPr>
            <a:xfrm>
              <a:off x="5664029" y="18417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2" name="pt7582"/>
            <p:cNvSpPr/>
            <p:nvPr/>
          </p:nvSpPr>
          <p:spPr>
            <a:xfrm>
              <a:off x="5545413" y="21457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3" name="pt7583"/>
            <p:cNvSpPr/>
            <p:nvPr/>
          </p:nvSpPr>
          <p:spPr>
            <a:xfrm>
              <a:off x="5433353" y="22446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4" name="pt7584"/>
            <p:cNvSpPr/>
            <p:nvPr/>
          </p:nvSpPr>
          <p:spPr>
            <a:xfrm>
              <a:off x="5405503" y="2233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5" name="pt7585"/>
            <p:cNvSpPr/>
            <p:nvPr/>
          </p:nvSpPr>
          <p:spPr>
            <a:xfrm>
              <a:off x="5829718" y="19107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6" name="pt7586"/>
            <p:cNvSpPr/>
            <p:nvPr/>
          </p:nvSpPr>
          <p:spPr>
            <a:xfrm>
              <a:off x="5463706" y="20095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7" name="pt7587"/>
            <p:cNvSpPr/>
            <p:nvPr/>
          </p:nvSpPr>
          <p:spPr>
            <a:xfrm>
              <a:off x="5553375" y="21919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8" name="pt7588"/>
            <p:cNvSpPr/>
            <p:nvPr/>
          </p:nvSpPr>
          <p:spPr>
            <a:xfrm>
              <a:off x="5742953" y="17184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9" name="pt7589"/>
            <p:cNvSpPr/>
            <p:nvPr/>
          </p:nvSpPr>
          <p:spPr>
            <a:xfrm>
              <a:off x="5972724" y="19028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0" name="pt7590"/>
            <p:cNvSpPr/>
            <p:nvPr/>
          </p:nvSpPr>
          <p:spPr>
            <a:xfrm>
              <a:off x="5352181" y="22232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1" name="pt7591"/>
            <p:cNvSpPr/>
            <p:nvPr/>
          </p:nvSpPr>
          <p:spPr>
            <a:xfrm>
              <a:off x="5577261" y="21784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2" name="pt7592"/>
            <p:cNvSpPr/>
            <p:nvPr/>
          </p:nvSpPr>
          <p:spPr>
            <a:xfrm>
              <a:off x="5580418" y="23098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3" name="pt7593"/>
            <p:cNvSpPr/>
            <p:nvPr/>
          </p:nvSpPr>
          <p:spPr>
            <a:xfrm>
              <a:off x="5285525" y="22753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4" name="pt7594"/>
            <p:cNvSpPr/>
            <p:nvPr/>
          </p:nvSpPr>
          <p:spPr>
            <a:xfrm>
              <a:off x="5234781" y="21475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5" name="pt7595"/>
            <p:cNvSpPr/>
            <p:nvPr/>
          </p:nvSpPr>
          <p:spPr>
            <a:xfrm>
              <a:off x="5398671" y="22013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6" name="pt7596"/>
            <p:cNvSpPr/>
            <p:nvPr/>
          </p:nvSpPr>
          <p:spPr>
            <a:xfrm>
              <a:off x="4932251" y="17733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7" name="pt7597"/>
            <p:cNvSpPr/>
            <p:nvPr/>
          </p:nvSpPr>
          <p:spPr>
            <a:xfrm>
              <a:off x="5305649" y="20531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8" name="pt7598"/>
            <p:cNvSpPr/>
            <p:nvPr/>
          </p:nvSpPr>
          <p:spPr>
            <a:xfrm>
              <a:off x="4875997" y="28973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9" name="pt7599"/>
            <p:cNvSpPr/>
            <p:nvPr/>
          </p:nvSpPr>
          <p:spPr>
            <a:xfrm>
              <a:off x="5664778" y="2019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0" name="pt7600"/>
            <p:cNvSpPr/>
            <p:nvPr/>
          </p:nvSpPr>
          <p:spPr>
            <a:xfrm>
              <a:off x="5489394" y="21292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1" name="pt7601"/>
            <p:cNvSpPr/>
            <p:nvPr/>
          </p:nvSpPr>
          <p:spPr>
            <a:xfrm>
              <a:off x="5172119" y="27111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2" name="pt7602"/>
            <p:cNvSpPr/>
            <p:nvPr/>
          </p:nvSpPr>
          <p:spPr>
            <a:xfrm>
              <a:off x="5678058" y="17772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3" name="pt7603"/>
            <p:cNvSpPr/>
            <p:nvPr/>
          </p:nvSpPr>
          <p:spPr>
            <a:xfrm>
              <a:off x="5765910" y="21653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4" name="pt7604"/>
            <p:cNvSpPr/>
            <p:nvPr/>
          </p:nvSpPr>
          <p:spPr>
            <a:xfrm>
              <a:off x="5375575" y="22343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5" name="pt7605"/>
            <p:cNvSpPr/>
            <p:nvPr/>
          </p:nvSpPr>
          <p:spPr>
            <a:xfrm>
              <a:off x="5660945" y="21457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6" name="pt7606"/>
            <p:cNvSpPr/>
            <p:nvPr/>
          </p:nvSpPr>
          <p:spPr>
            <a:xfrm>
              <a:off x="5473137" y="20698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7" name="pt7607"/>
            <p:cNvSpPr/>
            <p:nvPr/>
          </p:nvSpPr>
          <p:spPr>
            <a:xfrm>
              <a:off x="5580116" y="22030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8" name="pt7608"/>
            <p:cNvSpPr/>
            <p:nvPr/>
          </p:nvSpPr>
          <p:spPr>
            <a:xfrm>
              <a:off x="5162398" y="28134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9" name="pt7609"/>
            <p:cNvSpPr/>
            <p:nvPr/>
          </p:nvSpPr>
          <p:spPr>
            <a:xfrm>
              <a:off x="5614992" y="19816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0" name="pt7610"/>
            <p:cNvSpPr/>
            <p:nvPr/>
          </p:nvSpPr>
          <p:spPr>
            <a:xfrm>
              <a:off x="5343570" y="21719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1" name="pt7611"/>
            <p:cNvSpPr/>
            <p:nvPr/>
          </p:nvSpPr>
          <p:spPr>
            <a:xfrm>
              <a:off x="5342178" y="22103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2" name="pt7612"/>
            <p:cNvSpPr/>
            <p:nvPr/>
          </p:nvSpPr>
          <p:spPr>
            <a:xfrm>
              <a:off x="5574213" y="22132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3" name="pt7613"/>
            <p:cNvSpPr/>
            <p:nvPr/>
          </p:nvSpPr>
          <p:spPr>
            <a:xfrm>
              <a:off x="5482391" y="21025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4" name="pt7614"/>
            <p:cNvSpPr/>
            <p:nvPr/>
          </p:nvSpPr>
          <p:spPr>
            <a:xfrm>
              <a:off x="5300378" y="2228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5" name="pt7615"/>
            <p:cNvSpPr/>
            <p:nvPr/>
          </p:nvSpPr>
          <p:spPr>
            <a:xfrm>
              <a:off x="5335118" y="21450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6" name="pt7616"/>
            <p:cNvSpPr/>
            <p:nvPr/>
          </p:nvSpPr>
          <p:spPr>
            <a:xfrm>
              <a:off x="5024647" y="23952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7" name="pt7617"/>
            <p:cNvSpPr/>
            <p:nvPr/>
          </p:nvSpPr>
          <p:spPr>
            <a:xfrm>
              <a:off x="5967431" y="16695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8" name="pt7618"/>
            <p:cNvSpPr/>
            <p:nvPr/>
          </p:nvSpPr>
          <p:spPr>
            <a:xfrm>
              <a:off x="5485050" y="20106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9" name="pt7619"/>
            <p:cNvSpPr/>
            <p:nvPr/>
          </p:nvSpPr>
          <p:spPr>
            <a:xfrm>
              <a:off x="5248853" y="19301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0" name="pt7620"/>
            <p:cNvSpPr/>
            <p:nvPr/>
          </p:nvSpPr>
          <p:spPr>
            <a:xfrm>
              <a:off x="5090405" y="25226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1" name="pt7621"/>
            <p:cNvSpPr/>
            <p:nvPr/>
          </p:nvSpPr>
          <p:spPr>
            <a:xfrm>
              <a:off x="5656524" y="2012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2" name="pt7622"/>
            <p:cNvSpPr/>
            <p:nvPr/>
          </p:nvSpPr>
          <p:spPr>
            <a:xfrm>
              <a:off x="5548137" y="21527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3" name="pt7623"/>
            <p:cNvSpPr/>
            <p:nvPr/>
          </p:nvSpPr>
          <p:spPr>
            <a:xfrm>
              <a:off x="5537241" y="21880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4" name="pt7624"/>
            <p:cNvSpPr/>
            <p:nvPr/>
          </p:nvSpPr>
          <p:spPr>
            <a:xfrm>
              <a:off x="5577197" y="21864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5" name="pt7625"/>
            <p:cNvSpPr/>
            <p:nvPr/>
          </p:nvSpPr>
          <p:spPr>
            <a:xfrm>
              <a:off x="5489760" y="20035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6" name="pt7626"/>
            <p:cNvSpPr/>
            <p:nvPr/>
          </p:nvSpPr>
          <p:spPr>
            <a:xfrm>
              <a:off x="5094970" y="24096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7" name="pt7627"/>
            <p:cNvSpPr/>
            <p:nvPr/>
          </p:nvSpPr>
          <p:spPr>
            <a:xfrm>
              <a:off x="5419161" y="22238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8" name="pt7628"/>
            <p:cNvSpPr/>
            <p:nvPr/>
          </p:nvSpPr>
          <p:spPr>
            <a:xfrm>
              <a:off x="4948744" y="21302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9" name="pt7629"/>
            <p:cNvSpPr/>
            <p:nvPr/>
          </p:nvSpPr>
          <p:spPr>
            <a:xfrm>
              <a:off x="5620860" y="19157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0" name="pt7630"/>
            <p:cNvSpPr/>
            <p:nvPr/>
          </p:nvSpPr>
          <p:spPr>
            <a:xfrm>
              <a:off x="5396029" y="21697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1" name="pt7631"/>
            <p:cNvSpPr/>
            <p:nvPr/>
          </p:nvSpPr>
          <p:spPr>
            <a:xfrm>
              <a:off x="5107215" y="17717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2" name="pt7632"/>
            <p:cNvSpPr/>
            <p:nvPr/>
          </p:nvSpPr>
          <p:spPr>
            <a:xfrm>
              <a:off x="5834081" y="18271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3" name="pt7633"/>
            <p:cNvSpPr/>
            <p:nvPr/>
          </p:nvSpPr>
          <p:spPr>
            <a:xfrm>
              <a:off x="5428729" y="22933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4" name="pt7634"/>
            <p:cNvSpPr/>
            <p:nvPr/>
          </p:nvSpPr>
          <p:spPr>
            <a:xfrm>
              <a:off x="5292739" y="22244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5" name="pt7635"/>
            <p:cNvSpPr/>
            <p:nvPr/>
          </p:nvSpPr>
          <p:spPr>
            <a:xfrm>
              <a:off x="5037761" y="22371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6" name="pt7636"/>
            <p:cNvSpPr/>
            <p:nvPr/>
          </p:nvSpPr>
          <p:spPr>
            <a:xfrm>
              <a:off x="5334977" y="19896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7" name="pt7637"/>
            <p:cNvSpPr/>
            <p:nvPr/>
          </p:nvSpPr>
          <p:spPr>
            <a:xfrm>
              <a:off x="5109204" y="17168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8" name="pt7638"/>
            <p:cNvSpPr/>
            <p:nvPr/>
          </p:nvSpPr>
          <p:spPr>
            <a:xfrm>
              <a:off x="5483024" y="19922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9" name="pt7639"/>
            <p:cNvSpPr/>
            <p:nvPr/>
          </p:nvSpPr>
          <p:spPr>
            <a:xfrm>
              <a:off x="5365100" y="22230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0" name="pt7640"/>
            <p:cNvSpPr/>
            <p:nvPr/>
          </p:nvSpPr>
          <p:spPr>
            <a:xfrm>
              <a:off x="5799159" y="21225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1" name="pt7641"/>
            <p:cNvSpPr/>
            <p:nvPr/>
          </p:nvSpPr>
          <p:spPr>
            <a:xfrm>
              <a:off x="5291021" y="2278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2" name="pt7642"/>
            <p:cNvSpPr/>
            <p:nvPr/>
          </p:nvSpPr>
          <p:spPr>
            <a:xfrm>
              <a:off x="5228176" y="22052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3" name="pt7643"/>
            <p:cNvSpPr/>
            <p:nvPr/>
          </p:nvSpPr>
          <p:spPr>
            <a:xfrm>
              <a:off x="5106935" y="18503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4" name="pt7644"/>
            <p:cNvSpPr/>
            <p:nvPr/>
          </p:nvSpPr>
          <p:spPr>
            <a:xfrm>
              <a:off x="5688408" y="1625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5" name="pt7645"/>
            <p:cNvSpPr/>
            <p:nvPr/>
          </p:nvSpPr>
          <p:spPr>
            <a:xfrm>
              <a:off x="5344495" y="21663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6" name="pt7646"/>
            <p:cNvSpPr/>
            <p:nvPr/>
          </p:nvSpPr>
          <p:spPr>
            <a:xfrm>
              <a:off x="5461735" y="21310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7" name="pt7647"/>
            <p:cNvSpPr/>
            <p:nvPr/>
          </p:nvSpPr>
          <p:spPr>
            <a:xfrm>
              <a:off x="5455779" y="21188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8" name="pt7648"/>
            <p:cNvSpPr/>
            <p:nvPr/>
          </p:nvSpPr>
          <p:spPr>
            <a:xfrm>
              <a:off x="5503826" y="2279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9" name="pt7649"/>
            <p:cNvSpPr/>
            <p:nvPr/>
          </p:nvSpPr>
          <p:spPr>
            <a:xfrm>
              <a:off x="5216504" y="22186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0" name="pt7650"/>
            <p:cNvSpPr/>
            <p:nvPr/>
          </p:nvSpPr>
          <p:spPr>
            <a:xfrm>
              <a:off x="5384222" y="22028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1" name="pt7651"/>
            <p:cNvSpPr/>
            <p:nvPr/>
          </p:nvSpPr>
          <p:spPr>
            <a:xfrm>
              <a:off x="5807993" y="18019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2" name="pt7652"/>
            <p:cNvSpPr/>
            <p:nvPr/>
          </p:nvSpPr>
          <p:spPr>
            <a:xfrm>
              <a:off x="5504306" y="21695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3" name="pt7653"/>
            <p:cNvSpPr/>
            <p:nvPr/>
          </p:nvSpPr>
          <p:spPr>
            <a:xfrm>
              <a:off x="4842450" y="25685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4" name="pt7654"/>
            <p:cNvSpPr/>
            <p:nvPr/>
          </p:nvSpPr>
          <p:spPr>
            <a:xfrm>
              <a:off x="5144673" y="26415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5" name="pt7655"/>
            <p:cNvSpPr/>
            <p:nvPr/>
          </p:nvSpPr>
          <p:spPr>
            <a:xfrm>
              <a:off x="5423898" y="20578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6" name="pt7656"/>
            <p:cNvSpPr/>
            <p:nvPr/>
          </p:nvSpPr>
          <p:spPr>
            <a:xfrm>
              <a:off x="5009413" y="24794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7" name="pt7657"/>
            <p:cNvSpPr/>
            <p:nvPr/>
          </p:nvSpPr>
          <p:spPr>
            <a:xfrm>
              <a:off x="5042488" y="21890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8" name="pt7658"/>
            <p:cNvSpPr/>
            <p:nvPr/>
          </p:nvSpPr>
          <p:spPr>
            <a:xfrm>
              <a:off x="5598973" y="1964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9" name="pt7659"/>
            <p:cNvSpPr/>
            <p:nvPr/>
          </p:nvSpPr>
          <p:spPr>
            <a:xfrm>
              <a:off x="5479399" y="18274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0" name="pt7660"/>
            <p:cNvSpPr/>
            <p:nvPr/>
          </p:nvSpPr>
          <p:spPr>
            <a:xfrm>
              <a:off x="5274583" y="2191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1" name="pt7661"/>
            <p:cNvSpPr/>
            <p:nvPr/>
          </p:nvSpPr>
          <p:spPr>
            <a:xfrm>
              <a:off x="5917780" y="16864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2" name="pt7662"/>
            <p:cNvSpPr/>
            <p:nvPr/>
          </p:nvSpPr>
          <p:spPr>
            <a:xfrm>
              <a:off x="5579562" y="22326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3" name="pt7663"/>
            <p:cNvSpPr/>
            <p:nvPr/>
          </p:nvSpPr>
          <p:spPr>
            <a:xfrm>
              <a:off x="5442025" y="22864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4" name="pt7664"/>
            <p:cNvSpPr/>
            <p:nvPr/>
          </p:nvSpPr>
          <p:spPr>
            <a:xfrm>
              <a:off x="5510703" y="2309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5" name="pt7665"/>
            <p:cNvSpPr/>
            <p:nvPr/>
          </p:nvSpPr>
          <p:spPr>
            <a:xfrm>
              <a:off x="5723790" y="17832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6" name="pt7666"/>
            <p:cNvSpPr/>
            <p:nvPr/>
          </p:nvSpPr>
          <p:spPr>
            <a:xfrm>
              <a:off x="5545742" y="20167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7" name="pt7667"/>
            <p:cNvSpPr/>
            <p:nvPr/>
          </p:nvSpPr>
          <p:spPr>
            <a:xfrm>
              <a:off x="5660148" y="2096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8" name="pt7668"/>
            <p:cNvSpPr/>
            <p:nvPr/>
          </p:nvSpPr>
          <p:spPr>
            <a:xfrm>
              <a:off x="5370112" y="22564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9" name="pt7669"/>
            <p:cNvSpPr/>
            <p:nvPr/>
          </p:nvSpPr>
          <p:spPr>
            <a:xfrm>
              <a:off x="5452919" y="2051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0" name="pt7670"/>
            <p:cNvSpPr/>
            <p:nvPr/>
          </p:nvSpPr>
          <p:spPr>
            <a:xfrm>
              <a:off x="5108370" y="18176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1" name="pt7671"/>
            <p:cNvSpPr/>
            <p:nvPr/>
          </p:nvSpPr>
          <p:spPr>
            <a:xfrm>
              <a:off x="5508587" y="21845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2" name="pt7672"/>
            <p:cNvSpPr/>
            <p:nvPr/>
          </p:nvSpPr>
          <p:spPr>
            <a:xfrm>
              <a:off x="5176228" y="26594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3" name="pt7673"/>
            <p:cNvSpPr/>
            <p:nvPr/>
          </p:nvSpPr>
          <p:spPr>
            <a:xfrm>
              <a:off x="5863071" y="18810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4" name="pt7674"/>
            <p:cNvSpPr/>
            <p:nvPr/>
          </p:nvSpPr>
          <p:spPr>
            <a:xfrm>
              <a:off x="5353042" y="22588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5" name="pt7675"/>
            <p:cNvSpPr/>
            <p:nvPr/>
          </p:nvSpPr>
          <p:spPr>
            <a:xfrm>
              <a:off x="5725503" y="17161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6" name="pt7676"/>
            <p:cNvSpPr/>
            <p:nvPr/>
          </p:nvSpPr>
          <p:spPr>
            <a:xfrm>
              <a:off x="5689122" y="16673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7" name="pt7677"/>
            <p:cNvSpPr/>
            <p:nvPr/>
          </p:nvSpPr>
          <p:spPr>
            <a:xfrm>
              <a:off x="5401731" y="21617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8" name="pt7678"/>
            <p:cNvSpPr/>
            <p:nvPr/>
          </p:nvSpPr>
          <p:spPr>
            <a:xfrm>
              <a:off x="5299272" y="22092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9" name="pt7679"/>
            <p:cNvSpPr/>
            <p:nvPr/>
          </p:nvSpPr>
          <p:spPr>
            <a:xfrm>
              <a:off x="5376961" y="2196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0" name="pt7680"/>
            <p:cNvSpPr/>
            <p:nvPr/>
          </p:nvSpPr>
          <p:spPr>
            <a:xfrm>
              <a:off x="5284415" y="21992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1" name="pt7681"/>
            <p:cNvSpPr/>
            <p:nvPr/>
          </p:nvSpPr>
          <p:spPr>
            <a:xfrm>
              <a:off x="5778788" y="19324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2" name="pt7682"/>
            <p:cNvSpPr/>
            <p:nvPr/>
          </p:nvSpPr>
          <p:spPr>
            <a:xfrm>
              <a:off x="5297495" y="21966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3" name="pt7683"/>
            <p:cNvSpPr/>
            <p:nvPr/>
          </p:nvSpPr>
          <p:spPr>
            <a:xfrm>
              <a:off x="5070221" y="23978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4" name="pt7684"/>
            <p:cNvSpPr/>
            <p:nvPr/>
          </p:nvSpPr>
          <p:spPr>
            <a:xfrm>
              <a:off x="5586419" y="2218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5" name="pt7685"/>
            <p:cNvSpPr/>
            <p:nvPr/>
          </p:nvSpPr>
          <p:spPr>
            <a:xfrm>
              <a:off x="5502439" y="21196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6" name="pt7686"/>
            <p:cNvSpPr/>
            <p:nvPr/>
          </p:nvSpPr>
          <p:spPr>
            <a:xfrm>
              <a:off x="5700210" y="20208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7" name="pt7687"/>
            <p:cNvSpPr/>
            <p:nvPr/>
          </p:nvSpPr>
          <p:spPr>
            <a:xfrm>
              <a:off x="5173060" y="25877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8" name="pt7688"/>
            <p:cNvSpPr/>
            <p:nvPr/>
          </p:nvSpPr>
          <p:spPr>
            <a:xfrm>
              <a:off x="5549271" y="21945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9" name="pt7689"/>
            <p:cNvSpPr/>
            <p:nvPr/>
          </p:nvSpPr>
          <p:spPr>
            <a:xfrm>
              <a:off x="5131415" y="26507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0" name="pt7690"/>
            <p:cNvSpPr/>
            <p:nvPr/>
          </p:nvSpPr>
          <p:spPr>
            <a:xfrm>
              <a:off x="5408539" y="22453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1" name="pt7691"/>
            <p:cNvSpPr/>
            <p:nvPr/>
          </p:nvSpPr>
          <p:spPr>
            <a:xfrm>
              <a:off x="5524243" y="2187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2" name="pt7692"/>
            <p:cNvSpPr/>
            <p:nvPr/>
          </p:nvSpPr>
          <p:spPr>
            <a:xfrm>
              <a:off x="5561676" y="21853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3" name="pt7693"/>
            <p:cNvSpPr/>
            <p:nvPr/>
          </p:nvSpPr>
          <p:spPr>
            <a:xfrm>
              <a:off x="5023647" y="25872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4" name="pt7694"/>
            <p:cNvSpPr/>
            <p:nvPr/>
          </p:nvSpPr>
          <p:spPr>
            <a:xfrm>
              <a:off x="5726387" y="19015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5" name="pt7695"/>
            <p:cNvSpPr/>
            <p:nvPr/>
          </p:nvSpPr>
          <p:spPr>
            <a:xfrm>
              <a:off x="5006323" y="25972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6" name="pt7696"/>
            <p:cNvSpPr/>
            <p:nvPr/>
          </p:nvSpPr>
          <p:spPr>
            <a:xfrm>
              <a:off x="5711679" y="19342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7" name="pt7697"/>
            <p:cNvSpPr/>
            <p:nvPr/>
          </p:nvSpPr>
          <p:spPr>
            <a:xfrm>
              <a:off x="5476988" y="19860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8" name="pt7698"/>
            <p:cNvSpPr/>
            <p:nvPr/>
          </p:nvSpPr>
          <p:spPr>
            <a:xfrm>
              <a:off x="5819231" y="18455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9" name="pt7699"/>
            <p:cNvSpPr/>
            <p:nvPr/>
          </p:nvSpPr>
          <p:spPr>
            <a:xfrm>
              <a:off x="5255670" y="20470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0" name="pt7700"/>
            <p:cNvSpPr/>
            <p:nvPr/>
          </p:nvSpPr>
          <p:spPr>
            <a:xfrm>
              <a:off x="5382758" y="22705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1" name="pt7701"/>
            <p:cNvSpPr/>
            <p:nvPr/>
          </p:nvSpPr>
          <p:spPr>
            <a:xfrm>
              <a:off x="5259123" y="22199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2" name="pt7702"/>
            <p:cNvSpPr/>
            <p:nvPr/>
          </p:nvSpPr>
          <p:spPr>
            <a:xfrm>
              <a:off x="5497336" y="21606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3" name="pt7703"/>
            <p:cNvSpPr/>
            <p:nvPr/>
          </p:nvSpPr>
          <p:spPr>
            <a:xfrm>
              <a:off x="5066461" y="26128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4" name="pt7704"/>
            <p:cNvSpPr/>
            <p:nvPr/>
          </p:nvSpPr>
          <p:spPr>
            <a:xfrm>
              <a:off x="5679916" y="18116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5" name="pt7705"/>
            <p:cNvSpPr/>
            <p:nvPr/>
          </p:nvSpPr>
          <p:spPr>
            <a:xfrm>
              <a:off x="5089520" y="25076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6" name="pt7706"/>
            <p:cNvSpPr/>
            <p:nvPr/>
          </p:nvSpPr>
          <p:spPr>
            <a:xfrm>
              <a:off x="5741270" y="21121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7" name="pt7707"/>
            <p:cNvSpPr/>
            <p:nvPr/>
          </p:nvSpPr>
          <p:spPr>
            <a:xfrm>
              <a:off x="5528928" y="2096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8" name="pt7708"/>
            <p:cNvSpPr/>
            <p:nvPr/>
          </p:nvSpPr>
          <p:spPr>
            <a:xfrm>
              <a:off x="5356265" y="21934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9" name="pt7709"/>
            <p:cNvSpPr/>
            <p:nvPr/>
          </p:nvSpPr>
          <p:spPr>
            <a:xfrm>
              <a:off x="5718891" y="19664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0" name="pt7710"/>
            <p:cNvSpPr/>
            <p:nvPr/>
          </p:nvSpPr>
          <p:spPr>
            <a:xfrm>
              <a:off x="5201009" y="2323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1" name="pt7711"/>
            <p:cNvSpPr/>
            <p:nvPr/>
          </p:nvSpPr>
          <p:spPr>
            <a:xfrm>
              <a:off x="5343312" y="21537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2" name="pt7712"/>
            <p:cNvSpPr/>
            <p:nvPr/>
          </p:nvSpPr>
          <p:spPr>
            <a:xfrm>
              <a:off x="5406928" y="2219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3" name="pt7713"/>
            <p:cNvSpPr/>
            <p:nvPr/>
          </p:nvSpPr>
          <p:spPr>
            <a:xfrm>
              <a:off x="5526387" y="21214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4" name="pt7714"/>
            <p:cNvSpPr/>
            <p:nvPr/>
          </p:nvSpPr>
          <p:spPr>
            <a:xfrm>
              <a:off x="5693969" y="19025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5" name="pt7715"/>
            <p:cNvSpPr/>
            <p:nvPr/>
          </p:nvSpPr>
          <p:spPr>
            <a:xfrm>
              <a:off x="5527368" y="20726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6" name="pt7716"/>
            <p:cNvSpPr/>
            <p:nvPr/>
          </p:nvSpPr>
          <p:spPr>
            <a:xfrm>
              <a:off x="5537915" y="21370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7" name="pt7717"/>
            <p:cNvSpPr/>
            <p:nvPr/>
          </p:nvSpPr>
          <p:spPr>
            <a:xfrm>
              <a:off x="5311975" y="21549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8" name="pt7718"/>
            <p:cNvSpPr/>
            <p:nvPr/>
          </p:nvSpPr>
          <p:spPr>
            <a:xfrm>
              <a:off x="5359993" y="22358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9" name="pt7719"/>
            <p:cNvSpPr/>
            <p:nvPr/>
          </p:nvSpPr>
          <p:spPr>
            <a:xfrm>
              <a:off x="5473860" y="19932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0" name="pt7720"/>
            <p:cNvSpPr/>
            <p:nvPr/>
          </p:nvSpPr>
          <p:spPr>
            <a:xfrm>
              <a:off x="5336941" y="22044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1" name="pt7721"/>
            <p:cNvSpPr/>
            <p:nvPr/>
          </p:nvSpPr>
          <p:spPr>
            <a:xfrm>
              <a:off x="5025495" y="26345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2" name="pt7722"/>
            <p:cNvSpPr/>
            <p:nvPr/>
          </p:nvSpPr>
          <p:spPr>
            <a:xfrm>
              <a:off x="5776148" y="20919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3" name="pt7723"/>
            <p:cNvSpPr/>
            <p:nvPr/>
          </p:nvSpPr>
          <p:spPr>
            <a:xfrm>
              <a:off x="5352249" y="22132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4" name="pt7724"/>
            <p:cNvSpPr/>
            <p:nvPr/>
          </p:nvSpPr>
          <p:spPr>
            <a:xfrm>
              <a:off x="5871576" y="16927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5" name="pt7725"/>
            <p:cNvSpPr/>
            <p:nvPr/>
          </p:nvSpPr>
          <p:spPr>
            <a:xfrm>
              <a:off x="5562781" y="21666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6" name="pt7726"/>
            <p:cNvSpPr/>
            <p:nvPr/>
          </p:nvSpPr>
          <p:spPr>
            <a:xfrm>
              <a:off x="5285413" y="22324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7" name="pt7727"/>
            <p:cNvSpPr/>
            <p:nvPr/>
          </p:nvSpPr>
          <p:spPr>
            <a:xfrm>
              <a:off x="5508871" y="22375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8" name="pt7728"/>
            <p:cNvSpPr/>
            <p:nvPr/>
          </p:nvSpPr>
          <p:spPr>
            <a:xfrm>
              <a:off x="5532102" y="23376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9" name="pt7729"/>
            <p:cNvSpPr/>
            <p:nvPr/>
          </p:nvSpPr>
          <p:spPr>
            <a:xfrm>
              <a:off x="5513267" y="22671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0" name="pt7730"/>
            <p:cNvSpPr/>
            <p:nvPr/>
          </p:nvSpPr>
          <p:spPr>
            <a:xfrm>
              <a:off x="5829349" y="18615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1" name="pt7731"/>
            <p:cNvSpPr/>
            <p:nvPr/>
          </p:nvSpPr>
          <p:spPr>
            <a:xfrm>
              <a:off x="5077963" y="25596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2" name="pt7732"/>
            <p:cNvSpPr/>
            <p:nvPr/>
          </p:nvSpPr>
          <p:spPr>
            <a:xfrm>
              <a:off x="5342339" y="21041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3" name="pt7733"/>
            <p:cNvSpPr/>
            <p:nvPr/>
          </p:nvSpPr>
          <p:spPr>
            <a:xfrm>
              <a:off x="5649090" y="20975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4" name="pt7734"/>
            <p:cNvSpPr/>
            <p:nvPr/>
          </p:nvSpPr>
          <p:spPr>
            <a:xfrm>
              <a:off x="5082008" y="24031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5" name="pt7735"/>
            <p:cNvSpPr/>
            <p:nvPr/>
          </p:nvSpPr>
          <p:spPr>
            <a:xfrm>
              <a:off x="5437229" y="21668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6" name="pt7736"/>
            <p:cNvSpPr/>
            <p:nvPr/>
          </p:nvSpPr>
          <p:spPr>
            <a:xfrm>
              <a:off x="5535066" y="21174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7" name="pt7737"/>
            <p:cNvSpPr/>
            <p:nvPr/>
          </p:nvSpPr>
          <p:spPr>
            <a:xfrm>
              <a:off x="5510461" y="21847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8" name="pt7738"/>
            <p:cNvSpPr/>
            <p:nvPr/>
          </p:nvSpPr>
          <p:spPr>
            <a:xfrm>
              <a:off x="5622683" y="19566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9" name="pt7739"/>
            <p:cNvSpPr/>
            <p:nvPr/>
          </p:nvSpPr>
          <p:spPr>
            <a:xfrm>
              <a:off x="5903749" y="17278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0" name="pt7740"/>
            <p:cNvSpPr/>
            <p:nvPr/>
          </p:nvSpPr>
          <p:spPr>
            <a:xfrm>
              <a:off x="5091926" y="26432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1" name="pt7741"/>
            <p:cNvSpPr/>
            <p:nvPr/>
          </p:nvSpPr>
          <p:spPr>
            <a:xfrm>
              <a:off x="5632478" y="21332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2" name="pt7742"/>
            <p:cNvSpPr/>
            <p:nvPr/>
          </p:nvSpPr>
          <p:spPr>
            <a:xfrm>
              <a:off x="5494736" y="20795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3" name="pt7743"/>
            <p:cNvSpPr/>
            <p:nvPr/>
          </p:nvSpPr>
          <p:spPr>
            <a:xfrm>
              <a:off x="5834002" y="19222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4" name="pt7744"/>
            <p:cNvSpPr/>
            <p:nvPr/>
          </p:nvSpPr>
          <p:spPr>
            <a:xfrm>
              <a:off x="5452437" y="22151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5" name="pt7745"/>
            <p:cNvSpPr/>
            <p:nvPr/>
          </p:nvSpPr>
          <p:spPr>
            <a:xfrm>
              <a:off x="5387166" y="21278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6" name="pt7746"/>
            <p:cNvSpPr/>
            <p:nvPr/>
          </p:nvSpPr>
          <p:spPr>
            <a:xfrm>
              <a:off x="5412868" y="22430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7" name="pt7747"/>
            <p:cNvSpPr/>
            <p:nvPr/>
          </p:nvSpPr>
          <p:spPr>
            <a:xfrm>
              <a:off x="5598582" y="21213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8" name="pt7748"/>
            <p:cNvSpPr/>
            <p:nvPr/>
          </p:nvSpPr>
          <p:spPr>
            <a:xfrm>
              <a:off x="5046110" y="19647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9" name="pt7749"/>
            <p:cNvSpPr/>
            <p:nvPr/>
          </p:nvSpPr>
          <p:spPr>
            <a:xfrm>
              <a:off x="5803717" y="18997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0" name="pt7750"/>
            <p:cNvSpPr/>
            <p:nvPr/>
          </p:nvSpPr>
          <p:spPr>
            <a:xfrm>
              <a:off x="5607467" y="20728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1" name="pt7751"/>
            <p:cNvSpPr/>
            <p:nvPr/>
          </p:nvSpPr>
          <p:spPr>
            <a:xfrm>
              <a:off x="5371155" y="22351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2" name="pt7752"/>
            <p:cNvSpPr/>
            <p:nvPr/>
          </p:nvSpPr>
          <p:spPr>
            <a:xfrm>
              <a:off x="5339352" y="20855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3" name="pt7753"/>
            <p:cNvSpPr/>
            <p:nvPr/>
          </p:nvSpPr>
          <p:spPr>
            <a:xfrm>
              <a:off x="5610275" y="2001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4" name="pt7754"/>
            <p:cNvSpPr/>
            <p:nvPr/>
          </p:nvSpPr>
          <p:spPr>
            <a:xfrm>
              <a:off x="5375386" y="22539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5" name="pt7755"/>
            <p:cNvSpPr/>
            <p:nvPr/>
          </p:nvSpPr>
          <p:spPr>
            <a:xfrm>
              <a:off x="5287505" y="20554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6" name="pt7756"/>
            <p:cNvSpPr/>
            <p:nvPr/>
          </p:nvSpPr>
          <p:spPr>
            <a:xfrm>
              <a:off x="5508136" y="22484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7" name="pt7757"/>
            <p:cNvSpPr/>
            <p:nvPr/>
          </p:nvSpPr>
          <p:spPr>
            <a:xfrm>
              <a:off x="5207916" y="20983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8" name="pt7758"/>
            <p:cNvSpPr/>
            <p:nvPr/>
          </p:nvSpPr>
          <p:spPr>
            <a:xfrm>
              <a:off x="5591964" y="20828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9" name="pt7759"/>
            <p:cNvSpPr/>
            <p:nvPr/>
          </p:nvSpPr>
          <p:spPr>
            <a:xfrm>
              <a:off x="5658221" y="20772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0" name="pt7760"/>
            <p:cNvSpPr/>
            <p:nvPr/>
          </p:nvSpPr>
          <p:spPr>
            <a:xfrm>
              <a:off x="5978585" y="22728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1" name="pt7761"/>
            <p:cNvSpPr/>
            <p:nvPr/>
          </p:nvSpPr>
          <p:spPr>
            <a:xfrm>
              <a:off x="5759386" y="18859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2" name="pt7762"/>
            <p:cNvSpPr/>
            <p:nvPr/>
          </p:nvSpPr>
          <p:spPr>
            <a:xfrm>
              <a:off x="5478335" y="18330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3" name="pt7763"/>
            <p:cNvSpPr/>
            <p:nvPr/>
          </p:nvSpPr>
          <p:spPr>
            <a:xfrm>
              <a:off x="5878551" y="17379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4" name="pt7764"/>
            <p:cNvSpPr/>
            <p:nvPr/>
          </p:nvSpPr>
          <p:spPr>
            <a:xfrm>
              <a:off x="5355570" y="21759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5" name="pt7765"/>
            <p:cNvSpPr/>
            <p:nvPr/>
          </p:nvSpPr>
          <p:spPr>
            <a:xfrm>
              <a:off x="5480175" y="18543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6" name="pt7766"/>
            <p:cNvSpPr/>
            <p:nvPr/>
          </p:nvSpPr>
          <p:spPr>
            <a:xfrm>
              <a:off x="5230982" y="21939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7" name="pt7767"/>
            <p:cNvSpPr/>
            <p:nvPr/>
          </p:nvSpPr>
          <p:spPr>
            <a:xfrm>
              <a:off x="5161055" y="26051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8" name="pt7768"/>
            <p:cNvSpPr/>
            <p:nvPr/>
          </p:nvSpPr>
          <p:spPr>
            <a:xfrm>
              <a:off x="5226720" y="21541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9" name="pt7769"/>
            <p:cNvSpPr/>
            <p:nvPr/>
          </p:nvSpPr>
          <p:spPr>
            <a:xfrm>
              <a:off x="5295955" y="22134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0" name="pt7770"/>
            <p:cNvSpPr/>
            <p:nvPr/>
          </p:nvSpPr>
          <p:spPr>
            <a:xfrm>
              <a:off x="5428376" y="23508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1" name="pt7771"/>
            <p:cNvSpPr/>
            <p:nvPr/>
          </p:nvSpPr>
          <p:spPr>
            <a:xfrm>
              <a:off x="5227692" y="22380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2" name="pt7772"/>
            <p:cNvSpPr/>
            <p:nvPr/>
          </p:nvSpPr>
          <p:spPr>
            <a:xfrm>
              <a:off x="5432022" y="22850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3" name="pt7773"/>
            <p:cNvSpPr/>
            <p:nvPr/>
          </p:nvSpPr>
          <p:spPr>
            <a:xfrm>
              <a:off x="5507920" y="22642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4" name="pt7774"/>
            <p:cNvSpPr/>
            <p:nvPr/>
          </p:nvSpPr>
          <p:spPr>
            <a:xfrm>
              <a:off x="5538303" y="22202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5" name="pt7775"/>
            <p:cNvSpPr/>
            <p:nvPr/>
          </p:nvSpPr>
          <p:spPr>
            <a:xfrm>
              <a:off x="5258815" y="22117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6" name="pt7776"/>
            <p:cNvSpPr/>
            <p:nvPr/>
          </p:nvSpPr>
          <p:spPr>
            <a:xfrm>
              <a:off x="5240771" y="20386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7" name="pt7777"/>
            <p:cNvSpPr/>
            <p:nvPr/>
          </p:nvSpPr>
          <p:spPr>
            <a:xfrm>
              <a:off x="5317884" y="2179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8" name="pt7778"/>
            <p:cNvSpPr/>
            <p:nvPr/>
          </p:nvSpPr>
          <p:spPr>
            <a:xfrm>
              <a:off x="5437958" y="23073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9" name="pt7779"/>
            <p:cNvSpPr/>
            <p:nvPr/>
          </p:nvSpPr>
          <p:spPr>
            <a:xfrm>
              <a:off x="5375578" y="22065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0" name="pt7780"/>
            <p:cNvSpPr/>
            <p:nvPr/>
          </p:nvSpPr>
          <p:spPr>
            <a:xfrm>
              <a:off x="5322498" y="21776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1" name="pt7781"/>
            <p:cNvSpPr/>
            <p:nvPr/>
          </p:nvSpPr>
          <p:spPr>
            <a:xfrm>
              <a:off x="5266203" y="20837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2" name="pt7782"/>
            <p:cNvSpPr/>
            <p:nvPr/>
          </p:nvSpPr>
          <p:spPr>
            <a:xfrm>
              <a:off x="5216391" y="22781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3" name="pt7783"/>
            <p:cNvSpPr/>
            <p:nvPr/>
          </p:nvSpPr>
          <p:spPr>
            <a:xfrm>
              <a:off x="5433434" y="21818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4" name="pt7784"/>
            <p:cNvSpPr/>
            <p:nvPr/>
          </p:nvSpPr>
          <p:spPr>
            <a:xfrm>
              <a:off x="5549548" y="21986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5" name="pt7785"/>
            <p:cNvSpPr/>
            <p:nvPr/>
          </p:nvSpPr>
          <p:spPr>
            <a:xfrm>
              <a:off x="5438775" y="22229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6" name="pt7786"/>
            <p:cNvSpPr/>
            <p:nvPr/>
          </p:nvSpPr>
          <p:spPr>
            <a:xfrm>
              <a:off x="5223928" y="21069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7" name="pt7787"/>
            <p:cNvSpPr/>
            <p:nvPr/>
          </p:nvSpPr>
          <p:spPr>
            <a:xfrm>
              <a:off x="5409363" y="21887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8" name="pt7788"/>
            <p:cNvSpPr/>
            <p:nvPr/>
          </p:nvSpPr>
          <p:spPr>
            <a:xfrm>
              <a:off x="5683299" y="16946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9" name="pt7789"/>
            <p:cNvSpPr/>
            <p:nvPr/>
          </p:nvSpPr>
          <p:spPr>
            <a:xfrm>
              <a:off x="5680024" y="18156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0" name="pt7790"/>
            <p:cNvSpPr/>
            <p:nvPr/>
          </p:nvSpPr>
          <p:spPr>
            <a:xfrm>
              <a:off x="5035761" y="22236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1" name="pt7791"/>
            <p:cNvSpPr/>
            <p:nvPr/>
          </p:nvSpPr>
          <p:spPr>
            <a:xfrm>
              <a:off x="5759618" y="17874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2" name="pt7792"/>
            <p:cNvSpPr/>
            <p:nvPr/>
          </p:nvSpPr>
          <p:spPr>
            <a:xfrm>
              <a:off x="5636226" y="20318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3" name="pt7793"/>
            <p:cNvSpPr/>
            <p:nvPr/>
          </p:nvSpPr>
          <p:spPr>
            <a:xfrm>
              <a:off x="5538383" y="21471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4" name="pt7794"/>
            <p:cNvSpPr/>
            <p:nvPr/>
          </p:nvSpPr>
          <p:spPr>
            <a:xfrm>
              <a:off x="5380121" y="22207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5" name="pt7795"/>
            <p:cNvSpPr/>
            <p:nvPr/>
          </p:nvSpPr>
          <p:spPr>
            <a:xfrm>
              <a:off x="5114836" y="1989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6" name="pt7796"/>
            <p:cNvSpPr/>
            <p:nvPr/>
          </p:nvSpPr>
          <p:spPr>
            <a:xfrm>
              <a:off x="5386733" y="21624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7" name="pt7797"/>
            <p:cNvSpPr/>
            <p:nvPr/>
          </p:nvSpPr>
          <p:spPr>
            <a:xfrm>
              <a:off x="5336281" y="21191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8" name="pt7798"/>
            <p:cNvSpPr/>
            <p:nvPr/>
          </p:nvSpPr>
          <p:spPr>
            <a:xfrm>
              <a:off x="5285122" y="22302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9" name="pt7799"/>
            <p:cNvSpPr/>
            <p:nvPr/>
          </p:nvSpPr>
          <p:spPr>
            <a:xfrm>
              <a:off x="5390393" y="21420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0" name="pt7800"/>
            <p:cNvSpPr/>
            <p:nvPr/>
          </p:nvSpPr>
          <p:spPr>
            <a:xfrm>
              <a:off x="5471019" y="18195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1" name="pt7801"/>
            <p:cNvSpPr/>
            <p:nvPr/>
          </p:nvSpPr>
          <p:spPr>
            <a:xfrm>
              <a:off x="5549235" y="22837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2" name="pt7802"/>
            <p:cNvSpPr/>
            <p:nvPr/>
          </p:nvSpPr>
          <p:spPr>
            <a:xfrm>
              <a:off x="5915044" y="17131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3" name="pt7803"/>
            <p:cNvSpPr/>
            <p:nvPr/>
          </p:nvSpPr>
          <p:spPr>
            <a:xfrm>
              <a:off x="5066780" y="25454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4" name="pt7804"/>
            <p:cNvSpPr/>
            <p:nvPr/>
          </p:nvSpPr>
          <p:spPr>
            <a:xfrm>
              <a:off x="5564616" y="21884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5" name="pt7805"/>
            <p:cNvSpPr/>
            <p:nvPr/>
          </p:nvSpPr>
          <p:spPr>
            <a:xfrm>
              <a:off x="5597552" y="18734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6" name="pt7806"/>
            <p:cNvSpPr/>
            <p:nvPr/>
          </p:nvSpPr>
          <p:spPr>
            <a:xfrm>
              <a:off x="5556353" y="22770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7" name="pt7807"/>
            <p:cNvSpPr/>
            <p:nvPr/>
          </p:nvSpPr>
          <p:spPr>
            <a:xfrm>
              <a:off x="5364169" y="2221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8" name="pt7808"/>
            <p:cNvSpPr/>
            <p:nvPr/>
          </p:nvSpPr>
          <p:spPr>
            <a:xfrm>
              <a:off x="5232352" y="22036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9" name="pt7809"/>
            <p:cNvSpPr/>
            <p:nvPr/>
          </p:nvSpPr>
          <p:spPr>
            <a:xfrm>
              <a:off x="5433230" y="22344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0" name="pt7810"/>
            <p:cNvSpPr/>
            <p:nvPr/>
          </p:nvSpPr>
          <p:spPr>
            <a:xfrm>
              <a:off x="5241227" y="22169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1" name="pt7811"/>
            <p:cNvSpPr/>
            <p:nvPr/>
          </p:nvSpPr>
          <p:spPr>
            <a:xfrm>
              <a:off x="5389096" y="21499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2" name="pt7812"/>
            <p:cNvSpPr/>
            <p:nvPr/>
          </p:nvSpPr>
          <p:spPr>
            <a:xfrm>
              <a:off x="6062501" y="21049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3" name="pt7813"/>
            <p:cNvSpPr/>
            <p:nvPr/>
          </p:nvSpPr>
          <p:spPr>
            <a:xfrm>
              <a:off x="5465197" y="20915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4" name="pt7814"/>
            <p:cNvSpPr/>
            <p:nvPr/>
          </p:nvSpPr>
          <p:spPr>
            <a:xfrm>
              <a:off x="5378822" y="23063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5" name="pt7815"/>
            <p:cNvSpPr/>
            <p:nvPr/>
          </p:nvSpPr>
          <p:spPr>
            <a:xfrm>
              <a:off x="5350172" y="22307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6" name="pt7816"/>
            <p:cNvSpPr/>
            <p:nvPr/>
          </p:nvSpPr>
          <p:spPr>
            <a:xfrm>
              <a:off x="5253263" y="20817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7" name="pt7817"/>
            <p:cNvSpPr/>
            <p:nvPr/>
          </p:nvSpPr>
          <p:spPr>
            <a:xfrm>
              <a:off x="5678703" y="19114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8" name="pt7818"/>
            <p:cNvSpPr/>
            <p:nvPr/>
          </p:nvSpPr>
          <p:spPr>
            <a:xfrm>
              <a:off x="5751484" y="2014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9" name="pt7819"/>
            <p:cNvSpPr/>
            <p:nvPr/>
          </p:nvSpPr>
          <p:spPr>
            <a:xfrm>
              <a:off x="5553047" y="21872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0" name="pt7820"/>
            <p:cNvSpPr/>
            <p:nvPr/>
          </p:nvSpPr>
          <p:spPr>
            <a:xfrm>
              <a:off x="4911621" y="27345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1" name="pt7821"/>
            <p:cNvSpPr/>
            <p:nvPr/>
          </p:nvSpPr>
          <p:spPr>
            <a:xfrm>
              <a:off x="5299240" y="22926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2" name="pt7822"/>
            <p:cNvSpPr/>
            <p:nvPr/>
          </p:nvSpPr>
          <p:spPr>
            <a:xfrm>
              <a:off x="5140971" y="25318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3" name="pt7823"/>
            <p:cNvSpPr/>
            <p:nvPr/>
          </p:nvSpPr>
          <p:spPr>
            <a:xfrm>
              <a:off x="5454574" y="22091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4" name="pt7824"/>
            <p:cNvSpPr/>
            <p:nvPr/>
          </p:nvSpPr>
          <p:spPr>
            <a:xfrm>
              <a:off x="5152049" y="27801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5" name="pt7825"/>
            <p:cNvSpPr/>
            <p:nvPr/>
          </p:nvSpPr>
          <p:spPr>
            <a:xfrm>
              <a:off x="5577012" y="22762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6" name="pt7826"/>
            <p:cNvSpPr/>
            <p:nvPr/>
          </p:nvSpPr>
          <p:spPr>
            <a:xfrm>
              <a:off x="5623373" y="20205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7" name="pt7827"/>
            <p:cNvSpPr/>
            <p:nvPr/>
          </p:nvSpPr>
          <p:spPr>
            <a:xfrm>
              <a:off x="5721851" y="17645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8" name="pt7828"/>
            <p:cNvSpPr/>
            <p:nvPr/>
          </p:nvSpPr>
          <p:spPr>
            <a:xfrm>
              <a:off x="4927643" y="19281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9" name="pt7829"/>
            <p:cNvSpPr/>
            <p:nvPr/>
          </p:nvSpPr>
          <p:spPr>
            <a:xfrm>
              <a:off x="5073512" y="27899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0" name="pt7830"/>
            <p:cNvSpPr/>
            <p:nvPr/>
          </p:nvSpPr>
          <p:spPr>
            <a:xfrm>
              <a:off x="5563851" y="21973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1" name="pt7831"/>
            <p:cNvSpPr/>
            <p:nvPr/>
          </p:nvSpPr>
          <p:spPr>
            <a:xfrm>
              <a:off x="5474294" y="20120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2" name="pt7832"/>
            <p:cNvSpPr/>
            <p:nvPr/>
          </p:nvSpPr>
          <p:spPr>
            <a:xfrm>
              <a:off x="5440077" y="21216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3" name="pt7833"/>
            <p:cNvSpPr/>
            <p:nvPr/>
          </p:nvSpPr>
          <p:spPr>
            <a:xfrm>
              <a:off x="5788487" y="21158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4" name="pt7834"/>
            <p:cNvSpPr/>
            <p:nvPr/>
          </p:nvSpPr>
          <p:spPr>
            <a:xfrm>
              <a:off x="5416746" y="22161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5" name="pt7835"/>
            <p:cNvSpPr/>
            <p:nvPr/>
          </p:nvSpPr>
          <p:spPr>
            <a:xfrm>
              <a:off x="5686745" y="17204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6" name="pt7836"/>
            <p:cNvSpPr/>
            <p:nvPr/>
          </p:nvSpPr>
          <p:spPr>
            <a:xfrm>
              <a:off x="5677462" y="18252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7" name="pt7837"/>
            <p:cNvSpPr/>
            <p:nvPr/>
          </p:nvSpPr>
          <p:spPr>
            <a:xfrm>
              <a:off x="5464308" y="18701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8" name="pt7838"/>
            <p:cNvSpPr/>
            <p:nvPr/>
          </p:nvSpPr>
          <p:spPr>
            <a:xfrm>
              <a:off x="5691969" y="1934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9" name="pt7839"/>
            <p:cNvSpPr/>
            <p:nvPr/>
          </p:nvSpPr>
          <p:spPr>
            <a:xfrm>
              <a:off x="5467359" y="19350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0" name="pt7840"/>
            <p:cNvSpPr/>
            <p:nvPr/>
          </p:nvSpPr>
          <p:spPr>
            <a:xfrm>
              <a:off x="5487510" y="19184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1" name="pt7841"/>
            <p:cNvSpPr/>
            <p:nvPr/>
          </p:nvSpPr>
          <p:spPr>
            <a:xfrm>
              <a:off x="5685609" y="16845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2" name="pt7842"/>
            <p:cNvSpPr/>
            <p:nvPr/>
          </p:nvSpPr>
          <p:spPr>
            <a:xfrm>
              <a:off x="5151549" y="26993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3" name="pt7843"/>
            <p:cNvSpPr/>
            <p:nvPr/>
          </p:nvSpPr>
          <p:spPr>
            <a:xfrm>
              <a:off x="5814955" y="18188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4" name="pt7844"/>
            <p:cNvSpPr/>
            <p:nvPr/>
          </p:nvSpPr>
          <p:spPr>
            <a:xfrm>
              <a:off x="5336543" y="21510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5" name="pt7845"/>
            <p:cNvSpPr/>
            <p:nvPr/>
          </p:nvSpPr>
          <p:spPr>
            <a:xfrm>
              <a:off x="6067807" y="19779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6" name="pt7846"/>
            <p:cNvSpPr/>
            <p:nvPr/>
          </p:nvSpPr>
          <p:spPr>
            <a:xfrm>
              <a:off x="5177584" y="24709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7" name="pt7847"/>
            <p:cNvSpPr/>
            <p:nvPr/>
          </p:nvSpPr>
          <p:spPr>
            <a:xfrm>
              <a:off x="5116408" y="25820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8" name="pt7848"/>
            <p:cNvSpPr/>
            <p:nvPr/>
          </p:nvSpPr>
          <p:spPr>
            <a:xfrm>
              <a:off x="5502663" y="23629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9" name="pt7849"/>
            <p:cNvSpPr/>
            <p:nvPr/>
          </p:nvSpPr>
          <p:spPr>
            <a:xfrm>
              <a:off x="5603888" y="19396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0" name="pt7850"/>
            <p:cNvSpPr/>
            <p:nvPr/>
          </p:nvSpPr>
          <p:spPr>
            <a:xfrm>
              <a:off x="5206998" y="22904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1" name="pt7851"/>
            <p:cNvSpPr/>
            <p:nvPr/>
          </p:nvSpPr>
          <p:spPr>
            <a:xfrm>
              <a:off x="5164299" y="27458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2" name="pt7852"/>
            <p:cNvSpPr/>
            <p:nvPr/>
          </p:nvSpPr>
          <p:spPr>
            <a:xfrm>
              <a:off x="5319983" y="21912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3" name="pt7853"/>
            <p:cNvSpPr/>
            <p:nvPr/>
          </p:nvSpPr>
          <p:spPr>
            <a:xfrm>
              <a:off x="5402541" y="22010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4" name="pt7854"/>
            <p:cNvSpPr/>
            <p:nvPr/>
          </p:nvSpPr>
          <p:spPr>
            <a:xfrm>
              <a:off x="5524139" y="22582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5" name="pt7855"/>
            <p:cNvSpPr/>
            <p:nvPr/>
          </p:nvSpPr>
          <p:spPr>
            <a:xfrm>
              <a:off x="5624220" y="18984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6" name="pt7856"/>
            <p:cNvSpPr/>
            <p:nvPr/>
          </p:nvSpPr>
          <p:spPr>
            <a:xfrm>
              <a:off x="5394477" y="21437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7" name="pt7857"/>
            <p:cNvSpPr/>
            <p:nvPr/>
          </p:nvSpPr>
          <p:spPr>
            <a:xfrm>
              <a:off x="5081237" y="22709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8" name="pt7858"/>
            <p:cNvSpPr/>
            <p:nvPr/>
          </p:nvSpPr>
          <p:spPr>
            <a:xfrm>
              <a:off x="5353203" y="2255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9" name="pt7859"/>
            <p:cNvSpPr/>
            <p:nvPr/>
          </p:nvSpPr>
          <p:spPr>
            <a:xfrm>
              <a:off x="5461149" y="20582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0" name="pt7860"/>
            <p:cNvSpPr/>
            <p:nvPr/>
          </p:nvSpPr>
          <p:spPr>
            <a:xfrm>
              <a:off x="5890893" y="14799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1" name="pt7861"/>
            <p:cNvSpPr/>
            <p:nvPr/>
          </p:nvSpPr>
          <p:spPr>
            <a:xfrm>
              <a:off x="5274266" y="21761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2" name="pt7862"/>
            <p:cNvSpPr/>
            <p:nvPr/>
          </p:nvSpPr>
          <p:spPr>
            <a:xfrm>
              <a:off x="5593494" y="19888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3" name="pt7863"/>
            <p:cNvSpPr/>
            <p:nvPr/>
          </p:nvSpPr>
          <p:spPr>
            <a:xfrm>
              <a:off x="5431054" y="22151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4" name="pt7864"/>
            <p:cNvSpPr/>
            <p:nvPr/>
          </p:nvSpPr>
          <p:spPr>
            <a:xfrm>
              <a:off x="5563890" y="22679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5" name="pt7865"/>
            <p:cNvSpPr/>
            <p:nvPr/>
          </p:nvSpPr>
          <p:spPr>
            <a:xfrm>
              <a:off x="5676747" y="16916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6" name="pt7866"/>
            <p:cNvSpPr/>
            <p:nvPr/>
          </p:nvSpPr>
          <p:spPr>
            <a:xfrm>
              <a:off x="5465070" y="17581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7" name="pt7867"/>
            <p:cNvSpPr/>
            <p:nvPr/>
          </p:nvSpPr>
          <p:spPr>
            <a:xfrm>
              <a:off x="5569250" y="2201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8" name="pt7868"/>
            <p:cNvSpPr/>
            <p:nvPr/>
          </p:nvSpPr>
          <p:spPr>
            <a:xfrm>
              <a:off x="5569216" y="22719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9" name="pt7869"/>
            <p:cNvSpPr/>
            <p:nvPr/>
          </p:nvSpPr>
          <p:spPr>
            <a:xfrm>
              <a:off x="5534355" y="21380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0" name="pt7870"/>
            <p:cNvSpPr/>
            <p:nvPr/>
          </p:nvSpPr>
          <p:spPr>
            <a:xfrm>
              <a:off x="5319140" y="21808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1" name="pt7871"/>
            <p:cNvSpPr/>
            <p:nvPr/>
          </p:nvSpPr>
          <p:spPr>
            <a:xfrm>
              <a:off x="5316652" y="22186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2" name="pt7872"/>
            <p:cNvSpPr/>
            <p:nvPr/>
          </p:nvSpPr>
          <p:spPr>
            <a:xfrm>
              <a:off x="5581417" y="22670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3" name="pt7873"/>
            <p:cNvSpPr/>
            <p:nvPr/>
          </p:nvSpPr>
          <p:spPr>
            <a:xfrm>
              <a:off x="5599924" y="2135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4" name="pt7874"/>
            <p:cNvSpPr/>
            <p:nvPr/>
          </p:nvSpPr>
          <p:spPr>
            <a:xfrm>
              <a:off x="5284101" y="22538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5" name="pt7875"/>
            <p:cNvSpPr/>
            <p:nvPr/>
          </p:nvSpPr>
          <p:spPr>
            <a:xfrm>
              <a:off x="5064825" y="24712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6" name="pt7876"/>
            <p:cNvSpPr/>
            <p:nvPr/>
          </p:nvSpPr>
          <p:spPr>
            <a:xfrm>
              <a:off x="5594963" y="19867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7" name="pt7877"/>
            <p:cNvSpPr/>
            <p:nvPr/>
          </p:nvSpPr>
          <p:spPr>
            <a:xfrm>
              <a:off x="5724710" y="16580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8" name="pt7878"/>
            <p:cNvSpPr/>
            <p:nvPr/>
          </p:nvSpPr>
          <p:spPr>
            <a:xfrm>
              <a:off x="5744151" y="16848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9" name="pt7879"/>
            <p:cNvSpPr/>
            <p:nvPr/>
          </p:nvSpPr>
          <p:spPr>
            <a:xfrm>
              <a:off x="5455931" y="21053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0" name="pt7880"/>
            <p:cNvSpPr/>
            <p:nvPr/>
          </p:nvSpPr>
          <p:spPr>
            <a:xfrm>
              <a:off x="5735139" y="16820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1" name="pt7881"/>
            <p:cNvSpPr/>
            <p:nvPr/>
          </p:nvSpPr>
          <p:spPr>
            <a:xfrm>
              <a:off x="5138469" y="26381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2" name="pt7882"/>
            <p:cNvSpPr/>
            <p:nvPr/>
          </p:nvSpPr>
          <p:spPr>
            <a:xfrm>
              <a:off x="5298923" y="21261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3" name="pt7883"/>
            <p:cNvSpPr/>
            <p:nvPr/>
          </p:nvSpPr>
          <p:spPr>
            <a:xfrm>
              <a:off x="5497688" y="22283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4" name="pt7884"/>
            <p:cNvSpPr/>
            <p:nvPr/>
          </p:nvSpPr>
          <p:spPr>
            <a:xfrm>
              <a:off x="5810750" y="17387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5" name="pt7885"/>
            <p:cNvSpPr/>
            <p:nvPr/>
          </p:nvSpPr>
          <p:spPr>
            <a:xfrm>
              <a:off x="5481939" y="21292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6" name="pt7886"/>
            <p:cNvSpPr/>
            <p:nvPr/>
          </p:nvSpPr>
          <p:spPr>
            <a:xfrm>
              <a:off x="5780660" y="19721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7" name="pt7887"/>
            <p:cNvSpPr/>
            <p:nvPr/>
          </p:nvSpPr>
          <p:spPr>
            <a:xfrm>
              <a:off x="5515852" y="22530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8" name="pt7888"/>
            <p:cNvSpPr/>
            <p:nvPr/>
          </p:nvSpPr>
          <p:spPr>
            <a:xfrm>
              <a:off x="5837002" y="19706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9" name="pt7889"/>
            <p:cNvSpPr/>
            <p:nvPr/>
          </p:nvSpPr>
          <p:spPr>
            <a:xfrm>
              <a:off x="5529837" y="21212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0" name="pt7890"/>
            <p:cNvSpPr/>
            <p:nvPr/>
          </p:nvSpPr>
          <p:spPr>
            <a:xfrm>
              <a:off x="5448886" y="22245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1" name="pt7891"/>
            <p:cNvSpPr/>
            <p:nvPr/>
          </p:nvSpPr>
          <p:spPr>
            <a:xfrm>
              <a:off x="5323872" y="21911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2" name="pt7892"/>
            <p:cNvSpPr/>
            <p:nvPr/>
          </p:nvSpPr>
          <p:spPr>
            <a:xfrm>
              <a:off x="5330728" y="18327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3" name="pt7893"/>
            <p:cNvSpPr/>
            <p:nvPr/>
          </p:nvSpPr>
          <p:spPr>
            <a:xfrm>
              <a:off x="5369061" y="22740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4" name="pt7894"/>
            <p:cNvSpPr/>
            <p:nvPr/>
          </p:nvSpPr>
          <p:spPr>
            <a:xfrm>
              <a:off x="5214421" y="22580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5" name="pt7895"/>
            <p:cNvSpPr/>
            <p:nvPr/>
          </p:nvSpPr>
          <p:spPr>
            <a:xfrm>
              <a:off x="5276268" y="22830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6" name="pt7896"/>
            <p:cNvSpPr/>
            <p:nvPr/>
          </p:nvSpPr>
          <p:spPr>
            <a:xfrm>
              <a:off x="5735628" y="18015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7" name="pt7897"/>
            <p:cNvSpPr/>
            <p:nvPr/>
          </p:nvSpPr>
          <p:spPr>
            <a:xfrm>
              <a:off x="5712310" y="22774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8" name="pt7898"/>
            <p:cNvSpPr/>
            <p:nvPr/>
          </p:nvSpPr>
          <p:spPr>
            <a:xfrm>
              <a:off x="5144807" y="25388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9" name="pt7899"/>
            <p:cNvSpPr/>
            <p:nvPr/>
          </p:nvSpPr>
          <p:spPr>
            <a:xfrm>
              <a:off x="5553702" y="22860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0" name="pt7900"/>
            <p:cNvSpPr/>
            <p:nvPr/>
          </p:nvSpPr>
          <p:spPr>
            <a:xfrm>
              <a:off x="5851107" y="19640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1" name="pt7901"/>
            <p:cNvSpPr/>
            <p:nvPr/>
          </p:nvSpPr>
          <p:spPr>
            <a:xfrm>
              <a:off x="5680655" y="18710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2" name="pt7902"/>
            <p:cNvSpPr/>
            <p:nvPr/>
          </p:nvSpPr>
          <p:spPr>
            <a:xfrm>
              <a:off x="5563037" y="21818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3" name="pt7903"/>
            <p:cNvSpPr/>
            <p:nvPr/>
          </p:nvSpPr>
          <p:spPr>
            <a:xfrm>
              <a:off x="5606800" y="19222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4" name="pt7904"/>
            <p:cNvSpPr/>
            <p:nvPr/>
          </p:nvSpPr>
          <p:spPr>
            <a:xfrm>
              <a:off x="4981546" y="25814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5" name="pt7905"/>
            <p:cNvSpPr/>
            <p:nvPr/>
          </p:nvSpPr>
          <p:spPr>
            <a:xfrm>
              <a:off x="5088722" y="24120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6" name="pt7906"/>
            <p:cNvSpPr/>
            <p:nvPr/>
          </p:nvSpPr>
          <p:spPr>
            <a:xfrm>
              <a:off x="5438787" y="22600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7" name="pt7907"/>
            <p:cNvSpPr/>
            <p:nvPr/>
          </p:nvSpPr>
          <p:spPr>
            <a:xfrm>
              <a:off x="5496111" y="22901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8" name="pt7908"/>
            <p:cNvSpPr/>
            <p:nvPr/>
          </p:nvSpPr>
          <p:spPr>
            <a:xfrm>
              <a:off x="5433993" y="22511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9" name="pt7909"/>
            <p:cNvSpPr/>
            <p:nvPr/>
          </p:nvSpPr>
          <p:spPr>
            <a:xfrm>
              <a:off x="5654732" y="21462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0" name="pt7910"/>
            <p:cNvSpPr/>
            <p:nvPr/>
          </p:nvSpPr>
          <p:spPr>
            <a:xfrm>
              <a:off x="5219063" y="23645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1" name="pt7911"/>
            <p:cNvSpPr/>
            <p:nvPr/>
          </p:nvSpPr>
          <p:spPr>
            <a:xfrm>
              <a:off x="5093506" y="27130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2" name="pt7912"/>
            <p:cNvSpPr/>
            <p:nvPr/>
          </p:nvSpPr>
          <p:spPr>
            <a:xfrm>
              <a:off x="4972082" y="25815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3" name="pt7913"/>
            <p:cNvSpPr/>
            <p:nvPr/>
          </p:nvSpPr>
          <p:spPr>
            <a:xfrm>
              <a:off x="5402016" y="21445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4" name="pt7914"/>
            <p:cNvSpPr/>
            <p:nvPr/>
          </p:nvSpPr>
          <p:spPr>
            <a:xfrm>
              <a:off x="5712671" y="20307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5" name="pt7915"/>
            <p:cNvSpPr/>
            <p:nvPr/>
          </p:nvSpPr>
          <p:spPr>
            <a:xfrm>
              <a:off x="5411007" y="22918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6" name="pt7916"/>
            <p:cNvSpPr/>
            <p:nvPr/>
          </p:nvSpPr>
          <p:spPr>
            <a:xfrm>
              <a:off x="5547095" y="21586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7" name="pt7917"/>
            <p:cNvSpPr/>
            <p:nvPr/>
          </p:nvSpPr>
          <p:spPr>
            <a:xfrm>
              <a:off x="5575527" y="22261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8" name="pt7918"/>
            <p:cNvSpPr/>
            <p:nvPr/>
          </p:nvSpPr>
          <p:spPr>
            <a:xfrm>
              <a:off x="5487222" y="21077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9" name="pt7919"/>
            <p:cNvSpPr/>
            <p:nvPr/>
          </p:nvSpPr>
          <p:spPr>
            <a:xfrm>
              <a:off x="5577173" y="22577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0" name="pt7920"/>
            <p:cNvSpPr/>
            <p:nvPr/>
          </p:nvSpPr>
          <p:spPr>
            <a:xfrm>
              <a:off x="5480586" y="20099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1" name="pt7921"/>
            <p:cNvSpPr/>
            <p:nvPr/>
          </p:nvSpPr>
          <p:spPr>
            <a:xfrm>
              <a:off x="5195137" y="21977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2" name="pt7922"/>
            <p:cNvSpPr/>
            <p:nvPr/>
          </p:nvSpPr>
          <p:spPr>
            <a:xfrm>
              <a:off x="5193368" y="21714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3" name="pt7923"/>
            <p:cNvSpPr/>
            <p:nvPr/>
          </p:nvSpPr>
          <p:spPr>
            <a:xfrm>
              <a:off x="5101791" y="22752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4" name="pt7924"/>
            <p:cNvSpPr/>
            <p:nvPr/>
          </p:nvSpPr>
          <p:spPr>
            <a:xfrm>
              <a:off x="5664424" y="20026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5" name="pt7925"/>
            <p:cNvSpPr/>
            <p:nvPr/>
          </p:nvSpPr>
          <p:spPr>
            <a:xfrm>
              <a:off x="5558636" y="2204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6" name="pt7926"/>
            <p:cNvSpPr/>
            <p:nvPr/>
          </p:nvSpPr>
          <p:spPr>
            <a:xfrm>
              <a:off x="5158130" y="26552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7" name="pt7927"/>
            <p:cNvSpPr/>
            <p:nvPr/>
          </p:nvSpPr>
          <p:spPr>
            <a:xfrm>
              <a:off x="5382598" y="22323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8" name="pt7928"/>
            <p:cNvSpPr/>
            <p:nvPr/>
          </p:nvSpPr>
          <p:spPr>
            <a:xfrm>
              <a:off x="5555922" y="23573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9" name="pt7929"/>
            <p:cNvSpPr/>
            <p:nvPr/>
          </p:nvSpPr>
          <p:spPr>
            <a:xfrm>
              <a:off x="5381737" y="21996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0" name="pt7930"/>
            <p:cNvSpPr/>
            <p:nvPr/>
          </p:nvSpPr>
          <p:spPr>
            <a:xfrm>
              <a:off x="5252266" y="21034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1" name="pt7931"/>
            <p:cNvSpPr/>
            <p:nvPr/>
          </p:nvSpPr>
          <p:spPr>
            <a:xfrm>
              <a:off x="5393302" y="21739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2" name="pt7932"/>
            <p:cNvSpPr/>
            <p:nvPr/>
          </p:nvSpPr>
          <p:spPr>
            <a:xfrm>
              <a:off x="5027934" y="22944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3" name="pt7933"/>
            <p:cNvSpPr/>
            <p:nvPr/>
          </p:nvSpPr>
          <p:spPr>
            <a:xfrm>
              <a:off x="5065048" y="21704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4" name="pt7934"/>
            <p:cNvSpPr/>
            <p:nvPr/>
          </p:nvSpPr>
          <p:spPr>
            <a:xfrm>
              <a:off x="5352898" y="22113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5" name="pt7935"/>
            <p:cNvSpPr/>
            <p:nvPr/>
          </p:nvSpPr>
          <p:spPr>
            <a:xfrm>
              <a:off x="5160478" y="26633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6" name="pt7936"/>
            <p:cNvSpPr/>
            <p:nvPr/>
          </p:nvSpPr>
          <p:spPr>
            <a:xfrm>
              <a:off x="5391746" y="21835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7" name="pt7937"/>
            <p:cNvSpPr/>
            <p:nvPr/>
          </p:nvSpPr>
          <p:spPr>
            <a:xfrm>
              <a:off x="5048067" y="23980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8" name="pt7938"/>
            <p:cNvSpPr/>
            <p:nvPr/>
          </p:nvSpPr>
          <p:spPr>
            <a:xfrm>
              <a:off x="5507302" y="22395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9" name="pt7939"/>
            <p:cNvSpPr/>
            <p:nvPr/>
          </p:nvSpPr>
          <p:spPr>
            <a:xfrm>
              <a:off x="5574293" y="2245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0" name="pt7940"/>
            <p:cNvSpPr/>
            <p:nvPr/>
          </p:nvSpPr>
          <p:spPr>
            <a:xfrm>
              <a:off x="5321900" y="21013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1" name="pt7941"/>
            <p:cNvSpPr/>
            <p:nvPr/>
          </p:nvSpPr>
          <p:spPr>
            <a:xfrm>
              <a:off x="5930481" y="17831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2" name="pt7942"/>
            <p:cNvSpPr/>
            <p:nvPr/>
          </p:nvSpPr>
          <p:spPr>
            <a:xfrm>
              <a:off x="5328229" y="21828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3" name="pt7943"/>
            <p:cNvSpPr/>
            <p:nvPr/>
          </p:nvSpPr>
          <p:spPr>
            <a:xfrm>
              <a:off x="5234586" y="21897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4" name="pt7944"/>
            <p:cNvSpPr/>
            <p:nvPr/>
          </p:nvSpPr>
          <p:spPr>
            <a:xfrm>
              <a:off x="5698788" y="19079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5" name="pt7945"/>
            <p:cNvSpPr/>
            <p:nvPr/>
          </p:nvSpPr>
          <p:spPr>
            <a:xfrm>
              <a:off x="5271940" y="21556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6" name="pt7946"/>
            <p:cNvSpPr/>
            <p:nvPr/>
          </p:nvSpPr>
          <p:spPr>
            <a:xfrm>
              <a:off x="5276872" y="2172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7" name="pt7947"/>
            <p:cNvSpPr/>
            <p:nvPr/>
          </p:nvSpPr>
          <p:spPr>
            <a:xfrm>
              <a:off x="5127393" y="2588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8" name="pt7948"/>
            <p:cNvSpPr/>
            <p:nvPr/>
          </p:nvSpPr>
          <p:spPr>
            <a:xfrm>
              <a:off x="5660454" y="21003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9" name="pt7949"/>
            <p:cNvSpPr/>
            <p:nvPr/>
          </p:nvSpPr>
          <p:spPr>
            <a:xfrm>
              <a:off x="5500624" y="21648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0" name="pt7950"/>
            <p:cNvSpPr/>
            <p:nvPr/>
          </p:nvSpPr>
          <p:spPr>
            <a:xfrm>
              <a:off x="4967324" y="18388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1" name="pt7951"/>
            <p:cNvSpPr/>
            <p:nvPr/>
          </p:nvSpPr>
          <p:spPr>
            <a:xfrm>
              <a:off x="5900559" y="19409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2" name="pt7952"/>
            <p:cNvSpPr/>
            <p:nvPr/>
          </p:nvSpPr>
          <p:spPr>
            <a:xfrm>
              <a:off x="4919008" y="27893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3" name="pt7953"/>
            <p:cNvSpPr/>
            <p:nvPr/>
          </p:nvSpPr>
          <p:spPr>
            <a:xfrm>
              <a:off x="5328171" y="22992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4" name="pt7954"/>
            <p:cNvSpPr/>
            <p:nvPr/>
          </p:nvSpPr>
          <p:spPr>
            <a:xfrm>
              <a:off x="5434044" y="22151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5" name="pt7955"/>
            <p:cNvSpPr/>
            <p:nvPr/>
          </p:nvSpPr>
          <p:spPr>
            <a:xfrm>
              <a:off x="5169279" y="26323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6" name="pt7956"/>
            <p:cNvSpPr/>
            <p:nvPr/>
          </p:nvSpPr>
          <p:spPr>
            <a:xfrm>
              <a:off x="5196624" y="23122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7" name="pt7957"/>
            <p:cNvSpPr/>
            <p:nvPr/>
          </p:nvSpPr>
          <p:spPr>
            <a:xfrm>
              <a:off x="5942312" y="19468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8" name="pt7958"/>
            <p:cNvSpPr/>
            <p:nvPr/>
          </p:nvSpPr>
          <p:spPr>
            <a:xfrm>
              <a:off x="5603016" y="21709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9" name="pt7959"/>
            <p:cNvSpPr/>
            <p:nvPr/>
          </p:nvSpPr>
          <p:spPr>
            <a:xfrm>
              <a:off x="5384142" y="22781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0" name="pt7960"/>
            <p:cNvSpPr/>
            <p:nvPr/>
          </p:nvSpPr>
          <p:spPr>
            <a:xfrm>
              <a:off x="5128188" y="26313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1" name="pt7961"/>
            <p:cNvSpPr/>
            <p:nvPr/>
          </p:nvSpPr>
          <p:spPr>
            <a:xfrm>
              <a:off x="5149103" y="28049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2" name="pt7962"/>
            <p:cNvSpPr/>
            <p:nvPr/>
          </p:nvSpPr>
          <p:spPr>
            <a:xfrm>
              <a:off x="5236487" y="21271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3" name="pt7963"/>
            <p:cNvSpPr/>
            <p:nvPr/>
          </p:nvSpPr>
          <p:spPr>
            <a:xfrm>
              <a:off x="5890709" y="15976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4" name="pt7964"/>
            <p:cNvSpPr/>
            <p:nvPr/>
          </p:nvSpPr>
          <p:spPr>
            <a:xfrm>
              <a:off x="5259564" y="21936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5" name="pt7965"/>
            <p:cNvSpPr/>
            <p:nvPr/>
          </p:nvSpPr>
          <p:spPr>
            <a:xfrm>
              <a:off x="5552042" y="22903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6" name="pt7966"/>
            <p:cNvSpPr/>
            <p:nvPr/>
          </p:nvSpPr>
          <p:spPr>
            <a:xfrm>
              <a:off x="5569761" y="22800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7" name="pt7967"/>
            <p:cNvSpPr/>
            <p:nvPr/>
          </p:nvSpPr>
          <p:spPr>
            <a:xfrm>
              <a:off x="5645798" y="20218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8" name="pt7968"/>
            <p:cNvSpPr/>
            <p:nvPr/>
          </p:nvSpPr>
          <p:spPr>
            <a:xfrm>
              <a:off x="5387894" y="20973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9" name="pt7969"/>
            <p:cNvSpPr/>
            <p:nvPr/>
          </p:nvSpPr>
          <p:spPr>
            <a:xfrm>
              <a:off x="5156610" y="27296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0" name="pt7970"/>
            <p:cNvSpPr/>
            <p:nvPr/>
          </p:nvSpPr>
          <p:spPr>
            <a:xfrm>
              <a:off x="5459728" y="2130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1" name="pt7971"/>
            <p:cNvSpPr/>
            <p:nvPr/>
          </p:nvSpPr>
          <p:spPr>
            <a:xfrm>
              <a:off x="5676818" y="18672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2" name="pt7972"/>
            <p:cNvSpPr/>
            <p:nvPr/>
          </p:nvSpPr>
          <p:spPr>
            <a:xfrm>
              <a:off x="5162371" y="25655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3" name="pt7973"/>
            <p:cNvSpPr/>
            <p:nvPr/>
          </p:nvSpPr>
          <p:spPr>
            <a:xfrm>
              <a:off x="4994848" y="25680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4" name="pt7974"/>
            <p:cNvSpPr/>
            <p:nvPr/>
          </p:nvSpPr>
          <p:spPr>
            <a:xfrm>
              <a:off x="5687624" y="16817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5" name="pt7975"/>
            <p:cNvSpPr/>
            <p:nvPr/>
          </p:nvSpPr>
          <p:spPr>
            <a:xfrm>
              <a:off x="5313482" y="21154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6" name="pt7976"/>
            <p:cNvSpPr/>
            <p:nvPr/>
          </p:nvSpPr>
          <p:spPr>
            <a:xfrm>
              <a:off x="5181526" y="23868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7" name="pt7977"/>
            <p:cNvSpPr/>
            <p:nvPr/>
          </p:nvSpPr>
          <p:spPr>
            <a:xfrm>
              <a:off x="5408921" y="22677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8" name="pt7978"/>
            <p:cNvSpPr/>
            <p:nvPr/>
          </p:nvSpPr>
          <p:spPr>
            <a:xfrm>
              <a:off x="5361502" y="22954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9" name="pt7979"/>
            <p:cNvSpPr/>
            <p:nvPr/>
          </p:nvSpPr>
          <p:spPr>
            <a:xfrm>
              <a:off x="5280614" y="22013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0" name="pt7980"/>
            <p:cNvSpPr/>
            <p:nvPr/>
          </p:nvSpPr>
          <p:spPr>
            <a:xfrm>
              <a:off x="5545854" y="22109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1" name="pt7981"/>
            <p:cNvSpPr/>
            <p:nvPr/>
          </p:nvSpPr>
          <p:spPr>
            <a:xfrm>
              <a:off x="5590612" y="19841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2" name="pt7982"/>
            <p:cNvSpPr/>
            <p:nvPr/>
          </p:nvSpPr>
          <p:spPr>
            <a:xfrm>
              <a:off x="5630978" y="21271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3" name="pt7983"/>
            <p:cNvSpPr/>
            <p:nvPr/>
          </p:nvSpPr>
          <p:spPr>
            <a:xfrm>
              <a:off x="5545922" y="20603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4" name="pt7984"/>
            <p:cNvSpPr/>
            <p:nvPr/>
          </p:nvSpPr>
          <p:spPr>
            <a:xfrm>
              <a:off x="5336610" y="22532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5" name="pt7985"/>
            <p:cNvSpPr/>
            <p:nvPr/>
          </p:nvSpPr>
          <p:spPr>
            <a:xfrm>
              <a:off x="5243400" y="21989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6" name="pt7986"/>
            <p:cNvSpPr/>
            <p:nvPr/>
          </p:nvSpPr>
          <p:spPr>
            <a:xfrm>
              <a:off x="5133213" y="25114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7" name="pt7987"/>
            <p:cNvSpPr/>
            <p:nvPr/>
          </p:nvSpPr>
          <p:spPr>
            <a:xfrm>
              <a:off x="5488293" y="21321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8" name="pt7988"/>
            <p:cNvSpPr/>
            <p:nvPr/>
          </p:nvSpPr>
          <p:spPr>
            <a:xfrm>
              <a:off x="5517308" y="22911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9" name="pt7989"/>
            <p:cNvSpPr/>
            <p:nvPr/>
          </p:nvSpPr>
          <p:spPr>
            <a:xfrm>
              <a:off x="5347889" y="21587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0" name="pt7990"/>
            <p:cNvSpPr/>
            <p:nvPr/>
          </p:nvSpPr>
          <p:spPr>
            <a:xfrm>
              <a:off x="5608322" y="21383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1" name="pt7991"/>
            <p:cNvSpPr/>
            <p:nvPr/>
          </p:nvSpPr>
          <p:spPr>
            <a:xfrm>
              <a:off x="5482247" y="20996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2" name="pt7992"/>
            <p:cNvSpPr/>
            <p:nvPr/>
          </p:nvSpPr>
          <p:spPr>
            <a:xfrm>
              <a:off x="5243993" y="21087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3" name="pt7993"/>
            <p:cNvSpPr/>
            <p:nvPr/>
          </p:nvSpPr>
          <p:spPr>
            <a:xfrm>
              <a:off x="5648551" y="20079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4" name="pt7994"/>
            <p:cNvSpPr/>
            <p:nvPr/>
          </p:nvSpPr>
          <p:spPr>
            <a:xfrm>
              <a:off x="4974766" y="26361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5" name="pt7995"/>
            <p:cNvSpPr/>
            <p:nvPr/>
          </p:nvSpPr>
          <p:spPr>
            <a:xfrm>
              <a:off x="5174397" y="2545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6" name="pt7996"/>
            <p:cNvSpPr/>
            <p:nvPr/>
          </p:nvSpPr>
          <p:spPr>
            <a:xfrm>
              <a:off x="5539467" y="20103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7" name="pt7997"/>
            <p:cNvSpPr/>
            <p:nvPr/>
          </p:nvSpPr>
          <p:spPr>
            <a:xfrm>
              <a:off x="5687385" y="16712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8" name="pt7998"/>
            <p:cNvSpPr/>
            <p:nvPr/>
          </p:nvSpPr>
          <p:spPr>
            <a:xfrm>
              <a:off x="4967572" y="19449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9" name="pt7999"/>
            <p:cNvSpPr/>
            <p:nvPr/>
          </p:nvSpPr>
          <p:spPr>
            <a:xfrm>
              <a:off x="5423737" y="21377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0" name="pt8000"/>
            <p:cNvSpPr/>
            <p:nvPr/>
          </p:nvSpPr>
          <p:spPr>
            <a:xfrm>
              <a:off x="5168616" y="2818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1" name="pt8001"/>
            <p:cNvSpPr/>
            <p:nvPr/>
          </p:nvSpPr>
          <p:spPr>
            <a:xfrm>
              <a:off x="5411477" y="22312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2" name="pt8002"/>
            <p:cNvSpPr/>
            <p:nvPr/>
          </p:nvSpPr>
          <p:spPr>
            <a:xfrm>
              <a:off x="5029462" y="2295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3" name="pt8003"/>
            <p:cNvSpPr/>
            <p:nvPr/>
          </p:nvSpPr>
          <p:spPr>
            <a:xfrm>
              <a:off x="5193808" y="21784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4" name="pt8004"/>
            <p:cNvSpPr/>
            <p:nvPr/>
          </p:nvSpPr>
          <p:spPr>
            <a:xfrm>
              <a:off x="4994277" y="27686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5" name="pt8005"/>
            <p:cNvSpPr/>
            <p:nvPr/>
          </p:nvSpPr>
          <p:spPr>
            <a:xfrm>
              <a:off x="5522429" y="21322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6" name="pt8006"/>
            <p:cNvSpPr/>
            <p:nvPr/>
          </p:nvSpPr>
          <p:spPr>
            <a:xfrm>
              <a:off x="5696969" y="19259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7" name="pt8007"/>
            <p:cNvSpPr/>
            <p:nvPr/>
          </p:nvSpPr>
          <p:spPr>
            <a:xfrm>
              <a:off x="5535706" y="22467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8" name="pt8008"/>
            <p:cNvSpPr/>
            <p:nvPr/>
          </p:nvSpPr>
          <p:spPr>
            <a:xfrm>
              <a:off x="5295018" y="21752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9" name="pt8009"/>
            <p:cNvSpPr/>
            <p:nvPr/>
          </p:nvSpPr>
          <p:spPr>
            <a:xfrm>
              <a:off x="5111695" y="22257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0" name="pt8010"/>
            <p:cNvSpPr/>
            <p:nvPr/>
          </p:nvSpPr>
          <p:spPr>
            <a:xfrm>
              <a:off x="5977421" y="16857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1" name="pt8011"/>
            <p:cNvSpPr/>
            <p:nvPr/>
          </p:nvSpPr>
          <p:spPr>
            <a:xfrm>
              <a:off x="5426761" y="22334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2" name="pt8012"/>
            <p:cNvSpPr/>
            <p:nvPr/>
          </p:nvSpPr>
          <p:spPr>
            <a:xfrm>
              <a:off x="5302441" y="22156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3" name="pt8013"/>
            <p:cNvSpPr/>
            <p:nvPr/>
          </p:nvSpPr>
          <p:spPr>
            <a:xfrm>
              <a:off x="5623498" y="18965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4" name="pt8014"/>
            <p:cNvSpPr/>
            <p:nvPr/>
          </p:nvSpPr>
          <p:spPr>
            <a:xfrm>
              <a:off x="5486424" y="19351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5" name="pt8015"/>
            <p:cNvSpPr/>
            <p:nvPr/>
          </p:nvSpPr>
          <p:spPr>
            <a:xfrm>
              <a:off x="5290675" y="22490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6" name="pt8016"/>
            <p:cNvSpPr/>
            <p:nvPr/>
          </p:nvSpPr>
          <p:spPr>
            <a:xfrm>
              <a:off x="5508864" y="22369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7" name="pt8017"/>
            <p:cNvSpPr/>
            <p:nvPr/>
          </p:nvSpPr>
          <p:spPr>
            <a:xfrm>
              <a:off x="5252974" y="22190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8" name="pt8018"/>
            <p:cNvSpPr/>
            <p:nvPr/>
          </p:nvSpPr>
          <p:spPr>
            <a:xfrm>
              <a:off x="5370035" y="22654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9" name="pt8019"/>
            <p:cNvSpPr/>
            <p:nvPr/>
          </p:nvSpPr>
          <p:spPr>
            <a:xfrm>
              <a:off x="5567819" y="23046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0" name="pt8020"/>
            <p:cNvSpPr/>
            <p:nvPr/>
          </p:nvSpPr>
          <p:spPr>
            <a:xfrm>
              <a:off x="5384893" y="21287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1" name="pt8021"/>
            <p:cNvSpPr/>
            <p:nvPr/>
          </p:nvSpPr>
          <p:spPr>
            <a:xfrm>
              <a:off x="5625331" y="19103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2" name="pt8022"/>
            <p:cNvSpPr/>
            <p:nvPr/>
          </p:nvSpPr>
          <p:spPr>
            <a:xfrm>
              <a:off x="5197061" y="23255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3" name="pt8023"/>
            <p:cNvSpPr/>
            <p:nvPr/>
          </p:nvSpPr>
          <p:spPr>
            <a:xfrm>
              <a:off x="5560216" y="21690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4" name="pt8024"/>
            <p:cNvSpPr/>
            <p:nvPr/>
          </p:nvSpPr>
          <p:spPr>
            <a:xfrm>
              <a:off x="5335086" y="21863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5" name="pt8025"/>
            <p:cNvSpPr/>
            <p:nvPr/>
          </p:nvSpPr>
          <p:spPr>
            <a:xfrm>
              <a:off x="5331366" y="2214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6" name="pt8026"/>
            <p:cNvSpPr/>
            <p:nvPr/>
          </p:nvSpPr>
          <p:spPr>
            <a:xfrm>
              <a:off x="5050775" y="23755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7" name="pt8027"/>
            <p:cNvSpPr/>
            <p:nvPr/>
          </p:nvSpPr>
          <p:spPr>
            <a:xfrm>
              <a:off x="5272737" y="21994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8" name="pt8028"/>
            <p:cNvSpPr/>
            <p:nvPr/>
          </p:nvSpPr>
          <p:spPr>
            <a:xfrm>
              <a:off x="5198818" y="25477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9" name="pt8029"/>
            <p:cNvSpPr/>
            <p:nvPr/>
          </p:nvSpPr>
          <p:spPr>
            <a:xfrm>
              <a:off x="5243229" y="20608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0" name="pt8030"/>
            <p:cNvSpPr/>
            <p:nvPr/>
          </p:nvSpPr>
          <p:spPr>
            <a:xfrm>
              <a:off x="5453063" y="22212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1" name="pt8031"/>
            <p:cNvSpPr/>
            <p:nvPr/>
          </p:nvSpPr>
          <p:spPr>
            <a:xfrm>
              <a:off x="5692130" y="18696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2" name="pt8032"/>
            <p:cNvSpPr/>
            <p:nvPr/>
          </p:nvSpPr>
          <p:spPr>
            <a:xfrm>
              <a:off x="5803382" y="19517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3" name="pt8033"/>
            <p:cNvSpPr/>
            <p:nvPr/>
          </p:nvSpPr>
          <p:spPr>
            <a:xfrm>
              <a:off x="5276105" y="22394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4" name="pt8034"/>
            <p:cNvSpPr/>
            <p:nvPr/>
          </p:nvSpPr>
          <p:spPr>
            <a:xfrm>
              <a:off x="5655700" y="20049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5" name="pt8035"/>
            <p:cNvSpPr/>
            <p:nvPr/>
          </p:nvSpPr>
          <p:spPr>
            <a:xfrm>
              <a:off x="5802217" y="18953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6" name="pt8036"/>
            <p:cNvSpPr/>
            <p:nvPr/>
          </p:nvSpPr>
          <p:spPr>
            <a:xfrm>
              <a:off x="5420641" y="21744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7" name="pt8037"/>
            <p:cNvSpPr/>
            <p:nvPr/>
          </p:nvSpPr>
          <p:spPr>
            <a:xfrm>
              <a:off x="5526046" y="20964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8" name="pt8038"/>
            <p:cNvSpPr/>
            <p:nvPr/>
          </p:nvSpPr>
          <p:spPr>
            <a:xfrm>
              <a:off x="5330441" y="21480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9" name="pt8039"/>
            <p:cNvSpPr/>
            <p:nvPr/>
          </p:nvSpPr>
          <p:spPr>
            <a:xfrm>
              <a:off x="5607382" y="19975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0" name="pt8040"/>
            <p:cNvSpPr/>
            <p:nvPr/>
          </p:nvSpPr>
          <p:spPr>
            <a:xfrm>
              <a:off x="5540644" y="20942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1" name="pt8041"/>
            <p:cNvSpPr/>
            <p:nvPr/>
          </p:nvSpPr>
          <p:spPr>
            <a:xfrm>
              <a:off x="5649226" y="20166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2" name="pt8042"/>
            <p:cNvSpPr/>
            <p:nvPr/>
          </p:nvSpPr>
          <p:spPr>
            <a:xfrm>
              <a:off x="4824457" y="22719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3" name="pt8043"/>
            <p:cNvSpPr/>
            <p:nvPr/>
          </p:nvSpPr>
          <p:spPr>
            <a:xfrm>
              <a:off x="5592295" y="19844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4" name="pt8044"/>
            <p:cNvSpPr/>
            <p:nvPr/>
          </p:nvSpPr>
          <p:spPr>
            <a:xfrm>
              <a:off x="5449892" y="23628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5" name="pt8045"/>
            <p:cNvSpPr/>
            <p:nvPr/>
          </p:nvSpPr>
          <p:spPr>
            <a:xfrm>
              <a:off x="5049947" y="20532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6" name="pt8046"/>
            <p:cNvSpPr/>
            <p:nvPr/>
          </p:nvSpPr>
          <p:spPr>
            <a:xfrm>
              <a:off x="5781246" y="21860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7" name="pt8047"/>
            <p:cNvSpPr/>
            <p:nvPr/>
          </p:nvSpPr>
          <p:spPr>
            <a:xfrm>
              <a:off x="5457812" y="20948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8" name="pt8048"/>
            <p:cNvSpPr/>
            <p:nvPr/>
          </p:nvSpPr>
          <p:spPr>
            <a:xfrm>
              <a:off x="5663464" y="19221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9" name="pt8049"/>
            <p:cNvSpPr/>
            <p:nvPr/>
          </p:nvSpPr>
          <p:spPr>
            <a:xfrm>
              <a:off x="5943431" y="15835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0" name="pt8050"/>
            <p:cNvSpPr/>
            <p:nvPr/>
          </p:nvSpPr>
          <p:spPr>
            <a:xfrm>
              <a:off x="5368627" y="22325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1" name="pt8051"/>
            <p:cNvSpPr/>
            <p:nvPr/>
          </p:nvSpPr>
          <p:spPr>
            <a:xfrm>
              <a:off x="5800197" y="1881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2" name="pt8052"/>
            <p:cNvSpPr/>
            <p:nvPr/>
          </p:nvSpPr>
          <p:spPr>
            <a:xfrm>
              <a:off x="5313374" y="21950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3" name="pt8053"/>
            <p:cNvSpPr/>
            <p:nvPr/>
          </p:nvSpPr>
          <p:spPr>
            <a:xfrm>
              <a:off x="5635586" y="20251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4" name="pt8054"/>
            <p:cNvSpPr/>
            <p:nvPr/>
          </p:nvSpPr>
          <p:spPr>
            <a:xfrm>
              <a:off x="5381204" y="21890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5" name="pt8055"/>
            <p:cNvSpPr/>
            <p:nvPr/>
          </p:nvSpPr>
          <p:spPr>
            <a:xfrm>
              <a:off x="5104958" y="22423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6" name="pt8056"/>
            <p:cNvSpPr/>
            <p:nvPr/>
          </p:nvSpPr>
          <p:spPr>
            <a:xfrm>
              <a:off x="5146930" y="26833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7" name="pt8057"/>
            <p:cNvSpPr/>
            <p:nvPr/>
          </p:nvSpPr>
          <p:spPr>
            <a:xfrm>
              <a:off x="5024762" y="24671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8" name="pt8058"/>
            <p:cNvSpPr/>
            <p:nvPr/>
          </p:nvSpPr>
          <p:spPr>
            <a:xfrm>
              <a:off x="5759495" y="20778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9" name="pt8059"/>
            <p:cNvSpPr/>
            <p:nvPr/>
          </p:nvSpPr>
          <p:spPr>
            <a:xfrm>
              <a:off x="5095204" y="2638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0" name="pt8060"/>
            <p:cNvSpPr/>
            <p:nvPr/>
          </p:nvSpPr>
          <p:spPr>
            <a:xfrm>
              <a:off x="5273491" y="21719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1" name="pt8061"/>
            <p:cNvSpPr/>
            <p:nvPr/>
          </p:nvSpPr>
          <p:spPr>
            <a:xfrm>
              <a:off x="5587371" y="23079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2" name="pt8062"/>
            <p:cNvSpPr/>
            <p:nvPr/>
          </p:nvSpPr>
          <p:spPr>
            <a:xfrm>
              <a:off x="5722208" y="17191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3" name="pt8063"/>
            <p:cNvSpPr/>
            <p:nvPr/>
          </p:nvSpPr>
          <p:spPr>
            <a:xfrm>
              <a:off x="5653363" y="20193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4" name="pt8064"/>
            <p:cNvSpPr/>
            <p:nvPr/>
          </p:nvSpPr>
          <p:spPr>
            <a:xfrm>
              <a:off x="5638379" y="20321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5" name="pt8065"/>
            <p:cNvSpPr/>
            <p:nvPr/>
          </p:nvSpPr>
          <p:spPr>
            <a:xfrm>
              <a:off x="5385388" y="21786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6" name="pt8066"/>
            <p:cNvSpPr/>
            <p:nvPr/>
          </p:nvSpPr>
          <p:spPr>
            <a:xfrm>
              <a:off x="5351094" y="21311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7" name="pt8067"/>
            <p:cNvSpPr/>
            <p:nvPr/>
          </p:nvSpPr>
          <p:spPr>
            <a:xfrm>
              <a:off x="5396911" y="21426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8" name="pt8068"/>
            <p:cNvSpPr/>
            <p:nvPr/>
          </p:nvSpPr>
          <p:spPr>
            <a:xfrm>
              <a:off x="5171594" y="25800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9" name="pt8069"/>
            <p:cNvSpPr/>
            <p:nvPr/>
          </p:nvSpPr>
          <p:spPr>
            <a:xfrm>
              <a:off x="5787649" y="21642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0" name="pt8070"/>
            <p:cNvSpPr/>
            <p:nvPr/>
          </p:nvSpPr>
          <p:spPr>
            <a:xfrm>
              <a:off x="5341396" y="22717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1" name="pt8071"/>
            <p:cNvSpPr/>
            <p:nvPr/>
          </p:nvSpPr>
          <p:spPr>
            <a:xfrm>
              <a:off x="5538174" y="21493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2" name="pt8072"/>
            <p:cNvSpPr/>
            <p:nvPr/>
          </p:nvSpPr>
          <p:spPr>
            <a:xfrm>
              <a:off x="5624521" y="18652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3" name="pt8073"/>
            <p:cNvSpPr/>
            <p:nvPr/>
          </p:nvSpPr>
          <p:spPr>
            <a:xfrm>
              <a:off x="5341071" y="23743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4" name="pt8074"/>
            <p:cNvSpPr/>
            <p:nvPr/>
          </p:nvSpPr>
          <p:spPr>
            <a:xfrm>
              <a:off x="5872487" y="19885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5" name="pt8075"/>
            <p:cNvSpPr/>
            <p:nvPr/>
          </p:nvSpPr>
          <p:spPr>
            <a:xfrm>
              <a:off x="5614214" y="19906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6" name="pt8076"/>
            <p:cNvSpPr/>
            <p:nvPr/>
          </p:nvSpPr>
          <p:spPr>
            <a:xfrm>
              <a:off x="5105291" y="20567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7" name="pt8077"/>
            <p:cNvSpPr/>
            <p:nvPr/>
          </p:nvSpPr>
          <p:spPr>
            <a:xfrm>
              <a:off x="5581635" y="23111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8" name="pt8078"/>
            <p:cNvSpPr/>
            <p:nvPr/>
          </p:nvSpPr>
          <p:spPr>
            <a:xfrm>
              <a:off x="4936463" y="22760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9" name="pt8079"/>
            <p:cNvSpPr/>
            <p:nvPr/>
          </p:nvSpPr>
          <p:spPr>
            <a:xfrm>
              <a:off x="5572903" y="21774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0" name="pt8080"/>
            <p:cNvSpPr/>
            <p:nvPr/>
          </p:nvSpPr>
          <p:spPr>
            <a:xfrm>
              <a:off x="5567387" y="22915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1" name="pt8081"/>
            <p:cNvSpPr/>
            <p:nvPr/>
          </p:nvSpPr>
          <p:spPr>
            <a:xfrm>
              <a:off x="5735781" y="19325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2" name="pt8082"/>
            <p:cNvSpPr/>
            <p:nvPr/>
          </p:nvSpPr>
          <p:spPr>
            <a:xfrm>
              <a:off x="5251530" y="20117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3" name="pt8083"/>
            <p:cNvSpPr/>
            <p:nvPr/>
          </p:nvSpPr>
          <p:spPr>
            <a:xfrm>
              <a:off x="5068124" y="23833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4" name="pt8084"/>
            <p:cNvSpPr/>
            <p:nvPr/>
          </p:nvSpPr>
          <p:spPr>
            <a:xfrm>
              <a:off x="5665468" y="19019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5" name="pt8085"/>
            <p:cNvSpPr/>
            <p:nvPr/>
          </p:nvSpPr>
          <p:spPr>
            <a:xfrm>
              <a:off x="5337773" y="21783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6" name="pt8086"/>
            <p:cNvSpPr/>
            <p:nvPr/>
          </p:nvSpPr>
          <p:spPr>
            <a:xfrm>
              <a:off x="5537830" y="20424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7" name="pt8087"/>
            <p:cNvSpPr/>
            <p:nvPr/>
          </p:nvSpPr>
          <p:spPr>
            <a:xfrm>
              <a:off x="5269618" y="21801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8" name="pt8088"/>
            <p:cNvSpPr/>
            <p:nvPr/>
          </p:nvSpPr>
          <p:spPr>
            <a:xfrm>
              <a:off x="5518765" y="23414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9" name="pt8089"/>
            <p:cNvSpPr/>
            <p:nvPr/>
          </p:nvSpPr>
          <p:spPr>
            <a:xfrm>
              <a:off x="5298617" y="21066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0" name="pt8090"/>
            <p:cNvSpPr/>
            <p:nvPr/>
          </p:nvSpPr>
          <p:spPr>
            <a:xfrm>
              <a:off x="5437564" y="22927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1" name="pt8091"/>
            <p:cNvSpPr/>
            <p:nvPr/>
          </p:nvSpPr>
          <p:spPr>
            <a:xfrm>
              <a:off x="5492509" y="20541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2" name="pt8092"/>
            <p:cNvSpPr/>
            <p:nvPr/>
          </p:nvSpPr>
          <p:spPr>
            <a:xfrm>
              <a:off x="5369209" y="22386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3" name="pt8093"/>
            <p:cNvSpPr/>
            <p:nvPr/>
          </p:nvSpPr>
          <p:spPr>
            <a:xfrm>
              <a:off x="5013356" y="24016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4" name="pt8094"/>
            <p:cNvSpPr/>
            <p:nvPr/>
          </p:nvSpPr>
          <p:spPr>
            <a:xfrm>
              <a:off x="4689957" y="24407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5" name="pt8095"/>
            <p:cNvSpPr/>
            <p:nvPr/>
          </p:nvSpPr>
          <p:spPr>
            <a:xfrm>
              <a:off x="5330299" y="21289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6" name="pt8096"/>
            <p:cNvSpPr/>
            <p:nvPr/>
          </p:nvSpPr>
          <p:spPr>
            <a:xfrm>
              <a:off x="5087208" y="24764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7" name="pt8097"/>
            <p:cNvSpPr/>
            <p:nvPr/>
          </p:nvSpPr>
          <p:spPr>
            <a:xfrm>
              <a:off x="4947568" y="21630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8" name="pt8098"/>
            <p:cNvSpPr/>
            <p:nvPr/>
          </p:nvSpPr>
          <p:spPr>
            <a:xfrm>
              <a:off x="5173346" y="27188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9" name="pt8099"/>
            <p:cNvSpPr/>
            <p:nvPr/>
          </p:nvSpPr>
          <p:spPr>
            <a:xfrm>
              <a:off x="5588123" y="2323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0" name="pt8100"/>
            <p:cNvSpPr/>
            <p:nvPr/>
          </p:nvSpPr>
          <p:spPr>
            <a:xfrm>
              <a:off x="5160404" y="27563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1" name="pt8101"/>
            <p:cNvSpPr/>
            <p:nvPr/>
          </p:nvSpPr>
          <p:spPr>
            <a:xfrm>
              <a:off x="5682966" y="16197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2" name="pt8102"/>
            <p:cNvSpPr/>
            <p:nvPr/>
          </p:nvSpPr>
          <p:spPr>
            <a:xfrm>
              <a:off x="5407279" y="21916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3" name="pt8103"/>
            <p:cNvSpPr/>
            <p:nvPr/>
          </p:nvSpPr>
          <p:spPr>
            <a:xfrm>
              <a:off x="5305706" y="1936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4" name="pt8104"/>
            <p:cNvSpPr/>
            <p:nvPr/>
          </p:nvSpPr>
          <p:spPr>
            <a:xfrm>
              <a:off x="5870064" y="19878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5" name="pt8105"/>
            <p:cNvSpPr/>
            <p:nvPr/>
          </p:nvSpPr>
          <p:spPr>
            <a:xfrm>
              <a:off x="5755942" y="19670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6" name="pt8106"/>
            <p:cNvSpPr/>
            <p:nvPr/>
          </p:nvSpPr>
          <p:spPr>
            <a:xfrm>
              <a:off x="5290802" y="20741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7" name="pt8107"/>
            <p:cNvSpPr/>
            <p:nvPr/>
          </p:nvSpPr>
          <p:spPr>
            <a:xfrm>
              <a:off x="5513853" y="23309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8" name="pt8108"/>
            <p:cNvSpPr/>
            <p:nvPr/>
          </p:nvSpPr>
          <p:spPr>
            <a:xfrm>
              <a:off x="5609545" y="20878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9" name="pt8109"/>
            <p:cNvSpPr/>
            <p:nvPr/>
          </p:nvSpPr>
          <p:spPr>
            <a:xfrm>
              <a:off x="5281807" y="22363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0" name="pt8110"/>
            <p:cNvSpPr/>
            <p:nvPr/>
          </p:nvSpPr>
          <p:spPr>
            <a:xfrm>
              <a:off x="5246493" y="21471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1" name="pt8111"/>
            <p:cNvSpPr/>
            <p:nvPr/>
          </p:nvSpPr>
          <p:spPr>
            <a:xfrm>
              <a:off x="5182371" y="25845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2" name="pt8112"/>
            <p:cNvSpPr/>
            <p:nvPr/>
          </p:nvSpPr>
          <p:spPr>
            <a:xfrm>
              <a:off x="5373927" y="21456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3" name="pt8113"/>
            <p:cNvSpPr/>
            <p:nvPr/>
          </p:nvSpPr>
          <p:spPr>
            <a:xfrm>
              <a:off x="5711887" y="19913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4" name="pt8114"/>
            <p:cNvSpPr/>
            <p:nvPr/>
          </p:nvSpPr>
          <p:spPr>
            <a:xfrm>
              <a:off x="5458874" y="21076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5" name="pt8115"/>
            <p:cNvSpPr/>
            <p:nvPr/>
          </p:nvSpPr>
          <p:spPr>
            <a:xfrm>
              <a:off x="5157578" y="28041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6" name="pt8116"/>
            <p:cNvSpPr/>
            <p:nvPr/>
          </p:nvSpPr>
          <p:spPr>
            <a:xfrm>
              <a:off x="5313402" y="22173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7" name="pt8117"/>
            <p:cNvSpPr/>
            <p:nvPr/>
          </p:nvSpPr>
          <p:spPr>
            <a:xfrm>
              <a:off x="5075163" y="2350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8" name="pt8118"/>
            <p:cNvSpPr/>
            <p:nvPr/>
          </p:nvSpPr>
          <p:spPr>
            <a:xfrm>
              <a:off x="4917215" y="26692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9" name="pt8119"/>
            <p:cNvSpPr/>
            <p:nvPr/>
          </p:nvSpPr>
          <p:spPr>
            <a:xfrm>
              <a:off x="5273321" y="22324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0" name="pt8120"/>
            <p:cNvSpPr/>
            <p:nvPr/>
          </p:nvSpPr>
          <p:spPr>
            <a:xfrm>
              <a:off x="5544850" y="21255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1" name="pt8121"/>
            <p:cNvSpPr/>
            <p:nvPr/>
          </p:nvSpPr>
          <p:spPr>
            <a:xfrm>
              <a:off x="5233694" y="21461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2" name="pt8122"/>
            <p:cNvSpPr/>
            <p:nvPr/>
          </p:nvSpPr>
          <p:spPr>
            <a:xfrm>
              <a:off x="5545304" y="20768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3" name="pt8123"/>
            <p:cNvSpPr/>
            <p:nvPr/>
          </p:nvSpPr>
          <p:spPr>
            <a:xfrm>
              <a:off x="5008190" y="23934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4" name="pt8124"/>
            <p:cNvSpPr/>
            <p:nvPr/>
          </p:nvSpPr>
          <p:spPr>
            <a:xfrm>
              <a:off x="5240556" y="22705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5" name="pt8125"/>
            <p:cNvSpPr/>
            <p:nvPr/>
          </p:nvSpPr>
          <p:spPr>
            <a:xfrm>
              <a:off x="5931990" y="19214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6" name="pt8126"/>
            <p:cNvSpPr/>
            <p:nvPr/>
          </p:nvSpPr>
          <p:spPr>
            <a:xfrm>
              <a:off x="5077488" y="27009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7" name="pt8127"/>
            <p:cNvSpPr/>
            <p:nvPr/>
          </p:nvSpPr>
          <p:spPr>
            <a:xfrm>
              <a:off x="5423448" y="22627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8" name="pt8128"/>
            <p:cNvSpPr/>
            <p:nvPr/>
          </p:nvSpPr>
          <p:spPr>
            <a:xfrm>
              <a:off x="5741535" y="19855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9" name="pt8129"/>
            <p:cNvSpPr/>
            <p:nvPr/>
          </p:nvSpPr>
          <p:spPr>
            <a:xfrm>
              <a:off x="5598067" y="19758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0" name="pt8130"/>
            <p:cNvSpPr/>
            <p:nvPr/>
          </p:nvSpPr>
          <p:spPr>
            <a:xfrm>
              <a:off x="5427568" y="23447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1" name="pt8131"/>
            <p:cNvSpPr/>
            <p:nvPr/>
          </p:nvSpPr>
          <p:spPr>
            <a:xfrm>
              <a:off x="5532862" y="21312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2" name="pt8132"/>
            <p:cNvSpPr/>
            <p:nvPr/>
          </p:nvSpPr>
          <p:spPr>
            <a:xfrm>
              <a:off x="5629210" y="20893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3" name="pt8133"/>
            <p:cNvSpPr/>
            <p:nvPr/>
          </p:nvSpPr>
          <p:spPr>
            <a:xfrm>
              <a:off x="5249294" y="20575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4" name="pt8134"/>
            <p:cNvSpPr/>
            <p:nvPr/>
          </p:nvSpPr>
          <p:spPr>
            <a:xfrm>
              <a:off x="5282308" y="21226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5" name="pt8135"/>
            <p:cNvSpPr/>
            <p:nvPr/>
          </p:nvSpPr>
          <p:spPr>
            <a:xfrm>
              <a:off x="5391351" y="20827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6" name="pt8136"/>
            <p:cNvSpPr/>
            <p:nvPr/>
          </p:nvSpPr>
          <p:spPr>
            <a:xfrm>
              <a:off x="5415779" y="20263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7" name="pt8137"/>
            <p:cNvSpPr/>
            <p:nvPr/>
          </p:nvSpPr>
          <p:spPr>
            <a:xfrm>
              <a:off x="5387407" y="21787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8" name="pt8138"/>
            <p:cNvSpPr/>
            <p:nvPr/>
          </p:nvSpPr>
          <p:spPr>
            <a:xfrm>
              <a:off x="5350797" y="22198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9" name="pt8139"/>
            <p:cNvSpPr/>
            <p:nvPr/>
          </p:nvSpPr>
          <p:spPr>
            <a:xfrm>
              <a:off x="5095046" y="25387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0" name="pt8140"/>
            <p:cNvSpPr/>
            <p:nvPr/>
          </p:nvSpPr>
          <p:spPr>
            <a:xfrm>
              <a:off x="5698754" y="19499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1" name="pt8141"/>
            <p:cNvSpPr/>
            <p:nvPr/>
          </p:nvSpPr>
          <p:spPr>
            <a:xfrm>
              <a:off x="5531152" y="21427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2" name="pt8142"/>
            <p:cNvSpPr/>
            <p:nvPr/>
          </p:nvSpPr>
          <p:spPr>
            <a:xfrm>
              <a:off x="5439652" y="23131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3" name="pt8143"/>
            <p:cNvSpPr/>
            <p:nvPr/>
          </p:nvSpPr>
          <p:spPr>
            <a:xfrm>
              <a:off x="5579482" y="22366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4" name="pt8144"/>
            <p:cNvSpPr/>
            <p:nvPr/>
          </p:nvSpPr>
          <p:spPr>
            <a:xfrm>
              <a:off x="5387818" y="21819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5" name="pt8145"/>
            <p:cNvSpPr/>
            <p:nvPr/>
          </p:nvSpPr>
          <p:spPr>
            <a:xfrm>
              <a:off x="5447667" y="23236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6" name="pt8146"/>
            <p:cNvSpPr/>
            <p:nvPr/>
          </p:nvSpPr>
          <p:spPr>
            <a:xfrm>
              <a:off x="5418534" y="21138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7" name="pt8147"/>
            <p:cNvSpPr/>
            <p:nvPr/>
          </p:nvSpPr>
          <p:spPr>
            <a:xfrm>
              <a:off x="5451362" y="22332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8" name="pt8148"/>
            <p:cNvSpPr/>
            <p:nvPr/>
          </p:nvSpPr>
          <p:spPr>
            <a:xfrm>
              <a:off x="5509003" y="22416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9" name="pt8149"/>
            <p:cNvSpPr/>
            <p:nvPr/>
          </p:nvSpPr>
          <p:spPr>
            <a:xfrm>
              <a:off x="5408240" y="21331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0" name="pt8150"/>
            <p:cNvSpPr/>
            <p:nvPr/>
          </p:nvSpPr>
          <p:spPr>
            <a:xfrm>
              <a:off x="5469831" y="19966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1" name="pt8151"/>
            <p:cNvSpPr/>
            <p:nvPr/>
          </p:nvSpPr>
          <p:spPr>
            <a:xfrm>
              <a:off x="5454821" y="21657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2" name="pt8152"/>
            <p:cNvSpPr/>
            <p:nvPr/>
          </p:nvSpPr>
          <p:spPr>
            <a:xfrm>
              <a:off x="5607111" y="19443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3" name="pt8153"/>
            <p:cNvSpPr/>
            <p:nvPr/>
          </p:nvSpPr>
          <p:spPr>
            <a:xfrm>
              <a:off x="5958603" y="17045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4" name="pt8154"/>
            <p:cNvSpPr/>
            <p:nvPr/>
          </p:nvSpPr>
          <p:spPr>
            <a:xfrm>
              <a:off x="5292231" y="21924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5" name="pt8155"/>
            <p:cNvSpPr/>
            <p:nvPr/>
          </p:nvSpPr>
          <p:spPr>
            <a:xfrm>
              <a:off x="5480697" y="20081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6" name="pt8156"/>
            <p:cNvSpPr/>
            <p:nvPr/>
          </p:nvSpPr>
          <p:spPr>
            <a:xfrm>
              <a:off x="5470885" y="19262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7" name="pt8157"/>
            <p:cNvSpPr/>
            <p:nvPr/>
          </p:nvSpPr>
          <p:spPr>
            <a:xfrm>
              <a:off x="5095163" y="25042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8" name="pt8158"/>
            <p:cNvSpPr/>
            <p:nvPr/>
          </p:nvSpPr>
          <p:spPr>
            <a:xfrm>
              <a:off x="5011026" y="25917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9" name="pt8159"/>
            <p:cNvSpPr/>
            <p:nvPr/>
          </p:nvSpPr>
          <p:spPr>
            <a:xfrm>
              <a:off x="5087410" y="23914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0" name="pt8160"/>
            <p:cNvSpPr/>
            <p:nvPr/>
          </p:nvSpPr>
          <p:spPr>
            <a:xfrm>
              <a:off x="5121033" y="27108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1" name="pt8161"/>
            <p:cNvSpPr/>
            <p:nvPr/>
          </p:nvSpPr>
          <p:spPr>
            <a:xfrm>
              <a:off x="5511143" y="22424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2" name="pt8162"/>
            <p:cNvSpPr/>
            <p:nvPr/>
          </p:nvSpPr>
          <p:spPr>
            <a:xfrm>
              <a:off x="5739707" y="19203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3" name="pt8163"/>
            <p:cNvSpPr/>
            <p:nvPr/>
          </p:nvSpPr>
          <p:spPr>
            <a:xfrm>
              <a:off x="5515620" y="22310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4" name="pt8164"/>
            <p:cNvSpPr/>
            <p:nvPr/>
          </p:nvSpPr>
          <p:spPr>
            <a:xfrm>
              <a:off x="5588811" y="22869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5" name="pt8165"/>
            <p:cNvSpPr/>
            <p:nvPr/>
          </p:nvSpPr>
          <p:spPr>
            <a:xfrm>
              <a:off x="5367227" y="2266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6" name="pt8166"/>
            <p:cNvSpPr/>
            <p:nvPr/>
          </p:nvSpPr>
          <p:spPr>
            <a:xfrm>
              <a:off x="5220882" y="22614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7" name="pt8167"/>
            <p:cNvSpPr/>
            <p:nvPr/>
          </p:nvSpPr>
          <p:spPr>
            <a:xfrm>
              <a:off x="5714533" y="20359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8" name="pt8168"/>
            <p:cNvSpPr/>
            <p:nvPr/>
          </p:nvSpPr>
          <p:spPr>
            <a:xfrm>
              <a:off x="6009320" y="19137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9" name="pt8169"/>
            <p:cNvSpPr/>
            <p:nvPr/>
          </p:nvSpPr>
          <p:spPr>
            <a:xfrm>
              <a:off x="5361603" y="22313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0" name="pt8170"/>
            <p:cNvSpPr/>
            <p:nvPr/>
          </p:nvSpPr>
          <p:spPr>
            <a:xfrm>
              <a:off x="5539796" y="20920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1" name="pt8171"/>
            <p:cNvSpPr/>
            <p:nvPr/>
          </p:nvSpPr>
          <p:spPr>
            <a:xfrm>
              <a:off x="5071001" y="23859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2" name="pt8172"/>
            <p:cNvSpPr/>
            <p:nvPr/>
          </p:nvSpPr>
          <p:spPr>
            <a:xfrm>
              <a:off x="5423147" y="21286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3" name="pt8173"/>
            <p:cNvSpPr/>
            <p:nvPr/>
          </p:nvSpPr>
          <p:spPr>
            <a:xfrm>
              <a:off x="5608589" y="20553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4" name="pt8174"/>
            <p:cNvSpPr/>
            <p:nvPr/>
          </p:nvSpPr>
          <p:spPr>
            <a:xfrm>
              <a:off x="5180813" y="24659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5" name="pt8175"/>
            <p:cNvSpPr/>
            <p:nvPr/>
          </p:nvSpPr>
          <p:spPr>
            <a:xfrm>
              <a:off x="5254014" y="21267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6" name="pt8176"/>
            <p:cNvSpPr/>
            <p:nvPr/>
          </p:nvSpPr>
          <p:spPr>
            <a:xfrm>
              <a:off x="5193900" y="22702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7" name="pt8177"/>
            <p:cNvSpPr/>
            <p:nvPr/>
          </p:nvSpPr>
          <p:spPr>
            <a:xfrm>
              <a:off x="5685481" y="17933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8" name="pt8178"/>
            <p:cNvSpPr/>
            <p:nvPr/>
          </p:nvSpPr>
          <p:spPr>
            <a:xfrm>
              <a:off x="5389923" y="21575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9" name="pt8179"/>
            <p:cNvSpPr/>
            <p:nvPr/>
          </p:nvSpPr>
          <p:spPr>
            <a:xfrm>
              <a:off x="5367909" y="2235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0" name="pt8180"/>
            <p:cNvSpPr/>
            <p:nvPr/>
          </p:nvSpPr>
          <p:spPr>
            <a:xfrm>
              <a:off x="5214807" y="22612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1" name="pt8181"/>
            <p:cNvSpPr/>
            <p:nvPr/>
          </p:nvSpPr>
          <p:spPr>
            <a:xfrm>
              <a:off x="5246129" y="2122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2" name="pt8182"/>
            <p:cNvSpPr/>
            <p:nvPr/>
          </p:nvSpPr>
          <p:spPr>
            <a:xfrm>
              <a:off x="5690899" y="18916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3" name="pt8183"/>
            <p:cNvSpPr/>
            <p:nvPr/>
          </p:nvSpPr>
          <p:spPr>
            <a:xfrm>
              <a:off x="5475538" y="20143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4" name="pt8184"/>
            <p:cNvSpPr/>
            <p:nvPr/>
          </p:nvSpPr>
          <p:spPr>
            <a:xfrm>
              <a:off x="5457587" y="21005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5" name="pt8185"/>
            <p:cNvSpPr/>
            <p:nvPr/>
          </p:nvSpPr>
          <p:spPr>
            <a:xfrm>
              <a:off x="5164815" y="27525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6" name="pt8186"/>
            <p:cNvSpPr/>
            <p:nvPr/>
          </p:nvSpPr>
          <p:spPr>
            <a:xfrm>
              <a:off x="5919760" y="16888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7" name="pt8187"/>
            <p:cNvSpPr/>
            <p:nvPr/>
          </p:nvSpPr>
          <p:spPr>
            <a:xfrm>
              <a:off x="5301864" y="21520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8" name="pt8188"/>
            <p:cNvSpPr/>
            <p:nvPr/>
          </p:nvSpPr>
          <p:spPr>
            <a:xfrm>
              <a:off x="5468299" y="2052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9" name="pt8189"/>
            <p:cNvSpPr/>
            <p:nvPr/>
          </p:nvSpPr>
          <p:spPr>
            <a:xfrm>
              <a:off x="5312340" y="21931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0" name="pt8190"/>
            <p:cNvSpPr/>
            <p:nvPr/>
          </p:nvSpPr>
          <p:spPr>
            <a:xfrm>
              <a:off x="5523506" y="22455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1" name="pt8191"/>
            <p:cNvSpPr/>
            <p:nvPr/>
          </p:nvSpPr>
          <p:spPr>
            <a:xfrm>
              <a:off x="5172365" y="25727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2" name="pt8192"/>
            <p:cNvSpPr/>
            <p:nvPr/>
          </p:nvSpPr>
          <p:spPr>
            <a:xfrm>
              <a:off x="5363429" y="21401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3" name="pt8193"/>
            <p:cNvSpPr/>
            <p:nvPr/>
          </p:nvSpPr>
          <p:spPr>
            <a:xfrm>
              <a:off x="5134486" y="26991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4" name="pt8194"/>
            <p:cNvSpPr/>
            <p:nvPr/>
          </p:nvSpPr>
          <p:spPr>
            <a:xfrm>
              <a:off x="5182356" y="25572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5" name="pt8195"/>
            <p:cNvSpPr/>
            <p:nvPr/>
          </p:nvSpPr>
          <p:spPr>
            <a:xfrm>
              <a:off x="5808085" y="19146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6" name="pt8196"/>
            <p:cNvSpPr/>
            <p:nvPr/>
          </p:nvSpPr>
          <p:spPr>
            <a:xfrm>
              <a:off x="4967484" y="2409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7" name="pt8197"/>
            <p:cNvSpPr/>
            <p:nvPr/>
          </p:nvSpPr>
          <p:spPr>
            <a:xfrm>
              <a:off x="4900734" y="26913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8" name="pt8198"/>
            <p:cNvSpPr/>
            <p:nvPr/>
          </p:nvSpPr>
          <p:spPr>
            <a:xfrm>
              <a:off x="5522160" y="20959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9" name="pt8199"/>
            <p:cNvSpPr/>
            <p:nvPr/>
          </p:nvSpPr>
          <p:spPr>
            <a:xfrm>
              <a:off x="5680778" y="18652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0" name="pt8200"/>
            <p:cNvSpPr/>
            <p:nvPr/>
          </p:nvSpPr>
          <p:spPr>
            <a:xfrm>
              <a:off x="5658104" y="20977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1" name="pt8201"/>
            <p:cNvSpPr/>
            <p:nvPr/>
          </p:nvSpPr>
          <p:spPr>
            <a:xfrm>
              <a:off x="5627154" y="19463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2" name="pt8202"/>
            <p:cNvSpPr/>
            <p:nvPr/>
          </p:nvSpPr>
          <p:spPr>
            <a:xfrm>
              <a:off x="5382794" y="22901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3" name="pt8203"/>
            <p:cNvSpPr/>
            <p:nvPr/>
          </p:nvSpPr>
          <p:spPr>
            <a:xfrm>
              <a:off x="5688941" y="18129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4" name="pt8204"/>
            <p:cNvSpPr/>
            <p:nvPr/>
          </p:nvSpPr>
          <p:spPr>
            <a:xfrm>
              <a:off x="5754473" y="17774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5" name="pt8205"/>
            <p:cNvSpPr/>
            <p:nvPr/>
          </p:nvSpPr>
          <p:spPr>
            <a:xfrm>
              <a:off x="5688281" y="15856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6" name="pt8206"/>
            <p:cNvSpPr/>
            <p:nvPr/>
          </p:nvSpPr>
          <p:spPr>
            <a:xfrm>
              <a:off x="5346784" y="22445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7" name="pt8207"/>
            <p:cNvSpPr/>
            <p:nvPr/>
          </p:nvSpPr>
          <p:spPr>
            <a:xfrm>
              <a:off x="5345163" y="21776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8" name="pt8208"/>
            <p:cNvSpPr/>
            <p:nvPr/>
          </p:nvSpPr>
          <p:spPr>
            <a:xfrm>
              <a:off x="5191336" y="22140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9" name="pt8209"/>
            <p:cNvSpPr/>
            <p:nvPr/>
          </p:nvSpPr>
          <p:spPr>
            <a:xfrm>
              <a:off x="4989259" y="26990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0" name="pt8210"/>
            <p:cNvSpPr/>
            <p:nvPr/>
          </p:nvSpPr>
          <p:spPr>
            <a:xfrm>
              <a:off x="5518126" y="21804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1" name="pt8211"/>
            <p:cNvSpPr/>
            <p:nvPr/>
          </p:nvSpPr>
          <p:spPr>
            <a:xfrm>
              <a:off x="5668256" y="18696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2" name="pt8212"/>
            <p:cNvSpPr/>
            <p:nvPr/>
          </p:nvSpPr>
          <p:spPr>
            <a:xfrm>
              <a:off x="5754514" y="19621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3" name="pt8213"/>
            <p:cNvSpPr/>
            <p:nvPr/>
          </p:nvSpPr>
          <p:spPr>
            <a:xfrm>
              <a:off x="5440246" y="21593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4" name="pt8214"/>
            <p:cNvSpPr/>
            <p:nvPr/>
          </p:nvSpPr>
          <p:spPr>
            <a:xfrm>
              <a:off x="5132555" y="25692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5" name="pt8215"/>
            <p:cNvSpPr/>
            <p:nvPr/>
          </p:nvSpPr>
          <p:spPr>
            <a:xfrm>
              <a:off x="5553977" y="2330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6" name="pt8216"/>
            <p:cNvSpPr/>
            <p:nvPr/>
          </p:nvSpPr>
          <p:spPr>
            <a:xfrm>
              <a:off x="5860944" y="16626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7" name="pt8217"/>
            <p:cNvSpPr/>
            <p:nvPr/>
          </p:nvSpPr>
          <p:spPr>
            <a:xfrm>
              <a:off x="5626612" y="19074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8" name="pt8218"/>
            <p:cNvSpPr/>
            <p:nvPr/>
          </p:nvSpPr>
          <p:spPr>
            <a:xfrm>
              <a:off x="5234534" y="20774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9" name="pt8219"/>
            <p:cNvSpPr/>
            <p:nvPr/>
          </p:nvSpPr>
          <p:spPr>
            <a:xfrm>
              <a:off x="5247716" y="18473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0" name="pt8220"/>
            <p:cNvSpPr/>
            <p:nvPr/>
          </p:nvSpPr>
          <p:spPr>
            <a:xfrm>
              <a:off x="5404857" y="22052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1" name="pt8221"/>
            <p:cNvSpPr/>
            <p:nvPr/>
          </p:nvSpPr>
          <p:spPr>
            <a:xfrm>
              <a:off x="5586737" y="22736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2" name="pt8222"/>
            <p:cNvSpPr/>
            <p:nvPr/>
          </p:nvSpPr>
          <p:spPr>
            <a:xfrm>
              <a:off x="5075562" y="25021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3" name="pt8223"/>
            <p:cNvSpPr/>
            <p:nvPr/>
          </p:nvSpPr>
          <p:spPr>
            <a:xfrm>
              <a:off x="5278995" y="21753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4" name="pt8224"/>
            <p:cNvSpPr/>
            <p:nvPr/>
          </p:nvSpPr>
          <p:spPr>
            <a:xfrm>
              <a:off x="5390309" y="21919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5" name="pt8225"/>
            <p:cNvSpPr/>
            <p:nvPr/>
          </p:nvSpPr>
          <p:spPr>
            <a:xfrm>
              <a:off x="5007854" y="25201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6" name="pt8226"/>
            <p:cNvSpPr/>
            <p:nvPr/>
          </p:nvSpPr>
          <p:spPr>
            <a:xfrm>
              <a:off x="5331800" y="21384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7" name="pt8227"/>
            <p:cNvSpPr/>
            <p:nvPr/>
          </p:nvSpPr>
          <p:spPr>
            <a:xfrm>
              <a:off x="5730074" y="17745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8" name="pt8228"/>
            <p:cNvSpPr/>
            <p:nvPr/>
          </p:nvSpPr>
          <p:spPr>
            <a:xfrm>
              <a:off x="5373307" y="22849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9" name="pt8229"/>
            <p:cNvSpPr/>
            <p:nvPr/>
          </p:nvSpPr>
          <p:spPr>
            <a:xfrm>
              <a:off x="6062281" y="21725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0" name="pt8230"/>
            <p:cNvSpPr/>
            <p:nvPr/>
          </p:nvSpPr>
          <p:spPr>
            <a:xfrm>
              <a:off x="5639364" y="19810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1" name="pt8231"/>
            <p:cNvSpPr/>
            <p:nvPr/>
          </p:nvSpPr>
          <p:spPr>
            <a:xfrm>
              <a:off x="5406970" y="21200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2" name="pt8232"/>
            <p:cNvSpPr/>
            <p:nvPr/>
          </p:nvSpPr>
          <p:spPr>
            <a:xfrm>
              <a:off x="5095088" y="25884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3" name="pt8233"/>
            <p:cNvSpPr/>
            <p:nvPr/>
          </p:nvSpPr>
          <p:spPr>
            <a:xfrm>
              <a:off x="5074358" y="25015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4" name="pt8234"/>
            <p:cNvSpPr/>
            <p:nvPr/>
          </p:nvSpPr>
          <p:spPr>
            <a:xfrm>
              <a:off x="5800587" y="19310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5" name="pt8235"/>
            <p:cNvSpPr/>
            <p:nvPr/>
          </p:nvSpPr>
          <p:spPr>
            <a:xfrm>
              <a:off x="5584885" y="23988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6" name="pt8236"/>
            <p:cNvSpPr/>
            <p:nvPr/>
          </p:nvSpPr>
          <p:spPr>
            <a:xfrm>
              <a:off x="5463006" y="21365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7" name="pt8237"/>
            <p:cNvSpPr/>
            <p:nvPr/>
          </p:nvSpPr>
          <p:spPr>
            <a:xfrm>
              <a:off x="5576005" y="21971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8" name="pt8238"/>
            <p:cNvSpPr/>
            <p:nvPr/>
          </p:nvSpPr>
          <p:spPr>
            <a:xfrm>
              <a:off x="5459142" y="20240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9" name="pt8239"/>
            <p:cNvSpPr/>
            <p:nvPr/>
          </p:nvSpPr>
          <p:spPr>
            <a:xfrm>
              <a:off x="5749268" y="20025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0" name="pt8240"/>
            <p:cNvSpPr/>
            <p:nvPr/>
          </p:nvSpPr>
          <p:spPr>
            <a:xfrm>
              <a:off x="5853049" y="1504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1" name="pt8241"/>
            <p:cNvSpPr/>
            <p:nvPr/>
          </p:nvSpPr>
          <p:spPr>
            <a:xfrm>
              <a:off x="5529949" y="22882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2" name="pt8242"/>
            <p:cNvSpPr/>
            <p:nvPr/>
          </p:nvSpPr>
          <p:spPr>
            <a:xfrm>
              <a:off x="5222231" y="22618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3" name="pt8243"/>
            <p:cNvSpPr/>
            <p:nvPr/>
          </p:nvSpPr>
          <p:spPr>
            <a:xfrm>
              <a:off x="5627007" y="18940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4" name="pt8244"/>
            <p:cNvSpPr/>
            <p:nvPr/>
          </p:nvSpPr>
          <p:spPr>
            <a:xfrm>
              <a:off x="5246225" y="21850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5" name="pt8245"/>
            <p:cNvSpPr/>
            <p:nvPr/>
          </p:nvSpPr>
          <p:spPr>
            <a:xfrm>
              <a:off x="5224331" y="22201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6" name="pt8246"/>
            <p:cNvSpPr/>
            <p:nvPr/>
          </p:nvSpPr>
          <p:spPr>
            <a:xfrm>
              <a:off x="5704807" y="18916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7" name="pt8247"/>
            <p:cNvSpPr/>
            <p:nvPr/>
          </p:nvSpPr>
          <p:spPr>
            <a:xfrm>
              <a:off x="5857963" y="17790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8" name="pt8248"/>
            <p:cNvSpPr/>
            <p:nvPr/>
          </p:nvSpPr>
          <p:spPr>
            <a:xfrm>
              <a:off x="5266181" y="2163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9" name="pt8249"/>
            <p:cNvSpPr/>
            <p:nvPr/>
          </p:nvSpPr>
          <p:spPr>
            <a:xfrm>
              <a:off x="5825302" y="19396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0" name="pt8250"/>
            <p:cNvSpPr/>
            <p:nvPr/>
          </p:nvSpPr>
          <p:spPr>
            <a:xfrm>
              <a:off x="5101241" y="21480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1" name="pt8251"/>
            <p:cNvSpPr/>
            <p:nvPr/>
          </p:nvSpPr>
          <p:spPr>
            <a:xfrm>
              <a:off x="5516442" y="22283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2" name="pt8252"/>
            <p:cNvSpPr/>
            <p:nvPr/>
          </p:nvSpPr>
          <p:spPr>
            <a:xfrm>
              <a:off x="5064047" y="2532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3" name="pt8253"/>
            <p:cNvSpPr/>
            <p:nvPr/>
          </p:nvSpPr>
          <p:spPr>
            <a:xfrm>
              <a:off x="5886902" y="19212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4" name="pt8254"/>
            <p:cNvSpPr/>
            <p:nvPr/>
          </p:nvSpPr>
          <p:spPr>
            <a:xfrm>
              <a:off x="5584613" y="22605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5" name="pt8255"/>
            <p:cNvSpPr/>
            <p:nvPr/>
          </p:nvSpPr>
          <p:spPr>
            <a:xfrm>
              <a:off x="5473726" y="20619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6" name="pt8256"/>
            <p:cNvSpPr/>
            <p:nvPr/>
          </p:nvSpPr>
          <p:spPr>
            <a:xfrm>
              <a:off x="5580319" y="23509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7" name="pt8257"/>
            <p:cNvSpPr/>
            <p:nvPr/>
          </p:nvSpPr>
          <p:spPr>
            <a:xfrm>
              <a:off x="5286950" y="20963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8" name="pt8258"/>
            <p:cNvSpPr/>
            <p:nvPr/>
          </p:nvSpPr>
          <p:spPr>
            <a:xfrm>
              <a:off x="5196246" y="24384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9" name="pt8259"/>
            <p:cNvSpPr/>
            <p:nvPr/>
          </p:nvSpPr>
          <p:spPr>
            <a:xfrm>
              <a:off x="5277208" y="2217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0" name="pt8260"/>
            <p:cNvSpPr/>
            <p:nvPr/>
          </p:nvSpPr>
          <p:spPr>
            <a:xfrm>
              <a:off x="5603038" y="21861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1" name="pt8261"/>
            <p:cNvSpPr/>
            <p:nvPr/>
          </p:nvSpPr>
          <p:spPr>
            <a:xfrm>
              <a:off x="5452637" y="2236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2" name="pt8262"/>
            <p:cNvSpPr/>
            <p:nvPr/>
          </p:nvSpPr>
          <p:spPr>
            <a:xfrm>
              <a:off x="5596998" y="20274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3" name="pt8263"/>
            <p:cNvSpPr/>
            <p:nvPr/>
          </p:nvSpPr>
          <p:spPr>
            <a:xfrm>
              <a:off x="5913856" y="16756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4" name="pt8264"/>
            <p:cNvSpPr/>
            <p:nvPr/>
          </p:nvSpPr>
          <p:spPr>
            <a:xfrm>
              <a:off x="5413065" y="21428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5" name="pt8265"/>
            <p:cNvSpPr/>
            <p:nvPr/>
          </p:nvSpPr>
          <p:spPr>
            <a:xfrm>
              <a:off x="5397372" y="21628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6" name="pt8266"/>
            <p:cNvSpPr/>
            <p:nvPr/>
          </p:nvSpPr>
          <p:spPr>
            <a:xfrm>
              <a:off x="5548027" y="21747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7" name="pt8267"/>
            <p:cNvSpPr/>
            <p:nvPr/>
          </p:nvSpPr>
          <p:spPr>
            <a:xfrm>
              <a:off x="5695158" y="20321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8" name="pt8268"/>
            <p:cNvSpPr/>
            <p:nvPr/>
          </p:nvSpPr>
          <p:spPr>
            <a:xfrm>
              <a:off x="5362754" y="22737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9" name="pt8269"/>
            <p:cNvSpPr/>
            <p:nvPr/>
          </p:nvSpPr>
          <p:spPr>
            <a:xfrm>
              <a:off x="5668896" y="20482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0" name="pt8270"/>
            <p:cNvSpPr/>
            <p:nvPr/>
          </p:nvSpPr>
          <p:spPr>
            <a:xfrm>
              <a:off x="5813449" y="18451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1" name="pt8271"/>
            <p:cNvSpPr/>
            <p:nvPr/>
          </p:nvSpPr>
          <p:spPr>
            <a:xfrm>
              <a:off x="5024039" y="2769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2" name="pt8272"/>
            <p:cNvSpPr/>
            <p:nvPr/>
          </p:nvSpPr>
          <p:spPr>
            <a:xfrm>
              <a:off x="4998906" y="26663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3" name="pt8273"/>
            <p:cNvSpPr/>
            <p:nvPr/>
          </p:nvSpPr>
          <p:spPr>
            <a:xfrm>
              <a:off x="5243061" y="21411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4" name="pt8274"/>
            <p:cNvSpPr/>
            <p:nvPr/>
          </p:nvSpPr>
          <p:spPr>
            <a:xfrm>
              <a:off x="5301957" y="21478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5" name="pt8275"/>
            <p:cNvSpPr/>
            <p:nvPr/>
          </p:nvSpPr>
          <p:spPr>
            <a:xfrm>
              <a:off x="5091733" y="2697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6" name="pt8276"/>
            <p:cNvSpPr/>
            <p:nvPr/>
          </p:nvSpPr>
          <p:spPr>
            <a:xfrm>
              <a:off x="5147748" y="26082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7" name="pt8277"/>
            <p:cNvSpPr/>
            <p:nvPr/>
          </p:nvSpPr>
          <p:spPr>
            <a:xfrm>
              <a:off x="5484255" y="21046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8" name="pt8278"/>
            <p:cNvSpPr/>
            <p:nvPr/>
          </p:nvSpPr>
          <p:spPr>
            <a:xfrm>
              <a:off x="5756720" y="20256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9" name="pt8279"/>
            <p:cNvSpPr/>
            <p:nvPr/>
          </p:nvSpPr>
          <p:spPr>
            <a:xfrm>
              <a:off x="5331640" y="21512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0" name="pt8280"/>
            <p:cNvSpPr/>
            <p:nvPr/>
          </p:nvSpPr>
          <p:spPr>
            <a:xfrm>
              <a:off x="5115921" y="2555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1" name="pt8281"/>
            <p:cNvSpPr/>
            <p:nvPr/>
          </p:nvSpPr>
          <p:spPr>
            <a:xfrm>
              <a:off x="5681342" y="15962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2" name="pt8282"/>
            <p:cNvSpPr/>
            <p:nvPr/>
          </p:nvSpPr>
          <p:spPr>
            <a:xfrm>
              <a:off x="5244085" y="22391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3" name="pt8283"/>
            <p:cNvSpPr/>
            <p:nvPr/>
          </p:nvSpPr>
          <p:spPr>
            <a:xfrm>
              <a:off x="5039966" y="22021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4" name="pt8284"/>
            <p:cNvSpPr/>
            <p:nvPr/>
          </p:nvSpPr>
          <p:spPr>
            <a:xfrm>
              <a:off x="5334406" y="21111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5" name="pt8285"/>
            <p:cNvSpPr/>
            <p:nvPr/>
          </p:nvSpPr>
          <p:spPr>
            <a:xfrm>
              <a:off x="5780975" y="19597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6" name="pt8286"/>
            <p:cNvSpPr/>
            <p:nvPr/>
          </p:nvSpPr>
          <p:spPr>
            <a:xfrm>
              <a:off x="5763976" y="20478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7" name="pt8287"/>
            <p:cNvSpPr/>
            <p:nvPr/>
          </p:nvSpPr>
          <p:spPr>
            <a:xfrm>
              <a:off x="5219828" y="21658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8" name="pt8288"/>
            <p:cNvSpPr/>
            <p:nvPr/>
          </p:nvSpPr>
          <p:spPr>
            <a:xfrm>
              <a:off x="4744229" y="21720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9" name="pt8289"/>
            <p:cNvSpPr/>
            <p:nvPr/>
          </p:nvSpPr>
          <p:spPr>
            <a:xfrm>
              <a:off x="5450272" y="23814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0" name="pt8290"/>
            <p:cNvSpPr/>
            <p:nvPr/>
          </p:nvSpPr>
          <p:spPr>
            <a:xfrm>
              <a:off x="5325335" y="23024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1" name="pt8291"/>
            <p:cNvSpPr/>
            <p:nvPr/>
          </p:nvSpPr>
          <p:spPr>
            <a:xfrm>
              <a:off x="5283272" y="22382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2" name="pt8292"/>
            <p:cNvSpPr/>
            <p:nvPr/>
          </p:nvSpPr>
          <p:spPr>
            <a:xfrm>
              <a:off x="5591451" y="20845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3" name="pt8293"/>
            <p:cNvSpPr/>
            <p:nvPr/>
          </p:nvSpPr>
          <p:spPr>
            <a:xfrm>
              <a:off x="5082092" y="24290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4" name="pt8294"/>
            <p:cNvSpPr/>
            <p:nvPr/>
          </p:nvSpPr>
          <p:spPr>
            <a:xfrm>
              <a:off x="5619068" y="20494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5" name="pt8295"/>
            <p:cNvSpPr/>
            <p:nvPr/>
          </p:nvSpPr>
          <p:spPr>
            <a:xfrm>
              <a:off x="5244638" y="22262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6" name="pt8296"/>
            <p:cNvSpPr/>
            <p:nvPr/>
          </p:nvSpPr>
          <p:spPr>
            <a:xfrm>
              <a:off x="5486848" y="20544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7" name="pt8297"/>
            <p:cNvSpPr/>
            <p:nvPr/>
          </p:nvSpPr>
          <p:spPr>
            <a:xfrm>
              <a:off x="5518997" y="21996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8" name="pt8298"/>
            <p:cNvSpPr/>
            <p:nvPr/>
          </p:nvSpPr>
          <p:spPr>
            <a:xfrm>
              <a:off x="5969257" y="19583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9" name="pt8299"/>
            <p:cNvSpPr/>
            <p:nvPr/>
          </p:nvSpPr>
          <p:spPr>
            <a:xfrm>
              <a:off x="5327684" y="21557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0" name="pt8300"/>
            <p:cNvSpPr/>
            <p:nvPr/>
          </p:nvSpPr>
          <p:spPr>
            <a:xfrm>
              <a:off x="5835730" y="19421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1" name="pt8301"/>
            <p:cNvSpPr/>
            <p:nvPr/>
          </p:nvSpPr>
          <p:spPr>
            <a:xfrm>
              <a:off x="5729964" y="21728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2" name="pt8302"/>
            <p:cNvSpPr/>
            <p:nvPr/>
          </p:nvSpPr>
          <p:spPr>
            <a:xfrm>
              <a:off x="5123624" y="25434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3" name="pt8303"/>
            <p:cNvSpPr/>
            <p:nvPr/>
          </p:nvSpPr>
          <p:spPr>
            <a:xfrm>
              <a:off x="5323863" y="21478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4" name="pt8304"/>
            <p:cNvSpPr/>
            <p:nvPr/>
          </p:nvSpPr>
          <p:spPr>
            <a:xfrm>
              <a:off x="5154607" y="26997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5" name="pt8305"/>
            <p:cNvSpPr/>
            <p:nvPr/>
          </p:nvSpPr>
          <p:spPr>
            <a:xfrm>
              <a:off x="5540933" y="20241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6" name="pt8306"/>
            <p:cNvSpPr/>
            <p:nvPr/>
          </p:nvSpPr>
          <p:spPr>
            <a:xfrm>
              <a:off x="5283110" y="21777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7" name="pt8307"/>
            <p:cNvSpPr/>
            <p:nvPr/>
          </p:nvSpPr>
          <p:spPr>
            <a:xfrm>
              <a:off x="5212606" y="21484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8" name="pt8308"/>
            <p:cNvSpPr/>
            <p:nvPr/>
          </p:nvSpPr>
          <p:spPr>
            <a:xfrm>
              <a:off x="5353347" y="21833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9" name="pt8309"/>
            <p:cNvSpPr/>
            <p:nvPr/>
          </p:nvSpPr>
          <p:spPr>
            <a:xfrm>
              <a:off x="5394310" y="21739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0" name="pt8310"/>
            <p:cNvSpPr/>
            <p:nvPr/>
          </p:nvSpPr>
          <p:spPr>
            <a:xfrm>
              <a:off x="5266306" y="22324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1" name="pt8311"/>
            <p:cNvSpPr/>
            <p:nvPr/>
          </p:nvSpPr>
          <p:spPr>
            <a:xfrm>
              <a:off x="5327614" y="21057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2" name="pt8312"/>
            <p:cNvSpPr/>
            <p:nvPr/>
          </p:nvSpPr>
          <p:spPr>
            <a:xfrm>
              <a:off x="5555585" y="21989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3" name="pt8313"/>
            <p:cNvSpPr/>
            <p:nvPr/>
          </p:nvSpPr>
          <p:spPr>
            <a:xfrm>
              <a:off x="5526584" y="2235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4" name="pt8314"/>
            <p:cNvSpPr/>
            <p:nvPr/>
          </p:nvSpPr>
          <p:spPr>
            <a:xfrm>
              <a:off x="5719898" y="1767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5" name="pt8315"/>
            <p:cNvSpPr/>
            <p:nvPr/>
          </p:nvSpPr>
          <p:spPr>
            <a:xfrm>
              <a:off x="5617646" y="19508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6" name="pt8316"/>
            <p:cNvSpPr/>
            <p:nvPr/>
          </p:nvSpPr>
          <p:spPr>
            <a:xfrm>
              <a:off x="5225463" y="21564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7" name="pt8317"/>
            <p:cNvSpPr/>
            <p:nvPr/>
          </p:nvSpPr>
          <p:spPr>
            <a:xfrm>
              <a:off x="5488600" y="21818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8" name="pt8318"/>
            <p:cNvSpPr/>
            <p:nvPr/>
          </p:nvSpPr>
          <p:spPr>
            <a:xfrm>
              <a:off x="5697886" y="18598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9" name="pt8319"/>
            <p:cNvSpPr/>
            <p:nvPr/>
          </p:nvSpPr>
          <p:spPr>
            <a:xfrm>
              <a:off x="5451164" y="23298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0" name="pt8320"/>
            <p:cNvSpPr/>
            <p:nvPr/>
          </p:nvSpPr>
          <p:spPr>
            <a:xfrm>
              <a:off x="5592583" y="21594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1" name="pt8321"/>
            <p:cNvSpPr/>
            <p:nvPr/>
          </p:nvSpPr>
          <p:spPr>
            <a:xfrm>
              <a:off x="5399638" y="21926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2" name="pt8322"/>
            <p:cNvSpPr/>
            <p:nvPr/>
          </p:nvSpPr>
          <p:spPr>
            <a:xfrm>
              <a:off x="5349657" y="22031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3" name="pt8323"/>
            <p:cNvSpPr/>
            <p:nvPr/>
          </p:nvSpPr>
          <p:spPr>
            <a:xfrm>
              <a:off x="5327667" y="21712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4" name="pt8324"/>
            <p:cNvSpPr/>
            <p:nvPr/>
          </p:nvSpPr>
          <p:spPr>
            <a:xfrm>
              <a:off x="5171190" y="27047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5" name="pt8325"/>
            <p:cNvSpPr/>
            <p:nvPr/>
          </p:nvSpPr>
          <p:spPr>
            <a:xfrm>
              <a:off x="5690515" y="18180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6" name="pt8326"/>
            <p:cNvSpPr/>
            <p:nvPr/>
          </p:nvSpPr>
          <p:spPr>
            <a:xfrm>
              <a:off x="5716258" y="19588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7" name="pt8327"/>
            <p:cNvSpPr/>
            <p:nvPr/>
          </p:nvSpPr>
          <p:spPr>
            <a:xfrm>
              <a:off x="5354237" y="22636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8" name="pt8328"/>
            <p:cNvSpPr/>
            <p:nvPr/>
          </p:nvSpPr>
          <p:spPr>
            <a:xfrm>
              <a:off x="5319283" y="21109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9" name="pt8329"/>
            <p:cNvSpPr/>
            <p:nvPr/>
          </p:nvSpPr>
          <p:spPr>
            <a:xfrm>
              <a:off x="5198846" y="22690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0" name="pt8330"/>
            <p:cNvSpPr/>
            <p:nvPr/>
          </p:nvSpPr>
          <p:spPr>
            <a:xfrm>
              <a:off x="5777629" y="19569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1" name="pt8331"/>
            <p:cNvSpPr/>
            <p:nvPr/>
          </p:nvSpPr>
          <p:spPr>
            <a:xfrm>
              <a:off x="5216622" y="20910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2" name="pt8332"/>
            <p:cNvSpPr/>
            <p:nvPr/>
          </p:nvSpPr>
          <p:spPr>
            <a:xfrm>
              <a:off x="4962251" y="20940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3" name="pt8333"/>
            <p:cNvSpPr/>
            <p:nvPr/>
          </p:nvSpPr>
          <p:spPr>
            <a:xfrm>
              <a:off x="5135790" y="25182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4" name="pt8334"/>
            <p:cNvSpPr/>
            <p:nvPr/>
          </p:nvSpPr>
          <p:spPr>
            <a:xfrm>
              <a:off x="5213661" y="20925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5" name="pt8335"/>
            <p:cNvSpPr/>
            <p:nvPr/>
          </p:nvSpPr>
          <p:spPr>
            <a:xfrm>
              <a:off x="5689228" y="18347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6" name="pt8336"/>
            <p:cNvSpPr/>
            <p:nvPr/>
          </p:nvSpPr>
          <p:spPr>
            <a:xfrm>
              <a:off x="5223182" y="21653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7" name="pt8337"/>
            <p:cNvSpPr/>
            <p:nvPr/>
          </p:nvSpPr>
          <p:spPr>
            <a:xfrm>
              <a:off x="5656816" y="20084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8" name="pt8338"/>
            <p:cNvSpPr/>
            <p:nvPr/>
          </p:nvSpPr>
          <p:spPr>
            <a:xfrm>
              <a:off x="5518525" y="2204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9" name="pt8339"/>
            <p:cNvSpPr/>
            <p:nvPr/>
          </p:nvSpPr>
          <p:spPr>
            <a:xfrm>
              <a:off x="5532239" y="21903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0" name="pt8340"/>
            <p:cNvSpPr/>
            <p:nvPr/>
          </p:nvSpPr>
          <p:spPr>
            <a:xfrm>
              <a:off x="5351211" y="21692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1" name="pt8341"/>
            <p:cNvSpPr/>
            <p:nvPr/>
          </p:nvSpPr>
          <p:spPr>
            <a:xfrm>
              <a:off x="5033863" y="22749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2" name="pt8342"/>
            <p:cNvSpPr/>
            <p:nvPr/>
          </p:nvSpPr>
          <p:spPr>
            <a:xfrm>
              <a:off x="5498171" y="20283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3" name="pt8343"/>
            <p:cNvSpPr/>
            <p:nvPr/>
          </p:nvSpPr>
          <p:spPr>
            <a:xfrm>
              <a:off x="5479633" y="18554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4" name="pt8344"/>
            <p:cNvSpPr/>
            <p:nvPr/>
          </p:nvSpPr>
          <p:spPr>
            <a:xfrm>
              <a:off x="5213122" y="20294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5" name="pt8345"/>
            <p:cNvSpPr/>
            <p:nvPr/>
          </p:nvSpPr>
          <p:spPr>
            <a:xfrm>
              <a:off x="5228633" y="21622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6" name="pt8346"/>
            <p:cNvSpPr/>
            <p:nvPr/>
          </p:nvSpPr>
          <p:spPr>
            <a:xfrm>
              <a:off x="5429175" y="2347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7" name="pt8347"/>
            <p:cNvSpPr/>
            <p:nvPr/>
          </p:nvSpPr>
          <p:spPr>
            <a:xfrm>
              <a:off x="5378301" y="21632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8" name="pt8348"/>
            <p:cNvSpPr/>
            <p:nvPr/>
          </p:nvSpPr>
          <p:spPr>
            <a:xfrm>
              <a:off x="5141131" y="25544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9" name="pt8349"/>
            <p:cNvSpPr/>
            <p:nvPr/>
          </p:nvSpPr>
          <p:spPr>
            <a:xfrm>
              <a:off x="5590924" y="19040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0" name="pt8350"/>
            <p:cNvSpPr/>
            <p:nvPr/>
          </p:nvSpPr>
          <p:spPr>
            <a:xfrm>
              <a:off x="5435036" y="21174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1" name="pt8351"/>
            <p:cNvSpPr/>
            <p:nvPr/>
          </p:nvSpPr>
          <p:spPr>
            <a:xfrm>
              <a:off x="5620775" y="20743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2" name="pt8352"/>
            <p:cNvSpPr/>
            <p:nvPr/>
          </p:nvSpPr>
          <p:spPr>
            <a:xfrm>
              <a:off x="4843564" y="25867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3" name="pt8353"/>
            <p:cNvSpPr/>
            <p:nvPr/>
          </p:nvSpPr>
          <p:spPr>
            <a:xfrm>
              <a:off x="5648918" y="20239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4" name="pt8354"/>
            <p:cNvSpPr/>
            <p:nvPr/>
          </p:nvSpPr>
          <p:spPr>
            <a:xfrm>
              <a:off x="5921711" y="1473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5" name="pt8355"/>
            <p:cNvSpPr/>
            <p:nvPr/>
          </p:nvSpPr>
          <p:spPr>
            <a:xfrm>
              <a:off x="5084303" y="26968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6" name="pt8356"/>
            <p:cNvSpPr/>
            <p:nvPr/>
          </p:nvSpPr>
          <p:spPr>
            <a:xfrm>
              <a:off x="5499735" y="21522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7" name="pt8357"/>
            <p:cNvSpPr/>
            <p:nvPr/>
          </p:nvSpPr>
          <p:spPr>
            <a:xfrm>
              <a:off x="5716557" y="19422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8" name="pt8358"/>
            <p:cNvSpPr/>
            <p:nvPr/>
          </p:nvSpPr>
          <p:spPr>
            <a:xfrm>
              <a:off x="5028163" y="2415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9" name="pt8359"/>
            <p:cNvSpPr/>
            <p:nvPr/>
          </p:nvSpPr>
          <p:spPr>
            <a:xfrm>
              <a:off x="5448576" y="22239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0" name="pt8360"/>
            <p:cNvSpPr/>
            <p:nvPr/>
          </p:nvSpPr>
          <p:spPr>
            <a:xfrm>
              <a:off x="5209132" y="22505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1" name="pt8361"/>
            <p:cNvSpPr/>
            <p:nvPr/>
          </p:nvSpPr>
          <p:spPr>
            <a:xfrm>
              <a:off x="5693426" y="20244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2" name="pt8362"/>
            <p:cNvSpPr/>
            <p:nvPr/>
          </p:nvSpPr>
          <p:spPr>
            <a:xfrm>
              <a:off x="5338867" y="22127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3" name="pt8363"/>
            <p:cNvSpPr/>
            <p:nvPr/>
          </p:nvSpPr>
          <p:spPr>
            <a:xfrm>
              <a:off x="5456630" y="20160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4" name="pt8364"/>
            <p:cNvSpPr/>
            <p:nvPr/>
          </p:nvSpPr>
          <p:spPr>
            <a:xfrm>
              <a:off x="5555019" y="22178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5" name="pt8365"/>
            <p:cNvSpPr/>
            <p:nvPr/>
          </p:nvSpPr>
          <p:spPr>
            <a:xfrm>
              <a:off x="5440936" y="22261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6" name="pt8366"/>
            <p:cNvSpPr/>
            <p:nvPr/>
          </p:nvSpPr>
          <p:spPr>
            <a:xfrm>
              <a:off x="6068341" y="18232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7" name="pt8367"/>
            <p:cNvSpPr/>
            <p:nvPr/>
          </p:nvSpPr>
          <p:spPr>
            <a:xfrm>
              <a:off x="5066159" y="22468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8" name="pt8368"/>
            <p:cNvSpPr/>
            <p:nvPr/>
          </p:nvSpPr>
          <p:spPr>
            <a:xfrm>
              <a:off x="5091069" y="25660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9" name="pt8369"/>
            <p:cNvSpPr/>
            <p:nvPr/>
          </p:nvSpPr>
          <p:spPr>
            <a:xfrm>
              <a:off x="5541778" y="21401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0" name="pt8370"/>
            <p:cNvSpPr/>
            <p:nvPr/>
          </p:nvSpPr>
          <p:spPr>
            <a:xfrm>
              <a:off x="5255983" y="2004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1" name="pt8371"/>
            <p:cNvSpPr/>
            <p:nvPr/>
          </p:nvSpPr>
          <p:spPr>
            <a:xfrm>
              <a:off x="6008263" y="23749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2" name="pt8372"/>
            <p:cNvSpPr/>
            <p:nvPr/>
          </p:nvSpPr>
          <p:spPr>
            <a:xfrm>
              <a:off x="5753899" y="20050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3" name="pt8373"/>
            <p:cNvSpPr/>
            <p:nvPr/>
          </p:nvSpPr>
          <p:spPr>
            <a:xfrm>
              <a:off x="5652098" y="20520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4" name="pt8374"/>
            <p:cNvSpPr/>
            <p:nvPr/>
          </p:nvSpPr>
          <p:spPr>
            <a:xfrm>
              <a:off x="5133418" y="26017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5" name="pt8375"/>
            <p:cNvSpPr/>
            <p:nvPr/>
          </p:nvSpPr>
          <p:spPr>
            <a:xfrm>
              <a:off x="5297073" y="21849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6" name="pt8376"/>
            <p:cNvSpPr/>
            <p:nvPr/>
          </p:nvSpPr>
          <p:spPr>
            <a:xfrm>
              <a:off x="5395621" y="21311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7" name="pt8377"/>
            <p:cNvSpPr/>
            <p:nvPr/>
          </p:nvSpPr>
          <p:spPr>
            <a:xfrm>
              <a:off x="5305900" y="19194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8" name="pt8378"/>
            <p:cNvSpPr/>
            <p:nvPr/>
          </p:nvSpPr>
          <p:spPr>
            <a:xfrm>
              <a:off x="5665136" y="19290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9" name="pt8379"/>
            <p:cNvSpPr/>
            <p:nvPr/>
          </p:nvSpPr>
          <p:spPr>
            <a:xfrm>
              <a:off x="5482832" y="20604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0" name="pt8380"/>
            <p:cNvSpPr/>
            <p:nvPr/>
          </p:nvSpPr>
          <p:spPr>
            <a:xfrm>
              <a:off x="5574386" y="22054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1" name="pt8381"/>
            <p:cNvSpPr/>
            <p:nvPr/>
          </p:nvSpPr>
          <p:spPr>
            <a:xfrm>
              <a:off x="5265947" y="21561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2" name="pt8382"/>
            <p:cNvSpPr/>
            <p:nvPr/>
          </p:nvSpPr>
          <p:spPr>
            <a:xfrm>
              <a:off x="5280832" y="22350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3" name="pt8383"/>
            <p:cNvSpPr/>
            <p:nvPr/>
          </p:nvSpPr>
          <p:spPr>
            <a:xfrm>
              <a:off x="5417941" y="2152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4" name="pt8384"/>
            <p:cNvSpPr/>
            <p:nvPr/>
          </p:nvSpPr>
          <p:spPr>
            <a:xfrm>
              <a:off x="5285936" y="22796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5" name="pt8385"/>
            <p:cNvSpPr/>
            <p:nvPr/>
          </p:nvSpPr>
          <p:spPr>
            <a:xfrm>
              <a:off x="5632498" y="20145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6" name="pt8386"/>
            <p:cNvSpPr/>
            <p:nvPr/>
          </p:nvSpPr>
          <p:spPr>
            <a:xfrm>
              <a:off x="5655915" y="21188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7" name="pt8387"/>
            <p:cNvSpPr/>
            <p:nvPr/>
          </p:nvSpPr>
          <p:spPr>
            <a:xfrm>
              <a:off x="5597760" y="20356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8" name="pt8388"/>
            <p:cNvSpPr/>
            <p:nvPr/>
          </p:nvSpPr>
          <p:spPr>
            <a:xfrm>
              <a:off x="5487150" y="21746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9" name="pt8389"/>
            <p:cNvSpPr/>
            <p:nvPr/>
          </p:nvSpPr>
          <p:spPr>
            <a:xfrm>
              <a:off x="5522370" y="21566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0" name="pt8390"/>
            <p:cNvSpPr/>
            <p:nvPr/>
          </p:nvSpPr>
          <p:spPr>
            <a:xfrm>
              <a:off x="5558015" y="23028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1" name="pt8391"/>
            <p:cNvSpPr/>
            <p:nvPr/>
          </p:nvSpPr>
          <p:spPr>
            <a:xfrm>
              <a:off x="5308724" y="20527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2" name="pt8392"/>
            <p:cNvSpPr/>
            <p:nvPr/>
          </p:nvSpPr>
          <p:spPr>
            <a:xfrm>
              <a:off x="5869976" y="17101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3" name="pt8393"/>
            <p:cNvSpPr/>
            <p:nvPr/>
          </p:nvSpPr>
          <p:spPr>
            <a:xfrm>
              <a:off x="5577354" y="22454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4" name="pt8394"/>
            <p:cNvSpPr/>
            <p:nvPr/>
          </p:nvSpPr>
          <p:spPr>
            <a:xfrm>
              <a:off x="5463220" y="21258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5" name="pt8395"/>
            <p:cNvSpPr/>
            <p:nvPr/>
          </p:nvSpPr>
          <p:spPr>
            <a:xfrm>
              <a:off x="5449108" y="23227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6" name="pt8396"/>
            <p:cNvSpPr/>
            <p:nvPr/>
          </p:nvSpPr>
          <p:spPr>
            <a:xfrm>
              <a:off x="5594673" y="21133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7" name="pt8397"/>
            <p:cNvSpPr/>
            <p:nvPr/>
          </p:nvSpPr>
          <p:spPr>
            <a:xfrm>
              <a:off x="5495566" y="20657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8" name="pt8398"/>
            <p:cNvSpPr/>
            <p:nvPr/>
          </p:nvSpPr>
          <p:spPr>
            <a:xfrm>
              <a:off x="5552723" y="22907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9" name="pt8399"/>
            <p:cNvSpPr/>
            <p:nvPr/>
          </p:nvSpPr>
          <p:spPr>
            <a:xfrm>
              <a:off x="5314394" y="21659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0" name="pt8400"/>
            <p:cNvSpPr/>
            <p:nvPr/>
          </p:nvSpPr>
          <p:spPr>
            <a:xfrm>
              <a:off x="5180803" y="24758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1" name="pt8401"/>
            <p:cNvSpPr/>
            <p:nvPr/>
          </p:nvSpPr>
          <p:spPr>
            <a:xfrm>
              <a:off x="5741476" y="19855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2" name="pt8402"/>
            <p:cNvSpPr/>
            <p:nvPr/>
          </p:nvSpPr>
          <p:spPr>
            <a:xfrm>
              <a:off x="5253103" y="21778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3" name="pt8403"/>
            <p:cNvSpPr/>
            <p:nvPr/>
          </p:nvSpPr>
          <p:spPr>
            <a:xfrm>
              <a:off x="5577051" y="22576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4" name="pt8404"/>
            <p:cNvSpPr/>
            <p:nvPr/>
          </p:nvSpPr>
          <p:spPr>
            <a:xfrm>
              <a:off x="5389644" y="21475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5" name="pt8405"/>
            <p:cNvSpPr/>
            <p:nvPr/>
          </p:nvSpPr>
          <p:spPr>
            <a:xfrm>
              <a:off x="5461128" y="21413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6" name="pt8406"/>
            <p:cNvSpPr/>
            <p:nvPr/>
          </p:nvSpPr>
          <p:spPr>
            <a:xfrm>
              <a:off x="5695476" y="18853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7" name="pt8407"/>
            <p:cNvSpPr/>
            <p:nvPr/>
          </p:nvSpPr>
          <p:spPr>
            <a:xfrm>
              <a:off x="5467780" y="20055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8" name="pt8408"/>
            <p:cNvSpPr/>
            <p:nvPr/>
          </p:nvSpPr>
          <p:spPr>
            <a:xfrm>
              <a:off x="5726239" y="1772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9" name="pt8409"/>
            <p:cNvSpPr/>
            <p:nvPr/>
          </p:nvSpPr>
          <p:spPr>
            <a:xfrm>
              <a:off x="5654969" y="20527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0" name="pt8410"/>
            <p:cNvSpPr/>
            <p:nvPr/>
          </p:nvSpPr>
          <p:spPr>
            <a:xfrm>
              <a:off x="5549923" y="22958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1" name="pt8411"/>
            <p:cNvSpPr/>
            <p:nvPr/>
          </p:nvSpPr>
          <p:spPr>
            <a:xfrm>
              <a:off x="5099035" y="25150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2" name="pt8412"/>
            <p:cNvSpPr/>
            <p:nvPr/>
          </p:nvSpPr>
          <p:spPr>
            <a:xfrm>
              <a:off x="5529746" y="20458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3" name="pt8413"/>
            <p:cNvSpPr/>
            <p:nvPr/>
          </p:nvSpPr>
          <p:spPr>
            <a:xfrm>
              <a:off x="5114801" y="20270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4" name="pt8414"/>
            <p:cNvSpPr/>
            <p:nvPr/>
          </p:nvSpPr>
          <p:spPr>
            <a:xfrm>
              <a:off x="5703762" y="19345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5" name="pt8415"/>
            <p:cNvSpPr/>
            <p:nvPr/>
          </p:nvSpPr>
          <p:spPr>
            <a:xfrm>
              <a:off x="5255680" y="20744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6" name="pt8416"/>
            <p:cNvSpPr/>
            <p:nvPr/>
          </p:nvSpPr>
          <p:spPr>
            <a:xfrm>
              <a:off x="5514981" y="21935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7" name="pt8417"/>
            <p:cNvSpPr/>
            <p:nvPr/>
          </p:nvSpPr>
          <p:spPr>
            <a:xfrm>
              <a:off x="5068077" y="24689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8" name="pt8418"/>
            <p:cNvSpPr/>
            <p:nvPr/>
          </p:nvSpPr>
          <p:spPr>
            <a:xfrm>
              <a:off x="5412859" y="21532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9" name="pt8419"/>
            <p:cNvSpPr/>
            <p:nvPr/>
          </p:nvSpPr>
          <p:spPr>
            <a:xfrm>
              <a:off x="5367477" y="22802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0" name="pt8420"/>
            <p:cNvSpPr/>
            <p:nvPr/>
          </p:nvSpPr>
          <p:spPr>
            <a:xfrm>
              <a:off x="6014737" y="21776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1" name="pt8421"/>
            <p:cNvSpPr/>
            <p:nvPr/>
          </p:nvSpPr>
          <p:spPr>
            <a:xfrm>
              <a:off x="5729641" y="17521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2" name="pt8422"/>
            <p:cNvSpPr/>
            <p:nvPr/>
          </p:nvSpPr>
          <p:spPr>
            <a:xfrm>
              <a:off x="5410914" y="22317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3" name="pt8423"/>
            <p:cNvSpPr/>
            <p:nvPr/>
          </p:nvSpPr>
          <p:spPr>
            <a:xfrm>
              <a:off x="5144044" y="26356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4" name="pt8424"/>
            <p:cNvSpPr/>
            <p:nvPr/>
          </p:nvSpPr>
          <p:spPr>
            <a:xfrm>
              <a:off x="5250517" y="19827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5" name="pt8425"/>
            <p:cNvSpPr/>
            <p:nvPr/>
          </p:nvSpPr>
          <p:spPr>
            <a:xfrm>
              <a:off x="5231162" y="21366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6" name="pt8426"/>
            <p:cNvSpPr/>
            <p:nvPr/>
          </p:nvSpPr>
          <p:spPr>
            <a:xfrm>
              <a:off x="5754957" y="19248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7" name="pt8427"/>
            <p:cNvSpPr/>
            <p:nvPr/>
          </p:nvSpPr>
          <p:spPr>
            <a:xfrm>
              <a:off x="5260725" y="22081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8" name="pt8428"/>
            <p:cNvSpPr/>
            <p:nvPr/>
          </p:nvSpPr>
          <p:spPr>
            <a:xfrm>
              <a:off x="5180905" y="25597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9" name="pt8429"/>
            <p:cNvSpPr/>
            <p:nvPr/>
          </p:nvSpPr>
          <p:spPr>
            <a:xfrm>
              <a:off x="5465319" y="19187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0" name="pt8430"/>
            <p:cNvSpPr/>
            <p:nvPr/>
          </p:nvSpPr>
          <p:spPr>
            <a:xfrm>
              <a:off x="5243502" y="22091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1" name="pt8431"/>
            <p:cNvSpPr/>
            <p:nvPr/>
          </p:nvSpPr>
          <p:spPr>
            <a:xfrm>
              <a:off x="5657835" y="20896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2" name="pt8432"/>
            <p:cNvSpPr/>
            <p:nvPr/>
          </p:nvSpPr>
          <p:spPr>
            <a:xfrm>
              <a:off x="5478605" y="19231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3" name="pt8433"/>
            <p:cNvSpPr/>
            <p:nvPr/>
          </p:nvSpPr>
          <p:spPr>
            <a:xfrm>
              <a:off x="5576727" y="22259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4" name="pt8434"/>
            <p:cNvSpPr/>
            <p:nvPr/>
          </p:nvSpPr>
          <p:spPr>
            <a:xfrm>
              <a:off x="5086207" y="24598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5" name="pt8435"/>
            <p:cNvSpPr/>
            <p:nvPr/>
          </p:nvSpPr>
          <p:spPr>
            <a:xfrm>
              <a:off x="5319824" y="21035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6" name="pt8436"/>
            <p:cNvSpPr/>
            <p:nvPr/>
          </p:nvSpPr>
          <p:spPr>
            <a:xfrm>
              <a:off x="5393743" y="21844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7" name="pt8437"/>
            <p:cNvSpPr/>
            <p:nvPr/>
          </p:nvSpPr>
          <p:spPr>
            <a:xfrm>
              <a:off x="5492582" y="21256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8" name="pt8438"/>
            <p:cNvSpPr/>
            <p:nvPr/>
          </p:nvSpPr>
          <p:spPr>
            <a:xfrm>
              <a:off x="5209681" y="23062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9" name="pt8439"/>
            <p:cNvSpPr/>
            <p:nvPr/>
          </p:nvSpPr>
          <p:spPr>
            <a:xfrm>
              <a:off x="5818625" y="18363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0" name="pt8440"/>
            <p:cNvSpPr/>
            <p:nvPr/>
          </p:nvSpPr>
          <p:spPr>
            <a:xfrm>
              <a:off x="5445445" y="23008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1" name="pt8441"/>
            <p:cNvSpPr/>
            <p:nvPr/>
          </p:nvSpPr>
          <p:spPr>
            <a:xfrm>
              <a:off x="5533723" y="21775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2" name="pt8442"/>
            <p:cNvSpPr/>
            <p:nvPr/>
          </p:nvSpPr>
          <p:spPr>
            <a:xfrm>
              <a:off x="4962105" y="24818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3" name="pt8443"/>
            <p:cNvSpPr/>
            <p:nvPr/>
          </p:nvSpPr>
          <p:spPr>
            <a:xfrm>
              <a:off x="4974446" y="24908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4" name="pt8444"/>
            <p:cNvSpPr/>
            <p:nvPr/>
          </p:nvSpPr>
          <p:spPr>
            <a:xfrm>
              <a:off x="5751073" y="18252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5" name="pt8445"/>
            <p:cNvSpPr/>
            <p:nvPr/>
          </p:nvSpPr>
          <p:spPr>
            <a:xfrm>
              <a:off x="5413684" y="21934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6" name="pt8446"/>
            <p:cNvSpPr/>
            <p:nvPr/>
          </p:nvSpPr>
          <p:spPr>
            <a:xfrm>
              <a:off x="5408298" y="22250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7" name="pt8447"/>
            <p:cNvSpPr/>
            <p:nvPr/>
          </p:nvSpPr>
          <p:spPr>
            <a:xfrm>
              <a:off x="5568623" y="21242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8" name="pt8448"/>
            <p:cNvSpPr/>
            <p:nvPr/>
          </p:nvSpPr>
          <p:spPr>
            <a:xfrm>
              <a:off x="5660892" y="20267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9" name="pt8449"/>
            <p:cNvSpPr/>
            <p:nvPr/>
          </p:nvSpPr>
          <p:spPr>
            <a:xfrm>
              <a:off x="5795686" y="20037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0" name="pt8450"/>
            <p:cNvSpPr/>
            <p:nvPr/>
          </p:nvSpPr>
          <p:spPr>
            <a:xfrm>
              <a:off x="5528246" y="21046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1" name="pt8451"/>
            <p:cNvSpPr/>
            <p:nvPr/>
          </p:nvSpPr>
          <p:spPr>
            <a:xfrm>
              <a:off x="5019635" y="24777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2" name="pt8452"/>
            <p:cNvSpPr/>
            <p:nvPr/>
          </p:nvSpPr>
          <p:spPr>
            <a:xfrm>
              <a:off x="5525349" y="22310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3" name="pt8453"/>
            <p:cNvSpPr/>
            <p:nvPr/>
          </p:nvSpPr>
          <p:spPr>
            <a:xfrm>
              <a:off x="5083219" y="25394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4" name="pt8454"/>
            <p:cNvSpPr/>
            <p:nvPr/>
          </p:nvSpPr>
          <p:spPr>
            <a:xfrm>
              <a:off x="5454616" y="22007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5" name="pt8455"/>
            <p:cNvSpPr/>
            <p:nvPr/>
          </p:nvSpPr>
          <p:spPr>
            <a:xfrm>
              <a:off x="4994584" y="25288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6" name="pt8456"/>
            <p:cNvSpPr/>
            <p:nvPr/>
          </p:nvSpPr>
          <p:spPr>
            <a:xfrm>
              <a:off x="5510363" y="22071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7" name="pt8457"/>
            <p:cNvSpPr/>
            <p:nvPr/>
          </p:nvSpPr>
          <p:spPr>
            <a:xfrm>
              <a:off x="5093305" y="24716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8" name="pt8458"/>
            <p:cNvSpPr/>
            <p:nvPr/>
          </p:nvSpPr>
          <p:spPr>
            <a:xfrm>
              <a:off x="5522699" y="21096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9" name="pt8459"/>
            <p:cNvSpPr/>
            <p:nvPr/>
          </p:nvSpPr>
          <p:spPr>
            <a:xfrm>
              <a:off x="5309528" y="20131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0" name="pt8460"/>
            <p:cNvSpPr/>
            <p:nvPr/>
          </p:nvSpPr>
          <p:spPr>
            <a:xfrm>
              <a:off x="5569691" y="22205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1" name="pt8461"/>
            <p:cNvSpPr/>
            <p:nvPr/>
          </p:nvSpPr>
          <p:spPr>
            <a:xfrm>
              <a:off x="5626379" y="18907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2" name="pt8462"/>
            <p:cNvSpPr/>
            <p:nvPr/>
          </p:nvSpPr>
          <p:spPr>
            <a:xfrm>
              <a:off x="5123012" y="26289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3" name="pt8463"/>
            <p:cNvSpPr/>
            <p:nvPr/>
          </p:nvSpPr>
          <p:spPr>
            <a:xfrm>
              <a:off x="5302346" y="22360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4" name="pt8464"/>
            <p:cNvSpPr/>
            <p:nvPr/>
          </p:nvSpPr>
          <p:spPr>
            <a:xfrm>
              <a:off x="5184926" y="25038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5" name="pt8465"/>
            <p:cNvSpPr/>
            <p:nvPr/>
          </p:nvSpPr>
          <p:spPr>
            <a:xfrm>
              <a:off x="5524782" y="22276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6" name="pt8466"/>
            <p:cNvSpPr/>
            <p:nvPr/>
          </p:nvSpPr>
          <p:spPr>
            <a:xfrm>
              <a:off x="5576879" y="22085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7" name="pt8467"/>
            <p:cNvSpPr/>
            <p:nvPr/>
          </p:nvSpPr>
          <p:spPr>
            <a:xfrm>
              <a:off x="5374969" y="22485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8" name="pt8468"/>
            <p:cNvSpPr/>
            <p:nvPr/>
          </p:nvSpPr>
          <p:spPr>
            <a:xfrm>
              <a:off x="5343875" y="21875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9" name="pt8469"/>
            <p:cNvSpPr/>
            <p:nvPr/>
          </p:nvSpPr>
          <p:spPr>
            <a:xfrm>
              <a:off x="5462874" y="21326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0" name="pt8470"/>
            <p:cNvSpPr/>
            <p:nvPr/>
          </p:nvSpPr>
          <p:spPr>
            <a:xfrm>
              <a:off x="5606302" y="21077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1" name="pt8471"/>
            <p:cNvSpPr/>
            <p:nvPr/>
          </p:nvSpPr>
          <p:spPr>
            <a:xfrm>
              <a:off x="4964275" y="22458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2" name="pt8472"/>
            <p:cNvSpPr/>
            <p:nvPr/>
          </p:nvSpPr>
          <p:spPr>
            <a:xfrm>
              <a:off x="5128517" y="25010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3" name="pt8473"/>
            <p:cNvSpPr/>
            <p:nvPr/>
          </p:nvSpPr>
          <p:spPr>
            <a:xfrm>
              <a:off x="5460225" y="21662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4" name="pt8474"/>
            <p:cNvSpPr/>
            <p:nvPr/>
          </p:nvSpPr>
          <p:spPr>
            <a:xfrm>
              <a:off x="5499310" y="2254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5" name="pt8475"/>
            <p:cNvSpPr/>
            <p:nvPr/>
          </p:nvSpPr>
          <p:spPr>
            <a:xfrm>
              <a:off x="5853210" y="19443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6" name="pt8476"/>
            <p:cNvSpPr/>
            <p:nvPr/>
          </p:nvSpPr>
          <p:spPr>
            <a:xfrm>
              <a:off x="5132375" y="26303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7" name="pt8477"/>
            <p:cNvSpPr/>
            <p:nvPr/>
          </p:nvSpPr>
          <p:spPr>
            <a:xfrm>
              <a:off x="5707175" y="20501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8" name="pt8478"/>
            <p:cNvSpPr/>
            <p:nvPr/>
          </p:nvSpPr>
          <p:spPr>
            <a:xfrm>
              <a:off x="4937542" y="17720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9" name="pt8479"/>
            <p:cNvSpPr/>
            <p:nvPr/>
          </p:nvSpPr>
          <p:spPr>
            <a:xfrm>
              <a:off x="5549007" y="22176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0" name="pt8480"/>
            <p:cNvSpPr/>
            <p:nvPr/>
          </p:nvSpPr>
          <p:spPr>
            <a:xfrm>
              <a:off x="5180633" y="25601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1" name="pt8481"/>
            <p:cNvSpPr/>
            <p:nvPr/>
          </p:nvSpPr>
          <p:spPr>
            <a:xfrm>
              <a:off x="5619772" y="17784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2" name="pt8482"/>
            <p:cNvSpPr/>
            <p:nvPr/>
          </p:nvSpPr>
          <p:spPr>
            <a:xfrm>
              <a:off x="5535594" y="23016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3" name="pt8483"/>
            <p:cNvSpPr/>
            <p:nvPr/>
          </p:nvSpPr>
          <p:spPr>
            <a:xfrm>
              <a:off x="5629761" y="21099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4" name="pt8484"/>
            <p:cNvSpPr/>
            <p:nvPr/>
          </p:nvSpPr>
          <p:spPr>
            <a:xfrm>
              <a:off x="5450605" y="22827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5" name="pt8485"/>
            <p:cNvSpPr/>
            <p:nvPr/>
          </p:nvSpPr>
          <p:spPr>
            <a:xfrm>
              <a:off x="5515327" y="22393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6" name="pt8486"/>
            <p:cNvSpPr/>
            <p:nvPr/>
          </p:nvSpPr>
          <p:spPr>
            <a:xfrm>
              <a:off x="5167016" y="2575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7" name="pt8487"/>
            <p:cNvSpPr/>
            <p:nvPr/>
          </p:nvSpPr>
          <p:spPr>
            <a:xfrm>
              <a:off x="5413188" y="2181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8" name="pt8488"/>
            <p:cNvSpPr/>
            <p:nvPr/>
          </p:nvSpPr>
          <p:spPr>
            <a:xfrm>
              <a:off x="5725411" y="1893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9" name="pt8489"/>
            <p:cNvSpPr/>
            <p:nvPr/>
          </p:nvSpPr>
          <p:spPr>
            <a:xfrm>
              <a:off x="4878583" y="29320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0" name="pt8490"/>
            <p:cNvSpPr/>
            <p:nvPr/>
          </p:nvSpPr>
          <p:spPr>
            <a:xfrm>
              <a:off x="5518675" y="21671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1" name="pt8491"/>
            <p:cNvSpPr/>
            <p:nvPr/>
          </p:nvSpPr>
          <p:spPr>
            <a:xfrm>
              <a:off x="5366382" y="22741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2" name="pt8492"/>
            <p:cNvSpPr/>
            <p:nvPr/>
          </p:nvSpPr>
          <p:spPr>
            <a:xfrm>
              <a:off x="5453640" y="20959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3" name="pt8493"/>
            <p:cNvSpPr/>
            <p:nvPr/>
          </p:nvSpPr>
          <p:spPr>
            <a:xfrm>
              <a:off x="5635251" y="21911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4" name="pt8494"/>
            <p:cNvSpPr/>
            <p:nvPr/>
          </p:nvSpPr>
          <p:spPr>
            <a:xfrm>
              <a:off x="5510324" y="22147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5" name="pt8495"/>
            <p:cNvSpPr/>
            <p:nvPr/>
          </p:nvSpPr>
          <p:spPr>
            <a:xfrm>
              <a:off x="5318397" y="21134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6" name="pt8496"/>
            <p:cNvSpPr/>
            <p:nvPr/>
          </p:nvSpPr>
          <p:spPr>
            <a:xfrm>
              <a:off x="5670312" y="19674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7" name="pt8497"/>
            <p:cNvSpPr/>
            <p:nvPr/>
          </p:nvSpPr>
          <p:spPr>
            <a:xfrm>
              <a:off x="5753572" y="20426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8" name="pt8498"/>
            <p:cNvSpPr/>
            <p:nvPr/>
          </p:nvSpPr>
          <p:spPr>
            <a:xfrm>
              <a:off x="5252095" y="21735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9" name="pt8499"/>
            <p:cNvSpPr/>
            <p:nvPr/>
          </p:nvSpPr>
          <p:spPr>
            <a:xfrm>
              <a:off x="5555354" y="22633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0" name="pt8500"/>
            <p:cNvSpPr/>
            <p:nvPr/>
          </p:nvSpPr>
          <p:spPr>
            <a:xfrm>
              <a:off x="4936157" y="20720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1" name="pt8501"/>
            <p:cNvSpPr/>
            <p:nvPr/>
          </p:nvSpPr>
          <p:spPr>
            <a:xfrm>
              <a:off x="5447272" y="22429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2" name="pt8502"/>
            <p:cNvSpPr/>
            <p:nvPr/>
          </p:nvSpPr>
          <p:spPr>
            <a:xfrm>
              <a:off x="5347598" y="21408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3" name="pt8503"/>
            <p:cNvSpPr/>
            <p:nvPr/>
          </p:nvSpPr>
          <p:spPr>
            <a:xfrm>
              <a:off x="5342758" y="21862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4" name="pt8504"/>
            <p:cNvSpPr/>
            <p:nvPr/>
          </p:nvSpPr>
          <p:spPr>
            <a:xfrm>
              <a:off x="5621080" y="18398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5" name="pt8505"/>
            <p:cNvSpPr/>
            <p:nvPr/>
          </p:nvSpPr>
          <p:spPr>
            <a:xfrm>
              <a:off x="5443334" y="23137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6" name="pt8506"/>
            <p:cNvSpPr/>
            <p:nvPr/>
          </p:nvSpPr>
          <p:spPr>
            <a:xfrm>
              <a:off x="5437864" y="22173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7" name="pt8507"/>
            <p:cNvSpPr/>
            <p:nvPr/>
          </p:nvSpPr>
          <p:spPr>
            <a:xfrm>
              <a:off x="5802187" y="19789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8" name="pt8508"/>
            <p:cNvSpPr/>
            <p:nvPr/>
          </p:nvSpPr>
          <p:spPr>
            <a:xfrm>
              <a:off x="4619174" y="29612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9" name="pt8509"/>
            <p:cNvSpPr/>
            <p:nvPr/>
          </p:nvSpPr>
          <p:spPr>
            <a:xfrm>
              <a:off x="5675504" y="1628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0" name="pt8510"/>
            <p:cNvSpPr/>
            <p:nvPr/>
          </p:nvSpPr>
          <p:spPr>
            <a:xfrm>
              <a:off x="5421387" y="21438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1" name="pt8511"/>
            <p:cNvSpPr/>
            <p:nvPr/>
          </p:nvSpPr>
          <p:spPr>
            <a:xfrm>
              <a:off x="5856327" y="19845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2" name="pt8512"/>
            <p:cNvSpPr/>
            <p:nvPr/>
          </p:nvSpPr>
          <p:spPr>
            <a:xfrm>
              <a:off x="5381775" y="22044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3" name="pt8513"/>
            <p:cNvSpPr/>
            <p:nvPr/>
          </p:nvSpPr>
          <p:spPr>
            <a:xfrm>
              <a:off x="5933160" y="15151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4" name="pt8514"/>
            <p:cNvSpPr/>
            <p:nvPr/>
          </p:nvSpPr>
          <p:spPr>
            <a:xfrm>
              <a:off x="5352980" y="2203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5" name="pt8515"/>
            <p:cNvSpPr/>
            <p:nvPr/>
          </p:nvSpPr>
          <p:spPr>
            <a:xfrm>
              <a:off x="5205896" y="21654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6" name="pt8516"/>
            <p:cNvSpPr/>
            <p:nvPr/>
          </p:nvSpPr>
          <p:spPr>
            <a:xfrm>
              <a:off x="5527528" y="20304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7" name="pt8517"/>
            <p:cNvSpPr/>
            <p:nvPr/>
          </p:nvSpPr>
          <p:spPr>
            <a:xfrm>
              <a:off x="5289054" y="21055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8" name="pt8518"/>
            <p:cNvSpPr/>
            <p:nvPr/>
          </p:nvSpPr>
          <p:spPr>
            <a:xfrm>
              <a:off x="5425510" y="22605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9" name="pt8519"/>
            <p:cNvSpPr/>
            <p:nvPr/>
          </p:nvSpPr>
          <p:spPr>
            <a:xfrm>
              <a:off x="5197025" y="22957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0" name="pt8520"/>
            <p:cNvSpPr/>
            <p:nvPr/>
          </p:nvSpPr>
          <p:spPr>
            <a:xfrm>
              <a:off x="5673086" y="18049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1" name="pt8521"/>
            <p:cNvSpPr/>
            <p:nvPr/>
          </p:nvSpPr>
          <p:spPr>
            <a:xfrm>
              <a:off x="5522247" y="21808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2" name="pt8522"/>
            <p:cNvSpPr/>
            <p:nvPr/>
          </p:nvSpPr>
          <p:spPr>
            <a:xfrm>
              <a:off x="5321823" y="21644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3" name="pt8523"/>
            <p:cNvSpPr/>
            <p:nvPr/>
          </p:nvSpPr>
          <p:spPr>
            <a:xfrm>
              <a:off x="5443217" y="23198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4" name="pt8524"/>
            <p:cNvSpPr/>
            <p:nvPr/>
          </p:nvSpPr>
          <p:spPr>
            <a:xfrm>
              <a:off x="5354526" y="22319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5" name="pt8525"/>
            <p:cNvSpPr/>
            <p:nvPr/>
          </p:nvSpPr>
          <p:spPr>
            <a:xfrm>
              <a:off x="5579820" y="22286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6" name="pt8526"/>
            <p:cNvSpPr/>
            <p:nvPr/>
          </p:nvSpPr>
          <p:spPr>
            <a:xfrm>
              <a:off x="5588291" y="23256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7" name="pt8527"/>
            <p:cNvSpPr/>
            <p:nvPr/>
          </p:nvSpPr>
          <p:spPr>
            <a:xfrm>
              <a:off x="5241625" y="2009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8" name="pt8528"/>
            <p:cNvSpPr/>
            <p:nvPr/>
          </p:nvSpPr>
          <p:spPr>
            <a:xfrm>
              <a:off x="5817653" y="20073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9" name="pt8529"/>
            <p:cNvSpPr/>
            <p:nvPr/>
          </p:nvSpPr>
          <p:spPr>
            <a:xfrm>
              <a:off x="5500745" y="21895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0" name="pt8530"/>
            <p:cNvSpPr/>
            <p:nvPr/>
          </p:nvSpPr>
          <p:spPr>
            <a:xfrm>
              <a:off x="5330540" y="20759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1" name="pt8531"/>
            <p:cNvSpPr/>
            <p:nvPr/>
          </p:nvSpPr>
          <p:spPr>
            <a:xfrm>
              <a:off x="4988061" y="24835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2" name="pt8532"/>
            <p:cNvSpPr/>
            <p:nvPr/>
          </p:nvSpPr>
          <p:spPr>
            <a:xfrm>
              <a:off x="5718600" y="19822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3" name="pt8533"/>
            <p:cNvSpPr/>
            <p:nvPr/>
          </p:nvSpPr>
          <p:spPr>
            <a:xfrm>
              <a:off x="5392358" y="21239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4" name="pt8534"/>
            <p:cNvSpPr/>
            <p:nvPr/>
          </p:nvSpPr>
          <p:spPr>
            <a:xfrm>
              <a:off x="5531800" y="2234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5" name="pt8535"/>
            <p:cNvSpPr/>
            <p:nvPr/>
          </p:nvSpPr>
          <p:spPr>
            <a:xfrm>
              <a:off x="5343136" y="22264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6" name="pt8536"/>
            <p:cNvSpPr/>
            <p:nvPr/>
          </p:nvSpPr>
          <p:spPr>
            <a:xfrm>
              <a:off x="5262319" y="21763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7" name="pt8537"/>
            <p:cNvSpPr/>
            <p:nvPr/>
          </p:nvSpPr>
          <p:spPr>
            <a:xfrm>
              <a:off x="5549058" y="22423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8" name="pt8538"/>
            <p:cNvSpPr/>
            <p:nvPr/>
          </p:nvSpPr>
          <p:spPr>
            <a:xfrm>
              <a:off x="5488460" y="18361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9" name="pt8539"/>
            <p:cNvSpPr/>
            <p:nvPr/>
          </p:nvSpPr>
          <p:spPr>
            <a:xfrm>
              <a:off x="5110592" y="17217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0" name="pt8540"/>
            <p:cNvSpPr/>
            <p:nvPr/>
          </p:nvSpPr>
          <p:spPr>
            <a:xfrm>
              <a:off x="5710228" y="21910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1" name="pt8541"/>
            <p:cNvSpPr/>
            <p:nvPr/>
          </p:nvSpPr>
          <p:spPr>
            <a:xfrm>
              <a:off x="5572884" y="22143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2" name="pt8542"/>
            <p:cNvSpPr/>
            <p:nvPr/>
          </p:nvSpPr>
          <p:spPr>
            <a:xfrm>
              <a:off x="5125529" y="23988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3" name="pt8543"/>
            <p:cNvSpPr/>
            <p:nvPr/>
          </p:nvSpPr>
          <p:spPr>
            <a:xfrm>
              <a:off x="5416470" y="20897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4" name="pt8544"/>
            <p:cNvSpPr/>
            <p:nvPr/>
          </p:nvSpPr>
          <p:spPr>
            <a:xfrm>
              <a:off x="5532564" y="21715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5" name="pt8545"/>
            <p:cNvSpPr/>
            <p:nvPr/>
          </p:nvSpPr>
          <p:spPr>
            <a:xfrm>
              <a:off x="5637478" y="19546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6" name="pt8546"/>
            <p:cNvSpPr/>
            <p:nvPr/>
          </p:nvSpPr>
          <p:spPr>
            <a:xfrm>
              <a:off x="5797618" y="19212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7" name="pt8547"/>
            <p:cNvSpPr/>
            <p:nvPr/>
          </p:nvSpPr>
          <p:spPr>
            <a:xfrm>
              <a:off x="5101806" y="23321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8" name="pt8548"/>
            <p:cNvSpPr/>
            <p:nvPr/>
          </p:nvSpPr>
          <p:spPr>
            <a:xfrm>
              <a:off x="5105014" y="20604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9" name="pt8549"/>
            <p:cNvSpPr/>
            <p:nvPr/>
          </p:nvSpPr>
          <p:spPr>
            <a:xfrm>
              <a:off x="5311478" y="18101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0" name="pt8550"/>
            <p:cNvSpPr/>
            <p:nvPr/>
          </p:nvSpPr>
          <p:spPr>
            <a:xfrm>
              <a:off x="5403908" y="22790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1" name="pt8551"/>
            <p:cNvSpPr/>
            <p:nvPr/>
          </p:nvSpPr>
          <p:spPr>
            <a:xfrm>
              <a:off x="5014491" y="24448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2" name="pt8552"/>
            <p:cNvSpPr/>
            <p:nvPr/>
          </p:nvSpPr>
          <p:spPr>
            <a:xfrm>
              <a:off x="5601039" y="20209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3" name="pt8553"/>
            <p:cNvSpPr/>
            <p:nvPr/>
          </p:nvSpPr>
          <p:spPr>
            <a:xfrm>
              <a:off x="5640946" y="19922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4" name="pt8554"/>
            <p:cNvSpPr/>
            <p:nvPr/>
          </p:nvSpPr>
          <p:spPr>
            <a:xfrm>
              <a:off x="5241772" y="21450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5" name="pt8555"/>
            <p:cNvSpPr/>
            <p:nvPr/>
          </p:nvSpPr>
          <p:spPr>
            <a:xfrm>
              <a:off x="5465131" y="19006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6" name="pt8556"/>
            <p:cNvSpPr/>
            <p:nvPr/>
          </p:nvSpPr>
          <p:spPr>
            <a:xfrm>
              <a:off x="5712145" y="20270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7" name="pt8557"/>
            <p:cNvSpPr/>
            <p:nvPr/>
          </p:nvSpPr>
          <p:spPr>
            <a:xfrm>
              <a:off x="5541255" y="22555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8" name="pt8558"/>
            <p:cNvSpPr/>
            <p:nvPr/>
          </p:nvSpPr>
          <p:spPr>
            <a:xfrm>
              <a:off x="5768236" y="19265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9" name="pt8559"/>
            <p:cNvSpPr/>
            <p:nvPr/>
          </p:nvSpPr>
          <p:spPr>
            <a:xfrm>
              <a:off x="5469920" y="2038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0" name="pt8560"/>
            <p:cNvSpPr/>
            <p:nvPr/>
          </p:nvSpPr>
          <p:spPr>
            <a:xfrm>
              <a:off x="5195394" y="22278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1" name="pt8561"/>
            <p:cNvSpPr/>
            <p:nvPr/>
          </p:nvSpPr>
          <p:spPr>
            <a:xfrm>
              <a:off x="5571477" y="22178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2" name="pt8562"/>
            <p:cNvSpPr/>
            <p:nvPr/>
          </p:nvSpPr>
          <p:spPr>
            <a:xfrm>
              <a:off x="5318565" y="21424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3" name="pt8563"/>
            <p:cNvSpPr/>
            <p:nvPr/>
          </p:nvSpPr>
          <p:spPr>
            <a:xfrm>
              <a:off x="6186216" y="20975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4" name="pt8564"/>
            <p:cNvSpPr/>
            <p:nvPr/>
          </p:nvSpPr>
          <p:spPr>
            <a:xfrm>
              <a:off x="5287600" y="21567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5" name="pt8565"/>
            <p:cNvSpPr/>
            <p:nvPr/>
          </p:nvSpPr>
          <p:spPr>
            <a:xfrm>
              <a:off x="5639895" y="20416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6" name="pt8566"/>
            <p:cNvSpPr/>
            <p:nvPr/>
          </p:nvSpPr>
          <p:spPr>
            <a:xfrm>
              <a:off x="5304945" y="2152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7" name="pt8567"/>
            <p:cNvSpPr/>
            <p:nvPr/>
          </p:nvSpPr>
          <p:spPr>
            <a:xfrm>
              <a:off x="5837411" y="18720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8" name="pt8568"/>
            <p:cNvSpPr/>
            <p:nvPr/>
          </p:nvSpPr>
          <p:spPr>
            <a:xfrm>
              <a:off x="5453126" y="22339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9" name="pt8569"/>
            <p:cNvSpPr/>
            <p:nvPr/>
          </p:nvSpPr>
          <p:spPr>
            <a:xfrm>
              <a:off x="5246427" y="22221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0" name="pt8570"/>
            <p:cNvSpPr/>
            <p:nvPr/>
          </p:nvSpPr>
          <p:spPr>
            <a:xfrm>
              <a:off x="5345020" y="21207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1" name="pt8571"/>
            <p:cNvSpPr/>
            <p:nvPr/>
          </p:nvSpPr>
          <p:spPr>
            <a:xfrm>
              <a:off x="5398903" y="21620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2" name="pt8572"/>
            <p:cNvSpPr/>
            <p:nvPr/>
          </p:nvSpPr>
          <p:spPr>
            <a:xfrm>
              <a:off x="5189366" y="23783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3" name="pt8573"/>
            <p:cNvSpPr/>
            <p:nvPr/>
          </p:nvSpPr>
          <p:spPr>
            <a:xfrm>
              <a:off x="5506710" y="22729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4" name="pt8574"/>
            <p:cNvSpPr/>
            <p:nvPr/>
          </p:nvSpPr>
          <p:spPr>
            <a:xfrm>
              <a:off x="5439075" y="21832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5" name="pt8575"/>
            <p:cNvSpPr/>
            <p:nvPr/>
          </p:nvSpPr>
          <p:spPr>
            <a:xfrm>
              <a:off x="5201040" y="22767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6" name="pt8576"/>
            <p:cNvSpPr/>
            <p:nvPr/>
          </p:nvSpPr>
          <p:spPr>
            <a:xfrm>
              <a:off x="5626642" y="18638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7" name="pt8577"/>
            <p:cNvSpPr/>
            <p:nvPr/>
          </p:nvSpPr>
          <p:spPr>
            <a:xfrm>
              <a:off x="5615553" y="19591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8" name="pt8578"/>
            <p:cNvSpPr/>
            <p:nvPr/>
          </p:nvSpPr>
          <p:spPr>
            <a:xfrm>
              <a:off x="5055093" y="22514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9" name="pt8579"/>
            <p:cNvSpPr/>
            <p:nvPr/>
          </p:nvSpPr>
          <p:spPr>
            <a:xfrm>
              <a:off x="5114139" y="20669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0" name="pt8580"/>
            <p:cNvSpPr/>
            <p:nvPr/>
          </p:nvSpPr>
          <p:spPr>
            <a:xfrm>
              <a:off x="5740033" y="19202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1" name="pt8581"/>
            <p:cNvSpPr/>
            <p:nvPr/>
          </p:nvSpPr>
          <p:spPr>
            <a:xfrm>
              <a:off x="5490843" y="21645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2" name="pt8582"/>
            <p:cNvSpPr/>
            <p:nvPr/>
          </p:nvSpPr>
          <p:spPr>
            <a:xfrm>
              <a:off x="5010919" y="23016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3" name="pt8583"/>
            <p:cNvSpPr/>
            <p:nvPr/>
          </p:nvSpPr>
          <p:spPr>
            <a:xfrm>
              <a:off x="5441642" y="2222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4" name="pt8584"/>
            <p:cNvSpPr/>
            <p:nvPr/>
          </p:nvSpPr>
          <p:spPr>
            <a:xfrm>
              <a:off x="5257698" y="22293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5" name="pt8585"/>
            <p:cNvSpPr/>
            <p:nvPr/>
          </p:nvSpPr>
          <p:spPr>
            <a:xfrm>
              <a:off x="5881862" y="16271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6" name="pt8586"/>
            <p:cNvSpPr/>
            <p:nvPr/>
          </p:nvSpPr>
          <p:spPr>
            <a:xfrm>
              <a:off x="5367431" y="21866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7" name="pt8587"/>
            <p:cNvSpPr/>
            <p:nvPr/>
          </p:nvSpPr>
          <p:spPr>
            <a:xfrm>
              <a:off x="5000056" y="27404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8" name="pt8588"/>
            <p:cNvSpPr/>
            <p:nvPr/>
          </p:nvSpPr>
          <p:spPr>
            <a:xfrm>
              <a:off x="5180285" y="25355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9" name="pt8589"/>
            <p:cNvSpPr/>
            <p:nvPr/>
          </p:nvSpPr>
          <p:spPr>
            <a:xfrm>
              <a:off x="5264023" y="22679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0" name="pt8590"/>
            <p:cNvSpPr/>
            <p:nvPr/>
          </p:nvSpPr>
          <p:spPr>
            <a:xfrm>
              <a:off x="5092284" y="25048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1" name="pt8591"/>
            <p:cNvSpPr/>
            <p:nvPr/>
          </p:nvSpPr>
          <p:spPr>
            <a:xfrm>
              <a:off x="5645492" y="20668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2" name="pt8592"/>
            <p:cNvSpPr/>
            <p:nvPr/>
          </p:nvSpPr>
          <p:spPr>
            <a:xfrm>
              <a:off x="5021484" y="27373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3" name="pt8593"/>
            <p:cNvSpPr/>
            <p:nvPr/>
          </p:nvSpPr>
          <p:spPr>
            <a:xfrm>
              <a:off x="5597031" y="20478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4" name="pt8594"/>
            <p:cNvSpPr/>
            <p:nvPr/>
          </p:nvSpPr>
          <p:spPr>
            <a:xfrm>
              <a:off x="5299654" y="22264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5" name="pt8595"/>
            <p:cNvSpPr/>
            <p:nvPr/>
          </p:nvSpPr>
          <p:spPr>
            <a:xfrm>
              <a:off x="5660934" y="21883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6" name="pt8596"/>
            <p:cNvSpPr/>
            <p:nvPr/>
          </p:nvSpPr>
          <p:spPr>
            <a:xfrm>
              <a:off x="5464043" y="19569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7" name="pt8597"/>
            <p:cNvSpPr/>
            <p:nvPr/>
          </p:nvSpPr>
          <p:spPr>
            <a:xfrm>
              <a:off x="5544447" y="19863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8" name="pt8598"/>
            <p:cNvSpPr/>
            <p:nvPr/>
          </p:nvSpPr>
          <p:spPr>
            <a:xfrm>
              <a:off x="5343898" y="21649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9" name="pt8599"/>
            <p:cNvSpPr/>
            <p:nvPr/>
          </p:nvSpPr>
          <p:spPr>
            <a:xfrm>
              <a:off x="5396589" y="20658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0" name="pt8600"/>
            <p:cNvSpPr/>
            <p:nvPr/>
          </p:nvSpPr>
          <p:spPr>
            <a:xfrm>
              <a:off x="5733959" y="18579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1" name="pt8601"/>
            <p:cNvSpPr/>
            <p:nvPr/>
          </p:nvSpPr>
          <p:spPr>
            <a:xfrm>
              <a:off x="5143015" y="26992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2" name="pt8602"/>
            <p:cNvSpPr/>
            <p:nvPr/>
          </p:nvSpPr>
          <p:spPr>
            <a:xfrm>
              <a:off x="4896760" y="30519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3" name="pt8603"/>
            <p:cNvSpPr/>
            <p:nvPr/>
          </p:nvSpPr>
          <p:spPr>
            <a:xfrm>
              <a:off x="5516186" y="21887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4" name="pt8604"/>
            <p:cNvSpPr/>
            <p:nvPr/>
          </p:nvSpPr>
          <p:spPr>
            <a:xfrm>
              <a:off x="5347843" y="22106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5" name="pt8605"/>
            <p:cNvSpPr/>
            <p:nvPr/>
          </p:nvSpPr>
          <p:spPr>
            <a:xfrm>
              <a:off x="5612289" y="21639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6" name="pt8606"/>
            <p:cNvSpPr/>
            <p:nvPr/>
          </p:nvSpPr>
          <p:spPr>
            <a:xfrm>
              <a:off x="5177435" y="25384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7" name="pt8607"/>
            <p:cNvSpPr/>
            <p:nvPr/>
          </p:nvSpPr>
          <p:spPr>
            <a:xfrm>
              <a:off x="5849851" y="19925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8" name="pt8608"/>
            <p:cNvSpPr/>
            <p:nvPr/>
          </p:nvSpPr>
          <p:spPr>
            <a:xfrm>
              <a:off x="5675829" y="18265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9" name="pt8609"/>
            <p:cNvSpPr/>
            <p:nvPr/>
          </p:nvSpPr>
          <p:spPr>
            <a:xfrm>
              <a:off x="5312305" y="20726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0" name="pt8610"/>
            <p:cNvSpPr/>
            <p:nvPr/>
          </p:nvSpPr>
          <p:spPr>
            <a:xfrm>
              <a:off x="5085802" y="25646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1" name="pt8611"/>
            <p:cNvSpPr/>
            <p:nvPr/>
          </p:nvSpPr>
          <p:spPr>
            <a:xfrm>
              <a:off x="5880208" y="16639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2" name="pt8612"/>
            <p:cNvSpPr/>
            <p:nvPr/>
          </p:nvSpPr>
          <p:spPr>
            <a:xfrm>
              <a:off x="5611009" y="20190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3" name="pt8613"/>
            <p:cNvSpPr/>
            <p:nvPr/>
          </p:nvSpPr>
          <p:spPr>
            <a:xfrm>
              <a:off x="5354212" y="21742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4" name="pt8614"/>
            <p:cNvSpPr/>
            <p:nvPr/>
          </p:nvSpPr>
          <p:spPr>
            <a:xfrm>
              <a:off x="5535131" y="22750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5" name="pt8615"/>
            <p:cNvSpPr/>
            <p:nvPr/>
          </p:nvSpPr>
          <p:spPr>
            <a:xfrm>
              <a:off x="5684125" y="17341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6" name="pt8616"/>
            <p:cNvSpPr/>
            <p:nvPr/>
          </p:nvSpPr>
          <p:spPr>
            <a:xfrm>
              <a:off x="5112103" y="21348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7" name="pt8617"/>
            <p:cNvSpPr/>
            <p:nvPr/>
          </p:nvSpPr>
          <p:spPr>
            <a:xfrm>
              <a:off x="5083294" y="2642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8" name="pt8618"/>
            <p:cNvSpPr/>
            <p:nvPr/>
          </p:nvSpPr>
          <p:spPr>
            <a:xfrm>
              <a:off x="5121355" y="25634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9" name="pt8619"/>
            <p:cNvSpPr/>
            <p:nvPr/>
          </p:nvSpPr>
          <p:spPr>
            <a:xfrm>
              <a:off x="5008825" y="23961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0" name="pt8620"/>
            <p:cNvSpPr/>
            <p:nvPr/>
          </p:nvSpPr>
          <p:spPr>
            <a:xfrm>
              <a:off x="5713820" y="21703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1" name="pt8621"/>
            <p:cNvSpPr/>
            <p:nvPr/>
          </p:nvSpPr>
          <p:spPr>
            <a:xfrm>
              <a:off x="5362974" y="22338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2" name="pt8622"/>
            <p:cNvSpPr/>
            <p:nvPr/>
          </p:nvSpPr>
          <p:spPr>
            <a:xfrm>
              <a:off x="5755707" y="20282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3" name="pt8623"/>
            <p:cNvSpPr/>
            <p:nvPr/>
          </p:nvSpPr>
          <p:spPr>
            <a:xfrm>
              <a:off x="5642363" y="2025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4" name="pt8624"/>
            <p:cNvSpPr/>
            <p:nvPr/>
          </p:nvSpPr>
          <p:spPr>
            <a:xfrm>
              <a:off x="5300978" y="21801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5" name="pt8625"/>
            <p:cNvSpPr/>
            <p:nvPr/>
          </p:nvSpPr>
          <p:spPr>
            <a:xfrm>
              <a:off x="4781333" y="24820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6" name="pt8626"/>
            <p:cNvSpPr/>
            <p:nvPr/>
          </p:nvSpPr>
          <p:spPr>
            <a:xfrm>
              <a:off x="5636511" y="21290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7" name="pt8627"/>
            <p:cNvSpPr/>
            <p:nvPr/>
          </p:nvSpPr>
          <p:spPr>
            <a:xfrm>
              <a:off x="5639545" y="21344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8" name="pt8628"/>
            <p:cNvSpPr/>
            <p:nvPr/>
          </p:nvSpPr>
          <p:spPr>
            <a:xfrm>
              <a:off x="5641105" y="21761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9" name="pt8629"/>
            <p:cNvSpPr/>
            <p:nvPr/>
          </p:nvSpPr>
          <p:spPr>
            <a:xfrm>
              <a:off x="5167593" y="26667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0" name="pt8630"/>
            <p:cNvSpPr/>
            <p:nvPr/>
          </p:nvSpPr>
          <p:spPr>
            <a:xfrm>
              <a:off x="5049235" y="22900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1" name="pt8631"/>
            <p:cNvSpPr/>
            <p:nvPr/>
          </p:nvSpPr>
          <p:spPr>
            <a:xfrm>
              <a:off x="5641761" y="20071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2" name="pt8632"/>
            <p:cNvSpPr/>
            <p:nvPr/>
          </p:nvSpPr>
          <p:spPr>
            <a:xfrm>
              <a:off x="5104464" y="19712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3" name="pt8633"/>
            <p:cNvSpPr/>
            <p:nvPr/>
          </p:nvSpPr>
          <p:spPr>
            <a:xfrm>
              <a:off x="5606552" y="19064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4" name="pt8634"/>
            <p:cNvSpPr/>
            <p:nvPr/>
          </p:nvSpPr>
          <p:spPr>
            <a:xfrm>
              <a:off x="5427850" y="21824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5" name="pt8635"/>
            <p:cNvSpPr/>
            <p:nvPr/>
          </p:nvSpPr>
          <p:spPr>
            <a:xfrm>
              <a:off x="5156409" y="26167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6" name="pt8636"/>
            <p:cNvSpPr/>
            <p:nvPr/>
          </p:nvSpPr>
          <p:spPr>
            <a:xfrm>
              <a:off x="5540915" y="22356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7" name="pt8637"/>
            <p:cNvSpPr/>
            <p:nvPr/>
          </p:nvSpPr>
          <p:spPr>
            <a:xfrm>
              <a:off x="5480953" y="21421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8" name="pt8638"/>
            <p:cNvSpPr/>
            <p:nvPr/>
          </p:nvSpPr>
          <p:spPr>
            <a:xfrm>
              <a:off x="5592824" y="20742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9" name="pt8639"/>
            <p:cNvSpPr/>
            <p:nvPr/>
          </p:nvSpPr>
          <p:spPr>
            <a:xfrm>
              <a:off x="5199942" y="21541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0" name="pt8640"/>
            <p:cNvSpPr/>
            <p:nvPr/>
          </p:nvSpPr>
          <p:spPr>
            <a:xfrm>
              <a:off x="5592183" y="21130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1" name="pt8641"/>
            <p:cNvSpPr/>
            <p:nvPr/>
          </p:nvSpPr>
          <p:spPr>
            <a:xfrm>
              <a:off x="5415550" y="21052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2" name="pt8642"/>
            <p:cNvSpPr/>
            <p:nvPr/>
          </p:nvSpPr>
          <p:spPr>
            <a:xfrm>
              <a:off x="5831585" y="18513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3" name="pt8643"/>
            <p:cNvSpPr/>
            <p:nvPr/>
          </p:nvSpPr>
          <p:spPr>
            <a:xfrm>
              <a:off x="5705844" y="19735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4" name="pt8644"/>
            <p:cNvSpPr/>
            <p:nvPr/>
          </p:nvSpPr>
          <p:spPr>
            <a:xfrm>
              <a:off x="5373063" y="22347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5" name="pt8645"/>
            <p:cNvSpPr/>
            <p:nvPr/>
          </p:nvSpPr>
          <p:spPr>
            <a:xfrm>
              <a:off x="5206730" y="21694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6" name="pt8646"/>
            <p:cNvSpPr/>
            <p:nvPr/>
          </p:nvSpPr>
          <p:spPr>
            <a:xfrm>
              <a:off x="6095596" y="18420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7" name="pt8647"/>
            <p:cNvSpPr/>
            <p:nvPr/>
          </p:nvSpPr>
          <p:spPr>
            <a:xfrm>
              <a:off x="5734204" y="20276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8" name="pt8648"/>
            <p:cNvSpPr/>
            <p:nvPr/>
          </p:nvSpPr>
          <p:spPr>
            <a:xfrm>
              <a:off x="5610772" y="20045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9" name="pt8649"/>
            <p:cNvSpPr/>
            <p:nvPr/>
          </p:nvSpPr>
          <p:spPr>
            <a:xfrm>
              <a:off x="5157141" y="26192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0" name="pt8650"/>
            <p:cNvSpPr/>
            <p:nvPr/>
          </p:nvSpPr>
          <p:spPr>
            <a:xfrm>
              <a:off x="5478957" y="20053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1" name="pt8651"/>
            <p:cNvSpPr/>
            <p:nvPr/>
          </p:nvSpPr>
          <p:spPr>
            <a:xfrm>
              <a:off x="5216869" y="23100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2" name="pt8652"/>
            <p:cNvSpPr/>
            <p:nvPr/>
          </p:nvSpPr>
          <p:spPr>
            <a:xfrm>
              <a:off x="5487397" y="20377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3" name="pt8653"/>
            <p:cNvSpPr/>
            <p:nvPr/>
          </p:nvSpPr>
          <p:spPr>
            <a:xfrm>
              <a:off x="5362657" y="23211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4" name="pt8654"/>
            <p:cNvSpPr/>
            <p:nvPr/>
          </p:nvSpPr>
          <p:spPr>
            <a:xfrm>
              <a:off x="5728817" y="1995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5" name="pt8655"/>
            <p:cNvSpPr/>
            <p:nvPr/>
          </p:nvSpPr>
          <p:spPr>
            <a:xfrm>
              <a:off x="5980010" y="2367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6" name="pt8656"/>
            <p:cNvSpPr/>
            <p:nvPr/>
          </p:nvSpPr>
          <p:spPr>
            <a:xfrm>
              <a:off x="5255690" y="19702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7" name="pt8657"/>
            <p:cNvSpPr/>
            <p:nvPr/>
          </p:nvSpPr>
          <p:spPr>
            <a:xfrm>
              <a:off x="5813278" y="20850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8" name="pt8658"/>
            <p:cNvSpPr/>
            <p:nvPr/>
          </p:nvSpPr>
          <p:spPr>
            <a:xfrm>
              <a:off x="5399745" y="21881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9" name="pt8659"/>
            <p:cNvSpPr/>
            <p:nvPr/>
          </p:nvSpPr>
          <p:spPr>
            <a:xfrm>
              <a:off x="5638885" y="20173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0" name="pt8660"/>
            <p:cNvSpPr/>
            <p:nvPr/>
          </p:nvSpPr>
          <p:spPr>
            <a:xfrm>
              <a:off x="5113953" y="19958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1" name="pt8661"/>
            <p:cNvSpPr/>
            <p:nvPr/>
          </p:nvSpPr>
          <p:spPr>
            <a:xfrm>
              <a:off x="5693076" y="15614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2" name="pt8662"/>
            <p:cNvSpPr/>
            <p:nvPr/>
          </p:nvSpPr>
          <p:spPr>
            <a:xfrm>
              <a:off x="5495452" y="18631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3" name="pt8663"/>
            <p:cNvSpPr/>
            <p:nvPr/>
          </p:nvSpPr>
          <p:spPr>
            <a:xfrm>
              <a:off x="5451979" y="21972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4" name="pt8664"/>
            <p:cNvSpPr/>
            <p:nvPr/>
          </p:nvSpPr>
          <p:spPr>
            <a:xfrm>
              <a:off x="5428720" y="21320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5" name="pt8665"/>
            <p:cNvSpPr/>
            <p:nvPr/>
          </p:nvSpPr>
          <p:spPr>
            <a:xfrm>
              <a:off x="5503467" y="22664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6" name="pt8666"/>
            <p:cNvSpPr/>
            <p:nvPr/>
          </p:nvSpPr>
          <p:spPr>
            <a:xfrm>
              <a:off x="5598142" y="20054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7" name="pt8667"/>
            <p:cNvSpPr/>
            <p:nvPr/>
          </p:nvSpPr>
          <p:spPr>
            <a:xfrm>
              <a:off x="5586915" y="22696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8" name="pt8668"/>
            <p:cNvSpPr/>
            <p:nvPr/>
          </p:nvSpPr>
          <p:spPr>
            <a:xfrm>
              <a:off x="5656209" y="19269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9" name="pt8669"/>
            <p:cNvSpPr/>
            <p:nvPr/>
          </p:nvSpPr>
          <p:spPr>
            <a:xfrm>
              <a:off x="5730393" y="17976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t8670"/>
            <p:cNvSpPr/>
            <p:nvPr/>
          </p:nvSpPr>
          <p:spPr>
            <a:xfrm>
              <a:off x="5505808" y="21305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pt8671"/>
            <p:cNvSpPr/>
            <p:nvPr/>
          </p:nvSpPr>
          <p:spPr>
            <a:xfrm>
              <a:off x="5793455" y="19142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2" name="pt8672"/>
            <p:cNvSpPr/>
            <p:nvPr/>
          </p:nvSpPr>
          <p:spPr>
            <a:xfrm>
              <a:off x="5387927" y="2212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3" name="pt8673"/>
            <p:cNvSpPr/>
            <p:nvPr/>
          </p:nvSpPr>
          <p:spPr>
            <a:xfrm>
              <a:off x="5172121" y="27021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t8674"/>
            <p:cNvSpPr/>
            <p:nvPr/>
          </p:nvSpPr>
          <p:spPr>
            <a:xfrm>
              <a:off x="5601779" y="19081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pt8675"/>
            <p:cNvSpPr/>
            <p:nvPr/>
          </p:nvSpPr>
          <p:spPr>
            <a:xfrm>
              <a:off x="5686138" y="16140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6" name="pt8676"/>
            <p:cNvSpPr/>
            <p:nvPr/>
          </p:nvSpPr>
          <p:spPr>
            <a:xfrm>
              <a:off x="5396092" y="21166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t8677"/>
            <p:cNvSpPr/>
            <p:nvPr/>
          </p:nvSpPr>
          <p:spPr>
            <a:xfrm>
              <a:off x="5453200" y="22027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t8678"/>
            <p:cNvSpPr/>
            <p:nvPr/>
          </p:nvSpPr>
          <p:spPr>
            <a:xfrm>
              <a:off x="5697327" y="20771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pt8679"/>
            <p:cNvSpPr/>
            <p:nvPr/>
          </p:nvSpPr>
          <p:spPr>
            <a:xfrm>
              <a:off x="5167527" y="27459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0" name="pt8680"/>
            <p:cNvSpPr/>
            <p:nvPr/>
          </p:nvSpPr>
          <p:spPr>
            <a:xfrm>
              <a:off x="5538211" y="21350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t8681"/>
            <p:cNvSpPr/>
            <p:nvPr/>
          </p:nvSpPr>
          <p:spPr>
            <a:xfrm>
              <a:off x="5668011" y="18782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t8682"/>
            <p:cNvSpPr/>
            <p:nvPr/>
          </p:nvSpPr>
          <p:spPr>
            <a:xfrm>
              <a:off x="5656708" y="20832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pt8683"/>
            <p:cNvSpPr/>
            <p:nvPr/>
          </p:nvSpPr>
          <p:spPr>
            <a:xfrm>
              <a:off x="5170276" y="26720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4" name="pt8684"/>
            <p:cNvSpPr/>
            <p:nvPr/>
          </p:nvSpPr>
          <p:spPr>
            <a:xfrm>
              <a:off x="5115109" y="21496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t8685"/>
            <p:cNvSpPr/>
            <p:nvPr/>
          </p:nvSpPr>
          <p:spPr>
            <a:xfrm>
              <a:off x="5251527" y="21641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t8686"/>
            <p:cNvSpPr/>
            <p:nvPr/>
          </p:nvSpPr>
          <p:spPr>
            <a:xfrm>
              <a:off x="5377729" y="22499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pt8687"/>
            <p:cNvSpPr/>
            <p:nvPr/>
          </p:nvSpPr>
          <p:spPr>
            <a:xfrm>
              <a:off x="5624955" y="18236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8" name="pt8688"/>
            <p:cNvSpPr/>
            <p:nvPr/>
          </p:nvSpPr>
          <p:spPr>
            <a:xfrm>
              <a:off x="5386927" y="21078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t8689"/>
            <p:cNvSpPr/>
            <p:nvPr/>
          </p:nvSpPr>
          <p:spPr>
            <a:xfrm>
              <a:off x="5430630" y="22792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t8690"/>
            <p:cNvSpPr/>
            <p:nvPr/>
          </p:nvSpPr>
          <p:spPr>
            <a:xfrm>
              <a:off x="5408018" y="2059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pt8691"/>
            <p:cNvSpPr/>
            <p:nvPr/>
          </p:nvSpPr>
          <p:spPr>
            <a:xfrm>
              <a:off x="5226275" y="2189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2" name="pt8692"/>
            <p:cNvSpPr/>
            <p:nvPr/>
          </p:nvSpPr>
          <p:spPr>
            <a:xfrm>
              <a:off x="5287117" y="21241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t8693"/>
            <p:cNvSpPr/>
            <p:nvPr/>
          </p:nvSpPr>
          <p:spPr>
            <a:xfrm>
              <a:off x="5554817" y="23553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t8694"/>
            <p:cNvSpPr/>
            <p:nvPr/>
          </p:nvSpPr>
          <p:spPr>
            <a:xfrm>
              <a:off x="5504436" y="21991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pt8695"/>
            <p:cNvSpPr/>
            <p:nvPr/>
          </p:nvSpPr>
          <p:spPr>
            <a:xfrm>
              <a:off x="5465519" y="19399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t8696"/>
            <p:cNvSpPr/>
            <p:nvPr/>
          </p:nvSpPr>
          <p:spPr>
            <a:xfrm>
              <a:off x="5271330" y="21103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t8697"/>
            <p:cNvSpPr/>
            <p:nvPr/>
          </p:nvSpPr>
          <p:spPr>
            <a:xfrm>
              <a:off x="5278012" y="22041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t8698"/>
            <p:cNvSpPr/>
            <p:nvPr/>
          </p:nvSpPr>
          <p:spPr>
            <a:xfrm>
              <a:off x="5602001" y="19217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pt8699"/>
            <p:cNvSpPr/>
            <p:nvPr/>
          </p:nvSpPr>
          <p:spPr>
            <a:xfrm>
              <a:off x="5161671" y="2702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0" name="pt8700"/>
            <p:cNvSpPr/>
            <p:nvPr/>
          </p:nvSpPr>
          <p:spPr>
            <a:xfrm>
              <a:off x="5390106" y="21903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t8701"/>
            <p:cNvSpPr/>
            <p:nvPr/>
          </p:nvSpPr>
          <p:spPr>
            <a:xfrm>
              <a:off x="5053891" y="22059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t8702"/>
            <p:cNvSpPr/>
            <p:nvPr/>
          </p:nvSpPr>
          <p:spPr>
            <a:xfrm>
              <a:off x="5585465" y="22145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pt8703"/>
            <p:cNvSpPr/>
            <p:nvPr/>
          </p:nvSpPr>
          <p:spPr>
            <a:xfrm>
              <a:off x="5661009" y="21895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4" name="pt8704"/>
            <p:cNvSpPr/>
            <p:nvPr/>
          </p:nvSpPr>
          <p:spPr>
            <a:xfrm>
              <a:off x="5275484" y="21514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t8705"/>
            <p:cNvSpPr/>
            <p:nvPr/>
          </p:nvSpPr>
          <p:spPr>
            <a:xfrm>
              <a:off x="5604766" y="20976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t8706"/>
            <p:cNvSpPr/>
            <p:nvPr/>
          </p:nvSpPr>
          <p:spPr>
            <a:xfrm>
              <a:off x="5601013" y="19553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pt8707"/>
            <p:cNvSpPr/>
            <p:nvPr/>
          </p:nvSpPr>
          <p:spPr>
            <a:xfrm>
              <a:off x="5302217" y="21429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8" name="pt8708"/>
            <p:cNvSpPr/>
            <p:nvPr/>
          </p:nvSpPr>
          <p:spPr>
            <a:xfrm>
              <a:off x="5714869" y="19206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t8709"/>
            <p:cNvSpPr/>
            <p:nvPr/>
          </p:nvSpPr>
          <p:spPr>
            <a:xfrm>
              <a:off x="5122108" y="2577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t8710"/>
            <p:cNvSpPr/>
            <p:nvPr/>
          </p:nvSpPr>
          <p:spPr>
            <a:xfrm>
              <a:off x="5552138" y="23379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pt8711"/>
            <p:cNvSpPr/>
            <p:nvPr/>
          </p:nvSpPr>
          <p:spPr>
            <a:xfrm>
              <a:off x="5810038" y="19119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pt8712"/>
            <p:cNvSpPr/>
            <p:nvPr/>
          </p:nvSpPr>
          <p:spPr>
            <a:xfrm>
              <a:off x="5535428" y="2152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t8713"/>
            <p:cNvSpPr/>
            <p:nvPr/>
          </p:nvSpPr>
          <p:spPr>
            <a:xfrm>
              <a:off x="5267928" y="22022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t8714"/>
            <p:cNvSpPr/>
            <p:nvPr/>
          </p:nvSpPr>
          <p:spPr>
            <a:xfrm>
              <a:off x="5017942" y="25636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pt8715"/>
            <p:cNvSpPr/>
            <p:nvPr/>
          </p:nvSpPr>
          <p:spPr>
            <a:xfrm>
              <a:off x="5398191" y="21569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t8716"/>
            <p:cNvSpPr/>
            <p:nvPr/>
          </p:nvSpPr>
          <p:spPr>
            <a:xfrm>
              <a:off x="5594707" y="22089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t8717"/>
            <p:cNvSpPr/>
            <p:nvPr/>
          </p:nvSpPr>
          <p:spPr>
            <a:xfrm>
              <a:off x="5154014" y="26835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t8718"/>
            <p:cNvSpPr/>
            <p:nvPr/>
          </p:nvSpPr>
          <p:spPr>
            <a:xfrm>
              <a:off x="5321222" y="21932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pt8719"/>
            <p:cNvSpPr/>
            <p:nvPr/>
          </p:nvSpPr>
          <p:spPr>
            <a:xfrm>
              <a:off x="5552980" y="22502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t8720"/>
            <p:cNvSpPr/>
            <p:nvPr/>
          </p:nvSpPr>
          <p:spPr>
            <a:xfrm>
              <a:off x="5399134" y="22004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t8721"/>
            <p:cNvSpPr/>
            <p:nvPr/>
          </p:nvSpPr>
          <p:spPr>
            <a:xfrm>
              <a:off x="5527418" y="21477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t8722"/>
            <p:cNvSpPr/>
            <p:nvPr/>
          </p:nvSpPr>
          <p:spPr>
            <a:xfrm>
              <a:off x="5340688" y="21589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pt8723"/>
            <p:cNvSpPr/>
            <p:nvPr/>
          </p:nvSpPr>
          <p:spPr>
            <a:xfrm>
              <a:off x="5752956" y="19678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4" name="pt8724"/>
            <p:cNvSpPr/>
            <p:nvPr/>
          </p:nvSpPr>
          <p:spPr>
            <a:xfrm>
              <a:off x="5037492" y="2153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t8725"/>
            <p:cNvSpPr/>
            <p:nvPr/>
          </p:nvSpPr>
          <p:spPr>
            <a:xfrm>
              <a:off x="5599216" y="21008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t8726"/>
            <p:cNvSpPr/>
            <p:nvPr/>
          </p:nvSpPr>
          <p:spPr>
            <a:xfrm>
              <a:off x="4999870" y="27090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pt8727"/>
            <p:cNvSpPr/>
            <p:nvPr/>
          </p:nvSpPr>
          <p:spPr>
            <a:xfrm>
              <a:off x="5410799" y="22812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8" name="pt8728"/>
            <p:cNvSpPr/>
            <p:nvPr/>
          </p:nvSpPr>
          <p:spPr>
            <a:xfrm>
              <a:off x="5499484" y="21608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t8729"/>
            <p:cNvSpPr/>
            <p:nvPr/>
          </p:nvSpPr>
          <p:spPr>
            <a:xfrm>
              <a:off x="4696513" y="27764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t8730"/>
            <p:cNvSpPr/>
            <p:nvPr/>
          </p:nvSpPr>
          <p:spPr>
            <a:xfrm>
              <a:off x="5325073" y="21592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pt8731"/>
            <p:cNvSpPr/>
            <p:nvPr/>
          </p:nvSpPr>
          <p:spPr>
            <a:xfrm>
              <a:off x="5653364" y="20153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pt8732"/>
            <p:cNvSpPr/>
            <p:nvPr/>
          </p:nvSpPr>
          <p:spPr>
            <a:xfrm>
              <a:off x="5037308" y="21367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t8733"/>
            <p:cNvSpPr/>
            <p:nvPr/>
          </p:nvSpPr>
          <p:spPr>
            <a:xfrm>
              <a:off x="5179072" y="25191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t8734"/>
            <p:cNvSpPr/>
            <p:nvPr/>
          </p:nvSpPr>
          <p:spPr>
            <a:xfrm>
              <a:off x="5286429" y="22393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pt8735"/>
            <p:cNvSpPr/>
            <p:nvPr/>
          </p:nvSpPr>
          <p:spPr>
            <a:xfrm>
              <a:off x="5441276" y="23178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t8736"/>
            <p:cNvSpPr/>
            <p:nvPr/>
          </p:nvSpPr>
          <p:spPr>
            <a:xfrm>
              <a:off x="5561585" y="22005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t8737"/>
            <p:cNvSpPr/>
            <p:nvPr/>
          </p:nvSpPr>
          <p:spPr>
            <a:xfrm>
              <a:off x="5408296" y="2198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t8738"/>
            <p:cNvSpPr/>
            <p:nvPr/>
          </p:nvSpPr>
          <p:spPr>
            <a:xfrm>
              <a:off x="5373612" y="22142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pt8739"/>
            <p:cNvSpPr/>
            <p:nvPr/>
          </p:nvSpPr>
          <p:spPr>
            <a:xfrm>
              <a:off x="5263389" y="22028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t8740"/>
            <p:cNvSpPr/>
            <p:nvPr/>
          </p:nvSpPr>
          <p:spPr>
            <a:xfrm>
              <a:off x="4996056" y="25552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t8741"/>
            <p:cNvSpPr/>
            <p:nvPr/>
          </p:nvSpPr>
          <p:spPr>
            <a:xfrm>
              <a:off x="5466344" y="20573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t8742"/>
            <p:cNvSpPr/>
            <p:nvPr/>
          </p:nvSpPr>
          <p:spPr>
            <a:xfrm>
              <a:off x="5050956" y="22325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pt8743"/>
            <p:cNvSpPr/>
            <p:nvPr/>
          </p:nvSpPr>
          <p:spPr>
            <a:xfrm>
              <a:off x="5282027" y="22525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4" name="pt8744"/>
            <p:cNvSpPr/>
            <p:nvPr/>
          </p:nvSpPr>
          <p:spPr>
            <a:xfrm>
              <a:off x="5600663" y="2044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t8745"/>
            <p:cNvSpPr/>
            <p:nvPr/>
          </p:nvSpPr>
          <p:spPr>
            <a:xfrm>
              <a:off x="5844746" y="18549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t8746"/>
            <p:cNvSpPr/>
            <p:nvPr/>
          </p:nvSpPr>
          <p:spPr>
            <a:xfrm>
              <a:off x="5439468" y="22235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pt8747"/>
            <p:cNvSpPr/>
            <p:nvPr/>
          </p:nvSpPr>
          <p:spPr>
            <a:xfrm>
              <a:off x="5581335" y="22162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8" name="pt8748"/>
            <p:cNvSpPr/>
            <p:nvPr/>
          </p:nvSpPr>
          <p:spPr>
            <a:xfrm>
              <a:off x="5416986" y="22611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t8749"/>
            <p:cNvSpPr/>
            <p:nvPr/>
          </p:nvSpPr>
          <p:spPr>
            <a:xfrm>
              <a:off x="5511503" y="22322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t8750"/>
            <p:cNvSpPr/>
            <p:nvPr/>
          </p:nvSpPr>
          <p:spPr>
            <a:xfrm>
              <a:off x="5089114" y="25110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pt8751"/>
            <p:cNvSpPr/>
            <p:nvPr/>
          </p:nvSpPr>
          <p:spPr>
            <a:xfrm>
              <a:off x="4954634" y="21126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pt8752"/>
            <p:cNvSpPr/>
            <p:nvPr/>
          </p:nvSpPr>
          <p:spPr>
            <a:xfrm>
              <a:off x="5534306" y="22033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t8753"/>
            <p:cNvSpPr/>
            <p:nvPr/>
          </p:nvSpPr>
          <p:spPr>
            <a:xfrm>
              <a:off x="5577196" y="22919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t8754"/>
            <p:cNvSpPr/>
            <p:nvPr/>
          </p:nvSpPr>
          <p:spPr>
            <a:xfrm>
              <a:off x="5410393" y="1958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pt8755"/>
            <p:cNvSpPr/>
            <p:nvPr/>
          </p:nvSpPr>
          <p:spPr>
            <a:xfrm>
              <a:off x="5771501" y="19037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t8756"/>
            <p:cNvSpPr/>
            <p:nvPr/>
          </p:nvSpPr>
          <p:spPr>
            <a:xfrm>
              <a:off x="5180977" y="26372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t8757"/>
            <p:cNvSpPr/>
            <p:nvPr/>
          </p:nvSpPr>
          <p:spPr>
            <a:xfrm>
              <a:off x="5748081" y="20552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t8758"/>
            <p:cNvSpPr/>
            <p:nvPr/>
          </p:nvSpPr>
          <p:spPr>
            <a:xfrm>
              <a:off x="5170279" y="26561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pt8759"/>
            <p:cNvSpPr/>
            <p:nvPr/>
          </p:nvSpPr>
          <p:spPr>
            <a:xfrm>
              <a:off x="5516032" y="23390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t8760"/>
            <p:cNvSpPr/>
            <p:nvPr/>
          </p:nvSpPr>
          <p:spPr>
            <a:xfrm>
              <a:off x="5774551" y="19652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t8761"/>
            <p:cNvSpPr/>
            <p:nvPr/>
          </p:nvSpPr>
          <p:spPr>
            <a:xfrm>
              <a:off x="5522679" y="21742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t8762"/>
            <p:cNvSpPr/>
            <p:nvPr/>
          </p:nvSpPr>
          <p:spPr>
            <a:xfrm>
              <a:off x="5193462" y="23510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pt8763"/>
            <p:cNvSpPr/>
            <p:nvPr/>
          </p:nvSpPr>
          <p:spPr>
            <a:xfrm>
              <a:off x="5198759" y="22424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4" name="pt8764"/>
            <p:cNvSpPr/>
            <p:nvPr/>
          </p:nvSpPr>
          <p:spPr>
            <a:xfrm>
              <a:off x="4831169" y="24625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t8765"/>
            <p:cNvSpPr/>
            <p:nvPr/>
          </p:nvSpPr>
          <p:spPr>
            <a:xfrm>
              <a:off x="5335921" y="21835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t8766"/>
            <p:cNvSpPr/>
            <p:nvPr/>
          </p:nvSpPr>
          <p:spPr>
            <a:xfrm>
              <a:off x="5415003" y="21647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pt8767"/>
            <p:cNvSpPr/>
            <p:nvPr/>
          </p:nvSpPr>
          <p:spPr>
            <a:xfrm>
              <a:off x="5372477" y="23288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8" name="pt8768"/>
            <p:cNvSpPr/>
            <p:nvPr/>
          </p:nvSpPr>
          <p:spPr>
            <a:xfrm>
              <a:off x="4977294" y="24980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9" name="pt8769"/>
            <p:cNvSpPr/>
            <p:nvPr/>
          </p:nvSpPr>
          <p:spPr>
            <a:xfrm>
              <a:off x="4756881" y="2643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t8770"/>
            <p:cNvSpPr/>
            <p:nvPr/>
          </p:nvSpPr>
          <p:spPr>
            <a:xfrm>
              <a:off x="5246438" y="21141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pt8771"/>
            <p:cNvSpPr/>
            <p:nvPr/>
          </p:nvSpPr>
          <p:spPr>
            <a:xfrm>
              <a:off x="5401186" y="21185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pt8772"/>
            <p:cNvSpPr/>
            <p:nvPr/>
          </p:nvSpPr>
          <p:spPr>
            <a:xfrm>
              <a:off x="5010542" y="28926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3" name="pt8773"/>
            <p:cNvSpPr/>
            <p:nvPr/>
          </p:nvSpPr>
          <p:spPr>
            <a:xfrm>
              <a:off x="5766004" y="2021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t8774"/>
            <p:cNvSpPr/>
            <p:nvPr/>
          </p:nvSpPr>
          <p:spPr>
            <a:xfrm>
              <a:off x="5455320" y="22163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pt8775"/>
            <p:cNvSpPr/>
            <p:nvPr/>
          </p:nvSpPr>
          <p:spPr>
            <a:xfrm>
              <a:off x="5285299" y="22087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t8776"/>
            <p:cNvSpPr/>
            <p:nvPr/>
          </p:nvSpPr>
          <p:spPr>
            <a:xfrm>
              <a:off x="4945143" y="18506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pt8777"/>
            <p:cNvSpPr/>
            <p:nvPr/>
          </p:nvSpPr>
          <p:spPr>
            <a:xfrm>
              <a:off x="5484678" y="20016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t8778"/>
            <p:cNvSpPr/>
            <p:nvPr/>
          </p:nvSpPr>
          <p:spPr>
            <a:xfrm>
              <a:off x="5123518" y="26605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pt8779"/>
            <p:cNvSpPr/>
            <p:nvPr/>
          </p:nvSpPr>
          <p:spPr>
            <a:xfrm>
              <a:off x="5590770" y="20893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t8780"/>
            <p:cNvSpPr/>
            <p:nvPr/>
          </p:nvSpPr>
          <p:spPr>
            <a:xfrm>
              <a:off x="5300791" y="22431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pt8781"/>
            <p:cNvSpPr/>
            <p:nvPr/>
          </p:nvSpPr>
          <p:spPr>
            <a:xfrm>
              <a:off x="5293533" y="22305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t8782"/>
            <p:cNvSpPr/>
            <p:nvPr/>
          </p:nvSpPr>
          <p:spPr>
            <a:xfrm>
              <a:off x="5510258" y="23566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pt8783"/>
            <p:cNvSpPr/>
            <p:nvPr/>
          </p:nvSpPr>
          <p:spPr>
            <a:xfrm>
              <a:off x="5531182" y="2193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4" name="pt8784"/>
            <p:cNvSpPr/>
            <p:nvPr/>
          </p:nvSpPr>
          <p:spPr>
            <a:xfrm>
              <a:off x="5209781" y="21470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pt8785"/>
            <p:cNvSpPr/>
            <p:nvPr/>
          </p:nvSpPr>
          <p:spPr>
            <a:xfrm>
              <a:off x="5721880" y="17877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t8786"/>
            <p:cNvSpPr/>
            <p:nvPr/>
          </p:nvSpPr>
          <p:spPr>
            <a:xfrm>
              <a:off x="5538137" y="21009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pt8787"/>
            <p:cNvSpPr/>
            <p:nvPr/>
          </p:nvSpPr>
          <p:spPr>
            <a:xfrm>
              <a:off x="5209729" y="20986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8" name="pt8788"/>
            <p:cNvSpPr/>
            <p:nvPr/>
          </p:nvSpPr>
          <p:spPr>
            <a:xfrm>
              <a:off x="5362629" y="22572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9" name="pt8789"/>
            <p:cNvSpPr/>
            <p:nvPr/>
          </p:nvSpPr>
          <p:spPr>
            <a:xfrm>
              <a:off x="5696438" y="19213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t8790"/>
            <p:cNvSpPr/>
            <p:nvPr/>
          </p:nvSpPr>
          <p:spPr>
            <a:xfrm>
              <a:off x="5539302" y="21117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pt8791"/>
            <p:cNvSpPr/>
            <p:nvPr/>
          </p:nvSpPr>
          <p:spPr>
            <a:xfrm>
              <a:off x="5933659" y="16259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2" name="pt8792"/>
            <p:cNvSpPr/>
            <p:nvPr/>
          </p:nvSpPr>
          <p:spPr>
            <a:xfrm>
              <a:off x="5217673" y="22742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3" name="pt8793"/>
            <p:cNvSpPr/>
            <p:nvPr/>
          </p:nvSpPr>
          <p:spPr>
            <a:xfrm>
              <a:off x="5527211" y="22476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t8794"/>
            <p:cNvSpPr/>
            <p:nvPr/>
          </p:nvSpPr>
          <p:spPr>
            <a:xfrm>
              <a:off x="5526636" y="20878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pt8795"/>
            <p:cNvSpPr/>
            <p:nvPr/>
          </p:nvSpPr>
          <p:spPr>
            <a:xfrm>
              <a:off x="5350823" y="22287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6" name="pt8796"/>
            <p:cNvSpPr/>
            <p:nvPr/>
          </p:nvSpPr>
          <p:spPr>
            <a:xfrm>
              <a:off x="5798993" y="18202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7" name="pt8797"/>
            <p:cNvSpPr/>
            <p:nvPr/>
          </p:nvSpPr>
          <p:spPr>
            <a:xfrm>
              <a:off x="5156455" y="27042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t8798"/>
            <p:cNvSpPr/>
            <p:nvPr/>
          </p:nvSpPr>
          <p:spPr>
            <a:xfrm>
              <a:off x="5064550" y="23769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pt8799"/>
            <p:cNvSpPr/>
            <p:nvPr/>
          </p:nvSpPr>
          <p:spPr>
            <a:xfrm>
              <a:off x="5683507" y="17039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0" name="pt8800"/>
            <p:cNvSpPr/>
            <p:nvPr/>
          </p:nvSpPr>
          <p:spPr>
            <a:xfrm>
              <a:off x="5160838" y="25369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1" name="pt8801"/>
            <p:cNvSpPr/>
            <p:nvPr/>
          </p:nvSpPr>
          <p:spPr>
            <a:xfrm>
              <a:off x="5491195" y="2106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2" name="pt8802"/>
            <p:cNvSpPr/>
            <p:nvPr/>
          </p:nvSpPr>
          <p:spPr>
            <a:xfrm>
              <a:off x="5487294" y="19581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3" name="pt8803"/>
            <p:cNvSpPr/>
            <p:nvPr/>
          </p:nvSpPr>
          <p:spPr>
            <a:xfrm>
              <a:off x="4742150" y="27810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4" name="pt8804"/>
            <p:cNvSpPr/>
            <p:nvPr/>
          </p:nvSpPr>
          <p:spPr>
            <a:xfrm>
              <a:off x="5178609" y="25394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5" name="pt8805"/>
            <p:cNvSpPr/>
            <p:nvPr/>
          </p:nvSpPr>
          <p:spPr>
            <a:xfrm>
              <a:off x="5573083" y="21992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6" name="pt8806"/>
            <p:cNvSpPr/>
            <p:nvPr/>
          </p:nvSpPr>
          <p:spPr>
            <a:xfrm>
              <a:off x="5323348" y="21201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7" name="pt8807"/>
            <p:cNvSpPr/>
            <p:nvPr/>
          </p:nvSpPr>
          <p:spPr>
            <a:xfrm>
              <a:off x="4810756" y="25700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8" name="pt8808"/>
            <p:cNvSpPr/>
            <p:nvPr/>
          </p:nvSpPr>
          <p:spPr>
            <a:xfrm>
              <a:off x="4873487" y="21786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9" name="pt8809"/>
            <p:cNvSpPr/>
            <p:nvPr/>
          </p:nvSpPr>
          <p:spPr>
            <a:xfrm>
              <a:off x="5537157" y="21402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0" name="pt8810"/>
            <p:cNvSpPr/>
            <p:nvPr/>
          </p:nvSpPr>
          <p:spPr>
            <a:xfrm>
              <a:off x="5313648" y="21662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1" name="pt8811"/>
            <p:cNvSpPr/>
            <p:nvPr/>
          </p:nvSpPr>
          <p:spPr>
            <a:xfrm>
              <a:off x="5747849" y="18951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2" name="pt8812"/>
            <p:cNvSpPr/>
            <p:nvPr/>
          </p:nvSpPr>
          <p:spPr>
            <a:xfrm>
              <a:off x="5324272" y="23024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3" name="pt8813"/>
            <p:cNvSpPr/>
            <p:nvPr/>
          </p:nvSpPr>
          <p:spPr>
            <a:xfrm>
              <a:off x="5479257" y="19549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4" name="pt8814"/>
            <p:cNvSpPr/>
            <p:nvPr/>
          </p:nvSpPr>
          <p:spPr>
            <a:xfrm>
              <a:off x="5117711" y="25147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5" name="pt8815"/>
            <p:cNvSpPr/>
            <p:nvPr/>
          </p:nvSpPr>
          <p:spPr>
            <a:xfrm>
              <a:off x="5673548" y="17980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6" name="pt8816"/>
            <p:cNvSpPr/>
            <p:nvPr/>
          </p:nvSpPr>
          <p:spPr>
            <a:xfrm>
              <a:off x="5124824" y="26216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7" name="pt8817"/>
            <p:cNvSpPr/>
            <p:nvPr/>
          </p:nvSpPr>
          <p:spPr>
            <a:xfrm>
              <a:off x="5641680" y="20565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8" name="pt8818"/>
            <p:cNvSpPr/>
            <p:nvPr/>
          </p:nvSpPr>
          <p:spPr>
            <a:xfrm>
              <a:off x="5214629" y="21568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9" name="pt8819"/>
            <p:cNvSpPr/>
            <p:nvPr/>
          </p:nvSpPr>
          <p:spPr>
            <a:xfrm>
              <a:off x="5670017" y="1955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0" name="pt8820"/>
            <p:cNvSpPr/>
            <p:nvPr/>
          </p:nvSpPr>
          <p:spPr>
            <a:xfrm>
              <a:off x="5351484" y="22618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1" name="pt8821"/>
            <p:cNvSpPr/>
            <p:nvPr/>
          </p:nvSpPr>
          <p:spPr>
            <a:xfrm>
              <a:off x="5738011" y="18459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2" name="pt8822"/>
            <p:cNvSpPr/>
            <p:nvPr/>
          </p:nvSpPr>
          <p:spPr>
            <a:xfrm>
              <a:off x="5585777" y="2239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3" name="pt8823"/>
            <p:cNvSpPr/>
            <p:nvPr/>
          </p:nvSpPr>
          <p:spPr>
            <a:xfrm>
              <a:off x="5255284" y="19873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4" name="pt8824"/>
            <p:cNvSpPr/>
            <p:nvPr/>
          </p:nvSpPr>
          <p:spPr>
            <a:xfrm>
              <a:off x="5740567" y="17029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5" name="pt8825"/>
            <p:cNvSpPr/>
            <p:nvPr/>
          </p:nvSpPr>
          <p:spPr>
            <a:xfrm>
              <a:off x="5248120" y="1963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6" name="pt8826"/>
            <p:cNvSpPr/>
            <p:nvPr/>
          </p:nvSpPr>
          <p:spPr>
            <a:xfrm>
              <a:off x="5157330" y="27172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7" name="pt8827"/>
            <p:cNvSpPr/>
            <p:nvPr/>
          </p:nvSpPr>
          <p:spPr>
            <a:xfrm>
              <a:off x="5503489" y="21721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8" name="pt8828"/>
            <p:cNvSpPr/>
            <p:nvPr/>
          </p:nvSpPr>
          <p:spPr>
            <a:xfrm>
              <a:off x="5262467" y="22691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9" name="pt8829"/>
            <p:cNvSpPr/>
            <p:nvPr/>
          </p:nvSpPr>
          <p:spPr>
            <a:xfrm>
              <a:off x="5692918" y="19005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0" name="pt8830"/>
            <p:cNvSpPr/>
            <p:nvPr/>
          </p:nvSpPr>
          <p:spPr>
            <a:xfrm>
              <a:off x="5262691" y="21332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1" name="pt8831"/>
            <p:cNvSpPr/>
            <p:nvPr/>
          </p:nvSpPr>
          <p:spPr>
            <a:xfrm>
              <a:off x="5666462" y="20238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2" name="pt8832"/>
            <p:cNvSpPr/>
            <p:nvPr/>
          </p:nvSpPr>
          <p:spPr>
            <a:xfrm>
              <a:off x="5031431" y="24211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3" name="pt8833"/>
            <p:cNvSpPr/>
            <p:nvPr/>
          </p:nvSpPr>
          <p:spPr>
            <a:xfrm>
              <a:off x="5218338" y="21869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4" name="pt8834"/>
            <p:cNvSpPr/>
            <p:nvPr/>
          </p:nvSpPr>
          <p:spPr>
            <a:xfrm>
              <a:off x="5006275" y="26296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5" name="pt8835"/>
            <p:cNvSpPr/>
            <p:nvPr/>
          </p:nvSpPr>
          <p:spPr>
            <a:xfrm>
              <a:off x="5046755" y="23368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6" name="pt8836"/>
            <p:cNvSpPr/>
            <p:nvPr/>
          </p:nvSpPr>
          <p:spPr>
            <a:xfrm>
              <a:off x="5452187" y="21672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7" name="pt8837"/>
            <p:cNvSpPr/>
            <p:nvPr/>
          </p:nvSpPr>
          <p:spPr>
            <a:xfrm>
              <a:off x="5853752" y="1967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8" name="pt8838"/>
            <p:cNvSpPr/>
            <p:nvPr/>
          </p:nvSpPr>
          <p:spPr>
            <a:xfrm>
              <a:off x="5304299" y="2213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9" name="pt8839"/>
            <p:cNvSpPr/>
            <p:nvPr/>
          </p:nvSpPr>
          <p:spPr>
            <a:xfrm>
              <a:off x="4786898" y="25625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0" name="pt8840"/>
            <p:cNvSpPr/>
            <p:nvPr/>
          </p:nvSpPr>
          <p:spPr>
            <a:xfrm>
              <a:off x="5130681" y="26411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1" name="pt8841"/>
            <p:cNvSpPr/>
            <p:nvPr/>
          </p:nvSpPr>
          <p:spPr>
            <a:xfrm>
              <a:off x="5625864" y="19379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2" name="pt8842"/>
            <p:cNvSpPr/>
            <p:nvPr/>
          </p:nvSpPr>
          <p:spPr>
            <a:xfrm>
              <a:off x="5349642" y="21421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3" name="pt8843"/>
            <p:cNvSpPr/>
            <p:nvPr/>
          </p:nvSpPr>
          <p:spPr>
            <a:xfrm>
              <a:off x="5682726" y="17936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4" name="pt8844"/>
            <p:cNvSpPr/>
            <p:nvPr/>
          </p:nvSpPr>
          <p:spPr>
            <a:xfrm>
              <a:off x="5384913" y="21309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5" name="pt8845"/>
            <p:cNvSpPr/>
            <p:nvPr/>
          </p:nvSpPr>
          <p:spPr>
            <a:xfrm>
              <a:off x="5139974" y="25586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6" name="pt8846"/>
            <p:cNvSpPr/>
            <p:nvPr/>
          </p:nvSpPr>
          <p:spPr>
            <a:xfrm>
              <a:off x="5164512" y="27178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7" name="pt8847"/>
            <p:cNvSpPr/>
            <p:nvPr/>
          </p:nvSpPr>
          <p:spPr>
            <a:xfrm>
              <a:off x="5459101" y="21611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8" name="pt8848"/>
            <p:cNvSpPr/>
            <p:nvPr/>
          </p:nvSpPr>
          <p:spPr>
            <a:xfrm>
              <a:off x="5386106" y="21586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9" name="pt8849"/>
            <p:cNvSpPr/>
            <p:nvPr/>
          </p:nvSpPr>
          <p:spPr>
            <a:xfrm>
              <a:off x="5395163" y="21735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0" name="pt8850"/>
            <p:cNvSpPr/>
            <p:nvPr/>
          </p:nvSpPr>
          <p:spPr>
            <a:xfrm>
              <a:off x="5234081" y="22224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1" name="pt8851"/>
            <p:cNvSpPr/>
            <p:nvPr/>
          </p:nvSpPr>
          <p:spPr>
            <a:xfrm>
              <a:off x="5516963" y="23155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2" name="pt8852"/>
            <p:cNvSpPr/>
            <p:nvPr/>
          </p:nvSpPr>
          <p:spPr>
            <a:xfrm>
              <a:off x="5214697" y="22444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3" name="pt8853"/>
            <p:cNvSpPr/>
            <p:nvPr/>
          </p:nvSpPr>
          <p:spPr>
            <a:xfrm>
              <a:off x="5954031" y="16247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4" name="pt8854"/>
            <p:cNvSpPr/>
            <p:nvPr/>
          </p:nvSpPr>
          <p:spPr>
            <a:xfrm>
              <a:off x="5611537" y="20881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5" name="pt8855"/>
            <p:cNvSpPr/>
            <p:nvPr/>
          </p:nvSpPr>
          <p:spPr>
            <a:xfrm>
              <a:off x="5693297" y="17583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6" name="pt8856"/>
            <p:cNvSpPr/>
            <p:nvPr/>
          </p:nvSpPr>
          <p:spPr>
            <a:xfrm>
              <a:off x="5336214" y="22410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7" name="pt8857"/>
            <p:cNvSpPr/>
            <p:nvPr/>
          </p:nvSpPr>
          <p:spPr>
            <a:xfrm>
              <a:off x="5730940" y="18581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8" name="pt8858"/>
            <p:cNvSpPr/>
            <p:nvPr/>
          </p:nvSpPr>
          <p:spPr>
            <a:xfrm>
              <a:off x="5010597" y="24977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9" name="pt8859"/>
            <p:cNvSpPr/>
            <p:nvPr/>
          </p:nvSpPr>
          <p:spPr>
            <a:xfrm>
              <a:off x="5503393" y="22028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0" name="pt8860"/>
            <p:cNvSpPr/>
            <p:nvPr/>
          </p:nvSpPr>
          <p:spPr>
            <a:xfrm>
              <a:off x="5152709" y="26821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1" name="pt8861"/>
            <p:cNvSpPr/>
            <p:nvPr/>
          </p:nvSpPr>
          <p:spPr>
            <a:xfrm>
              <a:off x="5243879" y="21620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2" name="pt8862"/>
            <p:cNvSpPr/>
            <p:nvPr/>
          </p:nvSpPr>
          <p:spPr>
            <a:xfrm>
              <a:off x="5412681" y="21594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3" name="pt8863"/>
            <p:cNvSpPr/>
            <p:nvPr/>
          </p:nvSpPr>
          <p:spPr>
            <a:xfrm>
              <a:off x="5250514" y="20752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4" name="pt8864"/>
            <p:cNvSpPr/>
            <p:nvPr/>
          </p:nvSpPr>
          <p:spPr>
            <a:xfrm>
              <a:off x="5239694" y="21441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5" name="pt8865"/>
            <p:cNvSpPr/>
            <p:nvPr/>
          </p:nvSpPr>
          <p:spPr>
            <a:xfrm>
              <a:off x="5768715" y="2002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6" name="pt8866"/>
            <p:cNvSpPr/>
            <p:nvPr/>
          </p:nvSpPr>
          <p:spPr>
            <a:xfrm>
              <a:off x="4741294" y="23246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7" name="pt8867"/>
            <p:cNvSpPr/>
            <p:nvPr/>
          </p:nvSpPr>
          <p:spPr>
            <a:xfrm>
              <a:off x="5465912" y="17901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8" name="pt8868"/>
            <p:cNvSpPr/>
            <p:nvPr/>
          </p:nvSpPr>
          <p:spPr>
            <a:xfrm>
              <a:off x="5159217" y="26117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9" name="pt8869"/>
            <p:cNvSpPr/>
            <p:nvPr/>
          </p:nvSpPr>
          <p:spPr>
            <a:xfrm>
              <a:off x="5783511" y="18330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0" name="pt8870"/>
            <p:cNvSpPr/>
            <p:nvPr/>
          </p:nvSpPr>
          <p:spPr>
            <a:xfrm>
              <a:off x="5487723" y="19700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1" name="pt8871"/>
            <p:cNvSpPr/>
            <p:nvPr/>
          </p:nvSpPr>
          <p:spPr>
            <a:xfrm>
              <a:off x="5720325" y="18058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2" name="pt8872"/>
            <p:cNvSpPr/>
            <p:nvPr/>
          </p:nvSpPr>
          <p:spPr>
            <a:xfrm>
              <a:off x="5361998" y="22167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3" name="pt8873"/>
            <p:cNvSpPr/>
            <p:nvPr/>
          </p:nvSpPr>
          <p:spPr>
            <a:xfrm>
              <a:off x="5200370" y="24430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4" name="pt8874"/>
            <p:cNvSpPr/>
            <p:nvPr/>
          </p:nvSpPr>
          <p:spPr>
            <a:xfrm>
              <a:off x="5174081" y="25378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5" name="pt8875"/>
            <p:cNvSpPr/>
            <p:nvPr/>
          </p:nvSpPr>
          <p:spPr>
            <a:xfrm>
              <a:off x="5597919" y="19687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6" name="pt8876"/>
            <p:cNvSpPr/>
            <p:nvPr/>
          </p:nvSpPr>
          <p:spPr>
            <a:xfrm>
              <a:off x="5485393" y="20454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7" name="pt8877"/>
            <p:cNvSpPr/>
            <p:nvPr/>
          </p:nvSpPr>
          <p:spPr>
            <a:xfrm>
              <a:off x="5381843" y="21864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8" name="pt8878"/>
            <p:cNvSpPr/>
            <p:nvPr/>
          </p:nvSpPr>
          <p:spPr>
            <a:xfrm>
              <a:off x="5884064" y="21081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9" name="pt8879"/>
            <p:cNvSpPr/>
            <p:nvPr/>
          </p:nvSpPr>
          <p:spPr>
            <a:xfrm>
              <a:off x="5046207" y="22789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0" name="pt8880"/>
            <p:cNvSpPr/>
            <p:nvPr/>
          </p:nvSpPr>
          <p:spPr>
            <a:xfrm>
              <a:off x="5808521" y="20268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1" name="pt8881"/>
            <p:cNvSpPr/>
            <p:nvPr/>
          </p:nvSpPr>
          <p:spPr>
            <a:xfrm>
              <a:off x="4902938" y="27863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2" name="pt8882"/>
            <p:cNvSpPr/>
            <p:nvPr/>
          </p:nvSpPr>
          <p:spPr>
            <a:xfrm>
              <a:off x="5322112" y="21838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3" name="pt8883"/>
            <p:cNvSpPr/>
            <p:nvPr/>
          </p:nvSpPr>
          <p:spPr>
            <a:xfrm>
              <a:off x="5303304" y="2176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4" name="pt8884"/>
            <p:cNvSpPr/>
            <p:nvPr/>
          </p:nvSpPr>
          <p:spPr>
            <a:xfrm>
              <a:off x="5780410" y="19522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5" name="pt8885"/>
            <p:cNvSpPr/>
            <p:nvPr/>
          </p:nvSpPr>
          <p:spPr>
            <a:xfrm>
              <a:off x="5246640" y="21276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6" name="pt8886"/>
            <p:cNvSpPr/>
            <p:nvPr/>
          </p:nvSpPr>
          <p:spPr>
            <a:xfrm>
              <a:off x="5548764" y="22068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7" name="pt8887"/>
            <p:cNvSpPr/>
            <p:nvPr/>
          </p:nvSpPr>
          <p:spPr>
            <a:xfrm>
              <a:off x="5678544" y="17711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8" name="pt8888"/>
            <p:cNvSpPr/>
            <p:nvPr/>
          </p:nvSpPr>
          <p:spPr>
            <a:xfrm>
              <a:off x="5283682" y="22431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9" name="pt8889"/>
            <p:cNvSpPr/>
            <p:nvPr/>
          </p:nvSpPr>
          <p:spPr>
            <a:xfrm>
              <a:off x="5685922" y="15461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0" name="pt8890"/>
            <p:cNvSpPr/>
            <p:nvPr/>
          </p:nvSpPr>
          <p:spPr>
            <a:xfrm>
              <a:off x="5770505" y="20794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1" name="pt8891"/>
            <p:cNvSpPr/>
            <p:nvPr/>
          </p:nvSpPr>
          <p:spPr>
            <a:xfrm>
              <a:off x="4844352" y="25445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2" name="pt8892"/>
            <p:cNvSpPr/>
            <p:nvPr/>
          </p:nvSpPr>
          <p:spPr>
            <a:xfrm>
              <a:off x="5601152" y="20364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3" name="pt8893"/>
            <p:cNvSpPr/>
            <p:nvPr/>
          </p:nvSpPr>
          <p:spPr>
            <a:xfrm>
              <a:off x="5369613" y="22462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4" name="pt8894"/>
            <p:cNvSpPr/>
            <p:nvPr/>
          </p:nvSpPr>
          <p:spPr>
            <a:xfrm>
              <a:off x="5364784" y="22388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5" name="pt8895"/>
            <p:cNvSpPr/>
            <p:nvPr/>
          </p:nvSpPr>
          <p:spPr>
            <a:xfrm>
              <a:off x="5541558" y="20526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6" name="pt8896"/>
            <p:cNvSpPr/>
            <p:nvPr/>
          </p:nvSpPr>
          <p:spPr>
            <a:xfrm>
              <a:off x="5212019" y="23071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7" name="pt8897"/>
            <p:cNvSpPr/>
            <p:nvPr/>
          </p:nvSpPr>
          <p:spPr>
            <a:xfrm>
              <a:off x="5512550" y="22671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8" name="pt8898"/>
            <p:cNvSpPr/>
            <p:nvPr/>
          </p:nvSpPr>
          <p:spPr>
            <a:xfrm>
              <a:off x="5308872" y="21299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9" name="pt8899"/>
            <p:cNvSpPr/>
            <p:nvPr/>
          </p:nvSpPr>
          <p:spPr>
            <a:xfrm>
              <a:off x="5114010" y="20221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0" name="pt8900"/>
            <p:cNvSpPr/>
            <p:nvPr/>
          </p:nvSpPr>
          <p:spPr>
            <a:xfrm>
              <a:off x="5847787" y="19517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1" name="pt8901"/>
            <p:cNvSpPr/>
            <p:nvPr/>
          </p:nvSpPr>
          <p:spPr>
            <a:xfrm>
              <a:off x="5407655" y="22475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2" name="pt8902"/>
            <p:cNvSpPr/>
            <p:nvPr/>
          </p:nvSpPr>
          <p:spPr>
            <a:xfrm>
              <a:off x="5710329" y="20806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3" name="pt8903"/>
            <p:cNvSpPr/>
            <p:nvPr/>
          </p:nvSpPr>
          <p:spPr>
            <a:xfrm>
              <a:off x="5591831" y="20333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4" name="pt8904"/>
            <p:cNvSpPr/>
            <p:nvPr/>
          </p:nvSpPr>
          <p:spPr>
            <a:xfrm>
              <a:off x="5153639" y="27879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5" name="pt8905"/>
            <p:cNvSpPr/>
            <p:nvPr/>
          </p:nvSpPr>
          <p:spPr>
            <a:xfrm>
              <a:off x="5565767" y="21860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6" name="pt8906"/>
            <p:cNvSpPr/>
            <p:nvPr/>
          </p:nvSpPr>
          <p:spPr>
            <a:xfrm>
              <a:off x="5178016" y="25372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7" name="pt8907"/>
            <p:cNvSpPr/>
            <p:nvPr/>
          </p:nvSpPr>
          <p:spPr>
            <a:xfrm>
              <a:off x="6043996" y="17371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8" name="pt8908"/>
            <p:cNvSpPr/>
            <p:nvPr/>
          </p:nvSpPr>
          <p:spPr>
            <a:xfrm>
              <a:off x="6043310" y="17073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9" name="pt8909"/>
            <p:cNvSpPr/>
            <p:nvPr/>
          </p:nvSpPr>
          <p:spPr>
            <a:xfrm>
              <a:off x="5383520" y="22173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0" name="pt8910"/>
            <p:cNvSpPr/>
            <p:nvPr/>
          </p:nvSpPr>
          <p:spPr>
            <a:xfrm>
              <a:off x="5003754" y="27523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1" name="pt8911"/>
            <p:cNvSpPr/>
            <p:nvPr/>
          </p:nvSpPr>
          <p:spPr>
            <a:xfrm>
              <a:off x="5533320" y="23025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2" name="pt8912"/>
            <p:cNvSpPr/>
            <p:nvPr/>
          </p:nvSpPr>
          <p:spPr>
            <a:xfrm>
              <a:off x="5390060" y="21371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3" name="pt8913"/>
            <p:cNvSpPr/>
            <p:nvPr/>
          </p:nvSpPr>
          <p:spPr>
            <a:xfrm>
              <a:off x="5404345" y="22503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4" name="pt8914"/>
            <p:cNvSpPr/>
            <p:nvPr/>
          </p:nvSpPr>
          <p:spPr>
            <a:xfrm>
              <a:off x="5640432" y="20204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5" name="pt8915"/>
            <p:cNvSpPr/>
            <p:nvPr/>
          </p:nvSpPr>
          <p:spPr>
            <a:xfrm>
              <a:off x="5377409" y="22310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6" name="pt8916"/>
            <p:cNvSpPr/>
            <p:nvPr/>
          </p:nvSpPr>
          <p:spPr>
            <a:xfrm>
              <a:off x="5506045" y="22475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7" name="pt8917"/>
            <p:cNvSpPr/>
            <p:nvPr/>
          </p:nvSpPr>
          <p:spPr>
            <a:xfrm>
              <a:off x="5459928" y="22110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8" name="pt8918"/>
            <p:cNvSpPr/>
            <p:nvPr/>
          </p:nvSpPr>
          <p:spPr>
            <a:xfrm>
              <a:off x="5515386" y="22255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9" name="pt8919"/>
            <p:cNvSpPr/>
            <p:nvPr/>
          </p:nvSpPr>
          <p:spPr>
            <a:xfrm>
              <a:off x="5546898" y="22138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0" name="pt8920"/>
            <p:cNvSpPr/>
            <p:nvPr/>
          </p:nvSpPr>
          <p:spPr>
            <a:xfrm>
              <a:off x="5221916" y="21447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1" name="pt8921"/>
            <p:cNvSpPr/>
            <p:nvPr/>
          </p:nvSpPr>
          <p:spPr>
            <a:xfrm>
              <a:off x="5027345" y="21093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2" name="pt8922"/>
            <p:cNvSpPr/>
            <p:nvPr/>
          </p:nvSpPr>
          <p:spPr>
            <a:xfrm>
              <a:off x="5956332" y="18958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3" name="pt8923"/>
            <p:cNvSpPr/>
            <p:nvPr/>
          </p:nvSpPr>
          <p:spPr>
            <a:xfrm>
              <a:off x="5875084" y="16147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4" name="pt8924"/>
            <p:cNvSpPr/>
            <p:nvPr/>
          </p:nvSpPr>
          <p:spPr>
            <a:xfrm>
              <a:off x="5414843" y="21396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5" name="pt8925"/>
            <p:cNvSpPr/>
            <p:nvPr/>
          </p:nvSpPr>
          <p:spPr>
            <a:xfrm>
              <a:off x="5453524" y="22613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6" name="pt8926"/>
            <p:cNvSpPr/>
            <p:nvPr/>
          </p:nvSpPr>
          <p:spPr>
            <a:xfrm>
              <a:off x="5577768" y="2279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7" name="pt8927"/>
            <p:cNvSpPr/>
            <p:nvPr/>
          </p:nvSpPr>
          <p:spPr>
            <a:xfrm>
              <a:off x="5378773" y="23034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8" name="pt8928"/>
            <p:cNvSpPr/>
            <p:nvPr/>
          </p:nvSpPr>
          <p:spPr>
            <a:xfrm>
              <a:off x="5289274" y="21301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9" name="pt8929"/>
            <p:cNvSpPr/>
            <p:nvPr/>
          </p:nvSpPr>
          <p:spPr>
            <a:xfrm>
              <a:off x="5007823" y="25254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0" name="pt8930"/>
            <p:cNvSpPr/>
            <p:nvPr/>
          </p:nvSpPr>
          <p:spPr>
            <a:xfrm>
              <a:off x="5625461" y="20454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1" name="pt8931"/>
            <p:cNvSpPr/>
            <p:nvPr/>
          </p:nvSpPr>
          <p:spPr>
            <a:xfrm>
              <a:off x="5511947" y="22104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2" name="pt8932"/>
            <p:cNvSpPr/>
            <p:nvPr/>
          </p:nvSpPr>
          <p:spPr>
            <a:xfrm>
              <a:off x="5075625" y="26414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3" name="pt8933"/>
            <p:cNvSpPr/>
            <p:nvPr/>
          </p:nvSpPr>
          <p:spPr>
            <a:xfrm>
              <a:off x="5444145" y="22566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4" name="pt8934"/>
            <p:cNvSpPr/>
            <p:nvPr/>
          </p:nvSpPr>
          <p:spPr>
            <a:xfrm>
              <a:off x="5524677" y="21151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5" name="pt8935"/>
            <p:cNvSpPr/>
            <p:nvPr/>
          </p:nvSpPr>
          <p:spPr>
            <a:xfrm>
              <a:off x="5417496" y="20969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6" name="pt8936"/>
            <p:cNvSpPr/>
            <p:nvPr/>
          </p:nvSpPr>
          <p:spPr>
            <a:xfrm>
              <a:off x="4876406" y="26094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7" name="pt8937"/>
            <p:cNvSpPr/>
            <p:nvPr/>
          </p:nvSpPr>
          <p:spPr>
            <a:xfrm>
              <a:off x="5242200" y="21700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8" name="pt8938"/>
            <p:cNvSpPr/>
            <p:nvPr/>
          </p:nvSpPr>
          <p:spPr>
            <a:xfrm>
              <a:off x="5536468" y="21368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9" name="pt8939"/>
            <p:cNvSpPr/>
            <p:nvPr/>
          </p:nvSpPr>
          <p:spPr>
            <a:xfrm>
              <a:off x="5449147" y="2271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0" name="pt8940"/>
            <p:cNvSpPr/>
            <p:nvPr/>
          </p:nvSpPr>
          <p:spPr>
            <a:xfrm>
              <a:off x="5706078" y="20698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1" name="pt8941"/>
            <p:cNvSpPr/>
            <p:nvPr/>
          </p:nvSpPr>
          <p:spPr>
            <a:xfrm>
              <a:off x="5542456" y="20866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2" name="pt8942"/>
            <p:cNvSpPr/>
            <p:nvPr/>
          </p:nvSpPr>
          <p:spPr>
            <a:xfrm>
              <a:off x="5802520" y="18380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3" name="pt8943"/>
            <p:cNvSpPr/>
            <p:nvPr/>
          </p:nvSpPr>
          <p:spPr>
            <a:xfrm>
              <a:off x="5294088" y="21647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4" name="pt8944"/>
            <p:cNvSpPr/>
            <p:nvPr/>
          </p:nvSpPr>
          <p:spPr>
            <a:xfrm>
              <a:off x="5494358" y="2130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5" name="pt8945"/>
            <p:cNvSpPr/>
            <p:nvPr/>
          </p:nvSpPr>
          <p:spPr>
            <a:xfrm>
              <a:off x="5318850" y="21869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6" name="pt8946"/>
            <p:cNvSpPr/>
            <p:nvPr/>
          </p:nvSpPr>
          <p:spPr>
            <a:xfrm>
              <a:off x="5181667" y="2639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7" name="pt8947"/>
            <p:cNvSpPr/>
            <p:nvPr/>
          </p:nvSpPr>
          <p:spPr>
            <a:xfrm>
              <a:off x="5256111" y="19979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8" name="pt8948"/>
            <p:cNvSpPr/>
            <p:nvPr/>
          </p:nvSpPr>
          <p:spPr>
            <a:xfrm>
              <a:off x="6100050" y="19535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9" name="pt8949"/>
            <p:cNvSpPr/>
            <p:nvPr/>
          </p:nvSpPr>
          <p:spPr>
            <a:xfrm>
              <a:off x="5077642" y="25480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0" name="pt8950"/>
            <p:cNvSpPr/>
            <p:nvPr/>
          </p:nvSpPr>
          <p:spPr>
            <a:xfrm>
              <a:off x="5289735" y="20200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1" name="pt8951"/>
            <p:cNvSpPr/>
            <p:nvPr/>
          </p:nvSpPr>
          <p:spPr>
            <a:xfrm>
              <a:off x="5826291" y="17836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2" name="pt8952"/>
            <p:cNvSpPr/>
            <p:nvPr/>
          </p:nvSpPr>
          <p:spPr>
            <a:xfrm>
              <a:off x="5290583" y="21760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3" name="pt8953"/>
            <p:cNvSpPr/>
            <p:nvPr/>
          </p:nvSpPr>
          <p:spPr>
            <a:xfrm>
              <a:off x="5684294" y="17332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4" name="pt8954"/>
            <p:cNvSpPr/>
            <p:nvPr/>
          </p:nvSpPr>
          <p:spPr>
            <a:xfrm>
              <a:off x="5550142" y="22726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5" name="pt8955"/>
            <p:cNvSpPr/>
            <p:nvPr/>
          </p:nvSpPr>
          <p:spPr>
            <a:xfrm>
              <a:off x="5627889" y="19241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6" name="pt8956"/>
            <p:cNvSpPr/>
            <p:nvPr/>
          </p:nvSpPr>
          <p:spPr>
            <a:xfrm>
              <a:off x="5588529" y="2366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7" name="pt8957"/>
            <p:cNvSpPr/>
            <p:nvPr/>
          </p:nvSpPr>
          <p:spPr>
            <a:xfrm>
              <a:off x="5334966" y="21490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8" name="pt8958"/>
            <p:cNvSpPr/>
            <p:nvPr/>
          </p:nvSpPr>
          <p:spPr>
            <a:xfrm>
              <a:off x="4963388" y="18712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9" name="pt8959"/>
            <p:cNvSpPr/>
            <p:nvPr/>
          </p:nvSpPr>
          <p:spPr>
            <a:xfrm>
              <a:off x="5451902" y="21732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0" name="pt8960"/>
            <p:cNvSpPr/>
            <p:nvPr/>
          </p:nvSpPr>
          <p:spPr>
            <a:xfrm>
              <a:off x="5385719" y="21200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1" name="pt8961"/>
            <p:cNvSpPr/>
            <p:nvPr/>
          </p:nvSpPr>
          <p:spPr>
            <a:xfrm>
              <a:off x="4778467" y="27686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2" name="pt8962"/>
            <p:cNvSpPr/>
            <p:nvPr/>
          </p:nvSpPr>
          <p:spPr>
            <a:xfrm>
              <a:off x="5476650" y="19476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3" name="pt8963"/>
            <p:cNvSpPr/>
            <p:nvPr/>
          </p:nvSpPr>
          <p:spPr>
            <a:xfrm>
              <a:off x="5606702" y="19993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4" name="pt8964"/>
            <p:cNvSpPr/>
            <p:nvPr/>
          </p:nvSpPr>
          <p:spPr>
            <a:xfrm>
              <a:off x="5116146" y="24859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5" name="pt8965"/>
            <p:cNvSpPr/>
            <p:nvPr/>
          </p:nvSpPr>
          <p:spPr>
            <a:xfrm>
              <a:off x="5606439" y="20924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6" name="pt8966"/>
            <p:cNvSpPr/>
            <p:nvPr/>
          </p:nvSpPr>
          <p:spPr>
            <a:xfrm>
              <a:off x="5374139" y="21949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7" name="pt8967"/>
            <p:cNvSpPr/>
            <p:nvPr/>
          </p:nvSpPr>
          <p:spPr>
            <a:xfrm>
              <a:off x="5299071" y="21576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8" name="pt8968"/>
            <p:cNvSpPr/>
            <p:nvPr/>
          </p:nvSpPr>
          <p:spPr>
            <a:xfrm>
              <a:off x="5044142" y="22681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9" name="pt8969"/>
            <p:cNvSpPr/>
            <p:nvPr/>
          </p:nvSpPr>
          <p:spPr>
            <a:xfrm>
              <a:off x="5128597" y="27129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0" name="pt8970"/>
            <p:cNvSpPr/>
            <p:nvPr/>
          </p:nvSpPr>
          <p:spPr>
            <a:xfrm>
              <a:off x="5474594" y="19078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1" name="pt8971"/>
            <p:cNvSpPr/>
            <p:nvPr/>
          </p:nvSpPr>
          <p:spPr>
            <a:xfrm>
              <a:off x="5352280" y="22073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2" name="pt8972"/>
            <p:cNvSpPr/>
            <p:nvPr/>
          </p:nvSpPr>
          <p:spPr>
            <a:xfrm>
              <a:off x="5219859" y="22110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3" name="pt8973"/>
            <p:cNvSpPr/>
            <p:nvPr/>
          </p:nvSpPr>
          <p:spPr>
            <a:xfrm>
              <a:off x="5136281" y="25513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4" name="pt8974"/>
            <p:cNvSpPr/>
            <p:nvPr/>
          </p:nvSpPr>
          <p:spPr>
            <a:xfrm>
              <a:off x="5596782" y="20809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5" name="pt8975"/>
            <p:cNvSpPr/>
            <p:nvPr/>
          </p:nvSpPr>
          <p:spPr>
            <a:xfrm>
              <a:off x="5760204" y="17356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6" name="pt8976"/>
            <p:cNvSpPr/>
            <p:nvPr/>
          </p:nvSpPr>
          <p:spPr>
            <a:xfrm>
              <a:off x="5835814" y="17559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7" name="pt8977"/>
            <p:cNvSpPr/>
            <p:nvPr/>
          </p:nvSpPr>
          <p:spPr>
            <a:xfrm>
              <a:off x="5732820" y="18900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8" name="pt8978"/>
            <p:cNvSpPr/>
            <p:nvPr/>
          </p:nvSpPr>
          <p:spPr>
            <a:xfrm>
              <a:off x="5400381" y="2207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9" name="pt8979"/>
            <p:cNvSpPr/>
            <p:nvPr/>
          </p:nvSpPr>
          <p:spPr>
            <a:xfrm>
              <a:off x="5681515" y="15536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0" name="pt8980"/>
            <p:cNvSpPr/>
            <p:nvPr/>
          </p:nvSpPr>
          <p:spPr>
            <a:xfrm>
              <a:off x="4740994" y="25353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1" name="pt8981"/>
            <p:cNvSpPr/>
            <p:nvPr/>
          </p:nvSpPr>
          <p:spPr>
            <a:xfrm>
              <a:off x="5248779" y="19687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2" name="pt8982"/>
            <p:cNvSpPr/>
            <p:nvPr/>
          </p:nvSpPr>
          <p:spPr>
            <a:xfrm>
              <a:off x="5478860" y="17376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3" name="pt8983"/>
            <p:cNvSpPr/>
            <p:nvPr/>
          </p:nvSpPr>
          <p:spPr>
            <a:xfrm>
              <a:off x="5366075" y="21725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4" name="pt8984"/>
            <p:cNvSpPr/>
            <p:nvPr/>
          </p:nvSpPr>
          <p:spPr>
            <a:xfrm>
              <a:off x="5461287" y="22463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5" name="pt8985"/>
            <p:cNvSpPr/>
            <p:nvPr/>
          </p:nvSpPr>
          <p:spPr>
            <a:xfrm>
              <a:off x="5465335" y="20161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6" name="pt8986"/>
            <p:cNvSpPr/>
            <p:nvPr/>
          </p:nvSpPr>
          <p:spPr>
            <a:xfrm>
              <a:off x="5635571" y="19805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7" name="pt8987"/>
            <p:cNvSpPr/>
            <p:nvPr/>
          </p:nvSpPr>
          <p:spPr>
            <a:xfrm>
              <a:off x="5506744" y="2204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8" name="pt8988"/>
            <p:cNvSpPr/>
            <p:nvPr/>
          </p:nvSpPr>
          <p:spPr>
            <a:xfrm>
              <a:off x="5099991" y="23881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9" name="pt8989"/>
            <p:cNvSpPr/>
            <p:nvPr/>
          </p:nvSpPr>
          <p:spPr>
            <a:xfrm>
              <a:off x="5310511" y="20568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0" name="pt8990"/>
            <p:cNvSpPr/>
            <p:nvPr/>
          </p:nvSpPr>
          <p:spPr>
            <a:xfrm>
              <a:off x="5460420" y="21749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1" name="pt8991"/>
            <p:cNvSpPr/>
            <p:nvPr/>
          </p:nvSpPr>
          <p:spPr>
            <a:xfrm>
              <a:off x="5425989" y="21463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2" name="pt8992"/>
            <p:cNvSpPr/>
            <p:nvPr/>
          </p:nvSpPr>
          <p:spPr>
            <a:xfrm>
              <a:off x="5749092" y="18602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3" name="pt8993"/>
            <p:cNvSpPr/>
            <p:nvPr/>
          </p:nvSpPr>
          <p:spPr>
            <a:xfrm>
              <a:off x="5094195" y="25426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4" name="pt8994"/>
            <p:cNvSpPr/>
            <p:nvPr/>
          </p:nvSpPr>
          <p:spPr>
            <a:xfrm>
              <a:off x="5313474" y="21759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5" name="pt8995"/>
            <p:cNvSpPr/>
            <p:nvPr/>
          </p:nvSpPr>
          <p:spPr>
            <a:xfrm>
              <a:off x="5653240" y="20796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6" name="pt8996"/>
            <p:cNvSpPr/>
            <p:nvPr/>
          </p:nvSpPr>
          <p:spPr>
            <a:xfrm>
              <a:off x="5351306" y="22154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7" name="pt8997"/>
            <p:cNvSpPr/>
            <p:nvPr/>
          </p:nvSpPr>
          <p:spPr>
            <a:xfrm>
              <a:off x="5402156" y="22282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8" name="pt8998"/>
            <p:cNvSpPr/>
            <p:nvPr/>
          </p:nvSpPr>
          <p:spPr>
            <a:xfrm>
              <a:off x="5522952" y="22049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9" name="pt8999"/>
            <p:cNvSpPr/>
            <p:nvPr/>
          </p:nvSpPr>
          <p:spPr>
            <a:xfrm>
              <a:off x="5492536" y="18782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0" name="pt9000"/>
            <p:cNvSpPr/>
            <p:nvPr/>
          </p:nvSpPr>
          <p:spPr>
            <a:xfrm>
              <a:off x="5699203" y="19094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1" name="pt9001"/>
            <p:cNvSpPr/>
            <p:nvPr/>
          </p:nvSpPr>
          <p:spPr>
            <a:xfrm>
              <a:off x="5350772" y="22793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2" name="pt9002"/>
            <p:cNvSpPr/>
            <p:nvPr/>
          </p:nvSpPr>
          <p:spPr>
            <a:xfrm>
              <a:off x="5599856" y="20832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3" name="pt9003"/>
            <p:cNvSpPr/>
            <p:nvPr/>
          </p:nvSpPr>
          <p:spPr>
            <a:xfrm>
              <a:off x="5061909" y="21823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4" name="pt9004"/>
            <p:cNvSpPr/>
            <p:nvPr/>
          </p:nvSpPr>
          <p:spPr>
            <a:xfrm>
              <a:off x="5188196" y="21757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5" name="pt9005"/>
            <p:cNvSpPr/>
            <p:nvPr/>
          </p:nvSpPr>
          <p:spPr>
            <a:xfrm>
              <a:off x="5618416" y="19089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6" name="pt9006"/>
            <p:cNvSpPr/>
            <p:nvPr/>
          </p:nvSpPr>
          <p:spPr>
            <a:xfrm>
              <a:off x="5602664" y="21744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7" name="pt9007"/>
            <p:cNvSpPr/>
            <p:nvPr/>
          </p:nvSpPr>
          <p:spPr>
            <a:xfrm>
              <a:off x="5017191" y="25678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8" name="pt9008"/>
            <p:cNvSpPr/>
            <p:nvPr/>
          </p:nvSpPr>
          <p:spPr>
            <a:xfrm>
              <a:off x="5512314" y="21719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9" name="pt9009"/>
            <p:cNvSpPr/>
            <p:nvPr/>
          </p:nvSpPr>
          <p:spPr>
            <a:xfrm>
              <a:off x="6087714" y="19380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0" name="pt9010"/>
            <p:cNvSpPr/>
            <p:nvPr/>
          </p:nvSpPr>
          <p:spPr>
            <a:xfrm>
              <a:off x="5391665" y="21597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1" name="pt9011"/>
            <p:cNvSpPr/>
            <p:nvPr/>
          </p:nvSpPr>
          <p:spPr>
            <a:xfrm>
              <a:off x="5427414" y="22670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2" name="pt9012"/>
            <p:cNvSpPr/>
            <p:nvPr/>
          </p:nvSpPr>
          <p:spPr>
            <a:xfrm>
              <a:off x="5878547" y="16048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3" name="pt9013"/>
            <p:cNvSpPr/>
            <p:nvPr/>
          </p:nvSpPr>
          <p:spPr>
            <a:xfrm>
              <a:off x="5594592" y="19978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4" name="pt9014"/>
            <p:cNvSpPr/>
            <p:nvPr/>
          </p:nvSpPr>
          <p:spPr>
            <a:xfrm>
              <a:off x="5735339" y="18832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5" name="pt9015"/>
            <p:cNvSpPr/>
            <p:nvPr/>
          </p:nvSpPr>
          <p:spPr>
            <a:xfrm>
              <a:off x="6035474" y="1586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6" name="pt9016"/>
            <p:cNvSpPr/>
            <p:nvPr/>
          </p:nvSpPr>
          <p:spPr>
            <a:xfrm>
              <a:off x="5804719" y="1990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7" name="pt9017"/>
            <p:cNvSpPr/>
            <p:nvPr/>
          </p:nvSpPr>
          <p:spPr>
            <a:xfrm>
              <a:off x="5427979" y="2110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8" name="pt9018"/>
            <p:cNvSpPr/>
            <p:nvPr/>
          </p:nvSpPr>
          <p:spPr>
            <a:xfrm>
              <a:off x="5475048" y="20300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9" name="pt9019"/>
            <p:cNvSpPr/>
            <p:nvPr/>
          </p:nvSpPr>
          <p:spPr>
            <a:xfrm>
              <a:off x="5268852" y="20975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0" name="pt9020"/>
            <p:cNvSpPr/>
            <p:nvPr/>
          </p:nvSpPr>
          <p:spPr>
            <a:xfrm>
              <a:off x="5412855" y="22224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1" name="pt9021"/>
            <p:cNvSpPr/>
            <p:nvPr/>
          </p:nvSpPr>
          <p:spPr>
            <a:xfrm>
              <a:off x="5180826" y="25516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2" name="pt9022"/>
            <p:cNvSpPr/>
            <p:nvPr/>
          </p:nvSpPr>
          <p:spPr>
            <a:xfrm>
              <a:off x="5738493" y="19587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3" name="pt9023"/>
            <p:cNvSpPr/>
            <p:nvPr/>
          </p:nvSpPr>
          <p:spPr>
            <a:xfrm>
              <a:off x="5771915" y="19518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4" name="pt9024"/>
            <p:cNvSpPr/>
            <p:nvPr/>
          </p:nvSpPr>
          <p:spPr>
            <a:xfrm>
              <a:off x="5859335" y="1742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5" name="pt9025"/>
            <p:cNvSpPr/>
            <p:nvPr/>
          </p:nvSpPr>
          <p:spPr>
            <a:xfrm>
              <a:off x="5490287" y="21119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6" name="pt9026"/>
            <p:cNvSpPr/>
            <p:nvPr/>
          </p:nvSpPr>
          <p:spPr>
            <a:xfrm>
              <a:off x="5619060" y="18716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7" name="pt9027"/>
            <p:cNvSpPr/>
            <p:nvPr/>
          </p:nvSpPr>
          <p:spPr>
            <a:xfrm>
              <a:off x="5364437" y="21399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8" name="pt9028"/>
            <p:cNvSpPr/>
            <p:nvPr/>
          </p:nvSpPr>
          <p:spPr>
            <a:xfrm>
              <a:off x="5835259" y="18372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9" name="pt9029"/>
            <p:cNvSpPr/>
            <p:nvPr/>
          </p:nvSpPr>
          <p:spPr>
            <a:xfrm>
              <a:off x="5247298" y="18494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0" name="pt9030"/>
            <p:cNvSpPr/>
            <p:nvPr/>
          </p:nvSpPr>
          <p:spPr>
            <a:xfrm>
              <a:off x="5531178" y="23293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1" name="pt9031"/>
            <p:cNvSpPr/>
            <p:nvPr/>
          </p:nvSpPr>
          <p:spPr>
            <a:xfrm>
              <a:off x="5560809" y="22503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2" name="pt9032"/>
            <p:cNvSpPr/>
            <p:nvPr/>
          </p:nvSpPr>
          <p:spPr>
            <a:xfrm>
              <a:off x="5309450" y="21157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3" name="pt9033"/>
            <p:cNvSpPr/>
            <p:nvPr/>
          </p:nvSpPr>
          <p:spPr>
            <a:xfrm>
              <a:off x="5103715" y="19995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4" name="pt9034"/>
            <p:cNvSpPr/>
            <p:nvPr/>
          </p:nvSpPr>
          <p:spPr>
            <a:xfrm>
              <a:off x="5471334" y="19758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5" name="pt9035"/>
            <p:cNvSpPr/>
            <p:nvPr/>
          </p:nvSpPr>
          <p:spPr>
            <a:xfrm>
              <a:off x="5247587" y="18712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6" name="pt9036"/>
            <p:cNvSpPr/>
            <p:nvPr/>
          </p:nvSpPr>
          <p:spPr>
            <a:xfrm>
              <a:off x="4766484" y="25594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7" name="pt9037"/>
            <p:cNvSpPr/>
            <p:nvPr/>
          </p:nvSpPr>
          <p:spPr>
            <a:xfrm>
              <a:off x="5374148" y="22100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8" name="pt9038"/>
            <p:cNvSpPr/>
            <p:nvPr/>
          </p:nvSpPr>
          <p:spPr>
            <a:xfrm>
              <a:off x="5417191" y="20754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9" name="pt9039"/>
            <p:cNvSpPr/>
            <p:nvPr/>
          </p:nvSpPr>
          <p:spPr>
            <a:xfrm>
              <a:off x="5482618" y="21139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0" name="pt9040"/>
            <p:cNvSpPr/>
            <p:nvPr/>
          </p:nvSpPr>
          <p:spPr>
            <a:xfrm>
              <a:off x="5515215" y="22943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1" name="pt9041"/>
            <p:cNvSpPr/>
            <p:nvPr/>
          </p:nvSpPr>
          <p:spPr>
            <a:xfrm>
              <a:off x="5605250" y="21411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2" name="pt9042"/>
            <p:cNvSpPr/>
            <p:nvPr/>
          </p:nvSpPr>
          <p:spPr>
            <a:xfrm>
              <a:off x="5116272" y="25269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3" name="pt9043"/>
            <p:cNvSpPr/>
            <p:nvPr/>
          </p:nvSpPr>
          <p:spPr>
            <a:xfrm>
              <a:off x="5457372" y="21167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4" name="pt9044"/>
            <p:cNvSpPr/>
            <p:nvPr/>
          </p:nvSpPr>
          <p:spPr>
            <a:xfrm>
              <a:off x="5313588" y="21827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5" name="pt9045"/>
            <p:cNvSpPr/>
            <p:nvPr/>
          </p:nvSpPr>
          <p:spPr>
            <a:xfrm>
              <a:off x="5670084" y="18134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6" name="pt9046"/>
            <p:cNvSpPr/>
            <p:nvPr/>
          </p:nvSpPr>
          <p:spPr>
            <a:xfrm>
              <a:off x="5539937" y="20124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7" name="pt9047"/>
            <p:cNvSpPr/>
            <p:nvPr/>
          </p:nvSpPr>
          <p:spPr>
            <a:xfrm>
              <a:off x="5415841" y="20677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8" name="pt9048"/>
            <p:cNvSpPr/>
            <p:nvPr/>
          </p:nvSpPr>
          <p:spPr>
            <a:xfrm>
              <a:off x="5581271" y="22449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9" name="pt9049"/>
            <p:cNvSpPr/>
            <p:nvPr/>
          </p:nvSpPr>
          <p:spPr>
            <a:xfrm>
              <a:off x="5859303" y="19743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0" name="pt9050"/>
            <p:cNvSpPr/>
            <p:nvPr/>
          </p:nvSpPr>
          <p:spPr>
            <a:xfrm>
              <a:off x="4850106" y="21884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1" name="pt9051"/>
            <p:cNvSpPr/>
            <p:nvPr/>
          </p:nvSpPr>
          <p:spPr>
            <a:xfrm>
              <a:off x="4894562" y="29521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2" name="pt9052"/>
            <p:cNvSpPr/>
            <p:nvPr/>
          </p:nvSpPr>
          <p:spPr>
            <a:xfrm>
              <a:off x="4932073" y="21126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3" name="pt9053"/>
            <p:cNvSpPr/>
            <p:nvPr/>
          </p:nvSpPr>
          <p:spPr>
            <a:xfrm>
              <a:off x="5184136" y="23551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4" name="pt9054"/>
            <p:cNvSpPr/>
            <p:nvPr/>
          </p:nvSpPr>
          <p:spPr>
            <a:xfrm>
              <a:off x="5113888" y="22616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5" name="pt9055"/>
            <p:cNvSpPr/>
            <p:nvPr/>
          </p:nvSpPr>
          <p:spPr>
            <a:xfrm>
              <a:off x="5586444" y="22957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6" name="pt9056"/>
            <p:cNvSpPr/>
            <p:nvPr/>
          </p:nvSpPr>
          <p:spPr>
            <a:xfrm>
              <a:off x="5291717" y="21934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7" name="pt9057"/>
            <p:cNvSpPr/>
            <p:nvPr/>
          </p:nvSpPr>
          <p:spPr>
            <a:xfrm>
              <a:off x="5595605" y="19724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8" name="pt9058"/>
            <p:cNvSpPr/>
            <p:nvPr/>
          </p:nvSpPr>
          <p:spPr>
            <a:xfrm>
              <a:off x="5668889" y="19859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9" name="pt9059"/>
            <p:cNvSpPr/>
            <p:nvPr/>
          </p:nvSpPr>
          <p:spPr>
            <a:xfrm>
              <a:off x="5592894" y="18854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0" name="pt9060"/>
            <p:cNvSpPr/>
            <p:nvPr/>
          </p:nvSpPr>
          <p:spPr>
            <a:xfrm>
              <a:off x="5453004" y="20043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1" name="pt9061"/>
            <p:cNvSpPr/>
            <p:nvPr/>
          </p:nvSpPr>
          <p:spPr>
            <a:xfrm>
              <a:off x="5277622" y="22635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2" name="pt9062"/>
            <p:cNvSpPr/>
            <p:nvPr/>
          </p:nvSpPr>
          <p:spPr>
            <a:xfrm>
              <a:off x="5227398" y="21036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3" name="pt9063"/>
            <p:cNvSpPr/>
            <p:nvPr/>
          </p:nvSpPr>
          <p:spPr>
            <a:xfrm>
              <a:off x="5819565" y="19676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4" name="pt9064"/>
            <p:cNvSpPr/>
            <p:nvPr/>
          </p:nvSpPr>
          <p:spPr>
            <a:xfrm>
              <a:off x="5599371" y="19785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5" name="pt9065"/>
            <p:cNvSpPr/>
            <p:nvPr/>
          </p:nvSpPr>
          <p:spPr>
            <a:xfrm>
              <a:off x="5812856" y="19264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6" name="pt9066"/>
            <p:cNvSpPr/>
            <p:nvPr/>
          </p:nvSpPr>
          <p:spPr>
            <a:xfrm>
              <a:off x="5375691" y="22591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7" name="pt9067"/>
            <p:cNvSpPr/>
            <p:nvPr/>
          </p:nvSpPr>
          <p:spPr>
            <a:xfrm>
              <a:off x="5044807" y="21718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8" name="pt9068"/>
            <p:cNvSpPr/>
            <p:nvPr/>
          </p:nvSpPr>
          <p:spPr>
            <a:xfrm>
              <a:off x="5662259" y="20740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9" name="pt9069"/>
            <p:cNvSpPr/>
            <p:nvPr/>
          </p:nvSpPr>
          <p:spPr>
            <a:xfrm>
              <a:off x="5149454" y="25819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0" name="pt9070"/>
            <p:cNvSpPr/>
            <p:nvPr/>
          </p:nvSpPr>
          <p:spPr>
            <a:xfrm>
              <a:off x="5432251" y="22280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1" name="pt9071"/>
            <p:cNvSpPr/>
            <p:nvPr/>
          </p:nvSpPr>
          <p:spPr>
            <a:xfrm>
              <a:off x="5360542" y="22938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2" name="pt9072"/>
            <p:cNvSpPr/>
            <p:nvPr/>
          </p:nvSpPr>
          <p:spPr>
            <a:xfrm>
              <a:off x="5041381" y="21091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3" name="pt9073"/>
            <p:cNvSpPr/>
            <p:nvPr/>
          </p:nvSpPr>
          <p:spPr>
            <a:xfrm>
              <a:off x="5663883" y="20426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4" name="pt9074"/>
            <p:cNvSpPr/>
            <p:nvPr/>
          </p:nvSpPr>
          <p:spPr>
            <a:xfrm>
              <a:off x="5353411" y="22277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5" name="pt9075"/>
            <p:cNvSpPr/>
            <p:nvPr/>
          </p:nvSpPr>
          <p:spPr>
            <a:xfrm>
              <a:off x="5380707" y="22001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6" name="pt9076"/>
            <p:cNvSpPr/>
            <p:nvPr/>
          </p:nvSpPr>
          <p:spPr>
            <a:xfrm>
              <a:off x="5568305" y="22004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7" name="pt9077"/>
            <p:cNvSpPr/>
            <p:nvPr/>
          </p:nvSpPr>
          <p:spPr>
            <a:xfrm>
              <a:off x="5766965" y="20536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8" name="pt9078"/>
            <p:cNvSpPr/>
            <p:nvPr/>
          </p:nvSpPr>
          <p:spPr>
            <a:xfrm>
              <a:off x="5674806" y="18939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9" name="pt9079"/>
            <p:cNvSpPr/>
            <p:nvPr/>
          </p:nvSpPr>
          <p:spPr>
            <a:xfrm>
              <a:off x="5441286" y="22229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0" name="pt9080"/>
            <p:cNvSpPr/>
            <p:nvPr/>
          </p:nvSpPr>
          <p:spPr>
            <a:xfrm>
              <a:off x="5282606" y="22703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1" name="pt9081"/>
            <p:cNvSpPr/>
            <p:nvPr/>
          </p:nvSpPr>
          <p:spPr>
            <a:xfrm>
              <a:off x="5528837" y="22511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2" name="pt9082"/>
            <p:cNvSpPr/>
            <p:nvPr/>
          </p:nvSpPr>
          <p:spPr>
            <a:xfrm>
              <a:off x="5275481" y="21476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3" name="pt9083"/>
            <p:cNvSpPr/>
            <p:nvPr/>
          </p:nvSpPr>
          <p:spPr>
            <a:xfrm>
              <a:off x="5868759" y="17283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4" name="pt9084"/>
            <p:cNvSpPr/>
            <p:nvPr/>
          </p:nvSpPr>
          <p:spPr>
            <a:xfrm>
              <a:off x="5232719" y="21652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5" name="pt9085"/>
            <p:cNvSpPr/>
            <p:nvPr/>
          </p:nvSpPr>
          <p:spPr>
            <a:xfrm>
              <a:off x="5399658" y="21700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6" name="pt9086"/>
            <p:cNvSpPr/>
            <p:nvPr/>
          </p:nvSpPr>
          <p:spPr>
            <a:xfrm>
              <a:off x="5419096" y="2245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7" name="pt9087"/>
            <p:cNvSpPr/>
            <p:nvPr/>
          </p:nvSpPr>
          <p:spPr>
            <a:xfrm>
              <a:off x="5643617" y="19595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8" name="pt9088"/>
            <p:cNvSpPr/>
            <p:nvPr/>
          </p:nvSpPr>
          <p:spPr>
            <a:xfrm>
              <a:off x="4956860" y="21717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9" name="pt9089"/>
            <p:cNvSpPr/>
            <p:nvPr/>
          </p:nvSpPr>
          <p:spPr>
            <a:xfrm>
              <a:off x="5309446" y="21724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0" name="pt9090"/>
            <p:cNvSpPr/>
            <p:nvPr/>
          </p:nvSpPr>
          <p:spPr>
            <a:xfrm>
              <a:off x="5426368" y="22124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1" name="pt9091"/>
            <p:cNvSpPr/>
            <p:nvPr/>
          </p:nvSpPr>
          <p:spPr>
            <a:xfrm>
              <a:off x="5160747" y="26835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2" name="pt9092"/>
            <p:cNvSpPr/>
            <p:nvPr/>
          </p:nvSpPr>
          <p:spPr>
            <a:xfrm>
              <a:off x="5214886" y="21693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3" name="pt9093"/>
            <p:cNvSpPr/>
            <p:nvPr/>
          </p:nvSpPr>
          <p:spPr>
            <a:xfrm>
              <a:off x="5546010" y="20666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4" name="pt9094"/>
            <p:cNvSpPr/>
            <p:nvPr/>
          </p:nvSpPr>
          <p:spPr>
            <a:xfrm>
              <a:off x="5588596" y="22712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5" name="pt9095"/>
            <p:cNvSpPr/>
            <p:nvPr/>
          </p:nvSpPr>
          <p:spPr>
            <a:xfrm>
              <a:off x="5704540" y="18866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6" name="pt9096"/>
            <p:cNvSpPr/>
            <p:nvPr/>
          </p:nvSpPr>
          <p:spPr>
            <a:xfrm>
              <a:off x="5510130" y="22107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7" name="pt9097"/>
            <p:cNvSpPr/>
            <p:nvPr/>
          </p:nvSpPr>
          <p:spPr>
            <a:xfrm>
              <a:off x="5631828" y="21251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8" name="pt9098"/>
            <p:cNvSpPr/>
            <p:nvPr/>
          </p:nvSpPr>
          <p:spPr>
            <a:xfrm>
              <a:off x="5193700" y="23036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9" name="pt9099"/>
            <p:cNvSpPr/>
            <p:nvPr/>
          </p:nvSpPr>
          <p:spPr>
            <a:xfrm>
              <a:off x="5599414" y="19452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0" name="pt9100"/>
            <p:cNvSpPr/>
            <p:nvPr/>
          </p:nvSpPr>
          <p:spPr>
            <a:xfrm>
              <a:off x="5393364" y="21425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1" name="pt9101"/>
            <p:cNvSpPr/>
            <p:nvPr/>
          </p:nvSpPr>
          <p:spPr>
            <a:xfrm>
              <a:off x="5458733" y="20437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2" name="pt9102"/>
            <p:cNvSpPr/>
            <p:nvPr/>
          </p:nvSpPr>
          <p:spPr>
            <a:xfrm>
              <a:off x="5492569" y="19894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3" name="pt9103"/>
            <p:cNvSpPr/>
            <p:nvPr/>
          </p:nvSpPr>
          <p:spPr>
            <a:xfrm>
              <a:off x="5585247" y="22610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4" name="pt9104"/>
            <p:cNvSpPr/>
            <p:nvPr/>
          </p:nvSpPr>
          <p:spPr>
            <a:xfrm>
              <a:off x="5206370" y="21657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5" name="pt9105"/>
            <p:cNvSpPr/>
            <p:nvPr/>
          </p:nvSpPr>
          <p:spPr>
            <a:xfrm>
              <a:off x="5526142" y="22023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6" name="pt9106"/>
            <p:cNvSpPr/>
            <p:nvPr/>
          </p:nvSpPr>
          <p:spPr>
            <a:xfrm>
              <a:off x="5386888" y="21741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7" name="pt9107"/>
            <p:cNvSpPr/>
            <p:nvPr/>
          </p:nvSpPr>
          <p:spPr>
            <a:xfrm>
              <a:off x="5227098" y="22333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8" name="pt9108"/>
            <p:cNvSpPr/>
            <p:nvPr/>
          </p:nvSpPr>
          <p:spPr>
            <a:xfrm>
              <a:off x="5291863" y="20977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9" name="pt9109"/>
            <p:cNvSpPr/>
            <p:nvPr/>
          </p:nvSpPr>
          <p:spPr>
            <a:xfrm>
              <a:off x="5550531" y="22048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0" name="pt9110"/>
            <p:cNvSpPr/>
            <p:nvPr/>
          </p:nvSpPr>
          <p:spPr>
            <a:xfrm>
              <a:off x="5069427" y="26548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1" name="pt9111"/>
            <p:cNvSpPr/>
            <p:nvPr/>
          </p:nvSpPr>
          <p:spPr>
            <a:xfrm>
              <a:off x="5453283" y="21229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2" name="pt9112"/>
            <p:cNvSpPr/>
            <p:nvPr/>
          </p:nvSpPr>
          <p:spPr>
            <a:xfrm>
              <a:off x="5784423" y="18234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3" name="pt9113"/>
            <p:cNvSpPr/>
            <p:nvPr/>
          </p:nvSpPr>
          <p:spPr>
            <a:xfrm>
              <a:off x="5536447" y="20973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4" name="pt9114"/>
            <p:cNvSpPr/>
            <p:nvPr/>
          </p:nvSpPr>
          <p:spPr>
            <a:xfrm>
              <a:off x="5299130" y="21777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5" name="pt9115"/>
            <p:cNvSpPr/>
            <p:nvPr/>
          </p:nvSpPr>
          <p:spPr>
            <a:xfrm>
              <a:off x="5377529" y="22034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6" name="pt9116"/>
            <p:cNvSpPr/>
            <p:nvPr/>
          </p:nvSpPr>
          <p:spPr>
            <a:xfrm>
              <a:off x="5339747" y="22332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7" name="pt9117"/>
            <p:cNvSpPr/>
            <p:nvPr/>
          </p:nvSpPr>
          <p:spPr>
            <a:xfrm>
              <a:off x="5389756" y="21290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8" name="pt9118"/>
            <p:cNvSpPr/>
            <p:nvPr/>
          </p:nvSpPr>
          <p:spPr>
            <a:xfrm>
              <a:off x="5102980" y="20895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9" name="pt9119"/>
            <p:cNvSpPr/>
            <p:nvPr/>
          </p:nvSpPr>
          <p:spPr>
            <a:xfrm>
              <a:off x="5488085" y="21765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0" name="pt9120"/>
            <p:cNvSpPr/>
            <p:nvPr/>
          </p:nvSpPr>
          <p:spPr>
            <a:xfrm>
              <a:off x="5480429" y="20934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1" name="pt9121"/>
            <p:cNvSpPr/>
            <p:nvPr/>
          </p:nvSpPr>
          <p:spPr>
            <a:xfrm>
              <a:off x="5617666" y="20705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2" name="pt9122"/>
            <p:cNvSpPr/>
            <p:nvPr/>
          </p:nvSpPr>
          <p:spPr>
            <a:xfrm>
              <a:off x="5526180" y="20960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3" name="pt9123"/>
            <p:cNvSpPr/>
            <p:nvPr/>
          </p:nvSpPr>
          <p:spPr>
            <a:xfrm>
              <a:off x="5558537" y="23023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4" name="pt9124"/>
            <p:cNvSpPr/>
            <p:nvPr/>
          </p:nvSpPr>
          <p:spPr>
            <a:xfrm>
              <a:off x="5449911" y="23126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5" name="pt9125"/>
            <p:cNvSpPr/>
            <p:nvPr/>
          </p:nvSpPr>
          <p:spPr>
            <a:xfrm>
              <a:off x="5252506" y="19065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6" name="pt9126"/>
            <p:cNvSpPr/>
            <p:nvPr/>
          </p:nvSpPr>
          <p:spPr>
            <a:xfrm>
              <a:off x="5812202" y="19969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7" name="pt9127"/>
            <p:cNvSpPr/>
            <p:nvPr/>
          </p:nvSpPr>
          <p:spPr>
            <a:xfrm>
              <a:off x="5415413" y="23029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8" name="pt9128"/>
            <p:cNvSpPr/>
            <p:nvPr/>
          </p:nvSpPr>
          <p:spPr>
            <a:xfrm>
              <a:off x="5259869" y="22260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9" name="pt9129"/>
            <p:cNvSpPr/>
            <p:nvPr/>
          </p:nvSpPr>
          <p:spPr>
            <a:xfrm>
              <a:off x="5295182" y="21554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0" name="pt9130"/>
            <p:cNvSpPr/>
            <p:nvPr/>
          </p:nvSpPr>
          <p:spPr>
            <a:xfrm>
              <a:off x="5275456" y="22223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1" name="pt9131"/>
            <p:cNvSpPr/>
            <p:nvPr/>
          </p:nvSpPr>
          <p:spPr>
            <a:xfrm>
              <a:off x="5619013" y="19000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2" name="pt9132"/>
            <p:cNvSpPr/>
            <p:nvPr/>
          </p:nvSpPr>
          <p:spPr>
            <a:xfrm>
              <a:off x="5569454" y="21901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3" name="pt9133"/>
            <p:cNvSpPr/>
            <p:nvPr/>
          </p:nvSpPr>
          <p:spPr>
            <a:xfrm>
              <a:off x="5794518" y="19702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4" name="pt9134"/>
            <p:cNvSpPr/>
            <p:nvPr/>
          </p:nvSpPr>
          <p:spPr>
            <a:xfrm>
              <a:off x="5528241" y="20590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5" name="pt9135"/>
            <p:cNvSpPr/>
            <p:nvPr/>
          </p:nvSpPr>
          <p:spPr>
            <a:xfrm>
              <a:off x="5568945" y="21706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6" name="pt9136"/>
            <p:cNvSpPr/>
            <p:nvPr/>
          </p:nvSpPr>
          <p:spPr>
            <a:xfrm>
              <a:off x="5341585" y="21922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7" name="pt9137"/>
            <p:cNvSpPr/>
            <p:nvPr/>
          </p:nvSpPr>
          <p:spPr>
            <a:xfrm>
              <a:off x="5367690" y="2199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8" name="pt9138"/>
            <p:cNvSpPr/>
            <p:nvPr/>
          </p:nvSpPr>
          <p:spPr>
            <a:xfrm>
              <a:off x="5281881" y="22576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9" name="pt9139"/>
            <p:cNvSpPr/>
            <p:nvPr/>
          </p:nvSpPr>
          <p:spPr>
            <a:xfrm>
              <a:off x="5378002" y="21690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0" name="pt9140"/>
            <p:cNvSpPr/>
            <p:nvPr/>
          </p:nvSpPr>
          <p:spPr>
            <a:xfrm>
              <a:off x="5683179" y="17245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1" name="pt9141"/>
            <p:cNvSpPr/>
            <p:nvPr/>
          </p:nvSpPr>
          <p:spPr>
            <a:xfrm>
              <a:off x="5392876" y="22272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2" name="pt9142"/>
            <p:cNvSpPr/>
            <p:nvPr/>
          </p:nvSpPr>
          <p:spPr>
            <a:xfrm>
              <a:off x="5531098" y="22863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3" name="pt9143"/>
            <p:cNvSpPr/>
            <p:nvPr/>
          </p:nvSpPr>
          <p:spPr>
            <a:xfrm>
              <a:off x="5462665" y="22120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4" name="pt9144"/>
            <p:cNvSpPr/>
            <p:nvPr/>
          </p:nvSpPr>
          <p:spPr>
            <a:xfrm>
              <a:off x="5538673" y="21919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5" name="pt9145"/>
            <p:cNvSpPr/>
            <p:nvPr/>
          </p:nvSpPr>
          <p:spPr>
            <a:xfrm>
              <a:off x="5437138" y="21066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6" name="pt9146"/>
            <p:cNvSpPr/>
            <p:nvPr/>
          </p:nvSpPr>
          <p:spPr>
            <a:xfrm>
              <a:off x="5478350" y="19130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7" name="pt9147"/>
            <p:cNvSpPr/>
            <p:nvPr/>
          </p:nvSpPr>
          <p:spPr>
            <a:xfrm>
              <a:off x="5473078" y="20498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8" name="pt9148"/>
            <p:cNvSpPr/>
            <p:nvPr/>
          </p:nvSpPr>
          <p:spPr>
            <a:xfrm>
              <a:off x="5654419" y="20936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9" name="pt9149"/>
            <p:cNvSpPr/>
            <p:nvPr/>
          </p:nvSpPr>
          <p:spPr>
            <a:xfrm>
              <a:off x="5436392" y="22378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0" name="pt9150"/>
            <p:cNvSpPr/>
            <p:nvPr/>
          </p:nvSpPr>
          <p:spPr>
            <a:xfrm>
              <a:off x="5204956" y="21402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1" name="pt9151"/>
            <p:cNvSpPr/>
            <p:nvPr/>
          </p:nvSpPr>
          <p:spPr>
            <a:xfrm>
              <a:off x="5508732" y="21974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2" name="pt9152"/>
            <p:cNvSpPr/>
            <p:nvPr/>
          </p:nvSpPr>
          <p:spPr>
            <a:xfrm>
              <a:off x="5600415" y="20059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3" name="pt9153"/>
            <p:cNvSpPr/>
            <p:nvPr/>
          </p:nvSpPr>
          <p:spPr>
            <a:xfrm>
              <a:off x="5683363" y="16115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4" name="pt9154"/>
            <p:cNvSpPr/>
            <p:nvPr/>
          </p:nvSpPr>
          <p:spPr>
            <a:xfrm>
              <a:off x="5398745" y="21306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5" name="pt9155"/>
            <p:cNvSpPr/>
            <p:nvPr/>
          </p:nvSpPr>
          <p:spPr>
            <a:xfrm>
              <a:off x="5409473" y="22197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6" name="pt9156"/>
            <p:cNvSpPr/>
            <p:nvPr/>
          </p:nvSpPr>
          <p:spPr>
            <a:xfrm>
              <a:off x="5615529" y="21346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7" name="pt9157"/>
            <p:cNvSpPr/>
            <p:nvPr/>
          </p:nvSpPr>
          <p:spPr>
            <a:xfrm>
              <a:off x="5319755" y="21718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8" name="pt9158"/>
            <p:cNvSpPr/>
            <p:nvPr/>
          </p:nvSpPr>
          <p:spPr>
            <a:xfrm>
              <a:off x="5449631" y="22793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9" name="pt9159"/>
            <p:cNvSpPr/>
            <p:nvPr/>
          </p:nvSpPr>
          <p:spPr>
            <a:xfrm>
              <a:off x="5139434" y="26737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0" name="pt9160"/>
            <p:cNvSpPr/>
            <p:nvPr/>
          </p:nvSpPr>
          <p:spPr>
            <a:xfrm>
              <a:off x="5480165" y="18912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1" name="pt9161"/>
            <p:cNvSpPr/>
            <p:nvPr/>
          </p:nvSpPr>
          <p:spPr>
            <a:xfrm>
              <a:off x="5835908" y="16733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2" name="pt9162"/>
            <p:cNvSpPr/>
            <p:nvPr/>
          </p:nvSpPr>
          <p:spPr>
            <a:xfrm>
              <a:off x="5630784" y="21494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3" name="pt9163"/>
            <p:cNvSpPr/>
            <p:nvPr/>
          </p:nvSpPr>
          <p:spPr>
            <a:xfrm>
              <a:off x="5798814" y="20200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4" name="pt9164"/>
            <p:cNvSpPr/>
            <p:nvPr/>
          </p:nvSpPr>
          <p:spPr>
            <a:xfrm>
              <a:off x="5342104" y="21341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5" name="pt9165"/>
            <p:cNvSpPr/>
            <p:nvPr/>
          </p:nvSpPr>
          <p:spPr>
            <a:xfrm>
              <a:off x="5375588" y="22195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6" name="pt9166"/>
            <p:cNvSpPr/>
            <p:nvPr/>
          </p:nvSpPr>
          <p:spPr>
            <a:xfrm>
              <a:off x="5102962" y="21349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7" name="pt9167"/>
            <p:cNvSpPr/>
            <p:nvPr/>
          </p:nvSpPr>
          <p:spPr>
            <a:xfrm>
              <a:off x="5407881" y="22738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8" name="pt9168"/>
            <p:cNvSpPr/>
            <p:nvPr/>
          </p:nvSpPr>
          <p:spPr>
            <a:xfrm>
              <a:off x="5256233" y="20443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9" name="pt9169"/>
            <p:cNvSpPr/>
            <p:nvPr/>
          </p:nvSpPr>
          <p:spPr>
            <a:xfrm>
              <a:off x="5333546" y="23135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0" name="pt9170"/>
            <p:cNvSpPr/>
            <p:nvPr/>
          </p:nvSpPr>
          <p:spPr>
            <a:xfrm>
              <a:off x="5677156" y="18746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1" name="pt9171"/>
            <p:cNvSpPr/>
            <p:nvPr/>
          </p:nvSpPr>
          <p:spPr>
            <a:xfrm>
              <a:off x="5589795" y="20404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2" name="pt9172"/>
            <p:cNvSpPr/>
            <p:nvPr/>
          </p:nvSpPr>
          <p:spPr>
            <a:xfrm>
              <a:off x="5457548" y="20246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3" name="pt9173"/>
            <p:cNvSpPr/>
            <p:nvPr/>
          </p:nvSpPr>
          <p:spPr>
            <a:xfrm>
              <a:off x="5411156" y="22427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4" name="pt9174"/>
            <p:cNvSpPr/>
            <p:nvPr/>
          </p:nvSpPr>
          <p:spPr>
            <a:xfrm>
              <a:off x="5352862" y="20461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5" name="pt9175"/>
            <p:cNvSpPr/>
            <p:nvPr/>
          </p:nvSpPr>
          <p:spPr>
            <a:xfrm>
              <a:off x="5377590" y="22645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6" name="pt9176"/>
            <p:cNvSpPr/>
            <p:nvPr/>
          </p:nvSpPr>
          <p:spPr>
            <a:xfrm>
              <a:off x="5504088" y="22361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7" name="pt9177"/>
            <p:cNvSpPr/>
            <p:nvPr/>
          </p:nvSpPr>
          <p:spPr>
            <a:xfrm>
              <a:off x="5456017" y="21817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8" name="pt9178"/>
            <p:cNvSpPr/>
            <p:nvPr/>
          </p:nvSpPr>
          <p:spPr>
            <a:xfrm>
              <a:off x="5449504" y="22976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9" name="pt9179"/>
            <p:cNvSpPr/>
            <p:nvPr/>
          </p:nvSpPr>
          <p:spPr>
            <a:xfrm>
              <a:off x="5543085" y="20482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0" name="pt9180"/>
            <p:cNvSpPr/>
            <p:nvPr/>
          </p:nvSpPr>
          <p:spPr>
            <a:xfrm>
              <a:off x="5112378" y="21295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1" name="pt9181"/>
            <p:cNvSpPr/>
            <p:nvPr/>
          </p:nvSpPr>
          <p:spPr>
            <a:xfrm>
              <a:off x="5540561" y="21521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2" name="pt9182"/>
            <p:cNvSpPr/>
            <p:nvPr/>
          </p:nvSpPr>
          <p:spPr>
            <a:xfrm>
              <a:off x="5199516" y="22733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3" name="pt9183"/>
            <p:cNvSpPr/>
            <p:nvPr/>
          </p:nvSpPr>
          <p:spPr>
            <a:xfrm>
              <a:off x="5825809" y="18658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4" name="pt9184"/>
            <p:cNvSpPr/>
            <p:nvPr/>
          </p:nvSpPr>
          <p:spPr>
            <a:xfrm>
              <a:off x="5541887" y="21188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5" name="pt9185"/>
            <p:cNvSpPr/>
            <p:nvPr/>
          </p:nvSpPr>
          <p:spPr>
            <a:xfrm>
              <a:off x="5721291" y="19929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6" name="pt9186"/>
            <p:cNvSpPr/>
            <p:nvPr/>
          </p:nvSpPr>
          <p:spPr>
            <a:xfrm>
              <a:off x="5619299" y="20151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7" name="pt9187"/>
            <p:cNvSpPr/>
            <p:nvPr/>
          </p:nvSpPr>
          <p:spPr>
            <a:xfrm>
              <a:off x="5744528" y="17673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8" name="pt9188"/>
            <p:cNvSpPr/>
            <p:nvPr/>
          </p:nvSpPr>
          <p:spPr>
            <a:xfrm>
              <a:off x="5212311" y="23588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9" name="pt9189"/>
            <p:cNvSpPr/>
            <p:nvPr/>
          </p:nvSpPr>
          <p:spPr>
            <a:xfrm>
              <a:off x="5583147" y="22261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0" name="pt9190"/>
            <p:cNvSpPr/>
            <p:nvPr/>
          </p:nvSpPr>
          <p:spPr>
            <a:xfrm>
              <a:off x="5533272" y="21293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1" name="pt9191"/>
            <p:cNvSpPr/>
            <p:nvPr/>
          </p:nvSpPr>
          <p:spPr>
            <a:xfrm>
              <a:off x="5670609" y="17980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2" name="pt9192"/>
            <p:cNvSpPr/>
            <p:nvPr/>
          </p:nvSpPr>
          <p:spPr>
            <a:xfrm>
              <a:off x="5390059" y="2148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3" name="pt9193"/>
            <p:cNvSpPr/>
            <p:nvPr/>
          </p:nvSpPr>
          <p:spPr>
            <a:xfrm>
              <a:off x="5184002" y="25545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4" name="pt9194"/>
            <p:cNvSpPr/>
            <p:nvPr/>
          </p:nvSpPr>
          <p:spPr>
            <a:xfrm>
              <a:off x="5585713" y="22372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5" name="pt9195"/>
            <p:cNvSpPr/>
            <p:nvPr/>
          </p:nvSpPr>
          <p:spPr>
            <a:xfrm>
              <a:off x="5256758" y="20376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6" name="pt9196"/>
            <p:cNvSpPr/>
            <p:nvPr/>
          </p:nvSpPr>
          <p:spPr>
            <a:xfrm>
              <a:off x="6005547" y="20822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7" name="pt9197"/>
            <p:cNvSpPr/>
            <p:nvPr/>
          </p:nvSpPr>
          <p:spPr>
            <a:xfrm>
              <a:off x="5732178" y="18262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8" name="pt9198"/>
            <p:cNvSpPr/>
            <p:nvPr/>
          </p:nvSpPr>
          <p:spPr>
            <a:xfrm>
              <a:off x="5421418" y="22286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9" name="pt9199"/>
            <p:cNvSpPr/>
            <p:nvPr/>
          </p:nvSpPr>
          <p:spPr>
            <a:xfrm>
              <a:off x="5462906" y="21583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0" name="pt9200"/>
            <p:cNvSpPr/>
            <p:nvPr/>
          </p:nvSpPr>
          <p:spPr>
            <a:xfrm>
              <a:off x="5527894" y="20280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1" name="pt9201"/>
            <p:cNvSpPr/>
            <p:nvPr/>
          </p:nvSpPr>
          <p:spPr>
            <a:xfrm>
              <a:off x="5682178" y="16777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2" name="pt9202"/>
            <p:cNvSpPr/>
            <p:nvPr/>
          </p:nvSpPr>
          <p:spPr>
            <a:xfrm>
              <a:off x="5485222" y="20510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3" name="pt9203"/>
            <p:cNvSpPr/>
            <p:nvPr/>
          </p:nvSpPr>
          <p:spPr>
            <a:xfrm>
              <a:off x="6019810" y="21810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4" name="pt9204"/>
            <p:cNvSpPr/>
            <p:nvPr/>
          </p:nvSpPr>
          <p:spPr>
            <a:xfrm>
              <a:off x="5301880" y="22397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5" name="pt9205"/>
            <p:cNvSpPr/>
            <p:nvPr/>
          </p:nvSpPr>
          <p:spPr>
            <a:xfrm>
              <a:off x="5193061" y="23862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6" name="pt9206"/>
            <p:cNvSpPr/>
            <p:nvPr/>
          </p:nvSpPr>
          <p:spPr>
            <a:xfrm>
              <a:off x="5396692" y="21641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7" name="pt9207"/>
            <p:cNvSpPr/>
            <p:nvPr/>
          </p:nvSpPr>
          <p:spPr>
            <a:xfrm>
              <a:off x="5784885" y="19194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8" name="pt9208"/>
            <p:cNvSpPr/>
            <p:nvPr/>
          </p:nvSpPr>
          <p:spPr>
            <a:xfrm>
              <a:off x="5353204" y="22139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9" name="pt9209"/>
            <p:cNvSpPr/>
            <p:nvPr/>
          </p:nvSpPr>
          <p:spPr>
            <a:xfrm>
              <a:off x="5220961" y="22709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0" name="pt9210"/>
            <p:cNvSpPr/>
            <p:nvPr/>
          </p:nvSpPr>
          <p:spPr>
            <a:xfrm>
              <a:off x="5604535" y="19371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1" name="pt9211"/>
            <p:cNvSpPr/>
            <p:nvPr/>
          </p:nvSpPr>
          <p:spPr>
            <a:xfrm>
              <a:off x="5330853" y="21842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2" name="pt9212"/>
            <p:cNvSpPr/>
            <p:nvPr/>
          </p:nvSpPr>
          <p:spPr>
            <a:xfrm>
              <a:off x="5361479" y="22638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3" name="pt9213"/>
            <p:cNvSpPr/>
            <p:nvPr/>
          </p:nvSpPr>
          <p:spPr>
            <a:xfrm>
              <a:off x="5591250" y="19394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4" name="pt9214"/>
            <p:cNvSpPr/>
            <p:nvPr/>
          </p:nvSpPr>
          <p:spPr>
            <a:xfrm>
              <a:off x="5448600" y="23642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5" name="pt9215"/>
            <p:cNvSpPr/>
            <p:nvPr/>
          </p:nvSpPr>
          <p:spPr>
            <a:xfrm>
              <a:off x="5095358" y="25177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6" name="pt9216"/>
            <p:cNvSpPr/>
            <p:nvPr/>
          </p:nvSpPr>
          <p:spPr>
            <a:xfrm>
              <a:off x="5348387" y="2020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7" name="pt9217"/>
            <p:cNvSpPr/>
            <p:nvPr/>
          </p:nvSpPr>
          <p:spPr>
            <a:xfrm>
              <a:off x="5158016" y="26110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8" name="pt9218"/>
            <p:cNvSpPr/>
            <p:nvPr/>
          </p:nvSpPr>
          <p:spPr>
            <a:xfrm>
              <a:off x="5882933" y="18203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9" name="pt9219"/>
            <p:cNvSpPr/>
            <p:nvPr/>
          </p:nvSpPr>
          <p:spPr>
            <a:xfrm>
              <a:off x="5592235" y="19816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0" name="pt9220"/>
            <p:cNvSpPr/>
            <p:nvPr/>
          </p:nvSpPr>
          <p:spPr>
            <a:xfrm>
              <a:off x="5929078" y="14497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1" name="pt9221"/>
            <p:cNvSpPr/>
            <p:nvPr/>
          </p:nvSpPr>
          <p:spPr>
            <a:xfrm>
              <a:off x="5470492" y="19794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2" name="pt9222"/>
            <p:cNvSpPr/>
            <p:nvPr/>
          </p:nvSpPr>
          <p:spPr>
            <a:xfrm>
              <a:off x="5100161" y="25179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3" name="pt9223"/>
            <p:cNvSpPr/>
            <p:nvPr/>
          </p:nvSpPr>
          <p:spPr>
            <a:xfrm>
              <a:off x="5212292" y="22857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4" name="pt9224"/>
            <p:cNvSpPr/>
            <p:nvPr/>
          </p:nvSpPr>
          <p:spPr>
            <a:xfrm>
              <a:off x="5154341" y="27142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5" name="pt9225"/>
            <p:cNvSpPr/>
            <p:nvPr/>
          </p:nvSpPr>
          <p:spPr>
            <a:xfrm>
              <a:off x="5195351" y="23849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6" name="pt9226"/>
            <p:cNvSpPr/>
            <p:nvPr/>
          </p:nvSpPr>
          <p:spPr>
            <a:xfrm>
              <a:off x="5863047" y="19776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7" name="pt9227"/>
            <p:cNvSpPr/>
            <p:nvPr/>
          </p:nvSpPr>
          <p:spPr>
            <a:xfrm>
              <a:off x="4993165" y="25808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8" name="pt9228"/>
            <p:cNvSpPr/>
            <p:nvPr/>
          </p:nvSpPr>
          <p:spPr>
            <a:xfrm>
              <a:off x="5628749" y="21042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9" name="pt9229"/>
            <p:cNvSpPr/>
            <p:nvPr/>
          </p:nvSpPr>
          <p:spPr>
            <a:xfrm>
              <a:off x="5321324" y="22028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0" name="pt9230"/>
            <p:cNvSpPr/>
            <p:nvPr/>
          </p:nvSpPr>
          <p:spPr>
            <a:xfrm>
              <a:off x="5168797" y="27525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1" name="pt9231"/>
            <p:cNvSpPr/>
            <p:nvPr/>
          </p:nvSpPr>
          <p:spPr>
            <a:xfrm>
              <a:off x="6050960" y="1628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2" name="pt9232"/>
            <p:cNvSpPr/>
            <p:nvPr/>
          </p:nvSpPr>
          <p:spPr>
            <a:xfrm>
              <a:off x="5265316" y="22507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3" name="pt9233"/>
            <p:cNvSpPr/>
            <p:nvPr/>
          </p:nvSpPr>
          <p:spPr>
            <a:xfrm>
              <a:off x="5521265" y="21539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4" name="pt9234"/>
            <p:cNvSpPr/>
            <p:nvPr/>
          </p:nvSpPr>
          <p:spPr>
            <a:xfrm>
              <a:off x="5597164" y="21615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5" name="pt9235"/>
            <p:cNvSpPr/>
            <p:nvPr/>
          </p:nvSpPr>
          <p:spPr>
            <a:xfrm>
              <a:off x="5170640" y="26178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6" name="pt9236"/>
            <p:cNvSpPr/>
            <p:nvPr/>
          </p:nvSpPr>
          <p:spPr>
            <a:xfrm>
              <a:off x="5654651" y="20056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7" name="pt9237"/>
            <p:cNvSpPr/>
            <p:nvPr/>
          </p:nvSpPr>
          <p:spPr>
            <a:xfrm>
              <a:off x="5379280" y="21964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8" name="pt9238"/>
            <p:cNvSpPr/>
            <p:nvPr/>
          </p:nvSpPr>
          <p:spPr>
            <a:xfrm>
              <a:off x="5354289" y="21845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9" name="pt9239"/>
            <p:cNvSpPr/>
            <p:nvPr/>
          </p:nvSpPr>
          <p:spPr>
            <a:xfrm>
              <a:off x="5093297" y="25510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0" name="pt9240"/>
            <p:cNvSpPr/>
            <p:nvPr/>
          </p:nvSpPr>
          <p:spPr>
            <a:xfrm>
              <a:off x="5375047" y="22556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1" name="pt9241"/>
            <p:cNvSpPr/>
            <p:nvPr/>
          </p:nvSpPr>
          <p:spPr>
            <a:xfrm>
              <a:off x="5018203" y="26286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2" name="pt9242"/>
            <p:cNvSpPr/>
            <p:nvPr/>
          </p:nvSpPr>
          <p:spPr>
            <a:xfrm>
              <a:off x="5410327" y="22422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3" name="pt9243"/>
            <p:cNvSpPr/>
            <p:nvPr/>
          </p:nvSpPr>
          <p:spPr>
            <a:xfrm>
              <a:off x="5834255" y="19270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4" name="pt9244"/>
            <p:cNvSpPr/>
            <p:nvPr/>
          </p:nvSpPr>
          <p:spPr>
            <a:xfrm>
              <a:off x="5330605" y="18946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5" name="pt9245"/>
            <p:cNvSpPr/>
            <p:nvPr/>
          </p:nvSpPr>
          <p:spPr>
            <a:xfrm>
              <a:off x="5555542" y="22638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6" name="pt9246"/>
            <p:cNvSpPr/>
            <p:nvPr/>
          </p:nvSpPr>
          <p:spPr>
            <a:xfrm>
              <a:off x="5318319" y="21463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7" name="pt9247"/>
            <p:cNvSpPr/>
            <p:nvPr/>
          </p:nvSpPr>
          <p:spPr>
            <a:xfrm>
              <a:off x="5358468" y="21844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8" name="pt9248"/>
            <p:cNvSpPr/>
            <p:nvPr/>
          </p:nvSpPr>
          <p:spPr>
            <a:xfrm>
              <a:off x="5270939" y="20516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9" name="pt9249"/>
            <p:cNvSpPr/>
            <p:nvPr/>
          </p:nvSpPr>
          <p:spPr>
            <a:xfrm>
              <a:off x="5519529" y="21829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0" name="pt9250"/>
            <p:cNvSpPr/>
            <p:nvPr/>
          </p:nvSpPr>
          <p:spPr>
            <a:xfrm>
              <a:off x="5289521" y="22095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1" name="pt9251"/>
            <p:cNvSpPr/>
            <p:nvPr/>
          </p:nvSpPr>
          <p:spPr>
            <a:xfrm>
              <a:off x="5750610" y="19554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2" name="pt9252"/>
            <p:cNvSpPr/>
            <p:nvPr/>
          </p:nvSpPr>
          <p:spPr>
            <a:xfrm>
              <a:off x="5741063" y="18691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3" name="pt9253"/>
            <p:cNvSpPr/>
            <p:nvPr/>
          </p:nvSpPr>
          <p:spPr>
            <a:xfrm>
              <a:off x="5049846" y="22652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4" name="pt9254"/>
            <p:cNvSpPr/>
            <p:nvPr/>
          </p:nvSpPr>
          <p:spPr>
            <a:xfrm>
              <a:off x="5126884" y="25528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5" name="pt9255"/>
            <p:cNvSpPr/>
            <p:nvPr/>
          </p:nvSpPr>
          <p:spPr>
            <a:xfrm>
              <a:off x="5445877" y="22942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6" name="pt9256"/>
            <p:cNvSpPr/>
            <p:nvPr/>
          </p:nvSpPr>
          <p:spPr>
            <a:xfrm>
              <a:off x="5606057" y="2052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7" name="pt9257"/>
            <p:cNvSpPr/>
            <p:nvPr/>
          </p:nvSpPr>
          <p:spPr>
            <a:xfrm>
              <a:off x="5302302" y="21154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8" name="pt9258"/>
            <p:cNvSpPr/>
            <p:nvPr/>
          </p:nvSpPr>
          <p:spPr>
            <a:xfrm>
              <a:off x="5992596" y="22317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9" name="pt9259"/>
            <p:cNvSpPr/>
            <p:nvPr/>
          </p:nvSpPr>
          <p:spPr>
            <a:xfrm>
              <a:off x="5237772" y="21606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0" name="pt9260"/>
            <p:cNvSpPr/>
            <p:nvPr/>
          </p:nvSpPr>
          <p:spPr>
            <a:xfrm>
              <a:off x="5345562" y="21553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1" name="pt9261"/>
            <p:cNvSpPr/>
            <p:nvPr/>
          </p:nvSpPr>
          <p:spPr>
            <a:xfrm>
              <a:off x="5258054" y="22105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2" name="pt9262"/>
            <p:cNvSpPr/>
            <p:nvPr/>
          </p:nvSpPr>
          <p:spPr>
            <a:xfrm>
              <a:off x="5660356" y="21457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3" name="pt9263"/>
            <p:cNvSpPr/>
            <p:nvPr/>
          </p:nvSpPr>
          <p:spPr>
            <a:xfrm>
              <a:off x="5138793" y="25979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4" name="pt9264"/>
            <p:cNvSpPr/>
            <p:nvPr/>
          </p:nvSpPr>
          <p:spPr>
            <a:xfrm>
              <a:off x="5477816" y="20126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5" name="pt9265"/>
            <p:cNvSpPr/>
            <p:nvPr/>
          </p:nvSpPr>
          <p:spPr>
            <a:xfrm>
              <a:off x="5364750" y="22225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6" name="pt9266"/>
            <p:cNvSpPr/>
            <p:nvPr/>
          </p:nvSpPr>
          <p:spPr>
            <a:xfrm>
              <a:off x="5272124" y="21748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7" name="pt9267"/>
            <p:cNvSpPr/>
            <p:nvPr/>
          </p:nvSpPr>
          <p:spPr>
            <a:xfrm>
              <a:off x="5415171" y="21806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8" name="pt9268"/>
            <p:cNvSpPr/>
            <p:nvPr/>
          </p:nvSpPr>
          <p:spPr>
            <a:xfrm>
              <a:off x="5395373" y="21370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9" name="pt9269"/>
            <p:cNvSpPr/>
            <p:nvPr/>
          </p:nvSpPr>
          <p:spPr>
            <a:xfrm>
              <a:off x="5684735" y="18010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0" name="pt9270"/>
            <p:cNvSpPr/>
            <p:nvPr/>
          </p:nvSpPr>
          <p:spPr>
            <a:xfrm>
              <a:off x="4728092" y="2737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1" name="pt9271"/>
            <p:cNvSpPr/>
            <p:nvPr/>
          </p:nvSpPr>
          <p:spPr>
            <a:xfrm>
              <a:off x="5681514" y="17507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2" name="pt9272"/>
            <p:cNvSpPr/>
            <p:nvPr/>
          </p:nvSpPr>
          <p:spPr>
            <a:xfrm>
              <a:off x="5555795" y="22485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3" name="pt9273"/>
            <p:cNvSpPr/>
            <p:nvPr/>
          </p:nvSpPr>
          <p:spPr>
            <a:xfrm>
              <a:off x="5040807" y="22673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4" name="pt9274"/>
            <p:cNvSpPr/>
            <p:nvPr/>
          </p:nvSpPr>
          <p:spPr>
            <a:xfrm>
              <a:off x="5199952" y="24228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5" name="pt9275"/>
            <p:cNvSpPr/>
            <p:nvPr/>
          </p:nvSpPr>
          <p:spPr>
            <a:xfrm>
              <a:off x="5262365" y="21466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6" name="pt9276"/>
            <p:cNvSpPr/>
            <p:nvPr/>
          </p:nvSpPr>
          <p:spPr>
            <a:xfrm>
              <a:off x="5668308" y="18992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7" name="pt9277"/>
            <p:cNvSpPr/>
            <p:nvPr/>
          </p:nvSpPr>
          <p:spPr>
            <a:xfrm>
              <a:off x="5855745" y="17211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8" name="pt9278"/>
            <p:cNvSpPr/>
            <p:nvPr/>
          </p:nvSpPr>
          <p:spPr>
            <a:xfrm>
              <a:off x="5276649" y="22416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9" name="pt9279"/>
            <p:cNvSpPr/>
            <p:nvPr/>
          </p:nvSpPr>
          <p:spPr>
            <a:xfrm>
              <a:off x="5475148" y="19660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0" name="pt9280"/>
            <p:cNvSpPr/>
            <p:nvPr/>
          </p:nvSpPr>
          <p:spPr>
            <a:xfrm>
              <a:off x="5514841" y="22261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1" name="pt9281"/>
            <p:cNvSpPr/>
            <p:nvPr/>
          </p:nvSpPr>
          <p:spPr>
            <a:xfrm>
              <a:off x="5720920" y="18144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2" name="pt9282"/>
            <p:cNvSpPr/>
            <p:nvPr/>
          </p:nvSpPr>
          <p:spPr>
            <a:xfrm>
              <a:off x="5478667" y="17635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3" name="pt9283"/>
            <p:cNvSpPr/>
            <p:nvPr/>
          </p:nvSpPr>
          <p:spPr>
            <a:xfrm>
              <a:off x="5469856" y="19463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4" name="pt9284"/>
            <p:cNvSpPr/>
            <p:nvPr/>
          </p:nvSpPr>
          <p:spPr>
            <a:xfrm>
              <a:off x="5258767" y="22149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5" name="pt9285"/>
            <p:cNvSpPr/>
            <p:nvPr/>
          </p:nvSpPr>
          <p:spPr>
            <a:xfrm>
              <a:off x="5208327" y="21999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6" name="pt9286"/>
            <p:cNvSpPr/>
            <p:nvPr/>
          </p:nvSpPr>
          <p:spPr>
            <a:xfrm>
              <a:off x="5444656" y="22352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7" name="pt9287"/>
            <p:cNvSpPr/>
            <p:nvPr/>
          </p:nvSpPr>
          <p:spPr>
            <a:xfrm>
              <a:off x="5511665" y="2188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8" name="pt9288"/>
            <p:cNvSpPr/>
            <p:nvPr/>
          </p:nvSpPr>
          <p:spPr>
            <a:xfrm>
              <a:off x="4956382" y="19130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9" name="pt9289"/>
            <p:cNvSpPr/>
            <p:nvPr/>
          </p:nvSpPr>
          <p:spPr>
            <a:xfrm>
              <a:off x="5480533" y="21127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0" name="pt9290"/>
            <p:cNvSpPr/>
            <p:nvPr/>
          </p:nvSpPr>
          <p:spPr>
            <a:xfrm>
              <a:off x="5724695" y="18398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1" name="pt9291"/>
            <p:cNvSpPr/>
            <p:nvPr/>
          </p:nvSpPr>
          <p:spPr>
            <a:xfrm>
              <a:off x="5399693" y="21120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2" name="pt9292"/>
            <p:cNvSpPr/>
            <p:nvPr/>
          </p:nvSpPr>
          <p:spPr>
            <a:xfrm>
              <a:off x="5824168" y="18670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3" name="pt9293"/>
            <p:cNvSpPr/>
            <p:nvPr/>
          </p:nvSpPr>
          <p:spPr>
            <a:xfrm>
              <a:off x="5591653" y="21600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4" name="pt9294"/>
            <p:cNvSpPr/>
            <p:nvPr/>
          </p:nvSpPr>
          <p:spPr>
            <a:xfrm>
              <a:off x="5564617" y="21533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5" name="pt9295"/>
            <p:cNvSpPr/>
            <p:nvPr/>
          </p:nvSpPr>
          <p:spPr>
            <a:xfrm>
              <a:off x="5457459" y="22358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6" name="pt9296"/>
            <p:cNvSpPr/>
            <p:nvPr/>
          </p:nvSpPr>
          <p:spPr>
            <a:xfrm>
              <a:off x="5147490" y="28063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7" name="pt9297"/>
            <p:cNvSpPr/>
            <p:nvPr/>
          </p:nvSpPr>
          <p:spPr>
            <a:xfrm>
              <a:off x="5010267" y="24646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8" name="pt9298"/>
            <p:cNvSpPr/>
            <p:nvPr/>
          </p:nvSpPr>
          <p:spPr>
            <a:xfrm>
              <a:off x="5511133" y="22498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9" name="pt9299"/>
            <p:cNvSpPr/>
            <p:nvPr/>
          </p:nvSpPr>
          <p:spPr>
            <a:xfrm>
              <a:off x="5398890" y="21922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0" name="pt9300"/>
            <p:cNvSpPr/>
            <p:nvPr/>
          </p:nvSpPr>
          <p:spPr>
            <a:xfrm>
              <a:off x="5531075" y="21862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1" name="pt9301"/>
            <p:cNvSpPr/>
            <p:nvPr/>
          </p:nvSpPr>
          <p:spPr>
            <a:xfrm>
              <a:off x="5823832" y="20019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2" name="pt9302"/>
            <p:cNvSpPr/>
            <p:nvPr/>
          </p:nvSpPr>
          <p:spPr>
            <a:xfrm>
              <a:off x="5389960" y="21601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3" name="pt9303"/>
            <p:cNvSpPr/>
            <p:nvPr/>
          </p:nvSpPr>
          <p:spPr>
            <a:xfrm>
              <a:off x="5670227" y="18244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4" name="pt9304"/>
            <p:cNvSpPr/>
            <p:nvPr/>
          </p:nvSpPr>
          <p:spPr>
            <a:xfrm>
              <a:off x="5324524" y="21509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5" name="pt9305"/>
            <p:cNvSpPr/>
            <p:nvPr/>
          </p:nvSpPr>
          <p:spPr>
            <a:xfrm>
              <a:off x="5113430" y="21077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6" name="pt9306"/>
            <p:cNvSpPr/>
            <p:nvPr/>
          </p:nvSpPr>
          <p:spPr>
            <a:xfrm>
              <a:off x="5768793" y="19456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7" name="pt9307"/>
            <p:cNvSpPr/>
            <p:nvPr/>
          </p:nvSpPr>
          <p:spPr>
            <a:xfrm>
              <a:off x="5579391" y="22655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8" name="pt9308"/>
            <p:cNvSpPr/>
            <p:nvPr/>
          </p:nvSpPr>
          <p:spPr>
            <a:xfrm>
              <a:off x="5436791" y="21532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9" name="pt9309"/>
            <p:cNvSpPr/>
            <p:nvPr/>
          </p:nvSpPr>
          <p:spPr>
            <a:xfrm>
              <a:off x="5003848" y="2717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0" name="pt9310"/>
            <p:cNvSpPr/>
            <p:nvPr/>
          </p:nvSpPr>
          <p:spPr>
            <a:xfrm>
              <a:off x="5241849" y="21398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1" name="pt9311"/>
            <p:cNvSpPr/>
            <p:nvPr/>
          </p:nvSpPr>
          <p:spPr>
            <a:xfrm>
              <a:off x="5306377" y="18942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2" name="pt9312"/>
            <p:cNvSpPr/>
            <p:nvPr/>
          </p:nvSpPr>
          <p:spPr>
            <a:xfrm>
              <a:off x="5650038" y="2081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3" name="pt9313"/>
            <p:cNvSpPr/>
            <p:nvPr/>
          </p:nvSpPr>
          <p:spPr>
            <a:xfrm>
              <a:off x="5689392" y="15665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4" name="pt9314"/>
            <p:cNvSpPr/>
            <p:nvPr/>
          </p:nvSpPr>
          <p:spPr>
            <a:xfrm>
              <a:off x="5677983" y="17753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5" name="pt9315"/>
            <p:cNvSpPr/>
            <p:nvPr/>
          </p:nvSpPr>
          <p:spPr>
            <a:xfrm>
              <a:off x="5764265" y="19642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6" name="pt9316"/>
            <p:cNvSpPr/>
            <p:nvPr/>
          </p:nvSpPr>
          <p:spPr>
            <a:xfrm>
              <a:off x="5765805" y="19494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7" name="pt9317"/>
            <p:cNvSpPr/>
            <p:nvPr/>
          </p:nvSpPr>
          <p:spPr>
            <a:xfrm>
              <a:off x="5971299" y="18366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8" name="pt9318"/>
            <p:cNvSpPr/>
            <p:nvPr/>
          </p:nvSpPr>
          <p:spPr>
            <a:xfrm>
              <a:off x="5670648" y="19088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9" name="pt9319"/>
            <p:cNvSpPr/>
            <p:nvPr/>
          </p:nvSpPr>
          <p:spPr>
            <a:xfrm>
              <a:off x="5102660" y="22179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0" name="pt9320"/>
            <p:cNvSpPr/>
            <p:nvPr/>
          </p:nvSpPr>
          <p:spPr>
            <a:xfrm>
              <a:off x="5799139" y="20684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1" name="pt9321"/>
            <p:cNvSpPr/>
            <p:nvPr/>
          </p:nvSpPr>
          <p:spPr>
            <a:xfrm>
              <a:off x="5540654" y="21570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2" name="pt9322"/>
            <p:cNvSpPr/>
            <p:nvPr/>
          </p:nvSpPr>
          <p:spPr>
            <a:xfrm>
              <a:off x="5577794" y="22369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3" name="pt9323"/>
            <p:cNvSpPr/>
            <p:nvPr/>
          </p:nvSpPr>
          <p:spPr>
            <a:xfrm>
              <a:off x="5114682" y="21584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4" name="pt9324"/>
            <p:cNvSpPr/>
            <p:nvPr/>
          </p:nvSpPr>
          <p:spPr>
            <a:xfrm>
              <a:off x="5048958" y="21235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5" name="pt9325"/>
            <p:cNvSpPr/>
            <p:nvPr/>
          </p:nvSpPr>
          <p:spPr>
            <a:xfrm>
              <a:off x="5856648" y="17414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6" name="pt9326"/>
            <p:cNvSpPr/>
            <p:nvPr/>
          </p:nvSpPr>
          <p:spPr>
            <a:xfrm>
              <a:off x="5060257" y="23667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7" name="pt9327"/>
            <p:cNvSpPr/>
            <p:nvPr/>
          </p:nvSpPr>
          <p:spPr>
            <a:xfrm>
              <a:off x="5341579" y="21496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8" name="pt9328"/>
            <p:cNvSpPr/>
            <p:nvPr/>
          </p:nvSpPr>
          <p:spPr>
            <a:xfrm>
              <a:off x="5250765" y="19676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9" name="pt9329"/>
            <p:cNvSpPr/>
            <p:nvPr/>
          </p:nvSpPr>
          <p:spPr>
            <a:xfrm>
              <a:off x="5477421" y="18733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0" name="pt9330"/>
            <p:cNvSpPr/>
            <p:nvPr/>
          </p:nvSpPr>
          <p:spPr>
            <a:xfrm>
              <a:off x="5394596" y="20944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1" name="pt9331"/>
            <p:cNvSpPr/>
            <p:nvPr/>
          </p:nvSpPr>
          <p:spPr>
            <a:xfrm>
              <a:off x="5281673" y="22609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2" name="pt9332"/>
            <p:cNvSpPr/>
            <p:nvPr/>
          </p:nvSpPr>
          <p:spPr>
            <a:xfrm>
              <a:off x="5200086" y="23788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3" name="pt9333"/>
            <p:cNvSpPr/>
            <p:nvPr/>
          </p:nvSpPr>
          <p:spPr>
            <a:xfrm>
              <a:off x="5710326" y="20557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4" name="pt9334"/>
            <p:cNvSpPr/>
            <p:nvPr/>
          </p:nvSpPr>
          <p:spPr>
            <a:xfrm>
              <a:off x="5578276" y="2252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5" name="pt9335"/>
            <p:cNvSpPr/>
            <p:nvPr/>
          </p:nvSpPr>
          <p:spPr>
            <a:xfrm>
              <a:off x="5178927" y="23893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6" name="pt9336"/>
            <p:cNvSpPr/>
            <p:nvPr/>
          </p:nvSpPr>
          <p:spPr>
            <a:xfrm>
              <a:off x="5375119" y="22725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7" name="pt9337"/>
            <p:cNvSpPr/>
            <p:nvPr/>
          </p:nvSpPr>
          <p:spPr>
            <a:xfrm>
              <a:off x="5286294" y="22465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8" name="pt9338"/>
            <p:cNvSpPr/>
            <p:nvPr/>
          </p:nvSpPr>
          <p:spPr>
            <a:xfrm>
              <a:off x="5445149" y="22227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9" name="pt9339"/>
            <p:cNvSpPr/>
            <p:nvPr/>
          </p:nvSpPr>
          <p:spPr>
            <a:xfrm>
              <a:off x="5159075" y="27785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0" name="pt9340"/>
            <p:cNvSpPr/>
            <p:nvPr/>
          </p:nvSpPr>
          <p:spPr>
            <a:xfrm>
              <a:off x="5484124" y="19554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1" name="pt9341"/>
            <p:cNvSpPr/>
            <p:nvPr/>
          </p:nvSpPr>
          <p:spPr>
            <a:xfrm>
              <a:off x="5780981" y="18889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2" name="pt9342"/>
            <p:cNvSpPr/>
            <p:nvPr/>
          </p:nvSpPr>
          <p:spPr>
            <a:xfrm>
              <a:off x="5876349" y="17476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3" name="pt9343"/>
            <p:cNvSpPr/>
            <p:nvPr/>
          </p:nvSpPr>
          <p:spPr>
            <a:xfrm>
              <a:off x="4803776" y="23502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4" name="pt9344"/>
            <p:cNvSpPr/>
            <p:nvPr/>
          </p:nvSpPr>
          <p:spPr>
            <a:xfrm>
              <a:off x="5243552" y="21558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5" name="pt9345"/>
            <p:cNvSpPr/>
            <p:nvPr/>
          </p:nvSpPr>
          <p:spPr>
            <a:xfrm>
              <a:off x="5204459" y="21690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6" name="pt9346"/>
            <p:cNvSpPr/>
            <p:nvPr/>
          </p:nvSpPr>
          <p:spPr>
            <a:xfrm>
              <a:off x="5674680" y="17310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7" name="pt9347"/>
            <p:cNvSpPr/>
            <p:nvPr/>
          </p:nvSpPr>
          <p:spPr>
            <a:xfrm>
              <a:off x="5229270" y="21780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8" name="pt9348"/>
            <p:cNvSpPr/>
            <p:nvPr/>
          </p:nvSpPr>
          <p:spPr>
            <a:xfrm>
              <a:off x="5525225" y="21846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9" name="pt9349"/>
            <p:cNvSpPr/>
            <p:nvPr/>
          </p:nvSpPr>
          <p:spPr>
            <a:xfrm>
              <a:off x="5566312" y="21967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0" name="pt9350"/>
            <p:cNvSpPr/>
            <p:nvPr/>
          </p:nvSpPr>
          <p:spPr>
            <a:xfrm>
              <a:off x="5122570" y="25348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1" name="pt9351"/>
            <p:cNvSpPr/>
            <p:nvPr/>
          </p:nvSpPr>
          <p:spPr>
            <a:xfrm>
              <a:off x="5088465" y="25833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2" name="pt9352"/>
            <p:cNvSpPr/>
            <p:nvPr/>
          </p:nvSpPr>
          <p:spPr>
            <a:xfrm>
              <a:off x="5159505" y="26171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3" name="pt9353"/>
            <p:cNvSpPr/>
            <p:nvPr/>
          </p:nvSpPr>
          <p:spPr>
            <a:xfrm>
              <a:off x="5172704" y="26862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4" name="pt9354"/>
            <p:cNvSpPr/>
            <p:nvPr/>
          </p:nvSpPr>
          <p:spPr>
            <a:xfrm>
              <a:off x="5072715" y="26404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5" name="pt9355"/>
            <p:cNvSpPr/>
            <p:nvPr/>
          </p:nvSpPr>
          <p:spPr>
            <a:xfrm>
              <a:off x="5422709" y="21816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6" name="pt9356"/>
            <p:cNvSpPr/>
            <p:nvPr/>
          </p:nvSpPr>
          <p:spPr>
            <a:xfrm>
              <a:off x="5083545" y="25423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7" name="pt9357"/>
            <p:cNvSpPr/>
            <p:nvPr/>
          </p:nvSpPr>
          <p:spPr>
            <a:xfrm>
              <a:off x="5622111" y="18954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8" name="pt9358"/>
            <p:cNvSpPr/>
            <p:nvPr/>
          </p:nvSpPr>
          <p:spPr>
            <a:xfrm>
              <a:off x="5321113" y="21169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9" name="pt9359"/>
            <p:cNvSpPr/>
            <p:nvPr/>
          </p:nvSpPr>
          <p:spPr>
            <a:xfrm>
              <a:off x="5397018" y="21499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0" name="pt9360"/>
            <p:cNvSpPr/>
            <p:nvPr/>
          </p:nvSpPr>
          <p:spPr>
            <a:xfrm>
              <a:off x="5127268" y="27272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1" name="pt9361"/>
            <p:cNvSpPr/>
            <p:nvPr/>
          </p:nvSpPr>
          <p:spPr>
            <a:xfrm>
              <a:off x="5604675" y="20149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2" name="pt9362"/>
            <p:cNvSpPr/>
            <p:nvPr/>
          </p:nvSpPr>
          <p:spPr>
            <a:xfrm>
              <a:off x="5638133" y="20811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3" name="pt9363"/>
            <p:cNvSpPr/>
            <p:nvPr/>
          </p:nvSpPr>
          <p:spPr>
            <a:xfrm>
              <a:off x="5595852" y="21635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4" name="pt9364"/>
            <p:cNvSpPr/>
            <p:nvPr/>
          </p:nvSpPr>
          <p:spPr>
            <a:xfrm>
              <a:off x="5184617" y="25252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5" name="pt9365"/>
            <p:cNvSpPr/>
            <p:nvPr/>
          </p:nvSpPr>
          <p:spPr>
            <a:xfrm>
              <a:off x="5339031" y="21829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6" name="pt9366"/>
            <p:cNvSpPr/>
            <p:nvPr/>
          </p:nvSpPr>
          <p:spPr>
            <a:xfrm>
              <a:off x="5531557" y="21910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7" name="pt9367"/>
            <p:cNvSpPr/>
            <p:nvPr/>
          </p:nvSpPr>
          <p:spPr>
            <a:xfrm>
              <a:off x="5221640" y="21478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8" name="pt9368"/>
            <p:cNvSpPr/>
            <p:nvPr/>
          </p:nvSpPr>
          <p:spPr>
            <a:xfrm>
              <a:off x="5482685" y="19099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9" name="pt9369"/>
            <p:cNvSpPr/>
            <p:nvPr/>
          </p:nvSpPr>
          <p:spPr>
            <a:xfrm>
              <a:off x="5672961" y="19632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0" name="pt9370"/>
            <p:cNvSpPr/>
            <p:nvPr/>
          </p:nvSpPr>
          <p:spPr>
            <a:xfrm>
              <a:off x="5557543" y="21804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1" name="pt9371"/>
            <p:cNvSpPr/>
            <p:nvPr/>
          </p:nvSpPr>
          <p:spPr>
            <a:xfrm>
              <a:off x="5643743" y="19777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2" name="pt9372"/>
            <p:cNvSpPr/>
            <p:nvPr/>
          </p:nvSpPr>
          <p:spPr>
            <a:xfrm>
              <a:off x="5340666" y="21690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3" name="pt9373"/>
            <p:cNvSpPr/>
            <p:nvPr/>
          </p:nvSpPr>
          <p:spPr>
            <a:xfrm>
              <a:off x="5461795" y="20897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4" name="pt9374"/>
            <p:cNvSpPr/>
            <p:nvPr/>
          </p:nvSpPr>
          <p:spPr>
            <a:xfrm>
              <a:off x="5499281" y="22579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5" name="pt9375"/>
            <p:cNvSpPr/>
            <p:nvPr/>
          </p:nvSpPr>
          <p:spPr>
            <a:xfrm>
              <a:off x="5525579" y="22157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6" name="pt9376"/>
            <p:cNvSpPr/>
            <p:nvPr/>
          </p:nvSpPr>
          <p:spPr>
            <a:xfrm>
              <a:off x="5683617" y="18201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7" name="pt9377"/>
            <p:cNvSpPr/>
            <p:nvPr/>
          </p:nvSpPr>
          <p:spPr>
            <a:xfrm>
              <a:off x="5727710" y="16738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8" name="pt9378"/>
            <p:cNvSpPr/>
            <p:nvPr/>
          </p:nvSpPr>
          <p:spPr>
            <a:xfrm>
              <a:off x="5634266" y="20905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9" name="pt9379"/>
            <p:cNvSpPr/>
            <p:nvPr/>
          </p:nvSpPr>
          <p:spPr>
            <a:xfrm>
              <a:off x="5346286" y="22138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0" name="pt9380"/>
            <p:cNvSpPr/>
            <p:nvPr/>
          </p:nvSpPr>
          <p:spPr>
            <a:xfrm>
              <a:off x="5265462" y="21618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1" name="pt9381"/>
            <p:cNvSpPr/>
            <p:nvPr/>
          </p:nvSpPr>
          <p:spPr>
            <a:xfrm>
              <a:off x="5150287" y="2603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2" name="pt9382"/>
            <p:cNvSpPr/>
            <p:nvPr/>
          </p:nvSpPr>
          <p:spPr>
            <a:xfrm>
              <a:off x="5053565" y="23116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3" name="pt9383"/>
            <p:cNvSpPr/>
            <p:nvPr/>
          </p:nvSpPr>
          <p:spPr>
            <a:xfrm>
              <a:off x="5498445" y="21584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4" name="pt9384"/>
            <p:cNvSpPr/>
            <p:nvPr/>
          </p:nvSpPr>
          <p:spPr>
            <a:xfrm>
              <a:off x="5092359" y="24525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5" name="pt9385"/>
            <p:cNvSpPr/>
            <p:nvPr/>
          </p:nvSpPr>
          <p:spPr>
            <a:xfrm>
              <a:off x="5120715" y="26732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6" name="pt9386"/>
            <p:cNvSpPr/>
            <p:nvPr/>
          </p:nvSpPr>
          <p:spPr>
            <a:xfrm>
              <a:off x="5635525" y="2014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7" name="pt9387"/>
            <p:cNvSpPr/>
            <p:nvPr/>
          </p:nvSpPr>
          <p:spPr>
            <a:xfrm>
              <a:off x="5184109" y="25142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8" name="pt9388"/>
            <p:cNvSpPr/>
            <p:nvPr/>
          </p:nvSpPr>
          <p:spPr>
            <a:xfrm>
              <a:off x="5182249" y="24436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9" name="pt9389"/>
            <p:cNvSpPr/>
            <p:nvPr/>
          </p:nvSpPr>
          <p:spPr>
            <a:xfrm>
              <a:off x="5130967" y="2612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0" name="pt9390"/>
            <p:cNvSpPr/>
            <p:nvPr/>
          </p:nvSpPr>
          <p:spPr>
            <a:xfrm>
              <a:off x="5406957" y="22452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1" name="pt9391"/>
            <p:cNvSpPr/>
            <p:nvPr/>
          </p:nvSpPr>
          <p:spPr>
            <a:xfrm>
              <a:off x="5374855" y="22261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2" name="pt9392"/>
            <p:cNvSpPr/>
            <p:nvPr/>
          </p:nvSpPr>
          <p:spPr>
            <a:xfrm>
              <a:off x="5719221" y="19997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3" name="pt9393"/>
            <p:cNvSpPr/>
            <p:nvPr/>
          </p:nvSpPr>
          <p:spPr>
            <a:xfrm>
              <a:off x="5143670" y="25076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4" name="pt9394"/>
            <p:cNvSpPr/>
            <p:nvPr/>
          </p:nvSpPr>
          <p:spPr>
            <a:xfrm>
              <a:off x="5632666" y="20365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5" name="pt9395"/>
            <p:cNvSpPr/>
            <p:nvPr/>
          </p:nvSpPr>
          <p:spPr>
            <a:xfrm>
              <a:off x="5371467" y="22047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6" name="pt9396"/>
            <p:cNvSpPr/>
            <p:nvPr/>
          </p:nvSpPr>
          <p:spPr>
            <a:xfrm>
              <a:off x="4888485" y="2844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7" name="pt9397"/>
            <p:cNvSpPr/>
            <p:nvPr/>
          </p:nvSpPr>
          <p:spPr>
            <a:xfrm>
              <a:off x="6060119" y="18741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8" name="pt9398"/>
            <p:cNvSpPr/>
            <p:nvPr/>
          </p:nvSpPr>
          <p:spPr>
            <a:xfrm>
              <a:off x="5084339" y="2481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9" name="pt9399"/>
            <p:cNvSpPr/>
            <p:nvPr/>
          </p:nvSpPr>
          <p:spPr>
            <a:xfrm>
              <a:off x="5380886" y="22425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0" name="pt9400"/>
            <p:cNvSpPr/>
            <p:nvPr/>
          </p:nvSpPr>
          <p:spPr>
            <a:xfrm>
              <a:off x="5429450" y="22282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1" name="pt9401"/>
            <p:cNvSpPr/>
            <p:nvPr/>
          </p:nvSpPr>
          <p:spPr>
            <a:xfrm>
              <a:off x="5630524" y="20781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2" name="pt9402"/>
            <p:cNvSpPr/>
            <p:nvPr/>
          </p:nvSpPr>
          <p:spPr>
            <a:xfrm>
              <a:off x="5520738" y="21236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3" name="pt9403"/>
            <p:cNvSpPr/>
            <p:nvPr/>
          </p:nvSpPr>
          <p:spPr>
            <a:xfrm>
              <a:off x="5573934" y="22030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4" name="pt9404"/>
            <p:cNvSpPr/>
            <p:nvPr/>
          </p:nvSpPr>
          <p:spPr>
            <a:xfrm>
              <a:off x="5487997" y="21308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5" name="pt9405"/>
            <p:cNvSpPr/>
            <p:nvPr/>
          </p:nvSpPr>
          <p:spPr>
            <a:xfrm>
              <a:off x="5633712" y="2142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6" name="pt9406"/>
            <p:cNvSpPr/>
            <p:nvPr/>
          </p:nvSpPr>
          <p:spPr>
            <a:xfrm>
              <a:off x="5324353" y="22250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7" name="pt9407"/>
            <p:cNvSpPr/>
            <p:nvPr/>
          </p:nvSpPr>
          <p:spPr>
            <a:xfrm>
              <a:off x="5580350" y="22557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8" name="pt9408"/>
            <p:cNvSpPr/>
            <p:nvPr/>
          </p:nvSpPr>
          <p:spPr>
            <a:xfrm>
              <a:off x="5483230" y="19846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9" name="pt9409"/>
            <p:cNvSpPr/>
            <p:nvPr/>
          </p:nvSpPr>
          <p:spPr>
            <a:xfrm>
              <a:off x="5142709" y="26244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0" name="pt9410"/>
            <p:cNvSpPr/>
            <p:nvPr/>
          </p:nvSpPr>
          <p:spPr>
            <a:xfrm>
              <a:off x="5368972" y="22864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1" name="pt9411"/>
            <p:cNvSpPr/>
            <p:nvPr/>
          </p:nvSpPr>
          <p:spPr>
            <a:xfrm>
              <a:off x="5268112" y="20662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2" name="pt9412"/>
            <p:cNvSpPr/>
            <p:nvPr/>
          </p:nvSpPr>
          <p:spPr>
            <a:xfrm>
              <a:off x="5162347" y="26206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3" name="pt9413"/>
            <p:cNvSpPr/>
            <p:nvPr/>
          </p:nvSpPr>
          <p:spPr>
            <a:xfrm>
              <a:off x="5584804" y="23233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4" name="pt9414"/>
            <p:cNvSpPr/>
            <p:nvPr/>
          </p:nvSpPr>
          <p:spPr>
            <a:xfrm>
              <a:off x="5346794" y="21791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5" name="pt9415"/>
            <p:cNvSpPr/>
            <p:nvPr/>
          </p:nvSpPr>
          <p:spPr>
            <a:xfrm>
              <a:off x="5456815" y="21043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6" name="pt9416"/>
            <p:cNvSpPr/>
            <p:nvPr/>
          </p:nvSpPr>
          <p:spPr>
            <a:xfrm>
              <a:off x="5550283" y="22458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7" name="pt9417"/>
            <p:cNvSpPr/>
            <p:nvPr/>
          </p:nvSpPr>
          <p:spPr>
            <a:xfrm>
              <a:off x="5274304" y="2125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8" name="pt9418"/>
            <p:cNvSpPr/>
            <p:nvPr/>
          </p:nvSpPr>
          <p:spPr>
            <a:xfrm>
              <a:off x="4909694" y="25913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9" name="pt9419"/>
            <p:cNvSpPr/>
            <p:nvPr/>
          </p:nvSpPr>
          <p:spPr>
            <a:xfrm>
              <a:off x="5581007" y="22738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0" name="pt9420"/>
            <p:cNvSpPr/>
            <p:nvPr/>
          </p:nvSpPr>
          <p:spPr>
            <a:xfrm>
              <a:off x="5332370" y="22194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1" name="pt9421"/>
            <p:cNvSpPr/>
            <p:nvPr/>
          </p:nvSpPr>
          <p:spPr>
            <a:xfrm>
              <a:off x="5434993" y="22434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2" name="pt9422"/>
            <p:cNvSpPr/>
            <p:nvPr/>
          </p:nvSpPr>
          <p:spPr>
            <a:xfrm>
              <a:off x="5388229" y="21478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3" name="pt9423"/>
            <p:cNvSpPr/>
            <p:nvPr/>
          </p:nvSpPr>
          <p:spPr>
            <a:xfrm>
              <a:off x="5200675" y="23626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4" name="pt9424"/>
            <p:cNvSpPr/>
            <p:nvPr/>
          </p:nvSpPr>
          <p:spPr>
            <a:xfrm>
              <a:off x="5241896" y="22207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5" name="pt9425"/>
            <p:cNvSpPr/>
            <p:nvPr/>
          </p:nvSpPr>
          <p:spPr>
            <a:xfrm>
              <a:off x="5204749" y="23193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6" name="pt9426"/>
            <p:cNvSpPr/>
            <p:nvPr/>
          </p:nvSpPr>
          <p:spPr>
            <a:xfrm>
              <a:off x="5094939" y="25007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7" name="pt9427"/>
            <p:cNvSpPr/>
            <p:nvPr/>
          </p:nvSpPr>
          <p:spPr>
            <a:xfrm>
              <a:off x="5675774" y="18568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8" name="pt9428"/>
            <p:cNvSpPr/>
            <p:nvPr/>
          </p:nvSpPr>
          <p:spPr>
            <a:xfrm>
              <a:off x="5387889" y="21166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9" name="pt9429"/>
            <p:cNvSpPr/>
            <p:nvPr/>
          </p:nvSpPr>
          <p:spPr>
            <a:xfrm>
              <a:off x="5418812" y="22444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0" name="pt9430"/>
            <p:cNvSpPr/>
            <p:nvPr/>
          </p:nvSpPr>
          <p:spPr>
            <a:xfrm>
              <a:off x="5351522" y="22144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1" name="pt9431"/>
            <p:cNvSpPr/>
            <p:nvPr/>
          </p:nvSpPr>
          <p:spPr>
            <a:xfrm>
              <a:off x="5445426" y="22358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2" name="pt9432"/>
            <p:cNvSpPr/>
            <p:nvPr/>
          </p:nvSpPr>
          <p:spPr>
            <a:xfrm>
              <a:off x="5020423" y="24338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3" name="pt9433"/>
            <p:cNvSpPr/>
            <p:nvPr/>
          </p:nvSpPr>
          <p:spPr>
            <a:xfrm>
              <a:off x="5359760" y="22717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4" name="pt9434"/>
            <p:cNvSpPr/>
            <p:nvPr/>
          </p:nvSpPr>
          <p:spPr>
            <a:xfrm>
              <a:off x="5508142" y="2205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5" name="pt9435"/>
            <p:cNvSpPr/>
            <p:nvPr/>
          </p:nvSpPr>
          <p:spPr>
            <a:xfrm>
              <a:off x="5509811" y="22449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6" name="pt9436"/>
            <p:cNvSpPr/>
            <p:nvPr/>
          </p:nvSpPr>
          <p:spPr>
            <a:xfrm>
              <a:off x="5605035" y="20131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7" name="pt9437"/>
            <p:cNvSpPr/>
            <p:nvPr/>
          </p:nvSpPr>
          <p:spPr>
            <a:xfrm>
              <a:off x="5204082" y="22493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8" name="pt9438"/>
            <p:cNvSpPr/>
            <p:nvPr/>
          </p:nvSpPr>
          <p:spPr>
            <a:xfrm>
              <a:off x="4940595" y="2185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9" name="pt9439"/>
            <p:cNvSpPr/>
            <p:nvPr/>
          </p:nvSpPr>
          <p:spPr>
            <a:xfrm>
              <a:off x="5681600" y="1890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0" name="pt9440"/>
            <p:cNvSpPr/>
            <p:nvPr/>
          </p:nvSpPr>
          <p:spPr>
            <a:xfrm>
              <a:off x="5381376" y="2264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1" name="pt9441"/>
            <p:cNvSpPr/>
            <p:nvPr/>
          </p:nvSpPr>
          <p:spPr>
            <a:xfrm>
              <a:off x="5635652" y="19832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2" name="pt9442"/>
            <p:cNvSpPr/>
            <p:nvPr/>
          </p:nvSpPr>
          <p:spPr>
            <a:xfrm>
              <a:off x="5173388" y="26157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3" name="pt9443"/>
            <p:cNvSpPr/>
            <p:nvPr/>
          </p:nvSpPr>
          <p:spPr>
            <a:xfrm>
              <a:off x="5467327" y="19578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4" name="pt9444"/>
            <p:cNvSpPr/>
            <p:nvPr/>
          </p:nvSpPr>
          <p:spPr>
            <a:xfrm>
              <a:off x="5330731" y="2222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5" name="pt9445"/>
            <p:cNvSpPr/>
            <p:nvPr/>
          </p:nvSpPr>
          <p:spPr>
            <a:xfrm>
              <a:off x="5389202" y="22045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6" name="pt9446"/>
            <p:cNvSpPr/>
            <p:nvPr/>
          </p:nvSpPr>
          <p:spPr>
            <a:xfrm>
              <a:off x="5252897" y="20988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7" name="pt9447"/>
            <p:cNvSpPr/>
            <p:nvPr/>
          </p:nvSpPr>
          <p:spPr>
            <a:xfrm>
              <a:off x="5717804" y="20637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8" name="pt9448"/>
            <p:cNvSpPr/>
            <p:nvPr/>
          </p:nvSpPr>
          <p:spPr>
            <a:xfrm>
              <a:off x="5389191" y="2018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9" name="pt9449"/>
            <p:cNvSpPr/>
            <p:nvPr/>
          </p:nvSpPr>
          <p:spPr>
            <a:xfrm>
              <a:off x="5045924" y="22576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0" name="pt9450"/>
            <p:cNvSpPr/>
            <p:nvPr/>
          </p:nvSpPr>
          <p:spPr>
            <a:xfrm>
              <a:off x="5615033" y="20073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1" name="pt9451"/>
            <p:cNvSpPr/>
            <p:nvPr/>
          </p:nvSpPr>
          <p:spPr>
            <a:xfrm>
              <a:off x="5077126" y="26493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2" name="pt9452"/>
            <p:cNvSpPr/>
            <p:nvPr/>
          </p:nvSpPr>
          <p:spPr>
            <a:xfrm>
              <a:off x="5197120" y="24431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3" name="pt9453"/>
            <p:cNvSpPr/>
            <p:nvPr/>
          </p:nvSpPr>
          <p:spPr>
            <a:xfrm>
              <a:off x="5655736" y="20512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4" name="pt9454"/>
            <p:cNvSpPr/>
            <p:nvPr/>
          </p:nvSpPr>
          <p:spPr>
            <a:xfrm>
              <a:off x="5616400" y="19950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5" name="pt9455"/>
            <p:cNvSpPr/>
            <p:nvPr/>
          </p:nvSpPr>
          <p:spPr>
            <a:xfrm>
              <a:off x="5422286" y="21344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6" name="pt9456"/>
            <p:cNvSpPr/>
            <p:nvPr/>
          </p:nvSpPr>
          <p:spPr>
            <a:xfrm>
              <a:off x="5744107" y="20145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7" name="pt9457"/>
            <p:cNvSpPr/>
            <p:nvPr/>
          </p:nvSpPr>
          <p:spPr>
            <a:xfrm>
              <a:off x="5238729" y="20793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8" name="pt9458"/>
            <p:cNvSpPr/>
            <p:nvPr/>
          </p:nvSpPr>
          <p:spPr>
            <a:xfrm>
              <a:off x="5325622" y="23467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9" name="pt9459"/>
            <p:cNvSpPr/>
            <p:nvPr/>
          </p:nvSpPr>
          <p:spPr>
            <a:xfrm>
              <a:off x="5132627" y="27006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0" name="pt9460"/>
            <p:cNvSpPr/>
            <p:nvPr/>
          </p:nvSpPr>
          <p:spPr>
            <a:xfrm>
              <a:off x="5450332" y="21801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1" name="pt9461"/>
            <p:cNvSpPr/>
            <p:nvPr/>
          </p:nvSpPr>
          <p:spPr>
            <a:xfrm>
              <a:off x="5448468" y="22838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2" name="pt9462"/>
            <p:cNvSpPr/>
            <p:nvPr/>
          </p:nvSpPr>
          <p:spPr>
            <a:xfrm>
              <a:off x="5751783" y="18538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3" name="pt9463"/>
            <p:cNvSpPr/>
            <p:nvPr/>
          </p:nvSpPr>
          <p:spPr>
            <a:xfrm>
              <a:off x="5249026" y="20206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4" name="pt9464"/>
            <p:cNvSpPr/>
            <p:nvPr/>
          </p:nvSpPr>
          <p:spPr>
            <a:xfrm>
              <a:off x="5914091" y="19878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5" name="pt9465"/>
            <p:cNvSpPr/>
            <p:nvPr/>
          </p:nvSpPr>
          <p:spPr>
            <a:xfrm>
              <a:off x="5514049" y="2230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6" name="pt9466"/>
            <p:cNvSpPr/>
            <p:nvPr/>
          </p:nvSpPr>
          <p:spPr>
            <a:xfrm>
              <a:off x="5367020" y="22750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7" name="pt9467"/>
            <p:cNvSpPr/>
            <p:nvPr/>
          </p:nvSpPr>
          <p:spPr>
            <a:xfrm>
              <a:off x="5271529" y="21415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8" name="pt9468"/>
            <p:cNvSpPr/>
            <p:nvPr/>
          </p:nvSpPr>
          <p:spPr>
            <a:xfrm>
              <a:off x="5509964" y="22185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9" name="pt9469"/>
            <p:cNvSpPr/>
            <p:nvPr/>
          </p:nvSpPr>
          <p:spPr>
            <a:xfrm>
              <a:off x="5313579" y="21176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0" name="pt9470"/>
            <p:cNvSpPr/>
            <p:nvPr/>
          </p:nvSpPr>
          <p:spPr>
            <a:xfrm>
              <a:off x="5237430" y="21421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1" name="pt9471"/>
            <p:cNvSpPr/>
            <p:nvPr/>
          </p:nvSpPr>
          <p:spPr>
            <a:xfrm>
              <a:off x="5737259" y="17699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2" name="pt9472"/>
            <p:cNvSpPr/>
            <p:nvPr/>
          </p:nvSpPr>
          <p:spPr>
            <a:xfrm>
              <a:off x="5551003" y="21014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3" name="pt9473"/>
            <p:cNvSpPr/>
            <p:nvPr/>
          </p:nvSpPr>
          <p:spPr>
            <a:xfrm>
              <a:off x="5642223" y="21744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4" name="pt9474"/>
            <p:cNvSpPr/>
            <p:nvPr/>
          </p:nvSpPr>
          <p:spPr>
            <a:xfrm>
              <a:off x="4973512" y="22749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5" name="pt9475"/>
            <p:cNvSpPr/>
            <p:nvPr/>
          </p:nvSpPr>
          <p:spPr>
            <a:xfrm>
              <a:off x="5091967" y="23117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6" name="pt9476"/>
            <p:cNvSpPr/>
            <p:nvPr/>
          </p:nvSpPr>
          <p:spPr>
            <a:xfrm>
              <a:off x="5523628" y="21110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7" name="pt9477"/>
            <p:cNvSpPr/>
            <p:nvPr/>
          </p:nvSpPr>
          <p:spPr>
            <a:xfrm>
              <a:off x="5086753" y="26560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8" name="pt9478"/>
            <p:cNvSpPr/>
            <p:nvPr/>
          </p:nvSpPr>
          <p:spPr>
            <a:xfrm>
              <a:off x="5409881" y="21798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9" name="pt9479"/>
            <p:cNvSpPr/>
            <p:nvPr/>
          </p:nvSpPr>
          <p:spPr>
            <a:xfrm>
              <a:off x="5794090" y="19306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0" name="pt9480"/>
            <p:cNvSpPr/>
            <p:nvPr/>
          </p:nvSpPr>
          <p:spPr>
            <a:xfrm>
              <a:off x="5330828" y="22097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1" name="pt9481"/>
            <p:cNvSpPr/>
            <p:nvPr/>
          </p:nvSpPr>
          <p:spPr>
            <a:xfrm>
              <a:off x="6113838" y="18383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2" name="pt9482"/>
            <p:cNvSpPr/>
            <p:nvPr/>
          </p:nvSpPr>
          <p:spPr>
            <a:xfrm>
              <a:off x="5363982" y="22136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3" name="pt9483"/>
            <p:cNvSpPr/>
            <p:nvPr/>
          </p:nvSpPr>
          <p:spPr>
            <a:xfrm>
              <a:off x="5900949" y="14271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4" name="pt9484"/>
            <p:cNvSpPr/>
            <p:nvPr/>
          </p:nvSpPr>
          <p:spPr>
            <a:xfrm>
              <a:off x="5284896" y="22992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5" name="pt9485"/>
            <p:cNvSpPr/>
            <p:nvPr/>
          </p:nvSpPr>
          <p:spPr>
            <a:xfrm>
              <a:off x="5203903" y="21247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6" name="pt9486"/>
            <p:cNvSpPr/>
            <p:nvPr/>
          </p:nvSpPr>
          <p:spPr>
            <a:xfrm>
              <a:off x="5945689" y="16474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7" name="pt9487"/>
            <p:cNvSpPr/>
            <p:nvPr/>
          </p:nvSpPr>
          <p:spPr>
            <a:xfrm>
              <a:off x="5662479" y="21039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8" name="pt9488"/>
            <p:cNvSpPr/>
            <p:nvPr/>
          </p:nvSpPr>
          <p:spPr>
            <a:xfrm>
              <a:off x="5409675" y="20705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9" name="pt9489"/>
            <p:cNvSpPr/>
            <p:nvPr/>
          </p:nvSpPr>
          <p:spPr>
            <a:xfrm>
              <a:off x="5488538" y="20424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0" name="pt9490"/>
            <p:cNvSpPr/>
            <p:nvPr/>
          </p:nvSpPr>
          <p:spPr>
            <a:xfrm>
              <a:off x="5241981" y="21418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1" name="pt9491"/>
            <p:cNvSpPr/>
            <p:nvPr/>
          </p:nvSpPr>
          <p:spPr>
            <a:xfrm>
              <a:off x="5652785" y="20515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2" name="pt9492"/>
            <p:cNvSpPr/>
            <p:nvPr/>
          </p:nvSpPr>
          <p:spPr>
            <a:xfrm>
              <a:off x="5667345" y="19140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3" name="pt9493"/>
            <p:cNvSpPr/>
            <p:nvPr/>
          </p:nvSpPr>
          <p:spPr>
            <a:xfrm>
              <a:off x="5936973" y="14196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4" name="pt9494"/>
            <p:cNvSpPr/>
            <p:nvPr/>
          </p:nvSpPr>
          <p:spPr>
            <a:xfrm>
              <a:off x="5128184" y="26236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5" name="pt9495"/>
            <p:cNvSpPr/>
            <p:nvPr/>
          </p:nvSpPr>
          <p:spPr>
            <a:xfrm>
              <a:off x="5647622" y="20426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6" name="pt9496"/>
            <p:cNvSpPr/>
            <p:nvPr/>
          </p:nvSpPr>
          <p:spPr>
            <a:xfrm>
              <a:off x="5223528" y="22226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7" name="pt9497"/>
            <p:cNvSpPr/>
            <p:nvPr/>
          </p:nvSpPr>
          <p:spPr>
            <a:xfrm>
              <a:off x="5516200" y="22193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8" name="pt9498"/>
            <p:cNvSpPr/>
            <p:nvPr/>
          </p:nvSpPr>
          <p:spPr>
            <a:xfrm>
              <a:off x="5843336" y="19346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9" name="pt9499"/>
            <p:cNvSpPr/>
            <p:nvPr/>
          </p:nvSpPr>
          <p:spPr>
            <a:xfrm>
              <a:off x="5609406" y="19557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0" name="pt9500"/>
            <p:cNvSpPr/>
            <p:nvPr/>
          </p:nvSpPr>
          <p:spPr>
            <a:xfrm>
              <a:off x="5558747" y="22053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1" name="pt9501"/>
            <p:cNvSpPr/>
            <p:nvPr/>
          </p:nvSpPr>
          <p:spPr>
            <a:xfrm>
              <a:off x="5120387" y="25033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2" name="pt9502"/>
            <p:cNvSpPr/>
            <p:nvPr/>
          </p:nvSpPr>
          <p:spPr>
            <a:xfrm>
              <a:off x="5344760" y="20283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3" name="pt9503"/>
            <p:cNvSpPr/>
            <p:nvPr/>
          </p:nvSpPr>
          <p:spPr>
            <a:xfrm>
              <a:off x="5775114" y="18528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4" name="pt9504"/>
            <p:cNvSpPr/>
            <p:nvPr/>
          </p:nvSpPr>
          <p:spPr>
            <a:xfrm>
              <a:off x="5353572" y="22338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5" name="pt9505"/>
            <p:cNvSpPr/>
            <p:nvPr/>
          </p:nvSpPr>
          <p:spPr>
            <a:xfrm>
              <a:off x="5432240" y="22590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6" name="pt9506"/>
            <p:cNvSpPr/>
            <p:nvPr/>
          </p:nvSpPr>
          <p:spPr>
            <a:xfrm>
              <a:off x="5252290" y="21415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7" name="pt9507"/>
            <p:cNvSpPr/>
            <p:nvPr/>
          </p:nvSpPr>
          <p:spPr>
            <a:xfrm>
              <a:off x="5348317" y="22413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8" name="pt9508"/>
            <p:cNvSpPr/>
            <p:nvPr/>
          </p:nvSpPr>
          <p:spPr>
            <a:xfrm>
              <a:off x="5509792" y="23177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9" name="pt9509"/>
            <p:cNvSpPr/>
            <p:nvPr/>
          </p:nvSpPr>
          <p:spPr>
            <a:xfrm>
              <a:off x="5234260" y="21938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0" name="pt9510"/>
            <p:cNvSpPr/>
            <p:nvPr/>
          </p:nvSpPr>
          <p:spPr>
            <a:xfrm>
              <a:off x="5416062" y="21869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1" name="pt9511"/>
            <p:cNvSpPr/>
            <p:nvPr/>
          </p:nvSpPr>
          <p:spPr>
            <a:xfrm>
              <a:off x="5064499" y="25347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2" name="pt9512"/>
            <p:cNvSpPr/>
            <p:nvPr/>
          </p:nvSpPr>
          <p:spPr>
            <a:xfrm>
              <a:off x="5607986" y="2052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3" name="pt9513"/>
            <p:cNvSpPr/>
            <p:nvPr/>
          </p:nvSpPr>
          <p:spPr>
            <a:xfrm>
              <a:off x="5142646" y="25327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4" name="pt9514"/>
            <p:cNvSpPr/>
            <p:nvPr/>
          </p:nvSpPr>
          <p:spPr>
            <a:xfrm>
              <a:off x="5779059" y="20686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5" name="pt9515"/>
            <p:cNvSpPr/>
            <p:nvPr/>
          </p:nvSpPr>
          <p:spPr>
            <a:xfrm>
              <a:off x="5686594" y="18166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6" name="pt9516"/>
            <p:cNvSpPr/>
            <p:nvPr/>
          </p:nvSpPr>
          <p:spPr>
            <a:xfrm>
              <a:off x="4866724" y="26704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7" name="pt9517"/>
            <p:cNvSpPr/>
            <p:nvPr/>
          </p:nvSpPr>
          <p:spPr>
            <a:xfrm>
              <a:off x="5230951" y="21275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8" name="pt9518"/>
            <p:cNvSpPr/>
            <p:nvPr/>
          </p:nvSpPr>
          <p:spPr>
            <a:xfrm>
              <a:off x="5392083" y="21141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9" name="pt9519"/>
            <p:cNvSpPr/>
            <p:nvPr/>
          </p:nvSpPr>
          <p:spPr>
            <a:xfrm>
              <a:off x="5314137" y="22007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0" name="pt9520"/>
            <p:cNvSpPr/>
            <p:nvPr/>
          </p:nvSpPr>
          <p:spPr>
            <a:xfrm>
              <a:off x="5678787" y="16230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1" name="pt9521"/>
            <p:cNvSpPr/>
            <p:nvPr/>
          </p:nvSpPr>
          <p:spPr>
            <a:xfrm>
              <a:off x="4796192" y="23984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2" name="pt9522"/>
            <p:cNvSpPr/>
            <p:nvPr/>
          </p:nvSpPr>
          <p:spPr>
            <a:xfrm>
              <a:off x="5388942" y="21505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3" name="pt9523"/>
            <p:cNvSpPr/>
            <p:nvPr/>
          </p:nvSpPr>
          <p:spPr>
            <a:xfrm>
              <a:off x="5231668" y="21408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4" name="pt9524"/>
            <p:cNvSpPr/>
            <p:nvPr/>
          </p:nvSpPr>
          <p:spPr>
            <a:xfrm>
              <a:off x="5734412" y="18731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5" name="pt9525"/>
            <p:cNvSpPr/>
            <p:nvPr/>
          </p:nvSpPr>
          <p:spPr>
            <a:xfrm>
              <a:off x="5229830" y="20291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6" name="pt9526"/>
            <p:cNvSpPr/>
            <p:nvPr/>
          </p:nvSpPr>
          <p:spPr>
            <a:xfrm>
              <a:off x="5120482" y="24849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7" name="pt9527"/>
            <p:cNvSpPr/>
            <p:nvPr/>
          </p:nvSpPr>
          <p:spPr>
            <a:xfrm>
              <a:off x="5641445" y="20488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8" name="pt9528"/>
            <p:cNvSpPr/>
            <p:nvPr/>
          </p:nvSpPr>
          <p:spPr>
            <a:xfrm>
              <a:off x="5364412" y="22113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9" name="pt9529"/>
            <p:cNvSpPr/>
            <p:nvPr/>
          </p:nvSpPr>
          <p:spPr>
            <a:xfrm>
              <a:off x="5715928" y="19440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0" name="pt9530"/>
            <p:cNvSpPr/>
            <p:nvPr/>
          </p:nvSpPr>
          <p:spPr>
            <a:xfrm>
              <a:off x="5589384" y="20265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1" name="pt9531"/>
            <p:cNvSpPr/>
            <p:nvPr/>
          </p:nvSpPr>
          <p:spPr>
            <a:xfrm>
              <a:off x="4865754" y="23490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2" name="pt9532"/>
            <p:cNvSpPr/>
            <p:nvPr/>
          </p:nvSpPr>
          <p:spPr>
            <a:xfrm>
              <a:off x="5580792" y="22347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3" name="pt9533"/>
            <p:cNvSpPr/>
            <p:nvPr/>
          </p:nvSpPr>
          <p:spPr>
            <a:xfrm>
              <a:off x="5150359" y="26221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4" name="pt9534"/>
            <p:cNvSpPr/>
            <p:nvPr/>
          </p:nvSpPr>
          <p:spPr>
            <a:xfrm>
              <a:off x="5509260" y="21981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5" name="pt9535"/>
            <p:cNvSpPr/>
            <p:nvPr/>
          </p:nvSpPr>
          <p:spPr>
            <a:xfrm>
              <a:off x="5244386" y="22128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6" name="pt9536"/>
            <p:cNvSpPr/>
            <p:nvPr/>
          </p:nvSpPr>
          <p:spPr>
            <a:xfrm>
              <a:off x="5288712" y="21805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7" name="pt9537"/>
            <p:cNvSpPr/>
            <p:nvPr/>
          </p:nvSpPr>
          <p:spPr>
            <a:xfrm>
              <a:off x="5571244" y="23605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8" name="pt9538"/>
            <p:cNvSpPr/>
            <p:nvPr/>
          </p:nvSpPr>
          <p:spPr>
            <a:xfrm>
              <a:off x="5602775" y="19612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9" name="pt9539"/>
            <p:cNvSpPr/>
            <p:nvPr/>
          </p:nvSpPr>
          <p:spPr>
            <a:xfrm>
              <a:off x="5407511" y="21497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0" name="pt9540"/>
            <p:cNvSpPr/>
            <p:nvPr/>
          </p:nvSpPr>
          <p:spPr>
            <a:xfrm>
              <a:off x="5531699" y="21561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1" name="pt9541"/>
            <p:cNvSpPr/>
            <p:nvPr/>
          </p:nvSpPr>
          <p:spPr>
            <a:xfrm>
              <a:off x="5682861" y="17248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2" name="pt9542"/>
            <p:cNvSpPr/>
            <p:nvPr/>
          </p:nvSpPr>
          <p:spPr>
            <a:xfrm>
              <a:off x="5251387" y="21341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3" name="pt9543"/>
            <p:cNvSpPr/>
            <p:nvPr/>
          </p:nvSpPr>
          <p:spPr>
            <a:xfrm>
              <a:off x="5554332" y="21983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4" name="pt9544"/>
            <p:cNvSpPr/>
            <p:nvPr/>
          </p:nvSpPr>
          <p:spPr>
            <a:xfrm>
              <a:off x="5423842" y="21932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5" name="pt9545"/>
            <p:cNvSpPr/>
            <p:nvPr/>
          </p:nvSpPr>
          <p:spPr>
            <a:xfrm>
              <a:off x="5396377" y="21585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6" name="pt9546"/>
            <p:cNvSpPr/>
            <p:nvPr/>
          </p:nvSpPr>
          <p:spPr>
            <a:xfrm>
              <a:off x="5467436" y="1797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7" name="pt9547"/>
            <p:cNvSpPr/>
            <p:nvPr/>
          </p:nvSpPr>
          <p:spPr>
            <a:xfrm>
              <a:off x="5331976" y="21308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8" name="pt9548"/>
            <p:cNvSpPr/>
            <p:nvPr/>
          </p:nvSpPr>
          <p:spPr>
            <a:xfrm>
              <a:off x="5601314" y="19880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9" name="pt9549"/>
            <p:cNvSpPr/>
            <p:nvPr/>
          </p:nvSpPr>
          <p:spPr>
            <a:xfrm>
              <a:off x="5173645" y="27765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0" name="pt9550"/>
            <p:cNvSpPr/>
            <p:nvPr/>
          </p:nvSpPr>
          <p:spPr>
            <a:xfrm>
              <a:off x="5773464" y="21312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1" name="pt9551"/>
            <p:cNvSpPr/>
            <p:nvPr/>
          </p:nvSpPr>
          <p:spPr>
            <a:xfrm>
              <a:off x="5559288" y="22200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2" name="pt9552"/>
            <p:cNvSpPr/>
            <p:nvPr/>
          </p:nvSpPr>
          <p:spPr>
            <a:xfrm>
              <a:off x="5476348" y="20060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3" name="pt9553"/>
            <p:cNvSpPr/>
            <p:nvPr/>
          </p:nvSpPr>
          <p:spPr>
            <a:xfrm>
              <a:off x="4713093" y="27016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4" name="pt9554"/>
            <p:cNvSpPr/>
            <p:nvPr/>
          </p:nvSpPr>
          <p:spPr>
            <a:xfrm>
              <a:off x="5422405" y="2129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5" name="pt9555"/>
            <p:cNvSpPr/>
            <p:nvPr/>
          </p:nvSpPr>
          <p:spPr>
            <a:xfrm>
              <a:off x="5745982" y="19953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6" name="pt9556"/>
            <p:cNvSpPr/>
            <p:nvPr/>
          </p:nvSpPr>
          <p:spPr>
            <a:xfrm>
              <a:off x="5330591" y="21515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7" name="pt9557"/>
            <p:cNvSpPr/>
            <p:nvPr/>
          </p:nvSpPr>
          <p:spPr>
            <a:xfrm>
              <a:off x="5198425" y="23151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8" name="pt9558"/>
            <p:cNvSpPr/>
            <p:nvPr/>
          </p:nvSpPr>
          <p:spPr>
            <a:xfrm>
              <a:off x="5455661" y="21489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9" name="pt9559"/>
            <p:cNvSpPr/>
            <p:nvPr/>
          </p:nvSpPr>
          <p:spPr>
            <a:xfrm>
              <a:off x="5601003" y="19304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0" name="pt9560"/>
            <p:cNvSpPr/>
            <p:nvPr/>
          </p:nvSpPr>
          <p:spPr>
            <a:xfrm>
              <a:off x="5151550" y="25538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1" name="pt9561"/>
            <p:cNvSpPr/>
            <p:nvPr/>
          </p:nvSpPr>
          <p:spPr>
            <a:xfrm>
              <a:off x="5453728" y="21954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2" name="pt9562"/>
            <p:cNvSpPr/>
            <p:nvPr/>
          </p:nvSpPr>
          <p:spPr>
            <a:xfrm>
              <a:off x="4949402" y="17167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3" name="pt9563"/>
            <p:cNvSpPr/>
            <p:nvPr/>
          </p:nvSpPr>
          <p:spPr>
            <a:xfrm>
              <a:off x="5016261" y="24939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4" name="pt9564"/>
            <p:cNvSpPr/>
            <p:nvPr/>
          </p:nvSpPr>
          <p:spPr>
            <a:xfrm>
              <a:off x="5740865" y="19085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5" name="pt9565"/>
            <p:cNvSpPr/>
            <p:nvPr/>
          </p:nvSpPr>
          <p:spPr>
            <a:xfrm>
              <a:off x="5389357" y="21149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6" name="pt9566"/>
            <p:cNvSpPr/>
            <p:nvPr/>
          </p:nvSpPr>
          <p:spPr>
            <a:xfrm>
              <a:off x="5420454" y="21852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7" name="pt9567"/>
            <p:cNvSpPr/>
            <p:nvPr/>
          </p:nvSpPr>
          <p:spPr>
            <a:xfrm>
              <a:off x="5537831" y="20871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8" name="pt9568"/>
            <p:cNvSpPr/>
            <p:nvPr/>
          </p:nvSpPr>
          <p:spPr>
            <a:xfrm>
              <a:off x="5433977" y="22212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9" name="pt9569"/>
            <p:cNvSpPr/>
            <p:nvPr/>
          </p:nvSpPr>
          <p:spPr>
            <a:xfrm>
              <a:off x="5464221" y="20579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0" name="pt9570"/>
            <p:cNvSpPr/>
            <p:nvPr/>
          </p:nvSpPr>
          <p:spPr>
            <a:xfrm>
              <a:off x="5288043" y="2142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1" name="pt9571"/>
            <p:cNvSpPr/>
            <p:nvPr/>
          </p:nvSpPr>
          <p:spPr>
            <a:xfrm>
              <a:off x="5772031" y="19133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2" name="pt9572"/>
            <p:cNvSpPr/>
            <p:nvPr/>
          </p:nvSpPr>
          <p:spPr>
            <a:xfrm>
              <a:off x="5623628" y="18717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3" name="pt9573"/>
            <p:cNvSpPr/>
            <p:nvPr/>
          </p:nvSpPr>
          <p:spPr>
            <a:xfrm>
              <a:off x="5461696" y="21470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4" name="pt9574"/>
            <p:cNvSpPr/>
            <p:nvPr/>
          </p:nvSpPr>
          <p:spPr>
            <a:xfrm>
              <a:off x="5719524" y="20113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5" name="pt9575"/>
            <p:cNvSpPr/>
            <p:nvPr/>
          </p:nvSpPr>
          <p:spPr>
            <a:xfrm>
              <a:off x="4996331" y="27103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6" name="pt9576"/>
            <p:cNvSpPr/>
            <p:nvPr/>
          </p:nvSpPr>
          <p:spPr>
            <a:xfrm>
              <a:off x="5592856" y="21898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7" name="pt9577"/>
            <p:cNvSpPr/>
            <p:nvPr/>
          </p:nvSpPr>
          <p:spPr>
            <a:xfrm>
              <a:off x="5549172" y="21428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8" name="pt9578"/>
            <p:cNvSpPr/>
            <p:nvPr/>
          </p:nvSpPr>
          <p:spPr>
            <a:xfrm>
              <a:off x="5861452" y="14799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9" name="pt9579"/>
            <p:cNvSpPr/>
            <p:nvPr/>
          </p:nvSpPr>
          <p:spPr>
            <a:xfrm>
              <a:off x="6011166" y="22156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0" name="pt9580"/>
            <p:cNvSpPr/>
            <p:nvPr/>
          </p:nvSpPr>
          <p:spPr>
            <a:xfrm>
              <a:off x="5138529" y="26077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1" name="pt9581"/>
            <p:cNvSpPr/>
            <p:nvPr/>
          </p:nvSpPr>
          <p:spPr>
            <a:xfrm>
              <a:off x="5329695" y="22242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2" name="pt9582"/>
            <p:cNvSpPr/>
            <p:nvPr/>
          </p:nvSpPr>
          <p:spPr>
            <a:xfrm>
              <a:off x="5975860" y="17609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3" name="pt9583"/>
            <p:cNvSpPr/>
            <p:nvPr/>
          </p:nvSpPr>
          <p:spPr>
            <a:xfrm>
              <a:off x="5262352" y="22245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4" name="pt9584"/>
            <p:cNvSpPr/>
            <p:nvPr/>
          </p:nvSpPr>
          <p:spPr>
            <a:xfrm>
              <a:off x="5399168" y="21638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5" name="pt9585"/>
            <p:cNvSpPr/>
            <p:nvPr/>
          </p:nvSpPr>
          <p:spPr>
            <a:xfrm>
              <a:off x="4914538" y="25640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6" name="pt9586"/>
            <p:cNvSpPr/>
            <p:nvPr/>
          </p:nvSpPr>
          <p:spPr>
            <a:xfrm>
              <a:off x="5569588" y="22113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7" name="pt9587"/>
            <p:cNvSpPr/>
            <p:nvPr/>
          </p:nvSpPr>
          <p:spPr>
            <a:xfrm>
              <a:off x="5504498" y="20914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8" name="pt9588"/>
            <p:cNvSpPr/>
            <p:nvPr/>
          </p:nvSpPr>
          <p:spPr>
            <a:xfrm>
              <a:off x="5539086" y="21154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9" name="pt9589"/>
            <p:cNvSpPr/>
            <p:nvPr/>
          </p:nvSpPr>
          <p:spPr>
            <a:xfrm>
              <a:off x="5393381" y="21371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0" name="pt9590"/>
            <p:cNvSpPr/>
            <p:nvPr/>
          </p:nvSpPr>
          <p:spPr>
            <a:xfrm>
              <a:off x="5894878" y="18102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1" name="pt9591"/>
            <p:cNvSpPr/>
            <p:nvPr/>
          </p:nvSpPr>
          <p:spPr>
            <a:xfrm>
              <a:off x="5524786" y="21932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2" name="pt9592"/>
            <p:cNvSpPr/>
            <p:nvPr/>
          </p:nvSpPr>
          <p:spPr>
            <a:xfrm>
              <a:off x="5413030" y="21883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3" name="pt9593"/>
            <p:cNvSpPr/>
            <p:nvPr/>
          </p:nvSpPr>
          <p:spPr>
            <a:xfrm>
              <a:off x="5603674" y="20589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4" name="pt9594"/>
            <p:cNvSpPr/>
            <p:nvPr/>
          </p:nvSpPr>
          <p:spPr>
            <a:xfrm>
              <a:off x="5591383" y="19637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5" name="pt9595"/>
            <p:cNvSpPr/>
            <p:nvPr/>
          </p:nvSpPr>
          <p:spPr>
            <a:xfrm>
              <a:off x="5522886" y="21573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6" name="pt9596"/>
            <p:cNvSpPr/>
            <p:nvPr/>
          </p:nvSpPr>
          <p:spPr>
            <a:xfrm>
              <a:off x="5398017" y="22166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7" name="pt9597"/>
            <p:cNvSpPr/>
            <p:nvPr/>
          </p:nvSpPr>
          <p:spPr>
            <a:xfrm>
              <a:off x="5330740" y="22631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8" name="pt9598"/>
            <p:cNvSpPr/>
            <p:nvPr/>
          </p:nvSpPr>
          <p:spPr>
            <a:xfrm>
              <a:off x="5512198" y="21746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9" name="pt9599"/>
            <p:cNvSpPr/>
            <p:nvPr/>
          </p:nvSpPr>
          <p:spPr>
            <a:xfrm>
              <a:off x="5660424" y="20117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0" name="pt9600"/>
            <p:cNvSpPr/>
            <p:nvPr/>
          </p:nvSpPr>
          <p:spPr>
            <a:xfrm>
              <a:off x="5191961" y="24175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1" name="pt9601"/>
            <p:cNvSpPr/>
            <p:nvPr/>
          </p:nvSpPr>
          <p:spPr>
            <a:xfrm>
              <a:off x="5368829" y="21242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2" name="pt9602"/>
            <p:cNvSpPr/>
            <p:nvPr/>
          </p:nvSpPr>
          <p:spPr>
            <a:xfrm>
              <a:off x="5426310" y="23252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3" name="pt9603"/>
            <p:cNvSpPr/>
            <p:nvPr/>
          </p:nvSpPr>
          <p:spPr>
            <a:xfrm>
              <a:off x="4720477" y="25101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4" name="pt9604"/>
            <p:cNvSpPr/>
            <p:nvPr/>
          </p:nvSpPr>
          <p:spPr>
            <a:xfrm>
              <a:off x="5498755" y="21764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5" name="pt9605"/>
            <p:cNvSpPr/>
            <p:nvPr/>
          </p:nvSpPr>
          <p:spPr>
            <a:xfrm>
              <a:off x="5232392" y="22506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6" name="pt9606"/>
            <p:cNvSpPr/>
            <p:nvPr/>
          </p:nvSpPr>
          <p:spPr>
            <a:xfrm>
              <a:off x="5263297" y="21685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7" name="pt9607"/>
            <p:cNvSpPr/>
            <p:nvPr/>
          </p:nvSpPr>
          <p:spPr>
            <a:xfrm>
              <a:off x="5410877" y="21294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8" name="pt9608"/>
            <p:cNvSpPr/>
            <p:nvPr/>
          </p:nvSpPr>
          <p:spPr>
            <a:xfrm>
              <a:off x="5074153" y="23568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9" name="pt9609"/>
            <p:cNvSpPr/>
            <p:nvPr/>
          </p:nvSpPr>
          <p:spPr>
            <a:xfrm>
              <a:off x="5598941" y="19734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0" name="pt9610"/>
            <p:cNvSpPr/>
            <p:nvPr/>
          </p:nvSpPr>
          <p:spPr>
            <a:xfrm>
              <a:off x="5221699" y="20991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1" name="pt9611"/>
            <p:cNvSpPr/>
            <p:nvPr/>
          </p:nvSpPr>
          <p:spPr>
            <a:xfrm>
              <a:off x="5221939" y="21481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2" name="pt9612"/>
            <p:cNvSpPr/>
            <p:nvPr/>
          </p:nvSpPr>
          <p:spPr>
            <a:xfrm>
              <a:off x="5171481" y="28349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3" name="pt9613"/>
            <p:cNvSpPr/>
            <p:nvPr/>
          </p:nvSpPr>
          <p:spPr>
            <a:xfrm>
              <a:off x="5752733" y="1944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4" name="pt9614"/>
            <p:cNvSpPr/>
            <p:nvPr/>
          </p:nvSpPr>
          <p:spPr>
            <a:xfrm>
              <a:off x="5223958" y="21575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5" name="pt9615"/>
            <p:cNvSpPr/>
            <p:nvPr/>
          </p:nvSpPr>
          <p:spPr>
            <a:xfrm>
              <a:off x="5757286" y="20135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6" name="pt9616"/>
            <p:cNvSpPr/>
            <p:nvPr/>
          </p:nvSpPr>
          <p:spPr>
            <a:xfrm>
              <a:off x="5357330" y="22008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7" name="pt9617"/>
            <p:cNvSpPr/>
            <p:nvPr/>
          </p:nvSpPr>
          <p:spPr>
            <a:xfrm>
              <a:off x="5280957" y="22130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8" name="pt9618"/>
            <p:cNvSpPr/>
            <p:nvPr/>
          </p:nvSpPr>
          <p:spPr>
            <a:xfrm>
              <a:off x="5786681" y="20040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9" name="pt9619"/>
            <p:cNvSpPr/>
            <p:nvPr/>
          </p:nvSpPr>
          <p:spPr>
            <a:xfrm>
              <a:off x="5629847" y="22382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0" name="pt9620"/>
            <p:cNvSpPr/>
            <p:nvPr/>
          </p:nvSpPr>
          <p:spPr>
            <a:xfrm>
              <a:off x="5606610" y="2188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1" name="pt9621"/>
            <p:cNvSpPr/>
            <p:nvPr/>
          </p:nvSpPr>
          <p:spPr>
            <a:xfrm>
              <a:off x="5423049" y="22180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2" name="pt9622"/>
            <p:cNvSpPr/>
            <p:nvPr/>
          </p:nvSpPr>
          <p:spPr>
            <a:xfrm>
              <a:off x="5118275" y="25202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3" name="pt9623"/>
            <p:cNvSpPr/>
            <p:nvPr/>
          </p:nvSpPr>
          <p:spPr>
            <a:xfrm>
              <a:off x="5303845" y="20600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4" name="pt9624"/>
            <p:cNvSpPr/>
            <p:nvPr/>
          </p:nvSpPr>
          <p:spPr>
            <a:xfrm>
              <a:off x="5757817" y="19961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5" name="pt9625"/>
            <p:cNvSpPr/>
            <p:nvPr/>
          </p:nvSpPr>
          <p:spPr>
            <a:xfrm>
              <a:off x="5476984" y="18943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6" name="pt9626"/>
            <p:cNvSpPr/>
            <p:nvPr/>
          </p:nvSpPr>
          <p:spPr>
            <a:xfrm>
              <a:off x="5386260" y="20932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7" name="pt9627"/>
            <p:cNvSpPr/>
            <p:nvPr/>
          </p:nvSpPr>
          <p:spPr>
            <a:xfrm>
              <a:off x="5626924" y="20769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8" name="pt9628"/>
            <p:cNvSpPr/>
            <p:nvPr/>
          </p:nvSpPr>
          <p:spPr>
            <a:xfrm>
              <a:off x="4874309" y="23624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9" name="pt9629"/>
            <p:cNvSpPr/>
            <p:nvPr/>
          </p:nvSpPr>
          <p:spPr>
            <a:xfrm>
              <a:off x="5409241" y="19610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0" name="pt9630"/>
            <p:cNvSpPr/>
            <p:nvPr/>
          </p:nvSpPr>
          <p:spPr>
            <a:xfrm>
              <a:off x="5400778" y="21306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1" name="pt9631"/>
            <p:cNvSpPr/>
            <p:nvPr/>
          </p:nvSpPr>
          <p:spPr>
            <a:xfrm>
              <a:off x="5779263" y="20270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2" name="pt9632"/>
            <p:cNvSpPr/>
            <p:nvPr/>
          </p:nvSpPr>
          <p:spPr>
            <a:xfrm>
              <a:off x="5441061" y="22189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3" name="pt9633"/>
            <p:cNvSpPr/>
            <p:nvPr/>
          </p:nvSpPr>
          <p:spPr>
            <a:xfrm>
              <a:off x="5704478" y="1963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4" name="pt9634"/>
            <p:cNvSpPr/>
            <p:nvPr/>
          </p:nvSpPr>
          <p:spPr>
            <a:xfrm>
              <a:off x="5378374" y="21479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5" name="pt9635"/>
            <p:cNvSpPr/>
            <p:nvPr/>
          </p:nvSpPr>
          <p:spPr>
            <a:xfrm>
              <a:off x="5933918" y="17257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6" name="pt9636"/>
            <p:cNvSpPr/>
            <p:nvPr/>
          </p:nvSpPr>
          <p:spPr>
            <a:xfrm>
              <a:off x="5770859" y="20285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7" name="pt9637"/>
            <p:cNvSpPr/>
            <p:nvPr/>
          </p:nvSpPr>
          <p:spPr>
            <a:xfrm>
              <a:off x="5264246" y="21764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8" name="pt9638"/>
            <p:cNvSpPr/>
            <p:nvPr/>
          </p:nvSpPr>
          <p:spPr>
            <a:xfrm>
              <a:off x="5681206" y="17284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9" name="pt9639"/>
            <p:cNvSpPr/>
            <p:nvPr/>
          </p:nvSpPr>
          <p:spPr>
            <a:xfrm>
              <a:off x="5545816" y="21470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0" name="pt9640"/>
            <p:cNvSpPr/>
            <p:nvPr/>
          </p:nvSpPr>
          <p:spPr>
            <a:xfrm>
              <a:off x="5573144" y="22512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1" name="pt9641"/>
            <p:cNvSpPr/>
            <p:nvPr/>
          </p:nvSpPr>
          <p:spPr>
            <a:xfrm>
              <a:off x="5177173" y="25734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2" name="pt9642"/>
            <p:cNvSpPr/>
            <p:nvPr/>
          </p:nvSpPr>
          <p:spPr>
            <a:xfrm>
              <a:off x="5531206" y="23061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3" name="pt9643"/>
            <p:cNvSpPr/>
            <p:nvPr/>
          </p:nvSpPr>
          <p:spPr>
            <a:xfrm>
              <a:off x="5489671" y="21484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4" name="pt9644"/>
            <p:cNvSpPr/>
            <p:nvPr/>
          </p:nvSpPr>
          <p:spPr>
            <a:xfrm>
              <a:off x="5628502" y="19886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5" name="pt9645"/>
            <p:cNvSpPr/>
            <p:nvPr/>
          </p:nvSpPr>
          <p:spPr>
            <a:xfrm>
              <a:off x="5399219" y="21359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6" name="pt9646"/>
            <p:cNvSpPr/>
            <p:nvPr/>
          </p:nvSpPr>
          <p:spPr>
            <a:xfrm>
              <a:off x="5225506" y="21639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7" name="pt9647"/>
            <p:cNvSpPr/>
            <p:nvPr/>
          </p:nvSpPr>
          <p:spPr>
            <a:xfrm>
              <a:off x="5348338" y="21965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8" name="pt9648"/>
            <p:cNvSpPr/>
            <p:nvPr/>
          </p:nvSpPr>
          <p:spPr>
            <a:xfrm>
              <a:off x="5428671" y="22757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9" name="pt9649"/>
            <p:cNvSpPr/>
            <p:nvPr/>
          </p:nvSpPr>
          <p:spPr>
            <a:xfrm>
              <a:off x="5771790" y="19554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0" name="pt9650"/>
            <p:cNvSpPr/>
            <p:nvPr/>
          </p:nvSpPr>
          <p:spPr>
            <a:xfrm>
              <a:off x="5564723" y="2260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1" name="pt9651"/>
            <p:cNvSpPr/>
            <p:nvPr/>
          </p:nvSpPr>
          <p:spPr>
            <a:xfrm>
              <a:off x="5743070" y="1904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2" name="pt9652"/>
            <p:cNvSpPr/>
            <p:nvPr/>
          </p:nvSpPr>
          <p:spPr>
            <a:xfrm>
              <a:off x="5659519" y="20035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3" name="pt9653"/>
            <p:cNvSpPr/>
            <p:nvPr/>
          </p:nvSpPr>
          <p:spPr>
            <a:xfrm>
              <a:off x="5299691" y="20995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4" name="pt9654"/>
            <p:cNvSpPr/>
            <p:nvPr/>
          </p:nvSpPr>
          <p:spPr>
            <a:xfrm>
              <a:off x="5622937" y="19228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5" name="pt9655"/>
            <p:cNvSpPr/>
            <p:nvPr/>
          </p:nvSpPr>
          <p:spPr>
            <a:xfrm>
              <a:off x="5194902" y="22521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6" name="pt9656"/>
            <p:cNvSpPr/>
            <p:nvPr/>
          </p:nvSpPr>
          <p:spPr>
            <a:xfrm>
              <a:off x="5431650" y="22281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7" name="pt9657"/>
            <p:cNvSpPr/>
            <p:nvPr/>
          </p:nvSpPr>
          <p:spPr>
            <a:xfrm>
              <a:off x="5674806" y="16139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8" name="pt9658"/>
            <p:cNvSpPr/>
            <p:nvPr/>
          </p:nvSpPr>
          <p:spPr>
            <a:xfrm>
              <a:off x="5442800" y="22407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9" name="pt9659"/>
            <p:cNvSpPr/>
            <p:nvPr/>
          </p:nvSpPr>
          <p:spPr>
            <a:xfrm>
              <a:off x="5555848" y="22588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0" name="pt9660"/>
            <p:cNvSpPr/>
            <p:nvPr/>
          </p:nvSpPr>
          <p:spPr>
            <a:xfrm>
              <a:off x="5545819" y="21039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1" name="pt9661"/>
            <p:cNvSpPr/>
            <p:nvPr/>
          </p:nvSpPr>
          <p:spPr>
            <a:xfrm>
              <a:off x="4925193" y="22953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2" name="pt9662"/>
            <p:cNvSpPr/>
            <p:nvPr/>
          </p:nvSpPr>
          <p:spPr>
            <a:xfrm>
              <a:off x="5388635" y="21635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3" name="pt9663"/>
            <p:cNvSpPr/>
            <p:nvPr/>
          </p:nvSpPr>
          <p:spPr>
            <a:xfrm>
              <a:off x="4995162" y="27937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4" name="pt9664"/>
            <p:cNvSpPr/>
            <p:nvPr/>
          </p:nvSpPr>
          <p:spPr>
            <a:xfrm>
              <a:off x="5668348" y="2012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5" name="pt9665"/>
            <p:cNvSpPr/>
            <p:nvPr/>
          </p:nvSpPr>
          <p:spPr>
            <a:xfrm>
              <a:off x="5519772" y="22387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6" name="pt9666"/>
            <p:cNvSpPr/>
            <p:nvPr/>
          </p:nvSpPr>
          <p:spPr>
            <a:xfrm>
              <a:off x="5301643" y="21503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7" name="pt9667"/>
            <p:cNvSpPr/>
            <p:nvPr/>
          </p:nvSpPr>
          <p:spPr>
            <a:xfrm>
              <a:off x="5522896" y="20708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8" name="pt9668"/>
            <p:cNvSpPr/>
            <p:nvPr/>
          </p:nvSpPr>
          <p:spPr>
            <a:xfrm>
              <a:off x="5321181" y="21797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9" name="pt9669"/>
            <p:cNvSpPr/>
            <p:nvPr/>
          </p:nvSpPr>
          <p:spPr>
            <a:xfrm>
              <a:off x="5307669" y="19962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0" name="pt9670"/>
            <p:cNvSpPr/>
            <p:nvPr/>
          </p:nvSpPr>
          <p:spPr>
            <a:xfrm>
              <a:off x="5745048" y="18685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1" name="pt9671"/>
            <p:cNvSpPr/>
            <p:nvPr/>
          </p:nvSpPr>
          <p:spPr>
            <a:xfrm>
              <a:off x="5628271" y="18699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2" name="pt9672"/>
            <p:cNvSpPr/>
            <p:nvPr/>
          </p:nvSpPr>
          <p:spPr>
            <a:xfrm>
              <a:off x="4870663" y="2022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3" name="pt9673"/>
            <p:cNvSpPr/>
            <p:nvPr/>
          </p:nvSpPr>
          <p:spPr>
            <a:xfrm>
              <a:off x="5904106" y="2015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4" name="pt9674"/>
            <p:cNvSpPr/>
            <p:nvPr/>
          </p:nvSpPr>
          <p:spPr>
            <a:xfrm>
              <a:off x="5568254" y="21423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5" name="pt9675"/>
            <p:cNvSpPr/>
            <p:nvPr/>
          </p:nvSpPr>
          <p:spPr>
            <a:xfrm>
              <a:off x="4850466" y="25473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6" name="pt9676"/>
            <p:cNvSpPr/>
            <p:nvPr/>
          </p:nvSpPr>
          <p:spPr>
            <a:xfrm>
              <a:off x="5638472" y="20872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7" name="pt9677"/>
            <p:cNvSpPr/>
            <p:nvPr/>
          </p:nvSpPr>
          <p:spPr>
            <a:xfrm>
              <a:off x="5941733" y="13004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8" name="pt9678"/>
            <p:cNvSpPr/>
            <p:nvPr/>
          </p:nvSpPr>
          <p:spPr>
            <a:xfrm>
              <a:off x="5413963" y="2202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9" name="pt9679"/>
            <p:cNvSpPr/>
            <p:nvPr/>
          </p:nvSpPr>
          <p:spPr>
            <a:xfrm>
              <a:off x="5340649" y="21973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0" name="pt9680"/>
            <p:cNvSpPr/>
            <p:nvPr/>
          </p:nvSpPr>
          <p:spPr>
            <a:xfrm>
              <a:off x="5430713" y="23074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1" name="pt9681"/>
            <p:cNvSpPr/>
            <p:nvPr/>
          </p:nvSpPr>
          <p:spPr>
            <a:xfrm>
              <a:off x="5373075" y="22568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2" name="pt9682"/>
            <p:cNvSpPr/>
            <p:nvPr/>
          </p:nvSpPr>
          <p:spPr>
            <a:xfrm>
              <a:off x="5836532" y="17077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3" name="pt9683"/>
            <p:cNvSpPr/>
            <p:nvPr/>
          </p:nvSpPr>
          <p:spPr>
            <a:xfrm>
              <a:off x="5665332" y="20157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4" name="pt9684"/>
            <p:cNvSpPr/>
            <p:nvPr/>
          </p:nvSpPr>
          <p:spPr>
            <a:xfrm>
              <a:off x="5462201" y="20786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5" name="pt9685"/>
            <p:cNvSpPr/>
            <p:nvPr/>
          </p:nvSpPr>
          <p:spPr>
            <a:xfrm>
              <a:off x="5858494" y="19289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6" name="pt9686"/>
            <p:cNvSpPr/>
            <p:nvPr/>
          </p:nvSpPr>
          <p:spPr>
            <a:xfrm>
              <a:off x="5633019" y="21382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7" name="pt9687"/>
            <p:cNvSpPr/>
            <p:nvPr/>
          </p:nvSpPr>
          <p:spPr>
            <a:xfrm>
              <a:off x="5316844" y="20852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8" name="pt9688"/>
            <p:cNvSpPr/>
            <p:nvPr/>
          </p:nvSpPr>
          <p:spPr>
            <a:xfrm>
              <a:off x="5180822" y="25797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9" name="pt9689"/>
            <p:cNvSpPr/>
            <p:nvPr/>
          </p:nvSpPr>
          <p:spPr>
            <a:xfrm>
              <a:off x="5518348" y="21838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0" name="pt9690"/>
            <p:cNvSpPr/>
            <p:nvPr/>
          </p:nvSpPr>
          <p:spPr>
            <a:xfrm>
              <a:off x="4872988" y="24857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1" name="pt9691"/>
            <p:cNvSpPr/>
            <p:nvPr/>
          </p:nvSpPr>
          <p:spPr>
            <a:xfrm>
              <a:off x="5856905" y="19061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2" name="pt9692"/>
            <p:cNvSpPr/>
            <p:nvPr/>
          </p:nvSpPr>
          <p:spPr>
            <a:xfrm>
              <a:off x="5423146" y="20501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3" name="pt9693"/>
            <p:cNvSpPr/>
            <p:nvPr/>
          </p:nvSpPr>
          <p:spPr>
            <a:xfrm>
              <a:off x="5730658" y="18219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4" name="pt9694"/>
            <p:cNvSpPr/>
            <p:nvPr/>
          </p:nvSpPr>
          <p:spPr>
            <a:xfrm>
              <a:off x="5864256" y="17967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5" name="pt9695"/>
            <p:cNvSpPr/>
            <p:nvPr/>
          </p:nvSpPr>
          <p:spPr>
            <a:xfrm>
              <a:off x="5367735" y="22651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6" name="pt9696"/>
            <p:cNvSpPr/>
            <p:nvPr/>
          </p:nvSpPr>
          <p:spPr>
            <a:xfrm>
              <a:off x="5302403" y="22331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7" name="pt9697"/>
            <p:cNvSpPr/>
            <p:nvPr/>
          </p:nvSpPr>
          <p:spPr>
            <a:xfrm>
              <a:off x="5559874" y="22534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8" name="pt9698"/>
            <p:cNvSpPr/>
            <p:nvPr/>
          </p:nvSpPr>
          <p:spPr>
            <a:xfrm>
              <a:off x="5119855" y="25588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9" name="pt9699"/>
            <p:cNvSpPr/>
            <p:nvPr/>
          </p:nvSpPr>
          <p:spPr>
            <a:xfrm>
              <a:off x="5163662" y="26486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0" name="pt9700"/>
            <p:cNvSpPr/>
            <p:nvPr/>
          </p:nvSpPr>
          <p:spPr>
            <a:xfrm>
              <a:off x="5091037" y="26814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1" name="pt9701"/>
            <p:cNvSpPr/>
            <p:nvPr/>
          </p:nvSpPr>
          <p:spPr>
            <a:xfrm>
              <a:off x="5455152" y="22164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2" name="pt9702"/>
            <p:cNvSpPr/>
            <p:nvPr/>
          </p:nvSpPr>
          <p:spPr>
            <a:xfrm>
              <a:off x="5360478" y="22332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3" name="pt9703"/>
            <p:cNvSpPr/>
            <p:nvPr/>
          </p:nvSpPr>
          <p:spPr>
            <a:xfrm>
              <a:off x="5755774" y="18055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4" name="pt9704"/>
            <p:cNvSpPr/>
            <p:nvPr/>
          </p:nvSpPr>
          <p:spPr>
            <a:xfrm>
              <a:off x="5680595" y="15664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5" name="pt9705"/>
            <p:cNvSpPr/>
            <p:nvPr/>
          </p:nvSpPr>
          <p:spPr>
            <a:xfrm>
              <a:off x="5231315" y="20961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6" name="pt9706"/>
            <p:cNvSpPr/>
            <p:nvPr/>
          </p:nvSpPr>
          <p:spPr>
            <a:xfrm>
              <a:off x="5068221" y="24720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7" name="pt9707"/>
            <p:cNvSpPr/>
            <p:nvPr/>
          </p:nvSpPr>
          <p:spPr>
            <a:xfrm>
              <a:off x="5683146" y="18298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8" name="pt9708"/>
            <p:cNvSpPr/>
            <p:nvPr/>
          </p:nvSpPr>
          <p:spPr>
            <a:xfrm>
              <a:off x="5213020" y="22230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9" name="pt9709"/>
            <p:cNvSpPr/>
            <p:nvPr/>
          </p:nvSpPr>
          <p:spPr>
            <a:xfrm>
              <a:off x="5368175" y="20546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0" name="pt9710"/>
            <p:cNvSpPr/>
            <p:nvPr/>
          </p:nvSpPr>
          <p:spPr>
            <a:xfrm>
              <a:off x="5369572" y="21879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1" name="pt9711"/>
            <p:cNvSpPr/>
            <p:nvPr/>
          </p:nvSpPr>
          <p:spPr>
            <a:xfrm>
              <a:off x="5552340" y="22093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2" name="pt9712"/>
            <p:cNvSpPr/>
            <p:nvPr/>
          </p:nvSpPr>
          <p:spPr>
            <a:xfrm>
              <a:off x="5350171" y="22695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3" name="pt9713"/>
            <p:cNvSpPr/>
            <p:nvPr/>
          </p:nvSpPr>
          <p:spPr>
            <a:xfrm>
              <a:off x="5381155" y="22066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4" name="pt9714"/>
            <p:cNvSpPr/>
            <p:nvPr/>
          </p:nvSpPr>
          <p:spPr>
            <a:xfrm>
              <a:off x="5440571" y="22723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5" name="pt9715"/>
            <p:cNvSpPr/>
            <p:nvPr/>
          </p:nvSpPr>
          <p:spPr>
            <a:xfrm>
              <a:off x="5672430" y="17946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6" name="pt9716"/>
            <p:cNvSpPr/>
            <p:nvPr/>
          </p:nvSpPr>
          <p:spPr>
            <a:xfrm>
              <a:off x="5457254" y="22511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7" name="pt9717"/>
            <p:cNvSpPr/>
            <p:nvPr/>
          </p:nvSpPr>
          <p:spPr>
            <a:xfrm>
              <a:off x="5290907" y="22051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8" name="pt9718"/>
            <p:cNvSpPr/>
            <p:nvPr/>
          </p:nvSpPr>
          <p:spPr>
            <a:xfrm>
              <a:off x="5693334" y="1860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9" name="pt9719"/>
            <p:cNvSpPr/>
            <p:nvPr/>
          </p:nvSpPr>
          <p:spPr>
            <a:xfrm>
              <a:off x="5694280" y="20751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0" name="pt9720"/>
            <p:cNvSpPr/>
            <p:nvPr/>
          </p:nvSpPr>
          <p:spPr>
            <a:xfrm>
              <a:off x="5404758" y="22156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1" name="pt9721"/>
            <p:cNvSpPr/>
            <p:nvPr/>
          </p:nvSpPr>
          <p:spPr>
            <a:xfrm>
              <a:off x="4954442" y="18747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2" name="pt9722"/>
            <p:cNvSpPr/>
            <p:nvPr/>
          </p:nvSpPr>
          <p:spPr>
            <a:xfrm>
              <a:off x="5453105" y="22085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3" name="pt9723"/>
            <p:cNvSpPr/>
            <p:nvPr/>
          </p:nvSpPr>
          <p:spPr>
            <a:xfrm>
              <a:off x="5467743" y="20829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4" name="pt9724"/>
            <p:cNvSpPr/>
            <p:nvPr/>
          </p:nvSpPr>
          <p:spPr>
            <a:xfrm>
              <a:off x="5345215" y="21400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5" name="pt9725"/>
            <p:cNvSpPr/>
            <p:nvPr/>
          </p:nvSpPr>
          <p:spPr>
            <a:xfrm>
              <a:off x="5703036" y="19428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6" name="pt9726"/>
            <p:cNvSpPr/>
            <p:nvPr/>
          </p:nvSpPr>
          <p:spPr>
            <a:xfrm>
              <a:off x="5385405" y="21460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7" name="pt9727"/>
            <p:cNvSpPr/>
            <p:nvPr/>
          </p:nvSpPr>
          <p:spPr>
            <a:xfrm>
              <a:off x="5781544" y="21004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8" name="pt9728"/>
            <p:cNvSpPr/>
            <p:nvPr/>
          </p:nvSpPr>
          <p:spPr>
            <a:xfrm>
              <a:off x="5615958" y="19410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9" name="pt9729"/>
            <p:cNvSpPr/>
            <p:nvPr/>
          </p:nvSpPr>
          <p:spPr>
            <a:xfrm>
              <a:off x="5726452" y="17830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0" name="pt9730"/>
            <p:cNvSpPr/>
            <p:nvPr/>
          </p:nvSpPr>
          <p:spPr>
            <a:xfrm>
              <a:off x="5107571" y="16894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1" name="pt9731"/>
            <p:cNvSpPr/>
            <p:nvPr/>
          </p:nvSpPr>
          <p:spPr>
            <a:xfrm>
              <a:off x="5248188" y="18991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2" name="pt9732"/>
            <p:cNvSpPr/>
            <p:nvPr/>
          </p:nvSpPr>
          <p:spPr>
            <a:xfrm>
              <a:off x="5271477" y="21220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3" name="pt9733"/>
            <p:cNvSpPr/>
            <p:nvPr/>
          </p:nvSpPr>
          <p:spPr>
            <a:xfrm>
              <a:off x="4969074" y="1974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4" name="pt9734"/>
            <p:cNvSpPr/>
            <p:nvPr/>
          </p:nvSpPr>
          <p:spPr>
            <a:xfrm>
              <a:off x="5426140" y="22644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5" name="pt9735"/>
            <p:cNvSpPr/>
            <p:nvPr/>
          </p:nvSpPr>
          <p:spPr>
            <a:xfrm>
              <a:off x="5517536" y="22038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6" name="pt9736"/>
            <p:cNvSpPr/>
            <p:nvPr/>
          </p:nvSpPr>
          <p:spPr>
            <a:xfrm>
              <a:off x="5321011" y="23654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7" name="pt9737"/>
            <p:cNvSpPr/>
            <p:nvPr/>
          </p:nvSpPr>
          <p:spPr>
            <a:xfrm>
              <a:off x="5230894" y="21275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8" name="pt9738"/>
            <p:cNvSpPr/>
            <p:nvPr/>
          </p:nvSpPr>
          <p:spPr>
            <a:xfrm>
              <a:off x="5609170" y="20265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9" name="pt9739"/>
            <p:cNvSpPr/>
            <p:nvPr/>
          </p:nvSpPr>
          <p:spPr>
            <a:xfrm>
              <a:off x="5680221" y="1671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0" name="pt9740"/>
            <p:cNvSpPr/>
            <p:nvPr/>
          </p:nvSpPr>
          <p:spPr>
            <a:xfrm>
              <a:off x="5233605" y="20830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1" name="pt9741"/>
            <p:cNvSpPr/>
            <p:nvPr/>
          </p:nvSpPr>
          <p:spPr>
            <a:xfrm>
              <a:off x="5218720" y="22490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2" name="pt9742"/>
            <p:cNvSpPr/>
            <p:nvPr/>
          </p:nvSpPr>
          <p:spPr>
            <a:xfrm>
              <a:off x="5377555" y="2272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3" name="pt9743"/>
            <p:cNvSpPr/>
            <p:nvPr/>
          </p:nvSpPr>
          <p:spPr>
            <a:xfrm>
              <a:off x="5471292" y="19777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4" name="pt9744"/>
            <p:cNvSpPr/>
            <p:nvPr/>
          </p:nvSpPr>
          <p:spPr>
            <a:xfrm>
              <a:off x="5099540" y="25330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5" name="pt9745"/>
            <p:cNvSpPr/>
            <p:nvPr/>
          </p:nvSpPr>
          <p:spPr>
            <a:xfrm>
              <a:off x="5601962" y="19402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6" name="pt9746"/>
            <p:cNvSpPr/>
            <p:nvPr/>
          </p:nvSpPr>
          <p:spPr>
            <a:xfrm>
              <a:off x="5277678" y="21639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7" name="pt9747"/>
            <p:cNvSpPr/>
            <p:nvPr/>
          </p:nvSpPr>
          <p:spPr>
            <a:xfrm>
              <a:off x="5259010" y="22307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8" name="pt9748"/>
            <p:cNvSpPr/>
            <p:nvPr/>
          </p:nvSpPr>
          <p:spPr>
            <a:xfrm>
              <a:off x="5612752" y="20185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9" name="pt9749"/>
            <p:cNvSpPr/>
            <p:nvPr/>
          </p:nvSpPr>
          <p:spPr>
            <a:xfrm>
              <a:off x="5555909" y="23474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0" name="pt9750"/>
            <p:cNvSpPr/>
            <p:nvPr/>
          </p:nvSpPr>
          <p:spPr>
            <a:xfrm>
              <a:off x="5433226" y="21219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1" name="pt9751"/>
            <p:cNvSpPr/>
            <p:nvPr/>
          </p:nvSpPr>
          <p:spPr>
            <a:xfrm>
              <a:off x="5360969" y="21908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2" name="pt9752"/>
            <p:cNvSpPr/>
            <p:nvPr/>
          </p:nvSpPr>
          <p:spPr>
            <a:xfrm>
              <a:off x="5362202" y="22483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3" name="pt9753"/>
            <p:cNvSpPr/>
            <p:nvPr/>
          </p:nvSpPr>
          <p:spPr>
            <a:xfrm>
              <a:off x="5578881" y="23068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4" name="pt9754"/>
            <p:cNvSpPr/>
            <p:nvPr/>
          </p:nvSpPr>
          <p:spPr>
            <a:xfrm>
              <a:off x="5152338" y="27158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5" name="pt9755"/>
            <p:cNvSpPr/>
            <p:nvPr/>
          </p:nvSpPr>
          <p:spPr>
            <a:xfrm>
              <a:off x="5466241" y="20056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6" name="pt9756"/>
            <p:cNvSpPr/>
            <p:nvPr/>
          </p:nvSpPr>
          <p:spPr>
            <a:xfrm>
              <a:off x="5504333" y="22035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7" name="pt9757"/>
            <p:cNvSpPr/>
            <p:nvPr/>
          </p:nvSpPr>
          <p:spPr>
            <a:xfrm>
              <a:off x="5419617" y="22347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8" name="pt9758"/>
            <p:cNvSpPr/>
            <p:nvPr/>
          </p:nvSpPr>
          <p:spPr>
            <a:xfrm>
              <a:off x="5295006" y="22064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9" name="pt9759"/>
            <p:cNvSpPr/>
            <p:nvPr/>
          </p:nvSpPr>
          <p:spPr>
            <a:xfrm>
              <a:off x="5533057" y="21533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0" name="pt9760"/>
            <p:cNvSpPr/>
            <p:nvPr/>
          </p:nvSpPr>
          <p:spPr>
            <a:xfrm>
              <a:off x="5466582" y="19968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1" name="pt9761"/>
            <p:cNvSpPr/>
            <p:nvPr/>
          </p:nvSpPr>
          <p:spPr>
            <a:xfrm>
              <a:off x="5114183" y="20670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2" name="pt9762"/>
            <p:cNvSpPr/>
            <p:nvPr/>
          </p:nvSpPr>
          <p:spPr>
            <a:xfrm>
              <a:off x="5708388" y="20543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3" name="pt9763"/>
            <p:cNvSpPr/>
            <p:nvPr/>
          </p:nvSpPr>
          <p:spPr>
            <a:xfrm>
              <a:off x="5074444" y="24509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4" name="pt9764"/>
            <p:cNvSpPr/>
            <p:nvPr/>
          </p:nvSpPr>
          <p:spPr>
            <a:xfrm>
              <a:off x="5620111" y="18438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5" name="pt9765"/>
            <p:cNvSpPr/>
            <p:nvPr/>
          </p:nvSpPr>
          <p:spPr>
            <a:xfrm>
              <a:off x="5819476" y="19209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6" name="pt9766"/>
            <p:cNvSpPr/>
            <p:nvPr/>
          </p:nvSpPr>
          <p:spPr>
            <a:xfrm>
              <a:off x="5431501" y="21139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7" name="pt9767"/>
            <p:cNvSpPr/>
            <p:nvPr/>
          </p:nvSpPr>
          <p:spPr>
            <a:xfrm>
              <a:off x="5270340" y="20778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8" name="pt9768"/>
            <p:cNvSpPr/>
            <p:nvPr/>
          </p:nvSpPr>
          <p:spPr>
            <a:xfrm>
              <a:off x="5732966" y="18180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9" name="pt9769"/>
            <p:cNvSpPr/>
            <p:nvPr/>
          </p:nvSpPr>
          <p:spPr>
            <a:xfrm>
              <a:off x="5769424" y="19709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0" name="pt9770"/>
            <p:cNvSpPr/>
            <p:nvPr/>
          </p:nvSpPr>
          <p:spPr>
            <a:xfrm>
              <a:off x="5363339" y="21555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1" name="pt9771"/>
            <p:cNvSpPr/>
            <p:nvPr/>
          </p:nvSpPr>
          <p:spPr>
            <a:xfrm>
              <a:off x="4756089" y="23218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2" name="pt9772"/>
            <p:cNvSpPr/>
            <p:nvPr/>
          </p:nvSpPr>
          <p:spPr>
            <a:xfrm>
              <a:off x="5741573" y="18719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3" name="pt9773"/>
            <p:cNvSpPr/>
            <p:nvPr/>
          </p:nvSpPr>
          <p:spPr>
            <a:xfrm>
              <a:off x="5133098" y="26520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4" name="pt9774"/>
            <p:cNvSpPr/>
            <p:nvPr/>
          </p:nvSpPr>
          <p:spPr>
            <a:xfrm>
              <a:off x="5176987" y="26544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5" name="pt9775"/>
            <p:cNvSpPr/>
            <p:nvPr/>
          </p:nvSpPr>
          <p:spPr>
            <a:xfrm>
              <a:off x="5555125" y="22406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6" name="pt9776"/>
            <p:cNvSpPr/>
            <p:nvPr/>
          </p:nvSpPr>
          <p:spPr>
            <a:xfrm>
              <a:off x="5271069" y="20212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7" name="pt9777"/>
            <p:cNvSpPr/>
            <p:nvPr/>
          </p:nvSpPr>
          <p:spPr>
            <a:xfrm>
              <a:off x="5423798" y="21703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8" name="pt9778"/>
            <p:cNvSpPr/>
            <p:nvPr/>
          </p:nvSpPr>
          <p:spPr>
            <a:xfrm>
              <a:off x="4813085" y="22885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9" name="pt9779"/>
            <p:cNvSpPr/>
            <p:nvPr/>
          </p:nvSpPr>
          <p:spPr>
            <a:xfrm>
              <a:off x="5357606" y="21206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0" name="pt9780"/>
            <p:cNvSpPr/>
            <p:nvPr/>
          </p:nvSpPr>
          <p:spPr>
            <a:xfrm>
              <a:off x="5197182" y="21867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1" name="pt9781"/>
            <p:cNvSpPr/>
            <p:nvPr/>
          </p:nvSpPr>
          <p:spPr>
            <a:xfrm>
              <a:off x="5524727" y="21715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2" name="pt9782"/>
            <p:cNvSpPr/>
            <p:nvPr/>
          </p:nvSpPr>
          <p:spPr>
            <a:xfrm>
              <a:off x="5333796" y="22432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3" name="pt9783"/>
            <p:cNvSpPr/>
            <p:nvPr/>
          </p:nvSpPr>
          <p:spPr>
            <a:xfrm>
              <a:off x="5741885" y="17579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4" name="pt9784"/>
            <p:cNvSpPr/>
            <p:nvPr/>
          </p:nvSpPr>
          <p:spPr>
            <a:xfrm>
              <a:off x="5628213" y="19275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5" name="pt9785"/>
            <p:cNvSpPr/>
            <p:nvPr/>
          </p:nvSpPr>
          <p:spPr>
            <a:xfrm>
              <a:off x="5267796" y="21159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6" name="pt9786"/>
            <p:cNvSpPr/>
            <p:nvPr/>
          </p:nvSpPr>
          <p:spPr>
            <a:xfrm>
              <a:off x="5493015" y="21882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7" name="pt9787"/>
            <p:cNvSpPr/>
            <p:nvPr/>
          </p:nvSpPr>
          <p:spPr>
            <a:xfrm>
              <a:off x="5595469" y="20018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8" name="pt9788"/>
            <p:cNvSpPr/>
            <p:nvPr/>
          </p:nvSpPr>
          <p:spPr>
            <a:xfrm>
              <a:off x="5845340" y="18986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9" name="pt9789"/>
            <p:cNvSpPr/>
            <p:nvPr/>
          </p:nvSpPr>
          <p:spPr>
            <a:xfrm>
              <a:off x="5405056" y="21948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0" name="pt9790"/>
            <p:cNvSpPr/>
            <p:nvPr/>
          </p:nvSpPr>
          <p:spPr>
            <a:xfrm>
              <a:off x="5830875" y="19749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1" name="pt9791"/>
            <p:cNvSpPr/>
            <p:nvPr/>
          </p:nvSpPr>
          <p:spPr>
            <a:xfrm>
              <a:off x="5358695" y="21290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2" name="pt9792"/>
            <p:cNvSpPr/>
            <p:nvPr/>
          </p:nvSpPr>
          <p:spPr>
            <a:xfrm>
              <a:off x="5673753" y="1942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3" name="pt9793"/>
            <p:cNvSpPr/>
            <p:nvPr/>
          </p:nvSpPr>
          <p:spPr>
            <a:xfrm>
              <a:off x="4925293" y="19653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4" name="pt9794"/>
            <p:cNvSpPr/>
            <p:nvPr/>
          </p:nvSpPr>
          <p:spPr>
            <a:xfrm>
              <a:off x="5535748" y="22464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5" name="pt9795"/>
            <p:cNvSpPr/>
            <p:nvPr/>
          </p:nvSpPr>
          <p:spPr>
            <a:xfrm>
              <a:off x="5358145" y="22423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6" name="pt9796"/>
            <p:cNvSpPr/>
            <p:nvPr/>
          </p:nvSpPr>
          <p:spPr>
            <a:xfrm>
              <a:off x="5504071" y="21010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7" name="pt9797"/>
            <p:cNvSpPr/>
            <p:nvPr/>
          </p:nvSpPr>
          <p:spPr>
            <a:xfrm>
              <a:off x="5593792" y="20134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8" name="pt9798"/>
            <p:cNvSpPr/>
            <p:nvPr/>
          </p:nvSpPr>
          <p:spPr>
            <a:xfrm>
              <a:off x="5388376" y="20821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9" name="pt9799"/>
            <p:cNvSpPr/>
            <p:nvPr/>
          </p:nvSpPr>
          <p:spPr>
            <a:xfrm>
              <a:off x="5282749" y="21868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0" name="pt9800"/>
            <p:cNvSpPr/>
            <p:nvPr/>
          </p:nvSpPr>
          <p:spPr>
            <a:xfrm>
              <a:off x="5641061" y="19636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1" name="pt9801"/>
            <p:cNvSpPr/>
            <p:nvPr/>
          </p:nvSpPr>
          <p:spPr>
            <a:xfrm>
              <a:off x="5471754" y="18720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2" name="pt9802"/>
            <p:cNvSpPr/>
            <p:nvPr/>
          </p:nvSpPr>
          <p:spPr>
            <a:xfrm>
              <a:off x="5757035" y="20138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3" name="pt9803"/>
            <p:cNvSpPr/>
            <p:nvPr/>
          </p:nvSpPr>
          <p:spPr>
            <a:xfrm>
              <a:off x="5940723" y="15582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4" name="pt9804"/>
            <p:cNvSpPr/>
            <p:nvPr/>
          </p:nvSpPr>
          <p:spPr>
            <a:xfrm>
              <a:off x="5470104" y="20182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5" name="pt9805"/>
            <p:cNvSpPr/>
            <p:nvPr/>
          </p:nvSpPr>
          <p:spPr>
            <a:xfrm>
              <a:off x="5892124" y="19546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6" name="pt9806"/>
            <p:cNvSpPr/>
            <p:nvPr/>
          </p:nvSpPr>
          <p:spPr>
            <a:xfrm>
              <a:off x="5627643" y="19464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7" name="pt9807"/>
            <p:cNvSpPr/>
            <p:nvPr/>
          </p:nvSpPr>
          <p:spPr>
            <a:xfrm>
              <a:off x="5593806" y="22313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8" name="pt9808"/>
            <p:cNvSpPr/>
            <p:nvPr/>
          </p:nvSpPr>
          <p:spPr>
            <a:xfrm>
              <a:off x="5448763" y="22386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9" name="pt9809"/>
            <p:cNvSpPr/>
            <p:nvPr/>
          </p:nvSpPr>
          <p:spPr>
            <a:xfrm>
              <a:off x="5989343" y="22656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0" name="pt9810"/>
            <p:cNvSpPr/>
            <p:nvPr/>
          </p:nvSpPr>
          <p:spPr>
            <a:xfrm>
              <a:off x="5646117" y="20099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1" name="pt9811"/>
            <p:cNvSpPr/>
            <p:nvPr/>
          </p:nvSpPr>
          <p:spPr>
            <a:xfrm>
              <a:off x="5949935" y="18772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2" name="pt9812"/>
            <p:cNvSpPr/>
            <p:nvPr/>
          </p:nvSpPr>
          <p:spPr>
            <a:xfrm>
              <a:off x="5512926" y="22406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3" name="pt9813"/>
            <p:cNvSpPr/>
            <p:nvPr/>
          </p:nvSpPr>
          <p:spPr>
            <a:xfrm>
              <a:off x="5132218" y="25697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4" name="pt9814"/>
            <p:cNvSpPr/>
            <p:nvPr/>
          </p:nvSpPr>
          <p:spPr>
            <a:xfrm>
              <a:off x="5180081" y="23791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5" name="pt9815"/>
            <p:cNvSpPr/>
            <p:nvPr/>
          </p:nvSpPr>
          <p:spPr>
            <a:xfrm>
              <a:off x="5060235" y="23628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6" name="pt9816"/>
            <p:cNvSpPr/>
            <p:nvPr/>
          </p:nvSpPr>
          <p:spPr>
            <a:xfrm>
              <a:off x="5747601" y="18643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7" name="pt9817"/>
            <p:cNvSpPr/>
            <p:nvPr/>
          </p:nvSpPr>
          <p:spPr>
            <a:xfrm>
              <a:off x="5530529" y="21297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8" name="pt9818"/>
            <p:cNvSpPr/>
            <p:nvPr/>
          </p:nvSpPr>
          <p:spPr>
            <a:xfrm>
              <a:off x="5044850" y="2198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9" name="pt9819"/>
            <p:cNvSpPr/>
            <p:nvPr/>
          </p:nvSpPr>
          <p:spPr>
            <a:xfrm>
              <a:off x="5236789" y="21247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0" name="pt9820"/>
            <p:cNvSpPr/>
            <p:nvPr/>
          </p:nvSpPr>
          <p:spPr>
            <a:xfrm>
              <a:off x="5618350" y="19202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1" name="pt9821"/>
            <p:cNvSpPr/>
            <p:nvPr/>
          </p:nvSpPr>
          <p:spPr>
            <a:xfrm>
              <a:off x="4887980" y="25830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2" name="pt9822"/>
            <p:cNvSpPr/>
            <p:nvPr/>
          </p:nvSpPr>
          <p:spPr>
            <a:xfrm>
              <a:off x="5393314" y="20821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3" name="pt9823"/>
            <p:cNvSpPr/>
            <p:nvPr/>
          </p:nvSpPr>
          <p:spPr>
            <a:xfrm>
              <a:off x="5160418" y="26877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4" name="pt9824"/>
            <p:cNvSpPr/>
            <p:nvPr/>
          </p:nvSpPr>
          <p:spPr>
            <a:xfrm>
              <a:off x="5306673" y="20333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5" name="pt9825"/>
            <p:cNvSpPr/>
            <p:nvPr/>
          </p:nvSpPr>
          <p:spPr>
            <a:xfrm>
              <a:off x="5377214" y="21015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6" name="pt9826"/>
            <p:cNvSpPr/>
            <p:nvPr/>
          </p:nvSpPr>
          <p:spPr>
            <a:xfrm>
              <a:off x="5438164" y="22122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7" name="pt9827"/>
            <p:cNvSpPr/>
            <p:nvPr/>
          </p:nvSpPr>
          <p:spPr>
            <a:xfrm>
              <a:off x="5508650" y="22736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8" name="pt9828"/>
            <p:cNvSpPr/>
            <p:nvPr/>
          </p:nvSpPr>
          <p:spPr>
            <a:xfrm>
              <a:off x="5231396" y="21274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9" name="pt9829"/>
            <p:cNvSpPr/>
            <p:nvPr/>
          </p:nvSpPr>
          <p:spPr>
            <a:xfrm>
              <a:off x="5881233" y="16352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0" name="pt9830"/>
            <p:cNvSpPr/>
            <p:nvPr/>
          </p:nvSpPr>
          <p:spPr>
            <a:xfrm>
              <a:off x="5760096" y="18668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1" name="pt9831"/>
            <p:cNvSpPr/>
            <p:nvPr/>
          </p:nvSpPr>
          <p:spPr>
            <a:xfrm>
              <a:off x="5299068" y="22293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2" name="pt9832"/>
            <p:cNvSpPr/>
            <p:nvPr/>
          </p:nvSpPr>
          <p:spPr>
            <a:xfrm>
              <a:off x="5536458" y="21605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3" name="pt9833"/>
            <p:cNvSpPr/>
            <p:nvPr/>
          </p:nvSpPr>
          <p:spPr>
            <a:xfrm>
              <a:off x="5101009" y="18282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4" name="pt9834"/>
            <p:cNvSpPr/>
            <p:nvPr/>
          </p:nvSpPr>
          <p:spPr>
            <a:xfrm>
              <a:off x="5608371" y="21862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5" name="pt9835"/>
            <p:cNvSpPr/>
            <p:nvPr/>
          </p:nvSpPr>
          <p:spPr>
            <a:xfrm>
              <a:off x="5477395" y="2030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6" name="pt9836"/>
            <p:cNvSpPr/>
            <p:nvPr/>
          </p:nvSpPr>
          <p:spPr>
            <a:xfrm>
              <a:off x="5531514" y="21357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7" name="pt9837"/>
            <p:cNvSpPr/>
            <p:nvPr/>
          </p:nvSpPr>
          <p:spPr>
            <a:xfrm>
              <a:off x="5773472" y="20256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8" name="pt9838"/>
            <p:cNvSpPr/>
            <p:nvPr/>
          </p:nvSpPr>
          <p:spPr>
            <a:xfrm>
              <a:off x="5440091" y="2269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9" name="pt9839"/>
            <p:cNvSpPr/>
            <p:nvPr/>
          </p:nvSpPr>
          <p:spPr>
            <a:xfrm>
              <a:off x="5370922" y="22497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0" name="pt9840"/>
            <p:cNvSpPr/>
            <p:nvPr/>
          </p:nvSpPr>
          <p:spPr>
            <a:xfrm>
              <a:off x="5190031" y="22152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1" name="pt9841"/>
            <p:cNvSpPr/>
            <p:nvPr/>
          </p:nvSpPr>
          <p:spPr>
            <a:xfrm>
              <a:off x="5767791" y="19799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2" name="pt9842"/>
            <p:cNvSpPr/>
            <p:nvPr/>
          </p:nvSpPr>
          <p:spPr>
            <a:xfrm>
              <a:off x="5052989" y="21330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3" name="pt9843"/>
            <p:cNvSpPr/>
            <p:nvPr/>
          </p:nvSpPr>
          <p:spPr>
            <a:xfrm>
              <a:off x="5523227" y="22334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4" name="pt9844"/>
            <p:cNvSpPr/>
            <p:nvPr/>
          </p:nvSpPr>
          <p:spPr>
            <a:xfrm>
              <a:off x="5163967" y="26268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5" name="pt9845"/>
            <p:cNvSpPr/>
            <p:nvPr/>
          </p:nvSpPr>
          <p:spPr>
            <a:xfrm>
              <a:off x="5368385" y="21028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6" name="pt9846"/>
            <p:cNvSpPr/>
            <p:nvPr/>
          </p:nvSpPr>
          <p:spPr>
            <a:xfrm>
              <a:off x="5289599" y="21812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7" name="pt9847"/>
            <p:cNvSpPr/>
            <p:nvPr/>
          </p:nvSpPr>
          <p:spPr>
            <a:xfrm>
              <a:off x="5398501" y="21671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8" name="pt9848"/>
            <p:cNvSpPr/>
            <p:nvPr/>
          </p:nvSpPr>
          <p:spPr>
            <a:xfrm>
              <a:off x="5634410" y="20688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9" name="pt9849"/>
            <p:cNvSpPr/>
            <p:nvPr/>
          </p:nvSpPr>
          <p:spPr>
            <a:xfrm>
              <a:off x="5802076" y="18605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0" name="pt9850"/>
            <p:cNvSpPr/>
            <p:nvPr/>
          </p:nvSpPr>
          <p:spPr>
            <a:xfrm>
              <a:off x="4712266" y="28582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1" name="pt9851"/>
            <p:cNvSpPr/>
            <p:nvPr/>
          </p:nvSpPr>
          <p:spPr>
            <a:xfrm>
              <a:off x="5773899" y="18539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2" name="pt9852"/>
            <p:cNvSpPr/>
            <p:nvPr/>
          </p:nvSpPr>
          <p:spPr>
            <a:xfrm>
              <a:off x="5133984" y="24525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3" name="pt9853"/>
            <p:cNvSpPr/>
            <p:nvPr/>
          </p:nvSpPr>
          <p:spPr>
            <a:xfrm>
              <a:off x="5418780" y="21930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4" name="pt9854"/>
            <p:cNvSpPr/>
            <p:nvPr/>
          </p:nvSpPr>
          <p:spPr>
            <a:xfrm>
              <a:off x="5176590" y="23775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5" name="pt9855"/>
            <p:cNvSpPr/>
            <p:nvPr/>
          </p:nvSpPr>
          <p:spPr>
            <a:xfrm>
              <a:off x="5551904" y="22311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6" name="pt9856"/>
            <p:cNvSpPr/>
            <p:nvPr/>
          </p:nvSpPr>
          <p:spPr>
            <a:xfrm>
              <a:off x="5328175" y="20164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7" name="pt9857"/>
            <p:cNvSpPr/>
            <p:nvPr/>
          </p:nvSpPr>
          <p:spPr>
            <a:xfrm>
              <a:off x="5114512" y="20331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8" name="pt9858"/>
            <p:cNvSpPr/>
            <p:nvPr/>
          </p:nvSpPr>
          <p:spPr>
            <a:xfrm>
              <a:off x="5337538" y="22336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9" name="pt9859"/>
            <p:cNvSpPr/>
            <p:nvPr/>
          </p:nvSpPr>
          <p:spPr>
            <a:xfrm>
              <a:off x="5556813" y="21976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0" name="pt9860"/>
            <p:cNvSpPr/>
            <p:nvPr/>
          </p:nvSpPr>
          <p:spPr>
            <a:xfrm>
              <a:off x="4992278" y="24922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1" name="pt9861"/>
            <p:cNvSpPr/>
            <p:nvPr/>
          </p:nvSpPr>
          <p:spPr>
            <a:xfrm>
              <a:off x="5441856" y="21979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2" name="pt9862"/>
            <p:cNvSpPr/>
            <p:nvPr/>
          </p:nvSpPr>
          <p:spPr>
            <a:xfrm>
              <a:off x="5275764" y="2139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3" name="pt9863"/>
            <p:cNvSpPr/>
            <p:nvPr/>
          </p:nvSpPr>
          <p:spPr>
            <a:xfrm>
              <a:off x="5205547" y="21928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4" name="pt9864"/>
            <p:cNvSpPr/>
            <p:nvPr/>
          </p:nvSpPr>
          <p:spPr>
            <a:xfrm>
              <a:off x="5083714" y="26070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5" name="pt9865"/>
            <p:cNvSpPr/>
            <p:nvPr/>
          </p:nvSpPr>
          <p:spPr>
            <a:xfrm>
              <a:off x="5143577" y="24984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6" name="pt9866"/>
            <p:cNvSpPr/>
            <p:nvPr/>
          </p:nvSpPr>
          <p:spPr>
            <a:xfrm>
              <a:off x="5687249" y="18485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7" name="pt9867"/>
            <p:cNvSpPr/>
            <p:nvPr/>
          </p:nvSpPr>
          <p:spPr>
            <a:xfrm>
              <a:off x="5030529" y="23163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8" name="pt9868"/>
            <p:cNvSpPr/>
            <p:nvPr/>
          </p:nvSpPr>
          <p:spPr>
            <a:xfrm>
              <a:off x="5300629" y="21655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9" name="pt9869"/>
            <p:cNvSpPr/>
            <p:nvPr/>
          </p:nvSpPr>
          <p:spPr>
            <a:xfrm>
              <a:off x="5382818" y="20998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0" name="pt9870"/>
            <p:cNvSpPr/>
            <p:nvPr/>
          </p:nvSpPr>
          <p:spPr>
            <a:xfrm>
              <a:off x="5450384" y="23539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1" name="pt9871"/>
            <p:cNvSpPr/>
            <p:nvPr/>
          </p:nvSpPr>
          <p:spPr>
            <a:xfrm>
              <a:off x="5658838" y="20140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2" name="pt9872"/>
            <p:cNvSpPr/>
            <p:nvPr/>
          </p:nvSpPr>
          <p:spPr>
            <a:xfrm>
              <a:off x="5489966" y="19807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3" name="pt9873"/>
            <p:cNvSpPr/>
            <p:nvPr/>
          </p:nvSpPr>
          <p:spPr>
            <a:xfrm>
              <a:off x="5427234" y="22595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4" name="pt9874"/>
            <p:cNvSpPr/>
            <p:nvPr/>
          </p:nvSpPr>
          <p:spPr>
            <a:xfrm>
              <a:off x="5057024" y="22225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5" name="pt9875"/>
            <p:cNvSpPr/>
            <p:nvPr/>
          </p:nvSpPr>
          <p:spPr>
            <a:xfrm>
              <a:off x="5432026" y="21589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6" name="pt9876"/>
            <p:cNvSpPr/>
            <p:nvPr/>
          </p:nvSpPr>
          <p:spPr>
            <a:xfrm>
              <a:off x="5426438" y="2237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7" name="pt9877"/>
            <p:cNvSpPr/>
            <p:nvPr/>
          </p:nvSpPr>
          <p:spPr>
            <a:xfrm>
              <a:off x="4917454" y="29778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8" name="pt9878"/>
            <p:cNvSpPr/>
            <p:nvPr/>
          </p:nvSpPr>
          <p:spPr>
            <a:xfrm>
              <a:off x="5449536" y="2307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9" name="pt9879"/>
            <p:cNvSpPr/>
            <p:nvPr/>
          </p:nvSpPr>
          <p:spPr>
            <a:xfrm>
              <a:off x="5013048" y="27450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0" name="pt9880"/>
            <p:cNvSpPr/>
            <p:nvPr/>
          </p:nvSpPr>
          <p:spPr>
            <a:xfrm>
              <a:off x="5473057" y="20121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1" name="pt9881"/>
            <p:cNvSpPr/>
            <p:nvPr/>
          </p:nvSpPr>
          <p:spPr>
            <a:xfrm>
              <a:off x="5734774" y="18007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2" name="pt9882"/>
            <p:cNvSpPr/>
            <p:nvPr/>
          </p:nvSpPr>
          <p:spPr>
            <a:xfrm>
              <a:off x="5291047" y="19542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3" name="pt9883"/>
            <p:cNvSpPr/>
            <p:nvPr/>
          </p:nvSpPr>
          <p:spPr>
            <a:xfrm>
              <a:off x="5543332" y="20357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4" name="pt9884"/>
            <p:cNvSpPr/>
            <p:nvPr/>
          </p:nvSpPr>
          <p:spPr>
            <a:xfrm>
              <a:off x="5398728" y="2110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5" name="pt9885"/>
            <p:cNvSpPr/>
            <p:nvPr/>
          </p:nvSpPr>
          <p:spPr>
            <a:xfrm>
              <a:off x="5612457" y="19225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6" name="pt9886"/>
            <p:cNvSpPr/>
            <p:nvPr/>
          </p:nvSpPr>
          <p:spPr>
            <a:xfrm>
              <a:off x="5545680" y="20480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7" name="pt9887"/>
            <p:cNvSpPr/>
            <p:nvPr/>
          </p:nvSpPr>
          <p:spPr>
            <a:xfrm>
              <a:off x="5527418" y="21518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8" name="pt9888"/>
            <p:cNvSpPr/>
            <p:nvPr/>
          </p:nvSpPr>
          <p:spPr>
            <a:xfrm>
              <a:off x="5469176" y="18775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9" name="pt9889"/>
            <p:cNvSpPr/>
            <p:nvPr/>
          </p:nvSpPr>
          <p:spPr>
            <a:xfrm>
              <a:off x="5689664" y="18220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0" name="pt9890"/>
            <p:cNvSpPr/>
            <p:nvPr/>
          </p:nvSpPr>
          <p:spPr>
            <a:xfrm>
              <a:off x="5612365" y="19440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1" name="pt9891"/>
            <p:cNvSpPr/>
            <p:nvPr/>
          </p:nvSpPr>
          <p:spPr>
            <a:xfrm>
              <a:off x="5191280" y="22681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2" name="pt9892"/>
            <p:cNvSpPr/>
            <p:nvPr/>
          </p:nvSpPr>
          <p:spPr>
            <a:xfrm>
              <a:off x="5314592" y="21628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3" name="pt9893"/>
            <p:cNvSpPr/>
            <p:nvPr/>
          </p:nvSpPr>
          <p:spPr>
            <a:xfrm>
              <a:off x="5402179" y="21993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4" name="pt9894"/>
            <p:cNvSpPr/>
            <p:nvPr/>
          </p:nvSpPr>
          <p:spPr>
            <a:xfrm>
              <a:off x="5353340" y="22196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5" name="pt9895"/>
            <p:cNvSpPr/>
            <p:nvPr/>
          </p:nvSpPr>
          <p:spPr>
            <a:xfrm>
              <a:off x="5341225" y="22815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6" name="pt9896"/>
            <p:cNvSpPr/>
            <p:nvPr/>
          </p:nvSpPr>
          <p:spPr>
            <a:xfrm>
              <a:off x="5618202" y="18429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7" name="pt9897"/>
            <p:cNvSpPr/>
            <p:nvPr/>
          </p:nvSpPr>
          <p:spPr>
            <a:xfrm>
              <a:off x="5386114" y="21158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8" name="pt9898"/>
            <p:cNvSpPr/>
            <p:nvPr/>
          </p:nvSpPr>
          <p:spPr>
            <a:xfrm>
              <a:off x="5339448" y="21956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9" name="pt9899"/>
            <p:cNvSpPr/>
            <p:nvPr/>
          </p:nvSpPr>
          <p:spPr>
            <a:xfrm>
              <a:off x="4916608" y="23859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0" name="pt9900"/>
            <p:cNvSpPr/>
            <p:nvPr/>
          </p:nvSpPr>
          <p:spPr>
            <a:xfrm>
              <a:off x="5370154" y="22285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1" name="pt9901"/>
            <p:cNvSpPr/>
            <p:nvPr/>
          </p:nvSpPr>
          <p:spPr>
            <a:xfrm>
              <a:off x="4754106" y="20652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2" name="pt9902"/>
            <p:cNvSpPr/>
            <p:nvPr/>
          </p:nvSpPr>
          <p:spPr>
            <a:xfrm>
              <a:off x="5446158" y="22559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3" name="pt9903"/>
            <p:cNvSpPr/>
            <p:nvPr/>
          </p:nvSpPr>
          <p:spPr>
            <a:xfrm>
              <a:off x="5820056" y="19411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4" name="pt9904"/>
            <p:cNvSpPr/>
            <p:nvPr/>
          </p:nvSpPr>
          <p:spPr>
            <a:xfrm>
              <a:off x="5625451" y="18720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5" name="pt9905"/>
            <p:cNvSpPr/>
            <p:nvPr/>
          </p:nvSpPr>
          <p:spPr>
            <a:xfrm>
              <a:off x="4997491" y="25313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6" name="pt9906"/>
            <p:cNvSpPr/>
            <p:nvPr/>
          </p:nvSpPr>
          <p:spPr>
            <a:xfrm>
              <a:off x="5236231" y="21636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7" name="pt9907"/>
            <p:cNvSpPr/>
            <p:nvPr/>
          </p:nvSpPr>
          <p:spPr>
            <a:xfrm>
              <a:off x="5407914" y="22004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8" name="pt9908"/>
            <p:cNvSpPr/>
            <p:nvPr/>
          </p:nvSpPr>
          <p:spPr>
            <a:xfrm>
              <a:off x="5214640" y="22079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9" name="pt9909"/>
            <p:cNvSpPr/>
            <p:nvPr/>
          </p:nvSpPr>
          <p:spPr>
            <a:xfrm>
              <a:off x="5518760" y="21702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0" name="pt9910"/>
            <p:cNvSpPr/>
            <p:nvPr/>
          </p:nvSpPr>
          <p:spPr>
            <a:xfrm>
              <a:off x="5620372" y="18531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1" name="pt9911"/>
            <p:cNvSpPr/>
            <p:nvPr/>
          </p:nvSpPr>
          <p:spPr>
            <a:xfrm>
              <a:off x="5214199" y="22295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2" name="pt9912"/>
            <p:cNvSpPr/>
            <p:nvPr/>
          </p:nvSpPr>
          <p:spPr>
            <a:xfrm>
              <a:off x="5410774" y="2061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3" name="pt9913"/>
            <p:cNvSpPr/>
            <p:nvPr/>
          </p:nvSpPr>
          <p:spPr>
            <a:xfrm>
              <a:off x="5665935" y="19151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4" name="pt9914"/>
            <p:cNvSpPr/>
            <p:nvPr/>
          </p:nvSpPr>
          <p:spPr>
            <a:xfrm>
              <a:off x="5305395" y="18330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5" name="pt9915"/>
            <p:cNvSpPr/>
            <p:nvPr/>
          </p:nvSpPr>
          <p:spPr>
            <a:xfrm>
              <a:off x="5361278" y="21868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6" name="pt9916"/>
            <p:cNvSpPr/>
            <p:nvPr/>
          </p:nvSpPr>
          <p:spPr>
            <a:xfrm>
              <a:off x="5049761" y="22030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7" name="pt9917"/>
            <p:cNvSpPr/>
            <p:nvPr/>
          </p:nvSpPr>
          <p:spPr>
            <a:xfrm>
              <a:off x="5550598" y="2168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8" name="pt9918"/>
            <p:cNvSpPr/>
            <p:nvPr/>
          </p:nvSpPr>
          <p:spPr>
            <a:xfrm>
              <a:off x="5067327" y="26138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9" name="pt9919"/>
            <p:cNvSpPr/>
            <p:nvPr/>
          </p:nvSpPr>
          <p:spPr>
            <a:xfrm>
              <a:off x="5240451" y="20342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0" name="pt9920"/>
            <p:cNvSpPr/>
            <p:nvPr/>
          </p:nvSpPr>
          <p:spPr>
            <a:xfrm>
              <a:off x="5185398" y="2499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1" name="pt9921"/>
            <p:cNvSpPr/>
            <p:nvPr/>
          </p:nvSpPr>
          <p:spPr>
            <a:xfrm>
              <a:off x="5651523" y="21040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2" name="pt9922"/>
            <p:cNvSpPr/>
            <p:nvPr/>
          </p:nvSpPr>
          <p:spPr>
            <a:xfrm>
              <a:off x="5235517" y="21827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3" name="pt9923"/>
            <p:cNvSpPr/>
            <p:nvPr/>
          </p:nvSpPr>
          <p:spPr>
            <a:xfrm>
              <a:off x="5278709" y="22452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4" name="pt9924"/>
            <p:cNvSpPr/>
            <p:nvPr/>
          </p:nvSpPr>
          <p:spPr>
            <a:xfrm>
              <a:off x="5422500" y="22290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5" name="pt9925"/>
            <p:cNvSpPr/>
            <p:nvPr/>
          </p:nvSpPr>
          <p:spPr>
            <a:xfrm>
              <a:off x="5556222" y="22806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6" name="pt9926"/>
            <p:cNvSpPr/>
            <p:nvPr/>
          </p:nvSpPr>
          <p:spPr>
            <a:xfrm>
              <a:off x="5717119" y="20497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7" name="pt9927"/>
            <p:cNvSpPr/>
            <p:nvPr/>
          </p:nvSpPr>
          <p:spPr>
            <a:xfrm>
              <a:off x="5508279" y="23556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8" name="pt9928"/>
            <p:cNvSpPr/>
            <p:nvPr/>
          </p:nvSpPr>
          <p:spPr>
            <a:xfrm>
              <a:off x="5430546" y="22784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9" name="pt9929"/>
            <p:cNvSpPr/>
            <p:nvPr/>
          </p:nvSpPr>
          <p:spPr>
            <a:xfrm>
              <a:off x="5268359" y="21673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0" name="pt9930"/>
            <p:cNvSpPr/>
            <p:nvPr/>
          </p:nvSpPr>
          <p:spPr>
            <a:xfrm>
              <a:off x="5223398" y="22696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1" name="pt9931"/>
            <p:cNvSpPr/>
            <p:nvPr/>
          </p:nvSpPr>
          <p:spPr>
            <a:xfrm>
              <a:off x="5083358" y="27264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2" name="pt9932"/>
            <p:cNvSpPr/>
            <p:nvPr/>
          </p:nvSpPr>
          <p:spPr>
            <a:xfrm>
              <a:off x="5119303" y="25797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3" name="pt9933"/>
            <p:cNvSpPr/>
            <p:nvPr/>
          </p:nvSpPr>
          <p:spPr>
            <a:xfrm>
              <a:off x="5200482" y="25264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4" name="pt9934"/>
            <p:cNvSpPr/>
            <p:nvPr/>
          </p:nvSpPr>
          <p:spPr>
            <a:xfrm>
              <a:off x="5549827" y="22377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5" name="pt9935"/>
            <p:cNvSpPr/>
            <p:nvPr/>
          </p:nvSpPr>
          <p:spPr>
            <a:xfrm>
              <a:off x="5158653" y="25424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6" name="pt9936"/>
            <p:cNvSpPr/>
            <p:nvPr/>
          </p:nvSpPr>
          <p:spPr>
            <a:xfrm>
              <a:off x="5438788" y="22015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7" name="pt9937"/>
            <p:cNvSpPr/>
            <p:nvPr/>
          </p:nvSpPr>
          <p:spPr>
            <a:xfrm>
              <a:off x="5692721" y="19235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8" name="pt9938"/>
            <p:cNvSpPr/>
            <p:nvPr/>
          </p:nvSpPr>
          <p:spPr>
            <a:xfrm>
              <a:off x="5293732" y="21630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9" name="pt9939"/>
            <p:cNvSpPr/>
            <p:nvPr/>
          </p:nvSpPr>
          <p:spPr>
            <a:xfrm>
              <a:off x="5312559" y="20482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0" name="pt9940"/>
            <p:cNvSpPr/>
            <p:nvPr/>
          </p:nvSpPr>
          <p:spPr>
            <a:xfrm>
              <a:off x="4920973" y="2816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1" name="pt9941"/>
            <p:cNvSpPr/>
            <p:nvPr/>
          </p:nvSpPr>
          <p:spPr>
            <a:xfrm>
              <a:off x="5574091" y="22546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2" name="pt9942"/>
            <p:cNvSpPr/>
            <p:nvPr/>
          </p:nvSpPr>
          <p:spPr>
            <a:xfrm>
              <a:off x="5410910" y="21543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3" name="pt9943"/>
            <p:cNvSpPr/>
            <p:nvPr/>
          </p:nvSpPr>
          <p:spPr>
            <a:xfrm>
              <a:off x="5619775" y="1923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4" name="pt9944"/>
            <p:cNvSpPr/>
            <p:nvPr/>
          </p:nvSpPr>
          <p:spPr>
            <a:xfrm>
              <a:off x="4898753" y="28838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5" name="pt9945"/>
            <p:cNvSpPr/>
            <p:nvPr/>
          </p:nvSpPr>
          <p:spPr>
            <a:xfrm>
              <a:off x="5847862" y="17593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6" name="pt9946"/>
            <p:cNvSpPr/>
            <p:nvPr/>
          </p:nvSpPr>
          <p:spPr>
            <a:xfrm>
              <a:off x="5623536" y="19716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7" name="pt9947"/>
            <p:cNvSpPr/>
            <p:nvPr/>
          </p:nvSpPr>
          <p:spPr>
            <a:xfrm>
              <a:off x="5756642" y="20868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8" name="pt9948"/>
            <p:cNvSpPr/>
            <p:nvPr/>
          </p:nvSpPr>
          <p:spPr>
            <a:xfrm>
              <a:off x="5499967" y="22907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9" name="pt9949"/>
            <p:cNvSpPr/>
            <p:nvPr/>
          </p:nvSpPr>
          <p:spPr>
            <a:xfrm>
              <a:off x="5213167" y="22500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0" name="pt9950"/>
            <p:cNvSpPr/>
            <p:nvPr/>
          </p:nvSpPr>
          <p:spPr>
            <a:xfrm>
              <a:off x="5108866" y="16764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1" name="pt9951"/>
            <p:cNvSpPr/>
            <p:nvPr/>
          </p:nvSpPr>
          <p:spPr>
            <a:xfrm>
              <a:off x="5836481" y="18792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2" name="pt9952"/>
            <p:cNvSpPr/>
            <p:nvPr/>
          </p:nvSpPr>
          <p:spPr>
            <a:xfrm>
              <a:off x="5205573" y="23225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3" name="pt9953"/>
            <p:cNvSpPr/>
            <p:nvPr/>
          </p:nvSpPr>
          <p:spPr>
            <a:xfrm>
              <a:off x="5658053" y="21032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4" name="pt9954"/>
            <p:cNvSpPr/>
            <p:nvPr/>
          </p:nvSpPr>
          <p:spPr>
            <a:xfrm>
              <a:off x="5633838" y="20832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5" name="pt9955"/>
            <p:cNvSpPr/>
            <p:nvPr/>
          </p:nvSpPr>
          <p:spPr>
            <a:xfrm>
              <a:off x="5676526" y="16542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6" name="pt9956"/>
            <p:cNvSpPr/>
            <p:nvPr/>
          </p:nvSpPr>
          <p:spPr>
            <a:xfrm>
              <a:off x="5734440" y="19632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7" name="pt9957"/>
            <p:cNvSpPr/>
            <p:nvPr/>
          </p:nvSpPr>
          <p:spPr>
            <a:xfrm>
              <a:off x="5489303" y="21596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8" name="pt9958"/>
            <p:cNvSpPr/>
            <p:nvPr/>
          </p:nvSpPr>
          <p:spPr>
            <a:xfrm>
              <a:off x="5397410" y="20968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9" name="pt9959"/>
            <p:cNvSpPr/>
            <p:nvPr/>
          </p:nvSpPr>
          <p:spPr>
            <a:xfrm>
              <a:off x="5127070" y="2705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0" name="pt9960"/>
            <p:cNvSpPr/>
            <p:nvPr/>
          </p:nvSpPr>
          <p:spPr>
            <a:xfrm>
              <a:off x="5251566" y="19832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1" name="pt9961"/>
            <p:cNvSpPr/>
            <p:nvPr/>
          </p:nvSpPr>
          <p:spPr>
            <a:xfrm>
              <a:off x="5532952" y="21569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2" name="pt9962"/>
            <p:cNvSpPr/>
            <p:nvPr/>
          </p:nvSpPr>
          <p:spPr>
            <a:xfrm>
              <a:off x="5728374" y="17042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3" name="pt9963"/>
            <p:cNvSpPr/>
            <p:nvPr/>
          </p:nvSpPr>
          <p:spPr>
            <a:xfrm>
              <a:off x="5404490" y="22257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4" name="pt9964"/>
            <p:cNvSpPr/>
            <p:nvPr/>
          </p:nvSpPr>
          <p:spPr>
            <a:xfrm>
              <a:off x="5223021" y="20247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5" name="pt9965"/>
            <p:cNvSpPr/>
            <p:nvPr/>
          </p:nvSpPr>
          <p:spPr>
            <a:xfrm>
              <a:off x="5257187" y="20735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6" name="pt9966"/>
            <p:cNvSpPr/>
            <p:nvPr/>
          </p:nvSpPr>
          <p:spPr>
            <a:xfrm>
              <a:off x="4695662" y="23859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7" name="pt9967"/>
            <p:cNvSpPr/>
            <p:nvPr/>
          </p:nvSpPr>
          <p:spPr>
            <a:xfrm>
              <a:off x="4950359" y="20726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8" name="pt9968"/>
            <p:cNvSpPr/>
            <p:nvPr/>
          </p:nvSpPr>
          <p:spPr>
            <a:xfrm>
              <a:off x="5214113" y="21533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9" name="pt9969"/>
            <p:cNvSpPr/>
            <p:nvPr/>
          </p:nvSpPr>
          <p:spPr>
            <a:xfrm>
              <a:off x="5668805" y="19571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0" name="pt9970"/>
            <p:cNvSpPr/>
            <p:nvPr/>
          </p:nvSpPr>
          <p:spPr>
            <a:xfrm>
              <a:off x="5494998" y="21538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1" name="pt9971"/>
            <p:cNvSpPr/>
            <p:nvPr/>
          </p:nvSpPr>
          <p:spPr>
            <a:xfrm>
              <a:off x="5620167" y="19753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2" name="pt9972"/>
            <p:cNvSpPr/>
            <p:nvPr/>
          </p:nvSpPr>
          <p:spPr>
            <a:xfrm>
              <a:off x="5649918" y="20597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3" name="pt9973"/>
            <p:cNvSpPr/>
            <p:nvPr/>
          </p:nvSpPr>
          <p:spPr>
            <a:xfrm>
              <a:off x="5335606" y="22088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4" name="pt9974"/>
            <p:cNvSpPr/>
            <p:nvPr/>
          </p:nvSpPr>
          <p:spPr>
            <a:xfrm>
              <a:off x="5819045" y="18022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5" name="pt9975"/>
            <p:cNvSpPr/>
            <p:nvPr/>
          </p:nvSpPr>
          <p:spPr>
            <a:xfrm>
              <a:off x="4915907" y="26946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6" name="pt9976"/>
            <p:cNvSpPr/>
            <p:nvPr/>
          </p:nvSpPr>
          <p:spPr>
            <a:xfrm>
              <a:off x="5459795" y="21423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7" name="pt9977"/>
            <p:cNvSpPr/>
            <p:nvPr/>
          </p:nvSpPr>
          <p:spPr>
            <a:xfrm>
              <a:off x="5193707" y="24608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8" name="pt9978"/>
            <p:cNvSpPr/>
            <p:nvPr/>
          </p:nvSpPr>
          <p:spPr>
            <a:xfrm>
              <a:off x="5017389" y="26334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9" name="pt9979"/>
            <p:cNvSpPr/>
            <p:nvPr/>
          </p:nvSpPr>
          <p:spPr>
            <a:xfrm>
              <a:off x="5759459" y="20306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0" name="pt9980"/>
            <p:cNvSpPr/>
            <p:nvPr/>
          </p:nvSpPr>
          <p:spPr>
            <a:xfrm>
              <a:off x="5178188" y="25313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1" name="pt9981"/>
            <p:cNvSpPr/>
            <p:nvPr/>
          </p:nvSpPr>
          <p:spPr>
            <a:xfrm>
              <a:off x="5242291" y="21938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2" name="pt9982"/>
            <p:cNvSpPr/>
            <p:nvPr/>
          </p:nvSpPr>
          <p:spPr>
            <a:xfrm>
              <a:off x="5151739" y="25561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3" name="pt9983"/>
            <p:cNvSpPr/>
            <p:nvPr/>
          </p:nvSpPr>
          <p:spPr>
            <a:xfrm>
              <a:off x="5209708" y="23285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4" name="pt9984"/>
            <p:cNvSpPr/>
            <p:nvPr/>
          </p:nvSpPr>
          <p:spPr>
            <a:xfrm>
              <a:off x="5126417" y="25807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5" name="pt9985"/>
            <p:cNvSpPr/>
            <p:nvPr/>
          </p:nvSpPr>
          <p:spPr>
            <a:xfrm>
              <a:off x="5138239" y="26687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6" name="pt9986"/>
            <p:cNvSpPr/>
            <p:nvPr/>
          </p:nvSpPr>
          <p:spPr>
            <a:xfrm>
              <a:off x="5265643" y="21608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7" name="pt9987"/>
            <p:cNvSpPr/>
            <p:nvPr/>
          </p:nvSpPr>
          <p:spPr>
            <a:xfrm>
              <a:off x="5330228" y="21435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8" name="pt9988"/>
            <p:cNvSpPr/>
            <p:nvPr/>
          </p:nvSpPr>
          <p:spPr>
            <a:xfrm>
              <a:off x="5662281" y="21172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9" name="pt9989"/>
            <p:cNvSpPr/>
            <p:nvPr/>
          </p:nvSpPr>
          <p:spPr>
            <a:xfrm>
              <a:off x="5862179" y="17518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0" name="pt9990"/>
            <p:cNvSpPr/>
            <p:nvPr/>
          </p:nvSpPr>
          <p:spPr>
            <a:xfrm>
              <a:off x="5278006" y="22973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1" name="pt9991"/>
            <p:cNvSpPr/>
            <p:nvPr/>
          </p:nvSpPr>
          <p:spPr>
            <a:xfrm>
              <a:off x="5637415" y="21655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2" name="pt9992"/>
            <p:cNvSpPr/>
            <p:nvPr/>
          </p:nvSpPr>
          <p:spPr>
            <a:xfrm>
              <a:off x="5180921" y="24798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3" name="pt9993"/>
            <p:cNvSpPr/>
            <p:nvPr/>
          </p:nvSpPr>
          <p:spPr>
            <a:xfrm>
              <a:off x="5409983" y="22110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4" name="pt9994"/>
            <p:cNvSpPr/>
            <p:nvPr/>
          </p:nvSpPr>
          <p:spPr>
            <a:xfrm>
              <a:off x="5475328" y="19442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5" name="pt9995"/>
            <p:cNvSpPr/>
            <p:nvPr/>
          </p:nvSpPr>
          <p:spPr>
            <a:xfrm>
              <a:off x="5139786" y="25127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6" name="pt9996"/>
            <p:cNvSpPr/>
            <p:nvPr/>
          </p:nvSpPr>
          <p:spPr>
            <a:xfrm>
              <a:off x="5498355" y="22604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7" name="pt9997"/>
            <p:cNvSpPr/>
            <p:nvPr/>
          </p:nvSpPr>
          <p:spPr>
            <a:xfrm>
              <a:off x="5248150" y="20401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8" name="pt9998"/>
            <p:cNvSpPr/>
            <p:nvPr/>
          </p:nvSpPr>
          <p:spPr>
            <a:xfrm>
              <a:off x="5356696" y="20706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9" name="pt9999"/>
            <p:cNvSpPr/>
            <p:nvPr/>
          </p:nvSpPr>
          <p:spPr>
            <a:xfrm>
              <a:off x="5368822" y="21274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0" name="pt10000"/>
            <p:cNvSpPr/>
            <p:nvPr/>
          </p:nvSpPr>
          <p:spPr>
            <a:xfrm>
              <a:off x="5491986" y="2133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1" name="pt10001"/>
            <p:cNvSpPr/>
            <p:nvPr/>
          </p:nvSpPr>
          <p:spPr>
            <a:xfrm>
              <a:off x="5046043" y="24155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2" name="pt10002"/>
            <p:cNvSpPr/>
            <p:nvPr/>
          </p:nvSpPr>
          <p:spPr>
            <a:xfrm>
              <a:off x="5274139" y="21290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3" name="pt10003"/>
            <p:cNvSpPr/>
            <p:nvPr/>
          </p:nvSpPr>
          <p:spPr>
            <a:xfrm>
              <a:off x="5335002" y="20846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4" name="pt10004"/>
            <p:cNvSpPr/>
            <p:nvPr/>
          </p:nvSpPr>
          <p:spPr>
            <a:xfrm>
              <a:off x="5244331" y="21709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5" name="pt10005"/>
            <p:cNvSpPr/>
            <p:nvPr/>
          </p:nvSpPr>
          <p:spPr>
            <a:xfrm>
              <a:off x="5422027" y="21612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6" name="pt10006"/>
            <p:cNvSpPr/>
            <p:nvPr/>
          </p:nvSpPr>
          <p:spPr>
            <a:xfrm>
              <a:off x="5010569" y="27023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7" name="pt10007"/>
            <p:cNvSpPr/>
            <p:nvPr/>
          </p:nvSpPr>
          <p:spPr>
            <a:xfrm>
              <a:off x="5741554" y="19363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8" name="pt10008"/>
            <p:cNvSpPr/>
            <p:nvPr/>
          </p:nvSpPr>
          <p:spPr>
            <a:xfrm>
              <a:off x="5501342" y="21539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9" name="pt10009"/>
            <p:cNvSpPr/>
            <p:nvPr/>
          </p:nvSpPr>
          <p:spPr>
            <a:xfrm>
              <a:off x="5198011" y="22360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0" name="pt10010"/>
            <p:cNvSpPr/>
            <p:nvPr/>
          </p:nvSpPr>
          <p:spPr>
            <a:xfrm>
              <a:off x="5083087" y="23649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1" name="pt10011"/>
            <p:cNvSpPr/>
            <p:nvPr/>
          </p:nvSpPr>
          <p:spPr>
            <a:xfrm>
              <a:off x="5527033" y="21075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2" name="pt10012"/>
            <p:cNvSpPr/>
            <p:nvPr/>
          </p:nvSpPr>
          <p:spPr>
            <a:xfrm>
              <a:off x="4874783" y="21510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3" name="pt10013"/>
            <p:cNvSpPr/>
            <p:nvPr/>
          </p:nvSpPr>
          <p:spPr>
            <a:xfrm>
              <a:off x="5610317" y="20204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4" name="pt10014"/>
            <p:cNvSpPr/>
            <p:nvPr/>
          </p:nvSpPr>
          <p:spPr>
            <a:xfrm>
              <a:off x="5714166" y="19355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5" name="pt10015"/>
            <p:cNvSpPr/>
            <p:nvPr/>
          </p:nvSpPr>
          <p:spPr>
            <a:xfrm>
              <a:off x="5612614" y="19942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6" name="pt10016"/>
            <p:cNvSpPr/>
            <p:nvPr/>
          </p:nvSpPr>
          <p:spPr>
            <a:xfrm>
              <a:off x="5666005" y="20031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7" name="pt10017"/>
            <p:cNvSpPr/>
            <p:nvPr/>
          </p:nvSpPr>
          <p:spPr>
            <a:xfrm>
              <a:off x="5749715" y="19900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8" name="pt10018"/>
            <p:cNvSpPr/>
            <p:nvPr/>
          </p:nvSpPr>
          <p:spPr>
            <a:xfrm>
              <a:off x="5566811" y="21878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9" name="pt10019"/>
            <p:cNvSpPr/>
            <p:nvPr/>
          </p:nvSpPr>
          <p:spPr>
            <a:xfrm>
              <a:off x="5525567" y="21079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0" name="pt10020"/>
            <p:cNvSpPr/>
            <p:nvPr/>
          </p:nvSpPr>
          <p:spPr>
            <a:xfrm>
              <a:off x="5408605" y="21702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1" name="pt10021"/>
            <p:cNvSpPr/>
            <p:nvPr/>
          </p:nvSpPr>
          <p:spPr>
            <a:xfrm>
              <a:off x="5377602" y="22608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2" name="pt10022"/>
            <p:cNvSpPr/>
            <p:nvPr/>
          </p:nvSpPr>
          <p:spPr>
            <a:xfrm>
              <a:off x="5065253" y="23356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3" name="pt10023"/>
            <p:cNvSpPr/>
            <p:nvPr/>
          </p:nvSpPr>
          <p:spPr>
            <a:xfrm>
              <a:off x="5584299" y="23308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4" name="pt10024"/>
            <p:cNvSpPr/>
            <p:nvPr/>
          </p:nvSpPr>
          <p:spPr>
            <a:xfrm>
              <a:off x="5369198" y="22599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5" name="pt10025"/>
            <p:cNvSpPr/>
            <p:nvPr/>
          </p:nvSpPr>
          <p:spPr>
            <a:xfrm>
              <a:off x="5458105" y="21679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6" name="pt10026"/>
            <p:cNvSpPr/>
            <p:nvPr/>
          </p:nvSpPr>
          <p:spPr>
            <a:xfrm>
              <a:off x="5748176" y="19446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7" name="pt10027"/>
            <p:cNvSpPr/>
            <p:nvPr/>
          </p:nvSpPr>
          <p:spPr>
            <a:xfrm>
              <a:off x="5478892" y="17496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8" name="pt10028"/>
            <p:cNvSpPr/>
            <p:nvPr/>
          </p:nvSpPr>
          <p:spPr>
            <a:xfrm>
              <a:off x="5401329" y="21294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9" name="pt10029"/>
            <p:cNvSpPr/>
            <p:nvPr/>
          </p:nvSpPr>
          <p:spPr>
            <a:xfrm>
              <a:off x="5230453" y="20843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0" name="pt10030"/>
            <p:cNvSpPr/>
            <p:nvPr/>
          </p:nvSpPr>
          <p:spPr>
            <a:xfrm>
              <a:off x="5551909" y="22088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1" name="pt10031"/>
            <p:cNvSpPr/>
            <p:nvPr/>
          </p:nvSpPr>
          <p:spPr>
            <a:xfrm>
              <a:off x="4996063" y="24729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2" name="pt10032"/>
            <p:cNvSpPr/>
            <p:nvPr/>
          </p:nvSpPr>
          <p:spPr>
            <a:xfrm>
              <a:off x="5557329" y="21703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3" name="pt10033"/>
            <p:cNvSpPr/>
            <p:nvPr/>
          </p:nvSpPr>
          <p:spPr>
            <a:xfrm>
              <a:off x="5483522" y="20648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4" name="pt10034"/>
            <p:cNvSpPr/>
            <p:nvPr/>
          </p:nvSpPr>
          <p:spPr>
            <a:xfrm>
              <a:off x="5222944" y="21466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5" name="pt10035"/>
            <p:cNvSpPr/>
            <p:nvPr/>
          </p:nvSpPr>
          <p:spPr>
            <a:xfrm>
              <a:off x="5369807" y="21820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6" name="pt10036"/>
            <p:cNvSpPr/>
            <p:nvPr/>
          </p:nvSpPr>
          <p:spPr>
            <a:xfrm>
              <a:off x="5255576" y="20458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7" name="pt10037"/>
            <p:cNvSpPr/>
            <p:nvPr/>
          </p:nvSpPr>
          <p:spPr>
            <a:xfrm>
              <a:off x="5812485" y="19666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8" name="pt10038"/>
            <p:cNvSpPr/>
            <p:nvPr/>
          </p:nvSpPr>
          <p:spPr>
            <a:xfrm>
              <a:off x="4848342" y="24057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9" name="pt10039"/>
            <p:cNvSpPr/>
            <p:nvPr/>
          </p:nvSpPr>
          <p:spPr>
            <a:xfrm>
              <a:off x="5280576" y="21738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0" name="pt10040"/>
            <p:cNvSpPr/>
            <p:nvPr/>
          </p:nvSpPr>
          <p:spPr>
            <a:xfrm>
              <a:off x="5613754" y="21741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1" name="pt10041"/>
            <p:cNvSpPr/>
            <p:nvPr/>
          </p:nvSpPr>
          <p:spPr>
            <a:xfrm>
              <a:off x="5719544" y="19825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2" name="pt10042"/>
            <p:cNvSpPr/>
            <p:nvPr/>
          </p:nvSpPr>
          <p:spPr>
            <a:xfrm>
              <a:off x="5355797" y="21512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3" name="pt10043"/>
            <p:cNvSpPr/>
            <p:nvPr/>
          </p:nvSpPr>
          <p:spPr>
            <a:xfrm>
              <a:off x="5150796" y="26129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4" name="pt10044"/>
            <p:cNvSpPr/>
            <p:nvPr/>
          </p:nvSpPr>
          <p:spPr>
            <a:xfrm>
              <a:off x="5493410" y="21686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5" name="pt10045"/>
            <p:cNvSpPr/>
            <p:nvPr/>
          </p:nvSpPr>
          <p:spPr>
            <a:xfrm>
              <a:off x="5897597" y="17295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6" name="pt10046"/>
            <p:cNvSpPr/>
            <p:nvPr/>
          </p:nvSpPr>
          <p:spPr>
            <a:xfrm>
              <a:off x="5753012" y="20045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7" name="pt10047"/>
            <p:cNvSpPr/>
            <p:nvPr/>
          </p:nvSpPr>
          <p:spPr>
            <a:xfrm>
              <a:off x="5436029" y="20782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8" name="pt10048"/>
            <p:cNvSpPr/>
            <p:nvPr/>
          </p:nvSpPr>
          <p:spPr>
            <a:xfrm>
              <a:off x="5345805" y="22727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9" name="pt10049"/>
            <p:cNvSpPr/>
            <p:nvPr/>
          </p:nvSpPr>
          <p:spPr>
            <a:xfrm>
              <a:off x="5986948" y="21164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0" name="pt10050"/>
            <p:cNvSpPr/>
            <p:nvPr/>
          </p:nvSpPr>
          <p:spPr>
            <a:xfrm>
              <a:off x="5542376" y="21402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1" name="pt10051"/>
            <p:cNvSpPr/>
            <p:nvPr/>
          </p:nvSpPr>
          <p:spPr>
            <a:xfrm>
              <a:off x="5327080" y="21060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2" name="pt10052"/>
            <p:cNvSpPr/>
            <p:nvPr/>
          </p:nvSpPr>
          <p:spPr>
            <a:xfrm>
              <a:off x="5604489" y="21895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3" name="pt10053"/>
            <p:cNvSpPr/>
            <p:nvPr/>
          </p:nvSpPr>
          <p:spPr>
            <a:xfrm>
              <a:off x="5569493" y="22232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4" name="pt10054"/>
            <p:cNvSpPr/>
            <p:nvPr/>
          </p:nvSpPr>
          <p:spPr>
            <a:xfrm>
              <a:off x="5421330" y="22292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5" name="pt10055"/>
            <p:cNvSpPr/>
            <p:nvPr/>
          </p:nvSpPr>
          <p:spPr>
            <a:xfrm>
              <a:off x="5574041" y="21968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6" name="pt10056"/>
            <p:cNvSpPr/>
            <p:nvPr/>
          </p:nvSpPr>
          <p:spPr>
            <a:xfrm>
              <a:off x="5905605" y="17724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7" name="pt10057"/>
            <p:cNvSpPr/>
            <p:nvPr/>
          </p:nvSpPr>
          <p:spPr>
            <a:xfrm>
              <a:off x="5330217" y="21959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8" name="pt10058"/>
            <p:cNvSpPr/>
            <p:nvPr/>
          </p:nvSpPr>
          <p:spPr>
            <a:xfrm>
              <a:off x="5681718" y="15883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9" name="pt10059"/>
            <p:cNvSpPr/>
            <p:nvPr/>
          </p:nvSpPr>
          <p:spPr>
            <a:xfrm>
              <a:off x="5351286" y="2242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0" name="pt10060"/>
            <p:cNvSpPr/>
            <p:nvPr/>
          </p:nvSpPr>
          <p:spPr>
            <a:xfrm>
              <a:off x="5463718" y="18199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1" name="pt10061"/>
            <p:cNvSpPr/>
            <p:nvPr/>
          </p:nvSpPr>
          <p:spPr>
            <a:xfrm>
              <a:off x="5395494" y="21855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2" name="pt10062"/>
            <p:cNvSpPr/>
            <p:nvPr/>
          </p:nvSpPr>
          <p:spPr>
            <a:xfrm>
              <a:off x="5331877" y="21714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3" name="pt10063"/>
            <p:cNvSpPr/>
            <p:nvPr/>
          </p:nvSpPr>
          <p:spPr>
            <a:xfrm>
              <a:off x="5536128" y="22300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4" name="pt10064"/>
            <p:cNvSpPr/>
            <p:nvPr/>
          </p:nvSpPr>
          <p:spPr>
            <a:xfrm>
              <a:off x="5284469" y="22682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5" name="pt10065"/>
            <p:cNvSpPr/>
            <p:nvPr/>
          </p:nvSpPr>
          <p:spPr>
            <a:xfrm>
              <a:off x="5693833" y="20642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6" name="pt10066"/>
            <p:cNvSpPr/>
            <p:nvPr/>
          </p:nvSpPr>
          <p:spPr>
            <a:xfrm>
              <a:off x="5448309" y="23195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7" name="pt10067"/>
            <p:cNvSpPr/>
            <p:nvPr/>
          </p:nvSpPr>
          <p:spPr>
            <a:xfrm>
              <a:off x="5504938" y="22235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8" name="pt10068"/>
            <p:cNvSpPr/>
            <p:nvPr/>
          </p:nvSpPr>
          <p:spPr>
            <a:xfrm>
              <a:off x="5271007" y="20706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9" name="pt10069"/>
            <p:cNvSpPr/>
            <p:nvPr/>
          </p:nvSpPr>
          <p:spPr>
            <a:xfrm>
              <a:off x="4989850" y="27787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0" name="pt10070"/>
            <p:cNvSpPr/>
            <p:nvPr/>
          </p:nvSpPr>
          <p:spPr>
            <a:xfrm>
              <a:off x="5273371" y="20849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1" name="pt10071"/>
            <p:cNvSpPr/>
            <p:nvPr/>
          </p:nvSpPr>
          <p:spPr>
            <a:xfrm>
              <a:off x="5843796" y="18567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2" name="pt10072"/>
            <p:cNvSpPr/>
            <p:nvPr/>
          </p:nvSpPr>
          <p:spPr>
            <a:xfrm>
              <a:off x="5206931" y="24334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3" name="pt10073"/>
            <p:cNvSpPr/>
            <p:nvPr/>
          </p:nvSpPr>
          <p:spPr>
            <a:xfrm>
              <a:off x="5683154" y="15900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4" name="pt10074"/>
            <p:cNvSpPr/>
            <p:nvPr/>
          </p:nvSpPr>
          <p:spPr>
            <a:xfrm>
              <a:off x="5421523" y="22394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5" name="pt10075"/>
            <p:cNvSpPr/>
            <p:nvPr/>
          </p:nvSpPr>
          <p:spPr>
            <a:xfrm>
              <a:off x="5203828" y="24169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6" name="pt10076"/>
            <p:cNvSpPr/>
            <p:nvPr/>
          </p:nvSpPr>
          <p:spPr>
            <a:xfrm>
              <a:off x="5397876" y="21566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7" name="pt10077"/>
            <p:cNvSpPr/>
            <p:nvPr/>
          </p:nvSpPr>
          <p:spPr>
            <a:xfrm>
              <a:off x="5562430" y="21971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8" name="pt10078"/>
            <p:cNvSpPr/>
            <p:nvPr/>
          </p:nvSpPr>
          <p:spPr>
            <a:xfrm>
              <a:off x="5341218" y="21280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9" name="pt10079"/>
            <p:cNvSpPr/>
            <p:nvPr/>
          </p:nvSpPr>
          <p:spPr>
            <a:xfrm>
              <a:off x="5373880" y="22550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0" name="pt10080"/>
            <p:cNvSpPr/>
            <p:nvPr/>
          </p:nvSpPr>
          <p:spPr>
            <a:xfrm>
              <a:off x="5458181" y="22086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1" name="pt10081"/>
            <p:cNvSpPr/>
            <p:nvPr/>
          </p:nvSpPr>
          <p:spPr>
            <a:xfrm>
              <a:off x="5461217" y="20543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2" name="pt10082"/>
            <p:cNvSpPr/>
            <p:nvPr/>
          </p:nvSpPr>
          <p:spPr>
            <a:xfrm>
              <a:off x="5702305" y="19177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3" name="pt10083"/>
            <p:cNvSpPr/>
            <p:nvPr/>
          </p:nvSpPr>
          <p:spPr>
            <a:xfrm>
              <a:off x="5465257" y="19224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4" name="pt10084"/>
            <p:cNvSpPr/>
            <p:nvPr/>
          </p:nvSpPr>
          <p:spPr>
            <a:xfrm>
              <a:off x="5399940" y="2197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5" name="pt10085"/>
            <p:cNvSpPr/>
            <p:nvPr/>
          </p:nvSpPr>
          <p:spPr>
            <a:xfrm>
              <a:off x="6128300" y="19431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6" name="pt10086"/>
            <p:cNvSpPr/>
            <p:nvPr/>
          </p:nvSpPr>
          <p:spPr>
            <a:xfrm>
              <a:off x="5279594" y="21324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7" name="pt10087"/>
            <p:cNvSpPr/>
            <p:nvPr/>
          </p:nvSpPr>
          <p:spPr>
            <a:xfrm>
              <a:off x="5458294" y="22153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8" name="pt10088"/>
            <p:cNvSpPr/>
            <p:nvPr/>
          </p:nvSpPr>
          <p:spPr>
            <a:xfrm>
              <a:off x="5676864" y="16255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9" name="pt10089"/>
            <p:cNvSpPr/>
            <p:nvPr/>
          </p:nvSpPr>
          <p:spPr>
            <a:xfrm>
              <a:off x="5523429" y="21447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0" name="pt10090"/>
            <p:cNvSpPr/>
            <p:nvPr/>
          </p:nvSpPr>
          <p:spPr>
            <a:xfrm>
              <a:off x="5702114" y="19653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1" name="pt10091"/>
            <p:cNvSpPr/>
            <p:nvPr/>
          </p:nvSpPr>
          <p:spPr>
            <a:xfrm>
              <a:off x="4747615" y="26700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2" name="pt10092"/>
            <p:cNvSpPr/>
            <p:nvPr/>
          </p:nvSpPr>
          <p:spPr>
            <a:xfrm>
              <a:off x="5337049" y="22029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3" name="pt10093"/>
            <p:cNvSpPr/>
            <p:nvPr/>
          </p:nvSpPr>
          <p:spPr>
            <a:xfrm>
              <a:off x="5472754" y="19666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4" name="pt10094"/>
            <p:cNvSpPr/>
            <p:nvPr/>
          </p:nvSpPr>
          <p:spPr>
            <a:xfrm>
              <a:off x="5244762" y="21981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5" name="pt10095"/>
            <p:cNvSpPr/>
            <p:nvPr/>
          </p:nvSpPr>
          <p:spPr>
            <a:xfrm>
              <a:off x="5505821" y="21362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6" name="pt10096"/>
            <p:cNvSpPr/>
            <p:nvPr/>
          </p:nvSpPr>
          <p:spPr>
            <a:xfrm>
              <a:off x="5443947" y="23022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7" name="pt10097"/>
            <p:cNvSpPr/>
            <p:nvPr/>
          </p:nvSpPr>
          <p:spPr>
            <a:xfrm>
              <a:off x="5590946" y="21093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8" name="pt10098"/>
            <p:cNvSpPr/>
            <p:nvPr/>
          </p:nvSpPr>
          <p:spPr>
            <a:xfrm>
              <a:off x="5542315" y="21538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9" name="pt10099"/>
            <p:cNvSpPr/>
            <p:nvPr/>
          </p:nvSpPr>
          <p:spPr>
            <a:xfrm>
              <a:off x="5114935" y="20309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0" name="pt10100"/>
            <p:cNvSpPr/>
            <p:nvPr/>
          </p:nvSpPr>
          <p:spPr>
            <a:xfrm>
              <a:off x="5725960" y="17654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1" name="pt10101"/>
            <p:cNvSpPr/>
            <p:nvPr/>
          </p:nvSpPr>
          <p:spPr>
            <a:xfrm>
              <a:off x="5824453" y="21101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2" name="pt10102"/>
            <p:cNvSpPr/>
            <p:nvPr/>
          </p:nvSpPr>
          <p:spPr>
            <a:xfrm>
              <a:off x="5190979" y="22822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3" name="pt10103"/>
            <p:cNvSpPr/>
            <p:nvPr/>
          </p:nvSpPr>
          <p:spPr>
            <a:xfrm>
              <a:off x="4961053" y="20316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4" name="pt10104"/>
            <p:cNvSpPr/>
            <p:nvPr/>
          </p:nvSpPr>
          <p:spPr>
            <a:xfrm>
              <a:off x="5335306" y="21546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5" name="pt10105"/>
            <p:cNvSpPr/>
            <p:nvPr/>
          </p:nvSpPr>
          <p:spPr>
            <a:xfrm>
              <a:off x="4714219" y="26876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6" name="pt10106"/>
            <p:cNvSpPr/>
            <p:nvPr/>
          </p:nvSpPr>
          <p:spPr>
            <a:xfrm>
              <a:off x="5656247" y="20534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7" name="pt10107"/>
            <p:cNvSpPr/>
            <p:nvPr/>
          </p:nvSpPr>
          <p:spPr>
            <a:xfrm>
              <a:off x="5829117" y="19400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8" name="pt10108"/>
            <p:cNvSpPr/>
            <p:nvPr/>
          </p:nvSpPr>
          <p:spPr>
            <a:xfrm>
              <a:off x="5673117" y="18474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9" name="pt10109"/>
            <p:cNvSpPr/>
            <p:nvPr/>
          </p:nvSpPr>
          <p:spPr>
            <a:xfrm>
              <a:off x="5697058" y="20417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0" name="pt10110"/>
            <p:cNvSpPr/>
            <p:nvPr/>
          </p:nvSpPr>
          <p:spPr>
            <a:xfrm>
              <a:off x="5542773" y="20193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1" name="pt10111"/>
            <p:cNvSpPr/>
            <p:nvPr/>
          </p:nvSpPr>
          <p:spPr>
            <a:xfrm>
              <a:off x="5424240" y="21911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2" name="pt10112"/>
            <p:cNvSpPr/>
            <p:nvPr/>
          </p:nvSpPr>
          <p:spPr>
            <a:xfrm>
              <a:off x="5135532" y="24787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3" name="pt10113"/>
            <p:cNvSpPr/>
            <p:nvPr/>
          </p:nvSpPr>
          <p:spPr>
            <a:xfrm>
              <a:off x="5447526" y="22231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4" name="pt10114"/>
            <p:cNvSpPr/>
            <p:nvPr/>
          </p:nvSpPr>
          <p:spPr>
            <a:xfrm>
              <a:off x="5791947" y="17777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5" name="pt10115"/>
            <p:cNvSpPr/>
            <p:nvPr/>
          </p:nvSpPr>
          <p:spPr>
            <a:xfrm>
              <a:off x="5305823" y="20699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6" name="pt10116"/>
            <p:cNvSpPr/>
            <p:nvPr/>
          </p:nvSpPr>
          <p:spPr>
            <a:xfrm>
              <a:off x="5244171" y="20403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7" name="pt10117"/>
            <p:cNvSpPr/>
            <p:nvPr/>
          </p:nvSpPr>
          <p:spPr>
            <a:xfrm>
              <a:off x="5727461" y="17802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8" name="pt10118"/>
            <p:cNvSpPr/>
            <p:nvPr/>
          </p:nvSpPr>
          <p:spPr>
            <a:xfrm>
              <a:off x="5646796" y="20665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9" name="pt10119"/>
            <p:cNvSpPr/>
            <p:nvPr/>
          </p:nvSpPr>
          <p:spPr>
            <a:xfrm>
              <a:off x="5424397" y="22156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0" name="pt10120"/>
            <p:cNvSpPr/>
            <p:nvPr/>
          </p:nvSpPr>
          <p:spPr>
            <a:xfrm>
              <a:off x="5183996" y="25025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1" name="pt10121"/>
            <p:cNvSpPr/>
            <p:nvPr/>
          </p:nvSpPr>
          <p:spPr>
            <a:xfrm>
              <a:off x="5367995" y="22067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2" name="pt10122"/>
            <p:cNvSpPr/>
            <p:nvPr/>
          </p:nvSpPr>
          <p:spPr>
            <a:xfrm>
              <a:off x="5544845" y="19941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3" name="pt10123"/>
            <p:cNvSpPr/>
            <p:nvPr/>
          </p:nvSpPr>
          <p:spPr>
            <a:xfrm>
              <a:off x="5422381" y="21162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4" name="pt10124"/>
            <p:cNvSpPr/>
            <p:nvPr/>
          </p:nvSpPr>
          <p:spPr>
            <a:xfrm>
              <a:off x="5425923" y="21829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5" name="pt10125"/>
            <p:cNvSpPr/>
            <p:nvPr/>
          </p:nvSpPr>
          <p:spPr>
            <a:xfrm>
              <a:off x="5376898" y="22960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6" name="pt10126"/>
            <p:cNvSpPr/>
            <p:nvPr/>
          </p:nvSpPr>
          <p:spPr>
            <a:xfrm>
              <a:off x="5451471" y="21754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7" name="pt10127"/>
            <p:cNvSpPr/>
            <p:nvPr/>
          </p:nvSpPr>
          <p:spPr>
            <a:xfrm>
              <a:off x="5098153" y="25624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8" name="pt10128"/>
            <p:cNvSpPr/>
            <p:nvPr/>
          </p:nvSpPr>
          <p:spPr>
            <a:xfrm>
              <a:off x="5208251" y="2256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9" name="pt10129"/>
            <p:cNvSpPr/>
            <p:nvPr/>
          </p:nvSpPr>
          <p:spPr>
            <a:xfrm>
              <a:off x="5866345" y="17513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0" name="pt10130"/>
            <p:cNvSpPr/>
            <p:nvPr/>
          </p:nvSpPr>
          <p:spPr>
            <a:xfrm>
              <a:off x="5914933" y="18696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1" name="pt10131"/>
            <p:cNvSpPr/>
            <p:nvPr/>
          </p:nvSpPr>
          <p:spPr>
            <a:xfrm>
              <a:off x="4846136" y="25860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2" name="pt10132"/>
            <p:cNvSpPr/>
            <p:nvPr/>
          </p:nvSpPr>
          <p:spPr>
            <a:xfrm>
              <a:off x="5351579" y="22368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3" name="pt10133"/>
            <p:cNvSpPr/>
            <p:nvPr/>
          </p:nvSpPr>
          <p:spPr>
            <a:xfrm>
              <a:off x="5529005" y="2230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4" name="pt10134"/>
            <p:cNvSpPr/>
            <p:nvPr/>
          </p:nvSpPr>
          <p:spPr>
            <a:xfrm>
              <a:off x="5646384" y="20883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5" name="pt10135"/>
            <p:cNvSpPr/>
            <p:nvPr/>
          </p:nvSpPr>
          <p:spPr>
            <a:xfrm>
              <a:off x="5531472" y="22955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6" name="pt10136"/>
            <p:cNvSpPr/>
            <p:nvPr/>
          </p:nvSpPr>
          <p:spPr>
            <a:xfrm>
              <a:off x="5566706" y="21699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7" name="pt10137"/>
            <p:cNvSpPr/>
            <p:nvPr/>
          </p:nvSpPr>
          <p:spPr>
            <a:xfrm>
              <a:off x="4936315" y="19548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8" name="pt10138"/>
            <p:cNvSpPr/>
            <p:nvPr/>
          </p:nvSpPr>
          <p:spPr>
            <a:xfrm>
              <a:off x="5426393" y="23057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9" name="pt10139"/>
            <p:cNvSpPr/>
            <p:nvPr/>
          </p:nvSpPr>
          <p:spPr>
            <a:xfrm>
              <a:off x="5510852" y="21971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0" name="pt10140"/>
            <p:cNvSpPr/>
            <p:nvPr/>
          </p:nvSpPr>
          <p:spPr>
            <a:xfrm>
              <a:off x="5454549" y="22464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1" name="pt10141"/>
            <p:cNvSpPr/>
            <p:nvPr/>
          </p:nvSpPr>
          <p:spPr>
            <a:xfrm>
              <a:off x="5641593" y="20378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2" name="pt10142"/>
            <p:cNvSpPr/>
            <p:nvPr/>
          </p:nvSpPr>
          <p:spPr>
            <a:xfrm>
              <a:off x="5590302" y="19786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3" name="pt10143"/>
            <p:cNvSpPr/>
            <p:nvPr/>
          </p:nvSpPr>
          <p:spPr>
            <a:xfrm>
              <a:off x="5205692" y="1932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4" name="pt10144"/>
            <p:cNvSpPr/>
            <p:nvPr/>
          </p:nvSpPr>
          <p:spPr>
            <a:xfrm>
              <a:off x="5633225" y="2147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5" name="pt10145"/>
            <p:cNvSpPr/>
            <p:nvPr/>
          </p:nvSpPr>
          <p:spPr>
            <a:xfrm>
              <a:off x="5101725" y="20854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6" name="pt10146"/>
            <p:cNvSpPr/>
            <p:nvPr/>
          </p:nvSpPr>
          <p:spPr>
            <a:xfrm>
              <a:off x="5617981" y="18682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7" name="pt10147"/>
            <p:cNvSpPr/>
            <p:nvPr/>
          </p:nvSpPr>
          <p:spPr>
            <a:xfrm>
              <a:off x="5532672" y="21767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8" name="pt10148"/>
            <p:cNvSpPr/>
            <p:nvPr/>
          </p:nvSpPr>
          <p:spPr>
            <a:xfrm>
              <a:off x="5188113" y="23071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9" name="pt10149"/>
            <p:cNvSpPr/>
            <p:nvPr/>
          </p:nvSpPr>
          <p:spPr>
            <a:xfrm>
              <a:off x="5548475" y="21905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0" name="pt10150"/>
            <p:cNvSpPr/>
            <p:nvPr/>
          </p:nvSpPr>
          <p:spPr>
            <a:xfrm>
              <a:off x="5560551" y="23055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1" name="pt10151"/>
            <p:cNvSpPr/>
            <p:nvPr/>
          </p:nvSpPr>
          <p:spPr>
            <a:xfrm>
              <a:off x="5469557" y="19340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2" name="pt10152"/>
            <p:cNvSpPr/>
            <p:nvPr/>
          </p:nvSpPr>
          <p:spPr>
            <a:xfrm>
              <a:off x="5469371" y="1927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3" name="pt10153"/>
            <p:cNvSpPr/>
            <p:nvPr/>
          </p:nvSpPr>
          <p:spPr>
            <a:xfrm>
              <a:off x="5613343" y="19946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4" name="pt10154"/>
            <p:cNvSpPr/>
            <p:nvPr/>
          </p:nvSpPr>
          <p:spPr>
            <a:xfrm>
              <a:off x="5156328" y="26813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5" name="pt10155"/>
            <p:cNvSpPr/>
            <p:nvPr/>
          </p:nvSpPr>
          <p:spPr>
            <a:xfrm>
              <a:off x="4924774" y="22350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6" name="pt10156"/>
            <p:cNvSpPr/>
            <p:nvPr/>
          </p:nvSpPr>
          <p:spPr>
            <a:xfrm>
              <a:off x="5647817" y="20904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7" name="pt10157"/>
            <p:cNvSpPr/>
            <p:nvPr/>
          </p:nvSpPr>
          <p:spPr>
            <a:xfrm>
              <a:off x="5233560" y="21560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8" name="pt10158"/>
            <p:cNvSpPr/>
            <p:nvPr/>
          </p:nvSpPr>
          <p:spPr>
            <a:xfrm>
              <a:off x="5276767" y="22677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9" name="pt10159"/>
            <p:cNvSpPr/>
            <p:nvPr/>
          </p:nvSpPr>
          <p:spPr>
            <a:xfrm>
              <a:off x="5345763" y="22105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0" name="pt10160"/>
            <p:cNvSpPr/>
            <p:nvPr/>
          </p:nvSpPr>
          <p:spPr>
            <a:xfrm>
              <a:off x="5439750" y="21496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1" name="pt10161"/>
            <p:cNvSpPr/>
            <p:nvPr/>
          </p:nvSpPr>
          <p:spPr>
            <a:xfrm>
              <a:off x="5646523" y="20747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2" name="pt10162"/>
            <p:cNvSpPr/>
            <p:nvPr/>
          </p:nvSpPr>
          <p:spPr>
            <a:xfrm>
              <a:off x="5353035" y="22466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3" name="pt10163"/>
            <p:cNvSpPr/>
            <p:nvPr/>
          </p:nvSpPr>
          <p:spPr>
            <a:xfrm>
              <a:off x="5036225" y="21055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4" name="pt10164"/>
            <p:cNvSpPr/>
            <p:nvPr/>
          </p:nvSpPr>
          <p:spPr>
            <a:xfrm>
              <a:off x="5289530" y="21255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5" name="pt10165"/>
            <p:cNvSpPr/>
            <p:nvPr/>
          </p:nvSpPr>
          <p:spPr>
            <a:xfrm>
              <a:off x="5327718" y="2135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6" name="pt10166"/>
            <p:cNvSpPr/>
            <p:nvPr/>
          </p:nvSpPr>
          <p:spPr>
            <a:xfrm>
              <a:off x="5325718" y="20774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7" name="pt10167"/>
            <p:cNvSpPr/>
            <p:nvPr/>
          </p:nvSpPr>
          <p:spPr>
            <a:xfrm>
              <a:off x="5658346" y="20084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8" name="pt10168"/>
            <p:cNvSpPr/>
            <p:nvPr/>
          </p:nvSpPr>
          <p:spPr>
            <a:xfrm>
              <a:off x="5510547" y="22303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9" name="pt10169"/>
            <p:cNvSpPr/>
            <p:nvPr/>
          </p:nvSpPr>
          <p:spPr>
            <a:xfrm>
              <a:off x="6061520" y="17077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0" name="pt10170"/>
            <p:cNvSpPr/>
            <p:nvPr/>
          </p:nvSpPr>
          <p:spPr>
            <a:xfrm>
              <a:off x="5099245" y="24959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1" name="pt10171"/>
            <p:cNvSpPr/>
            <p:nvPr/>
          </p:nvSpPr>
          <p:spPr>
            <a:xfrm>
              <a:off x="5286296" y="22643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2" name="pt10172"/>
            <p:cNvSpPr/>
            <p:nvPr/>
          </p:nvSpPr>
          <p:spPr>
            <a:xfrm>
              <a:off x="5698458" y="19442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3" name="pt10173"/>
            <p:cNvSpPr/>
            <p:nvPr/>
          </p:nvSpPr>
          <p:spPr>
            <a:xfrm>
              <a:off x="5330628" y="21800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4" name="pt10174"/>
            <p:cNvSpPr/>
            <p:nvPr/>
          </p:nvSpPr>
          <p:spPr>
            <a:xfrm>
              <a:off x="5524208" y="21412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5" name="pt10175"/>
            <p:cNvSpPr/>
            <p:nvPr/>
          </p:nvSpPr>
          <p:spPr>
            <a:xfrm>
              <a:off x="5648885" y="20564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6" name="pt10176"/>
            <p:cNvSpPr/>
            <p:nvPr/>
          </p:nvSpPr>
          <p:spPr>
            <a:xfrm>
              <a:off x="5255381" y="20046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7" name="pt10177"/>
            <p:cNvSpPr/>
            <p:nvPr/>
          </p:nvSpPr>
          <p:spPr>
            <a:xfrm>
              <a:off x="5072078" y="23633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8" name="pt10178"/>
            <p:cNvSpPr/>
            <p:nvPr/>
          </p:nvSpPr>
          <p:spPr>
            <a:xfrm>
              <a:off x="5522302" y="22463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9" name="pt10179"/>
            <p:cNvSpPr/>
            <p:nvPr/>
          </p:nvSpPr>
          <p:spPr>
            <a:xfrm>
              <a:off x="5549546" y="2184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0" name="pt10180"/>
            <p:cNvSpPr/>
            <p:nvPr/>
          </p:nvSpPr>
          <p:spPr>
            <a:xfrm>
              <a:off x="5584493" y="23651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1" name="pt10181"/>
            <p:cNvSpPr/>
            <p:nvPr/>
          </p:nvSpPr>
          <p:spPr>
            <a:xfrm>
              <a:off x="4872963" y="23254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2" name="pt10182"/>
            <p:cNvSpPr/>
            <p:nvPr/>
          </p:nvSpPr>
          <p:spPr>
            <a:xfrm>
              <a:off x="5232737" y="22332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3" name="pt10183"/>
            <p:cNvSpPr/>
            <p:nvPr/>
          </p:nvSpPr>
          <p:spPr>
            <a:xfrm>
              <a:off x="5545561" y="20011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4" name="pt10184"/>
            <p:cNvSpPr/>
            <p:nvPr/>
          </p:nvSpPr>
          <p:spPr>
            <a:xfrm>
              <a:off x="4960432" y="22248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5" name="pt10185"/>
            <p:cNvSpPr/>
            <p:nvPr/>
          </p:nvSpPr>
          <p:spPr>
            <a:xfrm>
              <a:off x="5335951" y="22578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6" name="pt10186"/>
            <p:cNvSpPr/>
            <p:nvPr/>
          </p:nvSpPr>
          <p:spPr>
            <a:xfrm>
              <a:off x="4929891" y="17658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7" name="pt10187"/>
            <p:cNvSpPr/>
            <p:nvPr/>
          </p:nvSpPr>
          <p:spPr>
            <a:xfrm>
              <a:off x="5093130" y="23312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8" name="pt10188"/>
            <p:cNvSpPr/>
            <p:nvPr/>
          </p:nvSpPr>
          <p:spPr>
            <a:xfrm>
              <a:off x="4906735" y="3017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9" name="pt10189"/>
            <p:cNvSpPr/>
            <p:nvPr/>
          </p:nvSpPr>
          <p:spPr>
            <a:xfrm>
              <a:off x="5735804" y="17796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0" name="pt10190"/>
            <p:cNvSpPr/>
            <p:nvPr/>
          </p:nvSpPr>
          <p:spPr>
            <a:xfrm>
              <a:off x="5674682" y="17221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1" name="pt10191"/>
            <p:cNvSpPr/>
            <p:nvPr/>
          </p:nvSpPr>
          <p:spPr>
            <a:xfrm>
              <a:off x="5663408" y="18929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2" name="pt10192"/>
            <p:cNvSpPr/>
            <p:nvPr/>
          </p:nvSpPr>
          <p:spPr>
            <a:xfrm>
              <a:off x="5228474" y="1952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3" name="pt10193"/>
            <p:cNvSpPr/>
            <p:nvPr/>
          </p:nvSpPr>
          <p:spPr>
            <a:xfrm>
              <a:off x="5478199" y="17721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4" name="pt10194"/>
            <p:cNvSpPr/>
            <p:nvPr/>
          </p:nvSpPr>
          <p:spPr>
            <a:xfrm>
              <a:off x="5490761" y="21472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5" name="pt10195"/>
            <p:cNvSpPr/>
            <p:nvPr/>
          </p:nvSpPr>
          <p:spPr>
            <a:xfrm>
              <a:off x="5272061" y="22532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6" name="pt10196"/>
            <p:cNvSpPr/>
            <p:nvPr/>
          </p:nvSpPr>
          <p:spPr>
            <a:xfrm>
              <a:off x="5327095" y="21304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7" name="pt10197"/>
            <p:cNvSpPr/>
            <p:nvPr/>
          </p:nvSpPr>
          <p:spPr>
            <a:xfrm>
              <a:off x="5651076" y="21174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8" name="pt10198"/>
            <p:cNvSpPr/>
            <p:nvPr/>
          </p:nvSpPr>
          <p:spPr>
            <a:xfrm>
              <a:off x="5167296" y="27230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9" name="pt10199"/>
            <p:cNvSpPr/>
            <p:nvPr/>
          </p:nvSpPr>
          <p:spPr>
            <a:xfrm>
              <a:off x="5893310" y="1905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0" name="pt10200"/>
            <p:cNvSpPr/>
            <p:nvPr/>
          </p:nvSpPr>
          <p:spPr>
            <a:xfrm>
              <a:off x="5446230" y="22704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1" name="pt10201"/>
            <p:cNvSpPr/>
            <p:nvPr/>
          </p:nvSpPr>
          <p:spPr>
            <a:xfrm>
              <a:off x="5254167" y="2056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2" name="pt10202"/>
            <p:cNvSpPr/>
            <p:nvPr/>
          </p:nvSpPr>
          <p:spPr>
            <a:xfrm>
              <a:off x="5385218" y="21189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3" name="pt10203"/>
            <p:cNvSpPr/>
            <p:nvPr/>
          </p:nvSpPr>
          <p:spPr>
            <a:xfrm>
              <a:off x="4999889" y="26898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4" name="pt10204"/>
            <p:cNvSpPr/>
            <p:nvPr/>
          </p:nvSpPr>
          <p:spPr>
            <a:xfrm>
              <a:off x="5444928" y="2317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5" name="pt10205"/>
            <p:cNvSpPr/>
            <p:nvPr/>
          </p:nvSpPr>
          <p:spPr>
            <a:xfrm>
              <a:off x="5732160" y="19750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6" name="pt10206"/>
            <p:cNvSpPr/>
            <p:nvPr/>
          </p:nvSpPr>
          <p:spPr>
            <a:xfrm>
              <a:off x="5285293" y="22228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7" name="pt10207"/>
            <p:cNvSpPr/>
            <p:nvPr/>
          </p:nvSpPr>
          <p:spPr>
            <a:xfrm>
              <a:off x="5062419" y="22248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8" name="pt10208"/>
            <p:cNvSpPr/>
            <p:nvPr/>
          </p:nvSpPr>
          <p:spPr>
            <a:xfrm>
              <a:off x="5848050" y="19176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9" name="pt10209"/>
            <p:cNvSpPr/>
            <p:nvPr/>
          </p:nvSpPr>
          <p:spPr>
            <a:xfrm>
              <a:off x="5492338" y="21179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0" name="pt10210"/>
            <p:cNvSpPr/>
            <p:nvPr/>
          </p:nvSpPr>
          <p:spPr>
            <a:xfrm>
              <a:off x="5583483" y="21939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1" name="pt10211"/>
            <p:cNvSpPr/>
            <p:nvPr/>
          </p:nvSpPr>
          <p:spPr>
            <a:xfrm>
              <a:off x="5316353" y="21170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2" name="pt10212"/>
            <p:cNvSpPr/>
            <p:nvPr/>
          </p:nvSpPr>
          <p:spPr>
            <a:xfrm>
              <a:off x="5005230" y="26292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3" name="pt10213"/>
            <p:cNvSpPr/>
            <p:nvPr/>
          </p:nvSpPr>
          <p:spPr>
            <a:xfrm>
              <a:off x="5387251" y="19458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4" name="pt10214"/>
            <p:cNvSpPr/>
            <p:nvPr/>
          </p:nvSpPr>
          <p:spPr>
            <a:xfrm>
              <a:off x="5870084" y="17713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5" name="pt10215"/>
            <p:cNvSpPr/>
            <p:nvPr/>
          </p:nvSpPr>
          <p:spPr>
            <a:xfrm>
              <a:off x="5314729" y="21220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6" name="pt10216"/>
            <p:cNvSpPr/>
            <p:nvPr/>
          </p:nvSpPr>
          <p:spPr>
            <a:xfrm>
              <a:off x="4932670" y="22861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7" name="pt10217"/>
            <p:cNvSpPr/>
            <p:nvPr/>
          </p:nvSpPr>
          <p:spPr>
            <a:xfrm>
              <a:off x="5703187" y="18881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8" name="pt10218"/>
            <p:cNvSpPr/>
            <p:nvPr/>
          </p:nvSpPr>
          <p:spPr>
            <a:xfrm>
              <a:off x="5136474" y="25714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9" name="pt10219"/>
            <p:cNvSpPr/>
            <p:nvPr/>
          </p:nvSpPr>
          <p:spPr>
            <a:xfrm>
              <a:off x="5435239" y="23017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0" name="pt10220"/>
            <p:cNvSpPr/>
            <p:nvPr/>
          </p:nvSpPr>
          <p:spPr>
            <a:xfrm>
              <a:off x="5509686" y="22667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1" name="pt10221"/>
            <p:cNvSpPr/>
            <p:nvPr/>
          </p:nvSpPr>
          <p:spPr>
            <a:xfrm>
              <a:off x="5216698" y="2152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2" name="pt10222"/>
            <p:cNvSpPr/>
            <p:nvPr/>
          </p:nvSpPr>
          <p:spPr>
            <a:xfrm>
              <a:off x="4953636" y="22559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3" name="pt10223"/>
            <p:cNvSpPr/>
            <p:nvPr/>
          </p:nvSpPr>
          <p:spPr>
            <a:xfrm>
              <a:off x="5399660" y="22096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4" name="pt10224"/>
            <p:cNvSpPr/>
            <p:nvPr/>
          </p:nvSpPr>
          <p:spPr>
            <a:xfrm>
              <a:off x="5139908" y="26322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5" name="pt10225"/>
            <p:cNvSpPr/>
            <p:nvPr/>
          </p:nvSpPr>
          <p:spPr>
            <a:xfrm>
              <a:off x="5205629" y="21873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6" name="pt10226"/>
            <p:cNvSpPr/>
            <p:nvPr/>
          </p:nvSpPr>
          <p:spPr>
            <a:xfrm>
              <a:off x="5731256" y="18523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7" name="pt10227"/>
            <p:cNvSpPr/>
            <p:nvPr/>
          </p:nvSpPr>
          <p:spPr>
            <a:xfrm>
              <a:off x="5142758" y="23636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8" name="pt10228"/>
            <p:cNvSpPr/>
            <p:nvPr/>
          </p:nvSpPr>
          <p:spPr>
            <a:xfrm>
              <a:off x="5581485" y="23478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9" name="pt10229"/>
            <p:cNvSpPr/>
            <p:nvPr/>
          </p:nvSpPr>
          <p:spPr>
            <a:xfrm>
              <a:off x="5238976" y="21406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0" name="pt10230"/>
            <p:cNvSpPr/>
            <p:nvPr/>
          </p:nvSpPr>
          <p:spPr>
            <a:xfrm>
              <a:off x="5674265" y="18682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1" name="pt10231"/>
            <p:cNvSpPr/>
            <p:nvPr/>
          </p:nvSpPr>
          <p:spPr>
            <a:xfrm>
              <a:off x="5181616" y="24423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2" name="pt10232"/>
            <p:cNvSpPr/>
            <p:nvPr/>
          </p:nvSpPr>
          <p:spPr>
            <a:xfrm>
              <a:off x="5206309" y="21575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3" name="pt10233"/>
            <p:cNvSpPr/>
            <p:nvPr/>
          </p:nvSpPr>
          <p:spPr>
            <a:xfrm>
              <a:off x="5770019" y="20114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4" name="pt10234"/>
            <p:cNvSpPr/>
            <p:nvPr/>
          </p:nvSpPr>
          <p:spPr>
            <a:xfrm>
              <a:off x="5291939" y="22616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5" name="pt10235"/>
            <p:cNvSpPr/>
            <p:nvPr/>
          </p:nvSpPr>
          <p:spPr>
            <a:xfrm>
              <a:off x="5458374" y="2019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6" name="pt10236"/>
            <p:cNvSpPr/>
            <p:nvPr/>
          </p:nvSpPr>
          <p:spPr>
            <a:xfrm>
              <a:off x="5143350" y="27275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7" name="pt10237"/>
            <p:cNvSpPr/>
            <p:nvPr/>
          </p:nvSpPr>
          <p:spPr>
            <a:xfrm>
              <a:off x="5802374" y="18452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8" name="pt10238"/>
            <p:cNvSpPr/>
            <p:nvPr/>
          </p:nvSpPr>
          <p:spPr>
            <a:xfrm>
              <a:off x="5246348" y="21925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9" name="pt10239"/>
            <p:cNvSpPr/>
            <p:nvPr/>
          </p:nvSpPr>
          <p:spPr>
            <a:xfrm>
              <a:off x="5208131" y="22348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0" name="pt10240"/>
            <p:cNvSpPr/>
            <p:nvPr/>
          </p:nvSpPr>
          <p:spPr>
            <a:xfrm>
              <a:off x="5624419" y="18078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1" name="pt10241"/>
            <p:cNvSpPr/>
            <p:nvPr/>
          </p:nvSpPr>
          <p:spPr>
            <a:xfrm>
              <a:off x="5367312" y="2221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2" name="pt10242"/>
            <p:cNvSpPr/>
            <p:nvPr/>
          </p:nvSpPr>
          <p:spPr>
            <a:xfrm>
              <a:off x="5732385" y="17598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3" name="pt10243"/>
            <p:cNvSpPr/>
            <p:nvPr/>
          </p:nvSpPr>
          <p:spPr>
            <a:xfrm>
              <a:off x="5215450" y="22664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4" name="pt10244"/>
            <p:cNvSpPr/>
            <p:nvPr/>
          </p:nvSpPr>
          <p:spPr>
            <a:xfrm>
              <a:off x="5305955" y="20887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5" name="pt10245"/>
            <p:cNvSpPr/>
            <p:nvPr/>
          </p:nvSpPr>
          <p:spPr>
            <a:xfrm>
              <a:off x="5572430" y="2259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6" name="pt10246"/>
            <p:cNvSpPr/>
            <p:nvPr/>
          </p:nvSpPr>
          <p:spPr>
            <a:xfrm>
              <a:off x="5730648" y="17180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7" name="pt10247"/>
            <p:cNvSpPr/>
            <p:nvPr/>
          </p:nvSpPr>
          <p:spPr>
            <a:xfrm>
              <a:off x="5392160" y="21268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8" name="pt10248"/>
            <p:cNvSpPr/>
            <p:nvPr/>
          </p:nvSpPr>
          <p:spPr>
            <a:xfrm>
              <a:off x="5685668" y="17584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9" name="pt10249"/>
            <p:cNvSpPr/>
            <p:nvPr/>
          </p:nvSpPr>
          <p:spPr>
            <a:xfrm>
              <a:off x="5319919" y="2189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0" name="pt10250"/>
            <p:cNvSpPr/>
            <p:nvPr/>
          </p:nvSpPr>
          <p:spPr>
            <a:xfrm>
              <a:off x="5668248" y="19154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1" name="pt10251"/>
            <p:cNvSpPr/>
            <p:nvPr/>
          </p:nvSpPr>
          <p:spPr>
            <a:xfrm>
              <a:off x="5216716" y="21736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2" name="pt10252"/>
            <p:cNvSpPr/>
            <p:nvPr/>
          </p:nvSpPr>
          <p:spPr>
            <a:xfrm>
              <a:off x="5602624" y="19924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3" name="pt10253"/>
            <p:cNvSpPr/>
            <p:nvPr/>
          </p:nvSpPr>
          <p:spPr>
            <a:xfrm>
              <a:off x="4971478" y="28171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4" name="pt10254"/>
            <p:cNvSpPr/>
            <p:nvPr/>
          </p:nvSpPr>
          <p:spPr>
            <a:xfrm>
              <a:off x="5253027" y="21656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5" name="pt10255"/>
            <p:cNvSpPr/>
            <p:nvPr/>
          </p:nvSpPr>
          <p:spPr>
            <a:xfrm>
              <a:off x="5495591" y="22602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6" name="pt10256"/>
            <p:cNvSpPr/>
            <p:nvPr/>
          </p:nvSpPr>
          <p:spPr>
            <a:xfrm>
              <a:off x="5129177" y="24916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7" name="pt10257"/>
            <p:cNvSpPr/>
            <p:nvPr/>
          </p:nvSpPr>
          <p:spPr>
            <a:xfrm>
              <a:off x="5180802" y="2494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8" name="pt10258"/>
            <p:cNvSpPr/>
            <p:nvPr/>
          </p:nvSpPr>
          <p:spPr>
            <a:xfrm>
              <a:off x="5392752" y="21387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9" name="pt10259"/>
            <p:cNvSpPr/>
            <p:nvPr/>
          </p:nvSpPr>
          <p:spPr>
            <a:xfrm>
              <a:off x="6085958" y="20370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0" name="pt10260"/>
            <p:cNvSpPr/>
            <p:nvPr/>
          </p:nvSpPr>
          <p:spPr>
            <a:xfrm>
              <a:off x="5374677" y="21841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1" name="pt10261"/>
            <p:cNvSpPr/>
            <p:nvPr/>
          </p:nvSpPr>
          <p:spPr>
            <a:xfrm>
              <a:off x="5313376" y="21385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2" name="pt10262"/>
            <p:cNvSpPr/>
            <p:nvPr/>
          </p:nvSpPr>
          <p:spPr>
            <a:xfrm>
              <a:off x="5395320" y="21832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3" name="pt10263"/>
            <p:cNvSpPr/>
            <p:nvPr/>
          </p:nvSpPr>
          <p:spPr>
            <a:xfrm>
              <a:off x="5321762" y="20794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4" name="pt10264"/>
            <p:cNvSpPr/>
            <p:nvPr/>
          </p:nvSpPr>
          <p:spPr>
            <a:xfrm>
              <a:off x="5649834" y="20619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5" name="pt10265"/>
            <p:cNvSpPr/>
            <p:nvPr/>
          </p:nvSpPr>
          <p:spPr>
            <a:xfrm>
              <a:off x="5662544" y="22172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6" name="pt10266"/>
            <p:cNvSpPr/>
            <p:nvPr/>
          </p:nvSpPr>
          <p:spPr>
            <a:xfrm>
              <a:off x="5568268" y="21759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7" name="pt10267"/>
            <p:cNvSpPr/>
            <p:nvPr/>
          </p:nvSpPr>
          <p:spPr>
            <a:xfrm>
              <a:off x="5354829" y="22188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8" name="pt10268"/>
            <p:cNvSpPr/>
            <p:nvPr/>
          </p:nvSpPr>
          <p:spPr>
            <a:xfrm>
              <a:off x="5894225" y="18230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9" name="pt10269"/>
            <p:cNvSpPr/>
            <p:nvPr/>
          </p:nvSpPr>
          <p:spPr>
            <a:xfrm>
              <a:off x="5092043" y="25310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0" name="pt10270"/>
            <p:cNvSpPr/>
            <p:nvPr/>
          </p:nvSpPr>
          <p:spPr>
            <a:xfrm>
              <a:off x="5436903" y="21702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1" name="pt10271"/>
            <p:cNvSpPr/>
            <p:nvPr/>
          </p:nvSpPr>
          <p:spPr>
            <a:xfrm>
              <a:off x="5343859" y="22205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2" name="pt10272"/>
            <p:cNvSpPr/>
            <p:nvPr/>
          </p:nvSpPr>
          <p:spPr>
            <a:xfrm>
              <a:off x="5297674" y="22300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3" name="pt10273"/>
            <p:cNvSpPr/>
            <p:nvPr/>
          </p:nvSpPr>
          <p:spPr>
            <a:xfrm>
              <a:off x="5219090" y="21895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4" name="pt10274"/>
            <p:cNvSpPr/>
            <p:nvPr/>
          </p:nvSpPr>
          <p:spPr>
            <a:xfrm>
              <a:off x="5560543" y="23326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5" name="pt10275"/>
            <p:cNvSpPr/>
            <p:nvPr/>
          </p:nvSpPr>
          <p:spPr>
            <a:xfrm>
              <a:off x="5435823" y="21615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6" name="pt10276"/>
            <p:cNvSpPr/>
            <p:nvPr/>
          </p:nvSpPr>
          <p:spPr>
            <a:xfrm>
              <a:off x="5948312" y="17713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7" name="pt10277"/>
            <p:cNvSpPr/>
            <p:nvPr/>
          </p:nvSpPr>
          <p:spPr>
            <a:xfrm>
              <a:off x="5505603" y="21006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8" name="pt10278"/>
            <p:cNvSpPr/>
            <p:nvPr/>
          </p:nvSpPr>
          <p:spPr>
            <a:xfrm>
              <a:off x="5281510" y="22920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9" name="pt10279"/>
            <p:cNvSpPr/>
            <p:nvPr/>
          </p:nvSpPr>
          <p:spPr>
            <a:xfrm>
              <a:off x="5400890" y="21853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0" name="pt10280"/>
            <p:cNvSpPr/>
            <p:nvPr/>
          </p:nvSpPr>
          <p:spPr>
            <a:xfrm>
              <a:off x="5373802" y="21932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1" name="pt10281"/>
            <p:cNvSpPr/>
            <p:nvPr/>
          </p:nvSpPr>
          <p:spPr>
            <a:xfrm>
              <a:off x="5540599" y="22139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2" name="pt10282"/>
            <p:cNvSpPr/>
            <p:nvPr/>
          </p:nvSpPr>
          <p:spPr>
            <a:xfrm>
              <a:off x="5177700" y="24762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3" name="pt10283"/>
            <p:cNvSpPr/>
            <p:nvPr/>
          </p:nvSpPr>
          <p:spPr>
            <a:xfrm>
              <a:off x="5269671" y="21172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4" name="pt10284"/>
            <p:cNvSpPr/>
            <p:nvPr/>
          </p:nvSpPr>
          <p:spPr>
            <a:xfrm>
              <a:off x="5446818" y="21615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5" name="pt10285"/>
            <p:cNvSpPr/>
            <p:nvPr/>
          </p:nvSpPr>
          <p:spPr>
            <a:xfrm>
              <a:off x="5342341" y="21972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6" name="pt10286"/>
            <p:cNvSpPr/>
            <p:nvPr/>
          </p:nvSpPr>
          <p:spPr>
            <a:xfrm>
              <a:off x="5353183" y="22055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7" name="pt10287"/>
            <p:cNvSpPr/>
            <p:nvPr/>
          </p:nvSpPr>
          <p:spPr>
            <a:xfrm>
              <a:off x="5559233" y="22415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8" name="pt10288"/>
            <p:cNvSpPr/>
            <p:nvPr/>
          </p:nvSpPr>
          <p:spPr>
            <a:xfrm>
              <a:off x="5179668" y="25465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9" name="pt10289"/>
            <p:cNvSpPr/>
            <p:nvPr/>
          </p:nvSpPr>
          <p:spPr>
            <a:xfrm>
              <a:off x="5377120" y="21639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0" name="pt10290"/>
            <p:cNvSpPr/>
            <p:nvPr/>
          </p:nvSpPr>
          <p:spPr>
            <a:xfrm>
              <a:off x="4975803" y="25318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1" name="pt10291"/>
            <p:cNvSpPr/>
            <p:nvPr/>
          </p:nvSpPr>
          <p:spPr>
            <a:xfrm>
              <a:off x="5677592" y="16605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2" name="pt10292"/>
            <p:cNvSpPr/>
            <p:nvPr/>
          </p:nvSpPr>
          <p:spPr>
            <a:xfrm>
              <a:off x="5436355" y="2198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3" name="pt10293"/>
            <p:cNvSpPr/>
            <p:nvPr/>
          </p:nvSpPr>
          <p:spPr>
            <a:xfrm>
              <a:off x="5269056" y="21349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4" name="pt10294"/>
            <p:cNvSpPr/>
            <p:nvPr/>
          </p:nvSpPr>
          <p:spPr>
            <a:xfrm>
              <a:off x="5590283" y="21607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5" name="pt10295"/>
            <p:cNvSpPr/>
            <p:nvPr/>
          </p:nvSpPr>
          <p:spPr>
            <a:xfrm>
              <a:off x="5988215" y="18719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6" name="pt10296"/>
            <p:cNvSpPr/>
            <p:nvPr/>
          </p:nvSpPr>
          <p:spPr>
            <a:xfrm>
              <a:off x="5287540" y="22616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7" name="pt10297"/>
            <p:cNvSpPr/>
            <p:nvPr/>
          </p:nvSpPr>
          <p:spPr>
            <a:xfrm>
              <a:off x="5301815" y="22834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8" name="pt10298"/>
            <p:cNvSpPr/>
            <p:nvPr/>
          </p:nvSpPr>
          <p:spPr>
            <a:xfrm>
              <a:off x="5378083" y="2192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9" name="pt10299"/>
            <p:cNvSpPr/>
            <p:nvPr/>
          </p:nvSpPr>
          <p:spPr>
            <a:xfrm>
              <a:off x="5330203" y="22127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0" name="pt10300"/>
            <p:cNvSpPr/>
            <p:nvPr/>
          </p:nvSpPr>
          <p:spPr>
            <a:xfrm>
              <a:off x="6059220" y="19871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1" name="pt10301"/>
            <p:cNvSpPr/>
            <p:nvPr/>
          </p:nvSpPr>
          <p:spPr>
            <a:xfrm>
              <a:off x="5335410" y="22170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2" name="pt10302"/>
            <p:cNvSpPr/>
            <p:nvPr/>
          </p:nvSpPr>
          <p:spPr>
            <a:xfrm>
              <a:off x="5473712" y="19963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3" name="pt10303"/>
            <p:cNvSpPr/>
            <p:nvPr/>
          </p:nvSpPr>
          <p:spPr>
            <a:xfrm>
              <a:off x="5482073" y="2007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4" name="pt10304"/>
            <p:cNvSpPr/>
            <p:nvPr/>
          </p:nvSpPr>
          <p:spPr>
            <a:xfrm>
              <a:off x="5292610" y="22028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5" name="pt10305"/>
            <p:cNvSpPr/>
            <p:nvPr/>
          </p:nvSpPr>
          <p:spPr>
            <a:xfrm>
              <a:off x="5798703" y="17723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6" name="pt10306"/>
            <p:cNvSpPr/>
            <p:nvPr/>
          </p:nvSpPr>
          <p:spPr>
            <a:xfrm>
              <a:off x="5388699" y="20722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7" name="pt10307"/>
            <p:cNvSpPr/>
            <p:nvPr/>
          </p:nvSpPr>
          <p:spPr>
            <a:xfrm>
              <a:off x="5378165" y="21039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8" name="pt10308"/>
            <p:cNvSpPr/>
            <p:nvPr/>
          </p:nvSpPr>
          <p:spPr>
            <a:xfrm>
              <a:off x="5614261" y="20815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9" name="pt10309"/>
            <p:cNvSpPr/>
            <p:nvPr/>
          </p:nvSpPr>
          <p:spPr>
            <a:xfrm>
              <a:off x="5711911" y="19858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0" name="pt10310"/>
            <p:cNvSpPr/>
            <p:nvPr/>
          </p:nvSpPr>
          <p:spPr>
            <a:xfrm>
              <a:off x="5378959" y="22377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1" name="pt10311"/>
            <p:cNvSpPr/>
            <p:nvPr/>
          </p:nvSpPr>
          <p:spPr>
            <a:xfrm>
              <a:off x="5729678" y="19165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2" name="pt10312"/>
            <p:cNvSpPr/>
            <p:nvPr/>
          </p:nvSpPr>
          <p:spPr>
            <a:xfrm>
              <a:off x="5455750" y="21749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3" name="pt10313"/>
            <p:cNvSpPr/>
            <p:nvPr/>
          </p:nvSpPr>
          <p:spPr>
            <a:xfrm>
              <a:off x="5537520" y="21401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4" name="pt10314"/>
            <p:cNvSpPr/>
            <p:nvPr/>
          </p:nvSpPr>
          <p:spPr>
            <a:xfrm>
              <a:off x="5477750" y="20892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5" name="pt10315"/>
            <p:cNvSpPr/>
            <p:nvPr/>
          </p:nvSpPr>
          <p:spPr>
            <a:xfrm>
              <a:off x="5272067" y="21401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6" name="pt10316"/>
            <p:cNvSpPr/>
            <p:nvPr/>
          </p:nvSpPr>
          <p:spPr>
            <a:xfrm>
              <a:off x="5127025" y="26392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7" name="pt10317"/>
            <p:cNvSpPr/>
            <p:nvPr/>
          </p:nvSpPr>
          <p:spPr>
            <a:xfrm>
              <a:off x="5319338" y="21729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8" name="pt10318"/>
            <p:cNvSpPr/>
            <p:nvPr/>
          </p:nvSpPr>
          <p:spPr>
            <a:xfrm>
              <a:off x="5221128" y="2304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9" name="pt10319"/>
            <p:cNvSpPr/>
            <p:nvPr/>
          </p:nvSpPr>
          <p:spPr>
            <a:xfrm>
              <a:off x="5261778" y="22497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0" name="pt10320"/>
            <p:cNvSpPr/>
            <p:nvPr/>
          </p:nvSpPr>
          <p:spPr>
            <a:xfrm>
              <a:off x="4888057" y="27998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1" name="pt10321"/>
            <p:cNvSpPr/>
            <p:nvPr/>
          </p:nvSpPr>
          <p:spPr>
            <a:xfrm>
              <a:off x="5297619" y="21778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2" name="pt10322"/>
            <p:cNvSpPr/>
            <p:nvPr/>
          </p:nvSpPr>
          <p:spPr>
            <a:xfrm>
              <a:off x="5719645" y="17575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3" name="pt10323"/>
            <p:cNvSpPr/>
            <p:nvPr/>
          </p:nvSpPr>
          <p:spPr>
            <a:xfrm>
              <a:off x="5233772" y="23283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4" name="pt10324"/>
            <p:cNvSpPr/>
            <p:nvPr/>
          </p:nvSpPr>
          <p:spPr>
            <a:xfrm>
              <a:off x="5697907" y="18655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5" name="pt10325"/>
            <p:cNvSpPr/>
            <p:nvPr/>
          </p:nvSpPr>
          <p:spPr>
            <a:xfrm>
              <a:off x="5404595" y="22552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6" name="pt10326"/>
            <p:cNvSpPr/>
            <p:nvPr/>
          </p:nvSpPr>
          <p:spPr>
            <a:xfrm>
              <a:off x="5253794" y="20559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7" name="pt10327"/>
            <p:cNvSpPr/>
            <p:nvPr/>
          </p:nvSpPr>
          <p:spPr>
            <a:xfrm>
              <a:off x="5186739" y="24118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8" name="pt10328"/>
            <p:cNvSpPr/>
            <p:nvPr/>
          </p:nvSpPr>
          <p:spPr>
            <a:xfrm>
              <a:off x="5451554" y="22668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9" name="pt10329"/>
            <p:cNvSpPr/>
            <p:nvPr/>
          </p:nvSpPr>
          <p:spPr>
            <a:xfrm>
              <a:off x="5389510" y="21871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0" name="pt10330"/>
            <p:cNvSpPr/>
            <p:nvPr/>
          </p:nvSpPr>
          <p:spPr>
            <a:xfrm>
              <a:off x="5429112" y="22784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1" name="pt10331"/>
            <p:cNvSpPr/>
            <p:nvPr/>
          </p:nvSpPr>
          <p:spPr>
            <a:xfrm>
              <a:off x="5326711" y="22115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2" name="pt10332"/>
            <p:cNvSpPr/>
            <p:nvPr/>
          </p:nvSpPr>
          <p:spPr>
            <a:xfrm>
              <a:off x="4801676" y="23725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3" name="pt10333"/>
            <p:cNvSpPr/>
            <p:nvPr/>
          </p:nvSpPr>
          <p:spPr>
            <a:xfrm>
              <a:off x="5769544" y="18670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4" name="pt10334"/>
            <p:cNvSpPr/>
            <p:nvPr/>
          </p:nvSpPr>
          <p:spPr>
            <a:xfrm>
              <a:off x="4677462" y="22985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5" name="pt10335"/>
            <p:cNvSpPr/>
            <p:nvPr/>
          </p:nvSpPr>
          <p:spPr>
            <a:xfrm>
              <a:off x="5320806" y="22275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6" name="pt10336"/>
            <p:cNvSpPr/>
            <p:nvPr/>
          </p:nvSpPr>
          <p:spPr>
            <a:xfrm>
              <a:off x="5856619" y="17329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7" name="pt10337"/>
            <p:cNvSpPr/>
            <p:nvPr/>
          </p:nvSpPr>
          <p:spPr>
            <a:xfrm>
              <a:off x="5298520" y="22582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8" name="pt10338"/>
            <p:cNvSpPr/>
            <p:nvPr/>
          </p:nvSpPr>
          <p:spPr>
            <a:xfrm>
              <a:off x="5321814" y="21423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9" name="pt10339"/>
            <p:cNvSpPr/>
            <p:nvPr/>
          </p:nvSpPr>
          <p:spPr>
            <a:xfrm>
              <a:off x="5665305" y="19870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0" name="pt10340"/>
            <p:cNvSpPr/>
            <p:nvPr/>
          </p:nvSpPr>
          <p:spPr>
            <a:xfrm>
              <a:off x="5811407" y="2058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1" name="pt10341"/>
            <p:cNvSpPr/>
            <p:nvPr/>
          </p:nvSpPr>
          <p:spPr>
            <a:xfrm>
              <a:off x="5164474" y="25729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2" name="pt10342"/>
            <p:cNvSpPr/>
            <p:nvPr/>
          </p:nvSpPr>
          <p:spPr>
            <a:xfrm>
              <a:off x="5725561" y="17853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3" name="pt10343"/>
            <p:cNvSpPr/>
            <p:nvPr/>
          </p:nvSpPr>
          <p:spPr>
            <a:xfrm>
              <a:off x="5079628" y="22994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4" name="pt10344"/>
            <p:cNvSpPr/>
            <p:nvPr/>
          </p:nvSpPr>
          <p:spPr>
            <a:xfrm>
              <a:off x="5343513" y="20960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5" name="pt10345"/>
            <p:cNvSpPr/>
            <p:nvPr/>
          </p:nvSpPr>
          <p:spPr>
            <a:xfrm>
              <a:off x="5219935" y="22364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6" name="pt10346"/>
            <p:cNvSpPr/>
            <p:nvPr/>
          </p:nvSpPr>
          <p:spPr>
            <a:xfrm>
              <a:off x="5440085" y="22455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7" name="pt10347"/>
            <p:cNvSpPr/>
            <p:nvPr/>
          </p:nvSpPr>
          <p:spPr>
            <a:xfrm>
              <a:off x="5337824" y="21772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8" name="pt10348"/>
            <p:cNvSpPr/>
            <p:nvPr/>
          </p:nvSpPr>
          <p:spPr>
            <a:xfrm>
              <a:off x="4986403" y="25641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9" name="pt10349"/>
            <p:cNvSpPr/>
            <p:nvPr/>
          </p:nvSpPr>
          <p:spPr>
            <a:xfrm>
              <a:off x="5141655" y="26208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0" name="pt10350"/>
            <p:cNvSpPr/>
            <p:nvPr/>
          </p:nvSpPr>
          <p:spPr>
            <a:xfrm>
              <a:off x="5187057" y="20729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1" name="pt10351"/>
            <p:cNvSpPr/>
            <p:nvPr/>
          </p:nvSpPr>
          <p:spPr>
            <a:xfrm>
              <a:off x="5050429" y="22071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2" name="pt10352"/>
            <p:cNvSpPr/>
            <p:nvPr/>
          </p:nvSpPr>
          <p:spPr>
            <a:xfrm>
              <a:off x="5383301" y="22082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3" name="pt10353"/>
            <p:cNvSpPr/>
            <p:nvPr/>
          </p:nvSpPr>
          <p:spPr>
            <a:xfrm>
              <a:off x="5568635" y="21571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4" name="pt10354"/>
            <p:cNvSpPr/>
            <p:nvPr/>
          </p:nvSpPr>
          <p:spPr>
            <a:xfrm>
              <a:off x="5308203" y="20697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5" name="pt10355"/>
            <p:cNvSpPr/>
            <p:nvPr/>
          </p:nvSpPr>
          <p:spPr>
            <a:xfrm>
              <a:off x="5448888" y="23673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6" name="pt10356"/>
            <p:cNvSpPr/>
            <p:nvPr/>
          </p:nvSpPr>
          <p:spPr>
            <a:xfrm>
              <a:off x="5526533" y="22534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7" name="pt10357"/>
            <p:cNvSpPr/>
            <p:nvPr/>
          </p:nvSpPr>
          <p:spPr>
            <a:xfrm>
              <a:off x="5564575" y="2159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8" name="pt10358"/>
            <p:cNvSpPr/>
            <p:nvPr/>
          </p:nvSpPr>
          <p:spPr>
            <a:xfrm>
              <a:off x="5802876" y="21447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9" name="pt10359"/>
            <p:cNvSpPr/>
            <p:nvPr/>
          </p:nvSpPr>
          <p:spPr>
            <a:xfrm>
              <a:off x="5123127" y="24142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0" name="pt10360"/>
            <p:cNvSpPr/>
            <p:nvPr/>
          </p:nvSpPr>
          <p:spPr>
            <a:xfrm>
              <a:off x="5611073" y="20588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1" name="pt10361"/>
            <p:cNvSpPr/>
            <p:nvPr/>
          </p:nvSpPr>
          <p:spPr>
            <a:xfrm>
              <a:off x="5640838" y="2018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2" name="pt10362"/>
            <p:cNvSpPr/>
            <p:nvPr/>
          </p:nvSpPr>
          <p:spPr>
            <a:xfrm>
              <a:off x="5221876" y="21843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3" name="pt10363"/>
            <p:cNvSpPr/>
            <p:nvPr/>
          </p:nvSpPr>
          <p:spPr>
            <a:xfrm>
              <a:off x="5528673" y="22415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4" name="pt10364"/>
            <p:cNvSpPr/>
            <p:nvPr/>
          </p:nvSpPr>
          <p:spPr>
            <a:xfrm>
              <a:off x="5561789" y="21379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5" name="pt10365"/>
            <p:cNvSpPr/>
            <p:nvPr/>
          </p:nvSpPr>
          <p:spPr>
            <a:xfrm>
              <a:off x="5410711" y="21669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6" name="pt10366"/>
            <p:cNvSpPr/>
            <p:nvPr/>
          </p:nvSpPr>
          <p:spPr>
            <a:xfrm>
              <a:off x="5159067" y="2473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7" name="pt10367"/>
            <p:cNvSpPr/>
            <p:nvPr/>
          </p:nvSpPr>
          <p:spPr>
            <a:xfrm>
              <a:off x="5710229" y="20342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8" name="pt10368"/>
            <p:cNvSpPr/>
            <p:nvPr/>
          </p:nvSpPr>
          <p:spPr>
            <a:xfrm>
              <a:off x="5558190" y="21606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9" name="pt10369"/>
            <p:cNvSpPr/>
            <p:nvPr/>
          </p:nvSpPr>
          <p:spPr>
            <a:xfrm>
              <a:off x="5252910" y="20156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0" name="pt10370"/>
            <p:cNvSpPr/>
            <p:nvPr/>
          </p:nvSpPr>
          <p:spPr>
            <a:xfrm>
              <a:off x="5205748" y="22216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1" name="pt10371"/>
            <p:cNvSpPr/>
            <p:nvPr/>
          </p:nvSpPr>
          <p:spPr>
            <a:xfrm>
              <a:off x="5564430" y="22029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2" name="pt10372"/>
            <p:cNvSpPr/>
            <p:nvPr/>
          </p:nvSpPr>
          <p:spPr>
            <a:xfrm>
              <a:off x="5217583" y="2140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3" name="pt10373"/>
            <p:cNvSpPr/>
            <p:nvPr/>
          </p:nvSpPr>
          <p:spPr>
            <a:xfrm>
              <a:off x="5083668" y="23792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4" name="pt10374"/>
            <p:cNvSpPr/>
            <p:nvPr/>
          </p:nvSpPr>
          <p:spPr>
            <a:xfrm>
              <a:off x="5148280" y="26260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5" name="pt10375"/>
            <p:cNvSpPr/>
            <p:nvPr/>
          </p:nvSpPr>
          <p:spPr>
            <a:xfrm>
              <a:off x="5240424" y="21860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6" name="pt10376"/>
            <p:cNvSpPr/>
            <p:nvPr/>
          </p:nvSpPr>
          <p:spPr>
            <a:xfrm>
              <a:off x="5812899" y="1789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7" name="pt10377"/>
            <p:cNvSpPr/>
            <p:nvPr/>
          </p:nvSpPr>
          <p:spPr>
            <a:xfrm>
              <a:off x="5148198" y="27821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8" name="pt10378"/>
            <p:cNvSpPr/>
            <p:nvPr/>
          </p:nvSpPr>
          <p:spPr>
            <a:xfrm>
              <a:off x="5578952" y="22661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9" name="pt10379"/>
            <p:cNvSpPr/>
            <p:nvPr/>
          </p:nvSpPr>
          <p:spPr>
            <a:xfrm>
              <a:off x="5529152" y="21098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0" name="pt10380"/>
            <p:cNvSpPr/>
            <p:nvPr/>
          </p:nvSpPr>
          <p:spPr>
            <a:xfrm>
              <a:off x="5535747" y="21416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1" name="pt10381"/>
            <p:cNvSpPr/>
            <p:nvPr/>
          </p:nvSpPr>
          <p:spPr>
            <a:xfrm>
              <a:off x="5504300" y="21074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2" name="pt10382"/>
            <p:cNvSpPr/>
            <p:nvPr/>
          </p:nvSpPr>
          <p:spPr>
            <a:xfrm>
              <a:off x="5441999" y="22447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3" name="pt10383"/>
            <p:cNvSpPr/>
            <p:nvPr/>
          </p:nvSpPr>
          <p:spPr>
            <a:xfrm>
              <a:off x="5304826" y="19081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4" name="pt10384"/>
            <p:cNvSpPr/>
            <p:nvPr/>
          </p:nvSpPr>
          <p:spPr>
            <a:xfrm>
              <a:off x="4965610" y="2154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5" name="pt10385"/>
            <p:cNvSpPr/>
            <p:nvPr/>
          </p:nvSpPr>
          <p:spPr>
            <a:xfrm>
              <a:off x="5811471" y="18752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6" name="pt10386"/>
            <p:cNvSpPr/>
            <p:nvPr/>
          </p:nvSpPr>
          <p:spPr>
            <a:xfrm>
              <a:off x="5716636" y="2063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7" name="pt10387"/>
            <p:cNvSpPr/>
            <p:nvPr/>
          </p:nvSpPr>
          <p:spPr>
            <a:xfrm>
              <a:off x="5674846" y="16670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8" name="pt10388"/>
            <p:cNvSpPr/>
            <p:nvPr/>
          </p:nvSpPr>
          <p:spPr>
            <a:xfrm>
              <a:off x="5289474" y="21766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9" name="pt10389"/>
            <p:cNvSpPr/>
            <p:nvPr/>
          </p:nvSpPr>
          <p:spPr>
            <a:xfrm>
              <a:off x="5832389" y="18737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0" name="pt10390"/>
            <p:cNvSpPr/>
            <p:nvPr/>
          </p:nvSpPr>
          <p:spPr>
            <a:xfrm>
              <a:off x="5419677" y="22808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1" name="pt10391"/>
            <p:cNvSpPr/>
            <p:nvPr/>
          </p:nvSpPr>
          <p:spPr>
            <a:xfrm>
              <a:off x="5341084" y="21158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2" name="pt10392"/>
            <p:cNvSpPr/>
            <p:nvPr/>
          </p:nvSpPr>
          <p:spPr>
            <a:xfrm>
              <a:off x="5142137" y="26675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3" name="pt10393"/>
            <p:cNvSpPr/>
            <p:nvPr/>
          </p:nvSpPr>
          <p:spPr>
            <a:xfrm>
              <a:off x="5472645" y="18639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4" name="pt10394"/>
            <p:cNvSpPr/>
            <p:nvPr/>
          </p:nvSpPr>
          <p:spPr>
            <a:xfrm>
              <a:off x="6010050" y="21451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5" name="pt10395"/>
            <p:cNvSpPr/>
            <p:nvPr/>
          </p:nvSpPr>
          <p:spPr>
            <a:xfrm>
              <a:off x="5263360" y="22093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6" name="pt10396"/>
            <p:cNvSpPr/>
            <p:nvPr/>
          </p:nvSpPr>
          <p:spPr>
            <a:xfrm>
              <a:off x="5372812" y="23226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7" name="pt10397"/>
            <p:cNvSpPr/>
            <p:nvPr/>
          </p:nvSpPr>
          <p:spPr>
            <a:xfrm>
              <a:off x="5316631" y="22157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8" name="pt10398"/>
            <p:cNvSpPr/>
            <p:nvPr/>
          </p:nvSpPr>
          <p:spPr>
            <a:xfrm>
              <a:off x="5427972" y="22814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9" name="pt10399"/>
            <p:cNvSpPr/>
            <p:nvPr/>
          </p:nvSpPr>
          <p:spPr>
            <a:xfrm>
              <a:off x="5863130" y="21244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0" name="pt10400"/>
            <p:cNvSpPr/>
            <p:nvPr/>
          </p:nvSpPr>
          <p:spPr>
            <a:xfrm>
              <a:off x="5314637" y="20932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1" name="pt10401"/>
            <p:cNvSpPr/>
            <p:nvPr/>
          </p:nvSpPr>
          <p:spPr>
            <a:xfrm>
              <a:off x="5195979" y="23556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2" name="pt10402"/>
            <p:cNvSpPr/>
            <p:nvPr/>
          </p:nvSpPr>
          <p:spPr>
            <a:xfrm>
              <a:off x="5495516" y="20564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3" name="pt10403"/>
            <p:cNvSpPr/>
            <p:nvPr/>
          </p:nvSpPr>
          <p:spPr>
            <a:xfrm>
              <a:off x="5332589" y="20838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4" name="pt10404"/>
            <p:cNvSpPr/>
            <p:nvPr/>
          </p:nvSpPr>
          <p:spPr>
            <a:xfrm>
              <a:off x="5223541" y="21037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5" name="pt10405"/>
            <p:cNvSpPr/>
            <p:nvPr/>
          </p:nvSpPr>
          <p:spPr>
            <a:xfrm>
              <a:off x="5297490" y="2094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6" name="pt10406"/>
            <p:cNvSpPr/>
            <p:nvPr/>
          </p:nvSpPr>
          <p:spPr>
            <a:xfrm>
              <a:off x="5357775" y="22193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7" name="pt10407"/>
            <p:cNvSpPr/>
            <p:nvPr/>
          </p:nvSpPr>
          <p:spPr>
            <a:xfrm>
              <a:off x="5752079" y="19746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8" name="pt10408"/>
            <p:cNvSpPr/>
            <p:nvPr/>
          </p:nvSpPr>
          <p:spPr>
            <a:xfrm>
              <a:off x="5273031" y="21836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9" name="pt10409"/>
            <p:cNvSpPr/>
            <p:nvPr/>
          </p:nvSpPr>
          <p:spPr>
            <a:xfrm>
              <a:off x="5636089" y="2079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0" name="pt10410"/>
            <p:cNvSpPr/>
            <p:nvPr/>
          </p:nvSpPr>
          <p:spPr>
            <a:xfrm>
              <a:off x="5521884" y="21643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1" name="pt10411"/>
            <p:cNvSpPr/>
            <p:nvPr/>
          </p:nvSpPr>
          <p:spPr>
            <a:xfrm>
              <a:off x="5315904" y="22599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2" name="pt10412"/>
            <p:cNvSpPr/>
            <p:nvPr/>
          </p:nvSpPr>
          <p:spPr>
            <a:xfrm>
              <a:off x="5071087" y="25995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3" name="pt10413"/>
            <p:cNvSpPr/>
            <p:nvPr/>
          </p:nvSpPr>
          <p:spPr>
            <a:xfrm>
              <a:off x="5439217" y="22494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4" name="pt10414"/>
            <p:cNvSpPr/>
            <p:nvPr/>
          </p:nvSpPr>
          <p:spPr>
            <a:xfrm>
              <a:off x="5673197" y="17770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5" name="pt10415"/>
            <p:cNvSpPr/>
            <p:nvPr/>
          </p:nvSpPr>
          <p:spPr>
            <a:xfrm>
              <a:off x="5407675" y="22316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6" name="pt10416"/>
            <p:cNvSpPr/>
            <p:nvPr/>
          </p:nvSpPr>
          <p:spPr>
            <a:xfrm>
              <a:off x="5572887" y="21985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7" name="pt10417"/>
            <p:cNvSpPr/>
            <p:nvPr/>
          </p:nvSpPr>
          <p:spPr>
            <a:xfrm>
              <a:off x="5553954" y="21972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8" name="pt10418"/>
            <p:cNvSpPr/>
            <p:nvPr/>
          </p:nvSpPr>
          <p:spPr>
            <a:xfrm>
              <a:off x="5352663" y="22196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9" name="pt10419"/>
            <p:cNvSpPr/>
            <p:nvPr/>
          </p:nvSpPr>
          <p:spPr>
            <a:xfrm>
              <a:off x="5391770" y="21631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0" name="pt10420"/>
            <p:cNvSpPr/>
            <p:nvPr/>
          </p:nvSpPr>
          <p:spPr>
            <a:xfrm>
              <a:off x="5421098" y="21356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1" name="pt10421"/>
            <p:cNvSpPr/>
            <p:nvPr/>
          </p:nvSpPr>
          <p:spPr>
            <a:xfrm>
              <a:off x="5161320" y="26669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2" name="pt10422"/>
            <p:cNvSpPr/>
            <p:nvPr/>
          </p:nvSpPr>
          <p:spPr>
            <a:xfrm>
              <a:off x="5529668" y="2115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3" name="pt10423"/>
            <p:cNvSpPr/>
            <p:nvPr/>
          </p:nvSpPr>
          <p:spPr>
            <a:xfrm>
              <a:off x="5956686" y="17721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4" name="pt10424"/>
            <p:cNvSpPr/>
            <p:nvPr/>
          </p:nvSpPr>
          <p:spPr>
            <a:xfrm>
              <a:off x="5776754" y="19584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5" name="pt10425"/>
            <p:cNvSpPr/>
            <p:nvPr/>
          </p:nvSpPr>
          <p:spPr>
            <a:xfrm>
              <a:off x="5442684" y="22240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6" name="pt10426"/>
            <p:cNvSpPr/>
            <p:nvPr/>
          </p:nvSpPr>
          <p:spPr>
            <a:xfrm>
              <a:off x="5559976" y="22230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7" name="pt10427"/>
            <p:cNvSpPr/>
            <p:nvPr/>
          </p:nvSpPr>
          <p:spPr>
            <a:xfrm>
              <a:off x="5634718" y="2199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8" name="pt10428"/>
            <p:cNvSpPr/>
            <p:nvPr/>
          </p:nvSpPr>
          <p:spPr>
            <a:xfrm>
              <a:off x="5365437" y="21371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9" name="pt10429"/>
            <p:cNvSpPr/>
            <p:nvPr/>
          </p:nvSpPr>
          <p:spPr>
            <a:xfrm>
              <a:off x="5279910" y="21619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0" name="pt10430"/>
            <p:cNvSpPr/>
            <p:nvPr/>
          </p:nvSpPr>
          <p:spPr>
            <a:xfrm>
              <a:off x="5415676" y="22022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1" name="pt10431"/>
            <p:cNvSpPr/>
            <p:nvPr/>
          </p:nvSpPr>
          <p:spPr>
            <a:xfrm>
              <a:off x="5493963" y="19490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2" name="pt10432"/>
            <p:cNvSpPr/>
            <p:nvPr/>
          </p:nvSpPr>
          <p:spPr>
            <a:xfrm>
              <a:off x="5691391" y="18645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3" name="pt10433"/>
            <p:cNvSpPr/>
            <p:nvPr/>
          </p:nvSpPr>
          <p:spPr>
            <a:xfrm>
              <a:off x="5689066" y="18419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4" name="pt10434"/>
            <p:cNvSpPr/>
            <p:nvPr/>
          </p:nvSpPr>
          <p:spPr>
            <a:xfrm>
              <a:off x="5111060" y="22565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5" name="pt10435"/>
            <p:cNvSpPr/>
            <p:nvPr/>
          </p:nvSpPr>
          <p:spPr>
            <a:xfrm>
              <a:off x="5275424" y="23060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6" name="pt10436"/>
            <p:cNvSpPr/>
            <p:nvPr/>
          </p:nvSpPr>
          <p:spPr>
            <a:xfrm>
              <a:off x="5819858" y="19592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7" name="pt10437"/>
            <p:cNvSpPr/>
            <p:nvPr/>
          </p:nvSpPr>
          <p:spPr>
            <a:xfrm>
              <a:off x="5658556" y="20302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8" name="pt10438"/>
            <p:cNvSpPr/>
            <p:nvPr/>
          </p:nvSpPr>
          <p:spPr>
            <a:xfrm>
              <a:off x="5071987" y="26417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9" name="pt10439"/>
            <p:cNvSpPr/>
            <p:nvPr/>
          </p:nvSpPr>
          <p:spPr>
            <a:xfrm>
              <a:off x="5437471" y="22260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0" name="pt10440"/>
            <p:cNvSpPr/>
            <p:nvPr/>
          </p:nvSpPr>
          <p:spPr>
            <a:xfrm>
              <a:off x="5391506" y="21610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1" name="pt10441"/>
            <p:cNvSpPr/>
            <p:nvPr/>
          </p:nvSpPr>
          <p:spPr>
            <a:xfrm>
              <a:off x="5990368" y="17560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2" name="pt10442"/>
            <p:cNvSpPr/>
            <p:nvPr/>
          </p:nvSpPr>
          <p:spPr>
            <a:xfrm>
              <a:off x="5446416" y="22864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3" name="pt10443"/>
            <p:cNvSpPr/>
            <p:nvPr/>
          </p:nvSpPr>
          <p:spPr>
            <a:xfrm>
              <a:off x="5830449" y="17757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4" name="pt10444"/>
            <p:cNvSpPr/>
            <p:nvPr/>
          </p:nvSpPr>
          <p:spPr>
            <a:xfrm>
              <a:off x="5575313" y="21942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5" name="pt10445"/>
            <p:cNvSpPr/>
            <p:nvPr/>
          </p:nvSpPr>
          <p:spPr>
            <a:xfrm>
              <a:off x="4941925" y="18615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6" name="pt10446"/>
            <p:cNvSpPr/>
            <p:nvPr/>
          </p:nvSpPr>
          <p:spPr>
            <a:xfrm>
              <a:off x="5601875" y="21456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7" name="pt10447"/>
            <p:cNvSpPr/>
            <p:nvPr/>
          </p:nvSpPr>
          <p:spPr>
            <a:xfrm>
              <a:off x="5248716" y="19833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8" name="pt10448"/>
            <p:cNvSpPr/>
            <p:nvPr/>
          </p:nvSpPr>
          <p:spPr>
            <a:xfrm>
              <a:off x="5444538" y="22589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9" name="pt10449"/>
            <p:cNvSpPr/>
            <p:nvPr/>
          </p:nvSpPr>
          <p:spPr>
            <a:xfrm>
              <a:off x="5706483" y="19440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0" name="pt10450"/>
            <p:cNvSpPr/>
            <p:nvPr/>
          </p:nvSpPr>
          <p:spPr>
            <a:xfrm>
              <a:off x="5613187" y="21118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1" name="pt10451"/>
            <p:cNvSpPr/>
            <p:nvPr/>
          </p:nvSpPr>
          <p:spPr>
            <a:xfrm>
              <a:off x="5318618" y="21094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2" name="pt10452"/>
            <p:cNvSpPr/>
            <p:nvPr/>
          </p:nvSpPr>
          <p:spPr>
            <a:xfrm>
              <a:off x="4925437" y="1770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3" name="pt10453"/>
            <p:cNvSpPr/>
            <p:nvPr/>
          </p:nvSpPr>
          <p:spPr>
            <a:xfrm>
              <a:off x="5348787" y="21391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4" name="pt10454"/>
            <p:cNvSpPr/>
            <p:nvPr/>
          </p:nvSpPr>
          <p:spPr>
            <a:xfrm>
              <a:off x="5463386" y="2149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5" name="pt10455"/>
            <p:cNvSpPr/>
            <p:nvPr/>
          </p:nvSpPr>
          <p:spPr>
            <a:xfrm>
              <a:off x="5224774" y="21871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6" name="pt10456"/>
            <p:cNvSpPr/>
            <p:nvPr/>
          </p:nvSpPr>
          <p:spPr>
            <a:xfrm>
              <a:off x="5185416" y="23947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7" name="pt10457"/>
            <p:cNvSpPr/>
            <p:nvPr/>
          </p:nvSpPr>
          <p:spPr>
            <a:xfrm>
              <a:off x="5532288" y="21686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8" name="pt10458"/>
            <p:cNvSpPr/>
            <p:nvPr/>
          </p:nvSpPr>
          <p:spPr>
            <a:xfrm>
              <a:off x="5136287" y="27070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9" name="pt10459"/>
            <p:cNvSpPr/>
            <p:nvPr/>
          </p:nvSpPr>
          <p:spPr>
            <a:xfrm>
              <a:off x="5993110" y="22996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0" name="pt10460"/>
            <p:cNvSpPr/>
            <p:nvPr/>
          </p:nvSpPr>
          <p:spPr>
            <a:xfrm>
              <a:off x="5142095" y="25589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1" name="pt10461"/>
            <p:cNvSpPr/>
            <p:nvPr/>
          </p:nvSpPr>
          <p:spPr>
            <a:xfrm>
              <a:off x="5538876" y="20134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2" name="pt10462"/>
            <p:cNvSpPr/>
            <p:nvPr/>
          </p:nvSpPr>
          <p:spPr>
            <a:xfrm>
              <a:off x="5278595" y="22750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3" name="pt10463"/>
            <p:cNvSpPr/>
            <p:nvPr/>
          </p:nvSpPr>
          <p:spPr>
            <a:xfrm>
              <a:off x="5633754" y="21586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4" name="pt10464"/>
            <p:cNvSpPr/>
            <p:nvPr/>
          </p:nvSpPr>
          <p:spPr>
            <a:xfrm>
              <a:off x="5216083" y="21048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5" name="pt10465"/>
            <p:cNvSpPr/>
            <p:nvPr/>
          </p:nvSpPr>
          <p:spPr>
            <a:xfrm>
              <a:off x="5370737" y="21535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6" name="pt10466"/>
            <p:cNvSpPr/>
            <p:nvPr/>
          </p:nvSpPr>
          <p:spPr>
            <a:xfrm>
              <a:off x="4801088" y="24259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7" name="pt10467"/>
            <p:cNvSpPr/>
            <p:nvPr/>
          </p:nvSpPr>
          <p:spPr>
            <a:xfrm>
              <a:off x="5416962" y="22028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8" name="pt10468"/>
            <p:cNvSpPr/>
            <p:nvPr/>
          </p:nvSpPr>
          <p:spPr>
            <a:xfrm>
              <a:off x="4799340" y="25713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9" name="pt10469"/>
            <p:cNvSpPr/>
            <p:nvPr/>
          </p:nvSpPr>
          <p:spPr>
            <a:xfrm>
              <a:off x="5286844" y="21822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0" name="pt10470"/>
            <p:cNvSpPr/>
            <p:nvPr/>
          </p:nvSpPr>
          <p:spPr>
            <a:xfrm>
              <a:off x="5486872" y="21039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1" name="pt10471"/>
            <p:cNvSpPr/>
            <p:nvPr/>
          </p:nvSpPr>
          <p:spPr>
            <a:xfrm>
              <a:off x="5055587" y="21948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2" name="pt10472"/>
            <p:cNvSpPr/>
            <p:nvPr/>
          </p:nvSpPr>
          <p:spPr>
            <a:xfrm>
              <a:off x="5709211" y="20702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3" name="pt10473"/>
            <p:cNvSpPr/>
            <p:nvPr/>
          </p:nvSpPr>
          <p:spPr>
            <a:xfrm>
              <a:off x="5695783" y="19386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4" name="pt10474"/>
            <p:cNvSpPr/>
            <p:nvPr/>
          </p:nvSpPr>
          <p:spPr>
            <a:xfrm>
              <a:off x="5212781" y="20160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5" name="pt10475"/>
            <p:cNvSpPr/>
            <p:nvPr/>
          </p:nvSpPr>
          <p:spPr>
            <a:xfrm>
              <a:off x="5345734" y="21644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6" name="pt10476"/>
            <p:cNvSpPr/>
            <p:nvPr/>
          </p:nvSpPr>
          <p:spPr>
            <a:xfrm>
              <a:off x="5430824" y="22386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7" name="pt10477"/>
            <p:cNvSpPr/>
            <p:nvPr/>
          </p:nvSpPr>
          <p:spPr>
            <a:xfrm>
              <a:off x="5167516" y="27045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8" name="pt10478"/>
            <p:cNvSpPr/>
            <p:nvPr/>
          </p:nvSpPr>
          <p:spPr>
            <a:xfrm>
              <a:off x="5465199" y="19681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9" name="pt10479"/>
            <p:cNvSpPr/>
            <p:nvPr/>
          </p:nvSpPr>
          <p:spPr>
            <a:xfrm>
              <a:off x="5762783" y="2061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0" name="pt10480"/>
            <p:cNvSpPr/>
            <p:nvPr/>
          </p:nvSpPr>
          <p:spPr>
            <a:xfrm>
              <a:off x="5376523" y="22882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1" name="pt10481"/>
            <p:cNvSpPr/>
            <p:nvPr/>
          </p:nvSpPr>
          <p:spPr>
            <a:xfrm>
              <a:off x="5336268" y="22365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2" name="pt10482"/>
            <p:cNvSpPr/>
            <p:nvPr/>
          </p:nvSpPr>
          <p:spPr>
            <a:xfrm>
              <a:off x="6024823" y="2138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3" name="pt10483"/>
            <p:cNvSpPr/>
            <p:nvPr/>
          </p:nvSpPr>
          <p:spPr>
            <a:xfrm>
              <a:off x="5447934" y="22437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4" name="pt10484"/>
            <p:cNvSpPr/>
            <p:nvPr/>
          </p:nvSpPr>
          <p:spPr>
            <a:xfrm>
              <a:off x="5617190" y="1846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5" name="pt10485"/>
            <p:cNvSpPr/>
            <p:nvPr/>
          </p:nvSpPr>
          <p:spPr>
            <a:xfrm>
              <a:off x="4906534" y="25700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6" name="pt10486"/>
            <p:cNvSpPr/>
            <p:nvPr/>
          </p:nvSpPr>
          <p:spPr>
            <a:xfrm>
              <a:off x="5524481" y="21565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7" name="pt10487"/>
            <p:cNvSpPr/>
            <p:nvPr/>
          </p:nvSpPr>
          <p:spPr>
            <a:xfrm>
              <a:off x="5809179" y="18858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8" name="pt10488"/>
            <p:cNvSpPr/>
            <p:nvPr/>
          </p:nvSpPr>
          <p:spPr>
            <a:xfrm>
              <a:off x="5454622" y="2098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9" name="pt10489"/>
            <p:cNvSpPr/>
            <p:nvPr/>
          </p:nvSpPr>
          <p:spPr>
            <a:xfrm>
              <a:off x="5159080" y="26640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0" name="pt10490"/>
            <p:cNvSpPr/>
            <p:nvPr/>
          </p:nvSpPr>
          <p:spPr>
            <a:xfrm>
              <a:off x="5273132" y="2176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1" name="pt10491"/>
            <p:cNvSpPr/>
            <p:nvPr/>
          </p:nvSpPr>
          <p:spPr>
            <a:xfrm>
              <a:off x="5377167" y="22363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2" name="pt10492"/>
            <p:cNvSpPr/>
            <p:nvPr/>
          </p:nvSpPr>
          <p:spPr>
            <a:xfrm>
              <a:off x="5029985" y="1985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3" name="pt10493"/>
            <p:cNvSpPr/>
            <p:nvPr/>
          </p:nvSpPr>
          <p:spPr>
            <a:xfrm>
              <a:off x="5520001" y="22627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4" name="pt10494"/>
            <p:cNvSpPr/>
            <p:nvPr/>
          </p:nvSpPr>
          <p:spPr>
            <a:xfrm>
              <a:off x="5342096" y="21542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5" name="pt10495"/>
            <p:cNvSpPr/>
            <p:nvPr/>
          </p:nvSpPr>
          <p:spPr>
            <a:xfrm>
              <a:off x="5540628" y="21141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6" name="pt10496"/>
            <p:cNvSpPr/>
            <p:nvPr/>
          </p:nvSpPr>
          <p:spPr>
            <a:xfrm>
              <a:off x="5304234" y="21204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7" name="pt10497"/>
            <p:cNvSpPr/>
            <p:nvPr/>
          </p:nvSpPr>
          <p:spPr>
            <a:xfrm>
              <a:off x="5609969" y="20362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8" name="pt10498"/>
            <p:cNvSpPr/>
            <p:nvPr/>
          </p:nvSpPr>
          <p:spPr>
            <a:xfrm>
              <a:off x="5386219" y="2225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9" name="pt10499"/>
            <p:cNvSpPr/>
            <p:nvPr/>
          </p:nvSpPr>
          <p:spPr>
            <a:xfrm>
              <a:off x="5498028" y="21355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0" name="pt10500"/>
            <p:cNvSpPr/>
            <p:nvPr/>
          </p:nvSpPr>
          <p:spPr>
            <a:xfrm>
              <a:off x="5428410" y="23321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1" name="pt10501"/>
            <p:cNvSpPr/>
            <p:nvPr/>
          </p:nvSpPr>
          <p:spPr>
            <a:xfrm>
              <a:off x="5301016" y="22254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2" name="pt10502"/>
            <p:cNvSpPr/>
            <p:nvPr/>
          </p:nvSpPr>
          <p:spPr>
            <a:xfrm>
              <a:off x="5742164" y="18474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3" name="pt10503"/>
            <p:cNvSpPr/>
            <p:nvPr/>
          </p:nvSpPr>
          <p:spPr>
            <a:xfrm>
              <a:off x="5569330" y="22163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4" name="pt10504"/>
            <p:cNvSpPr/>
            <p:nvPr/>
          </p:nvSpPr>
          <p:spPr>
            <a:xfrm>
              <a:off x="5495223" y="21295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5" name="pt10505"/>
            <p:cNvSpPr/>
            <p:nvPr/>
          </p:nvSpPr>
          <p:spPr>
            <a:xfrm>
              <a:off x="5417240" y="22034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6" name="pt10506"/>
            <p:cNvSpPr/>
            <p:nvPr/>
          </p:nvSpPr>
          <p:spPr>
            <a:xfrm>
              <a:off x="5551503" y="21982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7" name="pt10507"/>
            <p:cNvSpPr/>
            <p:nvPr/>
          </p:nvSpPr>
          <p:spPr>
            <a:xfrm>
              <a:off x="5666518" y="20201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8" name="pt10508"/>
            <p:cNvSpPr/>
            <p:nvPr/>
          </p:nvSpPr>
          <p:spPr>
            <a:xfrm>
              <a:off x="5268811" y="19721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9" name="pt10509"/>
            <p:cNvSpPr/>
            <p:nvPr/>
          </p:nvSpPr>
          <p:spPr>
            <a:xfrm>
              <a:off x="5721298" y="18058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0" name="pt10510"/>
            <p:cNvSpPr/>
            <p:nvPr/>
          </p:nvSpPr>
          <p:spPr>
            <a:xfrm>
              <a:off x="5687101" y="1747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1" name="pt10511"/>
            <p:cNvSpPr/>
            <p:nvPr/>
          </p:nvSpPr>
          <p:spPr>
            <a:xfrm>
              <a:off x="5720166" y="18343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2" name="pt10512"/>
            <p:cNvSpPr/>
            <p:nvPr/>
          </p:nvSpPr>
          <p:spPr>
            <a:xfrm>
              <a:off x="5705183" y="18945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3" name="pt10513"/>
            <p:cNvSpPr/>
            <p:nvPr/>
          </p:nvSpPr>
          <p:spPr>
            <a:xfrm>
              <a:off x="5192579" y="2359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4" name="pt10514"/>
            <p:cNvSpPr/>
            <p:nvPr/>
          </p:nvSpPr>
          <p:spPr>
            <a:xfrm>
              <a:off x="5789709" y="18948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5" name="pt10515"/>
            <p:cNvSpPr/>
            <p:nvPr/>
          </p:nvSpPr>
          <p:spPr>
            <a:xfrm>
              <a:off x="5379460" y="22570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6" name="pt10516"/>
            <p:cNvSpPr/>
            <p:nvPr/>
          </p:nvSpPr>
          <p:spPr>
            <a:xfrm>
              <a:off x="5548832" y="21900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7" name="pt10517"/>
            <p:cNvSpPr/>
            <p:nvPr/>
          </p:nvSpPr>
          <p:spPr>
            <a:xfrm>
              <a:off x="5186807" y="23363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8" name="pt10518"/>
            <p:cNvSpPr/>
            <p:nvPr/>
          </p:nvSpPr>
          <p:spPr>
            <a:xfrm>
              <a:off x="5603339" y="19104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9" name="pt10519"/>
            <p:cNvSpPr/>
            <p:nvPr/>
          </p:nvSpPr>
          <p:spPr>
            <a:xfrm>
              <a:off x="5490414" y="20193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0" name="pt10520"/>
            <p:cNvSpPr/>
            <p:nvPr/>
          </p:nvSpPr>
          <p:spPr>
            <a:xfrm>
              <a:off x="5972191" y="16461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1" name="pt10521"/>
            <p:cNvSpPr/>
            <p:nvPr/>
          </p:nvSpPr>
          <p:spPr>
            <a:xfrm>
              <a:off x="5296337" y="22081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2" name="pt10522"/>
            <p:cNvSpPr/>
            <p:nvPr/>
          </p:nvSpPr>
          <p:spPr>
            <a:xfrm>
              <a:off x="5559164" y="21851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3" name="pt10523"/>
            <p:cNvSpPr/>
            <p:nvPr/>
          </p:nvSpPr>
          <p:spPr>
            <a:xfrm>
              <a:off x="4886459" y="27481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4" name="pt10524"/>
            <p:cNvSpPr/>
            <p:nvPr/>
          </p:nvSpPr>
          <p:spPr>
            <a:xfrm>
              <a:off x="5318323" y="21688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5" name="pt10525"/>
            <p:cNvSpPr/>
            <p:nvPr/>
          </p:nvSpPr>
          <p:spPr>
            <a:xfrm>
              <a:off x="5594246" y="20031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6" name="pt10526"/>
            <p:cNvSpPr/>
            <p:nvPr/>
          </p:nvSpPr>
          <p:spPr>
            <a:xfrm>
              <a:off x="5727859" y="18695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7" name="pt10527"/>
            <p:cNvSpPr/>
            <p:nvPr/>
          </p:nvSpPr>
          <p:spPr>
            <a:xfrm>
              <a:off x="5445199" y="21020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8" name="pt10528"/>
            <p:cNvSpPr/>
            <p:nvPr/>
          </p:nvSpPr>
          <p:spPr>
            <a:xfrm>
              <a:off x="5428925" y="22480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9" name="pt10529"/>
            <p:cNvSpPr/>
            <p:nvPr/>
          </p:nvSpPr>
          <p:spPr>
            <a:xfrm>
              <a:off x="5082765" y="26925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0" name="pt10530"/>
            <p:cNvSpPr/>
            <p:nvPr/>
          </p:nvSpPr>
          <p:spPr>
            <a:xfrm>
              <a:off x="5426569" y="22284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1" name="pt10531"/>
            <p:cNvSpPr/>
            <p:nvPr/>
          </p:nvSpPr>
          <p:spPr>
            <a:xfrm>
              <a:off x="5483874" y="20249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2" name="pt10532"/>
            <p:cNvSpPr/>
            <p:nvPr/>
          </p:nvSpPr>
          <p:spPr>
            <a:xfrm>
              <a:off x="5545801" y="20352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3" name="pt10533"/>
            <p:cNvSpPr/>
            <p:nvPr/>
          </p:nvSpPr>
          <p:spPr>
            <a:xfrm>
              <a:off x="5550249" y="22518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4" name="pt10534"/>
            <p:cNvSpPr/>
            <p:nvPr/>
          </p:nvSpPr>
          <p:spPr>
            <a:xfrm>
              <a:off x="5679676" y="15070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5" name="pt10535"/>
            <p:cNvSpPr/>
            <p:nvPr/>
          </p:nvSpPr>
          <p:spPr>
            <a:xfrm>
              <a:off x="5435027" y="22134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6" name="pt10536"/>
            <p:cNvSpPr/>
            <p:nvPr/>
          </p:nvSpPr>
          <p:spPr>
            <a:xfrm>
              <a:off x="4959558" y="17557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7" name="pt10537"/>
            <p:cNvSpPr/>
            <p:nvPr/>
          </p:nvSpPr>
          <p:spPr>
            <a:xfrm>
              <a:off x="5647745" y="19818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8" name="pt10538"/>
            <p:cNvSpPr/>
            <p:nvPr/>
          </p:nvSpPr>
          <p:spPr>
            <a:xfrm>
              <a:off x="4815483" y="23752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9" name="pt10539"/>
            <p:cNvSpPr/>
            <p:nvPr/>
          </p:nvSpPr>
          <p:spPr>
            <a:xfrm>
              <a:off x="5489960" y="21517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0" name="pt10540"/>
            <p:cNvSpPr/>
            <p:nvPr/>
          </p:nvSpPr>
          <p:spPr>
            <a:xfrm>
              <a:off x="5624575" y="18804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1" name="pt10541"/>
            <p:cNvSpPr/>
            <p:nvPr/>
          </p:nvSpPr>
          <p:spPr>
            <a:xfrm>
              <a:off x="5539624" y="20924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2" name="pt10542"/>
            <p:cNvSpPr/>
            <p:nvPr/>
          </p:nvSpPr>
          <p:spPr>
            <a:xfrm>
              <a:off x="5143741" y="26152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3" name="pt10543"/>
            <p:cNvSpPr/>
            <p:nvPr/>
          </p:nvSpPr>
          <p:spPr>
            <a:xfrm>
              <a:off x="5319937" y="21459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4" name="pt10544"/>
            <p:cNvSpPr/>
            <p:nvPr/>
          </p:nvSpPr>
          <p:spPr>
            <a:xfrm>
              <a:off x="5425531" y="22349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5" name="pt10545"/>
            <p:cNvSpPr/>
            <p:nvPr/>
          </p:nvSpPr>
          <p:spPr>
            <a:xfrm>
              <a:off x="5289208" y="22011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6" name="pt10546"/>
            <p:cNvSpPr/>
            <p:nvPr/>
          </p:nvSpPr>
          <p:spPr>
            <a:xfrm>
              <a:off x="5419302" y="22133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7" name="pt10547"/>
            <p:cNvSpPr/>
            <p:nvPr/>
          </p:nvSpPr>
          <p:spPr>
            <a:xfrm>
              <a:off x="5279781" y="22941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8" name="pt10548"/>
            <p:cNvSpPr/>
            <p:nvPr/>
          </p:nvSpPr>
          <p:spPr>
            <a:xfrm>
              <a:off x="5243119" y="2249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9" name="pt10549"/>
            <p:cNvSpPr/>
            <p:nvPr/>
          </p:nvSpPr>
          <p:spPr>
            <a:xfrm>
              <a:off x="5340637" y="21815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0" name="pt10550"/>
            <p:cNvSpPr/>
            <p:nvPr/>
          </p:nvSpPr>
          <p:spPr>
            <a:xfrm>
              <a:off x="5209198" y="20976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1" name="pt10551"/>
            <p:cNvSpPr/>
            <p:nvPr/>
          </p:nvSpPr>
          <p:spPr>
            <a:xfrm>
              <a:off x="5289929" y="21242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2" name="pt10552"/>
            <p:cNvSpPr/>
            <p:nvPr/>
          </p:nvSpPr>
          <p:spPr>
            <a:xfrm>
              <a:off x="5689948" y="18347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3" name="pt10553"/>
            <p:cNvSpPr/>
            <p:nvPr/>
          </p:nvSpPr>
          <p:spPr>
            <a:xfrm>
              <a:off x="5569017" y="21779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4" name="pt10554"/>
            <p:cNvSpPr/>
            <p:nvPr/>
          </p:nvSpPr>
          <p:spPr>
            <a:xfrm>
              <a:off x="5403828" y="22221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5" name="pt10555"/>
            <p:cNvSpPr/>
            <p:nvPr/>
          </p:nvSpPr>
          <p:spPr>
            <a:xfrm>
              <a:off x="5225589" y="22030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6" name="pt10556"/>
            <p:cNvSpPr/>
            <p:nvPr/>
          </p:nvSpPr>
          <p:spPr>
            <a:xfrm>
              <a:off x="5132133" y="26061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7" name="pt10557"/>
            <p:cNvSpPr/>
            <p:nvPr/>
          </p:nvSpPr>
          <p:spPr>
            <a:xfrm>
              <a:off x="5162785" y="27770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8" name="pt10558"/>
            <p:cNvSpPr/>
            <p:nvPr/>
          </p:nvSpPr>
          <p:spPr>
            <a:xfrm>
              <a:off x="5278222" y="21829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9" name="pt10559"/>
            <p:cNvSpPr/>
            <p:nvPr/>
          </p:nvSpPr>
          <p:spPr>
            <a:xfrm>
              <a:off x="5445383" y="23660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0" name="pt10560"/>
            <p:cNvSpPr/>
            <p:nvPr/>
          </p:nvSpPr>
          <p:spPr>
            <a:xfrm>
              <a:off x="5445231" y="23486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1" name="pt10561"/>
            <p:cNvSpPr/>
            <p:nvPr/>
          </p:nvSpPr>
          <p:spPr>
            <a:xfrm>
              <a:off x="5448916" y="21789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2" name="pt10562"/>
            <p:cNvSpPr/>
            <p:nvPr/>
          </p:nvSpPr>
          <p:spPr>
            <a:xfrm>
              <a:off x="5521313" y="21552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3" name="pt10563"/>
            <p:cNvSpPr/>
            <p:nvPr/>
          </p:nvSpPr>
          <p:spPr>
            <a:xfrm>
              <a:off x="5298349" y="21817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4" name="pt10564"/>
            <p:cNvSpPr/>
            <p:nvPr/>
          </p:nvSpPr>
          <p:spPr>
            <a:xfrm>
              <a:off x="5183844" y="2556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5" name="pt10565"/>
            <p:cNvSpPr/>
            <p:nvPr/>
          </p:nvSpPr>
          <p:spPr>
            <a:xfrm>
              <a:off x="5557567" y="2236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6" name="pt10566"/>
            <p:cNvSpPr/>
            <p:nvPr/>
          </p:nvSpPr>
          <p:spPr>
            <a:xfrm>
              <a:off x="5520295" y="22212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7" name="pt10567"/>
            <p:cNvSpPr/>
            <p:nvPr/>
          </p:nvSpPr>
          <p:spPr>
            <a:xfrm>
              <a:off x="5087384" y="23766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8" name="pt10568"/>
            <p:cNvSpPr/>
            <p:nvPr/>
          </p:nvSpPr>
          <p:spPr>
            <a:xfrm>
              <a:off x="5451081" y="22571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9" name="pt10569"/>
            <p:cNvSpPr/>
            <p:nvPr/>
          </p:nvSpPr>
          <p:spPr>
            <a:xfrm>
              <a:off x="5410658" y="22032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0" name="pt10570"/>
            <p:cNvSpPr/>
            <p:nvPr/>
          </p:nvSpPr>
          <p:spPr>
            <a:xfrm>
              <a:off x="5587752" y="22378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1" name="pt10571"/>
            <p:cNvSpPr/>
            <p:nvPr/>
          </p:nvSpPr>
          <p:spPr>
            <a:xfrm>
              <a:off x="5522359" y="22597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2" name="pt10572"/>
            <p:cNvSpPr/>
            <p:nvPr/>
          </p:nvSpPr>
          <p:spPr>
            <a:xfrm>
              <a:off x="5399503" y="21247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3" name="pt10573"/>
            <p:cNvSpPr/>
            <p:nvPr/>
          </p:nvSpPr>
          <p:spPr>
            <a:xfrm>
              <a:off x="5587928" y="22265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4" name="pt10574"/>
            <p:cNvSpPr/>
            <p:nvPr/>
          </p:nvSpPr>
          <p:spPr>
            <a:xfrm>
              <a:off x="5538910" y="21245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5" name="pt10575"/>
            <p:cNvSpPr/>
            <p:nvPr/>
          </p:nvSpPr>
          <p:spPr>
            <a:xfrm>
              <a:off x="5823401" y="20738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6" name="pt10576"/>
            <p:cNvSpPr/>
            <p:nvPr/>
          </p:nvSpPr>
          <p:spPr>
            <a:xfrm>
              <a:off x="5702370" y="19163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7" name="pt10577"/>
            <p:cNvSpPr/>
            <p:nvPr/>
          </p:nvSpPr>
          <p:spPr>
            <a:xfrm>
              <a:off x="5287570" y="21724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8" name="pt10578"/>
            <p:cNvSpPr/>
            <p:nvPr/>
          </p:nvSpPr>
          <p:spPr>
            <a:xfrm>
              <a:off x="5814758" y="17521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9" name="pt10579"/>
            <p:cNvSpPr/>
            <p:nvPr/>
          </p:nvSpPr>
          <p:spPr>
            <a:xfrm>
              <a:off x="5693391" y="19302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0" name="pt10580"/>
            <p:cNvSpPr/>
            <p:nvPr/>
          </p:nvSpPr>
          <p:spPr>
            <a:xfrm>
              <a:off x="5387492" y="21594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1" name="pt10581"/>
            <p:cNvSpPr/>
            <p:nvPr/>
          </p:nvSpPr>
          <p:spPr>
            <a:xfrm>
              <a:off x="5341206" y="20908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2" name="pt10582"/>
            <p:cNvSpPr/>
            <p:nvPr/>
          </p:nvSpPr>
          <p:spPr>
            <a:xfrm>
              <a:off x="5158795" y="28524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3" name="pt10583"/>
            <p:cNvSpPr/>
            <p:nvPr/>
          </p:nvSpPr>
          <p:spPr>
            <a:xfrm>
              <a:off x="5376371" y="23016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4" name="pt10584"/>
            <p:cNvSpPr/>
            <p:nvPr/>
          </p:nvSpPr>
          <p:spPr>
            <a:xfrm>
              <a:off x="5128327" y="27534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5" name="pt10585"/>
            <p:cNvSpPr/>
            <p:nvPr/>
          </p:nvSpPr>
          <p:spPr>
            <a:xfrm>
              <a:off x="5596625" y="2094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6" name="pt10586"/>
            <p:cNvSpPr/>
            <p:nvPr/>
          </p:nvSpPr>
          <p:spPr>
            <a:xfrm>
              <a:off x="5639241" y="21744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7" name="pt10587"/>
            <p:cNvSpPr/>
            <p:nvPr/>
          </p:nvSpPr>
          <p:spPr>
            <a:xfrm>
              <a:off x="5363398" y="22726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8" name="pt10588"/>
            <p:cNvSpPr/>
            <p:nvPr/>
          </p:nvSpPr>
          <p:spPr>
            <a:xfrm>
              <a:off x="5284285" y="22275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9" name="pt10589"/>
            <p:cNvSpPr/>
            <p:nvPr/>
          </p:nvSpPr>
          <p:spPr>
            <a:xfrm>
              <a:off x="5578087" y="22501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0" name="pt10590"/>
            <p:cNvSpPr/>
            <p:nvPr/>
          </p:nvSpPr>
          <p:spPr>
            <a:xfrm>
              <a:off x="5535088" y="22710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1" name="pt10591"/>
            <p:cNvSpPr/>
            <p:nvPr/>
          </p:nvSpPr>
          <p:spPr>
            <a:xfrm>
              <a:off x="5747942" y="19780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2" name="pt10592"/>
            <p:cNvSpPr/>
            <p:nvPr/>
          </p:nvSpPr>
          <p:spPr>
            <a:xfrm>
              <a:off x="6010370" y="22607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3" name="pt10593"/>
            <p:cNvSpPr/>
            <p:nvPr/>
          </p:nvSpPr>
          <p:spPr>
            <a:xfrm>
              <a:off x="5389220" y="21541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4" name="pt10594"/>
            <p:cNvSpPr/>
            <p:nvPr/>
          </p:nvSpPr>
          <p:spPr>
            <a:xfrm>
              <a:off x="5638725" y="20919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5" name="pt10595"/>
            <p:cNvSpPr/>
            <p:nvPr/>
          </p:nvSpPr>
          <p:spPr>
            <a:xfrm>
              <a:off x="5500282" y="22489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6" name="pt10596"/>
            <p:cNvSpPr/>
            <p:nvPr/>
          </p:nvSpPr>
          <p:spPr>
            <a:xfrm>
              <a:off x="5518263" y="21912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7" name="pt10597"/>
            <p:cNvSpPr/>
            <p:nvPr/>
          </p:nvSpPr>
          <p:spPr>
            <a:xfrm>
              <a:off x="5348959" y="21881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8" name="pt10598"/>
            <p:cNvSpPr/>
            <p:nvPr/>
          </p:nvSpPr>
          <p:spPr>
            <a:xfrm>
              <a:off x="5461394" y="21034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9" name="pt10599"/>
            <p:cNvSpPr/>
            <p:nvPr/>
          </p:nvSpPr>
          <p:spPr>
            <a:xfrm>
              <a:off x="5188242" y="22719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0" name="pt10600"/>
            <p:cNvSpPr/>
            <p:nvPr/>
          </p:nvSpPr>
          <p:spPr>
            <a:xfrm>
              <a:off x="5429126" y="23255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1" name="pt10601"/>
            <p:cNvSpPr/>
            <p:nvPr/>
          </p:nvSpPr>
          <p:spPr>
            <a:xfrm>
              <a:off x="5335340" y="21247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2" name="pt10602"/>
            <p:cNvSpPr/>
            <p:nvPr/>
          </p:nvSpPr>
          <p:spPr>
            <a:xfrm>
              <a:off x="5197141" y="24839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3" name="pt10603"/>
            <p:cNvSpPr/>
            <p:nvPr/>
          </p:nvSpPr>
          <p:spPr>
            <a:xfrm>
              <a:off x="5674910" y="18246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4" name="pt10604"/>
            <p:cNvSpPr/>
            <p:nvPr/>
          </p:nvSpPr>
          <p:spPr>
            <a:xfrm>
              <a:off x="5655131" y="20150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5" name="pt10605"/>
            <p:cNvSpPr/>
            <p:nvPr/>
          </p:nvSpPr>
          <p:spPr>
            <a:xfrm>
              <a:off x="5498155" y="21617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6" name="pt10606"/>
            <p:cNvSpPr/>
            <p:nvPr/>
          </p:nvSpPr>
          <p:spPr>
            <a:xfrm>
              <a:off x="5485799" y="20534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7" name="pt10607"/>
            <p:cNvSpPr/>
            <p:nvPr/>
          </p:nvSpPr>
          <p:spPr>
            <a:xfrm>
              <a:off x="5327343" y="22098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8" name="pt10608"/>
            <p:cNvSpPr/>
            <p:nvPr/>
          </p:nvSpPr>
          <p:spPr>
            <a:xfrm>
              <a:off x="5041200" y="21462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9" name="pt10609"/>
            <p:cNvSpPr/>
            <p:nvPr/>
          </p:nvSpPr>
          <p:spPr>
            <a:xfrm>
              <a:off x="5280793" y="22658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0" name="pt10610"/>
            <p:cNvSpPr/>
            <p:nvPr/>
          </p:nvSpPr>
          <p:spPr>
            <a:xfrm>
              <a:off x="5270623" y="22012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1" name="pt10611"/>
            <p:cNvSpPr/>
            <p:nvPr/>
          </p:nvSpPr>
          <p:spPr>
            <a:xfrm>
              <a:off x="5452608" y="21898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2" name="pt10612"/>
            <p:cNvSpPr/>
            <p:nvPr/>
          </p:nvSpPr>
          <p:spPr>
            <a:xfrm>
              <a:off x="5495819" y="22381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3" name="pt10613"/>
            <p:cNvSpPr/>
            <p:nvPr/>
          </p:nvSpPr>
          <p:spPr>
            <a:xfrm>
              <a:off x="5685824" y="16225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4" name="pt10614"/>
            <p:cNvSpPr/>
            <p:nvPr/>
          </p:nvSpPr>
          <p:spPr>
            <a:xfrm>
              <a:off x="5848053" y="18717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5" name="pt10615"/>
            <p:cNvSpPr/>
            <p:nvPr/>
          </p:nvSpPr>
          <p:spPr>
            <a:xfrm>
              <a:off x="5463018" y="2184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6" name="pt10616"/>
            <p:cNvSpPr/>
            <p:nvPr/>
          </p:nvSpPr>
          <p:spPr>
            <a:xfrm>
              <a:off x="5591125" y="19991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7" name="pt10617"/>
            <p:cNvSpPr/>
            <p:nvPr/>
          </p:nvSpPr>
          <p:spPr>
            <a:xfrm>
              <a:off x="5338033" y="21932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8" name="pt10618"/>
            <p:cNvSpPr/>
            <p:nvPr/>
          </p:nvSpPr>
          <p:spPr>
            <a:xfrm>
              <a:off x="5172925" y="26539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9" name="pt10619"/>
            <p:cNvSpPr/>
            <p:nvPr/>
          </p:nvSpPr>
          <p:spPr>
            <a:xfrm>
              <a:off x="5610462" y="20357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0" name="pt10620"/>
            <p:cNvSpPr/>
            <p:nvPr/>
          </p:nvSpPr>
          <p:spPr>
            <a:xfrm>
              <a:off x="5626905" y="19565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1" name="pt10621"/>
            <p:cNvSpPr/>
            <p:nvPr/>
          </p:nvSpPr>
          <p:spPr>
            <a:xfrm>
              <a:off x="5690718" y="18543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2" name="pt10622"/>
            <p:cNvSpPr/>
            <p:nvPr/>
          </p:nvSpPr>
          <p:spPr>
            <a:xfrm>
              <a:off x="5193140" y="23430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3" name="pt10623"/>
            <p:cNvSpPr/>
            <p:nvPr/>
          </p:nvSpPr>
          <p:spPr>
            <a:xfrm>
              <a:off x="5538815" y="21421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4" name="pt10624"/>
            <p:cNvSpPr/>
            <p:nvPr/>
          </p:nvSpPr>
          <p:spPr>
            <a:xfrm>
              <a:off x="5076056" y="24061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5" name="pt10625"/>
            <p:cNvSpPr/>
            <p:nvPr/>
          </p:nvSpPr>
          <p:spPr>
            <a:xfrm>
              <a:off x="5083098" y="26716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6" name="pt10626"/>
            <p:cNvSpPr/>
            <p:nvPr/>
          </p:nvSpPr>
          <p:spPr>
            <a:xfrm>
              <a:off x="5433381" y="22453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7" name="pt10627"/>
            <p:cNvSpPr/>
            <p:nvPr/>
          </p:nvSpPr>
          <p:spPr>
            <a:xfrm>
              <a:off x="4894574" y="25911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8" name="pt10628"/>
            <p:cNvSpPr/>
            <p:nvPr/>
          </p:nvSpPr>
          <p:spPr>
            <a:xfrm>
              <a:off x="5407484" y="22292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9" name="pt10629"/>
            <p:cNvSpPr/>
            <p:nvPr/>
          </p:nvSpPr>
          <p:spPr>
            <a:xfrm>
              <a:off x="5474290" y="20939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0" name="pt10630"/>
            <p:cNvSpPr/>
            <p:nvPr/>
          </p:nvSpPr>
          <p:spPr>
            <a:xfrm>
              <a:off x="5215122" y="22380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1" name="pt10631"/>
            <p:cNvSpPr/>
            <p:nvPr/>
          </p:nvSpPr>
          <p:spPr>
            <a:xfrm>
              <a:off x="4712518" y="25421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2" name="pt10632"/>
            <p:cNvSpPr/>
            <p:nvPr/>
          </p:nvSpPr>
          <p:spPr>
            <a:xfrm>
              <a:off x="5125707" y="26939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3" name="pt10633"/>
            <p:cNvSpPr/>
            <p:nvPr/>
          </p:nvSpPr>
          <p:spPr>
            <a:xfrm>
              <a:off x="5446134" y="21254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4" name="pt10634"/>
            <p:cNvSpPr/>
            <p:nvPr/>
          </p:nvSpPr>
          <p:spPr>
            <a:xfrm>
              <a:off x="5894117" y="17852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5" name="pt10635"/>
            <p:cNvSpPr/>
            <p:nvPr/>
          </p:nvSpPr>
          <p:spPr>
            <a:xfrm>
              <a:off x="5517313" y="23158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6" name="pt10636"/>
            <p:cNvSpPr/>
            <p:nvPr/>
          </p:nvSpPr>
          <p:spPr>
            <a:xfrm>
              <a:off x="5526732" y="21714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7" name="pt10637"/>
            <p:cNvSpPr/>
            <p:nvPr/>
          </p:nvSpPr>
          <p:spPr>
            <a:xfrm>
              <a:off x="5925821" y="17035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8" name="pt10638"/>
            <p:cNvSpPr/>
            <p:nvPr/>
          </p:nvSpPr>
          <p:spPr>
            <a:xfrm>
              <a:off x="5345393" y="21367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9" name="pt10639"/>
            <p:cNvSpPr/>
            <p:nvPr/>
          </p:nvSpPr>
          <p:spPr>
            <a:xfrm>
              <a:off x="5746185" y="18964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0" name="pt10640"/>
            <p:cNvSpPr/>
            <p:nvPr/>
          </p:nvSpPr>
          <p:spPr>
            <a:xfrm>
              <a:off x="5686474" y="15717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1" name="pt10641"/>
            <p:cNvSpPr/>
            <p:nvPr/>
          </p:nvSpPr>
          <p:spPr>
            <a:xfrm>
              <a:off x="5420442" y="22042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2" name="pt10642"/>
            <p:cNvSpPr/>
            <p:nvPr/>
          </p:nvSpPr>
          <p:spPr>
            <a:xfrm>
              <a:off x="5334020" y="22484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3" name="pt10643"/>
            <p:cNvSpPr/>
            <p:nvPr/>
          </p:nvSpPr>
          <p:spPr>
            <a:xfrm>
              <a:off x="5423828" y="21883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4" name="pt10644"/>
            <p:cNvSpPr/>
            <p:nvPr/>
          </p:nvSpPr>
          <p:spPr>
            <a:xfrm>
              <a:off x="5175241" y="25864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5" name="pt10645"/>
            <p:cNvSpPr/>
            <p:nvPr/>
          </p:nvSpPr>
          <p:spPr>
            <a:xfrm>
              <a:off x="5501249" y="22631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6" name="pt10646"/>
            <p:cNvSpPr/>
            <p:nvPr/>
          </p:nvSpPr>
          <p:spPr>
            <a:xfrm>
              <a:off x="5251407" y="19516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7" name="pt10647"/>
            <p:cNvSpPr/>
            <p:nvPr/>
          </p:nvSpPr>
          <p:spPr>
            <a:xfrm>
              <a:off x="5267490" y="2251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8" name="pt10648"/>
            <p:cNvSpPr/>
            <p:nvPr/>
          </p:nvSpPr>
          <p:spPr>
            <a:xfrm>
              <a:off x="5520632" y="22659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9" name="pt10649"/>
            <p:cNvSpPr/>
            <p:nvPr/>
          </p:nvSpPr>
          <p:spPr>
            <a:xfrm>
              <a:off x="6040826" y="19056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0" name="pt10650"/>
            <p:cNvSpPr/>
            <p:nvPr/>
          </p:nvSpPr>
          <p:spPr>
            <a:xfrm>
              <a:off x="5373724" y="22462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1" name="pt10651"/>
            <p:cNvSpPr/>
            <p:nvPr/>
          </p:nvSpPr>
          <p:spPr>
            <a:xfrm>
              <a:off x="5679072" y="17149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2" name="pt10652"/>
            <p:cNvSpPr/>
            <p:nvPr/>
          </p:nvSpPr>
          <p:spPr>
            <a:xfrm>
              <a:off x="5591128" y="19469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3" name="pt10653"/>
            <p:cNvSpPr/>
            <p:nvPr/>
          </p:nvSpPr>
          <p:spPr>
            <a:xfrm>
              <a:off x="4960006" y="22851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4" name="pt10654"/>
            <p:cNvSpPr/>
            <p:nvPr/>
          </p:nvSpPr>
          <p:spPr>
            <a:xfrm>
              <a:off x="5062110" y="24059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5" name="pt10655"/>
            <p:cNvSpPr/>
            <p:nvPr/>
          </p:nvSpPr>
          <p:spPr>
            <a:xfrm>
              <a:off x="5653107" y="19847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6" name="pt10656"/>
            <p:cNvSpPr/>
            <p:nvPr/>
          </p:nvSpPr>
          <p:spPr>
            <a:xfrm>
              <a:off x="5612292" y="21786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7" name="pt10657"/>
            <p:cNvSpPr/>
            <p:nvPr/>
          </p:nvSpPr>
          <p:spPr>
            <a:xfrm>
              <a:off x="5252976" y="21812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8" name="pt10658"/>
            <p:cNvSpPr/>
            <p:nvPr/>
          </p:nvSpPr>
          <p:spPr>
            <a:xfrm>
              <a:off x="5332839" y="21845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9" name="pt10659"/>
            <p:cNvSpPr/>
            <p:nvPr/>
          </p:nvSpPr>
          <p:spPr>
            <a:xfrm>
              <a:off x="5288214" y="21316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0" name="pt10660"/>
            <p:cNvSpPr/>
            <p:nvPr/>
          </p:nvSpPr>
          <p:spPr>
            <a:xfrm>
              <a:off x="5694894" y="18924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1" name="pt10661"/>
            <p:cNvSpPr/>
            <p:nvPr/>
          </p:nvSpPr>
          <p:spPr>
            <a:xfrm>
              <a:off x="5541239" y="19936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2" name="pt10662"/>
            <p:cNvSpPr/>
            <p:nvPr/>
          </p:nvSpPr>
          <p:spPr>
            <a:xfrm>
              <a:off x="5352718" y="22045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3" name="pt10663"/>
            <p:cNvSpPr/>
            <p:nvPr/>
          </p:nvSpPr>
          <p:spPr>
            <a:xfrm>
              <a:off x="5703817" y="19880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4" name="pt10664"/>
            <p:cNvSpPr/>
            <p:nvPr/>
          </p:nvSpPr>
          <p:spPr>
            <a:xfrm>
              <a:off x="5996005" y="22169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5" name="pt10665"/>
            <p:cNvSpPr/>
            <p:nvPr/>
          </p:nvSpPr>
          <p:spPr>
            <a:xfrm>
              <a:off x="5283205" y="22166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6" name="pt10666"/>
            <p:cNvSpPr/>
            <p:nvPr/>
          </p:nvSpPr>
          <p:spPr>
            <a:xfrm>
              <a:off x="5215615" y="22565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7" name="pt10667"/>
            <p:cNvSpPr/>
            <p:nvPr/>
          </p:nvSpPr>
          <p:spPr>
            <a:xfrm>
              <a:off x="5477691" y="20142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8" name="pt10668"/>
            <p:cNvSpPr/>
            <p:nvPr/>
          </p:nvSpPr>
          <p:spPr>
            <a:xfrm>
              <a:off x="5421353" y="21206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9" name="pt10669"/>
            <p:cNvSpPr/>
            <p:nvPr/>
          </p:nvSpPr>
          <p:spPr>
            <a:xfrm>
              <a:off x="5237821" y="21260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0" name="pt10670"/>
            <p:cNvSpPr/>
            <p:nvPr/>
          </p:nvSpPr>
          <p:spPr>
            <a:xfrm>
              <a:off x="5287621" y="21285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1" name="pt10671"/>
            <p:cNvSpPr/>
            <p:nvPr/>
          </p:nvSpPr>
          <p:spPr>
            <a:xfrm>
              <a:off x="5403031" y="21377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2" name="pt10672"/>
            <p:cNvSpPr/>
            <p:nvPr/>
          </p:nvSpPr>
          <p:spPr>
            <a:xfrm>
              <a:off x="5094796" y="26043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3" name="pt10673"/>
            <p:cNvSpPr/>
            <p:nvPr/>
          </p:nvSpPr>
          <p:spPr>
            <a:xfrm>
              <a:off x="5425672" y="22492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4" name="pt10674"/>
            <p:cNvSpPr/>
            <p:nvPr/>
          </p:nvSpPr>
          <p:spPr>
            <a:xfrm>
              <a:off x="5422362" y="22188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5" name="pt10675"/>
            <p:cNvSpPr/>
            <p:nvPr/>
          </p:nvSpPr>
          <p:spPr>
            <a:xfrm>
              <a:off x="5315644" y="21018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6" name="pt10676"/>
            <p:cNvSpPr/>
            <p:nvPr/>
          </p:nvSpPr>
          <p:spPr>
            <a:xfrm>
              <a:off x="5547096" y="21757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7" name="pt10677"/>
            <p:cNvSpPr/>
            <p:nvPr/>
          </p:nvSpPr>
          <p:spPr>
            <a:xfrm>
              <a:off x="5795247" y="19711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8" name="pt10678"/>
            <p:cNvSpPr/>
            <p:nvPr/>
          </p:nvSpPr>
          <p:spPr>
            <a:xfrm>
              <a:off x="5387855" y="19428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9" name="pt10679"/>
            <p:cNvSpPr/>
            <p:nvPr/>
          </p:nvSpPr>
          <p:spPr>
            <a:xfrm>
              <a:off x="5675529" y="19136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0" name="pt10680"/>
            <p:cNvSpPr/>
            <p:nvPr/>
          </p:nvSpPr>
          <p:spPr>
            <a:xfrm>
              <a:off x="5696371" y="19816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1" name="pt10681"/>
            <p:cNvSpPr/>
            <p:nvPr/>
          </p:nvSpPr>
          <p:spPr>
            <a:xfrm>
              <a:off x="5416066" y="21849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2" name="pt10682"/>
            <p:cNvSpPr/>
            <p:nvPr/>
          </p:nvSpPr>
          <p:spPr>
            <a:xfrm>
              <a:off x="5658723" y="20493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3" name="pt10683"/>
            <p:cNvSpPr/>
            <p:nvPr/>
          </p:nvSpPr>
          <p:spPr>
            <a:xfrm>
              <a:off x="5533800" y="22543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4" name="pt10684"/>
            <p:cNvSpPr/>
            <p:nvPr/>
          </p:nvSpPr>
          <p:spPr>
            <a:xfrm>
              <a:off x="5385786" y="21473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5" name="pt10685"/>
            <p:cNvSpPr/>
            <p:nvPr/>
          </p:nvSpPr>
          <p:spPr>
            <a:xfrm>
              <a:off x="5237041" y="21531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6" name="pt10686"/>
            <p:cNvSpPr/>
            <p:nvPr/>
          </p:nvSpPr>
          <p:spPr>
            <a:xfrm>
              <a:off x="5622792" y="17800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7" name="pt10687"/>
            <p:cNvSpPr/>
            <p:nvPr/>
          </p:nvSpPr>
          <p:spPr>
            <a:xfrm>
              <a:off x="5234884" y="23054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8" name="pt10688"/>
            <p:cNvSpPr/>
            <p:nvPr/>
          </p:nvSpPr>
          <p:spPr>
            <a:xfrm>
              <a:off x="5175337" y="24520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9" name="pt10689"/>
            <p:cNvSpPr/>
            <p:nvPr/>
          </p:nvSpPr>
          <p:spPr>
            <a:xfrm>
              <a:off x="5309585" y="21054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0" name="pt10690"/>
            <p:cNvSpPr/>
            <p:nvPr/>
          </p:nvSpPr>
          <p:spPr>
            <a:xfrm>
              <a:off x="5798638" y="19019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1" name="pt10691"/>
            <p:cNvSpPr/>
            <p:nvPr/>
          </p:nvSpPr>
          <p:spPr>
            <a:xfrm>
              <a:off x="5330360" y="22223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2" name="pt10692"/>
            <p:cNvSpPr/>
            <p:nvPr/>
          </p:nvSpPr>
          <p:spPr>
            <a:xfrm>
              <a:off x="5209162" y="2190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3" name="pt10693"/>
            <p:cNvSpPr/>
            <p:nvPr/>
          </p:nvSpPr>
          <p:spPr>
            <a:xfrm>
              <a:off x="5300711" y="21945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4" name="pt10694"/>
            <p:cNvSpPr/>
            <p:nvPr/>
          </p:nvSpPr>
          <p:spPr>
            <a:xfrm>
              <a:off x="5618470" y="19165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5" name="pt10695"/>
            <p:cNvSpPr/>
            <p:nvPr/>
          </p:nvSpPr>
          <p:spPr>
            <a:xfrm>
              <a:off x="5375213" y="22369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6" name="pt10696"/>
            <p:cNvSpPr/>
            <p:nvPr/>
          </p:nvSpPr>
          <p:spPr>
            <a:xfrm>
              <a:off x="5607054" y="19680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7" name="pt10697"/>
            <p:cNvSpPr/>
            <p:nvPr/>
          </p:nvSpPr>
          <p:spPr>
            <a:xfrm>
              <a:off x="5357554" y="22234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8" name="pt10698"/>
            <p:cNvSpPr/>
            <p:nvPr/>
          </p:nvSpPr>
          <p:spPr>
            <a:xfrm>
              <a:off x="5164910" y="26665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9" name="pt10699"/>
            <p:cNvSpPr/>
            <p:nvPr/>
          </p:nvSpPr>
          <p:spPr>
            <a:xfrm>
              <a:off x="5717340" y="19772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0" name="pt10700"/>
            <p:cNvSpPr/>
            <p:nvPr/>
          </p:nvSpPr>
          <p:spPr>
            <a:xfrm>
              <a:off x="5749524" y="19345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1" name="pt10701"/>
            <p:cNvSpPr/>
            <p:nvPr/>
          </p:nvSpPr>
          <p:spPr>
            <a:xfrm>
              <a:off x="5270231" y="20980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2" name="pt10702"/>
            <p:cNvSpPr/>
            <p:nvPr/>
          </p:nvSpPr>
          <p:spPr>
            <a:xfrm>
              <a:off x="5434074" y="20484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3" name="pt10703"/>
            <p:cNvSpPr/>
            <p:nvPr/>
          </p:nvSpPr>
          <p:spPr>
            <a:xfrm>
              <a:off x="5732163" y="18190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4" name="pt10704"/>
            <p:cNvSpPr/>
            <p:nvPr/>
          </p:nvSpPr>
          <p:spPr>
            <a:xfrm>
              <a:off x="5066524" y="2370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5" name="pt10705"/>
            <p:cNvSpPr/>
            <p:nvPr/>
          </p:nvSpPr>
          <p:spPr>
            <a:xfrm>
              <a:off x="5174205" y="26126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6" name="pt10706"/>
            <p:cNvSpPr/>
            <p:nvPr/>
          </p:nvSpPr>
          <p:spPr>
            <a:xfrm>
              <a:off x="5710611" y="19840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7" name="pt10707"/>
            <p:cNvSpPr/>
            <p:nvPr/>
          </p:nvSpPr>
          <p:spPr>
            <a:xfrm>
              <a:off x="5628127" y="18463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8" name="pt10708"/>
            <p:cNvSpPr/>
            <p:nvPr/>
          </p:nvSpPr>
          <p:spPr>
            <a:xfrm>
              <a:off x="5190406" y="24109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9" name="pt10709"/>
            <p:cNvSpPr/>
            <p:nvPr/>
          </p:nvSpPr>
          <p:spPr>
            <a:xfrm>
              <a:off x="5807334" y="1901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0" name="pt10710"/>
            <p:cNvSpPr/>
            <p:nvPr/>
          </p:nvSpPr>
          <p:spPr>
            <a:xfrm>
              <a:off x="5491463" y="21389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1" name="pt10711"/>
            <p:cNvSpPr/>
            <p:nvPr/>
          </p:nvSpPr>
          <p:spPr>
            <a:xfrm>
              <a:off x="5559286" y="22062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2" name="pt10712"/>
            <p:cNvSpPr/>
            <p:nvPr/>
          </p:nvSpPr>
          <p:spPr>
            <a:xfrm>
              <a:off x="5092456" y="23770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3" name="pt10713"/>
            <p:cNvSpPr/>
            <p:nvPr/>
          </p:nvSpPr>
          <p:spPr>
            <a:xfrm>
              <a:off x="5228269" y="21701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4" name="pt10714"/>
            <p:cNvSpPr/>
            <p:nvPr/>
          </p:nvSpPr>
          <p:spPr>
            <a:xfrm>
              <a:off x="5591111" y="20847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5" name="pt10715"/>
            <p:cNvSpPr/>
            <p:nvPr/>
          </p:nvSpPr>
          <p:spPr>
            <a:xfrm>
              <a:off x="5371562" y="22736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6" name="pt10716"/>
            <p:cNvSpPr/>
            <p:nvPr/>
          </p:nvSpPr>
          <p:spPr>
            <a:xfrm>
              <a:off x="5750193" y="19784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7" name="pt10717"/>
            <p:cNvSpPr/>
            <p:nvPr/>
          </p:nvSpPr>
          <p:spPr>
            <a:xfrm>
              <a:off x="5552815" y="22183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8" name="pt10718"/>
            <p:cNvSpPr/>
            <p:nvPr/>
          </p:nvSpPr>
          <p:spPr>
            <a:xfrm>
              <a:off x="5539110" y="21091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9" name="pt10719"/>
            <p:cNvSpPr/>
            <p:nvPr/>
          </p:nvSpPr>
          <p:spPr>
            <a:xfrm>
              <a:off x="5420635" y="21744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0" name="pt10720"/>
            <p:cNvSpPr/>
            <p:nvPr/>
          </p:nvSpPr>
          <p:spPr>
            <a:xfrm>
              <a:off x="5048761" y="23484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1" name="pt10721"/>
            <p:cNvSpPr/>
            <p:nvPr/>
          </p:nvSpPr>
          <p:spPr>
            <a:xfrm>
              <a:off x="5338675" y="22828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2" name="pt10722"/>
            <p:cNvSpPr/>
            <p:nvPr/>
          </p:nvSpPr>
          <p:spPr>
            <a:xfrm>
              <a:off x="5099359" y="26682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3" name="pt10723"/>
            <p:cNvSpPr/>
            <p:nvPr/>
          </p:nvSpPr>
          <p:spPr>
            <a:xfrm>
              <a:off x="5791970" y="1893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4" name="pt10724"/>
            <p:cNvSpPr/>
            <p:nvPr/>
          </p:nvSpPr>
          <p:spPr>
            <a:xfrm>
              <a:off x="5023048" y="26714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5" name="pt10725"/>
            <p:cNvSpPr/>
            <p:nvPr/>
          </p:nvSpPr>
          <p:spPr>
            <a:xfrm>
              <a:off x="5640823" y="21043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6" name="pt10726"/>
            <p:cNvSpPr/>
            <p:nvPr/>
          </p:nvSpPr>
          <p:spPr>
            <a:xfrm>
              <a:off x="5384091" y="22638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7" name="pt10727"/>
            <p:cNvSpPr/>
            <p:nvPr/>
          </p:nvSpPr>
          <p:spPr>
            <a:xfrm>
              <a:off x="5766361" y="19136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8" name="pt10728"/>
            <p:cNvSpPr/>
            <p:nvPr/>
          </p:nvSpPr>
          <p:spPr>
            <a:xfrm>
              <a:off x="5489166" y="21499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9" name="pt10729"/>
            <p:cNvSpPr/>
            <p:nvPr/>
          </p:nvSpPr>
          <p:spPr>
            <a:xfrm>
              <a:off x="4930731" y="20671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0" name="pt10730"/>
            <p:cNvSpPr/>
            <p:nvPr/>
          </p:nvSpPr>
          <p:spPr>
            <a:xfrm>
              <a:off x="5092083" y="27091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1" name="pt10731"/>
            <p:cNvSpPr/>
            <p:nvPr/>
          </p:nvSpPr>
          <p:spPr>
            <a:xfrm>
              <a:off x="4897992" y="29456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2" name="pt10732"/>
            <p:cNvSpPr/>
            <p:nvPr/>
          </p:nvSpPr>
          <p:spPr>
            <a:xfrm>
              <a:off x="5997920" y="18074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3" name="pt10733"/>
            <p:cNvSpPr/>
            <p:nvPr/>
          </p:nvSpPr>
          <p:spPr>
            <a:xfrm>
              <a:off x="5399822" y="21889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4" name="pt10734"/>
            <p:cNvSpPr/>
            <p:nvPr/>
          </p:nvSpPr>
          <p:spPr>
            <a:xfrm>
              <a:off x="5364052" y="2293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5" name="pt10735"/>
            <p:cNvSpPr/>
            <p:nvPr/>
          </p:nvSpPr>
          <p:spPr>
            <a:xfrm>
              <a:off x="5622701" y="19009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6" name="pt10736"/>
            <p:cNvSpPr/>
            <p:nvPr/>
          </p:nvSpPr>
          <p:spPr>
            <a:xfrm>
              <a:off x="5773298" y="18022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7" name="pt10737"/>
            <p:cNvSpPr/>
            <p:nvPr/>
          </p:nvSpPr>
          <p:spPr>
            <a:xfrm>
              <a:off x="5012180" y="27248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8" name="pt10738"/>
            <p:cNvSpPr/>
            <p:nvPr/>
          </p:nvSpPr>
          <p:spPr>
            <a:xfrm>
              <a:off x="5424404" y="21181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9" name="pt10739"/>
            <p:cNvSpPr/>
            <p:nvPr/>
          </p:nvSpPr>
          <p:spPr>
            <a:xfrm>
              <a:off x="5108375" y="18331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0" name="pt10740"/>
            <p:cNvSpPr/>
            <p:nvPr/>
          </p:nvSpPr>
          <p:spPr>
            <a:xfrm>
              <a:off x="5102561" y="21958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1" name="pt10741"/>
            <p:cNvSpPr/>
            <p:nvPr/>
          </p:nvSpPr>
          <p:spPr>
            <a:xfrm>
              <a:off x="5588112" y="22546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2" name="pt10742"/>
            <p:cNvSpPr/>
            <p:nvPr/>
          </p:nvSpPr>
          <p:spPr>
            <a:xfrm>
              <a:off x="5826881" y="18888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3" name="pt10743"/>
            <p:cNvSpPr/>
            <p:nvPr/>
          </p:nvSpPr>
          <p:spPr>
            <a:xfrm>
              <a:off x="5789999" y="20585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4" name="pt10744"/>
            <p:cNvSpPr/>
            <p:nvPr/>
          </p:nvSpPr>
          <p:spPr>
            <a:xfrm>
              <a:off x="5336216" y="22209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5" name="pt10745"/>
            <p:cNvSpPr/>
            <p:nvPr/>
          </p:nvSpPr>
          <p:spPr>
            <a:xfrm>
              <a:off x="5293562" y="21006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6" name="pt10746"/>
            <p:cNvSpPr/>
            <p:nvPr/>
          </p:nvSpPr>
          <p:spPr>
            <a:xfrm>
              <a:off x="5166577" y="25682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7" name="pt10747"/>
            <p:cNvSpPr/>
            <p:nvPr/>
          </p:nvSpPr>
          <p:spPr>
            <a:xfrm>
              <a:off x="5391357" y="22127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8" name="pt10748"/>
            <p:cNvSpPr/>
            <p:nvPr/>
          </p:nvSpPr>
          <p:spPr>
            <a:xfrm>
              <a:off x="5651150" y="19570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9" name="pt10749"/>
            <p:cNvSpPr/>
            <p:nvPr/>
          </p:nvSpPr>
          <p:spPr>
            <a:xfrm>
              <a:off x="5409763" y="22886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0" name="pt10750"/>
            <p:cNvSpPr/>
            <p:nvPr/>
          </p:nvSpPr>
          <p:spPr>
            <a:xfrm>
              <a:off x="5756976" y="18316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1" name="pt10751"/>
            <p:cNvSpPr/>
            <p:nvPr/>
          </p:nvSpPr>
          <p:spPr>
            <a:xfrm>
              <a:off x="5138129" y="26534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2" name="pt10752"/>
            <p:cNvSpPr/>
            <p:nvPr/>
          </p:nvSpPr>
          <p:spPr>
            <a:xfrm>
              <a:off x="5853875" y="19010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3" name="pt10753"/>
            <p:cNvSpPr/>
            <p:nvPr/>
          </p:nvSpPr>
          <p:spPr>
            <a:xfrm>
              <a:off x="5388567" y="19584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4" name="pt10754"/>
            <p:cNvSpPr/>
            <p:nvPr/>
          </p:nvSpPr>
          <p:spPr>
            <a:xfrm>
              <a:off x="5520154" y="23076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5" name="pt10755"/>
            <p:cNvSpPr/>
            <p:nvPr/>
          </p:nvSpPr>
          <p:spPr>
            <a:xfrm>
              <a:off x="5466786" y="20205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6" name="pt10756"/>
            <p:cNvSpPr/>
            <p:nvPr/>
          </p:nvSpPr>
          <p:spPr>
            <a:xfrm>
              <a:off x="5492555" y="19532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7" name="pt10757"/>
            <p:cNvSpPr/>
            <p:nvPr/>
          </p:nvSpPr>
          <p:spPr>
            <a:xfrm>
              <a:off x="4960200" y="22188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8" name="pt10758"/>
            <p:cNvSpPr/>
            <p:nvPr/>
          </p:nvSpPr>
          <p:spPr>
            <a:xfrm>
              <a:off x="5624410" y="18937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9" name="pt10759"/>
            <p:cNvSpPr/>
            <p:nvPr/>
          </p:nvSpPr>
          <p:spPr>
            <a:xfrm>
              <a:off x="5175967" y="26679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0" name="pt10760"/>
            <p:cNvSpPr/>
            <p:nvPr/>
          </p:nvSpPr>
          <p:spPr>
            <a:xfrm>
              <a:off x="5596039" y="22497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1" name="pt10761"/>
            <p:cNvSpPr/>
            <p:nvPr/>
          </p:nvSpPr>
          <p:spPr>
            <a:xfrm>
              <a:off x="5283754" y="20524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2" name="pt10762"/>
            <p:cNvSpPr/>
            <p:nvPr/>
          </p:nvSpPr>
          <p:spPr>
            <a:xfrm>
              <a:off x="5271458" y="21031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3" name="pt10763"/>
            <p:cNvSpPr/>
            <p:nvPr/>
          </p:nvSpPr>
          <p:spPr>
            <a:xfrm>
              <a:off x="5560884" y="23111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4" name="pt10764"/>
            <p:cNvSpPr/>
            <p:nvPr/>
          </p:nvSpPr>
          <p:spPr>
            <a:xfrm>
              <a:off x="5572145" y="22789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5" name="pt10765"/>
            <p:cNvSpPr/>
            <p:nvPr/>
          </p:nvSpPr>
          <p:spPr>
            <a:xfrm>
              <a:off x="5438001" y="20836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6" name="pt10766"/>
            <p:cNvSpPr/>
            <p:nvPr/>
          </p:nvSpPr>
          <p:spPr>
            <a:xfrm>
              <a:off x="5625047" y="1899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7" name="pt10767"/>
            <p:cNvSpPr/>
            <p:nvPr/>
          </p:nvSpPr>
          <p:spPr>
            <a:xfrm>
              <a:off x="5360990" y="21846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8" name="pt10768"/>
            <p:cNvSpPr/>
            <p:nvPr/>
          </p:nvSpPr>
          <p:spPr>
            <a:xfrm>
              <a:off x="5402973" y="2189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9" name="pt10769"/>
            <p:cNvSpPr/>
            <p:nvPr/>
          </p:nvSpPr>
          <p:spPr>
            <a:xfrm>
              <a:off x="5125029" y="26033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0" name="pt10770"/>
            <p:cNvSpPr/>
            <p:nvPr/>
          </p:nvSpPr>
          <p:spPr>
            <a:xfrm>
              <a:off x="5453161" y="21630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1" name="pt10771"/>
            <p:cNvSpPr/>
            <p:nvPr/>
          </p:nvSpPr>
          <p:spPr>
            <a:xfrm>
              <a:off x="5305866" y="20335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2" name="pt10772"/>
            <p:cNvSpPr/>
            <p:nvPr/>
          </p:nvSpPr>
          <p:spPr>
            <a:xfrm>
              <a:off x="5131863" y="26615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3" name="pt10773"/>
            <p:cNvSpPr/>
            <p:nvPr/>
          </p:nvSpPr>
          <p:spPr>
            <a:xfrm>
              <a:off x="5753178" y="19599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4" name="pt10774"/>
            <p:cNvSpPr/>
            <p:nvPr/>
          </p:nvSpPr>
          <p:spPr>
            <a:xfrm>
              <a:off x="5349695" y="21867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5" name="pt10775"/>
            <p:cNvSpPr/>
            <p:nvPr/>
          </p:nvSpPr>
          <p:spPr>
            <a:xfrm>
              <a:off x="5889516" y="13529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6" name="pt10776"/>
            <p:cNvSpPr/>
            <p:nvPr/>
          </p:nvSpPr>
          <p:spPr>
            <a:xfrm>
              <a:off x="5591951" y="20388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7" name="pt10777"/>
            <p:cNvSpPr/>
            <p:nvPr/>
          </p:nvSpPr>
          <p:spPr>
            <a:xfrm>
              <a:off x="5131269" y="27609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8" name="pt10778"/>
            <p:cNvSpPr/>
            <p:nvPr/>
          </p:nvSpPr>
          <p:spPr>
            <a:xfrm>
              <a:off x="5395078" y="21682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9" name="pt10779"/>
            <p:cNvSpPr/>
            <p:nvPr/>
          </p:nvSpPr>
          <p:spPr>
            <a:xfrm>
              <a:off x="5702998" y="1955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0" name="pt10780"/>
            <p:cNvSpPr/>
            <p:nvPr/>
          </p:nvSpPr>
          <p:spPr>
            <a:xfrm>
              <a:off x="5371144" y="22011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1" name="pt10781"/>
            <p:cNvSpPr/>
            <p:nvPr/>
          </p:nvSpPr>
          <p:spPr>
            <a:xfrm>
              <a:off x="5751638" y="19525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2" name="pt10782"/>
            <p:cNvSpPr/>
            <p:nvPr/>
          </p:nvSpPr>
          <p:spPr>
            <a:xfrm>
              <a:off x="5659379" y="22344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3" name="pt10783"/>
            <p:cNvSpPr/>
            <p:nvPr/>
          </p:nvSpPr>
          <p:spPr>
            <a:xfrm>
              <a:off x="5278091" y="22137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4" name="pt10784"/>
            <p:cNvSpPr/>
            <p:nvPr/>
          </p:nvSpPr>
          <p:spPr>
            <a:xfrm>
              <a:off x="5580611" y="22405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5" name="pt10785"/>
            <p:cNvSpPr/>
            <p:nvPr/>
          </p:nvSpPr>
          <p:spPr>
            <a:xfrm>
              <a:off x="5436960" y="22551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6" name="pt10786"/>
            <p:cNvSpPr/>
            <p:nvPr/>
          </p:nvSpPr>
          <p:spPr>
            <a:xfrm>
              <a:off x="5497475" y="20695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7" name="pt10787"/>
            <p:cNvSpPr/>
            <p:nvPr/>
          </p:nvSpPr>
          <p:spPr>
            <a:xfrm>
              <a:off x="5323696" y="21215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8" name="pt10788"/>
            <p:cNvSpPr/>
            <p:nvPr/>
          </p:nvSpPr>
          <p:spPr>
            <a:xfrm>
              <a:off x="5561352" y="22651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9" name="pt10789"/>
            <p:cNvSpPr/>
            <p:nvPr/>
          </p:nvSpPr>
          <p:spPr>
            <a:xfrm>
              <a:off x="5768915" y="21901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0" name="pt10790"/>
            <p:cNvSpPr/>
            <p:nvPr/>
          </p:nvSpPr>
          <p:spPr>
            <a:xfrm>
              <a:off x="5441795" y="2267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1" name="pt10791"/>
            <p:cNvSpPr/>
            <p:nvPr/>
          </p:nvSpPr>
          <p:spPr>
            <a:xfrm>
              <a:off x="5792941" y="17796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2" name="pt10792"/>
            <p:cNvSpPr/>
            <p:nvPr/>
          </p:nvSpPr>
          <p:spPr>
            <a:xfrm>
              <a:off x="5623972" y="1962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3" name="pt10793"/>
            <p:cNvSpPr/>
            <p:nvPr/>
          </p:nvSpPr>
          <p:spPr>
            <a:xfrm>
              <a:off x="4798106" y="2411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4" name="pt10794"/>
            <p:cNvSpPr/>
            <p:nvPr/>
          </p:nvSpPr>
          <p:spPr>
            <a:xfrm>
              <a:off x="5243660" y="21508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5" name="pt10795"/>
            <p:cNvSpPr/>
            <p:nvPr/>
          </p:nvSpPr>
          <p:spPr>
            <a:xfrm>
              <a:off x="5708303" y="2125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6" name="pt10796"/>
            <p:cNvSpPr/>
            <p:nvPr/>
          </p:nvSpPr>
          <p:spPr>
            <a:xfrm>
              <a:off x="5018561" y="2673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7" name="pt10797"/>
            <p:cNvSpPr/>
            <p:nvPr/>
          </p:nvSpPr>
          <p:spPr>
            <a:xfrm>
              <a:off x="5738169" y="18898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8" name="pt10798"/>
            <p:cNvSpPr/>
            <p:nvPr/>
          </p:nvSpPr>
          <p:spPr>
            <a:xfrm>
              <a:off x="5214147" y="21936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9" name="pt10799"/>
            <p:cNvSpPr/>
            <p:nvPr/>
          </p:nvSpPr>
          <p:spPr>
            <a:xfrm>
              <a:off x="5427271" y="22443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0" name="pt10800"/>
            <p:cNvSpPr/>
            <p:nvPr/>
          </p:nvSpPr>
          <p:spPr>
            <a:xfrm>
              <a:off x="5376317" y="21350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1" name="pt10801"/>
            <p:cNvSpPr/>
            <p:nvPr/>
          </p:nvSpPr>
          <p:spPr>
            <a:xfrm>
              <a:off x="5512557" y="22857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2" name="pt10802"/>
            <p:cNvSpPr/>
            <p:nvPr/>
          </p:nvSpPr>
          <p:spPr>
            <a:xfrm>
              <a:off x="5407022" y="22483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3" name="pt10803"/>
            <p:cNvSpPr/>
            <p:nvPr/>
          </p:nvSpPr>
          <p:spPr>
            <a:xfrm>
              <a:off x="5018701" y="25130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4" name="pt10804"/>
            <p:cNvSpPr/>
            <p:nvPr/>
          </p:nvSpPr>
          <p:spPr>
            <a:xfrm>
              <a:off x="5599623" y="21066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5" name="pt10805"/>
            <p:cNvSpPr/>
            <p:nvPr/>
          </p:nvSpPr>
          <p:spPr>
            <a:xfrm>
              <a:off x="5440528" y="21467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6" name="pt10806"/>
            <p:cNvSpPr/>
            <p:nvPr/>
          </p:nvSpPr>
          <p:spPr>
            <a:xfrm>
              <a:off x="5266445" y="21388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7" name="pt10807"/>
            <p:cNvSpPr/>
            <p:nvPr/>
          </p:nvSpPr>
          <p:spPr>
            <a:xfrm>
              <a:off x="5439369" y="2333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8" name="pt10808"/>
            <p:cNvSpPr/>
            <p:nvPr/>
          </p:nvSpPr>
          <p:spPr>
            <a:xfrm>
              <a:off x="5651529" y="20079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9" name="pt10809"/>
            <p:cNvSpPr/>
            <p:nvPr/>
          </p:nvSpPr>
          <p:spPr>
            <a:xfrm>
              <a:off x="5461340" y="22021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0" name="pt10810"/>
            <p:cNvSpPr/>
            <p:nvPr/>
          </p:nvSpPr>
          <p:spPr>
            <a:xfrm>
              <a:off x="5071906" y="26452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1" name="pt10811"/>
            <p:cNvSpPr/>
            <p:nvPr/>
          </p:nvSpPr>
          <p:spPr>
            <a:xfrm>
              <a:off x="5248032" y="20610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2" name="pt10812"/>
            <p:cNvSpPr/>
            <p:nvPr/>
          </p:nvSpPr>
          <p:spPr>
            <a:xfrm>
              <a:off x="5129347" y="27365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3" name="pt10813"/>
            <p:cNvSpPr/>
            <p:nvPr/>
          </p:nvSpPr>
          <p:spPr>
            <a:xfrm>
              <a:off x="5356613" y="21919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4" name="pt10814"/>
            <p:cNvSpPr/>
            <p:nvPr/>
          </p:nvSpPr>
          <p:spPr>
            <a:xfrm>
              <a:off x="5514373" y="21602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5" name="pt10815"/>
            <p:cNvSpPr/>
            <p:nvPr/>
          </p:nvSpPr>
          <p:spPr>
            <a:xfrm>
              <a:off x="5009274" y="25389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6" name="pt10816"/>
            <p:cNvSpPr/>
            <p:nvPr/>
          </p:nvSpPr>
          <p:spPr>
            <a:xfrm>
              <a:off x="5542174" y="21011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7" name="pt10817"/>
            <p:cNvSpPr/>
            <p:nvPr/>
          </p:nvSpPr>
          <p:spPr>
            <a:xfrm>
              <a:off x="4951850" y="18149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8" name="pt10818"/>
            <p:cNvSpPr/>
            <p:nvPr/>
          </p:nvSpPr>
          <p:spPr>
            <a:xfrm>
              <a:off x="5500832" y="21365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9" name="pt10819"/>
            <p:cNvSpPr/>
            <p:nvPr/>
          </p:nvSpPr>
          <p:spPr>
            <a:xfrm>
              <a:off x="5603374" y="20632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0" name="pt10820"/>
            <p:cNvSpPr/>
            <p:nvPr/>
          </p:nvSpPr>
          <p:spPr>
            <a:xfrm>
              <a:off x="5337731" y="20959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1" name="pt10821"/>
            <p:cNvSpPr/>
            <p:nvPr/>
          </p:nvSpPr>
          <p:spPr>
            <a:xfrm>
              <a:off x="5543870" y="21118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2" name="pt10822"/>
            <p:cNvSpPr/>
            <p:nvPr/>
          </p:nvSpPr>
          <p:spPr>
            <a:xfrm>
              <a:off x="5935921" y="1665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3" name="pt10823"/>
            <p:cNvSpPr/>
            <p:nvPr/>
          </p:nvSpPr>
          <p:spPr>
            <a:xfrm>
              <a:off x="5039924" y="20632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4" name="pt10824"/>
            <p:cNvSpPr/>
            <p:nvPr/>
          </p:nvSpPr>
          <p:spPr>
            <a:xfrm>
              <a:off x="5222428" y="22472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5" name="pt10825"/>
            <p:cNvSpPr/>
            <p:nvPr/>
          </p:nvSpPr>
          <p:spPr>
            <a:xfrm>
              <a:off x="5111189" y="21701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6" name="pt10826"/>
            <p:cNvSpPr/>
            <p:nvPr/>
          </p:nvSpPr>
          <p:spPr>
            <a:xfrm>
              <a:off x="5415607" y="22033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7" name="pt10827"/>
            <p:cNvSpPr/>
            <p:nvPr/>
          </p:nvSpPr>
          <p:spPr>
            <a:xfrm>
              <a:off x="5848577" y="17647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8" name="pt10828"/>
            <p:cNvSpPr/>
            <p:nvPr/>
          </p:nvSpPr>
          <p:spPr>
            <a:xfrm>
              <a:off x="5410802" y="21977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9" name="pt10829"/>
            <p:cNvSpPr/>
            <p:nvPr/>
          </p:nvSpPr>
          <p:spPr>
            <a:xfrm>
              <a:off x="4805710" y="26143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0" name="pt10830"/>
            <p:cNvSpPr/>
            <p:nvPr/>
          </p:nvSpPr>
          <p:spPr>
            <a:xfrm>
              <a:off x="5034161" y="23448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1" name="pt10831"/>
            <p:cNvSpPr/>
            <p:nvPr/>
          </p:nvSpPr>
          <p:spPr>
            <a:xfrm>
              <a:off x="5403272" y="22010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2" name="pt10832"/>
            <p:cNvSpPr/>
            <p:nvPr/>
          </p:nvSpPr>
          <p:spPr>
            <a:xfrm>
              <a:off x="5506932" y="22049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3" name="pt10833"/>
            <p:cNvSpPr/>
            <p:nvPr/>
          </p:nvSpPr>
          <p:spPr>
            <a:xfrm>
              <a:off x="5425182" y="22058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4" name="pt10834"/>
            <p:cNvSpPr/>
            <p:nvPr/>
          </p:nvSpPr>
          <p:spPr>
            <a:xfrm>
              <a:off x="5181374" y="26257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5" name="pt10835"/>
            <p:cNvSpPr/>
            <p:nvPr/>
          </p:nvSpPr>
          <p:spPr>
            <a:xfrm>
              <a:off x="5496184" y="21573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6" name="pt10836"/>
            <p:cNvSpPr/>
            <p:nvPr/>
          </p:nvSpPr>
          <p:spPr>
            <a:xfrm>
              <a:off x="5548378" y="2185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7" name="pt10837"/>
            <p:cNvSpPr/>
            <p:nvPr/>
          </p:nvSpPr>
          <p:spPr>
            <a:xfrm>
              <a:off x="5932093" y="15910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8" name="pt10838"/>
            <p:cNvSpPr/>
            <p:nvPr/>
          </p:nvSpPr>
          <p:spPr>
            <a:xfrm>
              <a:off x="5322147" y="22691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9" name="pt10839"/>
            <p:cNvSpPr/>
            <p:nvPr/>
          </p:nvSpPr>
          <p:spPr>
            <a:xfrm>
              <a:off x="5803573" y="20964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0" name="pt10840"/>
            <p:cNvSpPr/>
            <p:nvPr/>
          </p:nvSpPr>
          <p:spPr>
            <a:xfrm>
              <a:off x="5574797" y="22197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1" name="pt10841"/>
            <p:cNvSpPr/>
            <p:nvPr/>
          </p:nvSpPr>
          <p:spPr>
            <a:xfrm>
              <a:off x="5660041" y="22364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2" name="pt10842"/>
            <p:cNvSpPr/>
            <p:nvPr/>
          </p:nvSpPr>
          <p:spPr>
            <a:xfrm>
              <a:off x="5656368" y="20260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3" name="pt10843"/>
            <p:cNvSpPr/>
            <p:nvPr/>
          </p:nvSpPr>
          <p:spPr>
            <a:xfrm>
              <a:off x="5776831" y="22763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4" name="pt10844"/>
            <p:cNvSpPr/>
            <p:nvPr/>
          </p:nvSpPr>
          <p:spPr>
            <a:xfrm>
              <a:off x="5720810" y="17588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5" name="pt10845"/>
            <p:cNvSpPr/>
            <p:nvPr/>
          </p:nvSpPr>
          <p:spPr>
            <a:xfrm>
              <a:off x="6029552" y="19738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6" name="pt10846"/>
            <p:cNvSpPr/>
            <p:nvPr/>
          </p:nvSpPr>
          <p:spPr>
            <a:xfrm>
              <a:off x="5458511" y="21437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7" name="pt10847"/>
            <p:cNvSpPr/>
            <p:nvPr/>
          </p:nvSpPr>
          <p:spPr>
            <a:xfrm>
              <a:off x="5334267" y="21027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8" name="pt10848"/>
            <p:cNvSpPr/>
            <p:nvPr/>
          </p:nvSpPr>
          <p:spPr>
            <a:xfrm>
              <a:off x="5785280" y="20136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9" name="pt10849"/>
            <p:cNvSpPr/>
            <p:nvPr/>
          </p:nvSpPr>
          <p:spPr>
            <a:xfrm>
              <a:off x="5561966" y="21704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0" name="pt10850"/>
            <p:cNvSpPr/>
            <p:nvPr/>
          </p:nvSpPr>
          <p:spPr>
            <a:xfrm>
              <a:off x="5400405" y="21437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1" name="pt10851"/>
            <p:cNvSpPr/>
            <p:nvPr/>
          </p:nvSpPr>
          <p:spPr>
            <a:xfrm>
              <a:off x="5896764" y="16387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2" name="pt10852"/>
            <p:cNvSpPr/>
            <p:nvPr/>
          </p:nvSpPr>
          <p:spPr>
            <a:xfrm>
              <a:off x="4939667" y="19059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3" name="pt10853"/>
            <p:cNvSpPr/>
            <p:nvPr/>
          </p:nvSpPr>
          <p:spPr>
            <a:xfrm>
              <a:off x="5569237" y="22295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4" name="pt10854"/>
            <p:cNvSpPr/>
            <p:nvPr/>
          </p:nvSpPr>
          <p:spPr>
            <a:xfrm>
              <a:off x="5544968" y="2129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5" name="pt10855"/>
            <p:cNvSpPr/>
            <p:nvPr/>
          </p:nvSpPr>
          <p:spPr>
            <a:xfrm>
              <a:off x="4865169" y="22888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6" name="pt10856"/>
            <p:cNvSpPr/>
            <p:nvPr/>
          </p:nvSpPr>
          <p:spPr>
            <a:xfrm>
              <a:off x="5338351" y="20137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7" name="pt10857"/>
            <p:cNvSpPr/>
            <p:nvPr/>
          </p:nvSpPr>
          <p:spPr>
            <a:xfrm>
              <a:off x="5283627" y="22265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8" name="pt10858"/>
            <p:cNvSpPr/>
            <p:nvPr/>
          </p:nvSpPr>
          <p:spPr>
            <a:xfrm>
              <a:off x="5309835" y="21565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9" name="pt10859"/>
            <p:cNvSpPr/>
            <p:nvPr/>
          </p:nvSpPr>
          <p:spPr>
            <a:xfrm>
              <a:off x="5516674" y="22543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0" name="pt10860"/>
            <p:cNvSpPr/>
            <p:nvPr/>
          </p:nvSpPr>
          <p:spPr>
            <a:xfrm>
              <a:off x="5497299" y="20551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1" name="pt10861"/>
            <p:cNvSpPr/>
            <p:nvPr/>
          </p:nvSpPr>
          <p:spPr>
            <a:xfrm>
              <a:off x="5034021" y="24217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2" name="pt10862"/>
            <p:cNvSpPr/>
            <p:nvPr/>
          </p:nvSpPr>
          <p:spPr>
            <a:xfrm>
              <a:off x="5351350" y="21430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3" name="pt10863"/>
            <p:cNvSpPr/>
            <p:nvPr/>
          </p:nvSpPr>
          <p:spPr>
            <a:xfrm>
              <a:off x="5717494" y="20555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4" name="pt10864"/>
            <p:cNvSpPr/>
            <p:nvPr/>
          </p:nvSpPr>
          <p:spPr>
            <a:xfrm>
              <a:off x="5683979" y="1716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5" name="pt10865"/>
            <p:cNvSpPr/>
            <p:nvPr/>
          </p:nvSpPr>
          <p:spPr>
            <a:xfrm>
              <a:off x="5195019" y="22630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6" name="pt10866"/>
            <p:cNvSpPr/>
            <p:nvPr/>
          </p:nvSpPr>
          <p:spPr>
            <a:xfrm>
              <a:off x="5395563" y="21448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7" name="pt10867"/>
            <p:cNvSpPr/>
            <p:nvPr/>
          </p:nvSpPr>
          <p:spPr>
            <a:xfrm>
              <a:off x="5653319" y="21067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8" name="pt10868"/>
            <p:cNvSpPr/>
            <p:nvPr/>
          </p:nvSpPr>
          <p:spPr>
            <a:xfrm>
              <a:off x="5366666" y="22302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9" name="pt10869"/>
            <p:cNvSpPr/>
            <p:nvPr/>
          </p:nvSpPr>
          <p:spPr>
            <a:xfrm>
              <a:off x="5380210" y="21944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0" name="pt10870"/>
            <p:cNvSpPr/>
            <p:nvPr/>
          </p:nvSpPr>
          <p:spPr>
            <a:xfrm>
              <a:off x="5259489" y="22282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1" name="pt10871"/>
            <p:cNvSpPr/>
            <p:nvPr/>
          </p:nvSpPr>
          <p:spPr>
            <a:xfrm>
              <a:off x="5595159" y="2160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2" name="pt10872"/>
            <p:cNvSpPr/>
            <p:nvPr/>
          </p:nvSpPr>
          <p:spPr>
            <a:xfrm>
              <a:off x="5513504" y="23373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3" name="pt10873"/>
            <p:cNvSpPr/>
            <p:nvPr/>
          </p:nvSpPr>
          <p:spPr>
            <a:xfrm>
              <a:off x="5557612" y="21549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4" name="pt10874"/>
            <p:cNvSpPr/>
            <p:nvPr/>
          </p:nvSpPr>
          <p:spPr>
            <a:xfrm>
              <a:off x="5409789" y="22663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5" name="pt10875"/>
            <p:cNvSpPr/>
            <p:nvPr/>
          </p:nvSpPr>
          <p:spPr>
            <a:xfrm>
              <a:off x="5563658" y="22154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6" name="pt10876"/>
            <p:cNvSpPr/>
            <p:nvPr/>
          </p:nvSpPr>
          <p:spPr>
            <a:xfrm>
              <a:off x="5340667" y="22200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7" name="pt10877"/>
            <p:cNvSpPr/>
            <p:nvPr/>
          </p:nvSpPr>
          <p:spPr>
            <a:xfrm>
              <a:off x="5543675" y="21017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8" name="pt10878"/>
            <p:cNvSpPr/>
            <p:nvPr/>
          </p:nvSpPr>
          <p:spPr>
            <a:xfrm>
              <a:off x="5669267" y="20048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9" name="pt10879"/>
            <p:cNvSpPr/>
            <p:nvPr/>
          </p:nvSpPr>
          <p:spPr>
            <a:xfrm>
              <a:off x="5228083" y="19700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0" name="pt10880"/>
            <p:cNvSpPr/>
            <p:nvPr/>
          </p:nvSpPr>
          <p:spPr>
            <a:xfrm>
              <a:off x="5451753" y="23424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1" name="pt10881"/>
            <p:cNvSpPr/>
            <p:nvPr/>
          </p:nvSpPr>
          <p:spPr>
            <a:xfrm>
              <a:off x="5372048" y="22777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2" name="pt10882"/>
            <p:cNvSpPr/>
            <p:nvPr/>
          </p:nvSpPr>
          <p:spPr>
            <a:xfrm>
              <a:off x="5154199" y="26926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3" name="pt10883"/>
            <p:cNvSpPr/>
            <p:nvPr/>
          </p:nvSpPr>
          <p:spPr>
            <a:xfrm>
              <a:off x="5377030" y="22324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4" name="pt10884"/>
            <p:cNvSpPr/>
            <p:nvPr/>
          </p:nvSpPr>
          <p:spPr>
            <a:xfrm>
              <a:off x="5519044" y="22272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5" name="pt10885"/>
            <p:cNvSpPr/>
            <p:nvPr/>
          </p:nvSpPr>
          <p:spPr>
            <a:xfrm>
              <a:off x="5847348" y="17683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6" name="pt10886"/>
            <p:cNvSpPr/>
            <p:nvPr/>
          </p:nvSpPr>
          <p:spPr>
            <a:xfrm>
              <a:off x="5426417" y="21601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7" name="pt10887"/>
            <p:cNvSpPr/>
            <p:nvPr/>
          </p:nvSpPr>
          <p:spPr>
            <a:xfrm>
              <a:off x="5488813" y="20176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8" name="pt10888"/>
            <p:cNvSpPr/>
            <p:nvPr/>
          </p:nvSpPr>
          <p:spPr>
            <a:xfrm>
              <a:off x="5621864" y="20505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9" name="pt10889"/>
            <p:cNvSpPr/>
            <p:nvPr/>
          </p:nvSpPr>
          <p:spPr>
            <a:xfrm>
              <a:off x="5318194" y="21880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0" name="pt10890"/>
            <p:cNvSpPr/>
            <p:nvPr/>
          </p:nvSpPr>
          <p:spPr>
            <a:xfrm>
              <a:off x="5046426" y="23002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1" name="pt10891"/>
            <p:cNvSpPr/>
            <p:nvPr/>
          </p:nvSpPr>
          <p:spPr>
            <a:xfrm>
              <a:off x="4847911" y="23639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2" name="pt10892"/>
            <p:cNvSpPr/>
            <p:nvPr/>
          </p:nvSpPr>
          <p:spPr>
            <a:xfrm>
              <a:off x="5164630" y="27377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3" name="pt10893"/>
            <p:cNvSpPr/>
            <p:nvPr/>
          </p:nvSpPr>
          <p:spPr>
            <a:xfrm>
              <a:off x="5378447" y="22905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4" name="pt10894"/>
            <p:cNvSpPr/>
            <p:nvPr/>
          </p:nvSpPr>
          <p:spPr>
            <a:xfrm>
              <a:off x="5153728" y="27717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5" name="pt10895"/>
            <p:cNvSpPr/>
            <p:nvPr/>
          </p:nvSpPr>
          <p:spPr>
            <a:xfrm>
              <a:off x="5279474" y="22628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6" name="pt10896"/>
            <p:cNvSpPr/>
            <p:nvPr/>
          </p:nvSpPr>
          <p:spPr>
            <a:xfrm>
              <a:off x="5427077" y="20794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7" name="pt10897"/>
            <p:cNvSpPr/>
            <p:nvPr/>
          </p:nvSpPr>
          <p:spPr>
            <a:xfrm>
              <a:off x="5335208" y="21668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8" name="pt10898"/>
            <p:cNvSpPr/>
            <p:nvPr/>
          </p:nvSpPr>
          <p:spPr>
            <a:xfrm>
              <a:off x="5424003" y="22477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9" name="pt10899"/>
            <p:cNvSpPr/>
            <p:nvPr/>
          </p:nvSpPr>
          <p:spPr>
            <a:xfrm>
              <a:off x="5146510" y="27174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0" name="pt10900"/>
            <p:cNvSpPr/>
            <p:nvPr/>
          </p:nvSpPr>
          <p:spPr>
            <a:xfrm>
              <a:off x="5328807" y="21260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1" name="pt10901"/>
            <p:cNvSpPr/>
            <p:nvPr/>
          </p:nvSpPr>
          <p:spPr>
            <a:xfrm>
              <a:off x="4962662" y="17343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2" name="pt10902"/>
            <p:cNvSpPr/>
            <p:nvPr/>
          </p:nvSpPr>
          <p:spPr>
            <a:xfrm>
              <a:off x="5484767" y="21239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3" name="pt10903"/>
            <p:cNvSpPr/>
            <p:nvPr/>
          </p:nvSpPr>
          <p:spPr>
            <a:xfrm>
              <a:off x="5244320" y="21457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4" name="pt10904"/>
            <p:cNvSpPr/>
            <p:nvPr/>
          </p:nvSpPr>
          <p:spPr>
            <a:xfrm>
              <a:off x="5348987" y="2194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5" name="pt10905"/>
            <p:cNvSpPr/>
            <p:nvPr/>
          </p:nvSpPr>
          <p:spPr>
            <a:xfrm>
              <a:off x="5310334" y="20348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6" name="pt10906"/>
            <p:cNvSpPr/>
            <p:nvPr/>
          </p:nvSpPr>
          <p:spPr>
            <a:xfrm>
              <a:off x="4650134" y="21511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7" name="pt10907"/>
            <p:cNvSpPr/>
            <p:nvPr/>
          </p:nvSpPr>
          <p:spPr>
            <a:xfrm>
              <a:off x="5763519" y="20430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8" name="pt10908"/>
            <p:cNvSpPr/>
            <p:nvPr/>
          </p:nvSpPr>
          <p:spPr>
            <a:xfrm>
              <a:off x="5243714" y="21407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9" name="pt10909"/>
            <p:cNvSpPr/>
            <p:nvPr/>
          </p:nvSpPr>
          <p:spPr>
            <a:xfrm>
              <a:off x="5446645" y="23251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0" name="pt10910"/>
            <p:cNvSpPr/>
            <p:nvPr/>
          </p:nvSpPr>
          <p:spPr>
            <a:xfrm>
              <a:off x="5168729" y="25820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1" name="pt10911"/>
            <p:cNvSpPr/>
            <p:nvPr/>
          </p:nvSpPr>
          <p:spPr>
            <a:xfrm>
              <a:off x="5029735" y="21410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2" name="pt10912"/>
            <p:cNvSpPr/>
            <p:nvPr/>
          </p:nvSpPr>
          <p:spPr>
            <a:xfrm>
              <a:off x="5335173" y="22238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3" name="pt10913"/>
            <p:cNvSpPr/>
            <p:nvPr/>
          </p:nvSpPr>
          <p:spPr>
            <a:xfrm>
              <a:off x="5665085" y="20392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4" name="pt10914"/>
            <p:cNvSpPr/>
            <p:nvPr/>
          </p:nvSpPr>
          <p:spPr>
            <a:xfrm>
              <a:off x="5535871" y="22691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5" name="pt10915"/>
            <p:cNvSpPr/>
            <p:nvPr/>
          </p:nvSpPr>
          <p:spPr>
            <a:xfrm>
              <a:off x="5397883" y="21301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6" name="pt10916"/>
            <p:cNvSpPr/>
            <p:nvPr/>
          </p:nvSpPr>
          <p:spPr>
            <a:xfrm>
              <a:off x="5677405" y="18653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7" name="pt10917"/>
            <p:cNvSpPr/>
            <p:nvPr/>
          </p:nvSpPr>
          <p:spPr>
            <a:xfrm>
              <a:off x="4901814" y="27780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8" name="pt10918"/>
            <p:cNvSpPr/>
            <p:nvPr/>
          </p:nvSpPr>
          <p:spPr>
            <a:xfrm>
              <a:off x="5476390" y="19357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9" name="pt10919"/>
            <p:cNvSpPr/>
            <p:nvPr/>
          </p:nvSpPr>
          <p:spPr>
            <a:xfrm>
              <a:off x="5586207" y="23350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0" name="pt10920"/>
            <p:cNvSpPr/>
            <p:nvPr/>
          </p:nvSpPr>
          <p:spPr>
            <a:xfrm>
              <a:off x="5637874" y="1980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1" name="pt10921"/>
            <p:cNvSpPr/>
            <p:nvPr/>
          </p:nvSpPr>
          <p:spPr>
            <a:xfrm>
              <a:off x="5858365" y="17228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2" name="pt10922"/>
            <p:cNvSpPr/>
            <p:nvPr/>
          </p:nvSpPr>
          <p:spPr>
            <a:xfrm>
              <a:off x="5414543" y="21761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3" name="pt10923"/>
            <p:cNvSpPr/>
            <p:nvPr/>
          </p:nvSpPr>
          <p:spPr>
            <a:xfrm>
              <a:off x="5277814" y="22601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4" name="pt10924"/>
            <p:cNvSpPr/>
            <p:nvPr/>
          </p:nvSpPr>
          <p:spPr>
            <a:xfrm>
              <a:off x="5290534" y="21863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5" name="pt10925"/>
            <p:cNvSpPr/>
            <p:nvPr/>
          </p:nvSpPr>
          <p:spPr>
            <a:xfrm>
              <a:off x="5677009" y="17986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6" name="pt10926"/>
            <p:cNvSpPr/>
            <p:nvPr/>
          </p:nvSpPr>
          <p:spPr>
            <a:xfrm>
              <a:off x="5048965" y="21904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7" name="pt10927"/>
            <p:cNvSpPr/>
            <p:nvPr/>
          </p:nvSpPr>
          <p:spPr>
            <a:xfrm>
              <a:off x="5450332" y="22463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8" name="pt10928"/>
            <p:cNvSpPr/>
            <p:nvPr/>
          </p:nvSpPr>
          <p:spPr>
            <a:xfrm>
              <a:off x="5607907" y="21153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9" name="pt10929"/>
            <p:cNvSpPr/>
            <p:nvPr/>
          </p:nvSpPr>
          <p:spPr>
            <a:xfrm>
              <a:off x="5173085" y="26899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0" name="pt10930"/>
            <p:cNvSpPr/>
            <p:nvPr/>
          </p:nvSpPr>
          <p:spPr>
            <a:xfrm>
              <a:off x="5607014" y="20399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1" name="pt10931"/>
            <p:cNvSpPr/>
            <p:nvPr/>
          </p:nvSpPr>
          <p:spPr>
            <a:xfrm>
              <a:off x="5565190" y="21997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2" name="pt10932"/>
            <p:cNvSpPr/>
            <p:nvPr/>
          </p:nvSpPr>
          <p:spPr>
            <a:xfrm>
              <a:off x="5162795" y="25414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3" name="pt10933"/>
            <p:cNvSpPr/>
            <p:nvPr/>
          </p:nvSpPr>
          <p:spPr>
            <a:xfrm>
              <a:off x="5785720" y="20931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4" name="pt10934"/>
            <p:cNvSpPr/>
            <p:nvPr/>
          </p:nvSpPr>
          <p:spPr>
            <a:xfrm>
              <a:off x="5252056" y="21819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5" name="pt10935"/>
            <p:cNvSpPr/>
            <p:nvPr/>
          </p:nvSpPr>
          <p:spPr>
            <a:xfrm>
              <a:off x="5084336" y="22558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6" name="pt10936"/>
            <p:cNvSpPr/>
            <p:nvPr/>
          </p:nvSpPr>
          <p:spPr>
            <a:xfrm>
              <a:off x="5812885" y="18578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7" name="pt10937"/>
            <p:cNvSpPr/>
            <p:nvPr/>
          </p:nvSpPr>
          <p:spPr>
            <a:xfrm>
              <a:off x="4847185" y="23331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8" name="pt10938"/>
            <p:cNvSpPr/>
            <p:nvPr/>
          </p:nvSpPr>
          <p:spPr>
            <a:xfrm>
              <a:off x="5406428" y="23087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9" name="pt10939"/>
            <p:cNvSpPr/>
            <p:nvPr/>
          </p:nvSpPr>
          <p:spPr>
            <a:xfrm>
              <a:off x="5629823" y="21511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0" name="pt10940"/>
            <p:cNvSpPr/>
            <p:nvPr/>
          </p:nvSpPr>
          <p:spPr>
            <a:xfrm>
              <a:off x="5535763" y="20843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1" name="pt10941"/>
            <p:cNvSpPr/>
            <p:nvPr/>
          </p:nvSpPr>
          <p:spPr>
            <a:xfrm>
              <a:off x="5525132" y="21840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2" name="pt10942"/>
            <p:cNvSpPr/>
            <p:nvPr/>
          </p:nvSpPr>
          <p:spPr>
            <a:xfrm>
              <a:off x="5725686" y="17129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3" name="pt10943"/>
            <p:cNvSpPr/>
            <p:nvPr/>
          </p:nvSpPr>
          <p:spPr>
            <a:xfrm>
              <a:off x="5314452" y="20403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4" name="pt10944"/>
            <p:cNvSpPr/>
            <p:nvPr/>
          </p:nvSpPr>
          <p:spPr>
            <a:xfrm>
              <a:off x="5085853" y="28121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5" name="pt10945"/>
            <p:cNvSpPr/>
            <p:nvPr/>
          </p:nvSpPr>
          <p:spPr>
            <a:xfrm>
              <a:off x="5411846" y="21719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6" name="pt10946"/>
            <p:cNvSpPr/>
            <p:nvPr/>
          </p:nvSpPr>
          <p:spPr>
            <a:xfrm>
              <a:off x="5263935" y="21881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7" name="pt10947"/>
            <p:cNvSpPr/>
            <p:nvPr/>
          </p:nvSpPr>
          <p:spPr>
            <a:xfrm>
              <a:off x="5420485" y="21943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8" name="pt10948"/>
            <p:cNvSpPr/>
            <p:nvPr/>
          </p:nvSpPr>
          <p:spPr>
            <a:xfrm>
              <a:off x="5606302" y="19883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9" name="pt10949"/>
            <p:cNvSpPr/>
            <p:nvPr/>
          </p:nvSpPr>
          <p:spPr>
            <a:xfrm>
              <a:off x="5183251" y="23988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0" name="pt10950"/>
            <p:cNvSpPr/>
            <p:nvPr/>
          </p:nvSpPr>
          <p:spPr>
            <a:xfrm>
              <a:off x="5493927" y="20804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1" name="pt10951"/>
            <p:cNvSpPr/>
            <p:nvPr/>
          </p:nvSpPr>
          <p:spPr>
            <a:xfrm>
              <a:off x="5686864" y="18275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2" name="pt10952"/>
            <p:cNvSpPr/>
            <p:nvPr/>
          </p:nvSpPr>
          <p:spPr>
            <a:xfrm>
              <a:off x="5281445" y="22183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3" name="pt10953"/>
            <p:cNvSpPr/>
            <p:nvPr/>
          </p:nvSpPr>
          <p:spPr>
            <a:xfrm>
              <a:off x="5703179" y="18900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4" name="pt10954"/>
            <p:cNvSpPr/>
            <p:nvPr/>
          </p:nvSpPr>
          <p:spPr>
            <a:xfrm>
              <a:off x="5561899" y="21790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5" name="pt10955"/>
            <p:cNvSpPr/>
            <p:nvPr/>
          </p:nvSpPr>
          <p:spPr>
            <a:xfrm>
              <a:off x="5416675" y="21465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6" name="pt10956"/>
            <p:cNvSpPr/>
            <p:nvPr/>
          </p:nvSpPr>
          <p:spPr>
            <a:xfrm>
              <a:off x="5434664" y="22856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7" name="pt10957"/>
            <p:cNvSpPr/>
            <p:nvPr/>
          </p:nvSpPr>
          <p:spPr>
            <a:xfrm>
              <a:off x="5390604" y="21641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8" name="pt10958"/>
            <p:cNvSpPr/>
            <p:nvPr/>
          </p:nvSpPr>
          <p:spPr>
            <a:xfrm>
              <a:off x="5681820" y="17291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9" name="pt10959"/>
            <p:cNvSpPr/>
            <p:nvPr/>
          </p:nvSpPr>
          <p:spPr>
            <a:xfrm>
              <a:off x="5325562" y="22701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0" name="pt10960"/>
            <p:cNvSpPr/>
            <p:nvPr/>
          </p:nvSpPr>
          <p:spPr>
            <a:xfrm>
              <a:off x="4928458" y="22805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1" name="pt10961"/>
            <p:cNvSpPr/>
            <p:nvPr/>
          </p:nvSpPr>
          <p:spPr>
            <a:xfrm>
              <a:off x="5284655" y="22540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2" name="pt10962"/>
            <p:cNvSpPr/>
            <p:nvPr/>
          </p:nvSpPr>
          <p:spPr>
            <a:xfrm>
              <a:off x="5362760" y="2218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3" name="pt10963"/>
            <p:cNvSpPr/>
            <p:nvPr/>
          </p:nvSpPr>
          <p:spPr>
            <a:xfrm>
              <a:off x="5721901" y="18995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4" name="pt10964"/>
            <p:cNvSpPr/>
            <p:nvPr/>
          </p:nvSpPr>
          <p:spPr>
            <a:xfrm>
              <a:off x="5600466" y="22307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5" name="pt10965"/>
            <p:cNvSpPr/>
            <p:nvPr/>
          </p:nvSpPr>
          <p:spPr>
            <a:xfrm>
              <a:off x="5598921" y="19760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6" name="pt10966"/>
            <p:cNvSpPr/>
            <p:nvPr/>
          </p:nvSpPr>
          <p:spPr>
            <a:xfrm>
              <a:off x="5494410" y="21369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7" name="pt10967"/>
            <p:cNvSpPr/>
            <p:nvPr/>
          </p:nvSpPr>
          <p:spPr>
            <a:xfrm>
              <a:off x="5103854" y="22615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8" name="pt10968"/>
            <p:cNvSpPr/>
            <p:nvPr/>
          </p:nvSpPr>
          <p:spPr>
            <a:xfrm>
              <a:off x="5614161" y="21213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9" name="pt10969"/>
            <p:cNvSpPr/>
            <p:nvPr/>
          </p:nvSpPr>
          <p:spPr>
            <a:xfrm>
              <a:off x="5418401" y="21925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0" name="pt10970"/>
            <p:cNvSpPr/>
            <p:nvPr/>
          </p:nvSpPr>
          <p:spPr>
            <a:xfrm>
              <a:off x="5437589" y="21400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1" name="pt10971"/>
            <p:cNvSpPr/>
            <p:nvPr/>
          </p:nvSpPr>
          <p:spPr>
            <a:xfrm>
              <a:off x="5759990" y="17671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2" name="pt10972"/>
            <p:cNvSpPr/>
            <p:nvPr/>
          </p:nvSpPr>
          <p:spPr>
            <a:xfrm>
              <a:off x="4817301" y="26593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3" name="pt10973"/>
            <p:cNvSpPr/>
            <p:nvPr/>
          </p:nvSpPr>
          <p:spPr>
            <a:xfrm>
              <a:off x="5467962" y="19571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4" name="pt10974"/>
            <p:cNvSpPr/>
            <p:nvPr/>
          </p:nvSpPr>
          <p:spPr>
            <a:xfrm>
              <a:off x="5374072" y="22662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5" name="pt10975"/>
            <p:cNvSpPr/>
            <p:nvPr/>
          </p:nvSpPr>
          <p:spPr>
            <a:xfrm>
              <a:off x="5431973" y="22268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6" name="pt10976"/>
            <p:cNvSpPr/>
            <p:nvPr/>
          </p:nvSpPr>
          <p:spPr>
            <a:xfrm>
              <a:off x="5123707" y="25818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7" name="pt10977"/>
            <p:cNvSpPr/>
            <p:nvPr/>
          </p:nvSpPr>
          <p:spPr>
            <a:xfrm>
              <a:off x="5348443" y="22832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8" name="pt10978"/>
            <p:cNvSpPr/>
            <p:nvPr/>
          </p:nvSpPr>
          <p:spPr>
            <a:xfrm>
              <a:off x="5553034" y="22284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9" name="pt10979"/>
            <p:cNvSpPr/>
            <p:nvPr/>
          </p:nvSpPr>
          <p:spPr>
            <a:xfrm>
              <a:off x="5552200" y="21997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0" name="pt10980"/>
            <p:cNvSpPr/>
            <p:nvPr/>
          </p:nvSpPr>
          <p:spPr>
            <a:xfrm>
              <a:off x="5591605" y="20279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1" name="pt10981"/>
            <p:cNvSpPr/>
            <p:nvPr/>
          </p:nvSpPr>
          <p:spPr>
            <a:xfrm>
              <a:off x="5209113" y="21611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2" name="pt10982"/>
            <p:cNvSpPr/>
            <p:nvPr/>
          </p:nvSpPr>
          <p:spPr>
            <a:xfrm>
              <a:off x="5445532" y="21893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3" name="pt10983"/>
            <p:cNvSpPr/>
            <p:nvPr/>
          </p:nvSpPr>
          <p:spPr>
            <a:xfrm>
              <a:off x="5720917" y="17495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4" name="pt10984"/>
            <p:cNvSpPr/>
            <p:nvPr/>
          </p:nvSpPr>
          <p:spPr>
            <a:xfrm>
              <a:off x="5474356" y="21087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5" name="pt10985"/>
            <p:cNvSpPr/>
            <p:nvPr/>
          </p:nvSpPr>
          <p:spPr>
            <a:xfrm>
              <a:off x="5138593" y="25239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6" name="pt10986"/>
            <p:cNvSpPr/>
            <p:nvPr/>
          </p:nvSpPr>
          <p:spPr>
            <a:xfrm>
              <a:off x="5087332" y="2444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7" name="pt10987"/>
            <p:cNvSpPr/>
            <p:nvPr/>
          </p:nvSpPr>
          <p:spPr>
            <a:xfrm>
              <a:off x="5445811" y="22352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8" name="pt10988"/>
            <p:cNvSpPr/>
            <p:nvPr/>
          </p:nvSpPr>
          <p:spPr>
            <a:xfrm>
              <a:off x="5098051" y="25624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9" name="pt10989"/>
            <p:cNvSpPr/>
            <p:nvPr/>
          </p:nvSpPr>
          <p:spPr>
            <a:xfrm>
              <a:off x="5185629" y="24288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0" name="pt10990"/>
            <p:cNvSpPr/>
            <p:nvPr/>
          </p:nvSpPr>
          <p:spPr>
            <a:xfrm>
              <a:off x="5215210" y="23266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1" name="pt10991"/>
            <p:cNvSpPr/>
            <p:nvPr/>
          </p:nvSpPr>
          <p:spPr>
            <a:xfrm>
              <a:off x="5887320" y="1678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2" name="pt10992"/>
            <p:cNvSpPr/>
            <p:nvPr/>
          </p:nvSpPr>
          <p:spPr>
            <a:xfrm>
              <a:off x="5608247" y="19711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3" name="pt10993"/>
            <p:cNvSpPr/>
            <p:nvPr/>
          </p:nvSpPr>
          <p:spPr>
            <a:xfrm>
              <a:off x="5341632" y="22535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4" name="pt10994"/>
            <p:cNvSpPr/>
            <p:nvPr/>
          </p:nvSpPr>
          <p:spPr>
            <a:xfrm>
              <a:off x="5262396" y="21380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5" name="pt10995"/>
            <p:cNvSpPr/>
            <p:nvPr/>
          </p:nvSpPr>
          <p:spPr>
            <a:xfrm>
              <a:off x="5272040" y="22486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6" name="pt10996"/>
            <p:cNvSpPr/>
            <p:nvPr/>
          </p:nvSpPr>
          <p:spPr>
            <a:xfrm>
              <a:off x="5048361" y="21720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7" name="pt10997"/>
            <p:cNvSpPr/>
            <p:nvPr/>
          </p:nvSpPr>
          <p:spPr>
            <a:xfrm>
              <a:off x="5459117" y="20727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8" name="pt10998"/>
            <p:cNvSpPr/>
            <p:nvPr/>
          </p:nvSpPr>
          <p:spPr>
            <a:xfrm>
              <a:off x="5502969" y="21898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9" name="pt10999"/>
            <p:cNvSpPr/>
            <p:nvPr/>
          </p:nvSpPr>
          <p:spPr>
            <a:xfrm>
              <a:off x="5560901" y="21774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0" name="pt11000"/>
            <p:cNvSpPr/>
            <p:nvPr/>
          </p:nvSpPr>
          <p:spPr>
            <a:xfrm>
              <a:off x="5020600" y="22901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1" name="pt11001"/>
            <p:cNvSpPr/>
            <p:nvPr/>
          </p:nvSpPr>
          <p:spPr>
            <a:xfrm>
              <a:off x="5652390" y="19758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2" name="pt11002"/>
            <p:cNvSpPr/>
            <p:nvPr/>
          </p:nvSpPr>
          <p:spPr>
            <a:xfrm>
              <a:off x="5366179" y="23114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3" name="pt11003"/>
            <p:cNvSpPr/>
            <p:nvPr/>
          </p:nvSpPr>
          <p:spPr>
            <a:xfrm>
              <a:off x="5747876" y="1951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4" name="pt11004"/>
            <p:cNvSpPr/>
            <p:nvPr/>
          </p:nvSpPr>
          <p:spPr>
            <a:xfrm>
              <a:off x="5750948" y="18671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5" name="pt11005"/>
            <p:cNvSpPr/>
            <p:nvPr/>
          </p:nvSpPr>
          <p:spPr>
            <a:xfrm>
              <a:off x="5115714" y="20295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6" name="pt11006"/>
            <p:cNvSpPr/>
            <p:nvPr/>
          </p:nvSpPr>
          <p:spPr>
            <a:xfrm>
              <a:off x="5292397" y="22850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7" name="pt11007"/>
            <p:cNvSpPr/>
            <p:nvPr/>
          </p:nvSpPr>
          <p:spPr>
            <a:xfrm>
              <a:off x="5663191" y="20194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8" name="pt11008"/>
            <p:cNvSpPr/>
            <p:nvPr/>
          </p:nvSpPr>
          <p:spPr>
            <a:xfrm>
              <a:off x="5224079" y="21923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9" name="pt11009"/>
            <p:cNvSpPr/>
            <p:nvPr/>
          </p:nvSpPr>
          <p:spPr>
            <a:xfrm>
              <a:off x="5034136" y="21878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0" name="pt11010"/>
            <p:cNvSpPr/>
            <p:nvPr/>
          </p:nvSpPr>
          <p:spPr>
            <a:xfrm>
              <a:off x="5564000" y="21821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1" name="pt11011"/>
            <p:cNvSpPr/>
            <p:nvPr/>
          </p:nvSpPr>
          <p:spPr>
            <a:xfrm>
              <a:off x="5185197" y="24291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2" name="pt11012"/>
            <p:cNvSpPr/>
            <p:nvPr/>
          </p:nvSpPr>
          <p:spPr>
            <a:xfrm>
              <a:off x="4952908" y="22580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3" name="pt11013"/>
            <p:cNvSpPr/>
            <p:nvPr/>
          </p:nvSpPr>
          <p:spPr>
            <a:xfrm>
              <a:off x="4986905" y="25116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4" name="pt11014"/>
            <p:cNvSpPr/>
            <p:nvPr/>
          </p:nvSpPr>
          <p:spPr>
            <a:xfrm>
              <a:off x="4782725" y="27277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5" name="pt11015"/>
            <p:cNvSpPr/>
            <p:nvPr/>
          </p:nvSpPr>
          <p:spPr>
            <a:xfrm>
              <a:off x="5560049" y="22373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6" name="pt11016"/>
            <p:cNvSpPr/>
            <p:nvPr/>
          </p:nvSpPr>
          <p:spPr>
            <a:xfrm>
              <a:off x="5295329" y="21779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7" name="pt11017"/>
            <p:cNvSpPr/>
            <p:nvPr/>
          </p:nvSpPr>
          <p:spPr>
            <a:xfrm>
              <a:off x="5674912" y="17462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8" name="pt11018"/>
            <p:cNvSpPr/>
            <p:nvPr/>
          </p:nvSpPr>
          <p:spPr>
            <a:xfrm>
              <a:off x="5612302" y="20800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9" name="pt11019"/>
            <p:cNvSpPr/>
            <p:nvPr/>
          </p:nvSpPr>
          <p:spPr>
            <a:xfrm>
              <a:off x="5278266" y="23110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0" name="pt11020"/>
            <p:cNvSpPr/>
            <p:nvPr/>
          </p:nvSpPr>
          <p:spPr>
            <a:xfrm>
              <a:off x="5541434" y="21424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1" name="pt11021"/>
            <p:cNvSpPr/>
            <p:nvPr/>
          </p:nvSpPr>
          <p:spPr>
            <a:xfrm>
              <a:off x="5542556" y="19432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2" name="pt11022"/>
            <p:cNvSpPr/>
            <p:nvPr/>
          </p:nvSpPr>
          <p:spPr>
            <a:xfrm>
              <a:off x="5312355" y="21189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3" name="pt11023"/>
            <p:cNvSpPr/>
            <p:nvPr/>
          </p:nvSpPr>
          <p:spPr>
            <a:xfrm>
              <a:off x="5276375" y="21653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4" name="pt11024"/>
            <p:cNvSpPr/>
            <p:nvPr/>
          </p:nvSpPr>
          <p:spPr>
            <a:xfrm>
              <a:off x="5404982" y="21235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5" name="pt11025"/>
            <p:cNvSpPr/>
            <p:nvPr/>
          </p:nvSpPr>
          <p:spPr>
            <a:xfrm>
              <a:off x="5500744" y="23043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6" name="pt11026"/>
            <p:cNvSpPr/>
            <p:nvPr/>
          </p:nvSpPr>
          <p:spPr>
            <a:xfrm>
              <a:off x="5446604" y="22923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7" name="pt11027"/>
            <p:cNvSpPr/>
            <p:nvPr/>
          </p:nvSpPr>
          <p:spPr>
            <a:xfrm>
              <a:off x="5213144" y="21138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8" name="pt11028"/>
            <p:cNvSpPr/>
            <p:nvPr/>
          </p:nvSpPr>
          <p:spPr>
            <a:xfrm>
              <a:off x="5353253" y="21529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9" name="pt11029"/>
            <p:cNvSpPr/>
            <p:nvPr/>
          </p:nvSpPr>
          <p:spPr>
            <a:xfrm>
              <a:off x="4905826" y="27194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0" name="pt11030"/>
            <p:cNvSpPr/>
            <p:nvPr/>
          </p:nvSpPr>
          <p:spPr>
            <a:xfrm>
              <a:off x="5631882" y="2146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1" name="pt11031"/>
            <p:cNvSpPr/>
            <p:nvPr/>
          </p:nvSpPr>
          <p:spPr>
            <a:xfrm>
              <a:off x="5543891" y="20740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2" name="pt11032"/>
            <p:cNvSpPr/>
            <p:nvPr/>
          </p:nvSpPr>
          <p:spPr>
            <a:xfrm>
              <a:off x="5304802" y="19999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3" name="pt11033"/>
            <p:cNvSpPr/>
            <p:nvPr/>
          </p:nvSpPr>
          <p:spPr>
            <a:xfrm>
              <a:off x="5210839" y="23459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4" name="pt11034"/>
            <p:cNvSpPr/>
            <p:nvPr/>
          </p:nvSpPr>
          <p:spPr>
            <a:xfrm>
              <a:off x="5175451" y="24963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5" name="pt11035"/>
            <p:cNvSpPr/>
            <p:nvPr/>
          </p:nvSpPr>
          <p:spPr>
            <a:xfrm>
              <a:off x="5553027" y="23532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6" name="pt11036"/>
            <p:cNvSpPr/>
            <p:nvPr/>
          </p:nvSpPr>
          <p:spPr>
            <a:xfrm>
              <a:off x="5457730" y="22123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7" name="pt11037"/>
            <p:cNvSpPr/>
            <p:nvPr/>
          </p:nvSpPr>
          <p:spPr>
            <a:xfrm>
              <a:off x="5188304" y="23557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8" name="pt11038"/>
            <p:cNvSpPr/>
            <p:nvPr/>
          </p:nvSpPr>
          <p:spPr>
            <a:xfrm>
              <a:off x="5482301" y="20889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9" name="pt11039"/>
            <p:cNvSpPr/>
            <p:nvPr/>
          </p:nvSpPr>
          <p:spPr>
            <a:xfrm>
              <a:off x="5251984" y="21011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0" name="pt11040"/>
            <p:cNvSpPr/>
            <p:nvPr/>
          </p:nvSpPr>
          <p:spPr>
            <a:xfrm>
              <a:off x="5196064" y="23214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1" name="pt11041"/>
            <p:cNvSpPr/>
            <p:nvPr/>
          </p:nvSpPr>
          <p:spPr>
            <a:xfrm>
              <a:off x="5368350" y="22416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2" name="pt11042"/>
            <p:cNvSpPr/>
            <p:nvPr/>
          </p:nvSpPr>
          <p:spPr>
            <a:xfrm>
              <a:off x="5580152" y="22438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3" name="pt11043"/>
            <p:cNvSpPr/>
            <p:nvPr/>
          </p:nvSpPr>
          <p:spPr>
            <a:xfrm>
              <a:off x="5725453" y="18214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4" name="pt11044"/>
            <p:cNvSpPr/>
            <p:nvPr/>
          </p:nvSpPr>
          <p:spPr>
            <a:xfrm>
              <a:off x="5550578" y="22393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5" name="pt11045"/>
            <p:cNvSpPr/>
            <p:nvPr/>
          </p:nvSpPr>
          <p:spPr>
            <a:xfrm>
              <a:off x="5361313" y="22531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6" name="pt11046"/>
            <p:cNvSpPr/>
            <p:nvPr/>
          </p:nvSpPr>
          <p:spPr>
            <a:xfrm>
              <a:off x="5373315" y="22391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7" name="pt11047"/>
            <p:cNvSpPr/>
            <p:nvPr/>
          </p:nvSpPr>
          <p:spPr>
            <a:xfrm>
              <a:off x="5645309" y="19943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8" name="pt11048"/>
            <p:cNvSpPr/>
            <p:nvPr/>
          </p:nvSpPr>
          <p:spPr>
            <a:xfrm>
              <a:off x="5309451" y="2125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9" name="pt11049"/>
            <p:cNvSpPr/>
            <p:nvPr/>
          </p:nvSpPr>
          <p:spPr>
            <a:xfrm>
              <a:off x="5539074" y="22931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0" name="pt11050"/>
            <p:cNvSpPr/>
            <p:nvPr/>
          </p:nvSpPr>
          <p:spPr>
            <a:xfrm>
              <a:off x="5517832" y="21824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1" name="pt11051"/>
            <p:cNvSpPr/>
            <p:nvPr/>
          </p:nvSpPr>
          <p:spPr>
            <a:xfrm>
              <a:off x="5397354" y="21396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2" name="pt11052"/>
            <p:cNvSpPr/>
            <p:nvPr/>
          </p:nvSpPr>
          <p:spPr>
            <a:xfrm>
              <a:off x="5587783" y="22526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3" name="pt11053"/>
            <p:cNvSpPr/>
            <p:nvPr/>
          </p:nvSpPr>
          <p:spPr>
            <a:xfrm>
              <a:off x="5677015" y="15620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4" name="pt11054"/>
            <p:cNvSpPr/>
            <p:nvPr/>
          </p:nvSpPr>
          <p:spPr>
            <a:xfrm>
              <a:off x="5143572" y="24399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5" name="pt11055"/>
            <p:cNvSpPr/>
            <p:nvPr/>
          </p:nvSpPr>
          <p:spPr>
            <a:xfrm>
              <a:off x="4767451" y="26108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6" name="pt11056"/>
            <p:cNvSpPr/>
            <p:nvPr/>
          </p:nvSpPr>
          <p:spPr>
            <a:xfrm>
              <a:off x="5577494" y="2242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7" name="pt11057"/>
            <p:cNvSpPr/>
            <p:nvPr/>
          </p:nvSpPr>
          <p:spPr>
            <a:xfrm>
              <a:off x="5443768" y="21682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8" name="pt11058"/>
            <p:cNvSpPr/>
            <p:nvPr/>
          </p:nvSpPr>
          <p:spPr>
            <a:xfrm>
              <a:off x="5257658" y="21129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9" name="pt11059"/>
            <p:cNvSpPr/>
            <p:nvPr/>
          </p:nvSpPr>
          <p:spPr>
            <a:xfrm>
              <a:off x="5076730" y="24059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0" name="pt11060"/>
            <p:cNvSpPr/>
            <p:nvPr/>
          </p:nvSpPr>
          <p:spPr>
            <a:xfrm>
              <a:off x="5194724" y="23846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1" name="pt11061"/>
            <p:cNvSpPr/>
            <p:nvPr/>
          </p:nvSpPr>
          <p:spPr>
            <a:xfrm>
              <a:off x="5642522" y="20699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2" name="pt11062"/>
            <p:cNvSpPr/>
            <p:nvPr/>
          </p:nvSpPr>
          <p:spPr>
            <a:xfrm>
              <a:off x="5055163" y="22280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3" name="pt11063"/>
            <p:cNvSpPr/>
            <p:nvPr/>
          </p:nvSpPr>
          <p:spPr>
            <a:xfrm>
              <a:off x="5265037" y="21499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4" name="pt11064"/>
            <p:cNvSpPr/>
            <p:nvPr/>
          </p:nvSpPr>
          <p:spPr>
            <a:xfrm>
              <a:off x="4965594" y="15415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5" name="pt11065"/>
            <p:cNvSpPr/>
            <p:nvPr/>
          </p:nvSpPr>
          <p:spPr>
            <a:xfrm>
              <a:off x="5533258" y="21038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6" name="pt11066"/>
            <p:cNvSpPr/>
            <p:nvPr/>
          </p:nvSpPr>
          <p:spPr>
            <a:xfrm>
              <a:off x="5246077" y="2144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7" name="pt11067"/>
            <p:cNvSpPr/>
            <p:nvPr/>
          </p:nvSpPr>
          <p:spPr>
            <a:xfrm>
              <a:off x="5371385" y="2269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8" name="pt11068"/>
            <p:cNvSpPr/>
            <p:nvPr/>
          </p:nvSpPr>
          <p:spPr>
            <a:xfrm>
              <a:off x="5496828" y="22365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9" name="pt11069"/>
            <p:cNvSpPr/>
            <p:nvPr/>
          </p:nvSpPr>
          <p:spPr>
            <a:xfrm>
              <a:off x="5583995" y="22515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0" name="pt11070"/>
            <p:cNvSpPr/>
            <p:nvPr/>
          </p:nvSpPr>
          <p:spPr>
            <a:xfrm>
              <a:off x="5377710" y="21189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1" name="pt11071"/>
            <p:cNvSpPr/>
            <p:nvPr/>
          </p:nvSpPr>
          <p:spPr>
            <a:xfrm>
              <a:off x="5178063" y="25817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2" name="pt11072"/>
            <p:cNvSpPr/>
            <p:nvPr/>
          </p:nvSpPr>
          <p:spPr>
            <a:xfrm>
              <a:off x="5320037" y="22518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3" name="pt11073"/>
            <p:cNvSpPr/>
            <p:nvPr/>
          </p:nvSpPr>
          <p:spPr>
            <a:xfrm>
              <a:off x="5179672" y="24941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4" name="pt11074"/>
            <p:cNvSpPr/>
            <p:nvPr/>
          </p:nvSpPr>
          <p:spPr>
            <a:xfrm>
              <a:off x="5532381" y="21657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5" name="pt11075"/>
            <p:cNvSpPr/>
            <p:nvPr/>
          </p:nvSpPr>
          <p:spPr>
            <a:xfrm>
              <a:off x="5141586" y="27571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6" name="pt11076"/>
            <p:cNvSpPr/>
            <p:nvPr/>
          </p:nvSpPr>
          <p:spPr>
            <a:xfrm>
              <a:off x="5632602" y="21231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7" name="pt11077"/>
            <p:cNvSpPr/>
            <p:nvPr/>
          </p:nvSpPr>
          <p:spPr>
            <a:xfrm>
              <a:off x="5397747" y="21442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8" name="pt11078"/>
            <p:cNvSpPr/>
            <p:nvPr/>
          </p:nvSpPr>
          <p:spPr>
            <a:xfrm>
              <a:off x="5342623" y="21457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9" name="pt11079"/>
            <p:cNvSpPr/>
            <p:nvPr/>
          </p:nvSpPr>
          <p:spPr>
            <a:xfrm>
              <a:off x="5253262" y="20675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0" name="pt11080"/>
            <p:cNvSpPr/>
            <p:nvPr/>
          </p:nvSpPr>
          <p:spPr>
            <a:xfrm>
              <a:off x="4908529" y="30313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1" name="pt11081"/>
            <p:cNvSpPr/>
            <p:nvPr/>
          </p:nvSpPr>
          <p:spPr>
            <a:xfrm>
              <a:off x="5448830" y="23635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2" name="pt11082"/>
            <p:cNvSpPr/>
            <p:nvPr/>
          </p:nvSpPr>
          <p:spPr>
            <a:xfrm>
              <a:off x="5374096" y="22320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3" name="pt11083"/>
            <p:cNvSpPr/>
            <p:nvPr/>
          </p:nvSpPr>
          <p:spPr>
            <a:xfrm>
              <a:off x="5657901" y="19561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4" name="pt11084"/>
            <p:cNvSpPr/>
            <p:nvPr/>
          </p:nvSpPr>
          <p:spPr>
            <a:xfrm>
              <a:off x="5463495" y="19563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5" name="pt11085"/>
            <p:cNvSpPr/>
            <p:nvPr/>
          </p:nvSpPr>
          <p:spPr>
            <a:xfrm>
              <a:off x="5559967" y="21355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6" name="pt11086"/>
            <p:cNvSpPr/>
            <p:nvPr/>
          </p:nvSpPr>
          <p:spPr>
            <a:xfrm>
              <a:off x="5695198" y="20050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7" name="pt11087"/>
            <p:cNvSpPr/>
            <p:nvPr/>
          </p:nvSpPr>
          <p:spPr>
            <a:xfrm>
              <a:off x="5435218" y="22497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8" name="pt11088"/>
            <p:cNvSpPr/>
            <p:nvPr/>
          </p:nvSpPr>
          <p:spPr>
            <a:xfrm>
              <a:off x="5292357" y="21976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9" name="pt11089"/>
            <p:cNvSpPr/>
            <p:nvPr/>
          </p:nvSpPr>
          <p:spPr>
            <a:xfrm>
              <a:off x="5556102" y="21968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0" name="pt11090"/>
            <p:cNvSpPr/>
            <p:nvPr/>
          </p:nvSpPr>
          <p:spPr>
            <a:xfrm>
              <a:off x="5798914" y="17696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1" name="pt11091"/>
            <p:cNvSpPr/>
            <p:nvPr/>
          </p:nvSpPr>
          <p:spPr>
            <a:xfrm>
              <a:off x="5327306" y="21032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2" name="pt11092"/>
            <p:cNvSpPr/>
            <p:nvPr/>
          </p:nvSpPr>
          <p:spPr>
            <a:xfrm>
              <a:off x="5381362" y="22558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3" name="pt11093"/>
            <p:cNvSpPr/>
            <p:nvPr/>
          </p:nvSpPr>
          <p:spPr>
            <a:xfrm>
              <a:off x="5793732" y="2036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4" name="pt11094"/>
            <p:cNvSpPr/>
            <p:nvPr/>
          </p:nvSpPr>
          <p:spPr>
            <a:xfrm>
              <a:off x="5323970" y="22178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5" name="pt11095"/>
            <p:cNvSpPr/>
            <p:nvPr/>
          </p:nvSpPr>
          <p:spPr>
            <a:xfrm>
              <a:off x="5464403" y="19445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6" name="pt11096"/>
            <p:cNvSpPr/>
            <p:nvPr/>
          </p:nvSpPr>
          <p:spPr>
            <a:xfrm>
              <a:off x="5512107" y="22180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7" name="pt11097"/>
            <p:cNvSpPr/>
            <p:nvPr/>
          </p:nvSpPr>
          <p:spPr>
            <a:xfrm>
              <a:off x="5232284" y="2251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8" name="pt11098"/>
            <p:cNvSpPr/>
            <p:nvPr/>
          </p:nvSpPr>
          <p:spPr>
            <a:xfrm>
              <a:off x="5684548" y="17040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9" name="pt11099"/>
            <p:cNvSpPr/>
            <p:nvPr/>
          </p:nvSpPr>
          <p:spPr>
            <a:xfrm>
              <a:off x="5257302" y="19859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0" name="pt11100"/>
            <p:cNvSpPr/>
            <p:nvPr/>
          </p:nvSpPr>
          <p:spPr>
            <a:xfrm>
              <a:off x="5375152" y="22251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1" name="pt11101"/>
            <p:cNvSpPr/>
            <p:nvPr/>
          </p:nvSpPr>
          <p:spPr>
            <a:xfrm>
              <a:off x="5451866" y="2194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2" name="pt11102"/>
            <p:cNvSpPr/>
            <p:nvPr/>
          </p:nvSpPr>
          <p:spPr>
            <a:xfrm>
              <a:off x="5906444" y="17586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3" name="pt11103"/>
            <p:cNvSpPr/>
            <p:nvPr/>
          </p:nvSpPr>
          <p:spPr>
            <a:xfrm>
              <a:off x="5520520" y="22276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4" name="pt11104"/>
            <p:cNvSpPr/>
            <p:nvPr/>
          </p:nvSpPr>
          <p:spPr>
            <a:xfrm>
              <a:off x="5069788" y="24837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5" name="pt11105"/>
            <p:cNvSpPr/>
            <p:nvPr/>
          </p:nvSpPr>
          <p:spPr>
            <a:xfrm>
              <a:off x="5141672" y="25284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6" name="pt11106"/>
            <p:cNvSpPr/>
            <p:nvPr/>
          </p:nvSpPr>
          <p:spPr>
            <a:xfrm>
              <a:off x="5750516" y="19435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7" name="pt11107"/>
            <p:cNvSpPr/>
            <p:nvPr/>
          </p:nvSpPr>
          <p:spPr>
            <a:xfrm>
              <a:off x="5386797" y="22020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8" name="pt11108"/>
            <p:cNvSpPr/>
            <p:nvPr/>
          </p:nvSpPr>
          <p:spPr>
            <a:xfrm>
              <a:off x="5482647" y="20938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9" name="pt11109"/>
            <p:cNvSpPr/>
            <p:nvPr/>
          </p:nvSpPr>
          <p:spPr>
            <a:xfrm>
              <a:off x="5463192" y="19639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0" name="pt11110"/>
            <p:cNvSpPr/>
            <p:nvPr/>
          </p:nvSpPr>
          <p:spPr>
            <a:xfrm>
              <a:off x="5431480" y="20241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1" name="pt11111"/>
            <p:cNvSpPr/>
            <p:nvPr/>
          </p:nvSpPr>
          <p:spPr>
            <a:xfrm>
              <a:off x="5706281" y="19443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2" name="pt11112"/>
            <p:cNvSpPr/>
            <p:nvPr/>
          </p:nvSpPr>
          <p:spPr>
            <a:xfrm>
              <a:off x="5526524" y="20727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3" name="pt11113"/>
            <p:cNvSpPr/>
            <p:nvPr/>
          </p:nvSpPr>
          <p:spPr>
            <a:xfrm>
              <a:off x="5505558" y="21099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4" name="pt11114"/>
            <p:cNvSpPr/>
            <p:nvPr/>
          </p:nvSpPr>
          <p:spPr>
            <a:xfrm>
              <a:off x="5382619" y="21559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5" name="pt11115"/>
            <p:cNvSpPr/>
            <p:nvPr/>
          </p:nvSpPr>
          <p:spPr>
            <a:xfrm>
              <a:off x="5545993" y="21646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6" name="pt11116"/>
            <p:cNvSpPr/>
            <p:nvPr/>
          </p:nvSpPr>
          <p:spPr>
            <a:xfrm>
              <a:off x="5817691" y="1849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7" name="pt11117"/>
            <p:cNvSpPr/>
            <p:nvPr/>
          </p:nvSpPr>
          <p:spPr>
            <a:xfrm>
              <a:off x="5673425" y="17681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8" name="pt11118"/>
            <p:cNvSpPr/>
            <p:nvPr/>
          </p:nvSpPr>
          <p:spPr>
            <a:xfrm>
              <a:off x="5125627" y="26677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9" name="pt11119"/>
            <p:cNvSpPr/>
            <p:nvPr/>
          </p:nvSpPr>
          <p:spPr>
            <a:xfrm>
              <a:off x="5532760" y="21029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0" name="pt11120"/>
            <p:cNvSpPr/>
            <p:nvPr/>
          </p:nvSpPr>
          <p:spPr>
            <a:xfrm>
              <a:off x="5100842" y="22406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1" name="pt11121"/>
            <p:cNvSpPr/>
            <p:nvPr/>
          </p:nvSpPr>
          <p:spPr>
            <a:xfrm>
              <a:off x="5595198" y="20902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2" name="pt11122"/>
            <p:cNvSpPr/>
            <p:nvPr/>
          </p:nvSpPr>
          <p:spPr>
            <a:xfrm>
              <a:off x="5370390" y="22879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3" name="pt11123"/>
            <p:cNvSpPr/>
            <p:nvPr/>
          </p:nvSpPr>
          <p:spPr>
            <a:xfrm>
              <a:off x="5277623" y="22760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4" name="pt11124"/>
            <p:cNvSpPr/>
            <p:nvPr/>
          </p:nvSpPr>
          <p:spPr>
            <a:xfrm>
              <a:off x="4769834" y="24339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5" name="pt11125"/>
            <p:cNvSpPr/>
            <p:nvPr/>
          </p:nvSpPr>
          <p:spPr>
            <a:xfrm>
              <a:off x="5627003" y="18991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6" name="pt11126"/>
            <p:cNvSpPr/>
            <p:nvPr/>
          </p:nvSpPr>
          <p:spPr>
            <a:xfrm>
              <a:off x="5646627" y="20128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7" name="pt11127"/>
            <p:cNvSpPr/>
            <p:nvPr/>
          </p:nvSpPr>
          <p:spPr>
            <a:xfrm>
              <a:off x="5041317" y="21011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8" name="pt11128"/>
            <p:cNvSpPr/>
            <p:nvPr/>
          </p:nvSpPr>
          <p:spPr>
            <a:xfrm>
              <a:off x="5288256" y="21283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9" name="pt11129"/>
            <p:cNvSpPr/>
            <p:nvPr/>
          </p:nvSpPr>
          <p:spPr>
            <a:xfrm>
              <a:off x="5381160" y="21876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0" name="pt11130"/>
            <p:cNvSpPr/>
            <p:nvPr/>
          </p:nvSpPr>
          <p:spPr>
            <a:xfrm>
              <a:off x="5647501" y="21560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1" name="pt11131"/>
            <p:cNvSpPr/>
            <p:nvPr/>
          </p:nvSpPr>
          <p:spPr>
            <a:xfrm>
              <a:off x="5314637" y="21948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2" name="pt11132"/>
            <p:cNvSpPr/>
            <p:nvPr/>
          </p:nvSpPr>
          <p:spPr>
            <a:xfrm>
              <a:off x="5578920" y="23038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3" name="pt11133"/>
            <p:cNvSpPr/>
            <p:nvPr/>
          </p:nvSpPr>
          <p:spPr>
            <a:xfrm>
              <a:off x="5434739" y="22641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4" name="pt11134"/>
            <p:cNvSpPr/>
            <p:nvPr/>
          </p:nvSpPr>
          <p:spPr>
            <a:xfrm>
              <a:off x="5436182" y="22178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5" name="pt11135"/>
            <p:cNvSpPr/>
            <p:nvPr/>
          </p:nvSpPr>
          <p:spPr>
            <a:xfrm>
              <a:off x="5158841" y="26969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6" name="pt11136"/>
            <p:cNvSpPr/>
            <p:nvPr/>
          </p:nvSpPr>
          <p:spPr>
            <a:xfrm>
              <a:off x="5142989" y="25484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7" name="pt11137"/>
            <p:cNvSpPr/>
            <p:nvPr/>
          </p:nvSpPr>
          <p:spPr>
            <a:xfrm>
              <a:off x="5254676" y="20378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8" name="pt11138"/>
            <p:cNvSpPr/>
            <p:nvPr/>
          </p:nvSpPr>
          <p:spPr>
            <a:xfrm>
              <a:off x="5335467" y="21952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9" name="pt11139"/>
            <p:cNvSpPr/>
            <p:nvPr/>
          </p:nvSpPr>
          <p:spPr>
            <a:xfrm>
              <a:off x="4692305" y="27127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0" name="pt11140"/>
            <p:cNvSpPr/>
            <p:nvPr/>
          </p:nvSpPr>
          <p:spPr>
            <a:xfrm>
              <a:off x="5375757" y="21755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1" name="pt11141"/>
            <p:cNvSpPr/>
            <p:nvPr/>
          </p:nvSpPr>
          <p:spPr>
            <a:xfrm>
              <a:off x="5410367" y="21693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2" name="pt11142"/>
            <p:cNvSpPr/>
            <p:nvPr/>
          </p:nvSpPr>
          <p:spPr>
            <a:xfrm>
              <a:off x="5157862" y="26394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3" name="pt11143"/>
            <p:cNvSpPr/>
            <p:nvPr/>
          </p:nvSpPr>
          <p:spPr>
            <a:xfrm>
              <a:off x="5489425" y="20530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4" name="pt11144"/>
            <p:cNvSpPr/>
            <p:nvPr/>
          </p:nvSpPr>
          <p:spPr>
            <a:xfrm>
              <a:off x="5378297" y="2142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5" name="pt11145"/>
            <p:cNvSpPr/>
            <p:nvPr/>
          </p:nvSpPr>
          <p:spPr>
            <a:xfrm>
              <a:off x="5769007" y="20884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6" name="pt11146"/>
            <p:cNvSpPr/>
            <p:nvPr/>
          </p:nvSpPr>
          <p:spPr>
            <a:xfrm>
              <a:off x="5675176" y="18623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7" name="pt11147"/>
            <p:cNvSpPr/>
            <p:nvPr/>
          </p:nvSpPr>
          <p:spPr>
            <a:xfrm>
              <a:off x="4836642" y="26620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8" name="pt11148"/>
            <p:cNvSpPr/>
            <p:nvPr/>
          </p:nvSpPr>
          <p:spPr>
            <a:xfrm>
              <a:off x="5566816" y="21722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9" name="pt11149"/>
            <p:cNvSpPr/>
            <p:nvPr/>
          </p:nvSpPr>
          <p:spPr>
            <a:xfrm>
              <a:off x="5361820" y="22300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0" name="pt11150"/>
            <p:cNvSpPr/>
            <p:nvPr/>
          </p:nvSpPr>
          <p:spPr>
            <a:xfrm>
              <a:off x="5137621" y="26226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1" name="pt11151"/>
            <p:cNvSpPr/>
            <p:nvPr/>
          </p:nvSpPr>
          <p:spPr>
            <a:xfrm>
              <a:off x="5045082" y="22994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2" name="pt11152"/>
            <p:cNvSpPr/>
            <p:nvPr/>
          </p:nvSpPr>
          <p:spPr>
            <a:xfrm>
              <a:off x="4931994" y="19653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3" name="pt11153"/>
            <p:cNvSpPr/>
            <p:nvPr/>
          </p:nvSpPr>
          <p:spPr>
            <a:xfrm>
              <a:off x="5287107" y="22200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4" name="pt11154"/>
            <p:cNvSpPr/>
            <p:nvPr/>
          </p:nvSpPr>
          <p:spPr>
            <a:xfrm>
              <a:off x="5782622" y="18176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5" name="pt11155"/>
            <p:cNvSpPr/>
            <p:nvPr/>
          </p:nvSpPr>
          <p:spPr>
            <a:xfrm>
              <a:off x="5552012" y="22876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6" name="pt11156"/>
            <p:cNvSpPr/>
            <p:nvPr/>
          </p:nvSpPr>
          <p:spPr>
            <a:xfrm>
              <a:off x="5392279" y="21609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7" name="pt11157"/>
            <p:cNvSpPr/>
            <p:nvPr/>
          </p:nvSpPr>
          <p:spPr>
            <a:xfrm>
              <a:off x="5549384" y="22194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8" name="pt11158"/>
            <p:cNvSpPr/>
            <p:nvPr/>
          </p:nvSpPr>
          <p:spPr>
            <a:xfrm>
              <a:off x="5161781" y="27772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9" name="pt11159"/>
            <p:cNvSpPr/>
            <p:nvPr/>
          </p:nvSpPr>
          <p:spPr>
            <a:xfrm>
              <a:off x="4774762" y="27180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0" name="pt11160"/>
            <p:cNvSpPr/>
            <p:nvPr/>
          </p:nvSpPr>
          <p:spPr>
            <a:xfrm>
              <a:off x="5446620" y="22873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1" name="pt11161"/>
            <p:cNvSpPr/>
            <p:nvPr/>
          </p:nvSpPr>
          <p:spPr>
            <a:xfrm>
              <a:off x="5398327" y="21580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2" name="pt11162"/>
            <p:cNvSpPr/>
            <p:nvPr/>
          </p:nvSpPr>
          <p:spPr>
            <a:xfrm>
              <a:off x="5190092" y="2282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3" name="pt11163"/>
            <p:cNvSpPr/>
            <p:nvPr/>
          </p:nvSpPr>
          <p:spPr>
            <a:xfrm>
              <a:off x="5254943" y="21394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4" name="pt11164"/>
            <p:cNvSpPr/>
            <p:nvPr/>
          </p:nvSpPr>
          <p:spPr>
            <a:xfrm>
              <a:off x="5239680" y="2191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5" name="pt11165"/>
            <p:cNvSpPr/>
            <p:nvPr/>
          </p:nvSpPr>
          <p:spPr>
            <a:xfrm>
              <a:off x="5049443" y="23543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6" name="pt11166"/>
            <p:cNvSpPr/>
            <p:nvPr/>
          </p:nvSpPr>
          <p:spPr>
            <a:xfrm>
              <a:off x="5670273" y="19029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7" name="pt11167"/>
            <p:cNvSpPr/>
            <p:nvPr/>
          </p:nvSpPr>
          <p:spPr>
            <a:xfrm>
              <a:off x="5559414" y="21639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8" name="pt11168"/>
            <p:cNvSpPr/>
            <p:nvPr/>
          </p:nvSpPr>
          <p:spPr>
            <a:xfrm>
              <a:off x="5481659" y="20391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9" name="pt11169"/>
            <p:cNvSpPr/>
            <p:nvPr/>
          </p:nvSpPr>
          <p:spPr>
            <a:xfrm>
              <a:off x="5348328" y="22214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0" name="pt11170"/>
            <p:cNvSpPr/>
            <p:nvPr/>
          </p:nvSpPr>
          <p:spPr>
            <a:xfrm>
              <a:off x="5568657" y="22543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1" name="pt11171"/>
            <p:cNvSpPr/>
            <p:nvPr/>
          </p:nvSpPr>
          <p:spPr>
            <a:xfrm>
              <a:off x="5779396" y="17274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2" name="pt11172"/>
            <p:cNvSpPr/>
            <p:nvPr/>
          </p:nvSpPr>
          <p:spPr>
            <a:xfrm>
              <a:off x="5253970" y="20921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3" name="pt11173"/>
            <p:cNvSpPr/>
            <p:nvPr/>
          </p:nvSpPr>
          <p:spPr>
            <a:xfrm>
              <a:off x="5409174" y="22306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4" name="pt11174"/>
            <p:cNvSpPr/>
            <p:nvPr/>
          </p:nvSpPr>
          <p:spPr>
            <a:xfrm>
              <a:off x="5565362" y="22676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5" name="pt11175"/>
            <p:cNvSpPr/>
            <p:nvPr/>
          </p:nvSpPr>
          <p:spPr>
            <a:xfrm>
              <a:off x="5422104" y="21544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6" name="pt11176"/>
            <p:cNvSpPr/>
            <p:nvPr/>
          </p:nvSpPr>
          <p:spPr>
            <a:xfrm>
              <a:off x="5273056" y="21522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7" name="pt11177"/>
            <p:cNvSpPr/>
            <p:nvPr/>
          </p:nvSpPr>
          <p:spPr>
            <a:xfrm>
              <a:off x="4915049" y="24110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8" name="pt11178"/>
            <p:cNvSpPr/>
            <p:nvPr/>
          </p:nvSpPr>
          <p:spPr>
            <a:xfrm>
              <a:off x="5648761" y="20374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9" name="pt11179"/>
            <p:cNvSpPr/>
            <p:nvPr/>
          </p:nvSpPr>
          <p:spPr>
            <a:xfrm>
              <a:off x="5486680" y="20027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0" name="pt11180"/>
            <p:cNvSpPr/>
            <p:nvPr/>
          </p:nvSpPr>
          <p:spPr>
            <a:xfrm>
              <a:off x="5701533" y="19628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1" name="pt11181"/>
            <p:cNvSpPr/>
            <p:nvPr/>
          </p:nvSpPr>
          <p:spPr>
            <a:xfrm>
              <a:off x="5934171" y="19999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2" name="pt11182"/>
            <p:cNvSpPr/>
            <p:nvPr/>
          </p:nvSpPr>
          <p:spPr>
            <a:xfrm>
              <a:off x="5276860" y="22194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3" name="pt11183"/>
            <p:cNvSpPr/>
            <p:nvPr/>
          </p:nvSpPr>
          <p:spPr>
            <a:xfrm>
              <a:off x="5216737" y="21925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4" name="pt11184"/>
            <p:cNvSpPr/>
            <p:nvPr/>
          </p:nvSpPr>
          <p:spPr>
            <a:xfrm>
              <a:off x="5124040" y="2587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5" name="pt11185"/>
            <p:cNvSpPr/>
            <p:nvPr/>
          </p:nvSpPr>
          <p:spPr>
            <a:xfrm>
              <a:off x="5286936" y="22029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6" name="pt11186"/>
            <p:cNvSpPr/>
            <p:nvPr/>
          </p:nvSpPr>
          <p:spPr>
            <a:xfrm>
              <a:off x="5129405" y="25321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7" name="pt11187"/>
            <p:cNvSpPr/>
            <p:nvPr/>
          </p:nvSpPr>
          <p:spPr>
            <a:xfrm>
              <a:off x="5544047" y="19935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8" name="pt11188"/>
            <p:cNvSpPr/>
            <p:nvPr/>
          </p:nvSpPr>
          <p:spPr>
            <a:xfrm>
              <a:off x="5555077" y="23107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9" name="pt11189"/>
            <p:cNvSpPr/>
            <p:nvPr/>
          </p:nvSpPr>
          <p:spPr>
            <a:xfrm>
              <a:off x="5768444" y="19890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0" name="pt11190"/>
            <p:cNvSpPr/>
            <p:nvPr/>
          </p:nvSpPr>
          <p:spPr>
            <a:xfrm>
              <a:off x="5221713" y="21922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1" name="pt11191"/>
            <p:cNvSpPr/>
            <p:nvPr/>
          </p:nvSpPr>
          <p:spPr>
            <a:xfrm>
              <a:off x="5764048" y="19256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2" name="pt11192"/>
            <p:cNvSpPr/>
            <p:nvPr/>
          </p:nvSpPr>
          <p:spPr>
            <a:xfrm>
              <a:off x="5479824" y="18933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3" name="pt11193"/>
            <p:cNvSpPr/>
            <p:nvPr/>
          </p:nvSpPr>
          <p:spPr>
            <a:xfrm>
              <a:off x="5596765" y="21485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4" name="pt11194"/>
            <p:cNvSpPr/>
            <p:nvPr/>
          </p:nvSpPr>
          <p:spPr>
            <a:xfrm>
              <a:off x="5700942" y="20484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5" name="pt11195"/>
            <p:cNvSpPr/>
            <p:nvPr/>
          </p:nvSpPr>
          <p:spPr>
            <a:xfrm>
              <a:off x="5837465" y="20159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6" name="pt11196"/>
            <p:cNvSpPr/>
            <p:nvPr/>
          </p:nvSpPr>
          <p:spPr>
            <a:xfrm>
              <a:off x="5387668" y="21642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7" name="pt11197"/>
            <p:cNvSpPr/>
            <p:nvPr/>
          </p:nvSpPr>
          <p:spPr>
            <a:xfrm>
              <a:off x="5210492" y="21927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8" name="pt11198"/>
            <p:cNvSpPr/>
            <p:nvPr/>
          </p:nvSpPr>
          <p:spPr>
            <a:xfrm>
              <a:off x="5351035" y="21935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9" name="pt11199"/>
            <p:cNvSpPr/>
            <p:nvPr/>
          </p:nvSpPr>
          <p:spPr>
            <a:xfrm>
              <a:off x="5069163" y="25910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0" name="pt11200"/>
            <p:cNvSpPr/>
            <p:nvPr/>
          </p:nvSpPr>
          <p:spPr>
            <a:xfrm>
              <a:off x="5331841" y="21872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1" name="pt11201"/>
            <p:cNvSpPr/>
            <p:nvPr/>
          </p:nvSpPr>
          <p:spPr>
            <a:xfrm>
              <a:off x="5588535" y="22413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2" name="pt11202"/>
            <p:cNvSpPr/>
            <p:nvPr/>
          </p:nvSpPr>
          <p:spPr>
            <a:xfrm>
              <a:off x="5755500" y="18748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3" name="pt11203"/>
            <p:cNvSpPr/>
            <p:nvPr/>
          </p:nvSpPr>
          <p:spPr>
            <a:xfrm>
              <a:off x="5850543" y="21289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4" name="pt11204"/>
            <p:cNvSpPr/>
            <p:nvPr/>
          </p:nvSpPr>
          <p:spPr>
            <a:xfrm>
              <a:off x="5719406" y="20814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5" name="pt11205"/>
            <p:cNvSpPr/>
            <p:nvPr/>
          </p:nvSpPr>
          <p:spPr>
            <a:xfrm>
              <a:off x="5355421" y="21907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6" name="pt11206"/>
            <p:cNvSpPr/>
            <p:nvPr/>
          </p:nvSpPr>
          <p:spPr>
            <a:xfrm>
              <a:off x="5453705" y="2268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7" name="pt11207"/>
            <p:cNvSpPr/>
            <p:nvPr/>
          </p:nvSpPr>
          <p:spPr>
            <a:xfrm>
              <a:off x="5016551" y="26398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8" name="pt11208"/>
            <p:cNvSpPr/>
            <p:nvPr/>
          </p:nvSpPr>
          <p:spPr>
            <a:xfrm>
              <a:off x="5362539" y="21956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9" name="pt11209"/>
            <p:cNvSpPr/>
            <p:nvPr/>
          </p:nvSpPr>
          <p:spPr>
            <a:xfrm>
              <a:off x="5786925" y="20407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0" name="pt11210"/>
            <p:cNvSpPr/>
            <p:nvPr/>
          </p:nvSpPr>
          <p:spPr>
            <a:xfrm>
              <a:off x="5310468" y="20747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1" name="pt11211"/>
            <p:cNvSpPr/>
            <p:nvPr/>
          </p:nvSpPr>
          <p:spPr>
            <a:xfrm>
              <a:off x="5385053" y="21276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2" name="pt11212"/>
            <p:cNvSpPr/>
            <p:nvPr/>
          </p:nvSpPr>
          <p:spPr>
            <a:xfrm>
              <a:off x="5475261" y="19552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3" name="pt11213"/>
            <p:cNvSpPr/>
            <p:nvPr/>
          </p:nvSpPr>
          <p:spPr>
            <a:xfrm>
              <a:off x="4976912" y="25497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4" name="pt11214"/>
            <p:cNvSpPr/>
            <p:nvPr/>
          </p:nvSpPr>
          <p:spPr>
            <a:xfrm>
              <a:off x="5490720" y="19275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5" name="pt11215"/>
            <p:cNvSpPr/>
            <p:nvPr/>
          </p:nvSpPr>
          <p:spPr>
            <a:xfrm>
              <a:off x="5943742" y="15623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6" name="pt11216"/>
            <p:cNvSpPr/>
            <p:nvPr/>
          </p:nvSpPr>
          <p:spPr>
            <a:xfrm>
              <a:off x="5031754" y="19318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7" name="pt11217"/>
            <p:cNvSpPr/>
            <p:nvPr/>
          </p:nvSpPr>
          <p:spPr>
            <a:xfrm>
              <a:off x="5391162" y="20491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8" name="pt11218"/>
            <p:cNvSpPr/>
            <p:nvPr/>
          </p:nvSpPr>
          <p:spPr>
            <a:xfrm>
              <a:off x="5698247" y="19367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9" name="pt11219"/>
            <p:cNvSpPr/>
            <p:nvPr/>
          </p:nvSpPr>
          <p:spPr>
            <a:xfrm>
              <a:off x="5532223" y="21942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0" name="pt11220"/>
            <p:cNvSpPr/>
            <p:nvPr/>
          </p:nvSpPr>
          <p:spPr>
            <a:xfrm>
              <a:off x="5376231" y="22392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1" name="pt11221"/>
            <p:cNvSpPr/>
            <p:nvPr/>
          </p:nvSpPr>
          <p:spPr>
            <a:xfrm>
              <a:off x="5729400" y="18978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2" name="pt11222"/>
            <p:cNvSpPr/>
            <p:nvPr/>
          </p:nvSpPr>
          <p:spPr>
            <a:xfrm>
              <a:off x="5411507" y="21902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3" name="pt11223"/>
            <p:cNvSpPr/>
            <p:nvPr/>
          </p:nvSpPr>
          <p:spPr>
            <a:xfrm>
              <a:off x="5552135" y="23387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4" name="pt11224"/>
            <p:cNvSpPr/>
            <p:nvPr/>
          </p:nvSpPr>
          <p:spPr>
            <a:xfrm>
              <a:off x="5928539" y="15931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5" name="pt11225"/>
            <p:cNvSpPr/>
            <p:nvPr/>
          </p:nvSpPr>
          <p:spPr>
            <a:xfrm>
              <a:off x="5258741" y="22153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6" name="pt11226"/>
            <p:cNvSpPr/>
            <p:nvPr/>
          </p:nvSpPr>
          <p:spPr>
            <a:xfrm>
              <a:off x="5594279" y="19567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7" name="pt11227"/>
            <p:cNvSpPr/>
            <p:nvPr/>
          </p:nvSpPr>
          <p:spPr>
            <a:xfrm>
              <a:off x="5180880" y="24310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8" name="pt11228"/>
            <p:cNvSpPr/>
            <p:nvPr/>
          </p:nvSpPr>
          <p:spPr>
            <a:xfrm>
              <a:off x="5450455" y="22774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9" name="pt11229"/>
            <p:cNvSpPr/>
            <p:nvPr/>
          </p:nvSpPr>
          <p:spPr>
            <a:xfrm>
              <a:off x="5442883" y="2290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0" name="pt11230"/>
            <p:cNvSpPr/>
            <p:nvPr/>
          </p:nvSpPr>
          <p:spPr>
            <a:xfrm>
              <a:off x="5248185" y="18535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1" name="pt11231"/>
            <p:cNvSpPr/>
            <p:nvPr/>
          </p:nvSpPr>
          <p:spPr>
            <a:xfrm>
              <a:off x="5285075" y="21860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2" name="pt11232"/>
            <p:cNvSpPr/>
            <p:nvPr/>
          </p:nvSpPr>
          <p:spPr>
            <a:xfrm>
              <a:off x="5644466" y="21018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3" name="pt11233"/>
            <p:cNvSpPr/>
            <p:nvPr/>
          </p:nvSpPr>
          <p:spPr>
            <a:xfrm>
              <a:off x="5959070" y="17886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4" name="pt11234"/>
            <p:cNvSpPr/>
            <p:nvPr/>
          </p:nvSpPr>
          <p:spPr>
            <a:xfrm>
              <a:off x="5319436" y="21403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5" name="pt11235"/>
            <p:cNvSpPr/>
            <p:nvPr/>
          </p:nvSpPr>
          <p:spPr>
            <a:xfrm>
              <a:off x="5019444" y="26947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6" name="pt11236"/>
            <p:cNvSpPr/>
            <p:nvPr/>
          </p:nvSpPr>
          <p:spPr>
            <a:xfrm>
              <a:off x="5642179" y="20181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7" name="pt11237"/>
            <p:cNvSpPr/>
            <p:nvPr/>
          </p:nvSpPr>
          <p:spPr>
            <a:xfrm>
              <a:off x="5036076" y="21260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8" name="pt11238"/>
            <p:cNvSpPr/>
            <p:nvPr/>
          </p:nvSpPr>
          <p:spPr>
            <a:xfrm>
              <a:off x="5336125" y="21911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9" name="pt11239"/>
            <p:cNvSpPr/>
            <p:nvPr/>
          </p:nvSpPr>
          <p:spPr>
            <a:xfrm>
              <a:off x="5549849" y="21789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0" name="pt11240"/>
            <p:cNvSpPr/>
            <p:nvPr/>
          </p:nvSpPr>
          <p:spPr>
            <a:xfrm>
              <a:off x="5379597" y="22162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1" name="pt11241"/>
            <p:cNvSpPr/>
            <p:nvPr/>
          </p:nvSpPr>
          <p:spPr>
            <a:xfrm>
              <a:off x="5301313" y="21707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2" name="pt11242"/>
            <p:cNvSpPr/>
            <p:nvPr/>
          </p:nvSpPr>
          <p:spPr>
            <a:xfrm>
              <a:off x="5041027" y="21064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3" name="pt11243"/>
            <p:cNvSpPr/>
            <p:nvPr/>
          </p:nvSpPr>
          <p:spPr>
            <a:xfrm>
              <a:off x="4906873" y="29078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4" name="pt11244"/>
            <p:cNvSpPr/>
            <p:nvPr/>
          </p:nvSpPr>
          <p:spPr>
            <a:xfrm>
              <a:off x="5951533" y="16972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5" name="pt11245"/>
            <p:cNvSpPr/>
            <p:nvPr/>
          </p:nvSpPr>
          <p:spPr>
            <a:xfrm>
              <a:off x="5623650" y="1862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6" name="pt11246"/>
            <p:cNvSpPr/>
            <p:nvPr/>
          </p:nvSpPr>
          <p:spPr>
            <a:xfrm>
              <a:off x="5190628" y="22199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7" name="pt11247"/>
            <p:cNvSpPr/>
            <p:nvPr/>
          </p:nvSpPr>
          <p:spPr>
            <a:xfrm>
              <a:off x="5383146" y="22434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8" name="pt11248"/>
            <p:cNvSpPr/>
            <p:nvPr/>
          </p:nvSpPr>
          <p:spPr>
            <a:xfrm>
              <a:off x="5844230" y="17421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9" name="pt11249"/>
            <p:cNvSpPr/>
            <p:nvPr/>
          </p:nvSpPr>
          <p:spPr>
            <a:xfrm>
              <a:off x="5530650" y="21013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0" name="pt11250"/>
            <p:cNvSpPr/>
            <p:nvPr/>
          </p:nvSpPr>
          <p:spPr>
            <a:xfrm>
              <a:off x="5935086" y="19398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1" name="pt11251"/>
            <p:cNvSpPr/>
            <p:nvPr/>
          </p:nvSpPr>
          <p:spPr>
            <a:xfrm>
              <a:off x="4831065" y="28393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2" name="pt11252"/>
            <p:cNvSpPr/>
            <p:nvPr/>
          </p:nvSpPr>
          <p:spPr>
            <a:xfrm>
              <a:off x="5250222" y="18503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3" name="pt11253"/>
            <p:cNvSpPr/>
            <p:nvPr/>
          </p:nvSpPr>
          <p:spPr>
            <a:xfrm>
              <a:off x="5549472" y="2171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4" name="pt11254"/>
            <p:cNvSpPr/>
            <p:nvPr/>
          </p:nvSpPr>
          <p:spPr>
            <a:xfrm>
              <a:off x="5565770" y="22053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5" name="pt11255"/>
            <p:cNvSpPr/>
            <p:nvPr/>
          </p:nvSpPr>
          <p:spPr>
            <a:xfrm>
              <a:off x="5715493" y="20008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6" name="pt11256"/>
            <p:cNvSpPr/>
            <p:nvPr/>
          </p:nvSpPr>
          <p:spPr>
            <a:xfrm>
              <a:off x="5574495" y="22028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7" name="pt11257"/>
            <p:cNvSpPr/>
            <p:nvPr/>
          </p:nvSpPr>
          <p:spPr>
            <a:xfrm>
              <a:off x="5240616" y="21365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8" name="pt11258"/>
            <p:cNvSpPr/>
            <p:nvPr/>
          </p:nvSpPr>
          <p:spPr>
            <a:xfrm>
              <a:off x="5455821" y="22079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9" name="pt11259"/>
            <p:cNvSpPr/>
            <p:nvPr/>
          </p:nvSpPr>
          <p:spPr>
            <a:xfrm>
              <a:off x="5398290" y="21666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0" name="pt11260"/>
            <p:cNvSpPr/>
            <p:nvPr/>
          </p:nvSpPr>
          <p:spPr>
            <a:xfrm>
              <a:off x="5523557" y="20846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1" name="pt11261"/>
            <p:cNvSpPr/>
            <p:nvPr/>
          </p:nvSpPr>
          <p:spPr>
            <a:xfrm>
              <a:off x="5411940" y="21195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2" name="pt11262"/>
            <p:cNvSpPr/>
            <p:nvPr/>
          </p:nvSpPr>
          <p:spPr>
            <a:xfrm>
              <a:off x="5283734" y="21662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3" name="pt11263"/>
            <p:cNvSpPr/>
            <p:nvPr/>
          </p:nvSpPr>
          <p:spPr>
            <a:xfrm>
              <a:off x="5527867" y="20851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4" name="pt11264"/>
            <p:cNvSpPr/>
            <p:nvPr/>
          </p:nvSpPr>
          <p:spPr>
            <a:xfrm>
              <a:off x="5408116" y="22886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5" name="pt11265"/>
            <p:cNvSpPr/>
            <p:nvPr/>
          </p:nvSpPr>
          <p:spPr>
            <a:xfrm>
              <a:off x="5686522" y="17836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6" name="pt11266"/>
            <p:cNvSpPr/>
            <p:nvPr/>
          </p:nvSpPr>
          <p:spPr>
            <a:xfrm>
              <a:off x="5216451" y="21450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7" name="pt11267"/>
            <p:cNvSpPr/>
            <p:nvPr/>
          </p:nvSpPr>
          <p:spPr>
            <a:xfrm>
              <a:off x="5369005" y="22628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8" name="pt11268"/>
            <p:cNvSpPr/>
            <p:nvPr/>
          </p:nvSpPr>
          <p:spPr>
            <a:xfrm>
              <a:off x="5806355" y="18990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9" name="pt11269"/>
            <p:cNvSpPr/>
            <p:nvPr/>
          </p:nvSpPr>
          <p:spPr>
            <a:xfrm>
              <a:off x="5936091" y="17715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0" name="pt11270"/>
            <p:cNvSpPr/>
            <p:nvPr/>
          </p:nvSpPr>
          <p:spPr>
            <a:xfrm>
              <a:off x="4931867" y="19508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1" name="pt11271"/>
            <p:cNvSpPr/>
            <p:nvPr/>
          </p:nvSpPr>
          <p:spPr>
            <a:xfrm>
              <a:off x="5507344" y="23110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2" name="pt11272"/>
            <p:cNvSpPr/>
            <p:nvPr/>
          </p:nvSpPr>
          <p:spPr>
            <a:xfrm>
              <a:off x="5319673" y="22152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3" name="pt11273"/>
            <p:cNvSpPr/>
            <p:nvPr/>
          </p:nvSpPr>
          <p:spPr>
            <a:xfrm>
              <a:off x="5232560" y="21460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4" name="pt11274"/>
            <p:cNvSpPr/>
            <p:nvPr/>
          </p:nvSpPr>
          <p:spPr>
            <a:xfrm>
              <a:off x="5844261" y="17770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5" name="pt11275"/>
            <p:cNvSpPr/>
            <p:nvPr/>
          </p:nvSpPr>
          <p:spPr>
            <a:xfrm>
              <a:off x="6035349" y="1628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6" name="pt11276"/>
            <p:cNvSpPr/>
            <p:nvPr/>
          </p:nvSpPr>
          <p:spPr>
            <a:xfrm>
              <a:off x="5100246" y="25051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7" name="pt11277"/>
            <p:cNvSpPr/>
            <p:nvPr/>
          </p:nvSpPr>
          <p:spPr>
            <a:xfrm>
              <a:off x="5421942" y="20683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8" name="pt11278"/>
            <p:cNvSpPr/>
            <p:nvPr/>
          </p:nvSpPr>
          <p:spPr>
            <a:xfrm>
              <a:off x="5103320" y="21150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9" name="pt11279"/>
            <p:cNvSpPr/>
            <p:nvPr/>
          </p:nvSpPr>
          <p:spPr>
            <a:xfrm>
              <a:off x="5668823" y="18608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0" name="pt11280"/>
            <p:cNvSpPr/>
            <p:nvPr/>
          </p:nvSpPr>
          <p:spPr>
            <a:xfrm>
              <a:off x="5263952" y="22006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1" name="pt11281"/>
            <p:cNvSpPr/>
            <p:nvPr/>
          </p:nvSpPr>
          <p:spPr>
            <a:xfrm>
              <a:off x="5141662" y="2357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2" name="pt11282"/>
            <p:cNvSpPr/>
            <p:nvPr/>
          </p:nvSpPr>
          <p:spPr>
            <a:xfrm>
              <a:off x="5190718" y="22805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3" name="pt11283"/>
            <p:cNvSpPr/>
            <p:nvPr/>
          </p:nvSpPr>
          <p:spPr>
            <a:xfrm>
              <a:off x="5475775" y="20174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4" name="pt11284"/>
            <p:cNvSpPr/>
            <p:nvPr/>
          </p:nvSpPr>
          <p:spPr>
            <a:xfrm>
              <a:off x="5539882" y="21295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5" name="pt11285"/>
            <p:cNvSpPr/>
            <p:nvPr/>
          </p:nvSpPr>
          <p:spPr>
            <a:xfrm>
              <a:off x="5641725" y="19722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6" name="pt11286"/>
            <p:cNvSpPr/>
            <p:nvPr/>
          </p:nvSpPr>
          <p:spPr>
            <a:xfrm>
              <a:off x="5219049" y="23912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7" name="pt11287"/>
            <p:cNvSpPr/>
            <p:nvPr/>
          </p:nvSpPr>
          <p:spPr>
            <a:xfrm>
              <a:off x="5505712" y="21495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8" name="pt11288"/>
            <p:cNvSpPr/>
            <p:nvPr/>
          </p:nvSpPr>
          <p:spPr>
            <a:xfrm>
              <a:off x="5629240" y="2003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9" name="pt11289"/>
            <p:cNvSpPr/>
            <p:nvPr/>
          </p:nvSpPr>
          <p:spPr>
            <a:xfrm>
              <a:off x="5417829" y="21643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0" name="pt11290"/>
            <p:cNvSpPr/>
            <p:nvPr/>
          </p:nvSpPr>
          <p:spPr>
            <a:xfrm>
              <a:off x="5611107" y="19668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1" name="pt11291"/>
            <p:cNvSpPr/>
            <p:nvPr/>
          </p:nvSpPr>
          <p:spPr>
            <a:xfrm>
              <a:off x="5556875" y="2281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2" name="pt11292"/>
            <p:cNvSpPr/>
            <p:nvPr/>
          </p:nvSpPr>
          <p:spPr>
            <a:xfrm>
              <a:off x="5463968" y="18350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3" name="pt11293"/>
            <p:cNvSpPr/>
            <p:nvPr/>
          </p:nvSpPr>
          <p:spPr>
            <a:xfrm>
              <a:off x="5584316" y="23729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4" name="pt11294"/>
            <p:cNvSpPr/>
            <p:nvPr/>
          </p:nvSpPr>
          <p:spPr>
            <a:xfrm>
              <a:off x="5192571" y="22827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5" name="pt11295"/>
            <p:cNvSpPr/>
            <p:nvPr/>
          </p:nvSpPr>
          <p:spPr>
            <a:xfrm>
              <a:off x="5352141" y="22620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6" name="pt11296"/>
            <p:cNvSpPr/>
            <p:nvPr/>
          </p:nvSpPr>
          <p:spPr>
            <a:xfrm>
              <a:off x="5381892" y="21782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7" name="pt11297"/>
            <p:cNvSpPr/>
            <p:nvPr/>
          </p:nvSpPr>
          <p:spPr>
            <a:xfrm>
              <a:off x="5529659" y="21023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8" name="pt11298"/>
            <p:cNvSpPr/>
            <p:nvPr/>
          </p:nvSpPr>
          <p:spPr>
            <a:xfrm>
              <a:off x="5201641" y="23030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9" name="pt11299"/>
            <p:cNvSpPr/>
            <p:nvPr/>
          </p:nvSpPr>
          <p:spPr>
            <a:xfrm>
              <a:off x="5167033" y="26849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0" name="pt11300"/>
            <p:cNvSpPr/>
            <p:nvPr/>
          </p:nvSpPr>
          <p:spPr>
            <a:xfrm>
              <a:off x="5258876" y="21926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1" name="pt11301"/>
            <p:cNvSpPr/>
            <p:nvPr/>
          </p:nvSpPr>
          <p:spPr>
            <a:xfrm>
              <a:off x="5152567" y="26207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2" name="pt11302"/>
            <p:cNvSpPr/>
            <p:nvPr/>
          </p:nvSpPr>
          <p:spPr>
            <a:xfrm>
              <a:off x="5451909" y="21789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3" name="pt11303"/>
            <p:cNvSpPr/>
            <p:nvPr/>
          </p:nvSpPr>
          <p:spPr>
            <a:xfrm>
              <a:off x="5706380" y="21243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4" name="pt11304"/>
            <p:cNvSpPr/>
            <p:nvPr/>
          </p:nvSpPr>
          <p:spPr>
            <a:xfrm>
              <a:off x="5315444" y="21381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5" name="pt11305"/>
            <p:cNvSpPr/>
            <p:nvPr/>
          </p:nvSpPr>
          <p:spPr>
            <a:xfrm>
              <a:off x="5923360" y="17411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6" name="pt11306"/>
            <p:cNvSpPr/>
            <p:nvPr/>
          </p:nvSpPr>
          <p:spPr>
            <a:xfrm>
              <a:off x="5209416" y="21796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7" name="pt11307"/>
            <p:cNvSpPr/>
            <p:nvPr/>
          </p:nvSpPr>
          <p:spPr>
            <a:xfrm>
              <a:off x="4721047" y="24206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8" name="pt11308"/>
            <p:cNvSpPr/>
            <p:nvPr/>
          </p:nvSpPr>
          <p:spPr>
            <a:xfrm>
              <a:off x="5481195" y="20571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9" name="pt11309"/>
            <p:cNvSpPr/>
            <p:nvPr/>
          </p:nvSpPr>
          <p:spPr>
            <a:xfrm>
              <a:off x="5323892" y="21800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0" name="pt11310"/>
            <p:cNvSpPr/>
            <p:nvPr/>
          </p:nvSpPr>
          <p:spPr>
            <a:xfrm>
              <a:off x="5615457" y="2198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1" name="pt11311"/>
            <p:cNvSpPr/>
            <p:nvPr/>
          </p:nvSpPr>
          <p:spPr>
            <a:xfrm>
              <a:off x="4821844" y="28138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2" name="pt11312"/>
            <p:cNvSpPr/>
            <p:nvPr/>
          </p:nvSpPr>
          <p:spPr>
            <a:xfrm>
              <a:off x="5186602" y="24733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3" name="pt11313"/>
            <p:cNvSpPr/>
            <p:nvPr/>
          </p:nvSpPr>
          <p:spPr>
            <a:xfrm>
              <a:off x="5659540" y="21062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4" name="pt11314"/>
            <p:cNvSpPr/>
            <p:nvPr/>
          </p:nvSpPr>
          <p:spPr>
            <a:xfrm>
              <a:off x="5456158" y="21382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5" name="pt11315"/>
            <p:cNvSpPr/>
            <p:nvPr/>
          </p:nvSpPr>
          <p:spPr>
            <a:xfrm>
              <a:off x="5355111" y="20219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6" name="pt11316"/>
            <p:cNvSpPr/>
            <p:nvPr/>
          </p:nvSpPr>
          <p:spPr>
            <a:xfrm>
              <a:off x="5508259" y="21944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7" name="pt11317"/>
            <p:cNvSpPr/>
            <p:nvPr/>
          </p:nvSpPr>
          <p:spPr>
            <a:xfrm>
              <a:off x="5620316" y="19364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8" name="pt11318"/>
            <p:cNvSpPr/>
            <p:nvPr/>
          </p:nvSpPr>
          <p:spPr>
            <a:xfrm>
              <a:off x="5348259" y="22214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9" name="pt11319"/>
            <p:cNvSpPr/>
            <p:nvPr/>
          </p:nvSpPr>
          <p:spPr>
            <a:xfrm>
              <a:off x="5903175" y="16051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0" name="pt11320"/>
            <p:cNvSpPr/>
            <p:nvPr/>
          </p:nvSpPr>
          <p:spPr>
            <a:xfrm>
              <a:off x="5334633" y="21611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1" name="pt11321"/>
            <p:cNvSpPr/>
            <p:nvPr/>
          </p:nvSpPr>
          <p:spPr>
            <a:xfrm>
              <a:off x="5276845" y="22597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2" name="pt11322"/>
            <p:cNvSpPr/>
            <p:nvPr/>
          </p:nvSpPr>
          <p:spPr>
            <a:xfrm>
              <a:off x="5314544" y="22625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3" name="pt11323"/>
            <p:cNvSpPr/>
            <p:nvPr/>
          </p:nvSpPr>
          <p:spPr>
            <a:xfrm>
              <a:off x="5191166" y="23284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4" name="pt11324"/>
            <p:cNvSpPr/>
            <p:nvPr/>
          </p:nvSpPr>
          <p:spPr>
            <a:xfrm>
              <a:off x="5692703" y="18756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5" name="pt11325"/>
            <p:cNvSpPr/>
            <p:nvPr/>
          </p:nvSpPr>
          <p:spPr>
            <a:xfrm>
              <a:off x="5408886" y="2187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6" name="pt11326"/>
            <p:cNvSpPr/>
            <p:nvPr/>
          </p:nvSpPr>
          <p:spPr>
            <a:xfrm>
              <a:off x="5184693" y="24623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7" name="pt11327"/>
            <p:cNvSpPr/>
            <p:nvPr/>
          </p:nvSpPr>
          <p:spPr>
            <a:xfrm>
              <a:off x="5499725" y="21404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8" name="pt11328"/>
            <p:cNvSpPr/>
            <p:nvPr/>
          </p:nvSpPr>
          <p:spPr>
            <a:xfrm>
              <a:off x="5642113" y="21173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9" name="pt11329"/>
            <p:cNvSpPr/>
            <p:nvPr/>
          </p:nvSpPr>
          <p:spPr>
            <a:xfrm>
              <a:off x="5365830" y="22588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0" name="pt11330"/>
            <p:cNvSpPr/>
            <p:nvPr/>
          </p:nvSpPr>
          <p:spPr>
            <a:xfrm>
              <a:off x="5701543" y="19646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1" name="pt11331"/>
            <p:cNvSpPr/>
            <p:nvPr/>
          </p:nvSpPr>
          <p:spPr>
            <a:xfrm>
              <a:off x="4880203" y="26630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2" name="pt11332"/>
            <p:cNvSpPr/>
            <p:nvPr/>
          </p:nvSpPr>
          <p:spPr>
            <a:xfrm>
              <a:off x="5565704" y="22453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3" name="pt11333"/>
            <p:cNvSpPr/>
            <p:nvPr/>
          </p:nvSpPr>
          <p:spPr>
            <a:xfrm>
              <a:off x="5754197" y="18517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4" name="pt11334"/>
            <p:cNvSpPr/>
            <p:nvPr/>
          </p:nvSpPr>
          <p:spPr>
            <a:xfrm>
              <a:off x="5624685" y="19052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5" name="pt11335"/>
            <p:cNvSpPr/>
            <p:nvPr/>
          </p:nvSpPr>
          <p:spPr>
            <a:xfrm>
              <a:off x="5217551" y="22955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6" name="pt11336"/>
            <p:cNvSpPr/>
            <p:nvPr/>
          </p:nvSpPr>
          <p:spPr>
            <a:xfrm>
              <a:off x="5056722" y="21908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7" name="pt11337"/>
            <p:cNvSpPr/>
            <p:nvPr/>
          </p:nvSpPr>
          <p:spPr>
            <a:xfrm>
              <a:off x="5671541" y="17677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8" name="pt11338"/>
            <p:cNvSpPr/>
            <p:nvPr/>
          </p:nvSpPr>
          <p:spPr>
            <a:xfrm>
              <a:off x="5364637" y="22242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9" name="pt11339"/>
            <p:cNvSpPr/>
            <p:nvPr/>
          </p:nvSpPr>
          <p:spPr>
            <a:xfrm>
              <a:off x="5265606" y="21576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0" name="pt11340"/>
            <p:cNvSpPr/>
            <p:nvPr/>
          </p:nvSpPr>
          <p:spPr>
            <a:xfrm>
              <a:off x="4947905" y="1800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1" name="pt11341"/>
            <p:cNvSpPr/>
            <p:nvPr/>
          </p:nvSpPr>
          <p:spPr>
            <a:xfrm>
              <a:off x="5154308" y="25466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2" name="pt11342"/>
            <p:cNvSpPr/>
            <p:nvPr/>
          </p:nvSpPr>
          <p:spPr>
            <a:xfrm>
              <a:off x="5602357" y="21661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3" name="pt11343"/>
            <p:cNvSpPr/>
            <p:nvPr/>
          </p:nvSpPr>
          <p:spPr>
            <a:xfrm>
              <a:off x="5319708" y="21322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4" name="pt11344"/>
            <p:cNvSpPr/>
            <p:nvPr/>
          </p:nvSpPr>
          <p:spPr>
            <a:xfrm>
              <a:off x="5002969" y="25911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5" name="pt11345"/>
            <p:cNvSpPr/>
            <p:nvPr/>
          </p:nvSpPr>
          <p:spPr>
            <a:xfrm>
              <a:off x="5746775" y="19740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6" name="pt11346"/>
            <p:cNvSpPr/>
            <p:nvPr/>
          </p:nvSpPr>
          <p:spPr>
            <a:xfrm>
              <a:off x="5156268" y="25866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7" name="pt11347"/>
            <p:cNvSpPr/>
            <p:nvPr/>
          </p:nvSpPr>
          <p:spPr>
            <a:xfrm>
              <a:off x="5560358" y="21965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8" name="pt11348"/>
            <p:cNvSpPr/>
            <p:nvPr/>
          </p:nvSpPr>
          <p:spPr>
            <a:xfrm>
              <a:off x="5604013" y="19176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9" name="pt11349"/>
            <p:cNvSpPr/>
            <p:nvPr/>
          </p:nvSpPr>
          <p:spPr>
            <a:xfrm>
              <a:off x="5447736" y="22540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0" name="pt11350"/>
            <p:cNvSpPr/>
            <p:nvPr/>
          </p:nvSpPr>
          <p:spPr>
            <a:xfrm>
              <a:off x="5364272" y="22826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1" name="pt11351"/>
            <p:cNvSpPr/>
            <p:nvPr/>
          </p:nvSpPr>
          <p:spPr>
            <a:xfrm>
              <a:off x="5148379" y="26761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2" name="pt11352"/>
            <p:cNvSpPr/>
            <p:nvPr/>
          </p:nvSpPr>
          <p:spPr>
            <a:xfrm>
              <a:off x="5559423" y="21863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3" name="pt11353"/>
            <p:cNvSpPr/>
            <p:nvPr/>
          </p:nvSpPr>
          <p:spPr>
            <a:xfrm>
              <a:off x="4912021" y="29281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4" name="pt11354"/>
            <p:cNvSpPr/>
            <p:nvPr/>
          </p:nvSpPr>
          <p:spPr>
            <a:xfrm>
              <a:off x="5585462" y="22229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5" name="pt11355"/>
            <p:cNvSpPr/>
            <p:nvPr/>
          </p:nvSpPr>
          <p:spPr>
            <a:xfrm>
              <a:off x="4852534" y="25616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6" name="pt11356"/>
            <p:cNvSpPr/>
            <p:nvPr/>
          </p:nvSpPr>
          <p:spPr>
            <a:xfrm>
              <a:off x="5326319" y="22653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7" name="pt11357"/>
            <p:cNvSpPr/>
            <p:nvPr/>
          </p:nvSpPr>
          <p:spPr>
            <a:xfrm>
              <a:off x="5985750" y="21333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8" name="pt11358"/>
            <p:cNvSpPr/>
            <p:nvPr/>
          </p:nvSpPr>
          <p:spPr>
            <a:xfrm>
              <a:off x="5011945" y="25153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9" name="pt11359"/>
            <p:cNvSpPr/>
            <p:nvPr/>
          </p:nvSpPr>
          <p:spPr>
            <a:xfrm>
              <a:off x="5373652" y="22550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0" name="pt11360"/>
            <p:cNvSpPr/>
            <p:nvPr/>
          </p:nvSpPr>
          <p:spPr>
            <a:xfrm>
              <a:off x="5256982" y="21514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1" name="pt11361"/>
            <p:cNvSpPr/>
            <p:nvPr/>
          </p:nvSpPr>
          <p:spPr>
            <a:xfrm>
              <a:off x="5776155" y="19421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2" name="pt11362"/>
            <p:cNvSpPr/>
            <p:nvPr/>
          </p:nvSpPr>
          <p:spPr>
            <a:xfrm>
              <a:off x="5222921" y="22080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3" name="pt11363"/>
            <p:cNvSpPr/>
            <p:nvPr/>
          </p:nvSpPr>
          <p:spPr>
            <a:xfrm>
              <a:off x="5472449" y="19079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4" name="pt11364"/>
            <p:cNvSpPr/>
            <p:nvPr/>
          </p:nvSpPr>
          <p:spPr>
            <a:xfrm>
              <a:off x="5396099" y="21833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5" name="pt11365"/>
            <p:cNvSpPr/>
            <p:nvPr/>
          </p:nvSpPr>
          <p:spPr>
            <a:xfrm>
              <a:off x="5594598" y="19659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6" name="pt11366"/>
            <p:cNvSpPr/>
            <p:nvPr/>
          </p:nvSpPr>
          <p:spPr>
            <a:xfrm>
              <a:off x="5188388" y="24801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7" name="pt11367"/>
            <p:cNvSpPr/>
            <p:nvPr/>
          </p:nvSpPr>
          <p:spPr>
            <a:xfrm>
              <a:off x="5448415" y="22688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8" name="pt11368"/>
            <p:cNvSpPr/>
            <p:nvPr/>
          </p:nvSpPr>
          <p:spPr>
            <a:xfrm>
              <a:off x="5660933" y="21234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9" name="pt11369"/>
            <p:cNvSpPr/>
            <p:nvPr/>
          </p:nvSpPr>
          <p:spPr>
            <a:xfrm>
              <a:off x="5671634" y="18453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0" name="pt11370"/>
            <p:cNvSpPr/>
            <p:nvPr/>
          </p:nvSpPr>
          <p:spPr>
            <a:xfrm>
              <a:off x="5313432" y="20878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1" name="pt11371"/>
            <p:cNvSpPr/>
            <p:nvPr/>
          </p:nvSpPr>
          <p:spPr>
            <a:xfrm>
              <a:off x="5530130" y="21313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2" name="pt11372"/>
            <p:cNvSpPr/>
            <p:nvPr/>
          </p:nvSpPr>
          <p:spPr>
            <a:xfrm>
              <a:off x="5485866" y="21298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3" name="pt11373"/>
            <p:cNvSpPr/>
            <p:nvPr/>
          </p:nvSpPr>
          <p:spPr>
            <a:xfrm>
              <a:off x="5110066" y="17015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4" name="pt11374"/>
            <p:cNvSpPr/>
            <p:nvPr/>
          </p:nvSpPr>
          <p:spPr>
            <a:xfrm>
              <a:off x="5326308" y="20814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5" name="pt11375"/>
            <p:cNvSpPr/>
            <p:nvPr/>
          </p:nvSpPr>
          <p:spPr>
            <a:xfrm>
              <a:off x="5513929" y="21996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6" name="pt11376"/>
            <p:cNvSpPr/>
            <p:nvPr/>
          </p:nvSpPr>
          <p:spPr>
            <a:xfrm>
              <a:off x="5168161" y="26120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7" name="pt11377"/>
            <p:cNvSpPr/>
            <p:nvPr/>
          </p:nvSpPr>
          <p:spPr>
            <a:xfrm>
              <a:off x="5502439" y="22030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8" name="pt11378"/>
            <p:cNvSpPr/>
            <p:nvPr/>
          </p:nvSpPr>
          <p:spPr>
            <a:xfrm>
              <a:off x="5693553" y="19874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9" name="pt11379"/>
            <p:cNvSpPr/>
            <p:nvPr/>
          </p:nvSpPr>
          <p:spPr>
            <a:xfrm>
              <a:off x="4982163" y="2523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0" name="pt11380"/>
            <p:cNvSpPr/>
            <p:nvPr/>
          </p:nvSpPr>
          <p:spPr>
            <a:xfrm>
              <a:off x="5280788" y="21070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1" name="pt11381"/>
            <p:cNvSpPr/>
            <p:nvPr/>
          </p:nvSpPr>
          <p:spPr>
            <a:xfrm>
              <a:off x="5396387" y="21859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2" name="pt11382"/>
            <p:cNvSpPr/>
            <p:nvPr/>
          </p:nvSpPr>
          <p:spPr>
            <a:xfrm>
              <a:off x="5298098" y="21708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3" name="pt11383"/>
            <p:cNvSpPr/>
            <p:nvPr/>
          </p:nvSpPr>
          <p:spPr>
            <a:xfrm>
              <a:off x="5695210" y="19015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4" name="pt11384"/>
            <p:cNvSpPr/>
            <p:nvPr/>
          </p:nvSpPr>
          <p:spPr>
            <a:xfrm>
              <a:off x="5167756" y="26692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5" name="pt11385"/>
            <p:cNvSpPr/>
            <p:nvPr/>
          </p:nvSpPr>
          <p:spPr>
            <a:xfrm>
              <a:off x="5268000" y="21673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6" name="pt11386"/>
            <p:cNvSpPr/>
            <p:nvPr/>
          </p:nvSpPr>
          <p:spPr>
            <a:xfrm>
              <a:off x="5969535" y="17658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7" name="pt11387"/>
            <p:cNvSpPr/>
            <p:nvPr/>
          </p:nvSpPr>
          <p:spPr>
            <a:xfrm>
              <a:off x="5723792" y="18349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8" name="pt11388"/>
            <p:cNvSpPr/>
            <p:nvPr/>
          </p:nvSpPr>
          <p:spPr>
            <a:xfrm>
              <a:off x="5533837" y="21682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9" name="pt11389"/>
            <p:cNvSpPr/>
            <p:nvPr/>
          </p:nvSpPr>
          <p:spPr>
            <a:xfrm>
              <a:off x="5679393" y="17956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0" name="pt11390"/>
            <p:cNvSpPr/>
            <p:nvPr/>
          </p:nvSpPr>
          <p:spPr>
            <a:xfrm>
              <a:off x="5913284" y="18746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1" name="pt11391"/>
            <p:cNvSpPr/>
            <p:nvPr/>
          </p:nvSpPr>
          <p:spPr>
            <a:xfrm>
              <a:off x="5786573" y="19522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2" name="pt11392"/>
            <p:cNvSpPr/>
            <p:nvPr/>
          </p:nvSpPr>
          <p:spPr>
            <a:xfrm>
              <a:off x="5431235" y="22615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3" name="pt11393"/>
            <p:cNvSpPr/>
            <p:nvPr/>
          </p:nvSpPr>
          <p:spPr>
            <a:xfrm>
              <a:off x="5340421" y="21318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4" name="pt11394"/>
            <p:cNvSpPr/>
            <p:nvPr/>
          </p:nvSpPr>
          <p:spPr>
            <a:xfrm>
              <a:off x="4976380" y="26287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5" name="pt11395"/>
            <p:cNvSpPr/>
            <p:nvPr/>
          </p:nvSpPr>
          <p:spPr>
            <a:xfrm>
              <a:off x="5362185" y="22775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6" name="pt11396"/>
            <p:cNvSpPr/>
            <p:nvPr/>
          </p:nvSpPr>
          <p:spPr>
            <a:xfrm>
              <a:off x="5087398" y="27505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7" name="pt11397"/>
            <p:cNvSpPr/>
            <p:nvPr/>
          </p:nvSpPr>
          <p:spPr>
            <a:xfrm>
              <a:off x="5435422" y="21725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8" name="pt11398"/>
            <p:cNvSpPr/>
            <p:nvPr/>
          </p:nvSpPr>
          <p:spPr>
            <a:xfrm>
              <a:off x="5446731" y="23277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9" name="pt11399"/>
            <p:cNvSpPr/>
            <p:nvPr/>
          </p:nvSpPr>
          <p:spPr>
            <a:xfrm>
              <a:off x="5536541" y="21730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0" name="pt11400"/>
            <p:cNvSpPr/>
            <p:nvPr/>
          </p:nvSpPr>
          <p:spPr>
            <a:xfrm>
              <a:off x="5194644" y="21526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1" name="pt11401"/>
            <p:cNvSpPr/>
            <p:nvPr/>
          </p:nvSpPr>
          <p:spPr>
            <a:xfrm>
              <a:off x="5006756" y="27905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2" name="pt11402"/>
            <p:cNvSpPr/>
            <p:nvPr/>
          </p:nvSpPr>
          <p:spPr>
            <a:xfrm>
              <a:off x="5578935" y="22991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3" name="pt11403"/>
            <p:cNvSpPr/>
            <p:nvPr/>
          </p:nvSpPr>
          <p:spPr>
            <a:xfrm>
              <a:off x="5342895" y="22387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4" name="pt11404"/>
            <p:cNvSpPr/>
            <p:nvPr/>
          </p:nvSpPr>
          <p:spPr>
            <a:xfrm>
              <a:off x="4954499" y="20988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5" name="pt11405"/>
            <p:cNvSpPr/>
            <p:nvPr/>
          </p:nvSpPr>
          <p:spPr>
            <a:xfrm>
              <a:off x="5513735" y="2259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6" name="pt11406"/>
            <p:cNvSpPr/>
            <p:nvPr/>
          </p:nvSpPr>
          <p:spPr>
            <a:xfrm>
              <a:off x="5414294" y="22294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7" name="pt11407"/>
            <p:cNvSpPr/>
            <p:nvPr/>
          </p:nvSpPr>
          <p:spPr>
            <a:xfrm>
              <a:off x="5110178" y="18904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8" name="pt11408"/>
            <p:cNvSpPr/>
            <p:nvPr/>
          </p:nvSpPr>
          <p:spPr>
            <a:xfrm>
              <a:off x="5664363" y="19587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9" name="pt11409"/>
            <p:cNvSpPr/>
            <p:nvPr/>
          </p:nvSpPr>
          <p:spPr>
            <a:xfrm>
              <a:off x="5950084" y="19610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0" name="pt11410"/>
            <p:cNvSpPr/>
            <p:nvPr/>
          </p:nvSpPr>
          <p:spPr>
            <a:xfrm>
              <a:off x="5609136" y="19907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1" name="pt11411"/>
            <p:cNvSpPr/>
            <p:nvPr/>
          </p:nvSpPr>
          <p:spPr>
            <a:xfrm>
              <a:off x="5188194" y="23999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2" name="pt11412"/>
            <p:cNvSpPr/>
            <p:nvPr/>
          </p:nvSpPr>
          <p:spPr>
            <a:xfrm>
              <a:off x="5330544" y="22070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3" name="pt11413"/>
            <p:cNvSpPr/>
            <p:nvPr/>
          </p:nvSpPr>
          <p:spPr>
            <a:xfrm>
              <a:off x="5517654" y="21732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4" name="pt11414"/>
            <p:cNvSpPr/>
            <p:nvPr/>
          </p:nvSpPr>
          <p:spPr>
            <a:xfrm>
              <a:off x="5347459" y="21667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5" name="pt11415"/>
            <p:cNvSpPr/>
            <p:nvPr/>
          </p:nvSpPr>
          <p:spPr>
            <a:xfrm>
              <a:off x="5354147" y="22096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6" name="pt11416"/>
            <p:cNvSpPr/>
            <p:nvPr/>
          </p:nvSpPr>
          <p:spPr>
            <a:xfrm>
              <a:off x="5746323" y="19868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7" name="pt11417"/>
            <p:cNvSpPr/>
            <p:nvPr/>
          </p:nvSpPr>
          <p:spPr>
            <a:xfrm>
              <a:off x="5448796" y="23098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8" name="pt11418"/>
            <p:cNvSpPr/>
            <p:nvPr/>
          </p:nvSpPr>
          <p:spPr>
            <a:xfrm>
              <a:off x="5419892" y="21588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9" name="pt11419"/>
            <p:cNvSpPr/>
            <p:nvPr/>
          </p:nvSpPr>
          <p:spPr>
            <a:xfrm>
              <a:off x="5705184" y="18965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0" name="pt11420"/>
            <p:cNvSpPr/>
            <p:nvPr/>
          </p:nvSpPr>
          <p:spPr>
            <a:xfrm>
              <a:off x="5449788" y="22962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1" name="pt11421"/>
            <p:cNvSpPr/>
            <p:nvPr/>
          </p:nvSpPr>
          <p:spPr>
            <a:xfrm>
              <a:off x="5469376" y="20708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2" name="pt11422"/>
            <p:cNvSpPr/>
            <p:nvPr/>
          </p:nvSpPr>
          <p:spPr>
            <a:xfrm>
              <a:off x="5445311" y="22813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3" name="pt11423"/>
            <p:cNvSpPr/>
            <p:nvPr/>
          </p:nvSpPr>
          <p:spPr>
            <a:xfrm>
              <a:off x="5425043" y="21566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4" name="pt11424"/>
            <p:cNvSpPr/>
            <p:nvPr/>
          </p:nvSpPr>
          <p:spPr>
            <a:xfrm>
              <a:off x="5951996" y="17389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5" name="pt11425"/>
            <p:cNvSpPr/>
            <p:nvPr/>
          </p:nvSpPr>
          <p:spPr>
            <a:xfrm>
              <a:off x="5487040" y="21205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6" name="pt11426"/>
            <p:cNvSpPr/>
            <p:nvPr/>
          </p:nvSpPr>
          <p:spPr>
            <a:xfrm>
              <a:off x="5547420" y="22446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7" name="pt11427"/>
            <p:cNvSpPr/>
            <p:nvPr/>
          </p:nvSpPr>
          <p:spPr>
            <a:xfrm>
              <a:off x="5000734" y="24794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8" name="pt11428"/>
            <p:cNvSpPr/>
            <p:nvPr/>
          </p:nvSpPr>
          <p:spPr>
            <a:xfrm>
              <a:off x="5211988" y="22810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9" name="pt11429"/>
            <p:cNvSpPr/>
            <p:nvPr/>
          </p:nvSpPr>
          <p:spPr>
            <a:xfrm>
              <a:off x="5542867" y="19682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0" name="pt11430"/>
            <p:cNvSpPr/>
            <p:nvPr/>
          </p:nvSpPr>
          <p:spPr>
            <a:xfrm>
              <a:off x="5289572" y="20454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1" name="pt11431"/>
            <p:cNvSpPr/>
            <p:nvPr/>
          </p:nvSpPr>
          <p:spPr>
            <a:xfrm>
              <a:off x="5243811" y="22795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2" name="pt11432"/>
            <p:cNvSpPr/>
            <p:nvPr/>
          </p:nvSpPr>
          <p:spPr>
            <a:xfrm>
              <a:off x="5272206" y="21225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3" name="pt11433"/>
            <p:cNvSpPr/>
            <p:nvPr/>
          </p:nvSpPr>
          <p:spPr>
            <a:xfrm>
              <a:off x="5194718" y="22961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4" name="pt11434"/>
            <p:cNvSpPr/>
            <p:nvPr/>
          </p:nvSpPr>
          <p:spPr>
            <a:xfrm>
              <a:off x="5551468" y="22295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5" name="pt11435"/>
            <p:cNvSpPr/>
            <p:nvPr/>
          </p:nvSpPr>
          <p:spPr>
            <a:xfrm>
              <a:off x="5369525" y="22055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6" name="pt11436"/>
            <p:cNvSpPr/>
            <p:nvPr/>
          </p:nvSpPr>
          <p:spPr>
            <a:xfrm>
              <a:off x="5469729" y="20181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7" name="pt11437"/>
            <p:cNvSpPr/>
            <p:nvPr/>
          </p:nvSpPr>
          <p:spPr>
            <a:xfrm>
              <a:off x="5301884" y="22319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8" name="pt11438"/>
            <p:cNvSpPr/>
            <p:nvPr/>
          </p:nvSpPr>
          <p:spPr>
            <a:xfrm>
              <a:off x="5538330" y="2244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9" name="pt11439"/>
            <p:cNvSpPr/>
            <p:nvPr/>
          </p:nvSpPr>
          <p:spPr>
            <a:xfrm>
              <a:off x="5479308" y="18557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0" name="pt11440"/>
            <p:cNvSpPr/>
            <p:nvPr/>
          </p:nvSpPr>
          <p:spPr>
            <a:xfrm>
              <a:off x="5410498" y="22218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1" name="pt11441"/>
            <p:cNvSpPr/>
            <p:nvPr/>
          </p:nvSpPr>
          <p:spPr>
            <a:xfrm>
              <a:off x="5170634" y="27512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2" name="pt11442"/>
            <p:cNvSpPr/>
            <p:nvPr/>
          </p:nvSpPr>
          <p:spPr>
            <a:xfrm>
              <a:off x="5310323" y="20711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3" name="pt11443"/>
            <p:cNvSpPr/>
            <p:nvPr/>
          </p:nvSpPr>
          <p:spPr>
            <a:xfrm>
              <a:off x="6026833" y="20846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4" name="pt11444"/>
            <p:cNvSpPr/>
            <p:nvPr/>
          </p:nvSpPr>
          <p:spPr>
            <a:xfrm>
              <a:off x="5579417" y="22315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5" name="pt11445"/>
            <p:cNvSpPr/>
            <p:nvPr/>
          </p:nvSpPr>
          <p:spPr>
            <a:xfrm>
              <a:off x="5423483" y="20459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6" name="pt11446"/>
            <p:cNvSpPr/>
            <p:nvPr/>
          </p:nvSpPr>
          <p:spPr>
            <a:xfrm>
              <a:off x="5755377" y="19055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7" name="pt11447"/>
            <p:cNvSpPr/>
            <p:nvPr/>
          </p:nvSpPr>
          <p:spPr>
            <a:xfrm>
              <a:off x="5419675" y="21567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8" name="pt11448"/>
            <p:cNvSpPr/>
            <p:nvPr/>
          </p:nvSpPr>
          <p:spPr>
            <a:xfrm>
              <a:off x="4594952" y="24398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9" name="pt11449"/>
            <p:cNvSpPr/>
            <p:nvPr/>
          </p:nvSpPr>
          <p:spPr>
            <a:xfrm>
              <a:off x="5707179" y="20285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0" name="pt11450"/>
            <p:cNvSpPr/>
            <p:nvPr/>
          </p:nvSpPr>
          <p:spPr>
            <a:xfrm>
              <a:off x="5503661" y="21305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1" name="pt11451"/>
            <p:cNvSpPr/>
            <p:nvPr/>
          </p:nvSpPr>
          <p:spPr>
            <a:xfrm>
              <a:off x="5276671" y="22859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2" name="pt11452"/>
            <p:cNvSpPr/>
            <p:nvPr/>
          </p:nvSpPr>
          <p:spPr>
            <a:xfrm>
              <a:off x="5577965" y="23202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3" name="pt11453"/>
            <p:cNvSpPr/>
            <p:nvPr/>
          </p:nvSpPr>
          <p:spPr>
            <a:xfrm>
              <a:off x="5581019" y="23030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4" name="pt11454"/>
            <p:cNvSpPr/>
            <p:nvPr/>
          </p:nvSpPr>
          <p:spPr>
            <a:xfrm>
              <a:off x="5121468" y="23765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5" name="pt11455"/>
            <p:cNvSpPr/>
            <p:nvPr/>
          </p:nvSpPr>
          <p:spPr>
            <a:xfrm>
              <a:off x="4887375" y="31052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6" name="pt11456"/>
            <p:cNvSpPr/>
            <p:nvPr/>
          </p:nvSpPr>
          <p:spPr>
            <a:xfrm>
              <a:off x="5162643" y="25296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7" name="pt11457"/>
            <p:cNvSpPr/>
            <p:nvPr/>
          </p:nvSpPr>
          <p:spPr>
            <a:xfrm>
              <a:off x="5346659" y="21600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8" name="pt11458"/>
            <p:cNvSpPr/>
            <p:nvPr/>
          </p:nvSpPr>
          <p:spPr>
            <a:xfrm>
              <a:off x="5188014" y="22988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9" name="pt11459"/>
            <p:cNvSpPr/>
            <p:nvPr/>
          </p:nvSpPr>
          <p:spPr>
            <a:xfrm>
              <a:off x="5353511" y="22033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0" name="pt11460"/>
            <p:cNvSpPr/>
            <p:nvPr/>
          </p:nvSpPr>
          <p:spPr>
            <a:xfrm>
              <a:off x="5310950" y="19840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1" name="pt11461"/>
            <p:cNvSpPr/>
            <p:nvPr/>
          </p:nvSpPr>
          <p:spPr>
            <a:xfrm>
              <a:off x="5667774" y="20069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2" name="pt11462"/>
            <p:cNvSpPr/>
            <p:nvPr/>
          </p:nvSpPr>
          <p:spPr>
            <a:xfrm>
              <a:off x="5331285" y="21752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3" name="pt11463"/>
            <p:cNvSpPr/>
            <p:nvPr/>
          </p:nvSpPr>
          <p:spPr>
            <a:xfrm>
              <a:off x="5785850" y="2050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4" name="pt11464"/>
            <p:cNvSpPr/>
            <p:nvPr/>
          </p:nvSpPr>
          <p:spPr>
            <a:xfrm>
              <a:off x="5058283" y="23430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5" name="pt11465"/>
            <p:cNvSpPr/>
            <p:nvPr/>
          </p:nvSpPr>
          <p:spPr>
            <a:xfrm>
              <a:off x="5440629" y="23235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6" name="pt11466"/>
            <p:cNvSpPr/>
            <p:nvPr/>
          </p:nvSpPr>
          <p:spPr>
            <a:xfrm>
              <a:off x="5536459" y="22521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7" name="pt11467"/>
            <p:cNvSpPr/>
            <p:nvPr/>
          </p:nvSpPr>
          <p:spPr>
            <a:xfrm>
              <a:off x="5492581" y="19802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8" name="pt11468"/>
            <p:cNvSpPr/>
            <p:nvPr/>
          </p:nvSpPr>
          <p:spPr>
            <a:xfrm>
              <a:off x="5908525" y="18413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9" name="pt11469"/>
            <p:cNvSpPr/>
            <p:nvPr/>
          </p:nvSpPr>
          <p:spPr>
            <a:xfrm>
              <a:off x="5433629" y="22393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0" name="pt11470"/>
            <p:cNvSpPr/>
            <p:nvPr/>
          </p:nvSpPr>
          <p:spPr>
            <a:xfrm>
              <a:off x="5567647" y="21207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1" name="pt11471"/>
            <p:cNvSpPr/>
            <p:nvPr/>
          </p:nvSpPr>
          <p:spPr>
            <a:xfrm>
              <a:off x="5623646" y="19684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2" name="pt11472"/>
            <p:cNvSpPr/>
            <p:nvPr/>
          </p:nvSpPr>
          <p:spPr>
            <a:xfrm>
              <a:off x="5609131" y="20591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3" name="pt11473"/>
            <p:cNvSpPr/>
            <p:nvPr/>
          </p:nvSpPr>
          <p:spPr>
            <a:xfrm>
              <a:off x="5497428" y="21903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4" name="pt11474"/>
            <p:cNvSpPr/>
            <p:nvPr/>
          </p:nvSpPr>
          <p:spPr>
            <a:xfrm>
              <a:off x="5495247" y="21217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5" name="pt11475"/>
            <p:cNvSpPr/>
            <p:nvPr/>
          </p:nvSpPr>
          <p:spPr>
            <a:xfrm>
              <a:off x="5293377" y="21789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6" name="pt11476"/>
            <p:cNvSpPr/>
            <p:nvPr/>
          </p:nvSpPr>
          <p:spPr>
            <a:xfrm>
              <a:off x="5823482" y="19069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7" name="pt11477"/>
            <p:cNvSpPr/>
            <p:nvPr/>
          </p:nvSpPr>
          <p:spPr>
            <a:xfrm>
              <a:off x="5328721" y="21768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8" name="pt11478"/>
            <p:cNvSpPr/>
            <p:nvPr/>
          </p:nvSpPr>
          <p:spPr>
            <a:xfrm>
              <a:off x="5277034" y="22159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9" name="pt11479"/>
            <p:cNvSpPr/>
            <p:nvPr/>
          </p:nvSpPr>
          <p:spPr>
            <a:xfrm>
              <a:off x="5134758" y="27735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0" name="pt11480"/>
            <p:cNvSpPr/>
            <p:nvPr/>
          </p:nvSpPr>
          <p:spPr>
            <a:xfrm>
              <a:off x="5270663" y="21551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1" name="pt11481"/>
            <p:cNvSpPr/>
            <p:nvPr/>
          </p:nvSpPr>
          <p:spPr>
            <a:xfrm>
              <a:off x="5645141" y="19723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2" name="pt11482"/>
            <p:cNvSpPr/>
            <p:nvPr/>
          </p:nvSpPr>
          <p:spPr>
            <a:xfrm>
              <a:off x="5387422" y="21852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3" name="pt11483"/>
            <p:cNvSpPr/>
            <p:nvPr/>
          </p:nvSpPr>
          <p:spPr>
            <a:xfrm>
              <a:off x="5324707" y="1842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4" name="pt11484"/>
            <p:cNvSpPr/>
            <p:nvPr/>
          </p:nvSpPr>
          <p:spPr>
            <a:xfrm>
              <a:off x="5533285" y="22521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5" name="pt11485"/>
            <p:cNvSpPr/>
            <p:nvPr/>
          </p:nvSpPr>
          <p:spPr>
            <a:xfrm>
              <a:off x="5161416" y="25729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6" name="pt11486"/>
            <p:cNvSpPr/>
            <p:nvPr/>
          </p:nvSpPr>
          <p:spPr>
            <a:xfrm>
              <a:off x="5278226" y="21944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7" name="pt11487"/>
            <p:cNvSpPr/>
            <p:nvPr/>
          </p:nvSpPr>
          <p:spPr>
            <a:xfrm>
              <a:off x="5468144" y="19392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8" name="pt11488"/>
            <p:cNvSpPr/>
            <p:nvPr/>
          </p:nvSpPr>
          <p:spPr>
            <a:xfrm>
              <a:off x="5127503" y="26377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9" name="pt11489"/>
            <p:cNvSpPr/>
            <p:nvPr/>
          </p:nvSpPr>
          <p:spPr>
            <a:xfrm>
              <a:off x="5773926" y="20914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0" name="pt11490"/>
            <p:cNvSpPr/>
            <p:nvPr/>
          </p:nvSpPr>
          <p:spPr>
            <a:xfrm>
              <a:off x="4596096" y="24967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1" name="pt11491"/>
            <p:cNvSpPr/>
            <p:nvPr/>
          </p:nvSpPr>
          <p:spPr>
            <a:xfrm>
              <a:off x="5519422" y="22223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2" name="pt11492"/>
            <p:cNvSpPr/>
            <p:nvPr/>
          </p:nvSpPr>
          <p:spPr>
            <a:xfrm>
              <a:off x="5717479" y="19435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3" name="pt11493"/>
            <p:cNvSpPr/>
            <p:nvPr/>
          </p:nvSpPr>
          <p:spPr>
            <a:xfrm>
              <a:off x="5316005" y="2223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4" name="pt11494"/>
            <p:cNvSpPr/>
            <p:nvPr/>
          </p:nvSpPr>
          <p:spPr>
            <a:xfrm>
              <a:off x="5408156" y="2260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5" name="pt11495"/>
            <p:cNvSpPr/>
            <p:nvPr/>
          </p:nvSpPr>
          <p:spPr>
            <a:xfrm>
              <a:off x="5751560" y="18033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6" name="pt11496"/>
            <p:cNvSpPr/>
            <p:nvPr/>
          </p:nvSpPr>
          <p:spPr>
            <a:xfrm>
              <a:off x="5503695" y="22220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7" name="pt11497"/>
            <p:cNvSpPr/>
            <p:nvPr/>
          </p:nvSpPr>
          <p:spPr>
            <a:xfrm>
              <a:off x="5495787" y="21420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8" name="pt11498"/>
            <p:cNvSpPr/>
            <p:nvPr/>
          </p:nvSpPr>
          <p:spPr>
            <a:xfrm>
              <a:off x="5511322" y="22702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9" name="pt11499"/>
            <p:cNvSpPr/>
            <p:nvPr/>
          </p:nvSpPr>
          <p:spPr>
            <a:xfrm>
              <a:off x="5284037" y="22822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0" name="pt11500"/>
            <p:cNvSpPr/>
            <p:nvPr/>
          </p:nvSpPr>
          <p:spPr>
            <a:xfrm>
              <a:off x="5638913" y="20978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1" name="pt11501"/>
            <p:cNvSpPr/>
            <p:nvPr/>
          </p:nvSpPr>
          <p:spPr>
            <a:xfrm>
              <a:off x="5623973" y="17998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2" name="pt11502"/>
            <p:cNvSpPr/>
            <p:nvPr/>
          </p:nvSpPr>
          <p:spPr>
            <a:xfrm>
              <a:off x="5475649" y="20590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3" name="pt11503"/>
            <p:cNvSpPr/>
            <p:nvPr/>
          </p:nvSpPr>
          <p:spPr>
            <a:xfrm>
              <a:off x="5432803" y="22557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4" name="pt11504"/>
            <p:cNvSpPr/>
            <p:nvPr/>
          </p:nvSpPr>
          <p:spPr>
            <a:xfrm>
              <a:off x="5543587" y="21535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5" name="pt11505"/>
            <p:cNvSpPr/>
            <p:nvPr/>
          </p:nvSpPr>
          <p:spPr>
            <a:xfrm>
              <a:off x="5764089" y="20470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6" name="pt11506"/>
            <p:cNvSpPr/>
            <p:nvPr/>
          </p:nvSpPr>
          <p:spPr>
            <a:xfrm>
              <a:off x="5889982" y="20645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7" name="pt11507"/>
            <p:cNvSpPr/>
            <p:nvPr/>
          </p:nvSpPr>
          <p:spPr>
            <a:xfrm>
              <a:off x="5602591" y="20319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8" name="pt11508"/>
            <p:cNvSpPr/>
            <p:nvPr/>
          </p:nvSpPr>
          <p:spPr>
            <a:xfrm>
              <a:off x="5555371" y="22827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9" name="pt11509"/>
            <p:cNvSpPr/>
            <p:nvPr/>
          </p:nvSpPr>
          <p:spPr>
            <a:xfrm>
              <a:off x="5647082" y="20813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0" name="pt11510"/>
            <p:cNvSpPr/>
            <p:nvPr/>
          </p:nvSpPr>
          <p:spPr>
            <a:xfrm>
              <a:off x="5428007" y="2173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1" name="pt11511"/>
            <p:cNvSpPr/>
            <p:nvPr/>
          </p:nvSpPr>
          <p:spPr>
            <a:xfrm>
              <a:off x="5554958" y="22179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2" name="pt11512"/>
            <p:cNvSpPr/>
            <p:nvPr/>
          </p:nvSpPr>
          <p:spPr>
            <a:xfrm>
              <a:off x="5606545" y="20719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3" name="pt11513"/>
            <p:cNvSpPr/>
            <p:nvPr/>
          </p:nvSpPr>
          <p:spPr>
            <a:xfrm>
              <a:off x="5013222" y="24783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4" name="pt11514"/>
            <p:cNvSpPr/>
            <p:nvPr/>
          </p:nvSpPr>
          <p:spPr>
            <a:xfrm>
              <a:off x="5270705" y="21488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5" name="pt11515"/>
            <p:cNvSpPr/>
            <p:nvPr/>
          </p:nvSpPr>
          <p:spPr>
            <a:xfrm>
              <a:off x="5040193" y="20935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6" name="pt11516"/>
            <p:cNvSpPr/>
            <p:nvPr/>
          </p:nvSpPr>
          <p:spPr>
            <a:xfrm>
              <a:off x="5414204" y="21664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7" name="pt11517"/>
            <p:cNvSpPr/>
            <p:nvPr/>
          </p:nvSpPr>
          <p:spPr>
            <a:xfrm>
              <a:off x="5589291" y="21649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8" name="pt11518"/>
            <p:cNvSpPr/>
            <p:nvPr/>
          </p:nvSpPr>
          <p:spPr>
            <a:xfrm>
              <a:off x="5434431" y="21193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9" name="pt11519"/>
            <p:cNvSpPr/>
            <p:nvPr/>
          </p:nvSpPr>
          <p:spPr>
            <a:xfrm>
              <a:off x="5138255" y="27515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0" name="pt11520"/>
            <p:cNvSpPr/>
            <p:nvPr/>
          </p:nvSpPr>
          <p:spPr>
            <a:xfrm>
              <a:off x="5686272" y="18054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1" name="pt11521"/>
            <p:cNvSpPr/>
            <p:nvPr/>
          </p:nvSpPr>
          <p:spPr>
            <a:xfrm>
              <a:off x="5635097" y="2165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2" name="pt11522"/>
            <p:cNvSpPr/>
            <p:nvPr/>
          </p:nvSpPr>
          <p:spPr>
            <a:xfrm>
              <a:off x="5623417" y="18195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3" name="pt11523"/>
            <p:cNvSpPr/>
            <p:nvPr/>
          </p:nvSpPr>
          <p:spPr>
            <a:xfrm>
              <a:off x="5078305" y="25262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4" name="pt11524"/>
            <p:cNvSpPr/>
            <p:nvPr/>
          </p:nvSpPr>
          <p:spPr>
            <a:xfrm>
              <a:off x="5631408" y="21099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5" name="pt11525"/>
            <p:cNvSpPr/>
            <p:nvPr/>
          </p:nvSpPr>
          <p:spPr>
            <a:xfrm>
              <a:off x="4975512" y="24832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6" name="pt11526"/>
            <p:cNvSpPr/>
            <p:nvPr/>
          </p:nvSpPr>
          <p:spPr>
            <a:xfrm>
              <a:off x="5453330" y="21757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7" name="pt11527"/>
            <p:cNvSpPr/>
            <p:nvPr/>
          </p:nvSpPr>
          <p:spPr>
            <a:xfrm>
              <a:off x="5149625" y="27344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8" name="pt11528"/>
            <p:cNvSpPr/>
            <p:nvPr/>
          </p:nvSpPr>
          <p:spPr>
            <a:xfrm>
              <a:off x="5035238" y="21970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9" name="pt11529"/>
            <p:cNvSpPr/>
            <p:nvPr/>
          </p:nvSpPr>
          <p:spPr>
            <a:xfrm>
              <a:off x="5635331" y="21438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0" name="pt11530"/>
            <p:cNvSpPr/>
            <p:nvPr/>
          </p:nvSpPr>
          <p:spPr>
            <a:xfrm>
              <a:off x="5471873" y="19916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1" name="pt11531"/>
            <p:cNvSpPr/>
            <p:nvPr/>
          </p:nvSpPr>
          <p:spPr>
            <a:xfrm>
              <a:off x="5154725" y="2629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2" name="pt11532"/>
            <p:cNvSpPr/>
            <p:nvPr/>
          </p:nvSpPr>
          <p:spPr>
            <a:xfrm>
              <a:off x="5182460" y="25181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3" name="pt11533"/>
            <p:cNvSpPr/>
            <p:nvPr/>
          </p:nvSpPr>
          <p:spPr>
            <a:xfrm>
              <a:off x="5278891" y="21861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4" name="pt11534"/>
            <p:cNvSpPr/>
            <p:nvPr/>
          </p:nvSpPr>
          <p:spPr>
            <a:xfrm>
              <a:off x="5572065" y="23392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5" name="pt11535"/>
            <p:cNvSpPr/>
            <p:nvPr/>
          </p:nvSpPr>
          <p:spPr>
            <a:xfrm>
              <a:off x="5146555" y="26228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6" name="pt11536"/>
            <p:cNvSpPr/>
            <p:nvPr/>
          </p:nvSpPr>
          <p:spPr>
            <a:xfrm>
              <a:off x="5656454" y="21800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7" name="pt11537"/>
            <p:cNvSpPr/>
            <p:nvPr/>
          </p:nvSpPr>
          <p:spPr>
            <a:xfrm>
              <a:off x="5253807" y="20206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8" name="pt11538"/>
            <p:cNvSpPr/>
            <p:nvPr/>
          </p:nvSpPr>
          <p:spPr>
            <a:xfrm>
              <a:off x="5332638" y="2147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9" name="pt11539"/>
            <p:cNvSpPr/>
            <p:nvPr/>
          </p:nvSpPr>
          <p:spPr>
            <a:xfrm>
              <a:off x="5413467" y="22482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0" name="pt11540"/>
            <p:cNvSpPr/>
            <p:nvPr/>
          </p:nvSpPr>
          <p:spPr>
            <a:xfrm>
              <a:off x="5808258" y="18720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1" name="pt11541"/>
            <p:cNvSpPr/>
            <p:nvPr/>
          </p:nvSpPr>
          <p:spPr>
            <a:xfrm>
              <a:off x="5421962" y="21728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2" name="pt11542"/>
            <p:cNvSpPr/>
            <p:nvPr/>
          </p:nvSpPr>
          <p:spPr>
            <a:xfrm>
              <a:off x="5220953" y="22303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3" name="pt11543"/>
            <p:cNvSpPr/>
            <p:nvPr/>
          </p:nvSpPr>
          <p:spPr>
            <a:xfrm>
              <a:off x="5506565" y="23105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4" name="pt11544"/>
            <p:cNvSpPr/>
            <p:nvPr/>
          </p:nvSpPr>
          <p:spPr>
            <a:xfrm>
              <a:off x="5530569" y="22003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5" name="pt11545"/>
            <p:cNvSpPr/>
            <p:nvPr/>
          </p:nvSpPr>
          <p:spPr>
            <a:xfrm>
              <a:off x="5710757" y="1942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6" name="pt11546"/>
            <p:cNvSpPr/>
            <p:nvPr/>
          </p:nvSpPr>
          <p:spPr>
            <a:xfrm>
              <a:off x="5139010" y="26322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7" name="pt11547"/>
            <p:cNvSpPr/>
            <p:nvPr/>
          </p:nvSpPr>
          <p:spPr>
            <a:xfrm>
              <a:off x="5743262" y="19549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8" name="pt11548"/>
            <p:cNvSpPr/>
            <p:nvPr/>
          </p:nvSpPr>
          <p:spPr>
            <a:xfrm>
              <a:off x="5381854" y="22276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9" name="pt11549"/>
            <p:cNvSpPr/>
            <p:nvPr/>
          </p:nvSpPr>
          <p:spPr>
            <a:xfrm>
              <a:off x="5723471" y="18605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0" name="pt11550"/>
            <p:cNvSpPr/>
            <p:nvPr/>
          </p:nvSpPr>
          <p:spPr>
            <a:xfrm>
              <a:off x="5415719" y="22626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1" name="pt11551"/>
            <p:cNvSpPr/>
            <p:nvPr/>
          </p:nvSpPr>
          <p:spPr>
            <a:xfrm>
              <a:off x="5229807" y="22042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2" name="pt11552"/>
            <p:cNvSpPr/>
            <p:nvPr/>
          </p:nvSpPr>
          <p:spPr>
            <a:xfrm>
              <a:off x="5757793" y="2050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3" name="pt11553"/>
            <p:cNvSpPr/>
            <p:nvPr/>
          </p:nvSpPr>
          <p:spPr>
            <a:xfrm>
              <a:off x="5183271" y="2354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4" name="pt11554"/>
            <p:cNvSpPr/>
            <p:nvPr/>
          </p:nvSpPr>
          <p:spPr>
            <a:xfrm>
              <a:off x="5355269" y="22119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5" name="pt11555"/>
            <p:cNvSpPr/>
            <p:nvPr/>
          </p:nvSpPr>
          <p:spPr>
            <a:xfrm>
              <a:off x="5173247" y="26004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6" name="pt11556"/>
            <p:cNvSpPr/>
            <p:nvPr/>
          </p:nvSpPr>
          <p:spPr>
            <a:xfrm>
              <a:off x="5526999" y="20626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7" name="pt11557"/>
            <p:cNvSpPr/>
            <p:nvPr/>
          </p:nvSpPr>
          <p:spPr>
            <a:xfrm>
              <a:off x="5422406" y="22460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8" name="pt11558"/>
            <p:cNvSpPr/>
            <p:nvPr/>
          </p:nvSpPr>
          <p:spPr>
            <a:xfrm>
              <a:off x="5621308" y="18816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9" name="pt11559"/>
            <p:cNvSpPr/>
            <p:nvPr/>
          </p:nvSpPr>
          <p:spPr>
            <a:xfrm>
              <a:off x="5647728" y="20988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0" name="pt11560"/>
            <p:cNvSpPr/>
            <p:nvPr/>
          </p:nvSpPr>
          <p:spPr>
            <a:xfrm>
              <a:off x="5196254" y="24308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1" name="pt11561"/>
            <p:cNvSpPr/>
            <p:nvPr/>
          </p:nvSpPr>
          <p:spPr>
            <a:xfrm>
              <a:off x="5485061" y="19425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2" name="pt11562"/>
            <p:cNvSpPr/>
            <p:nvPr/>
          </p:nvSpPr>
          <p:spPr>
            <a:xfrm>
              <a:off x="5582916" y="22314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3" name="pt11563"/>
            <p:cNvSpPr/>
            <p:nvPr/>
          </p:nvSpPr>
          <p:spPr>
            <a:xfrm>
              <a:off x="5418167" y="20846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4" name="pt11564"/>
            <p:cNvSpPr/>
            <p:nvPr/>
          </p:nvSpPr>
          <p:spPr>
            <a:xfrm>
              <a:off x="5908393" y="17954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5" name="pt11565"/>
            <p:cNvSpPr/>
            <p:nvPr/>
          </p:nvSpPr>
          <p:spPr>
            <a:xfrm>
              <a:off x="5482523" y="20480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6" name="pt11566"/>
            <p:cNvSpPr/>
            <p:nvPr/>
          </p:nvSpPr>
          <p:spPr>
            <a:xfrm>
              <a:off x="5009087" y="26871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7" name="pt11567"/>
            <p:cNvSpPr/>
            <p:nvPr/>
          </p:nvSpPr>
          <p:spPr>
            <a:xfrm>
              <a:off x="5291323" y="22006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8" name="pt11568"/>
            <p:cNvSpPr/>
            <p:nvPr/>
          </p:nvSpPr>
          <p:spPr>
            <a:xfrm>
              <a:off x="5359731" y="23045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9" name="pt11569"/>
            <p:cNvSpPr/>
            <p:nvPr/>
          </p:nvSpPr>
          <p:spPr>
            <a:xfrm>
              <a:off x="6167856" y="19763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0" name="pt11570"/>
            <p:cNvSpPr/>
            <p:nvPr/>
          </p:nvSpPr>
          <p:spPr>
            <a:xfrm>
              <a:off x="5502624" y="22395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1" name="pt11571"/>
            <p:cNvSpPr/>
            <p:nvPr/>
          </p:nvSpPr>
          <p:spPr>
            <a:xfrm>
              <a:off x="5693196" y="18762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2" name="pt11572"/>
            <p:cNvSpPr/>
            <p:nvPr/>
          </p:nvSpPr>
          <p:spPr>
            <a:xfrm>
              <a:off x="5864587" y="17656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3" name="pt11573"/>
            <p:cNvSpPr/>
            <p:nvPr/>
          </p:nvSpPr>
          <p:spPr>
            <a:xfrm>
              <a:off x="5234213" y="22695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4" name="pt11574"/>
            <p:cNvSpPr/>
            <p:nvPr/>
          </p:nvSpPr>
          <p:spPr>
            <a:xfrm>
              <a:off x="5405202" y="22870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5" name="pt11575"/>
            <p:cNvSpPr/>
            <p:nvPr/>
          </p:nvSpPr>
          <p:spPr>
            <a:xfrm>
              <a:off x="5101187" y="18226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6" name="pt11576"/>
            <p:cNvSpPr/>
            <p:nvPr/>
          </p:nvSpPr>
          <p:spPr>
            <a:xfrm>
              <a:off x="5637933" y="20149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7" name="pt11577"/>
            <p:cNvSpPr/>
            <p:nvPr/>
          </p:nvSpPr>
          <p:spPr>
            <a:xfrm>
              <a:off x="5268574" y="21942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8" name="pt11578"/>
            <p:cNvSpPr/>
            <p:nvPr/>
          </p:nvSpPr>
          <p:spPr>
            <a:xfrm>
              <a:off x="5701731" y="20433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9" name="pt11579"/>
            <p:cNvSpPr/>
            <p:nvPr/>
          </p:nvSpPr>
          <p:spPr>
            <a:xfrm>
              <a:off x="5719612" y="19664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0" name="pt11580"/>
            <p:cNvSpPr/>
            <p:nvPr/>
          </p:nvSpPr>
          <p:spPr>
            <a:xfrm>
              <a:off x="5081313" y="26899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1" name="pt11581"/>
            <p:cNvSpPr/>
            <p:nvPr/>
          </p:nvSpPr>
          <p:spPr>
            <a:xfrm>
              <a:off x="5542781" y="20988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2" name="pt11582"/>
            <p:cNvSpPr/>
            <p:nvPr/>
          </p:nvSpPr>
          <p:spPr>
            <a:xfrm>
              <a:off x="5797882" y="20607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3" name="pt11583"/>
            <p:cNvSpPr/>
            <p:nvPr/>
          </p:nvSpPr>
          <p:spPr>
            <a:xfrm>
              <a:off x="5214931" y="20981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4" name="pt11584"/>
            <p:cNvSpPr/>
            <p:nvPr/>
          </p:nvSpPr>
          <p:spPr>
            <a:xfrm>
              <a:off x="5181817" y="24953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5" name="pt11585"/>
            <p:cNvSpPr/>
            <p:nvPr/>
          </p:nvSpPr>
          <p:spPr>
            <a:xfrm>
              <a:off x="5865750" y="18788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6" name="pt11586"/>
            <p:cNvSpPr/>
            <p:nvPr/>
          </p:nvSpPr>
          <p:spPr>
            <a:xfrm>
              <a:off x="5300393" y="21973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7" name="pt11587"/>
            <p:cNvSpPr/>
            <p:nvPr/>
          </p:nvSpPr>
          <p:spPr>
            <a:xfrm>
              <a:off x="4805731" y="25575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8" name="pt11588"/>
            <p:cNvSpPr/>
            <p:nvPr/>
          </p:nvSpPr>
          <p:spPr>
            <a:xfrm>
              <a:off x="5758619" y="20875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9" name="pt11589"/>
            <p:cNvSpPr/>
            <p:nvPr/>
          </p:nvSpPr>
          <p:spPr>
            <a:xfrm>
              <a:off x="5850705" y="17228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0" name="pt11590"/>
            <p:cNvSpPr/>
            <p:nvPr/>
          </p:nvSpPr>
          <p:spPr>
            <a:xfrm>
              <a:off x="5619028" y="18711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1" name="pt11591"/>
            <p:cNvSpPr/>
            <p:nvPr/>
          </p:nvSpPr>
          <p:spPr>
            <a:xfrm>
              <a:off x="5146812" y="27500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2" name="pt11592"/>
            <p:cNvSpPr/>
            <p:nvPr/>
          </p:nvSpPr>
          <p:spPr>
            <a:xfrm>
              <a:off x="5443769" y="2264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3" name="pt11593"/>
            <p:cNvSpPr/>
            <p:nvPr/>
          </p:nvSpPr>
          <p:spPr>
            <a:xfrm>
              <a:off x="5006449" y="23635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4" name="pt11594"/>
            <p:cNvSpPr/>
            <p:nvPr/>
          </p:nvSpPr>
          <p:spPr>
            <a:xfrm>
              <a:off x="5132081" y="25444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5" name="pt11595"/>
            <p:cNvSpPr/>
            <p:nvPr/>
          </p:nvSpPr>
          <p:spPr>
            <a:xfrm>
              <a:off x="5032247" y="21983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6" name="pt11596"/>
            <p:cNvSpPr/>
            <p:nvPr/>
          </p:nvSpPr>
          <p:spPr>
            <a:xfrm>
              <a:off x="5486065" y="21877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7" name="pt11597"/>
            <p:cNvSpPr/>
            <p:nvPr/>
          </p:nvSpPr>
          <p:spPr>
            <a:xfrm>
              <a:off x="5365805" y="22362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8" name="pt11598"/>
            <p:cNvSpPr/>
            <p:nvPr/>
          </p:nvSpPr>
          <p:spPr>
            <a:xfrm>
              <a:off x="5528580" y="22278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9" name="pt11599"/>
            <p:cNvSpPr/>
            <p:nvPr/>
          </p:nvSpPr>
          <p:spPr>
            <a:xfrm>
              <a:off x="5082005" y="26205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0" name="pt11600"/>
            <p:cNvSpPr/>
            <p:nvPr/>
          </p:nvSpPr>
          <p:spPr>
            <a:xfrm>
              <a:off x="5559588" y="23066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1" name="pt11601"/>
            <p:cNvSpPr/>
            <p:nvPr/>
          </p:nvSpPr>
          <p:spPr>
            <a:xfrm>
              <a:off x="5314143" y="22345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2" name="pt11602"/>
            <p:cNvSpPr/>
            <p:nvPr/>
          </p:nvSpPr>
          <p:spPr>
            <a:xfrm>
              <a:off x="5485268" y="19439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3" name="pt11603"/>
            <p:cNvSpPr/>
            <p:nvPr/>
          </p:nvSpPr>
          <p:spPr>
            <a:xfrm>
              <a:off x="5375790" y="22332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4" name="pt11604"/>
            <p:cNvSpPr/>
            <p:nvPr/>
          </p:nvSpPr>
          <p:spPr>
            <a:xfrm>
              <a:off x="5190027" y="21628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5" name="pt11605"/>
            <p:cNvSpPr/>
            <p:nvPr/>
          </p:nvSpPr>
          <p:spPr>
            <a:xfrm>
              <a:off x="5681173" y="17251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6" name="pt11606"/>
            <p:cNvSpPr/>
            <p:nvPr/>
          </p:nvSpPr>
          <p:spPr>
            <a:xfrm>
              <a:off x="5414457" y="19264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7" name="pt11607"/>
            <p:cNvSpPr/>
            <p:nvPr/>
          </p:nvSpPr>
          <p:spPr>
            <a:xfrm>
              <a:off x="4670795" y="27586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8" name="pt11608"/>
            <p:cNvSpPr/>
            <p:nvPr/>
          </p:nvSpPr>
          <p:spPr>
            <a:xfrm>
              <a:off x="5299129" y="2094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9" name="pt11609"/>
            <p:cNvSpPr/>
            <p:nvPr/>
          </p:nvSpPr>
          <p:spPr>
            <a:xfrm>
              <a:off x="5839692" y="21021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0" name="pt11610"/>
            <p:cNvSpPr/>
            <p:nvPr/>
          </p:nvSpPr>
          <p:spPr>
            <a:xfrm>
              <a:off x="5525323" y="21164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1" name="pt11611"/>
            <p:cNvSpPr/>
            <p:nvPr/>
          </p:nvSpPr>
          <p:spPr>
            <a:xfrm>
              <a:off x="5401341" y="22185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2" name="pt11612"/>
            <p:cNvSpPr/>
            <p:nvPr/>
          </p:nvSpPr>
          <p:spPr>
            <a:xfrm>
              <a:off x="5663060" y="21115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3" name="pt11613"/>
            <p:cNvSpPr/>
            <p:nvPr/>
          </p:nvSpPr>
          <p:spPr>
            <a:xfrm>
              <a:off x="5305036" y="16376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4" name="pt11614"/>
            <p:cNvSpPr/>
            <p:nvPr/>
          </p:nvSpPr>
          <p:spPr>
            <a:xfrm>
              <a:off x="5404291" y="22287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5" name="pt11615"/>
            <p:cNvSpPr/>
            <p:nvPr/>
          </p:nvSpPr>
          <p:spPr>
            <a:xfrm>
              <a:off x="5102964" y="21217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6" name="pt11616"/>
            <p:cNvSpPr/>
            <p:nvPr/>
          </p:nvSpPr>
          <p:spPr>
            <a:xfrm>
              <a:off x="5691527" y="1859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7" name="pt11617"/>
            <p:cNvSpPr/>
            <p:nvPr/>
          </p:nvSpPr>
          <p:spPr>
            <a:xfrm>
              <a:off x="5474790" y="19726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8" name="pt11618"/>
            <p:cNvSpPr/>
            <p:nvPr/>
          </p:nvSpPr>
          <p:spPr>
            <a:xfrm>
              <a:off x="5282436" y="21417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9" name="pt11619"/>
            <p:cNvSpPr/>
            <p:nvPr/>
          </p:nvSpPr>
          <p:spPr>
            <a:xfrm>
              <a:off x="5628436" y="19333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0" name="pt11620"/>
            <p:cNvSpPr/>
            <p:nvPr/>
          </p:nvSpPr>
          <p:spPr>
            <a:xfrm>
              <a:off x="5674417" y="15840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1" name="pt11621"/>
            <p:cNvSpPr/>
            <p:nvPr/>
          </p:nvSpPr>
          <p:spPr>
            <a:xfrm>
              <a:off x="5343575" y="21609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2" name="pt11622"/>
            <p:cNvSpPr/>
            <p:nvPr/>
          </p:nvSpPr>
          <p:spPr>
            <a:xfrm>
              <a:off x="5675465" y="18884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3" name="pt11623"/>
            <p:cNvSpPr/>
            <p:nvPr/>
          </p:nvSpPr>
          <p:spPr>
            <a:xfrm>
              <a:off x="5218821" y="22066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4" name="pt11624"/>
            <p:cNvSpPr/>
            <p:nvPr/>
          </p:nvSpPr>
          <p:spPr>
            <a:xfrm>
              <a:off x="5798820" y="18963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5" name="pt11625"/>
            <p:cNvSpPr/>
            <p:nvPr/>
          </p:nvSpPr>
          <p:spPr>
            <a:xfrm>
              <a:off x="5572944" y="21561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6" name="pt11626"/>
            <p:cNvSpPr/>
            <p:nvPr/>
          </p:nvSpPr>
          <p:spPr>
            <a:xfrm>
              <a:off x="5223152" y="22075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7" name="pt11627"/>
            <p:cNvSpPr/>
            <p:nvPr/>
          </p:nvSpPr>
          <p:spPr>
            <a:xfrm>
              <a:off x="4996635" y="24274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8" name="pt11628"/>
            <p:cNvSpPr/>
            <p:nvPr/>
          </p:nvSpPr>
          <p:spPr>
            <a:xfrm>
              <a:off x="5525819" y="21722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9" name="pt11629"/>
            <p:cNvSpPr/>
            <p:nvPr/>
          </p:nvSpPr>
          <p:spPr>
            <a:xfrm>
              <a:off x="5549203" y="22739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0" name="pt11630"/>
            <p:cNvSpPr/>
            <p:nvPr/>
          </p:nvSpPr>
          <p:spPr>
            <a:xfrm>
              <a:off x="5298929" y="2147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1" name="pt11631"/>
            <p:cNvSpPr/>
            <p:nvPr/>
          </p:nvSpPr>
          <p:spPr>
            <a:xfrm>
              <a:off x="5607474" y="1963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2" name="pt11632"/>
            <p:cNvSpPr/>
            <p:nvPr/>
          </p:nvSpPr>
          <p:spPr>
            <a:xfrm>
              <a:off x="5450928" y="22221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3" name="pt11633"/>
            <p:cNvSpPr/>
            <p:nvPr/>
          </p:nvSpPr>
          <p:spPr>
            <a:xfrm>
              <a:off x="5270309" y="21460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4" name="pt11634"/>
            <p:cNvSpPr/>
            <p:nvPr/>
          </p:nvSpPr>
          <p:spPr>
            <a:xfrm>
              <a:off x="5577735" y="23190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5" name="pt11635"/>
            <p:cNvSpPr/>
            <p:nvPr/>
          </p:nvSpPr>
          <p:spPr>
            <a:xfrm>
              <a:off x="5545744" y="19914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6" name="pt11636"/>
            <p:cNvSpPr/>
            <p:nvPr/>
          </p:nvSpPr>
          <p:spPr>
            <a:xfrm>
              <a:off x="5399109" y="21189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7" name="pt11637"/>
            <p:cNvSpPr/>
            <p:nvPr/>
          </p:nvSpPr>
          <p:spPr>
            <a:xfrm>
              <a:off x="5118319" y="25433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8" name="pt11638"/>
            <p:cNvSpPr/>
            <p:nvPr/>
          </p:nvSpPr>
          <p:spPr>
            <a:xfrm>
              <a:off x="5084757" y="25866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9" name="pt11639"/>
            <p:cNvSpPr/>
            <p:nvPr/>
          </p:nvSpPr>
          <p:spPr>
            <a:xfrm>
              <a:off x="5272007" y="21270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0" name="pt11640"/>
            <p:cNvSpPr/>
            <p:nvPr/>
          </p:nvSpPr>
          <p:spPr>
            <a:xfrm>
              <a:off x="5532546" y="21833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1" name="pt11641"/>
            <p:cNvSpPr/>
            <p:nvPr/>
          </p:nvSpPr>
          <p:spPr>
            <a:xfrm>
              <a:off x="6046258" y="19005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2" name="pt11642"/>
            <p:cNvSpPr/>
            <p:nvPr/>
          </p:nvSpPr>
          <p:spPr>
            <a:xfrm>
              <a:off x="5517997" y="23314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3" name="pt11643"/>
            <p:cNvSpPr/>
            <p:nvPr/>
          </p:nvSpPr>
          <p:spPr>
            <a:xfrm>
              <a:off x="5301068" y="22390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4" name="pt11644"/>
            <p:cNvSpPr/>
            <p:nvPr/>
          </p:nvSpPr>
          <p:spPr>
            <a:xfrm>
              <a:off x="5442176" y="21712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5" name="pt11645"/>
            <p:cNvSpPr/>
            <p:nvPr/>
          </p:nvSpPr>
          <p:spPr>
            <a:xfrm>
              <a:off x="5547789" y="23082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6" name="pt11646"/>
            <p:cNvSpPr/>
            <p:nvPr/>
          </p:nvSpPr>
          <p:spPr>
            <a:xfrm>
              <a:off x="5428262" y="22766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7" name="pt11647"/>
            <p:cNvSpPr/>
            <p:nvPr/>
          </p:nvSpPr>
          <p:spPr>
            <a:xfrm>
              <a:off x="5703954" y="18856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8" name="pt11648"/>
            <p:cNvSpPr/>
            <p:nvPr/>
          </p:nvSpPr>
          <p:spPr>
            <a:xfrm>
              <a:off x="5421886" y="22621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9" name="pt11649"/>
            <p:cNvSpPr/>
            <p:nvPr/>
          </p:nvSpPr>
          <p:spPr>
            <a:xfrm>
              <a:off x="5704634" y="19867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0" name="pt11650"/>
            <p:cNvSpPr/>
            <p:nvPr/>
          </p:nvSpPr>
          <p:spPr>
            <a:xfrm>
              <a:off x="4643669" y="26629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1" name="pt11651"/>
            <p:cNvSpPr/>
            <p:nvPr/>
          </p:nvSpPr>
          <p:spPr>
            <a:xfrm>
              <a:off x="5405771" y="22042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2" name="pt11652"/>
            <p:cNvSpPr/>
            <p:nvPr/>
          </p:nvSpPr>
          <p:spPr>
            <a:xfrm>
              <a:off x="5425292" y="22655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3" name="pt11653"/>
            <p:cNvSpPr/>
            <p:nvPr/>
          </p:nvSpPr>
          <p:spPr>
            <a:xfrm>
              <a:off x="5185253" y="24164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4" name="pt11654"/>
            <p:cNvSpPr/>
            <p:nvPr/>
          </p:nvSpPr>
          <p:spPr>
            <a:xfrm>
              <a:off x="5598740" y="19702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5" name="pt11655"/>
            <p:cNvSpPr/>
            <p:nvPr/>
          </p:nvSpPr>
          <p:spPr>
            <a:xfrm>
              <a:off x="5251945" y="21789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6" name="pt11656"/>
            <p:cNvSpPr/>
            <p:nvPr/>
          </p:nvSpPr>
          <p:spPr>
            <a:xfrm>
              <a:off x="5608637" y="21151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7" name="pt11657"/>
            <p:cNvSpPr/>
            <p:nvPr/>
          </p:nvSpPr>
          <p:spPr>
            <a:xfrm>
              <a:off x="4928035" y="21529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8" name="pt11658"/>
            <p:cNvSpPr/>
            <p:nvPr/>
          </p:nvSpPr>
          <p:spPr>
            <a:xfrm>
              <a:off x="5209403" y="22037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9" name="pt11659"/>
            <p:cNvSpPr/>
            <p:nvPr/>
          </p:nvSpPr>
          <p:spPr>
            <a:xfrm>
              <a:off x="5170841" y="28493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0" name="pt11660"/>
            <p:cNvSpPr/>
            <p:nvPr/>
          </p:nvSpPr>
          <p:spPr>
            <a:xfrm>
              <a:off x="5781027" y="19627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1" name="pt11661"/>
            <p:cNvSpPr/>
            <p:nvPr/>
          </p:nvSpPr>
          <p:spPr>
            <a:xfrm>
              <a:off x="5553756" y="22989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2" name="pt11662"/>
            <p:cNvSpPr/>
            <p:nvPr/>
          </p:nvSpPr>
          <p:spPr>
            <a:xfrm>
              <a:off x="5641950" y="19817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3" name="pt11663"/>
            <p:cNvSpPr/>
            <p:nvPr/>
          </p:nvSpPr>
          <p:spPr>
            <a:xfrm>
              <a:off x="5399422" y="21674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4" name="pt11664"/>
            <p:cNvSpPr/>
            <p:nvPr/>
          </p:nvSpPr>
          <p:spPr>
            <a:xfrm>
              <a:off x="5426902" y="22779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5" name="pt11665"/>
            <p:cNvSpPr/>
            <p:nvPr/>
          </p:nvSpPr>
          <p:spPr>
            <a:xfrm>
              <a:off x="5359490" y="2266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6" name="pt11666"/>
            <p:cNvSpPr/>
            <p:nvPr/>
          </p:nvSpPr>
          <p:spPr>
            <a:xfrm>
              <a:off x="5320460" y="22331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7" name="pt11667"/>
            <p:cNvSpPr/>
            <p:nvPr/>
          </p:nvSpPr>
          <p:spPr>
            <a:xfrm>
              <a:off x="5680143" y="1742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8" name="pt11668"/>
            <p:cNvSpPr/>
            <p:nvPr/>
          </p:nvSpPr>
          <p:spPr>
            <a:xfrm>
              <a:off x="5630115" y="21578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9" name="pt11669"/>
            <p:cNvSpPr/>
            <p:nvPr/>
          </p:nvSpPr>
          <p:spPr>
            <a:xfrm>
              <a:off x="5681534" y="18178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0" name="pt11670"/>
            <p:cNvSpPr/>
            <p:nvPr/>
          </p:nvSpPr>
          <p:spPr>
            <a:xfrm>
              <a:off x="5437159" y="22350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1" name="pt11671"/>
            <p:cNvSpPr/>
            <p:nvPr/>
          </p:nvSpPr>
          <p:spPr>
            <a:xfrm>
              <a:off x="5760655" y="19648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2" name="pt11672"/>
            <p:cNvSpPr/>
            <p:nvPr/>
          </p:nvSpPr>
          <p:spPr>
            <a:xfrm>
              <a:off x="5710293" y="20778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3" name="pt11673"/>
            <p:cNvSpPr/>
            <p:nvPr/>
          </p:nvSpPr>
          <p:spPr>
            <a:xfrm>
              <a:off x="5492532" y="22078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4" name="pt11674"/>
            <p:cNvSpPr/>
            <p:nvPr/>
          </p:nvSpPr>
          <p:spPr>
            <a:xfrm>
              <a:off x="5419582" y="22991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5" name="pt11675"/>
            <p:cNvSpPr/>
            <p:nvPr/>
          </p:nvSpPr>
          <p:spPr>
            <a:xfrm>
              <a:off x="5430006" y="22252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6" name="pt11676"/>
            <p:cNvSpPr/>
            <p:nvPr/>
          </p:nvSpPr>
          <p:spPr>
            <a:xfrm>
              <a:off x="5468739" y="19242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7" name="pt11677"/>
            <p:cNvSpPr/>
            <p:nvPr/>
          </p:nvSpPr>
          <p:spPr>
            <a:xfrm>
              <a:off x="5404533" y="22011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8" name="pt11678"/>
            <p:cNvSpPr/>
            <p:nvPr/>
          </p:nvSpPr>
          <p:spPr>
            <a:xfrm>
              <a:off x="5347070" y="21088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9" name="pt11679"/>
            <p:cNvSpPr/>
            <p:nvPr/>
          </p:nvSpPr>
          <p:spPr>
            <a:xfrm>
              <a:off x="5672933" y="19086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0" name="pt11680"/>
            <p:cNvSpPr/>
            <p:nvPr/>
          </p:nvSpPr>
          <p:spPr>
            <a:xfrm>
              <a:off x="5186536" y="25713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1" name="pt11681"/>
            <p:cNvSpPr/>
            <p:nvPr/>
          </p:nvSpPr>
          <p:spPr>
            <a:xfrm>
              <a:off x="5031261" y="20143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2" name="pt11682"/>
            <p:cNvSpPr/>
            <p:nvPr/>
          </p:nvSpPr>
          <p:spPr>
            <a:xfrm>
              <a:off x="5031964" y="25834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3" name="pt11683"/>
            <p:cNvSpPr/>
            <p:nvPr/>
          </p:nvSpPr>
          <p:spPr>
            <a:xfrm>
              <a:off x="5102332" y="20636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4" name="pt11684"/>
            <p:cNvSpPr/>
            <p:nvPr/>
          </p:nvSpPr>
          <p:spPr>
            <a:xfrm>
              <a:off x="5492678" y="22022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5" name="pt11685"/>
            <p:cNvSpPr/>
            <p:nvPr/>
          </p:nvSpPr>
          <p:spPr>
            <a:xfrm>
              <a:off x="5475157" y="19438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6" name="pt11686"/>
            <p:cNvSpPr/>
            <p:nvPr/>
          </p:nvSpPr>
          <p:spPr>
            <a:xfrm>
              <a:off x="5153344" y="24626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7" name="pt11687"/>
            <p:cNvSpPr/>
            <p:nvPr/>
          </p:nvSpPr>
          <p:spPr>
            <a:xfrm>
              <a:off x="4885440" y="27770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8" name="pt11688"/>
            <p:cNvSpPr/>
            <p:nvPr/>
          </p:nvSpPr>
          <p:spPr>
            <a:xfrm>
              <a:off x="5446314" y="22365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9" name="pt11689"/>
            <p:cNvSpPr/>
            <p:nvPr/>
          </p:nvSpPr>
          <p:spPr>
            <a:xfrm>
              <a:off x="5307375" y="19884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0" name="pt11690"/>
            <p:cNvSpPr/>
            <p:nvPr/>
          </p:nvSpPr>
          <p:spPr>
            <a:xfrm>
              <a:off x="5070122" y="25159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1" name="pt11691"/>
            <p:cNvSpPr/>
            <p:nvPr/>
          </p:nvSpPr>
          <p:spPr>
            <a:xfrm>
              <a:off x="5205136" y="20090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2" name="pt11692"/>
            <p:cNvSpPr/>
            <p:nvPr/>
          </p:nvSpPr>
          <p:spPr>
            <a:xfrm>
              <a:off x="5740951" y="18966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3" name="pt11693"/>
            <p:cNvSpPr/>
            <p:nvPr/>
          </p:nvSpPr>
          <p:spPr>
            <a:xfrm>
              <a:off x="5287860" y="20865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4" name="pt11694"/>
            <p:cNvSpPr/>
            <p:nvPr/>
          </p:nvSpPr>
          <p:spPr>
            <a:xfrm>
              <a:off x="5497363" y="21093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5" name="pt11695"/>
            <p:cNvSpPr/>
            <p:nvPr/>
          </p:nvSpPr>
          <p:spPr>
            <a:xfrm>
              <a:off x="5491758" y="21541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6" name="pt11696"/>
            <p:cNvSpPr/>
            <p:nvPr/>
          </p:nvSpPr>
          <p:spPr>
            <a:xfrm>
              <a:off x="5827898" y="18924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7" name="pt11697"/>
            <p:cNvSpPr/>
            <p:nvPr/>
          </p:nvSpPr>
          <p:spPr>
            <a:xfrm>
              <a:off x="5271716" y="2147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8" name="pt11698"/>
            <p:cNvSpPr/>
            <p:nvPr/>
          </p:nvSpPr>
          <p:spPr>
            <a:xfrm>
              <a:off x="5136592" y="25612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9" name="pt11699"/>
            <p:cNvSpPr/>
            <p:nvPr/>
          </p:nvSpPr>
          <p:spPr>
            <a:xfrm>
              <a:off x="5334634" y="21711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0" name="pt11700"/>
            <p:cNvSpPr/>
            <p:nvPr/>
          </p:nvSpPr>
          <p:spPr>
            <a:xfrm>
              <a:off x="5250873" y="19385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1" name="pt11701"/>
            <p:cNvSpPr/>
            <p:nvPr/>
          </p:nvSpPr>
          <p:spPr>
            <a:xfrm>
              <a:off x="5131263" y="28262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2" name="pt11702"/>
            <p:cNvSpPr/>
            <p:nvPr/>
          </p:nvSpPr>
          <p:spPr>
            <a:xfrm>
              <a:off x="5711583" y="19518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3" name="pt11703"/>
            <p:cNvSpPr/>
            <p:nvPr/>
          </p:nvSpPr>
          <p:spPr>
            <a:xfrm>
              <a:off x="5332340" y="21236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4" name="pt11704"/>
            <p:cNvSpPr/>
            <p:nvPr/>
          </p:nvSpPr>
          <p:spPr>
            <a:xfrm>
              <a:off x="5458042" y="2201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5" name="pt11705"/>
            <p:cNvSpPr/>
            <p:nvPr/>
          </p:nvSpPr>
          <p:spPr>
            <a:xfrm>
              <a:off x="5389406" y="21521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6" name="pt11706"/>
            <p:cNvSpPr/>
            <p:nvPr/>
          </p:nvSpPr>
          <p:spPr>
            <a:xfrm>
              <a:off x="5288295" y="21697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7" name="pt11707"/>
            <p:cNvSpPr/>
            <p:nvPr/>
          </p:nvSpPr>
          <p:spPr>
            <a:xfrm>
              <a:off x="5596733" y="20210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8" name="pt11708"/>
            <p:cNvSpPr/>
            <p:nvPr/>
          </p:nvSpPr>
          <p:spPr>
            <a:xfrm>
              <a:off x="5634596" y="21130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9" name="pt11709"/>
            <p:cNvSpPr/>
            <p:nvPr/>
          </p:nvSpPr>
          <p:spPr>
            <a:xfrm>
              <a:off x="5403087" y="22839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0" name="pt11710"/>
            <p:cNvSpPr/>
            <p:nvPr/>
          </p:nvSpPr>
          <p:spPr>
            <a:xfrm>
              <a:off x="5018284" y="25753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1" name="pt11711"/>
            <p:cNvSpPr/>
            <p:nvPr/>
          </p:nvSpPr>
          <p:spPr>
            <a:xfrm>
              <a:off x="4931742" y="21205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2" name="pt11712"/>
            <p:cNvSpPr/>
            <p:nvPr/>
          </p:nvSpPr>
          <p:spPr>
            <a:xfrm>
              <a:off x="5806148" y="19372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3" name="pt11713"/>
            <p:cNvSpPr/>
            <p:nvPr/>
          </p:nvSpPr>
          <p:spPr>
            <a:xfrm>
              <a:off x="5258945" y="22322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4" name="pt11714"/>
            <p:cNvSpPr/>
            <p:nvPr/>
          </p:nvSpPr>
          <p:spPr>
            <a:xfrm>
              <a:off x="5505622" y="21808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5" name="pt11715"/>
            <p:cNvSpPr/>
            <p:nvPr/>
          </p:nvSpPr>
          <p:spPr>
            <a:xfrm>
              <a:off x="5910501" y="18743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6" name="pt11716"/>
            <p:cNvSpPr/>
            <p:nvPr/>
          </p:nvSpPr>
          <p:spPr>
            <a:xfrm>
              <a:off x="5469030" y="20984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7" name="pt11717"/>
            <p:cNvSpPr/>
            <p:nvPr/>
          </p:nvSpPr>
          <p:spPr>
            <a:xfrm>
              <a:off x="5388802" y="21452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8" name="pt11718"/>
            <p:cNvSpPr/>
            <p:nvPr/>
          </p:nvSpPr>
          <p:spPr>
            <a:xfrm>
              <a:off x="5623549" y="18597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9" name="pt11719"/>
            <p:cNvSpPr/>
            <p:nvPr/>
          </p:nvSpPr>
          <p:spPr>
            <a:xfrm>
              <a:off x="5232780" y="20852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0" name="pt11720"/>
            <p:cNvSpPr/>
            <p:nvPr/>
          </p:nvSpPr>
          <p:spPr>
            <a:xfrm>
              <a:off x="5453555" y="22800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1" name="pt11721"/>
            <p:cNvSpPr/>
            <p:nvPr/>
          </p:nvSpPr>
          <p:spPr>
            <a:xfrm>
              <a:off x="5689454" y="18057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2" name="pt11722"/>
            <p:cNvSpPr/>
            <p:nvPr/>
          </p:nvSpPr>
          <p:spPr>
            <a:xfrm>
              <a:off x="5500411" y="21117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3" name="pt11723"/>
            <p:cNvSpPr/>
            <p:nvPr/>
          </p:nvSpPr>
          <p:spPr>
            <a:xfrm>
              <a:off x="5318408" y="2099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4" name="pt11724"/>
            <p:cNvSpPr/>
            <p:nvPr/>
          </p:nvSpPr>
          <p:spPr>
            <a:xfrm>
              <a:off x="5471799" y="18565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5" name="pt11725"/>
            <p:cNvSpPr/>
            <p:nvPr/>
          </p:nvSpPr>
          <p:spPr>
            <a:xfrm>
              <a:off x="5409525" y="21673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6" name="pt11726"/>
            <p:cNvSpPr/>
            <p:nvPr/>
          </p:nvSpPr>
          <p:spPr>
            <a:xfrm>
              <a:off x="5854668" y="17005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7" name="pt11727"/>
            <p:cNvSpPr/>
            <p:nvPr/>
          </p:nvSpPr>
          <p:spPr>
            <a:xfrm>
              <a:off x="5292364" y="23022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8" name="pt11728"/>
            <p:cNvSpPr/>
            <p:nvPr/>
          </p:nvSpPr>
          <p:spPr>
            <a:xfrm>
              <a:off x="5366218" y="22116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9" name="pt11729"/>
            <p:cNvSpPr/>
            <p:nvPr/>
          </p:nvSpPr>
          <p:spPr>
            <a:xfrm>
              <a:off x="5444444" y="23088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0" name="pt11730"/>
            <p:cNvSpPr/>
            <p:nvPr/>
          </p:nvSpPr>
          <p:spPr>
            <a:xfrm>
              <a:off x="5432691" y="21047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1" name="pt11731"/>
            <p:cNvSpPr/>
            <p:nvPr/>
          </p:nvSpPr>
          <p:spPr>
            <a:xfrm>
              <a:off x="5920838" y="14422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2" name="pt11732"/>
            <p:cNvSpPr/>
            <p:nvPr/>
          </p:nvSpPr>
          <p:spPr>
            <a:xfrm>
              <a:off x="5317022" y="21356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3" name="pt11733"/>
            <p:cNvSpPr/>
            <p:nvPr/>
          </p:nvSpPr>
          <p:spPr>
            <a:xfrm>
              <a:off x="5422083" y="2280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4" name="pt11734"/>
            <p:cNvSpPr/>
            <p:nvPr/>
          </p:nvSpPr>
          <p:spPr>
            <a:xfrm>
              <a:off x="5340370" y="21237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5" name="pt11735"/>
            <p:cNvSpPr/>
            <p:nvPr/>
          </p:nvSpPr>
          <p:spPr>
            <a:xfrm>
              <a:off x="6091577" y="17799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6" name="pt11736"/>
            <p:cNvSpPr/>
            <p:nvPr/>
          </p:nvSpPr>
          <p:spPr>
            <a:xfrm>
              <a:off x="5181773" y="24422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7" name="pt11737"/>
            <p:cNvSpPr/>
            <p:nvPr/>
          </p:nvSpPr>
          <p:spPr>
            <a:xfrm>
              <a:off x="5298508" y="22151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8" name="pt11738"/>
            <p:cNvSpPr/>
            <p:nvPr/>
          </p:nvSpPr>
          <p:spPr>
            <a:xfrm>
              <a:off x="5632817" y="21991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9" name="pt11739"/>
            <p:cNvSpPr/>
            <p:nvPr/>
          </p:nvSpPr>
          <p:spPr>
            <a:xfrm>
              <a:off x="5650348" y="20054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0" name="pt11740"/>
            <p:cNvSpPr/>
            <p:nvPr/>
          </p:nvSpPr>
          <p:spPr>
            <a:xfrm>
              <a:off x="5672989" y="18511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1" name="pt11741"/>
            <p:cNvSpPr/>
            <p:nvPr/>
          </p:nvSpPr>
          <p:spPr>
            <a:xfrm>
              <a:off x="5335149" y="21698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2" name="pt11742"/>
            <p:cNvSpPr/>
            <p:nvPr/>
          </p:nvSpPr>
          <p:spPr>
            <a:xfrm>
              <a:off x="5088040" y="24969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3" name="pt11743"/>
            <p:cNvSpPr/>
            <p:nvPr/>
          </p:nvSpPr>
          <p:spPr>
            <a:xfrm>
              <a:off x="5272735" y="21271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4" name="pt11744"/>
            <p:cNvSpPr/>
            <p:nvPr/>
          </p:nvSpPr>
          <p:spPr>
            <a:xfrm>
              <a:off x="5653457" y="20233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5" name="pt11745"/>
            <p:cNvSpPr/>
            <p:nvPr/>
          </p:nvSpPr>
          <p:spPr>
            <a:xfrm>
              <a:off x="5628132" y="18786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6" name="pt11746"/>
            <p:cNvSpPr/>
            <p:nvPr/>
          </p:nvSpPr>
          <p:spPr>
            <a:xfrm>
              <a:off x="5556699" y="21994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7" name="pt11747"/>
            <p:cNvSpPr/>
            <p:nvPr/>
          </p:nvSpPr>
          <p:spPr>
            <a:xfrm>
              <a:off x="5512136" y="22430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8" name="pt11748"/>
            <p:cNvSpPr/>
            <p:nvPr/>
          </p:nvSpPr>
          <p:spPr>
            <a:xfrm>
              <a:off x="5651348" y="22150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9" name="pt11749"/>
            <p:cNvSpPr/>
            <p:nvPr/>
          </p:nvSpPr>
          <p:spPr>
            <a:xfrm>
              <a:off x="5171690" y="26599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0" name="pt11750"/>
            <p:cNvSpPr/>
            <p:nvPr/>
          </p:nvSpPr>
          <p:spPr>
            <a:xfrm>
              <a:off x="5704737" y="18457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1" name="pt11751"/>
            <p:cNvSpPr/>
            <p:nvPr/>
          </p:nvSpPr>
          <p:spPr>
            <a:xfrm>
              <a:off x="5694753" y="19296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2" name="pt11752"/>
            <p:cNvSpPr/>
            <p:nvPr/>
          </p:nvSpPr>
          <p:spPr>
            <a:xfrm>
              <a:off x="5523438" y="21441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3" name="pt11753"/>
            <p:cNvSpPr/>
            <p:nvPr/>
          </p:nvSpPr>
          <p:spPr>
            <a:xfrm>
              <a:off x="5004534" y="27955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4" name="pt11754"/>
            <p:cNvSpPr/>
            <p:nvPr/>
          </p:nvSpPr>
          <p:spPr>
            <a:xfrm>
              <a:off x="5328504" y="19577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5" name="pt11755"/>
            <p:cNvSpPr/>
            <p:nvPr/>
          </p:nvSpPr>
          <p:spPr>
            <a:xfrm>
              <a:off x="5941596" y="18848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6" name="pt11756"/>
            <p:cNvSpPr/>
            <p:nvPr/>
          </p:nvSpPr>
          <p:spPr>
            <a:xfrm>
              <a:off x="5580991" y="22406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7" name="pt11757"/>
            <p:cNvSpPr/>
            <p:nvPr/>
          </p:nvSpPr>
          <p:spPr>
            <a:xfrm>
              <a:off x="5272393" y="21833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8" name="pt11758"/>
            <p:cNvSpPr/>
            <p:nvPr/>
          </p:nvSpPr>
          <p:spPr>
            <a:xfrm>
              <a:off x="5550499" y="22561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9" name="pt11759"/>
            <p:cNvSpPr/>
            <p:nvPr/>
          </p:nvSpPr>
          <p:spPr>
            <a:xfrm>
              <a:off x="5508665" y="23559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0" name="pt11760"/>
            <p:cNvSpPr/>
            <p:nvPr/>
          </p:nvSpPr>
          <p:spPr>
            <a:xfrm>
              <a:off x="5279953" y="22222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1" name="pt11761"/>
            <p:cNvSpPr/>
            <p:nvPr/>
          </p:nvSpPr>
          <p:spPr>
            <a:xfrm>
              <a:off x="5861484" y="18853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2" name="pt11762"/>
            <p:cNvSpPr/>
            <p:nvPr/>
          </p:nvSpPr>
          <p:spPr>
            <a:xfrm>
              <a:off x="5091013" y="26680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3" name="pt11763"/>
            <p:cNvSpPr/>
            <p:nvPr/>
          </p:nvSpPr>
          <p:spPr>
            <a:xfrm>
              <a:off x="5227014" y="22160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4" name="pt11764"/>
            <p:cNvSpPr/>
            <p:nvPr/>
          </p:nvSpPr>
          <p:spPr>
            <a:xfrm>
              <a:off x="5605496" y="19600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5" name="pt11765"/>
            <p:cNvSpPr/>
            <p:nvPr/>
          </p:nvSpPr>
          <p:spPr>
            <a:xfrm>
              <a:off x="5345428" y="22041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6" name="pt11766"/>
            <p:cNvSpPr/>
            <p:nvPr/>
          </p:nvSpPr>
          <p:spPr>
            <a:xfrm>
              <a:off x="5780028" y="20289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7" name="pt11767"/>
            <p:cNvSpPr/>
            <p:nvPr/>
          </p:nvSpPr>
          <p:spPr>
            <a:xfrm>
              <a:off x="5152055" y="27542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8" name="pt11768"/>
            <p:cNvSpPr/>
            <p:nvPr/>
          </p:nvSpPr>
          <p:spPr>
            <a:xfrm>
              <a:off x="5104074" y="21604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9" name="pt11769"/>
            <p:cNvSpPr/>
            <p:nvPr/>
          </p:nvSpPr>
          <p:spPr>
            <a:xfrm>
              <a:off x="5562627" y="2194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0" name="pt11770"/>
            <p:cNvSpPr/>
            <p:nvPr/>
          </p:nvSpPr>
          <p:spPr>
            <a:xfrm>
              <a:off x="5541173" y="21278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1" name="pt11771"/>
            <p:cNvSpPr/>
            <p:nvPr/>
          </p:nvSpPr>
          <p:spPr>
            <a:xfrm>
              <a:off x="5771608" y="20508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2" name="pt11772"/>
            <p:cNvSpPr/>
            <p:nvPr/>
          </p:nvSpPr>
          <p:spPr>
            <a:xfrm>
              <a:off x="5406844" y="21901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3" name="pt11773"/>
            <p:cNvSpPr/>
            <p:nvPr/>
          </p:nvSpPr>
          <p:spPr>
            <a:xfrm>
              <a:off x="5783659" y="19598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4" name="pt11774"/>
            <p:cNvSpPr/>
            <p:nvPr/>
          </p:nvSpPr>
          <p:spPr>
            <a:xfrm>
              <a:off x="5850537" y="17529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5" name="pt11775"/>
            <p:cNvSpPr/>
            <p:nvPr/>
          </p:nvSpPr>
          <p:spPr>
            <a:xfrm>
              <a:off x="4933620" y="18603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6" name="pt11776"/>
            <p:cNvSpPr/>
            <p:nvPr/>
          </p:nvSpPr>
          <p:spPr>
            <a:xfrm>
              <a:off x="5361870" y="22656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7" name="pt11777"/>
            <p:cNvSpPr/>
            <p:nvPr/>
          </p:nvSpPr>
          <p:spPr>
            <a:xfrm>
              <a:off x="4924159" y="17897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8" name="pt11778"/>
            <p:cNvSpPr/>
            <p:nvPr/>
          </p:nvSpPr>
          <p:spPr>
            <a:xfrm>
              <a:off x="5684309" y="16104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9" name="pt11779"/>
            <p:cNvSpPr/>
            <p:nvPr/>
          </p:nvSpPr>
          <p:spPr>
            <a:xfrm>
              <a:off x="5798980" y="1786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0" name="pt11780"/>
            <p:cNvSpPr/>
            <p:nvPr/>
          </p:nvSpPr>
          <p:spPr>
            <a:xfrm>
              <a:off x="5693299" y="16895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1" name="pt11781"/>
            <p:cNvSpPr/>
            <p:nvPr/>
          </p:nvSpPr>
          <p:spPr>
            <a:xfrm>
              <a:off x="5647847" y="20212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2" name="pt11782"/>
            <p:cNvSpPr/>
            <p:nvPr/>
          </p:nvSpPr>
          <p:spPr>
            <a:xfrm>
              <a:off x="5678453" y="1800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3" name="pt11783"/>
            <p:cNvSpPr/>
            <p:nvPr/>
          </p:nvSpPr>
          <p:spPr>
            <a:xfrm>
              <a:off x="5346794" y="21997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4" name="pt11784"/>
            <p:cNvSpPr/>
            <p:nvPr/>
          </p:nvSpPr>
          <p:spPr>
            <a:xfrm>
              <a:off x="5087800" y="23959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5" name="pt11785"/>
            <p:cNvSpPr/>
            <p:nvPr/>
          </p:nvSpPr>
          <p:spPr>
            <a:xfrm>
              <a:off x="5674733" y="16860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6" name="pt11786"/>
            <p:cNvSpPr/>
            <p:nvPr/>
          </p:nvSpPr>
          <p:spPr>
            <a:xfrm>
              <a:off x="5382108" y="22307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7" name="pt11787"/>
            <p:cNvSpPr/>
            <p:nvPr/>
          </p:nvSpPr>
          <p:spPr>
            <a:xfrm>
              <a:off x="5264372" y="21721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8" name="pt11788"/>
            <p:cNvSpPr/>
            <p:nvPr/>
          </p:nvSpPr>
          <p:spPr>
            <a:xfrm>
              <a:off x="5550590" y="22647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9" name="pt11789"/>
            <p:cNvSpPr/>
            <p:nvPr/>
          </p:nvSpPr>
          <p:spPr>
            <a:xfrm>
              <a:off x="5500228" y="21892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0" name="pt11790"/>
            <p:cNvSpPr/>
            <p:nvPr/>
          </p:nvSpPr>
          <p:spPr>
            <a:xfrm>
              <a:off x="5805357" y="18917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1" name="pt11791"/>
            <p:cNvSpPr/>
            <p:nvPr/>
          </p:nvSpPr>
          <p:spPr>
            <a:xfrm>
              <a:off x="5462238" y="19593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2" name="pt11792"/>
            <p:cNvSpPr/>
            <p:nvPr/>
          </p:nvSpPr>
          <p:spPr>
            <a:xfrm>
              <a:off x="5170609" y="27351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3" name="pt11793"/>
            <p:cNvSpPr/>
            <p:nvPr/>
          </p:nvSpPr>
          <p:spPr>
            <a:xfrm>
              <a:off x="5618236" y="18608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4" name="pt11794"/>
            <p:cNvSpPr/>
            <p:nvPr/>
          </p:nvSpPr>
          <p:spPr>
            <a:xfrm>
              <a:off x="5405099" y="21864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5" name="pt11795"/>
            <p:cNvSpPr/>
            <p:nvPr/>
          </p:nvSpPr>
          <p:spPr>
            <a:xfrm>
              <a:off x="5315578" y="22432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6" name="pt11796"/>
            <p:cNvSpPr/>
            <p:nvPr/>
          </p:nvSpPr>
          <p:spPr>
            <a:xfrm>
              <a:off x="5159771" y="27016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7" name="pt11797"/>
            <p:cNvSpPr/>
            <p:nvPr/>
          </p:nvSpPr>
          <p:spPr>
            <a:xfrm>
              <a:off x="5614229" y="21464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8" name="pt11798"/>
            <p:cNvSpPr/>
            <p:nvPr/>
          </p:nvSpPr>
          <p:spPr>
            <a:xfrm>
              <a:off x="5644020" y="20692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9" name="pt11799"/>
            <p:cNvSpPr/>
            <p:nvPr/>
          </p:nvSpPr>
          <p:spPr>
            <a:xfrm>
              <a:off x="5264904" y="21628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0" name="pt11800"/>
            <p:cNvSpPr/>
            <p:nvPr/>
          </p:nvSpPr>
          <p:spPr>
            <a:xfrm>
              <a:off x="5446623" y="22502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1" name="pt11801"/>
            <p:cNvSpPr/>
            <p:nvPr/>
          </p:nvSpPr>
          <p:spPr>
            <a:xfrm>
              <a:off x="5242088" y="21036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2" name="pt11802"/>
            <p:cNvSpPr/>
            <p:nvPr/>
          </p:nvSpPr>
          <p:spPr>
            <a:xfrm>
              <a:off x="5228090" y="21987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3" name="pt11803"/>
            <p:cNvSpPr/>
            <p:nvPr/>
          </p:nvSpPr>
          <p:spPr>
            <a:xfrm>
              <a:off x="5026078" y="22963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4" name="pt11804"/>
            <p:cNvSpPr/>
            <p:nvPr/>
          </p:nvSpPr>
          <p:spPr>
            <a:xfrm>
              <a:off x="5605157" y="22411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5" name="pt11805"/>
            <p:cNvSpPr/>
            <p:nvPr/>
          </p:nvSpPr>
          <p:spPr>
            <a:xfrm>
              <a:off x="5633896" y="21717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6" name="pt11806"/>
            <p:cNvSpPr/>
            <p:nvPr/>
          </p:nvSpPr>
          <p:spPr>
            <a:xfrm>
              <a:off x="5284377" y="22032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7" name="pt11807"/>
            <p:cNvSpPr/>
            <p:nvPr/>
          </p:nvSpPr>
          <p:spPr>
            <a:xfrm>
              <a:off x="5553075" y="22527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8" name="pt11808"/>
            <p:cNvSpPr/>
            <p:nvPr/>
          </p:nvSpPr>
          <p:spPr>
            <a:xfrm>
              <a:off x="5146197" y="25628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9" name="pt11809"/>
            <p:cNvSpPr/>
            <p:nvPr/>
          </p:nvSpPr>
          <p:spPr>
            <a:xfrm>
              <a:off x="5154144" y="25211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0" name="pt11810"/>
            <p:cNvSpPr/>
            <p:nvPr/>
          </p:nvSpPr>
          <p:spPr>
            <a:xfrm>
              <a:off x="5505700" y="22189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1" name="pt11811"/>
            <p:cNvSpPr/>
            <p:nvPr/>
          </p:nvSpPr>
          <p:spPr>
            <a:xfrm>
              <a:off x="5541515" y="22489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2" name="pt11812"/>
            <p:cNvSpPr/>
            <p:nvPr/>
          </p:nvSpPr>
          <p:spPr>
            <a:xfrm>
              <a:off x="5662015" y="20247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3" name="pt11813"/>
            <p:cNvSpPr/>
            <p:nvPr/>
          </p:nvSpPr>
          <p:spPr>
            <a:xfrm>
              <a:off x="5585411" y="22331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4" name="pt11814"/>
            <p:cNvSpPr/>
            <p:nvPr/>
          </p:nvSpPr>
          <p:spPr>
            <a:xfrm>
              <a:off x="5464078" y="20538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5" name="pt11815"/>
            <p:cNvSpPr/>
            <p:nvPr/>
          </p:nvSpPr>
          <p:spPr>
            <a:xfrm>
              <a:off x="5747774" y="19245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6" name="pt11816"/>
            <p:cNvSpPr/>
            <p:nvPr/>
          </p:nvSpPr>
          <p:spPr>
            <a:xfrm>
              <a:off x="5627346" y="18258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7" name="pt11817"/>
            <p:cNvSpPr/>
            <p:nvPr/>
          </p:nvSpPr>
          <p:spPr>
            <a:xfrm>
              <a:off x="5583929" y="22769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8" name="pt11818"/>
            <p:cNvSpPr/>
            <p:nvPr/>
          </p:nvSpPr>
          <p:spPr>
            <a:xfrm>
              <a:off x="5407997" y="22401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9" name="pt11819"/>
            <p:cNvSpPr/>
            <p:nvPr/>
          </p:nvSpPr>
          <p:spPr>
            <a:xfrm>
              <a:off x="5311558" y="2195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0" name="pt11820"/>
            <p:cNvSpPr/>
            <p:nvPr/>
          </p:nvSpPr>
          <p:spPr>
            <a:xfrm>
              <a:off x="5375738" y="22734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1" name="pt11821"/>
            <p:cNvSpPr/>
            <p:nvPr/>
          </p:nvSpPr>
          <p:spPr>
            <a:xfrm>
              <a:off x="5329680" y="22205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2" name="pt11822"/>
            <p:cNvSpPr/>
            <p:nvPr/>
          </p:nvSpPr>
          <p:spPr>
            <a:xfrm>
              <a:off x="5452130" y="21541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3" name="pt11823"/>
            <p:cNvSpPr/>
            <p:nvPr/>
          </p:nvSpPr>
          <p:spPr>
            <a:xfrm>
              <a:off x="5333987" y="22368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4" name="pt11824"/>
            <p:cNvSpPr/>
            <p:nvPr/>
          </p:nvSpPr>
          <p:spPr>
            <a:xfrm>
              <a:off x="5764563" y="20500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5" name="pt11825"/>
            <p:cNvSpPr/>
            <p:nvPr/>
          </p:nvSpPr>
          <p:spPr>
            <a:xfrm>
              <a:off x="5136772" y="25464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6" name="pt11826"/>
            <p:cNvSpPr/>
            <p:nvPr/>
          </p:nvSpPr>
          <p:spPr>
            <a:xfrm>
              <a:off x="5605515" y="21228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7" name="pt11827"/>
            <p:cNvSpPr/>
            <p:nvPr/>
          </p:nvSpPr>
          <p:spPr>
            <a:xfrm>
              <a:off x="5245355" y="21467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8" name="pt11828"/>
            <p:cNvSpPr/>
            <p:nvPr/>
          </p:nvSpPr>
          <p:spPr>
            <a:xfrm>
              <a:off x="5366565" y="21561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9" name="pt11829"/>
            <p:cNvSpPr/>
            <p:nvPr/>
          </p:nvSpPr>
          <p:spPr>
            <a:xfrm>
              <a:off x="4962556" y="21645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0" name="pt11830"/>
            <p:cNvSpPr/>
            <p:nvPr/>
          </p:nvSpPr>
          <p:spPr>
            <a:xfrm>
              <a:off x="5159513" y="26637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1" name="pt11831"/>
            <p:cNvSpPr/>
            <p:nvPr/>
          </p:nvSpPr>
          <p:spPr>
            <a:xfrm>
              <a:off x="5384512" y="21790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2" name="pt11832"/>
            <p:cNvSpPr/>
            <p:nvPr/>
          </p:nvSpPr>
          <p:spPr>
            <a:xfrm>
              <a:off x="5454030" y="23009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3" name="pt11833"/>
            <p:cNvSpPr/>
            <p:nvPr/>
          </p:nvSpPr>
          <p:spPr>
            <a:xfrm>
              <a:off x="5921586" y="16763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4" name="pt11834"/>
            <p:cNvSpPr/>
            <p:nvPr/>
          </p:nvSpPr>
          <p:spPr>
            <a:xfrm>
              <a:off x="5309121" y="20287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5" name="pt11835"/>
            <p:cNvSpPr/>
            <p:nvPr/>
          </p:nvSpPr>
          <p:spPr>
            <a:xfrm>
              <a:off x="5416134" y="19402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6" name="pt11836"/>
            <p:cNvSpPr/>
            <p:nvPr/>
          </p:nvSpPr>
          <p:spPr>
            <a:xfrm>
              <a:off x="5510579" y="22078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7" name="pt11837"/>
            <p:cNvSpPr/>
            <p:nvPr/>
          </p:nvSpPr>
          <p:spPr>
            <a:xfrm>
              <a:off x="5576477" y="23244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8" name="pt11838"/>
            <p:cNvSpPr/>
            <p:nvPr/>
          </p:nvSpPr>
          <p:spPr>
            <a:xfrm>
              <a:off x="5745554" y="19548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9" name="pt11839"/>
            <p:cNvSpPr/>
            <p:nvPr/>
          </p:nvSpPr>
          <p:spPr>
            <a:xfrm>
              <a:off x="5564352" y="2178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0" name="pt11840"/>
            <p:cNvSpPr/>
            <p:nvPr/>
          </p:nvSpPr>
          <p:spPr>
            <a:xfrm>
              <a:off x="5365832" y="22706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1" name="pt11841"/>
            <p:cNvSpPr/>
            <p:nvPr/>
          </p:nvSpPr>
          <p:spPr>
            <a:xfrm>
              <a:off x="5131911" y="25739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2" name="pt11842"/>
            <p:cNvSpPr/>
            <p:nvPr/>
          </p:nvSpPr>
          <p:spPr>
            <a:xfrm>
              <a:off x="5372682" y="22539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3" name="pt11843"/>
            <p:cNvSpPr/>
            <p:nvPr/>
          </p:nvSpPr>
          <p:spPr>
            <a:xfrm>
              <a:off x="5429279" y="23077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4" name="pt11844"/>
            <p:cNvSpPr/>
            <p:nvPr/>
          </p:nvSpPr>
          <p:spPr>
            <a:xfrm>
              <a:off x="5452715" y="2192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5" name="pt11845"/>
            <p:cNvSpPr/>
            <p:nvPr/>
          </p:nvSpPr>
          <p:spPr>
            <a:xfrm>
              <a:off x="5309158" y="19728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6" name="pt11846"/>
            <p:cNvSpPr/>
            <p:nvPr/>
          </p:nvSpPr>
          <p:spPr>
            <a:xfrm>
              <a:off x="5573252" y="22668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7" name="pt11847"/>
            <p:cNvSpPr/>
            <p:nvPr/>
          </p:nvSpPr>
          <p:spPr>
            <a:xfrm>
              <a:off x="4831786" y="25125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8" name="pt11848"/>
            <p:cNvSpPr/>
            <p:nvPr/>
          </p:nvSpPr>
          <p:spPr>
            <a:xfrm>
              <a:off x="5730569" y="17492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9" name="pt11849"/>
            <p:cNvSpPr/>
            <p:nvPr/>
          </p:nvSpPr>
          <p:spPr>
            <a:xfrm>
              <a:off x="5472773" y="19912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0" name="pt11850"/>
            <p:cNvSpPr/>
            <p:nvPr/>
          </p:nvSpPr>
          <p:spPr>
            <a:xfrm>
              <a:off x="5068374" y="23910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1" name="pt11851"/>
            <p:cNvSpPr/>
            <p:nvPr/>
          </p:nvSpPr>
          <p:spPr>
            <a:xfrm>
              <a:off x="5595683" y="20216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2" name="pt11852"/>
            <p:cNvSpPr/>
            <p:nvPr/>
          </p:nvSpPr>
          <p:spPr>
            <a:xfrm>
              <a:off x="5970938" y="16163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3" name="pt11853"/>
            <p:cNvSpPr/>
            <p:nvPr/>
          </p:nvSpPr>
          <p:spPr>
            <a:xfrm>
              <a:off x="5079588" y="24908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4" name="pt11854"/>
            <p:cNvSpPr/>
            <p:nvPr/>
          </p:nvSpPr>
          <p:spPr>
            <a:xfrm>
              <a:off x="5157316" y="25635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5" name="pt11855"/>
            <p:cNvSpPr/>
            <p:nvPr/>
          </p:nvSpPr>
          <p:spPr>
            <a:xfrm>
              <a:off x="5587590" y="21938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6" name="pt11856"/>
            <p:cNvSpPr/>
            <p:nvPr/>
          </p:nvSpPr>
          <p:spPr>
            <a:xfrm>
              <a:off x="5395032" y="21637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7" name="pt11857"/>
            <p:cNvSpPr/>
            <p:nvPr/>
          </p:nvSpPr>
          <p:spPr>
            <a:xfrm>
              <a:off x="5453478" y="21875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8" name="pt11858"/>
            <p:cNvSpPr/>
            <p:nvPr/>
          </p:nvSpPr>
          <p:spPr>
            <a:xfrm>
              <a:off x="5517397" y="21663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9" name="pt11859"/>
            <p:cNvSpPr/>
            <p:nvPr/>
          </p:nvSpPr>
          <p:spPr>
            <a:xfrm>
              <a:off x="5399419" y="20812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0" name="pt11860"/>
            <p:cNvSpPr/>
            <p:nvPr/>
          </p:nvSpPr>
          <p:spPr>
            <a:xfrm>
              <a:off x="5763946" y="20624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1" name="pt11861"/>
            <p:cNvSpPr/>
            <p:nvPr/>
          </p:nvSpPr>
          <p:spPr>
            <a:xfrm>
              <a:off x="5677620" y="17689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2" name="pt11862"/>
            <p:cNvSpPr/>
            <p:nvPr/>
          </p:nvSpPr>
          <p:spPr>
            <a:xfrm>
              <a:off x="5548360" y="21822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3" name="pt11863"/>
            <p:cNvSpPr/>
            <p:nvPr/>
          </p:nvSpPr>
          <p:spPr>
            <a:xfrm>
              <a:off x="5540693" y="22727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4" name="pt11864"/>
            <p:cNvSpPr/>
            <p:nvPr/>
          </p:nvSpPr>
          <p:spPr>
            <a:xfrm>
              <a:off x="5452772" y="21362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5" name="pt11865"/>
            <p:cNvSpPr/>
            <p:nvPr/>
          </p:nvSpPr>
          <p:spPr>
            <a:xfrm>
              <a:off x="5710314" y="20376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6" name="pt11866"/>
            <p:cNvSpPr/>
            <p:nvPr/>
          </p:nvSpPr>
          <p:spPr>
            <a:xfrm>
              <a:off x="5453274" y="22306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7" name="pt11867"/>
            <p:cNvSpPr/>
            <p:nvPr/>
          </p:nvSpPr>
          <p:spPr>
            <a:xfrm>
              <a:off x="5155653" y="26341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8" name="pt11868"/>
            <p:cNvSpPr/>
            <p:nvPr/>
          </p:nvSpPr>
          <p:spPr>
            <a:xfrm>
              <a:off x="5823407" y="18911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9" name="pt11869"/>
            <p:cNvSpPr/>
            <p:nvPr/>
          </p:nvSpPr>
          <p:spPr>
            <a:xfrm>
              <a:off x="5529878" y="22169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0" name="pt11870"/>
            <p:cNvSpPr/>
            <p:nvPr/>
          </p:nvSpPr>
          <p:spPr>
            <a:xfrm>
              <a:off x="5632262" y="20948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1" name="pt11871"/>
            <p:cNvSpPr/>
            <p:nvPr/>
          </p:nvSpPr>
          <p:spPr>
            <a:xfrm>
              <a:off x="5416841" y="21433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2" name="pt11872"/>
            <p:cNvSpPr/>
            <p:nvPr/>
          </p:nvSpPr>
          <p:spPr>
            <a:xfrm>
              <a:off x="5025774" y="25951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3" name="pt11873"/>
            <p:cNvSpPr/>
            <p:nvPr/>
          </p:nvSpPr>
          <p:spPr>
            <a:xfrm>
              <a:off x="5181604" y="24752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4" name="pt11874"/>
            <p:cNvSpPr/>
            <p:nvPr/>
          </p:nvSpPr>
          <p:spPr>
            <a:xfrm>
              <a:off x="5364812" y="22405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5" name="pt11875"/>
            <p:cNvSpPr/>
            <p:nvPr/>
          </p:nvSpPr>
          <p:spPr>
            <a:xfrm>
              <a:off x="5679771" y="1771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6" name="pt11876"/>
            <p:cNvSpPr/>
            <p:nvPr/>
          </p:nvSpPr>
          <p:spPr>
            <a:xfrm>
              <a:off x="5876345" y="13575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7" name="pt11877"/>
            <p:cNvSpPr/>
            <p:nvPr/>
          </p:nvSpPr>
          <p:spPr>
            <a:xfrm>
              <a:off x="5571883" y="21644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8" name="pt11878"/>
            <p:cNvSpPr/>
            <p:nvPr/>
          </p:nvSpPr>
          <p:spPr>
            <a:xfrm>
              <a:off x="5321257" y="22163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9" name="pt11879"/>
            <p:cNvSpPr/>
            <p:nvPr/>
          </p:nvSpPr>
          <p:spPr>
            <a:xfrm>
              <a:off x="5383707" y="2197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0" name="pt11880"/>
            <p:cNvSpPr/>
            <p:nvPr/>
          </p:nvSpPr>
          <p:spPr>
            <a:xfrm>
              <a:off x="5631709" y="21545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1" name="pt11881"/>
            <p:cNvSpPr/>
            <p:nvPr/>
          </p:nvSpPr>
          <p:spPr>
            <a:xfrm>
              <a:off x="5616675" y="20225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2" name="pt11882"/>
            <p:cNvSpPr/>
            <p:nvPr/>
          </p:nvSpPr>
          <p:spPr>
            <a:xfrm>
              <a:off x="5314522" y="21674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3" name="pt11883"/>
            <p:cNvSpPr/>
            <p:nvPr/>
          </p:nvSpPr>
          <p:spPr>
            <a:xfrm>
              <a:off x="5250362" y="17904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4" name="pt11884"/>
            <p:cNvSpPr/>
            <p:nvPr/>
          </p:nvSpPr>
          <p:spPr>
            <a:xfrm>
              <a:off x="5668056" y="21421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5" name="pt11885"/>
            <p:cNvSpPr/>
            <p:nvPr/>
          </p:nvSpPr>
          <p:spPr>
            <a:xfrm>
              <a:off x="5346056" y="21552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6" name="pt11886"/>
            <p:cNvSpPr/>
            <p:nvPr/>
          </p:nvSpPr>
          <p:spPr>
            <a:xfrm>
              <a:off x="5112469" y="21917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7" name="pt11887"/>
            <p:cNvSpPr/>
            <p:nvPr/>
          </p:nvSpPr>
          <p:spPr>
            <a:xfrm>
              <a:off x="5211181" y="21473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8" name="pt11888"/>
            <p:cNvSpPr/>
            <p:nvPr/>
          </p:nvSpPr>
          <p:spPr>
            <a:xfrm>
              <a:off x="5574311" y="22879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9" name="pt11889"/>
            <p:cNvSpPr/>
            <p:nvPr/>
          </p:nvSpPr>
          <p:spPr>
            <a:xfrm>
              <a:off x="5531640" y="22407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0" name="pt11890"/>
            <p:cNvSpPr/>
            <p:nvPr/>
          </p:nvSpPr>
          <p:spPr>
            <a:xfrm>
              <a:off x="5715064" y="20417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1" name="pt11891"/>
            <p:cNvSpPr/>
            <p:nvPr/>
          </p:nvSpPr>
          <p:spPr>
            <a:xfrm>
              <a:off x="4959086" y="19390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2" name="pt11892"/>
            <p:cNvSpPr/>
            <p:nvPr/>
          </p:nvSpPr>
          <p:spPr>
            <a:xfrm>
              <a:off x="5669076" y="19914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3" name="pt11893"/>
            <p:cNvSpPr/>
            <p:nvPr/>
          </p:nvSpPr>
          <p:spPr>
            <a:xfrm>
              <a:off x="5794789" y="18140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4" name="pt11894"/>
            <p:cNvSpPr/>
            <p:nvPr/>
          </p:nvSpPr>
          <p:spPr>
            <a:xfrm>
              <a:off x="5064261" y="2470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5" name="pt11895"/>
            <p:cNvSpPr/>
            <p:nvPr/>
          </p:nvSpPr>
          <p:spPr>
            <a:xfrm>
              <a:off x="5262859" y="21619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6" name="pt11896"/>
            <p:cNvSpPr/>
            <p:nvPr/>
          </p:nvSpPr>
          <p:spPr>
            <a:xfrm>
              <a:off x="5861685" y="19548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7" name="pt11897"/>
            <p:cNvSpPr/>
            <p:nvPr/>
          </p:nvSpPr>
          <p:spPr>
            <a:xfrm>
              <a:off x="5586551" y="22767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8" name="pt11898"/>
            <p:cNvSpPr/>
            <p:nvPr/>
          </p:nvSpPr>
          <p:spPr>
            <a:xfrm>
              <a:off x="5202715" y="21805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9" name="pt11899"/>
            <p:cNvSpPr/>
            <p:nvPr/>
          </p:nvSpPr>
          <p:spPr>
            <a:xfrm>
              <a:off x="5384499" y="2105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0" name="pt11900"/>
            <p:cNvSpPr/>
            <p:nvPr/>
          </p:nvSpPr>
          <p:spPr>
            <a:xfrm>
              <a:off x="5307247" y="20613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1" name="pt11901"/>
            <p:cNvSpPr/>
            <p:nvPr/>
          </p:nvSpPr>
          <p:spPr>
            <a:xfrm>
              <a:off x="5415121" y="21354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2" name="pt11902"/>
            <p:cNvSpPr/>
            <p:nvPr/>
          </p:nvSpPr>
          <p:spPr>
            <a:xfrm>
              <a:off x="5321108" y="21407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3" name="pt11903"/>
            <p:cNvSpPr/>
            <p:nvPr/>
          </p:nvSpPr>
          <p:spPr>
            <a:xfrm>
              <a:off x="5648250" y="20900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4" name="pt11904"/>
            <p:cNvSpPr/>
            <p:nvPr/>
          </p:nvSpPr>
          <p:spPr>
            <a:xfrm>
              <a:off x="5144032" y="26766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5" name="pt11905"/>
            <p:cNvSpPr/>
            <p:nvPr/>
          </p:nvSpPr>
          <p:spPr>
            <a:xfrm>
              <a:off x="5420801" y="22192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6" name="pt11906"/>
            <p:cNvSpPr/>
            <p:nvPr/>
          </p:nvSpPr>
          <p:spPr>
            <a:xfrm>
              <a:off x="5654324" y="19613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7" name="pt11907"/>
            <p:cNvSpPr/>
            <p:nvPr/>
          </p:nvSpPr>
          <p:spPr>
            <a:xfrm>
              <a:off x="4950628" y="15032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8" name="pt11908"/>
            <p:cNvSpPr/>
            <p:nvPr/>
          </p:nvSpPr>
          <p:spPr>
            <a:xfrm>
              <a:off x="5127344" y="26674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9" name="pt11909"/>
            <p:cNvSpPr/>
            <p:nvPr/>
          </p:nvSpPr>
          <p:spPr>
            <a:xfrm>
              <a:off x="5227375" y="2131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0" name="pt11910"/>
            <p:cNvSpPr/>
            <p:nvPr/>
          </p:nvSpPr>
          <p:spPr>
            <a:xfrm>
              <a:off x="5522880" y="21196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1" name="pt11911"/>
            <p:cNvSpPr/>
            <p:nvPr/>
          </p:nvSpPr>
          <p:spPr>
            <a:xfrm>
              <a:off x="5704134" y="20102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2" name="pt11912"/>
            <p:cNvSpPr/>
            <p:nvPr/>
          </p:nvSpPr>
          <p:spPr>
            <a:xfrm>
              <a:off x="5505401" y="21631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3" name="pt11913"/>
            <p:cNvSpPr/>
            <p:nvPr/>
          </p:nvSpPr>
          <p:spPr>
            <a:xfrm>
              <a:off x="5676925" y="17006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4" name="pt11914"/>
            <p:cNvSpPr/>
            <p:nvPr/>
          </p:nvSpPr>
          <p:spPr>
            <a:xfrm>
              <a:off x="5156818" y="2665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5" name="pt11915"/>
            <p:cNvSpPr/>
            <p:nvPr/>
          </p:nvSpPr>
          <p:spPr>
            <a:xfrm>
              <a:off x="5367797" y="22423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6" name="pt11916"/>
            <p:cNvSpPr/>
            <p:nvPr/>
          </p:nvSpPr>
          <p:spPr>
            <a:xfrm>
              <a:off x="5590435" y="19101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7" name="pt11917"/>
            <p:cNvSpPr/>
            <p:nvPr/>
          </p:nvSpPr>
          <p:spPr>
            <a:xfrm>
              <a:off x="5276121" y="22766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8" name="pt11918"/>
            <p:cNvSpPr/>
            <p:nvPr/>
          </p:nvSpPr>
          <p:spPr>
            <a:xfrm>
              <a:off x="5540669" y="21611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9" name="pt11919"/>
            <p:cNvSpPr/>
            <p:nvPr/>
          </p:nvSpPr>
          <p:spPr>
            <a:xfrm>
              <a:off x="4906920" y="26356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0" name="pt11920"/>
            <p:cNvSpPr/>
            <p:nvPr/>
          </p:nvSpPr>
          <p:spPr>
            <a:xfrm>
              <a:off x="5202962" y="21549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1" name="pt11921"/>
            <p:cNvSpPr/>
            <p:nvPr/>
          </p:nvSpPr>
          <p:spPr>
            <a:xfrm>
              <a:off x="5283595" y="21081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2" name="pt11922"/>
            <p:cNvSpPr/>
            <p:nvPr/>
          </p:nvSpPr>
          <p:spPr>
            <a:xfrm>
              <a:off x="5792621" y="19040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3" name="pt11923"/>
            <p:cNvSpPr/>
            <p:nvPr/>
          </p:nvSpPr>
          <p:spPr>
            <a:xfrm>
              <a:off x="5800513" y="17849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4" name="pt11924"/>
            <p:cNvSpPr/>
            <p:nvPr/>
          </p:nvSpPr>
          <p:spPr>
            <a:xfrm>
              <a:off x="5090869" y="2546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5" name="pt11925"/>
            <p:cNvSpPr/>
            <p:nvPr/>
          </p:nvSpPr>
          <p:spPr>
            <a:xfrm>
              <a:off x="5648795" y="1898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6" name="pt11926"/>
            <p:cNvSpPr/>
            <p:nvPr/>
          </p:nvSpPr>
          <p:spPr>
            <a:xfrm>
              <a:off x="5406490" y="22273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7" name="pt11927"/>
            <p:cNvSpPr/>
            <p:nvPr/>
          </p:nvSpPr>
          <p:spPr>
            <a:xfrm>
              <a:off x="5721485" y="17476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8" name="pt11928"/>
            <p:cNvSpPr/>
            <p:nvPr/>
          </p:nvSpPr>
          <p:spPr>
            <a:xfrm>
              <a:off x="5425491" y="22358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9" name="pt11929"/>
            <p:cNvSpPr/>
            <p:nvPr/>
          </p:nvSpPr>
          <p:spPr>
            <a:xfrm>
              <a:off x="5106035" y="18643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0" name="pt11930"/>
            <p:cNvSpPr/>
            <p:nvPr/>
          </p:nvSpPr>
          <p:spPr>
            <a:xfrm>
              <a:off x="5107891" y="19434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1" name="pt11931"/>
            <p:cNvSpPr/>
            <p:nvPr/>
          </p:nvSpPr>
          <p:spPr>
            <a:xfrm>
              <a:off x="5361000" y="22192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2" name="pt11932"/>
            <p:cNvSpPr/>
            <p:nvPr/>
          </p:nvSpPr>
          <p:spPr>
            <a:xfrm>
              <a:off x="6090349" y="18307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3" name="pt11933"/>
            <p:cNvSpPr/>
            <p:nvPr/>
          </p:nvSpPr>
          <p:spPr>
            <a:xfrm>
              <a:off x="5362750" y="2243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4" name="pt11934"/>
            <p:cNvSpPr/>
            <p:nvPr/>
          </p:nvSpPr>
          <p:spPr>
            <a:xfrm>
              <a:off x="5511967" y="21560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5" name="pt11935"/>
            <p:cNvSpPr/>
            <p:nvPr/>
          </p:nvSpPr>
          <p:spPr>
            <a:xfrm>
              <a:off x="5615574" y="20044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6" name="pt11936"/>
            <p:cNvSpPr/>
            <p:nvPr/>
          </p:nvSpPr>
          <p:spPr>
            <a:xfrm>
              <a:off x="5853699" y="18554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7" name="pt11937"/>
            <p:cNvSpPr/>
            <p:nvPr/>
          </p:nvSpPr>
          <p:spPr>
            <a:xfrm>
              <a:off x="5565923" y="22211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8" name="pt11938"/>
            <p:cNvSpPr/>
            <p:nvPr/>
          </p:nvSpPr>
          <p:spPr>
            <a:xfrm>
              <a:off x="5438612" y="22269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9" name="pt11939"/>
            <p:cNvSpPr/>
            <p:nvPr/>
          </p:nvSpPr>
          <p:spPr>
            <a:xfrm>
              <a:off x="5256176" y="20334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0" name="pt11940"/>
            <p:cNvSpPr/>
            <p:nvPr/>
          </p:nvSpPr>
          <p:spPr>
            <a:xfrm>
              <a:off x="5591630" y="20866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1" name="pt11941"/>
            <p:cNvSpPr/>
            <p:nvPr/>
          </p:nvSpPr>
          <p:spPr>
            <a:xfrm>
              <a:off x="5669921" y="17993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2" name="pt11942"/>
            <p:cNvSpPr/>
            <p:nvPr/>
          </p:nvSpPr>
          <p:spPr>
            <a:xfrm>
              <a:off x="5693000" y="21016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3" name="pt11943"/>
            <p:cNvSpPr/>
            <p:nvPr/>
          </p:nvSpPr>
          <p:spPr>
            <a:xfrm>
              <a:off x="5547511" y="21658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4" name="pt11944"/>
            <p:cNvSpPr/>
            <p:nvPr/>
          </p:nvSpPr>
          <p:spPr>
            <a:xfrm>
              <a:off x="5080731" y="27301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5" name="pt11945"/>
            <p:cNvSpPr/>
            <p:nvPr/>
          </p:nvSpPr>
          <p:spPr>
            <a:xfrm>
              <a:off x="5225351" y="21622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6" name="pt11946"/>
            <p:cNvSpPr/>
            <p:nvPr/>
          </p:nvSpPr>
          <p:spPr>
            <a:xfrm>
              <a:off x="5330305" y="21479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7" name="pt11947"/>
            <p:cNvSpPr/>
            <p:nvPr/>
          </p:nvSpPr>
          <p:spPr>
            <a:xfrm>
              <a:off x="5697886" y="19170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8" name="pt11948"/>
            <p:cNvSpPr/>
            <p:nvPr/>
          </p:nvSpPr>
          <p:spPr>
            <a:xfrm>
              <a:off x="5157166" y="26811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9" name="pt11949"/>
            <p:cNvSpPr/>
            <p:nvPr/>
          </p:nvSpPr>
          <p:spPr>
            <a:xfrm>
              <a:off x="5184237" y="24544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0" name="pt11950"/>
            <p:cNvSpPr/>
            <p:nvPr/>
          </p:nvSpPr>
          <p:spPr>
            <a:xfrm>
              <a:off x="5829216" y="18543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1" name="pt11951"/>
            <p:cNvSpPr/>
            <p:nvPr/>
          </p:nvSpPr>
          <p:spPr>
            <a:xfrm>
              <a:off x="5388642" y="21064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2" name="pt11952"/>
            <p:cNvSpPr/>
            <p:nvPr/>
          </p:nvSpPr>
          <p:spPr>
            <a:xfrm>
              <a:off x="5105919" y="16931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3" name="pt11953"/>
            <p:cNvSpPr/>
            <p:nvPr/>
          </p:nvSpPr>
          <p:spPr>
            <a:xfrm>
              <a:off x="5402428" y="22217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4" name="pt11954"/>
            <p:cNvSpPr/>
            <p:nvPr/>
          </p:nvSpPr>
          <p:spPr>
            <a:xfrm>
              <a:off x="5394135" y="22039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5" name="pt11955"/>
            <p:cNvSpPr/>
            <p:nvPr/>
          </p:nvSpPr>
          <p:spPr>
            <a:xfrm>
              <a:off x="5493696" y="21153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6" name="pt11956"/>
            <p:cNvSpPr/>
            <p:nvPr/>
          </p:nvSpPr>
          <p:spPr>
            <a:xfrm>
              <a:off x="5431784" y="22038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7" name="pt11957"/>
            <p:cNvSpPr/>
            <p:nvPr/>
          </p:nvSpPr>
          <p:spPr>
            <a:xfrm>
              <a:off x="5161486" y="25876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8" name="pt11958"/>
            <p:cNvSpPr/>
            <p:nvPr/>
          </p:nvSpPr>
          <p:spPr>
            <a:xfrm>
              <a:off x="5799819" y="18964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9" name="pt11959"/>
            <p:cNvSpPr/>
            <p:nvPr/>
          </p:nvSpPr>
          <p:spPr>
            <a:xfrm>
              <a:off x="5378261" y="22649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0" name="pt11960"/>
            <p:cNvSpPr/>
            <p:nvPr/>
          </p:nvSpPr>
          <p:spPr>
            <a:xfrm>
              <a:off x="5168729" y="26994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1" name="pt11961"/>
            <p:cNvSpPr/>
            <p:nvPr/>
          </p:nvSpPr>
          <p:spPr>
            <a:xfrm>
              <a:off x="5404156" y="21502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2" name="pt11962"/>
            <p:cNvSpPr/>
            <p:nvPr/>
          </p:nvSpPr>
          <p:spPr>
            <a:xfrm>
              <a:off x="5899213" y="18893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3" name="pt11963"/>
            <p:cNvSpPr/>
            <p:nvPr/>
          </p:nvSpPr>
          <p:spPr>
            <a:xfrm>
              <a:off x="5766628" y="20095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4" name="pt11964"/>
            <p:cNvSpPr/>
            <p:nvPr/>
          </p:nvSpPr>
          <p:spPr>
            <a:xfrm>
              <a:off x="5363577" y="21738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5" name="pt11965"/>
            <p:cNvSpPr/>
            <p:nvPr/>
          </p:nvSpPr>
          <p:spPr>
            <a:xfrm>
              <a:off x="5575501" y="23619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6" name="pt11966"/>
            <p:cNvSpPr/>
            <p:nvPr/>
          </p:nvSpPr>
          <p:spPr>
            <a:xfrm>
              <a:off x="5116012" y="25098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7" name="pt11967"/>
            <p:cNvSpPr/>
            <p:nvPr/>
          </p:nvSpPr>
          <p:spPr>
            <a:xfrm>
              <a:off x="5208073" y="21798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8" name="pt11968"/>
            <p:cNvSpPr/>
            <p:nvPr/>
          </p:nvSpPr>
          <p:spPr>
            <a:xfrm>
              <a:off x="4928809" y="18568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9" name="pt11969"/>
            <p:cNvSpPr/>
            <p:nvPr/>
          </p:nvSpPr>
          <p:spPr>
            <a:xfrm>
              <a:off x="5655355" y="20769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0" name="pt11970"/>
            <p:cNvSpPr/>
            <p:nvPr/>
          </p:nvSpPr>
          <p:spPr>
            <a:xfrm>
              <a:off x="5388160" y="20207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1" name="pt11971"/>
            <p:cNvSpPr/>
            <p:nvPr/>
          </p:nvSpPr>
          <p:spPr>
            <a:xfrm>
              <a:off x="5150137" y="25881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2" name="pt11972"/>
            <p:cNvSpPr/>
            <p:nvPr/>
          </p:nvSpPr>
          <p:spPr>
            <a:xfrm>
              <a:off x="5864094" y="19745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3" name="pt11973"/>
            <p:cNvSpPr/>
            <p:nvPr/>
          </p:nvSpPr>
          <p:spPr>
            <a:xfrm>
              <a:off x="5404142" y="22519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4" name="pt11974"/>
            <p:cNvSpPr/>
            <p:nvPr/>
          </p:nvSpPr>
          <p:spPr>
            <a:xfrm>
              <a:off x="5522269" y="21311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5" name="pt11975"/>
            <p:cNvSpPr/>
            <p:nvPr/>
          </p:nvSpPr>
          <p:spPr>
            <a:xfrm>
              <a:off x="5679388" y="17373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6" name="pt11976"/>
            <p:cNvSpPr/>
            <p:nvPr/>
          </p:nvSpPr>
          <p:spPr>
            <a:xfrm>
              <a:off x="5349824" y="22038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7" name="pt11977"/>
            <p:cNvSpPr/>
            <p:nvPr/>
          </p:nvSpPr>
          <p:spPr>
            <a:xfrm>
              <a:off x="5489026" y="21874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8" name="pt11978"/>
            <p:cNvSpPr/>
            <p:nvPr/>
          </p:nvSpPr>
          <p:spPr>
            <a:xfrm>
              <a:off x="5312773" y="20696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9" name="pt11979"/>
            <p:cNvSpPr/>
            <p:nvPr/>
          </p:nvSpPr>
          <p:spPr>
            <a:xfrm>
              <a:off x="5331022" y="21725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0" name="pt11980"/>
            <p:cNvSpPr/>
            <p:nvPr/>
          </p:nvSpPr>
          <p:spPr>
            <a:xfrm>
              <a:off x="5486640" y="21932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1" name="pt11981"/>
            <p:cNvSpPr/>
            <p:nvPr/>
          </p:nvSpPr>
          <p:spPr>
            <a:xfrm>
              <a:off x="5450795" y="23009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2" name="pt11982"/>
            <p:cNvSpPr/>
            <p:nvPr/>
          </p:nvSpPr>
          <p:spPr>
            <a:xfrm>
              <a:off x="5276626" y="21976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3" name="pt11983"/>
            <p:cNvSpPr/>
            <p:nvPr/>
          </p:nvSpPr>
          <p:spPr>
            <a:xfrm>
              <a:off x="5256557" y="21560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4" name="pt11984"/>
            <p:cNvSpPr/>
            <p:nvPr/>
          </p:nvSpPr>
          <p:spPr>
            <a:xfrm>
              <a:off x="5291591" y="20676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5" name="pt11985"/>
            <p:cNvSpPr/>
            <p:nvPr/>
          </p:nvSpPr>
          <p:spPr>
            <a:xfrm>
              <a:off x="5233790" y="21478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6" name="pt11986"/>
            <p:cNvSpPr/>
            <p:nvPr/>
          </p:nvSpPr>
          <p:spPr>
            <a:xfrm>
              <a:off x="5349892" y="22304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7" name="pt11987"/>
            <p:cNvSpPr/>
            <p:nvPr/>
          </p:nvSpPr>
          <p:spPr>
            <a:xfrm>
              <a:off x="5136885" y="26862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8" name="pt11988"/>
            <p:cNvSpPr/>
            <p:nvPr/>
          </p:nvSpPr>
          <p:spPr>
            <a:xfrm>
              <a:off x="5321821" y="22440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9" name="pt11989"/>
            <p:cNvSpPr/>
            <p:nvPr/>
          </p:nvSpPr>
          <p:spPr>
            <a:xfrm>
              <a:off x="5384666" y="21743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0" name="pt11990"/>
            <p:cNvSpPr/>
            <p:nvPr/>
          </p:nvSpPr>
          <p:spPr>
            <a:xfrm>
              <a:off x="5464831" y="20067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1" name="pt11991"/>
            <p:cNvSpPr/>
            <p:nvPr/>
          </p:nvSpPr>
          <p:spPr>
            <a:xfrm>
              <a:off x="5649361" y="19853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2" name="pt11992"/>
            <p:cNvSpPr/>
            <p:nvPr/>
          </p:nvSpPr>
          <p:spPr>
            <a:xfrm>
              <a:off x="5147127" y="26587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3" name="pt11993"/>
            <p:cNvSpPr/>
            <p:nvPr/>
          </p:nvSpPr>
          <p:spPr>
            <a:xfrm>
              <a:off x="5499621" y="21374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4" name="pt11994"/>
            <p:cNvSpPr/>
            <p:nvPr/>
          </p:nvSpPr>
          <p:spPr>
            <a:xfrm>
              <a:off x="5697187" y="19031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5" name="pt11995"/>
            <p:cNvSpPr/>
            <p:nvPr/>
          </p:nvSpPr>
          <p:spPr>
            <a:xfrm>
              <a:off x="5419868" y="22472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6" name="pt11996"/>
            <p:cNvSpPr/>
            <p:nvPr/>
          </p:nvSpPr>
          <p:spPr>
            <a:xfrm>
              <a:off x="5403213" y="22423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7" name="pt11997"/>
            <p:cNvSpPr/>
            <p:nvPr/>
          </p:nvSpPr>
          <p:spPr>
            <a:xfrm>
              <a:off x="4844665" y="23805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8" name="pt11998"/>
            <p:cNvSpPr/>
            <p:nvPr/>
          </p:nvSpPr>
          <p:spPr>
            <a:xfrm>
              <a:off x="5761517" y="19514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9" name="pt11999"/>
            <p:cNvSpPr/>
            <p:nvPr/>
          </p:nvSpPr>
          <p:spPr>
            <a:xfrm>
              <a:off x="5487133" y="19461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0" name="pt12000"/>
            <p:cNvSpPr/>
            <p:nvPr/>
          </p:nvSpPr>
          <p:spPr>
            <a:xfrm>
              <a:off x="5330831" y="22210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1" name="pt12001"/>
            <p:cNvSpPr/>
            <p:nvPr/>
          </p:nvSpPr>
          <p:spPr>
            <a:xfrm>
              <a:off x="5510692" y="22282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2" name="pt12002"/>
            <p:cNvSpPr/>
            <p:nvPr/>
          </p:nvSpPr>
          <p:spPr>
            <a:xfrm>
              <a:off x="5319848" y="21361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3" name="pt12003"/>
            <p:cNvSpPr/>
            <p:nvPr/>
          </p:nvSpPr>
          <p:spPr>
            <a:xfrm>
              <a:off x="5326123" y="21962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4" name="pt12004"/>
            <p:cNvSpPr/>
            <p:nvPr/>
          </p:nvSpPr>
          <p:spPr>
            <a:xfrm>
              <a:off x="5722366" y="18071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5" name="pt12005"/>
            <p:cNvSpPr/>
            <p:nvPr/>
          </p:nvSpPr>
          <p:spPr>
            <a:xfrm>
              <a:off x="5498062" y="22355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6" name="pt12006"/>
            <p:cNvSpPr/>
            <p:nvPr/>
          </p:nvSpPr>
          <p:spPr>
            <a:xfrm>
              <a:off x="5147433" y="26772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7" name="pt12007"/>
            <p:cNvSpPr/>
            <p:nvPr/>
          </p:nvSpPr>
          <p:spPr>
            <a:xfrm>
              <a:off x="5313453" y="20795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8" name="pt12008"/>
            <p:cNvSpPr/>
            <p:nvPr/>
          </p:nvSpPr>
          <p:spPr>
            <a:xfrm>
              <a:off x="5333055" y="2252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9" name="pt12009"/>
            <p:cNvSpPr/>
            <p:nvPr/>
          </p:nvSpPr>
          <p:spPr>
            <a:xfrm>
              <a:off x="5419039" y="20309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0" name="pt12010"/>
            <p:cNvSpPr/>
            <p:nvPr/>
          </p:nvSpPr>
          <p:spPr>
            <a:xfrm>
              <a:off x="5415438" y="20853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1" name="pt12011"/>
            <p:cNvSpPr/>
            <p:nvPr/>
          </p:nvSpPr>
          <p:spPr>
            <a:xfrm>
              <a:off x="5782042" y="20316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2" name="pt12012"/>
            <p:cNvSpPr/>
            <p:nvPr/>
          </p:nvSpPr>
          <p:spPr>
            <a:xfrm>
              <a:off x="5623856" y="19300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3" name="pt12013"/>
            <p:cNvSpPr/>
            <p:nvPr/>
          </p:nvSpPr>
          <p:spPr>
            <a:xfrm>
              <a:off x="5353780" y="22352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4" name="pt12014"/>
            <p:cNvSpPr/>
            <p:nvPr/>
          </p:nvSpPr>
          <p:spPr>
            <a:xfrm>
              <a:off x="5061476" y="23999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5" name="pt12015"/>
            <p:cNvSpPr/>
            <p:nvPr/>
          </p:nvSpPr>
          <p:spPr>
            <a:xfrm>
              <a:off x="5281038" y="2199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6" name="pt12016"/>
            <p:cNvSpPr/>
            <p:nvPr/>
          </p:nvSpPr>
          <p:spPr>
            <a:xfrm>
              <a:off x="5520195" y="22049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7" name="pt12017"/>
            <p:cNvSpPr/>
            <p:nvPr/>
          </p:nvSpPr>
          <p:spPr>
            <a:xfrm>
              <a:off x="5331983" y="21703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8" name="pt12018"/>
            <p:cNvSpPr/>
            <p:nvPr/>
          </p:nvSpPr>
          <p:spPr>
            <a:xfrm>
              <a:off x="5773294" y="19849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9" name="pt12019"/>
            <p:cNvSpPr/>
            <p:nvPr/>
          </p:nvSpPr>
          <p:spPr>
            <a:xfrm>
              <a:off x="5351819" y="21696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0" name="pt12020"/>
            <p:cNvSpPr/>
            <p:nvPr/>
          </p:nvSpPr>
          <p:spPr>
            <a:xfrm>
              <a:off x="5573941" y="22474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1" name="pt12021"/>
            <p:cNvSpPr/>
            <p:nvPr/>
          </p:nvSpPr>
          <p:spPr>
            <a:xfrm>
              <a:off x="5208855" y="2134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2" name="pt12022"/>
            <p:cNvSpPr/>
            <p:nvPr/>
          </p:nvSpPr>
          <p:spPr>
            <a:xfrm>
              <a:off x="5607883" y="19913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3" name="pt12023"/>
            <p:cNvSpPr/>
            <p:nvPr/>
          </p:nvSpPr>
          <p:spPr>
            <a:xfrm>
              <a:off x="5266558" y="22828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4" name="pt12024"/>
            <p:cNvSpPr/>
            <p:nvPr/>
          </p:nvSpPr>
          <p:spPr>
            <a:xfrm>
              <a:off x="5722100" y="1772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5" name="pt12025"/>
            <p:cNvSpPr/>
            <p:nvPr/>
          </p:nvSpPr>
          <p:spPr>
            <a:xfrm>
              <a:off x="5683175" y="16644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6" name="pt12026"/>
            <p:cNvSpPr/>
            <p:nvPr/>
          </p:nvSpPr>
          <p:spPr>
            <a:xfrm>
              <a:off x="5341409" y="22385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7" name="pt12027"/>
            <p:cNvSpPr/>
            <p:nvPr/>
          </p:nvSpPr>
          <p:spPr>
            <a:xfrm>
              <a:off x="5154530" y="27158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8" name="pt12028"/>
            <p:cNvSpPr/>
            <p:nvPr/>
          </p:nvSpPr>
          <p:spPr>
            <a:xfrm>
              <a:off x="5431725" y="22405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9" name="pt12029"/>
            <p:cNvSpPr/>
            <p:nvPr/>
          </p:nvSpPr>
          <p:spPr>
            <a:xfrm>
              <a:off x="5534240" y="22286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0" name="pt12030"/>
            <p:cNvSpPr/>
            <p:nvPr/>
          </p:nvSpPr>
          <p:spPr>
            <a:xfrm>
              <a:off x="5339763" y="22555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1" name="pt12031"/>
            <p:cNvSpPr/>
            <p:nvPr/>
          </p:nvSpPr>
          <p:spPr>
            <a:xfrm>
              <a:off x="5281056" y="23202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2" name="pt12032"/>
            <p:cNvSpPr/>
            <p:nvPr/>
          </p:nvSpPr>
          <p:spPr>
            <a:xfrm>
              <a:off x="5300305" y="22226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3" name="pt12033"/>
            <p:cNvSpPr/>
            <p:nvPr/>
          </p:nvSpPr>
          <p:spPr>
            <a:xfrm>
              <a:off x="5014242" y="27809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4" name="pt12034"/>
            <p:cNvSpPr/>
            <p:nvPr/>
          </p:nvSpPr>
          <p:spPr>
            <a:xfrm>
              <a:off x="5472009" y="18818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5" name="pt12035"/>
            <p:cNvSpPr/>
            <p:nvPr/>
          </p:nvSpPr>
          <p:spPr>
            <a:xfrm>
              <a:off x="5485682" y="20239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6" name="pt12036"/>
            <p:cNvSpPr/>
            <p:nvPr/>
          </p:nvSpPr>
          <p:spPr>
            <a:xfrm>
              <a:off x="5389271" y="21367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7" name="pt12037"/>
            <p:cNvSpPr/>
            <p:nvPr/>
          </p:nvSpPr>
          <p:spPr>
            <a:xfrm>
              <a:off x="5607692" y="19686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8" name="pt12038"/>
            <p:cNvSpPr/>
            <p:nvPr/>
          </p:nvSpPr>
          <p:spPr>
            <a:xfrm>
              <a:off x="5517808" y="22718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9" name="pt12039"/>
            <p:cNvSpPr/>
            <p:nvPr/>
          </p:nvSpPr>
          <p:spPr>
            <a:xfrm>
              <a:off x="5665874" y="1934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0" name="pt12040"/>
            <p:cNvSpPr/>
            <p:nvPr/>
          </p:nvSpPr>
          <p:spPr>
            <a:xfrm>
              <a:off x="5043397" y="25399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1" name="pt12041"/>
            <p:cNvSpPr/>
            <p:nvPr/>
          </p:nvSpPr>
          <p:spPr>
            <a:xfrm>
              <a:off x="5362735" y="22096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2" name="pt12042"/>
            <p:cNvSpPr/>
            <p:nvPr/>
          </p:nvSpPr>
          <p:spPr>
            <a:xfrm>
              <a:off x="5140776" y="24532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3" name="pt12043"/>
            <p:cNvSpPr/>
            <p:nvPr/>
          </p:nvSpPr>
          <p:spPr>
            <a:xfrm>
              <a:off x="5633305" y="20897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4" name="pt12044"/>
            <p:cNvSpPr/>
            <p:nvPr/>
          </p:nvSpPr>
          <p:spPr>
            <a:xfrm>
              <a:off x="5343981" y="21330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5" name="pt12045"/>
            <p:cNvSpPr/>
            <p:nvPr/>
          </p:nvSpPr>
          <p:spPr>
            <a:xfrm>
              <a:off x="5638863" y="21254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6" name="pt12046"/>
            <p:cNvSpPr/>
            <p:nvPr/>
          </p:nvSpPr>
          <p:spPr>
            <a:xfrm>
              <a:off x="5367372" y="22332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7" name="pt12047"/>
            <p:cNvSpPr/>
            <p:nvPr/>
          </p:nvSpPr>
          <p:spPr>
            <a:xfrm>
              <a:off x="5541584" y="21342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8" name="pt12048"/>
            <p:cNvSpPr/>
            <p:nvPr/>
          </p:nvSpPr>
          <p:spPr>
            <a:xfrm>
              <a:off x="4961093" y="20964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9" name="pt12049"/>
            <p:cNvSpPr/>
            <p:nvPr/>
          </p:nvSpPr>
          <p:spPr>
            <a:xfrm>
              <a:off x="5470461" y="19036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0" name="pt12050"/>
            <p:cNvSpPr/>
            <p:nvPr/>
          </p:nvSpPr>
          <p:spPr>
            <a:xfrm>
              <a:off x="5043279" y="24627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1" name="pt12051"/>
            <p:cNvSpPr/>
            <p:nvPr/>
          </p:nvSpPr>
          <p:spPr>
            <a:xfrm>
              <a:off x="5212886" y="22215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2" name="pt12052"/>
            <p:cNvSpPr/>
            <p:nvPr/>
          </p:nvSpPr>
          <p:spPr>
            <a:xfrm>
              <a:off x="4842613" y="23278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3" name="pt12053"/>
            <p:cNvSpPr/>
            <p:nvPr/>
          </p:nvSpPr>
          <p:spPr>
            <a:xfrm>
              <a:off x="5354150" y="22078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4" name="pt12054"/>
            <p:cNvSpPr/>
            <p:nvPr/>
          </p:nvSpPr>
          <p:spPr>
            <a:xfrm>
              <a:off x="5462017" y="21380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5" name="pt12055"/>
            <p:cNvSpPr/>
            <p:nvPr/>
          </p:nvSpPr>
          <p:spPr>
            <a:xfrm>
              <a:off x="5093817" y="23543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6" name="pt12056"/>
            <p:cNvSpPr/>
            <p:nvPr/>
          </p:nvSpPr>
          <p:spPr>
            <a:xfrm>
              <a:off x="5741226" y="19533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7" name="pt12057"/>
            <p:cNvSpPr/>
            <p:nvPr/>
          </p:nvSpPr>
          <p:spPr>
            <a:xfrm>
              <a:off x="5642855" y="20778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8" name="pt12058"/>
            <p:cNvSpPr/>
            <p:nvPr/>
          </p:nvSpPr>
          <p:spPr>
            <a:xfrm>
              <a:off x="5528450" y="22073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9" name="pt12059"/>
            <p:cNvSpPr/>
            <p:nvPr/>
          </p:nvSpPr>
          <p:spPr>
            <a:xfrm>
              <a:off x="5546049" y="20372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0" name="pt12060"/>
            <p:cNvSpPr/>
            <p:nvPr/>
          </p:nvSpPr>
          <p:spPr>
            <a:xfrm>
              <a:off x="5607190" y="19685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1" name="pt12061"/>
            <p:cNvSpPr/>
            <p:nvPr/>
          </p:nvSpPr>
          <p:spPr>
            <a:xfrm>
              <a:off x="5333870" y="22149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2" name="pt12062"/>
            <p:cNvSpPr/>
            <p:nvPr/>
          </p:nvSpPr>
          <p:spPr>
            <a:xfrm>
              <a:off x="4989809" y="23785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3" name="pt12063"/>
            <p:cNvSpPr/>
            <p:nvPr/>
          </p:nvSpPr>
          <p:spPr>
            <a:xfrm>
              <a:off x="5174311" y="26532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4" name="pt12064"/>
            <p:cNvSpPr/>
            <p:nvPr/>
          </p:nvSpPr>
          <p:spPr>
            <a:xfrm>
              <a:off x="5275621" y="21884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5" name="pt12065"/>
            <p:cNvSpPr/>
            <p:nvPr/>
          </p:nvSpPr>
          <p:spPr>
            <a:xfrm>
              <a:off x="5347683" y="22001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6" name="pt12066"/>
            <p:cNvSpPr/>
            <p:nvPr/>
          </p:nvSpPr>
          <p:spPr>
            <a:xfrm>
              <a:off x="5340198" y="21976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7" name="pt12067"/>
            <p:cNvSpPr/>
            <p:nvPr/>
          </p:nvSpPr>
          <p:spPr>
            <a:xfrm>
              <a:off x="5032767" y="22167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8" name="pt12068"/>
            <p:cNvSpPr/>
            <p:nvPr/>
          </p:nvSpPr>
          <p:spPr>
            <a:xfrm>
              <a:off x="5299285" y="22452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9" name="pt12069"/>
            <p:cNvSpPr/>
            <p:nvPr/>
          </p:nvSpPr>
          <p:spPr>
            <a:xfrm>
              <a:off x="5514719" y="23265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0" name="pt12070"/>
            <p:cNvSpPr/>
            <p:nvPr/>
          </p:nvSpPr>
          <p:spPr>
            <a:xfrm>
              <a:off x="5635357" y="21012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1" name="pt12071"/>
            <p:cNvSpPr/>
            <p:nvPr/>
          </p:nvSpPr>
          <p:spPr>
            <a:xfrm>
              <a:off x="5132670" y="26109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2" name="pt12072"/>
            <p:cNvSpPr/>
            <p:nvPr/>
          </p:nvSpPr>
          <p:spPr>
            <a:xfrm>
              <a:off x="5232816" y="21242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3" name="pt12073"/>
            <p:cNvSpPr/>
            <p:nvPr/>
          </p:nvSpPr>
          <p:spPr>
            <a:xfrm>
              <a:off x="5768921" y="20272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4" name="pt12074"/>
            <p:cNvSpPr/>
            <p:nvPr/>
          </p:nvSpPr>
          <p:spPr>
            <a:xfrm>
              <a:off x="5004968" y="25998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5" name="pt12075"/>
            <p:cNvSpPr/>
            <p:nvPr/>
          </p:nvSpPr>
          <p:spPr>
            <a:xfrm>
              <a:off x="5446542" y="22974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6" name="pt12076"/>
            <p:cNvSpPr/>
            <p:nvPr/>
          </p:nvSpPr>
          <p:spPr>
            <a:xfrm>
              <a:off x="5180836" y="25575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7" name="pt12077"/>
            <p:cNvSpPr/>
            <p:nvPr/>
          </p:nvSpPr>
          <p:spPr>
            <a:xfrm>
              <a:off x="5523496" y="21342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8" name="pt12078"/>
            <p:cNvSpPr/>
            <p:nvPr/>
          </p:nvSpPr>
          <p:spPr>
            <a:xfrm>
              <a:off x="5918387" y="1731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9" name="pt12079"/>
            <p:cNvSpPr/>
            <p:nvPr/>
          </p:nvSpPr>
          <p:spPr>
            <a:xfrm>
              <a:off x="5344395" y="21671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0" name="pt12080"/>
            <p:cNvSpPr/>
            <p:nvPr/>
          </p:nvSpPr>
          <p:spPr>
            <a:xfrm>
              <a:off x="5383756" y="22827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1" name="pt12081"/>
            <p:cNvSpPr/>
            <p:nvPr/>
          </p:nvSpPr>
          <p:spPr>
            <a:xfrm>
              <a:off x="5927564" y="16696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2" name="pt12082"/>
            <p:cNvSpPr/>
            <p:nvPr/>
          </p:nvSpPr>
          <p:spPr>
            <a:xfrm>
              <a:off x="5715116" y="20987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3" name="pt12083"/>
            <p:cNvSpPr/>
            <p:nvPr/>
          </p:nvSpPr>
          <p:spPr>
            <a:xfrm>
              <a:off x="5747692" y="18574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4" name="pt12084"/>
            <p:cNvSpPr/>
            <p:nvPr/>
          </p:nvSpPr>
          <p:spPr>
            <a:xfrm>
              <a:off x="5416838" y="22706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5" name="pt12085"/>
            <p:cNvSpPr/>
            <p:nvPr/>
          </p:nvSpPr>
          <p:spPr>
            <a:xfrm>
              <a:off x="5444807" y="21895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6" name="pt12086"/>
            <p:cNvSpPr/>
            <p:nvPr/>
          </p:nvSpPr>
          <p:spPr>
            <a:xfrm>
              <a:off x="4847766" y="23473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7" name="pt12087"/>
            <p:cNvSpPr/>
            <p:nvPr/>
          </p:nvSpPr>
          <p:spPr>
            <a:xfrm>
              <a:off x="5430112" y="22271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8" name="pt12088"/>
            <p:cNvSpPr/>
            <p:nvPr/>
          </p:nvSpPr>
          <p:spPr>
            <a:xfrm>
              <a:off x="5337106" y="22630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9" name="pt12089"/>
            <p:cNvSpPr/>
            <p:nvPr/>
          </p:nvSpPr>
          <p:spPr>
            <a:xfrm>
              <a:off x="5247132" y="18871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0" name="pt12090"/>
            <p:cNvSpPr/>
            <p:nvPr/>
          </p:nvSpPr>
          <p:spPr>
            <a:xfrm>
              <a:off x="4979221" y="24553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1" name="pt12091"/>
            <p:cNvSpPr/>
            <p:nvPr/>
          </p:nvSpPr>
          <p:spPr>
            <a:xfrm>
              <a:off x="5709187" y="19703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2" name="pt12092"/>
            <p:cNvSpPr/>
            <p:nvPr/>
          </p:nvSpPr>
          <p:spPr>
            <a:xfrm>
              <a:off x="5441431" y="22575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3" name="pt12093"/>
            <p:cNvSpPr/>
            <p:nvPr/>
          </p:nvSpPr>
          <p:spPr>
            <a:xfrm>
              <a:off x="5894950" y="1803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4" name="pt12094"/>
            <p:cNvSpPr/>
            <p:nvPr/>
          </p:nvSpPr>
          <p:spPr>
            <a:xfrm>
              <a:off x="5757689" y="1975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5" name="pt12095"/>
            <p:cNvSpPr/>
            <p:nvPr/>
          </p:nvSpPr>
          <p:spPr>
            <a:xfrm>
              <a:off x="5667104" y="20290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6" name="pt12096"/>
            <p:cNvSpPr/>
            <p:nvPr/>
          </p:nvSpPr>
          <p:spPr>
            <a:xfrm>
              <a:off x="5382436" y="21703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7" name="pt12097"/>
            <p:cNvSpPr/>
            <p:nvPr/>
          </p:nvSpPr>
          <p:spPr>
            <a:xfrm>
              <a:off x="5413351" y="20551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8" name="pt12098"/>
            <p:cNvSpPr/>
            <p:nvPr/>
          </p:nvSpPr>
          <p:spPr>
            <a:xfrm>
              <a:off x="5453911" y="21610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9" name="pt12099"/>
            <p:cNvSpPr/>
            <p:nvPr/>
          </p:nvSpPr>
          <p:spPr>
            <a:xfrm>
              <a:off x="5708894" y="19108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0" name="pt12100"/>
            <p:cNvSpPr/>
            <p:nvPr/>
          </p:nvSpPr>
          <p:spPr>
            <a:xfrm>
              <a:off x="4937933" y="19894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1" name="pt12101"/>
            <p:cNvSpPr/>
            <p:nvPr/>
          </p:nvSpPr>
          <p:spPr>
            <a:xfrm>
              <a:off x="5571634" y="22007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2" name="pt12102"/>
            <p:cNvSpPr/>
            <p:nvPr/>
          </p:nvSpPr>
          <p:spPr>
            <a:xfrm>
              <a:off x="5750802" y="19167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3" name="pt12103"/>
            <p:cNvSpPr/>
            <p:nvPr/>
          </p:nvSpPr>
          <p:spPr>
            <a:xfrm>
              <a:off x="5255078" y="21182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4" name="pt12104"/>
            <p:cNvSpPr/>
            <p:nvPr/>
          </p:nvSpPr>
          <p:spPr>
            <a:xfrm>
              <a:off x="5838901" y="18974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5" name="pt12105"/>
            <p:cNvSpPr/>
            <p:nvPr/>
          </p:nvSpPr>
          <p:spPr>
            <a:xfrm>
              <a:off x="5836450" y="15818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6" name="pt12106"/>
            <p:cNvSpPr/>
            <p:nvPr/>
          </p:nvSpPr>
          <p:spPr>
            <a:xfrm>
              <a:off x="4827212" y="28470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7" name="pt12107"/>
            <p:cNvSpPr/>
            <p:nvPr/>
          </p:nvSpPr>
          <p:spPr>
            <a:xfrm>
              <a:off x="5447352" y="21809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8" name="pt12108"/>
            <p:cNvSpPr/>
            <p:nvPr/>
          </p:nvSpPr>
          <p:spPr>
            <a:xfrm>
              <a:off x="4978590" y="24102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9" name="pt12109"/>
            <p:cNvSpPr/>
            <p:nvPr/>
          </p:nvSpPr>
          <p:spPr>
            <a:xfrm>
              <a:off x="5478372" y="1936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0" name="pt12110"/>
            <p:cNvSpPr/>
            <p:nvPr/>
          </p:nvSpPr>
          <p:spPr>
            <a:xfrm>
              <a:off x="5415580" y="22386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1" name="pt12111"/>
            <p:cNvSpPr/>
            <p:nvPr/>
          </p:nvSpPr>
          <p:spPr>
            <a:xfrm>
              <a:off x="5624979" y="18717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2" name="pt12112"/>
            <p:cNvSpPr/>
            <p:nvPr/>
          </p:nvSpPr>
          <p:spPr>
            <a:xfrm>
              <a:off x="5645784" y="20589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3" name="pt12113"/>
            <p:cNvSpPr/>
            <p:nvPr/>
          </p:nvSpPr>
          <p:spPr>
            <a:xfrm>
              <a:off x="5281908" y="2259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4" name="pt12114"/>
            <p:cNvSpPr/>
            <p:nvPr/>
          </p:nvSpPr>
          <p:spPr>
            <a:xfrm>
              <a:off x="5435573" y="20681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5" name="pt12115"/>
            <p:cNvSpPr/>
            <p:nvPr/>
          </p:nvSpPr>
          <p:spPr>
            <a:xfrm>
              <a:off x="5707816" y="20692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6" name="pt12116"/>
            <p:cNvSpPr/>
            <p:nvPr/>
          </p:nvSpPr>
          <p:spPr>
            <a:xfrm>
              <a:off x="5378762" y="22003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7" name="pt12117"/>
            <p:cNvSpPr/>
            <p:nvPr/>
          </p:nvSpPr>
          <p:spPr>
            <a:xfrm>
              <a:off x="5620063" y="19492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8" name="pt12118"/>
            <p:cNvSpPr/>
            <p:nvPr/>
          </p:nvSpPr>
          <p:spPr>
            <a:xfrm>
              <a:off x="5008566" y="22381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9" name="pt12119"/>
            <p:cNvSpPr/>
            <p:nvPr/>
          </p:nvSpPr>
          <p:spPr>
            <a:xfrm>
              <a:off x="5891346" y="1765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0" name="pt12120"/>
            <p:cNvSpPr/>
            <p:nvPr/>
          </p:nvSpPr>
          <p:spPr>
            <a:xfrm>
              <a:off x="5324215" y="21533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1" name="pt12121"/>
            <p:cNvSpPr/>
            <p:nvPr/>
          </p:nvSpPr>
          <p:spPr>
            <a:xfrm>
              <a:off x="5199452" y="23711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2" name="pt12122"/>
            <p:cNvSpPr/>
            <p:nvPr/>
          </p:nvSpPr>
          <p:spPr>
            <a:xfrm>
              <a:off x="5104695" y="20457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3" name="pt12123"/>
            <p:cNvSpPr/>
            <p:nvPr/>
          </p:nvSpPr>
          <p:spPr>
            <a:xfrm>
              <a:off x="5184806" y="25491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4" name="pt12124"/>
            <p:cNvSpPr/>
            <p:nvPr/>
          </p:nvSpPr>
          <p:spPr>
            <a:xfrm>
              <a:off x="5396797" y="21155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5" name="pt12125"/>
            <p:cNvSpPr/>
            <p:nvPr/>
          </p:nvSpPr>
          <p:spPr>
            <a:xfrm>
              <a:off x="5391976" y="21268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6" name="pt12126"/>
            <p:cNvSpPr/>
            <p:nvPr/>
          </p:nvSpPr>
          <p:spPr>
            <a:xfrm>
              <a:off x="5130126" y="2584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7" name="pt12127"/>
            <p:cNvSpPr/>
            <p:nvPr/>
          </p:nvSpPr>
          <p:spPr>
            <a:xfrm>
              <a:off x="5588862" y="19637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8" name="pt12128"/>
            <p:cNvSpPr/>
            <p:nvPr/>
          </p:nvSpPr>
          <p:spPr>
            <a:xfrm>
              <a:off x="5433294" y="22341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9" name="pt12129"/>
            <p:cNvSpPr/>
            <p:nvPr/>
          </p:nvSpPr>
          <p:spPr>
            <a:xfrm>
              <a:off x="5638772" y="20964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0" name="pt12130"/>
            <p:cNvSpPr/>
            <p:nvPr/>
          </p:nvSpPr>
          <p:spPr>
            <a:xfrm>
              <a:off x="5159303" y="26417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1" name="pt12131"/>
            <p:cNvSpPr/>
            <p:nvPr/>
          </p:nvSpPr>
          <p:spPr>
            <a:xfrm>
              <a:off x="5243913" y="21614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2" name="pt12132"/>
            <p:cNvSpPr/>
            <p:nvPr/>
          </p:nvSpPr>
          <p:spPr>
            <a:xfrm>
              <a:off x="5437528" y="22519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3" name="pt12133"/>
            <p:cNvSpPr/>
            <p:nvPr/>
          </p:nvSpPr>
          <p:spPr>
            <a:xfrm>
              <a:off x="4820979" y="26503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4" name="pt12134"/>
            <p:cNvSpPr/>
            <p:nvPr/>
          </p:nvSpPr>
          <p:spPr>
            <a:xfrm>
              <a:off x="5427826" y="21125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5" name="pt12135"/>
            <p:cNvSpPr/>
            <p:nvPr/>
          </p:nvSpPr>
          <p:spPr>
            <a:xfrm>
              <a:off x="5593263" y="19399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6" name="pt12136"/>
            <p:cNvSpPr/>
            <p:nvPr/>
          </p:nvSpPr>
          <p:spPr>
            <a:xfrm>
              <a:off x="5148159" y="26048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7" name="pt12137"/>
            <p:cNvSpPr/>
            <p:nvPr/>
          </p:nvSpPr>
          <p:spPr>
            <a:xfrm>
              <a:off x="5728174" y="17965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8" name="pt12138"/>
            <p:cNvSpPr/>
            <p:nvPr/>
          </p:nvSpPr>
          <p:spPr>
            <a:xfrm>
              <a:off x="5413161" y="21255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9" name="pt12139"/>
            <p:cNvSpPr/>
            <p:nvPr/>
          </p:nvSpPr>
          <p:spPr>
            <a:xfrm>
              <a:off x="4770893" y="22647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0" name="pt12140"/>
            <p:cNvSpPr/>
            <p:nvPr/>
          </p:nvSpPr>
          <p:spPr>
            <a:xfrm>
              <a:off x="5540173" y="20619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1" name="pt12141"/>
            <p:cNvSpPr/>
            <p:nvPr/>
          </p:nvSpPr>
          <p:spPr>
            <a:xfrm>
              <a:off x="5161507" y="27299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2" name="pt12142"/>
            <p:cNvSpPr/>
            <p:nvPr/>
          </p:nvSpPr>
          <p:spPr>
            <a:xfrm>
              <a:off x="5486765" y="20603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3" name="pt12143"/>
            <p:cNvSpPr/>
            <p:nvPr/>
          </p:nvSpPr>
          <p:spPr>
            <a:xfrm>
              <a:off x="5269851" y="21349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4" name="pt12144"/>
            <p:cNvSpPr/>
            <p:nvPr/>
          </p:nvSpPr>
          <p:spPr>
            <a:xfrm>
              <a:off x="5681723" y="17197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5" name="pt12145"/>
            <p:cNvSpPr/>
            <p:nvPr/>
          </p:nvSpPr>
          <p:spPr>
            <a:xfrm>
              <a:off x="5258021" y="21944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6" name="pt12146"/>
            <p:cNvSpPr/>
            <p:nvPr/>
          </p:nvSpPr>
          <p:spPr>
            <a:xfrm>
              <a:off x="5567898" y="22934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7" name="pt12147"/>
            <p:cNvSpPr/>
            <p:nvPr/>
          </p:nvSpPr>
          <p:spPr>
            <a:xfrm>
              <a:off x="5136940" y="24967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8" name="pt12148"/>
            <p:cNvSpPr/>
            <p:nvPr/>
          </p:nvSpPr>
          <p:spPr>
            <a:xfrm>
              <a:off x="5400438" y="21975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9" name="pt12149"/>
            <p:cNvSpPr/>
            <p:nvPr/>
          </p:nvSpPr>
          <p:spPr>
            <a:xfrm>
              <a:off x="5274806" y="2229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0" name="pt12150"/>
            <p:cNvSpPr/>
            <p:nvPr/>
          </p:nvSpPr>
          <p:spPr>
            <a:xfrm>
              <a:off x="5111883" y="22333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1" name="pt12151"/>
            <p:cNvSpPr/>
            <p:nvPr/>
          </p:nvSpPr>
          <p:spPr>
            <a:xfrm>
              <a:off x="5615706" y="19804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2" name="pt12152"/>
            <p:cNvSpPr/>
            <p:nvPr/>
          </p:nvSpPr>
          <p:spPr>
            <a:xfrm>
              <a:off x="5268099" y="20855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3" name="pt12153"/>
            <p:cNvSpPr/>
            <p:nvPr/>
          </p:nvSpPr>
          <p:spPr>
            <a:xfrm>
              <a:off x="5498325" y="20812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4" name="pt12154"/>
            <p:cNvSpPr/>
            <p:nvPr/>
          </p:nvSpPr>
          <p:spPr>
            <a:xfrm>
              <a:off x="5556191" y="22101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5" name="pt12155"/>
            <p:cNvSpPr/>
            <p:nvPr/>
          </p:nvSpPr>
          <p:spPr>
            <a:xfrm>
              <a:off x="5095480" y="25354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6" name="pt12156"/>
            <p:cNvSpPr/>
            <p:nvPr/>
          </p:nvSpPr>
          <p:spPr>
            <a:xfrm>
              <a:off x="5354401" y="2203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7" name="pt12157"/>
            <p:cNvSpPr/>
            <p:nvPr/>
          </p:nvSpPr>
          <p:spPr>
            <a:xfrm>
              <a:off x="5377973" y="22192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8" name="pt12158"/>
            <p:cNvSpPr/>
            <p:nvPr/>
          </p:nvSpPr>
          <p:spPr>
            <a:xfrm>
              <a:off x="5277060" y="21119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9" name="pt12159"/>
            <p:cNvSpPr/>
            <p:nvPr/>
          </p:nvSpPr>
          <p:spPr>
            <a:xfrm>
              <a:off x="5601312" y="1915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0" name="pt12160"/>
            <p:cNvSpPr/>
            <p:nvPr/>
          </p:nvSpPr>
          <p:spPr>
            <a:xfrm>
              <a:off x="5428000" y="23092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1" name="pt12161"/>
            <p:cNvSpPr/>
            <p:nvPr/>
          </p:nvSpPr>
          <p:spPr>
            <a:xfrm>
              <a:off x="5215859" y="20771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2" name="pt12162"/>
            <p:cNvSpPr/>
            <p:nvPr/>
          </p:nvSpPr>
          <p:spPr>
            <a:xfrm>
              <a:off x="4989784" y="2430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3" name="pt12163"/>
            <p:cNvSpPr/>
            <p:nvPr/>
          </p:nvSpPr>
          <p:spPr>
            <a:xfrm>
              <a:off x="5253443" y="20211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4" name="pt12164"/>
            <p:cNvSpPr/>
            <p:nvPr/>
          </p:nvSpPr>
          <p:spPr>
            <a:xfrm>
              <a:off x="5860816" y="19392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5" name="pt12165"/>
            <p:cNvSpPr/>
            <p:nvPr/>
          </p:nvSpPr>
          <p:spPr>
            <a:xfrm>
              <a:off x="5331561" y="20884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6" name="pt12166"/>
            <p:cNvSpPr/>
            <p:nvPr/>
          </p:nvSpPr>
          <p:spPr>
            <a:xfrm>
              <a:off x="5456274" y="2174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7" name="pt12167"/>
            <p:cNvSpPr/>
            <p:nvPr/>
          </p:nvSpPr>
          <p:spPr>
            <a:xfrm>
              <a:off x="5908850" y="1870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8" name="pt12168"/>
            <p:cNvSpPr/>
            <p:nvPr/>
          </p:nvSpPr>
          <p:spPr>
            <a:xfrm>
              <a:off x="5466665" y="20664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9" name="pt12169"/>
            <p:cNvSpPr/>
            <p:nvPr/>
          </p:nvSpPr>
          <p:spPr>
            <a:xfrm>
              <a:off x="5386527" y="21891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0" name="pt12170"/>
            <p:cNvSpPr/>
            <p:nvPr/>
          </p:nvSpPr>
          <p:spPr>
            <a:xfrm>
              <a:off x="5447151" y="21630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1" name="pt12171"/>
            <p:cNvSpPr/>
            <p:nvPr/>
          </p:nvSpPr>
          <p:spPr>
            <a:xfrm>
              <a:off x="5551023" y="23186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2" name="pt12172"/>
            <p:cNvSpPr/>
            <p:nvPr/>
          </p:nvSpPr>
          <p:spPr>
            <a:xfrm>
              <a:off x="5498508" y="21358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3" name="pt12173"/>
            <p:cNvSpPr/>
            <p:nvPr/>
          </p:nvSpPr>
          <p:spPr>
            <a:xfrm>
              <a:off x="5316970" y="21578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4" name="pt12174"/>
            <p:cNvSpPr/>
            <p:nvPr/>
          </p:nvSpPr>
          <p:spPr>
            <a:xfrm>
              <a:off x="5456094" y="20840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5" name="pt12175"/>
            <p:cNvSpPr/>
            <p:nvPr/>
          </p:nvSpPr>
          <p:spPr>
            <a:xfrm>
              <a:off x="5361076" y="2274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6" name="pt12176"/>
            <p:cNvSpPr/>
            <p:nvPr/>
          </p:nvSpPr>
          <p:spPr>
            <a:xfrm>
              <a:off x="5513152" y="22426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7" name="pt12177"/>
            <p:cNvSpPr/>
            <p:nvPr/>
          </p:nvSpPr>
          <p:spPr>
            <a:xfrm>
              <a:off x="5343770" y="21999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8" name="pt12178"/>
            <p:cNvSpPr/>
            <p:nvPr/>
          </p:nvSpPr>
          <p:spPr>
            <a:xfrm>
              <a:off x="5363376" y="22705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9" name="pt12179"/>
            <p:cNvSpPr/>
            <p:nvPr/>
          </p:nvSpPr>
          <p:spPr>
            <a:xfrm>
              <a:off x="5063507" y="24411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0" name="pt12180"/>
            <p:cNvSpPr/>
            <p:nvPr/>
          </p:nvSpPr>
          <p:spPr>
            <a:xfrm>
              <a:off x="5136507" y="25504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1" name="pt12181"/>
            <p:cNvSpPr/>
            <p:nvPr/>
          </p:nvSpPr>
          <p:spPr>
            <a:xfrm>
              <a:off x="5746019" y="19733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2" name="pt12182"/>
            <p:cNvSpPr/>
            <p:nvPr/>
          </p:nvSpPr>
          <p:spPr>
            <a:xfrm>
              <a:off x="5825493" y="21802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3" name="pt12183"/>
            <p:cNvSpPr/>
            <p:nvPr/>
          </p:nvSpPr>
          <p:spPr>
            <a:xfrm>
              <a:off x="5208999" y="21923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4" name="pt12184"/>
            <p:cNvSpPr/>
            <p:nvPr/>
          </p:nvSpPr>
          <p:spPr>
            <a:xfrm>
              <a:off x="5519547" y="22109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5" name="pt12185"/>
            <p:cNvSpPr/>
            <p:nvPr/>
          </p:nvSpPr>
          <p:spPr>
            <a:xfrm>
              <a:off x="5757874" y="19448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6" name="pt12186"/>
            <p:cNvSpPr/>
            <p:nvPr/>
          </p:nvSpPr>
          <p:spPr>
            <a:xfrm>
              <a:off x="5885392" y="16167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7" name="pt12187"/>
            <p:cNvSpPr/>
            <p:nvPr/>
          </p:nvSpPr>
          <p:spPr>
            <a:xfrm>
              <a:off x="5171863" y="26564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8" name="pt12188"/>
            <p:cNvSpPr/>
            <p:nvPr/>
          </p:nvSpPr>
          <p:spPr>
            <a:xfrm>
              <a:off x="5269357" y="21726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9" name="pt12189"/>
            <p:cNvSpPr/>
            <p:nvPr/>
          </p:nvSpPr>
          <p:spPr>
            <a:xfrm>
              <a:off x="5425217" y="21905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0" name="pt12190"/>
            <p:cNvSpPr/>
            <p:nvPr/>
          </p:nvSpPr>
          <p:spPr>
            <a:xfrm>
              <a:off x="5285125" y="22124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1" name="pt12191"/>
            <p:cNvSpPr/>
            <p:nvPr/>
          </p:nvSpPr>
          <p:spPr>
            <a:xfrm>
              <a:off x="5590538" y="19309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2" name="pt12192"/>
            <p:cNvSpPr/>
            <p:nvPr/>
          </p:nvSpPr>
          <p:spPr>
            <a:xfrm>
              <a:off x="4730074" y="26820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3" name="pt12193"/>
            <p:cNvSpPr/>
            <p:nvPr/>
          </p:nvSpPr>
          <p:spPr>
            <a:xfrm>
              <a:off x="5603244" y="19050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4" name="pt12194"/>
            <p:cNvSpPr/>
            <p:nvPr/>
          </p:nvSpPr>
          <p:spPr>
            <a:xfrm>
              <a:off x="5623791" y="18863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5" name="pt12195"/>
            <p:cNvSpPr/>
            <p:nvPr/>
          </p:nvSpPr>
          <p:spPr>
            <a:xfrm>
              <a:off x="5602347" y="20108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6" name="pt12196"/>
            <p:cNvSpPr/>
            <p:nvPr/>
          </p:nvSpPr>
          <p:spPr>
            <a:xfrm>
              <a:off x="5442713" y="21930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7" name="pt12197"/>
            <p:cNvSpPr/>
            <p:nvPr/>
          </p:nvSpPr>
          <p:spPr>
            <a:xfrm>
              <a:off x="5853759" y="17162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8" name="pt12198"/>
            <p:cNvSpPr/>
            <p:nvPr/>
          </p:nvSpPr>
          <p:spPr>
            <a:xfrm>
              <a:off x="5264225" y="21331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9" name="pt12199"/>
            <p:cNvSpPr/>
            <p:nvPr/>
          </p:nvSpPr>
          <p:spPr>
            <a:xfrm>
              <a:off x="5787208" y="19943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0" name="pt12200"/>
            <p:cNvSpPr/>
            <p:nvPr/>
          </p:nvSpPr>
          <p:spPr>
            <a:xfrm>
              <a:off x="5533575" y="22860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1" name="pt12201"/>
            <p:cNvSpPr/>
            <p:nvPr/>
          </p:nvSpPr>
          <p:spPr>
            <a:xfrm>
              <a:off x="5724322" y="17920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2" name="pt12202"/>
            <p:cNvSpPr/>
            <p:nvPr/>
          </p:nvSpPr>
          <p:spPr>
            <a:xfrm>
              <a:off x="5220224" y="22545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3" name="pt12203"/>
            <p:cNvSpPr/>
            <p:nvPr/>
          </p:nvSpPr>
          <p:spPr>
            <a:xfrm>
              <a:off x="5419024" y="22009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4" name="pt12204"/>
            <p:cNvSpPr/>
            <p:nvPr/>
          </p:nvSpPr>
          <p:spPr>
            <a:xfrm>
              <a:off x="5033627" y="22535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5" name="pt12205"/>
            <p:cNvSpPr/>
            <p:nvPr/>
          </p:nvSpPr>
          <p:spPr>
            <a:xfrm>
              <a:off x="5307948" y="21289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6" name="pt12206"/>
            <p:cNvSpPr/>
            <p:nvPr/>
          </p:nvSpPr>
          <p:spPr>
            <a:xfrm>
              <a:off x="5426954" y="21237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7" name="pt12207"/>
            <p:cNvSpPr/>
            <p:nvPr/>
          </p:nvSpPr>
          <p:spPr>
            <a:xfrm>
              <a:off x="5881050" y="17415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8" name="pt12208"/>
            <p:cNvSpPr/>
            <p:nvPr/>
          </p:nvSpPr>
          <p:spPr>
            <a:xfrm>
              <a:off x="5796726" y="19769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9" name="pt12209"/>
            <p:cNvSpPr/>
            <p:nvPr/>
          </p:nvSpPr>
          <p:spPr>
            <a:xfrm>
              <a:off x="4854251" y="25319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0" name="pt12210"/>
            <p:cNvSpPr/>
            <p:nvPr/>
          </p:nvSpPr>
          <p:spPr>
            <a:xfrm>
              <a:off x="5468533" y="19868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1" name="pt12211"/>
            <p:cNvSpPr/>
            <p:nvPr/>
          </p:nvSpPr>
          <p:spPr>
            <a:xfrm>
              <a:off x="5663180" y="21650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2" name="pt12212"/>
            <p:cNvSpPr/>
            <p:nvPr/>
          </p:nvSpPr>
          <p:spPr>
            <a:xfrm>
              <a:off x="5358781" y="21935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3" name="pt12213"/>
            <p:cNvSpPr/>
            <p:nvPr/>
          </p:nvSpPr>
          <p:spPr>
            <a:xfrm>
              <a:off x="4966008" y="17975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4" name="pt12214"/>
            <p:cNvSpPr/>
            <p:nvPr/>
          </p:nvSpPr>
          <p:spPr>
            <a:xfrm>
              <a:off x="5491960" y="20824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5" name="pt12215"/>
            <p:cNvSpPr/>
            <p:nvPr/>
          </p:nvSpPr>
          <p:spPr>
            <a:xfrm>
              <a:off x="5721173" y="17385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6" name="pt12216"/>
            <p:cNvSpPr/>
            <p:nvPr/>
          </p:nvSpPr>
          <p:spPr>
            <a:xfrm>
              <a:off x="5313392" y="21737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7" name="pt12217"/>
            <p:cNvSpPr/>
            <p:nvPr/>
          </p:nvSpPr>
          <p:spPr>
            <a:xfrm>
              <a:off x="5583265" y="22240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8" name="pt12218"/>
            <p:cNvSpPr/>
            <p:nvPr/>
          </p:nvSpPr>
          <p:spPr>
            <a:xfrm>
              <a:off x="5306178" y="18881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9" name="pt12219"/>
            <p:cNvSpPr/>
            <p:nvPr/>
          </p:nvSpPr>
          <p:spPr>
            <a:xfrm>
              <a:off x="5241514" y="2159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0" name="pt12220"/>
            <p:cNvSpPr/>
            <p:nvPr/>
          </p:nvSpPr>
          <p:spPr>
            <a:xfrm>
              <a:off x="5287854" y="20939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1" name="pt12221"/>
            <p:cNvSpPr/>
            <p:nvPr/>
          </p:nvSpPr>
          <p:spPr>
            <a:xfrm>
              <a:off x="5544287" y="20856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2" name="pt12222"/>
            <p:cNvSpPr/>
            <p:nvPr/>
          </p:nvSpPr>
          <p:spPr>
            <a:xfrm>
              <a:off x="5318793" y="20944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3" name="pt12223"/>
            <p:cNvSpPr/>
            <p:nvPr/>
          </p:nvSpPr>
          <p:spPr>
            <a:xfrm>
              <a:off x="5247465" y="20009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4" name="pt12224"/>
            <p:cNvSpPr/>
            <p:nvPr/>
          </p:nvSpPr>
          <p:spPr>
            <a:xfrm>
              <a:off x="5388913" y="22110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5" name="pt12225"/>
            <p:cNvSpPr/>
            <p:nvPr/>
          </p:nvSpPr>
          <p:spPr>
            <a:xfrm>
              <a:off x="5868996" y="16838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6" name="pt12226"/>
            <p:cNvSpPr/>
            <p:nvPr/>
          </p:nvSpPr>
          <p:spPr>
            <a:xfrm>
              <a:off x="5524882" y="21307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7" name="pt12227"/>
            <p:cNvSpPr/>
            <p:nvPr/>
          </p:nvSpPr>
          <p:spPr>
            <a:xfrm>
              <a:off x="5663699" y="1943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8" name="pt12228"/>
            <p:cNvSpPr/>
            <p:nvPr/>
          </p:nvSpPr>
          <p:spPr>
            <a:xfrm>
              <a:off x="5567792" y="21638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9" name="pt12229"/>
            <p:cNvSpPr/>
            <p:nvPr/>
          </p:nvSpPr>
          <p:spPr>
            <a:xfrm>
              <a:off x="5446458" y="23102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0" name="pt12230"/>
            <p:cNvSpPr/>
            <p:nvPr/>
          </p:nvSpPr>
          <p:spPr>
            <a:xfrm>
              <a:off x="5334148" y="2124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1" name="pt12231"/>
            <p:cNvSpPr/>
            <p:nvPr/>
          </p:nvSpPr>
          <p:spPr>
            <a:xfrm>
              <a:off x="5184945" y="23958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2" name="pt12232"/>
            <p:cNvSpPr/>
            <p:nvPr/>
          </p:nvSpPr>
          <p:spPr>
            <a:xfrm>
              <a:off x="5317679" y="22036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3" name="pt12233"/>
            <p:cNvSpPr/>
            <p:nvPr/>
          </p:nvSpPr>
          <p:spPr>
            <a:xfrm>
              <a:off x="5462252" y="20779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4" name="pt12234"/>
            <p:cNvSpPr/>
            <p:nvPr/>
          </p:nvSpPr>
          <p:spPr>
            <a:xfrm>
              <a:off x="5397667" y="21712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5" name="pt12235"/>
            <p:cNvSpPr/>
            <p:nvPr/>
          </p:nvSpPr>
          <p:spPr>
            <a:xfrm>
              <a:off x="5401314" y="21885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6" name="pt12236"/>
            <p:cNvSpPr/>
            <p:nvPr/>
          </p:nvSpPr>
          <p:spPr>
            <a:xfrm>
              <a:off x="4650804" y="25216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7" name="pt12237"/>
            <p:cNvSpPr/>
            <p:nvPr/>
          </p:nvSpPr>
          <p:spPr>
            <a:xfrm>
              <a:off x="5563266" y="21374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8" name="pt12238"/>
            <p:cNvSpPr/>
            <p:nvPr/>
          </p:nvSpPr>
          <p:spPr>
            <a:xfrm>
              <a:off x="5540130" y="19955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9" name="pt12239"/>
            <p:cNvSpPr/>
            <p:nvPr/>
          </p:nvSpPr>
          <p:spPr>
            <a:xfrm>
              <a:off x="5346776" y="20664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0" name="pt12240"/>
            <p:cNvSpPr/>
            <p:nvPr/>
          </p:nvSpPr>
          <p:spPr>
            <a:xfrm>
              <a:off x="4991632" y="25250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1" name="pt12241"/>
            <p:cNvSpPr/>
            <p:nvPr/>
          </p:nvSpPr>
          <p:spPr>
            <a:xfrm>
              <a:off x="4909326" y="27093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2" name="pt12242"/>
            <p:cNvSpPr/>
            <p:nvPr/>
          </p:nvSpPr>
          <p:spPr>
            <a:xfrm>
              <a:off x="5412966" y="21700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3" name="pt12243"/>
            <p:cNvSpPr/>
            <p:nvPr/>
          </p:nvSpPr>
          <p:spPr>
            <a:xfrm>
              <a:off x="5609521" y="20264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4" name="pt12244"/>
            <p:cNvSpPr/>
            <p:nvPr/>
          </p:nvSpPr>
          <p:spPr>
            <a:xfrm>
              <a:off x="5774550" y="20214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5" name="pt12245"/>
            <p:cNvSpPr/>
            <p:nvPr/>
          </p:nvSpPr>
          <p:spPr>
            <a:xfrm>
              <a:off x="5660439" y="19862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6" name="pt12246"/>
            <p:cNvSpPr/>
            <p:nvPr/>
          </p:nvSpPr>
          <p:spPr>
            <a:xfrm>
              <a:off x="5446920" y="20254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7" name="pt12247"/>
            <p:cNvSpPr/>
            <p:nvPr/>
          </p:nvSpPr>
          <p:spPr>
            <a:xfrm>
              <a:off x="5152066" y="25999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8" name="pt12248"/>
            <p:cNvSpPr/>
            <p:nvPr/>
          </p:nvSpPr>
          <p:spPr>
            <a:xfrm>
              <a:off x="4732467" y="26783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9" name="pt12249"/>
            <p:cNvSpPr/>
            <p:nvPr/>
          </p:nvSpPr>
          <p:spPr>
            <a:xfrm>
              <a:off x="5291684" y="21994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0" name="pt12250"/>
            <p:cNvSpPr/>
            <p:nvPr/>
          </p:nvSpPr>
          <p:spPr>
            <a:xfrm>
              <a:off x="5530391" y="2202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1" name="pt12251"/>
            <p:cNvSpPr/>
            <p:nvPr/>
          </p:nvSpPr>
          <p:spPr>
            <a:xfrm>
              <a:off x="5066460" y="24685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2" name="pt12252"/>
            <p:cNvSpPr/>
            <p:nvPr/>
          </p:nvSpPr>
          <p:spPr>
            <a:xfrm>
              <a:off x="5243326" y="20267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3" name="pt12253"/>
            <p:cNvSpPr/>
            <p:nvPr/>
          </p:nvSpPr>
          <p:spPr>
            <a:xfrm>
              <a:off x="5462602" y="2112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4" name="pt12254"/>
            <p:cNvSpPr/>
            <p:nvPr/>
          </p:nvSpPr>
          <p:spPr>
            <a:xfrm>
              <a:off x="5667640" y="20589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5" name="pt12255"/>
            <p:cNvSpPr/>
            <p:nvPr/>
          </p:nvSpPr>
          <p:spPr>
            <a:xfrm>
              <a:off x="5533746" y="21432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6" name="pt12256"/>
            <p:cNvSpPr/>
            <p:nvPr/>
          </p:nvSpPr>
          <p:spPr>
            <a:xfrm>
              <a:off x="5556638" y="21784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7" name="pt12257"/>
            <p:cNvSpPr/>
            <p:nvPr/>
          </p:nvSpPr>
          <p:spPr>
            <a:xfrm>
              <a:off x="5708687" y="19569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8" name="pt12258"/>
            <p:cNvSpPr/>
            <p:nvPr/>
          </p:nvSpPr>
          <p:spPr>
            <a:xfrm>
              <a:off x="5476513" y="20082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9" name="pt12259"/>
            <p:cNvSpPr/>
            <p:nvPr/>
          </p:nvSpPr>
          <p:spPr>
            <a:xfrm>
              <a:off x="5009474" y="24004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0" name="pt12260"/>
            <p:cNvSpPr/>
            <p:nvPr/>
          </p:nvSpPr>
          <p:spPr>
            <a:xfrm>
              <a:off x="5529977" y="21249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1" name="pt12261"/>
            <p:cNvSpPr/>
            <p:nvPr/>
          </p:nvSpPr>
          <p:spPr>
            <a:xfrm>
              <a:off x="5710568" y="19840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2" name="pt12262"/>
            <p:cNvSpPr/>
            <p:nvPr/>
          </p:nvSpPr>
          <p:spPr>
            <a:xfrm>
              <a:off x="5457944" y="22678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3" name="pt12263"/>
            <p:cNvSpPr/>
            <p:nvPr/>
          </p:nvSpPr>
          <p:spPr>
            <a:xfrm>
              <a:off x="5216264" y="22702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4" name="pt12264"/>
            <p:cNvSpPr/>
            <p:nvPr/>
          </p:nvSpPr>
          <p:spPr>
            <a:xfrm>
              <a:off x="5483519" y="19415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5" name="pt12265"/>
            <p:cNvSpPr/>
            <p:nvPr/>
          </p:nvSpPr>
          <p:spPr>
            <a:xfrm>
              <a:off x="5632025" y="20856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6" name="pt12266"/>
            <p:cNvSpPr/>
            <p:nvPr/>
          </p:nvSpPr>
          <p:spPr>
            <a:xfrm>
              <a:off x="5416842" y="21557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7" name="pt12267"/>
            <p:cNvSpPr/>
            <p:nvPr/>
          </p:nvSpPr>
          <p:spPr>
            <a:xfrm>
              <a:off x="5465578" y="20392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8" name="pt12268"/>
            <p:cNvSpPr/>
            <p:nvPr/>
          </p:nvSpPr>
          <p:spPr>
            <a:xfrm>
              <a:off x="5552069" y="22982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9" name="pt12269"/>
            <p:cNvSpPr/>
            <p:nvPr/>
          </p:nvSpPr>
          <p:spPr>
            <a:xfrm>
              <a:off x="5512101" y="22362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0" name="pt12270"/>
            <p:cNvSpPr/>
            <p:nvPr/>
          </p:nvSpPr>
          <p:spPr>
            <a:xfrm>
              <a:off x="5471435" y="19453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1" name="pt12271"/>
            <p:cNvSpPr/>
            <p:nvPr/>
          </p:nvSpPr>
          <p:spPr>
            <a:xfrm>
              <a:off x="5386589" y="22127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2" name="pt12272"/>
            <p:cNvSpPr/>
            <p:nvPr/>
          </p:nvSpPr>
          <p:spPr>
            <a:xfrm>
              <a:off x="5111385" y="22183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3" name="pt12273"/>
            <p:cNvSpPr/>
            <p:nvPr/>
          </p:nvSpPr>
          <p:spPr>
            <a:xfrm>
              <a:off x="5343217" y="21239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4" name="pt12274"/>
            <p:cNvSpPr/>
            <p:nvPr/>
          </p:nvSpPr>
          <p:spPr>
            <a:xfrm>
              <a:off x="5424514" y="21697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5" name="pt12275"/>
            <p:cNvSpPr/>
            <p:nvPr/>
          </p:nvSpPr>
          <p:spPr>
            <a:xfrm>
              <a:off x="5225513" y="22627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6" name="pt12276"/>
            <p:cNvSpPr/>
            <p:nvPr/>
          </p:nvSpPr>
          <p:spPr>
            <a:xfrm>
              <a:off x="5247928" y="18322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7" name="pt12277"/>
            <p:cNvSpPr/>
            <p:nvPr/>
          </p:nvSpPr>
          <p:spPr>
            <a:xfrm>
              <a:off x="5438406" y="22583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8" name="pt12278"/>
            <p:cNvSpPr/>
            <p:nvPr/>
          </p:nvSpPr>
          <p:spPr>
            <a:xfrm>
              <a:off x="4749712" y="25012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9" name="pt12279"/>
            <p:cNvSpPr/>
            <p:nvPr/>
          </p:nvSpPr>
          <p:spPr>
            <a:xfrm>
              <a:off x="5408423" y="22480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0" name="pt12280"/>
            <p:cNvSpPr/>
            <p:nvPr/>
          </p:nvSpPr>
          <p:spPr>
            <a:xfrm>
              <a:off x="5302832" y="22982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1" name="pt12281"/>
            <p:cNvSpPr/>
            <p:nvPr/>
          </p:nvSpPr>
          <p:spPr>
            <a:xfrm>
              <a:off x="5575326" y="23059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2" name="pt12282"/>
            <p:cNvSpPr/>
            <p:nvPr/>
          </p:nvSpPr>
          <p:spPr>
            <a:xfrm>
              <a:off x="5542759" y="21027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3" name="pt12283"/>
            <p:cNvSpPr/>
            <p:nvPr/>
          </p:nvSpPr>
          <p:spPr>
            <a:xfrm>
              <a:off x="5331251" y="21579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4" name="pt12284"/>
            <p:cNvSpPr/>
            <p:nvPr/>
          </p:nvSpPr>
          <p:spPr>
            <a:xfrm>
              <a:off x="5061221" y="2396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5" name="pt12285"/>
            <p:cNvSpPr/>
            <p:nvPr/>
          </p:nvSpPr>
          <p:spPr>
            <a:xfrm>
              <a:off x="5455059" y="21860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6" name="pt12286"/>
            <p:cNvSpPr/>
            <p:nvPr/>
          </p:nvSpPr>
          <p:spPr>
            <a:xfrm>
              <a:off x="5649261" y="20871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7" name="pt12287"/>
            <p:cNvSpPr/>
            <p:nvPr/>
          </p:nvSpPr>
          <p:spPr>
            <a:xfrm>
              <a:off x="5534993" y="22563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8" name="pt12288"/>
            <p:cNvSpPr/>
            <p:nvPr/>
          </p:nvSpPr>
          <p:spPr>
            <a:xfrm>
              <a:off x="5265736" y="22756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9" name="pt12289"/>
            <p:cNvSpPr/>
            <p:nvPr/>
          </p:nvSpPr>
          <p:spPr>
            <a:xfrm>
              <a:off x="5809253" y="19609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0" name="pt12290"/>
            <p:cNvSpPr/>
            <p:nvPr/>
          </p:nvSpPr>
          <p:spPr>
            <a:xfrm>
              <a:off x="5521777" y="21074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1" name="pt12291"/>
            <p:cNvSpPr/>
            <p:nvPr/>
          </p:nvSpPr>
          <p:spPr>
            <a:xfrm>
              <a:off x="5766869" y="19856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2" name="pt12292"/>
            <p:cNvSpPr/>
            <p:nvPr/>
          </p:nvSpPr>
          <p:spPr>
            <a:xfrm>
              <a:off x="5805543" y="20072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3" name="pt12293"/>
            <p:cNvSpPr/>
            <p:nvPr/>
          </p:nvSpPr>
          <p:spPr>
            <a:xfrm>
              <a:off x="5835809" y="15991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4" name="pt12294"/>
            <p:cNvSpPr/>
            <p:nvPr/>
          </p:nvSpPr>
          <p:spPr>
            <a:xfrm>
              <a:off x="5738323" y="18694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5" name="pt12295"/>
            <p:cNvSpPr/>
            <p:nvPr/>
          </p:nvSpPr>
          <p:spPr>
            <a:xfrm>
              <a:off x="5791896" y="19042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6" name="pt12296"/>
            <p:cNvSpPr/>
            <p:nvPr/>
          </p:nvSpPr>
          <p:spPr>
            <a:xfrm>
              <a:off x="5407752" y="22212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7" name="pt12297"/>
            <p:cNvSpPr/>
            <p:nvPr/>
          </p:nvSpPr>
          <p:spPr>
            <a:xfrm>
              <a:off x="5639224" y="19931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8" name="pt12298"/>
            <p:cNvSpPr/>
            <p:nvPr/>
          </p:nvSpPr>
          <p:spPr>
            <a:xfrm>
              <a:off x="5172701" y="25812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9" name="pt12299"/>
            <p:cNvSpPr/>
            <p:nvPr/>
          </p:nvSpPr>
          <p:spPr>
            <a:xfrm>
              <a:off x="5793421" y="19969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0" name="pt12300"/>
            <p:cNvSpPr/>
            <p:nvPr/>
          </p:nvSpPr>
          <p:spPr>
            <a:xfrm>
              <a:off x="5806320" y="19359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1" name="pt12301"/>
            <p:cNvSpPr/>
            <p:nvPr/>
          </p:nvSpPr>
          <p:spPr>
            <a:xfrm>
              <a:off x="5294300" y="22220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2" name="pt12302"/>
            <p:cNvSpPr/>
            <p:nvPr/>
          </p:nvSpPr>
          <p:spPr>
            <a:xfrm>
              <a:off x="5323505" y="22428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3" name="pt12303"/>
            <p:cNvSpPr/>
            <p:nvPr/>
          </p:nvSpPr>
          <p:spPr>
            <a:xfrm>
              <a:off x="5335722" y="22225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4" name="pt12304"/>
            <p:cNvSpPr/>
            <p:nvPr/>
          </p:nvSpPr>
          <p:spPr>
            <a:xfrm>
              <a:off x="4983920" y="23646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5" name="pt12305"/>
            <p:cNvSpPr/>
            <p:nvPr/>
          </p:nvSpPr>
          <p:spPr>
            <a:xfrm>
              <a:off x="5458462" y="22309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6" name="pt12306"/>
            <p:cNvSpPr/>
            <p:nvPr/>
          </p:nvSpPr>
          <p:spPr>
            <a:xfrm>
              <a:off x="5420361" y="18937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7" name="pt12307"/>
            <p:cNvSpPr/>
            <p:nvPr/>
          </p:nvSpPr>
          <p:spPr>
            <a:xfrm>
              <a:off x="5431710" y="2276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8" name="pt12308"/>
            <p:cNvSpPr/>
            <p:nvPr/>
          </p:nvSpPr>
          <p:spPr>
            <a:xfrm>
              <a:off x="5956649" y="14973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9" name="pt12309"/>
            <p:cNvSpPr/>
            <p:nvPr/>
          </p:nvSpPr>
          <p:spPr>
            <a:xfrm>
              <a:off x="5530132" y="20853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0" name="pt12310"/>
            <p:cNvSpPr/>
            <p:nvPr/>
          </p:nvSpPr>
          <p:spPr>
            <a:xfrm>
              <a:off x="4994606" y="24718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1" name="pt12311"/>
            <p:cNvSpPr/>
            <p:nvPr/>
          </p:nvSpPr>
          <p:spPr>
            <a:xfrm>
              <a:off x="5194384" y="23907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2" name="pt12312"/>
            <p:cNvSpPr/>
            <p:nvPr/>
          </p:nvSpPr>
          <p:spPr>
            <a:xfrm>
              <a:off x="5868487" y="17274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3" name="pt12313"/>
            <p:cNvSpPr/>
            <p:nvPr/>
          </p:nvSpPr>
          <p:spPr>
            <a:xfrm>
              <a:off x="5311926" y="21040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4" name="pt12314"/>
            <p:cNvSpPr/>
            <p:nvPr/>
          </p:nvSpPr>
          <p:spPr>
            <a:xfrm>
              <a:off x="5525999" y="21375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5" name="pt12315"/>
            <p:cNvSpPr/>
            <p:nvPr/>
          </p:nvSpPr>
          <p:spPr>
            <a:xfrm>
              <a:off x="5363742" y="2270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6" name="pt12316"/>
            <p:cNvSpPr/>
            <p:nvPr/>
          </p:nvSpPr>
          <p:spPr>
            <a:xfrm>
              <a:off x="5404811" y="21937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7" name="pt12317"/>
            <p:cNvSpPr/>
            <p:nvPr/>
          </p:nvSpPr>
          <p:spPr>
            <a:xfrm>
              <a:off x="5347710" y="21802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8" name="pt12318"/>
            <p:cNvSpPr/>
            <p:nvPr/>
          </p:nvSpPr>
          <p:spPr>
            <a:xfrm>
              <a:off x="6002901" y="18799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9" name="pt12319"/>
            <p:cNvSpPr/>
            <p:nvPr/>
          </p:nvSpPr>
          <p:spPr>
            <a:xfrm>
              <a:off x="5285151" y="23085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0" name="pt12320"/>
            <p:cNvSpPr/>
            <p:nvPr/>
          </p:nvSpPr>
          <p:spPr>
            <a:xfrm>
              <a:off x="5553682" y="21502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1" name="pt12321"/>
            <p:cNvSpPr/>
            <p:nvPr/>
          </p:nvSpPr>
          <p:spPr>
            <a:xfrm>
              <a:off x="5713555" y="20616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2" name="pt12322"/>
            <p:cNvSpPr/>
            <p:nvPr/>
          </p:nvSpPr>
          <p:spPr>
            <a:xfrm>
              <a:off x="5019210" y="25109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3" name="pt12323"/>
            <p:cNvSpPr/>
            <p:nvPr/>
          </p:nvSpPr>
          <p:spPr>
            <a:xfrm>
              <a:off x="5560802" y="21813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4" name="pt12324"/>
            <p:cNvSpPr/>
            <p:nvPr/>
          </p:nvSpPr>
          <p:spPr>
            <a:xfrm>
              <a:off x="5730078" y="19758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5" name="pt12325"/>
            <p:cNvSpPr/>
            <p:nvPr/>
          </p:nvSpPr>
          <p:spPr>
            <a:xfrm>
              <a:off x="5414594" y="21737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6" name="pt12326"/>
            <p:cNvSpPr/>
            <p:nvPr/>
          </p:nvSpPr>
          <p:spPr>
            <a:xfrm>
              <a:off x="5595027" y="22611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7" name="pt12327"/>
            <p:cNvSpPr/>
            <p:nvPr/>
          </p:nvSpPr>
          <p:spPr>
            <a:xfrm>
              <a:off x="5131951" y="26643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8" name="pt12328"/>
            <p:cNvSpPr/>
            <p:nvPr/>
          </p:nvSpPr>
          <p:spPr>
            <a:xfrm>
              <a:off x="5330737" y="20454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9" name="pt12329"/>
            <p:cNvSpPr/>
            <p:nvPr/>
          </p:nvSpPr>
          <p:spPr>
            <a:xfrm>
              <a:off x="5375348" y="22287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0" name="pt12330"/>
            <p:cNvSpPr/>
            <p:nvPr/>
          </p:nvSpPr>
          <p:spPr>
            <a:xfrm>
              <a:off x="5447141" y="23278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1" name="pt12331"/>
            <p:cNvSpPr/>
            <p:nvPr/>
          </p:nvSpPr>
          <p:spPr>
            <a:xfrm>
              <a:off x="5187766" y="24129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2" name="pt12332"/>
            <p:cNvSpPr/>
            <p:nvPr/>
          </p:nvSpPr>
          <p:spPr>
            <a:xfrm>
              <a:off x="5402765" y="21704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3" name="pt12333"/>
            <p:cNvSpPr/>
            <p:nvPr/>
          </p:nvSpPr>
          <p:spPr>
            <a:xfrm>
              <a:off x="5814544" y="18878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4" name="pt12334"/>
            <p:cNvSpPr/>
            <p:nvPr/>
          </p:nvSpPr>
          <p:spPr>
            <a:xfrm>
              <a:off x="5411350" y="22582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5" name="pt12335"/>
            <p:cNvSpPr/>
            <p:nvPr/>
          </p:nvSpPr>
          <p:spPr>
            <a:xfrm>
              <a:off x="5639280" y="21552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6" name="pt12336"/>
            <p:cNvSpPr/>
            <p:nvPr/>
          </p:nvSpPr>
          <p:spPr>
            <a:xfrm>
              <a:off x="5578199" y="2198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7" name="pt12337"/>
            <p:cNvSpPr/>
            <p:nvPr/>
          </p:nvSpPr>
          <p:spPr>
            <a:xfrm>
              <a:off x="5225700" y="21207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8" name="pt12338"/>
            <p:cNvSpPr/>
            <p:nvPr/>
          </p:nvSpPr>
          <p:spPr>
            <a:xfrm>
              <a:off x="5478302" y="18761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9" name="pt12339"/>
            <p:cNvSpPr/>
            <p:nvPr/>
          </p:nvSpPr>
          <p:spPr>
            <a:xfrm>
              <a:off x="5115299" y="22100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0" name="pt12340"/>
            <p:cNvSpPr/>
            <p:nvPr/>
          </p:nvSpPr>
          <p:spPr>
            <a:xfrm>
              <a:off x="5405858" y="22725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1" name="pt12341"/>
            <p:cNvSpPr/>
            <p:nvPr/>
          </p:nvSpPr>
          <p:spPr>
            <a:xfrm>
              <a:off x="5341235" y="21923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2" name="pt12342"/>
            <p:cNvSpPr/>
            <p:nvPr/>
          </p:nvSpPr>
          <p:spPr>
            <a:xfrm>
              <a:off x="5563667" y="21568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3" name="pt12343"/>
            <p:cNvSpPr/>
            <p:nvPr/>
          </p:nvSpPr>
          <p:spPr>
            <a:xfrm>
              <a:off x="5417711" y="21821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4" name="pt12344"/>
            <p:cNvSpPr/>
            <p:nvPr/>
          </p:nvSpPr>
          <p:spPr>
            <a:xfrm>
              <a:off x="5610023" y="2028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5" name="pt12345"/>
            <p:cNvSpPr/>
            <p:nvPr/>
          </p:nvSpPr>
          <p:spPr>
            <a:xfrm>
              <a:off x="5759547" y="19581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6" name="pt12346"/>
            <p:cNvSpPr/>
            <p:nvPr/>
          </p:nvSpPr>
          <p:spPr>
            <a:xfrm>
              <a:off x="5342749" y="21729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7" name="pt12347"/>
            <p:cNvSpPr/>
            <p:nvPr/>
          </p:nvSpPr>
          <p:spPr>
            <a:xfrm>
              <a:off x="5058023" y="23056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8" name="pt12348"/>
            <p:cNvSpPr/>
            <p:nvPr/>
          </p:nvSpPr>
          <p:spPr>
            <a:xfrm>
              <a:off x="5517948" y="22838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9" name="pt12349"/>
            <p:cNvSpPr/>
            <p:nvPr/>
          </p:nvSpPr>
          <p:spPr>
            <a:xfrm>
              <a:off x="5352627" y="21156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0" name="pt12350"/>
            <p:cNvSpPr/>
            <p:nvPr/>
          </p:nvSpPr>
          <p:spPr>
            <a:xfrm>
              <a:off x="5879369" y="18454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1" name="pt12351"/>
            <p:cNvSpPr/>
            <p:nvPr/>
          </p:nvSpPr>
          <p:spPr>
            <a:xfrm>
              <a:off x="5196094" y="23754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2" name="pt12352"/>
            <p:cNvSpPr/>
            <p:nvPr/>
          </p:nvSpPr>
          <p:spPr>
            <a:xfrm>
              <a:off x="5737761" y="19346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3" name="pt12353"/>
            <p:cNvSpPr/>
            <p:nvPr/>
          </p:nvSpPr>
          <p:spPr>
            <a:xfrm>
              <a:off x="5533606" y="22805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4" name="pt12354"/>
            <p:cNvSpPr/>
            <p:nvPr/>
          </p:nvSpPr>
          <p:spPr>
            <a:xfrm>
              <a:off x="5751826" y="19164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5" name="pt12355"/>
            <p:cNvSpPr/>
            <p:nvPr/>
          </p:nvSpPr>
          <p:spPr>
            <a:xfrm>
              <a:off x="5098534" y="25563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6" name="pt12356"/>
            <p:cNvSpPr/>
            <p:nvPr/>
          </p:nvSpPr>
          <p:spPr>
            <a:xfrm>
              <a:off x="5305687" y="2082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7" name="pt12357"/>
            <p:cNvSpPr/>
            <p:nvPr/>
          </p:nvSpPr>
          <p:spPr>
            <a:xfrm>
              <a:off x="5902672" y="17102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8" name="pt12358"/>
            <p:cNvSpPr/>
            <p:nvPr/>
          </p:nvSpPr>
          <p:spPr>
            <a:xfrm>
              <a:off x="5555042" y="22321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9" name="pt12359"/>
            <p:cNvSpPr/>
            <p:nvPr/>
          </p:nvSpPr>
          <p:spPr>
            <a:xfrm>
              <a:off x="5475265" y="19585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0" name="pt12360"/>
            <p:cNvSpPr/>
            <p:nvPr/>
          </p:nvSpPr>
          <p:spPr>
            <a:xfrm>
              <a:off x="5293719" y="21284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1" name="pt12361"/>
            <p:cNvSpPr/>
            <p:nvPr/>
          </p:nvSpPr>
          <p:spPr>
            <a:xfrm>
              <a:off x="5490639" y="20969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2" name="pt12362"/>
            <p:cNvSpPr/>
            <p:nvPr/>
          </p:nvSpPr>
          <p:spPr>
            <a:xfrm>
              <a:off x="5207816" y="21842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3" name="pt12363"/>
            <p:cNvSpPr/>
            <p:nvPr/>
          </p:nvSpPr>
          <p:spPr>
            <a:xfrm>
              <a:off x="5806339" y="1953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4" name="pt12364"/>
            <p:cNvSpPr/>
            <p:nvPr/>
          </p:nvSpPr>
          <p:spPr>
            <a:xfrm>
              <a:off x="5190922" y="23902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5" name="pt12365"/>
            <p:cNvSpPr/>
            <p:nvPr/>
          </p:nvSpPr>
          <p:spPr>
            <a:xfrm>
              <a:off x="5358210" y="20839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6" name="pt12366"/>
            <p:cNvSpPr/>
            <p:nvPr/>
          </p:nvSpPr>
          <p:spPr>
            <a:xfrm>
              <a:off x="5279895" y="22363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7" name="pt12367"/>
            <p:cNvSpPr/>
            <p:nvPr/>
          </p:nvSpPr>
          <p:spPr>
            <a:xfrm>
              <a:off x="5608270" y="21862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8" name="pt12368"/>
            <p:cNvSpPr/>
            <p:nvPr/>
          </p:nvSpPr>
          <p:spPr>
            <a:xfrm>
              <a:off x="5806385" y="19877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9" name="pt12369"/>
            <p:cNvSpPr/>
            <p:nvPr/>
          </p:nvSpPr>
          <p:spPr>
            <a:xfrm>
              <a:off x="5191338" y="25306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0" name="pt12370"/>
            <p:cNvSpPr/>
            <p:nvPr/>
          </p:nvSpPr>
          <p:spPr>
            <a:xfrm>
              <a:off x="5218719" y="22084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1" name="pt12371"/>
            <p:cNvSpPr/>
            <p:nvPr/>
          </p:nvSpPr>
          <p:spPr>
            <a:xfrm>
              <a:off x="5410342" y="2211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2" name="pt12372"/>
            <p:cNvSpPr/>
            <p:nvPr/>
          </p:nvSpPr>
          <p:spPr>
            <a:xfrm>
              <a:off x="5667714" y="1810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3" name="pt12373"/>
            <p:cNvSpPr/>
            <p:nvPr/>
          </p:nvSpPr>
          <p:spPr>
            <a:xfrm>
              <a:off x="5629002" y="22052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4" name="pt12374"/>
            <p:cNvSpPr/>
            <p:nvPr/>
          </p:nvSpPr>
          <p:spPr>
            <a:xfrm>
              <a:off x="5187323" y="24105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5" name="pt12375"/>
            <p:cNvSpPr/>
            <p:nvPr/>
          </p:nvSpPr>
          <p:spPr>
            <a:xfrm>
              <a:off x="5544564" y="20182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6" name="pt12376"/>
            <p:cNvSpPr/>
            <p:nvPr/>
          </p:nvSpPr>
          <p:spPr>
            <a:xfrm>
              <a:off x="5513857" y="21983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7" name="pt12377"/>
            <p:cNvSpPr/>
            <p:nvPr/>
          </p:nvSpPr>
          <p:spPr>
            <a:xfrm>
              <a:off x="5320049" y="22228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8" name="pt12378"/>
            <p:cNvSpPr/>
            <p:nvPr/>
          </p:nvSpPr>
          <p:spPr>
            <a:xfrm>
              <a:off x="5691325" y="17337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9" name="pt12379"/>
            <p:cNvSpPr/>
            <p:nvPr/>
          </p:nvSpPr>
          <p:spPr>
            <a:xfrm>
              <a:off x="5451241" y="22742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0" name="pt12380"/>
            <p:cNvSpPr/>
            <p:nvPr/>
          </p:nvSpPr>
          <p:spPr>
            <a:xfrm>
              <a:off x="5626478" y="19738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1" name="pt12381"/>
            <p:cNvSpPr/>
            <p:nvPr/>
          </p:nvSpPr>
          <p:spPr>
            <a:xfrm>
              <a:off x="5630851" y="21459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2" name="pt12382"/>
            <p:cNvSpPr/>
            <p:nvPr/>
          </p:nvSpPr>
          <p:spPr>
            <a:xfrm>
              <a:off x="5822149" y="20293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3" name="pt12383"/>
            <p:cNvSpPr/>
            <p:nvPr/>
          </p:nvSpPr>
          <p:spPr>
            <a:xfrm>
              <a:off x="5594128" y="21572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4" name="pt12384"/>
            <p:cNvSpPr/>
            <p:nvPr/>
          </p:nvSpPr>
          <p:spPr>
            <a:xfrm>
              <a:off x="5464824" y="19618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5" name="pt12385"/>
            <p:cNvSpPr/>
            <p:nvPr/>
          </p:nvSpPr>
          <p:spPr>
            <a:xfrm>
              <a:off x="5557372" y="21866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6" name="pt12386"/>
            <p:cNvSpPr/>
            <p:nvPr/>
          </p:nvSpPr>
          <p:spPr>
            <a:xfrm>
              <a:off x="5488459" y="21659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7" name="pt12387"/>
            <p:cNvSpPr/>
            <p:nvPr/>
          </p:nvSpPr>
          <p:spPr>
            <a:xfrm>
              <a:off x="5150317" y="25871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8" name="pt12388"/>
            <p:cNvSpPr/>
            <p:nvPr/>
          </p:nvSpPr>
          <p:spPr>
            <a:xfrm>
              <a:off x="5874644" y="16558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9" name="pt12389"/>
            <p:cNvSpPr/>
            <p:nvPr/>
          </p:nvSpPr>
          <p:spPr>
            <a:xfrm>
              <a:off x="5409657" y="22309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0" name="pt12390"/>
            <p:cNvSpPr/>
            <p:nvPr/>
          </p:nvSpPr>
          <p:spPr>
            <a:xfrm>
              <a:off x="5242160" y="21051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1" name="pt12391"/>
            <p:cNvSpPr/>
            <p:nvPr/>
          </p:nvSpPr>
          <p:spPr>
            <a:xfrm>
              <a:off x="5567554" y="21865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2" name="pt12392"/>
            <p:cNvSpPr/>
            <p:nvPr/>
          </p:nvSpPr>
          <p:spPr>
            <a:xfrm>
              <a:off x="5390675" y="21137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3" name="pt12393"/>
            <p:cNvSpPr/>
            <p:nvPr/>
          </p:nvSpPr>
          <p:spPr>
            <a:xfrm>
              <a:off x="5574583" y="2207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4" name="pt12394"/>
            <p:cNvSpPr/>
            <p:nvPr/>
          </p:nvSpPr>
          <p:spPr>
            <a:xfrm>
              <a:off x="5373138" y="22526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5" name="pt12395"/>
            <p:cNvSpPr/>
            <p:nvPr/>
          </p:nvSpPr>
          <p:spPr>
            <a:xfrm>
              <a:off x="5631399" y="22057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6" name="pt12396"/>
            <p:cNvSpPr/>
            <p:nvPr/>
          </p:nvSpPr>
          <p:spPr>
            <a:xfrm>
              <a:off x="5495829" y="21512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7" name="pt12397"/>
            <p:cNvSpPr/>
            <p:nvPr/>
          </p:nvSpPr>
          <p:spPr>
            <a:xfrm>
              <a:off x="5552376" y="23035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8" name="pt12398"/>
            <p:cNvSpPr/>
            <p:nvPr/>
          </p:nvSpPr>
          <p:spPr>
            <a:xfrm>
              <a:off x="5565275" y="21500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9" name="pt12399"/>
            <p:cNvSpPr/>
            <p:nvPr/>
          </p:nvSpPr>
          <p:spPr>
            <a:xfrm>
              <a:off x="5655906" y="2004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0" name="pt12400"/>
            <p:cNvSpPr/>
            <p:nvPr/>
          </p:nvSpPr>
          <p:spPr>
            <a:xfrm>
              <a:off x="5186019" y="24820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1" name="pt12401"/>
            <p:cNvSpPr/>
            <p:nvPr/>
          </p:nvSpPr>
          <p:spPr>
            <a:xfrm>
              <a:off x="5519473" y="21185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2" name="pt12402"/>
            <p:cNvSpPr/>
            <p:nvPr/>
          </p:nvSpPr>
          <p:spPr>
            <a:xfrm>
              <a:off x="5147489" y="25893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3" name="pt12403"/>
            <p:cNvSpPr/>
            <p:nvPr/>
          </p:nvSpPr>
          <p:spPr>
            <a:xfrm>
              <a:off x="5313181" y="20902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4" name="pt12404"/>
            <p:cNvSpPr/>
            <p:nvPr/>
          </p:nvSpPr>
          <p:spPr>
            <a:xfrm>
              <a:off x="5521218" y="21153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5" name="pt12405"/>
            <p:cNvSpPr/>
            <p:nvPr/>
          </p:nvSpPr>
          <p:spPr>
            <a:xfrm>
              <a:off x="5276801" y="21828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6" name="pt12406"/>
            <p:cNvSpPr/>
            <p:nvPr/>
          </p:nvSpPr>
          <p:spPr>
            <a:xfrm>
              <a:off x="5618307" y="19683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7" name="pt12407"/>
            <p:cNvSpPr/>
            <p:nvPr/>
          </p:nvSpPr>
          <p:spPr>
            <a:xfrm>
              <a:off x="5037277" y="19813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8" name="pt12408"/>
            <p:cNvSpPr/>
            <p:nvPr/>
          </p:nvSpPr>
          <p:spPr>
            <a:xfrm>
              <a:off x="5580957" y="22142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9" name="pt12409"/>
            <p:cNvSpPr/>
            <p:nvPr/>
          </p:nvSpPr>
          <p:spPr>
            <a:xfrm>
              <a:off x="5331290" y="20786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0" name="pt12410"/>
            <p:cNvSpPr/>
            <p:nvPr/>
          </p:nvSpPr>
          <p:spPr>
            <a:xfrm>
              <a:off x="5308344" y="20778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1" name="pt12411"/>
            <p:cNvSpPr/>
            <p:nvPr/>
          </p:nvSpPr>
          <p:spPr>
            <a:xfrm>
              <a:off x="5154068" y="27144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2" name="pt12412"/>
            <p:cNvSpPr/>
            <p:nvPr/>
          </p:nvSpPr>
          <p:spPr>
            <a:xfrm>
              <a:off x="5360790" y="21835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3" name="pt12413"/>
            <p:cNvSpPr/>
            <p:nvPr/>
          </p:nvSpPr>
          <p:spPr>
            <a:xfrm>
              <a:off x="6090501" y="20628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4" name="pt12414"/>
            <p:cNvSpPr/>
            <p:nvPr/>
          </p:nvSpPr>
          <p:spPr>
            <a:xfrm>
              <a:off x="5238743" y="22874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5" name="pt12415"/>
            <p:cNvSpPr/>
            <p:nvPr/>
          </p:nvSpPr>
          <p:spPr>
            <a:xfrm>
              <a:off x="5208051" y="22269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6" name="pt12416"/>
            <p:cNvSpPr/>
            <p:nvPr/>
          </p:nvSpPr>
          <p:spPr>
            <a:xfrm>
              <a:off x="5466762" y="1797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7" name="pt12417"/>
            <p:cNvSpPr/>
            <p:nvPr/>
          </p:nvSpPr>
          <p:spPr>
            <a:xfrm>
              <a:off x="5653999" y="21502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8" name="pt12418"/>
            <p:cNvSpPr/>
            <p:nvPr/>
          </p:nvSpPr>
          <p:spPr>
            <a:xfrm>
              <a:off x="5478935" y="18676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9" name="pt12419"/>
            <p:cNvSpPr/>
            <p:nvPr/>
          </p:nvSpPr>
          <p:spPr>
            <a:xfrm>
              <a:off x="5610790" y="20389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0" name="pt12420"/>
            <p:cNvSpPr/>
            <p:nvPr/>
          </p:nvSpPr>
          <p:spPr>
            <a:xfrm>
              <a:off x="5781535" y="19651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1" name="pt12421"/>
            <p:cNvSpPr/>
            <p:nvPr/>
          </p:nvSpPr>
          <p:spPr>
            <a:xfrm>
              <a:off x="5364996" y="22232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2" name="pt12422"/>
            <p:cNvSpPr/>
            <p:nvPr/>
          </p:nvSpPr>
          <p:spPr>
            <a:xfrm>
              <a:off x="5512879" y="22165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3" name="pt12423"/>
            <p:cNvSpPr/>
            <p:nvPr/>
          </p:nvSpPr>
          <p:spPr>
            <a:xfrm>
              <a:off x="5582462" y="23118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4" name="pt12424"/>
            <p:cNvSpPr/>
            <p:nvPr/>
          </p:nvSpPr>
          <p:spPr>
            <a:xfrm>
              <a:off x="5608746" y="19246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5" name="pt12425"/>
            <p:cNvSpPr/>
            <p:nvPr/>
          </p:nvSpPr>
          <p:spPr>
            <a:xfrm>
              <a:off x="5220231" y="22299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6" name="pt12426"/>
            <p:cNvSpPr/>
            <p:nvPr/>
          </p:nvSpPr>
          <p:spPr>
            <a:xfrm>
              <a:off x="5116604" y="25834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7" name="pt12427"/>
            <p:cNvSpPr/>
            <p:nvPr/>
          </p:nvSpPr>
          <p:spPr>
            <a:xfrm>
              <a:off x="5976261" y="16244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8" name="pt12428"/>
            <p:cNvSpPr/>
            <p:nvPr/>
          </p:nvSpPr>
          <p:spPr>
            <a:xfrm>
              <a:off x="5540486" y="20271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9" name="pt12429"/>
            <p:cNvSpPr/>
            <p:nvPr/>
          </p:nvSpPr>
          <p:spPr>
            <a:xfrm>
              <a:off x="5141887" y="24185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0" name="pt12430"/>
            <p:cNvSpPr/>
            <p:nvPr/>
          </p:nvSpPr>
          <p:spPr>
            <a:xfrm>
              <a:off x="5481936" y="19740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1" name="pt12431"/>
            <p:cNvSpPr/>
            <p:nvPr/>
          </p:nvSpPr>
          <p:spPr>
            <a:xfrm>
              <a:off x="5637485" y="20563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2" name="pt12432"/>
            <p:cNvSpPr/>
            <p:nvPr/>
          </p:nvSpPr>
          <p:spPr>
            <a:xfrm>
              <a:off x="5477604" y="19096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3" name="pt12433"/>
            <p:cNvSpPr/>
            <p:nvPr/>
          </p:nvSpPr>
          <p:spPr>
            <a:xfrm>
              <a:off x="5527901" y="20615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4" name="pt12434"/>
            <p:cNvSpPr/>
            <p:nvPr/>
          </p:nvSpPr>
          <p:spPr>
            <a:xfrm>
              <a:off x="5528434" y="22714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5" name="pt12435"/>
            <p:cNvSpPr/>
            <p:nvPr/>
          </p:nvSpPr>
          <p:spPr>
            <a:xfrm>
              <a:off x="5502966" y="22544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6" name="pt12436"/>
            <p:cNvSpPr/>
            <p:nvPr/>
          </p:nvSpPr>
          <p:spPr>
            <a:xfrm>
              <a:off x="5697184" y="18607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7" name="pt12437"/>
            <p:cNvSpPr/>
            <p:nvPr/>
          </p:nvSpPr>
          <p:spPr>
            <a:xfrm>
              <a:off x="5252427" y="19362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8" name="pt12438"/>
            <p:cNvSpPr/>
            <p:nvPr/>
          </p:nvSpPr>
          <p:spPr>
            <a:xfrm>
              <a:off x="5202680" y="22634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9" name="pt12439"/>
            <p:cNvSpPr/>
            <p:nvPr/>
          </p:nvSpPr>
          <p:spPr>
            <a:xfrm>
              <a:off x="5404841" y="22008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0" name="pt12440"/>
            <p:cNvSpPr/>
            <p:nvPr/>
          </p:nvSpPr>
          <p:spPr>
            <a:xfrm>
              <a:off x="5137780" y="26014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1" name="pt12441"/>
            <p:cNvSpPr/>
            <p:nvPr/>
          </p:nvSpPr>
          <p:spPr>
            <a:xfrm>
              <a:off x="5262931" y="21995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2" name="pt12442"/>
            <p:cNvSpPr/>
            <p:nvPr/>
          </p:nvSpPr>
          <p:spPr>
            <a:xfrm>
              <a:off x="5510749" y="22303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3" name="pt12443"/>
            <p:cNvSpPr/>
            <p:nvPr/>
          </p:nvSpPr>
          <p:spPr>
            <a:xfrm>
              <a:off x="5578535" y="22353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4" name="pt12444"/>
            <p:cNvSpPr/>
            <p:nvPr/>
          </p:nvSpPr>
          <p:spPr>
            <a:xfrm>
              <a:off x="5333890" y="22151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5" name="pt12445"/>
            <p:cNvSpPr/>
            <p:nvPr/>
          </p:nvSpPr>
          <p:spPr>
            <a:xfrm>
              <a:off x="5242283" y="2163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6" name="pt12446"/>
            <p:cNvSpPr/>
            <p:nvPr/>
          </p:nvSpPr>
          <p:spPr>
            <a:xfrm>
              <a:off x="5379458" y="20727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7" name="pt12447"/>
            <p:cNvSpPr/>
            <p:nvPr/>
          </p:nvSpPr>
          <p:spPr>
            <a:xfrm>
              <a:off x="5371952" y="20475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8" name="pt12448"/>
            <p:cNvSpPr/>
            <p:nvPr/>
          </p:nvSpPr>
          <p:spPr>
            <a:xfrm>
              <a:off x="5340357" y="21939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9" name="pt12449"/>
            <p:cNvSpPr/>
            <p:nvPr/>
          </p:nvSpPr>
          <p:spPr>
            <a:xfrm>
              <a:off x="5532219" y="21852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0" name="pt12450"/>
            <p:cNvSpPr/>
            <p:nvPr/>
          </p:nvSpPr>
          <p:spPr>
            <a:xfrm>
              <a:off x="5406006" y="22061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1" name="pt12451"/>
            <p:cNvSpPr/>
            <p:nvPr/>
          </p:nvSpPr>
          <p:spPr>
            <a:xfrm>
              <a:off x="5358561" y="22228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2" name="pt12452"/>
            <p:cNvSpPr/>
            <p:nvPr/>
          </p:nvSpPr>
          <p:spPr>
            <a:xfrm>
              <a:off x="5354639" y="20435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3" name="pt12453"/>
            <p:cNvSpPr/>
            <p:nvPr/>
          </p:nvSpPr>
          <p:spPr>
            <a:xfrm>
              <a:off x="5403125" y="22516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4" name="pt12454"/>
            <p:cNvSpPr/>
            <p:nvPr/>
          </p:nvSpPr>
          <p:spPr>
            <a:xfrm>
              <a:off x="5630686" y="20810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5" name="pt12455"/>
            <p:cNvSpPr/>
            <p:nvPr/>
          </p:nvSpPr>
          <p:spPr>
            <a:xfrm>
              <a:off x="5129219" y="25403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6" name="pt12456"/>
            <p:cNvSpPr/>
            <p:nvPr/>
          </p:nvSpPr>
          <p:spPr>
            <a:xfrm>
              <a:off x="5027313" y="23044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7" name="pt12457"/>
            <p:cNvSpPr/>
            <p:nvPr/>
          </p:nvSpPr>
          <p:spPr>
            <a:xfrm>
              <a:off x="5815346" y="17018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8" name="pt12458"/>
            <p:cNvSpPr/>
            <p:nvPr/>
          </p:nvSpPr>
          <p:spPr>
            <a:xfrm>
              <a:off x="5343337" y="22158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9" name="pt12459"/>
            <p:cNvSpPr/>
            <p:nvPr/>
          </p:nvSpPr>
          <p:spPr>
            <a:xfrm>
              <a:off x="5294103" y="22343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0" name="pt12460"/>
            <p:cNvSpPr/>
            <p:nvPr/>
          </p:nvSpPr>
          <p:spPr>
            <a:xfrm>
              <a:off x="5632530" y="21991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1" name="pt12461"/>
            <p:cNvSpPr/>
            <p:nvPr/>
          </p:nvSpPr>
          <p:spPr>
            <a:xfrm>
              <a:off x="5628293" y="19223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2" name="pt12462"/>
            <p:cNvSpPr/>
            <p:nvPr/>
          </p:nvSpPr>
          <p:spPr>
            <a:xfrm>
              <a:off x="5402336" y="22070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3" name="pt12463"/>
            <p:cNvSpPr/>
            <p:nvPr/>
          </p:nvSpPr>
          <p:spPr>
            <a:xfrm>
              <a:off x="5156263" y="26368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4" name="pt12464"/>
            <p:cNvSpPr/>
            <p:nvPr/>
          </p:nvSpPr>
          <p:spPr>
            <a:xfrm>
              <a:off x="5491815" y="19586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5" name="pt12465"/>
            <p:cNvSpPr/>
            <p:nvPr/>
          </p:nvSpPr>
          <p:spPr>
            <a:xfrm>
              <a:off x="5612127" y="19742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6" name="pt12466"/>
            <p:cNvSpPr/>
            <p:nvPr/>
          </p:nvSpPr>
          <p:spPr>
            <a:xfrm>
              <a:off x="5127507" y="2626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7" name="pt12467"/>
            <p:cNvSpPr/>
            <p:nvPr/>
          </p:nvSpPr>
          <p:spPr>
            <a:xfrm>
              <a:off x="5551083" y="22538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8" name="pt12468"/>
            <p:cNvSpPr/>
            <p:nvPr/>
          </p:nvSpPr>
          <p:spPr>
            <a:xfrm>
              <a:off x="5567808" y="2219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9" name="pt12469"/>
            <p:cNvSpPr/>
            <p:nvPr/>
          </p:nvSpPr>
          <p:spPr>
            <a:xfrm>
              <a:off x="5498630" y="22616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0" name="pt12470"/>
            <p:cNvSpPr/>
            <p:nvPr/>
          </p:nvSpPr>
          <p:spPr>
            <a:xfrm>
              <a:off x="5382982" y="22825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1" name="pt12471"/>
            <p:cNvSpPr/>
            <p:nvPr/>
          </p:nvSpPr>
          <p:spPr>
            <a:xfrm>
              <a:off x="5090346" y="27027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2" name="pt12472"/>
            <p:cNvSpPr/>
            <p:nvPr/>
          </p:nvSpPr>
          <p:spPr>
            <a:xfrm>
              <a:off x="5109531" y="15787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3" name="pt12473"/>
            <p:cNvSpPr/>
            <p:nvPr/>
          </p:nvSpPr>
          <p:spPr>
            <a:xfrm>
              <a:off x="5485345" y="2099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4" name="pt12474"/>
            <p:cNvSpPr/>
            <p:nvPr/>
          </p:nvSpPr>
          <p:spPr>
            <a:xfrm>
              <a:off x="5384716" y="20106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5" name="pt12475"/>
            <p:cNvSpPr/>
            <p:nvPr/>
          </p:nvSpPr>
          <p:spPr>
            <a:xfrm>
              <a:off x="5954727" y="15276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6" name="pt12476"/>
            <p:cNvSpPr/>
            <p:nvPr/>
          </p:nvSpPr>
          <p:spPr>
            <a:xfrm>
              <a:off x="5227107" y="22313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7" name="pt12477"/>
            <p:cNvSpPr/>
            <p:nvPr/>
          </p:nvSpPr>
          <p:spPr>
            <a:xfrm>
              <a:off x="5274120" y="21583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8" name="pt12478"/>
            <p:cNvSpPr/>
            <p:nvPr/>
          </p:nvSpPr>
          <p:spPr>
            <a:xfrm>
              <a:off x="5561286" y="21704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9" name="pt12479"/>
            <p:cNvSpPr/>
            <p:nvPr/>
          </p:nvSpPr>
          <p:spPr>
            <a:xfrm>
              <a:off x="5647937" y="19801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0" name="pt12480"/>
            <p:cNvSpPr/>
            <p:nvPr/>
          </p:nvSpPr>
          <p:spPr>
            <a:xfrm>
              <a:off x="5336240" y="22449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1" name="pt12481"/>
            <p:cNvSpPr/>
            <p:nvPr/>
          </p:nvSpPr>
          <p:spPr>
            <a:xfrm>
              <a:off x="5072546" y="25313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2" name="pt12482"/>
            <p:cNvSpPr/>
            <p:nvPr/>
          </p:nvSpPr>
          <p:spPr>
            <a:xfrm>
              <a:off x="5899306" y="17414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3" name="pt12483"/>
            <p:cNvSpPr/>
            <p:nvPr/>
          </p:nvSpPr>
          <p:spPr>
            <a:xfrm>
              <a:off x="5700662" y="18048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4" name="pt12484"/>
            <p:cNvSpPr/>
            <p:nvPr/>
          </p:nvSpPr>
          <p:spPr>
            <a:xfrm>
              <a:off x="5668523" y="18765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5" name="pt12485"/>
            <p:cNvSpPr/>
            <p:nvPr/>
          </p:nvSpPr>
          <p:spPr>
            <a:xfrm>
              <a:off x="5671604" y="18601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6" name="pt12486"/>
            <p:cNvSpPr/>
            <p:nvPr/>
          </p:nvSpPr>
          <p:spPr>
            <a:xfrm>
              <a:off x="5557763" y="22280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7" name="pt12487"/>
            <p:cNvSpPr/>
            <p:nvPr/>
          </p:nvSpPr>
          <p:spPr>
            <a:xfrm>
              <a:off x="5669138" y="18161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8" name="pt12488"/>
            <p:cNvSpPr/>
            <p:nvPr/>
          </p:nvSpPr>
          <p:spPr>
            <a:xfrm>
              <a:off x="5293636" y="21293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9" name="pt12489"/>
            <p:cNvSpPr/>
            <p:nvPr/>
          </p:nvSpPr>
          <p:spPr>
            <a:xfrm>
              <a:off x="5493558" y="19923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0" name="pt12490"/>
            <p:cNvSpPr/>
            <p:nvPr/>
          </p:nvSpPr>
          <p:spPr>
            <a:xfrm>
              <a:off x="5387552" y="21757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1" name="pt12491"/>
            <p:cNvSpPr/>
            <p:nvPr/>
          </p:nvSpPr>
          <p:spPr>
            <a:xfrm>
              <a:off x="5216075" y="20726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2" name="pt12492"/>
            <p:cNvSpPr/>
            <p:nvPr/>
          </p:nvSpPr>
          <p:spPr>
            <a:xfrm>
              <a:off x="5326003" y="21862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3" name="pt12493"/>
            <p:cNvSpPr/>
            <p:nvPr/>
          </p:nvSpPr>
          <p:spPr>
            <a:xfrm>
              <a:off x="5587792" y="22523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4" name="pt12494"/>
            <p:cNvSpPr/>
            <p:nvPr/>
          </p:nvSpPr>
          <p:spPr>
            <a:xfrm>
              <a:off x="5731116" y="16381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5" name="pt12495"/>
            <p:cNvSpPr/>
            <p:nvPr/>
          </p:nvSpPr>
          <p:spPr>
            <a:xfrm>
              <a:off x="5596229" y="19892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6" name="pt12496"/>
            <p:cNvSpPr/>
            <p:nvPr/>
          </p:nvSpPr>
          <p:spPr>
            <a:xfrm>
              <a:off x="5297757" y="21817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7" name="pt12497"/>
            <p:cNvSpPr/>
            <p:nvPr/>
          </p:nvSpPr>
          <p:spPr>
            <a:xfrm>
              <a:off x="5384288" y="22413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8" name="pt12498"/>
            <p:cNvSpPr/>
            <p:nvPr/>
          </p:nvSpPr>
          <p:spPr>
            <a:xfrm>
              <a:off x="5497441" y="21112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9" name="pt12499"/>
            <p:cNvSpPr/>
            <p:nvPr/>
          </p:nvSpPr>
          <p:spPr>
            <a:xfrm>
              <a:off x="5500951" y="21585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0" name="pt12500"/>
            <p:cNvSpPr/>
            <p:nvPr/>
          </p:nvSpPr>
          <p:spPr>
            <a:xfrm>
              <a:off x="5589977" y="20203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1" name="pt12501"/>
            <p:cNvSpPr/>
            <p:nvPr/>
          </p:nvSpPr>
          <p:spPr>
            <a:xfrm>
              <a:off x="5439414" y="22631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2" name="pt12502"/>
            <p:cNvSpPr/>
            <p:nvPr/>
          </p:nvSpPr>
          <p:spPr>
            <a:xfrm>
              <a:off x="5353318" y="2238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3" name="pt12503"/>
            <p:cNvSpPr/>
            <p:nvPr/>
          </p:nvSpPr>
          <p:spPr>
            <a:xfrm>
              <a:off x="5572271" y="22076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4" name="pt12504"/>
            <p:cNvSpPr/>
            <p:nvPr/>
          </p:nvSpPr>
          <p:spPr>
            <a:xfrm>
              <a:off x="4830312" y="24438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5" name="pt12505"/>
            <p:cNvSpPr/>
            <p:nvPr/>
          </p:nvSpPr>
          <p:spPr>
            <a:xfrm>
              <a:off x="4921189" y="26820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6" name="pt12506"/>
            <p:cNvSpPr/>
            <p:nvPr/>
          </p:nvSpPr>
          <p:spPr>
            <a:xfrm>
              <a:off x="5578684" y="22225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7" name="pt12507"/>
            <p:cNvSpPr/>
            <p:nvPr/>
          </p:nvSpPr>
          <p:spPr>
            <a:xfrm>
              <a:off x="5389107" y="21698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8" name="pt12508"/>
            <p:cNvSpPr/>
            <p:nvPr/>
          </p:nvSpPr>
          <p:spPr>
            <a:xfrm>
              <a:off x="5068376" y="24894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9" name="pt12509"/>
            <p:cNvSpPr/>
            <p:nvPr/>
          </p:nvSpPr>
          <p:spPr>
            <a:xfrm>
              <a:off x="5059150" y="24059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0" name="pt12510"/>
            <p:cNvSpPr/>
            <p:nvPr/>
          </p:nvSpPr>
          <p:spPr>
            <a:xfrm>
              <a:off x="5204077" y="22549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1" name="pt12511"/>
            <p:cNvSpPr/>
            <p:nvPr/>
          </p:nvSpPr>
          <p:spPr>
            <a:xfrm>
              <a:off x="5367930" y="22475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2" name="pt12512"/>
            <p:cNvSpPr/>
            <p:nvPr/>
          </p:nvSpPr>
          <p:spPr>
            <a:xfrm>
              <a:off x="5675839" y="17605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3" name="pt12513"/>
            <p:cNvSpPr/>
            <p:nvPr/>
          </p:nvSpPr>
          <p:spPr>
            <a:xfrm>
              <a:off x="4891761" y="30411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4" name="pt12514"/>
            <p:cNvSpPr/>
            <p:nvPr/>
          </p:nvSpPr>
          <p:spPr>
            <a:xfrm>
              <a:off x="5874485" y="17096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5" name="pt12515"/>
            <p:cNvSpPr/>
            <p:nvPr/>
          </p:nvSpPr>
          <p:spPr>
            <a:xfrm>
              <a:off x="5310779" y="21071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6" name="pt12516"/>
            <p:cNvSpPr/>
            <p:nvPr/>
          </p:nvSpPr>
          <p:spPr>
            <a:xfrm>
              <a:off x="5562751" y="22853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7" name="pt12517"/>
            <p:cNvSpPr/>
            <p:nvPr/>
          </p:nvSpPr>
          <p:spPr>
            <a:xfrm>
              <a:off x="5694892" y="20649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8" name="pt12518"/>
            <p:cNvSpPr/>
            <p:nvPr/>
          </p:nvSpPr>
          <p:spPr>
            <a:xfrm>
              <a:off x="5281778" y="22983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9" name="pt12519"/>
            <p:cNvSpPr/>
            <p:nvPr/>
          </p:nvSpPr>
          <p:spPr>
            <a:xfrm>
              <a:off x="5313299" y="21115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0" name="pt12520"/>
            <p:cNvSpPr/>
            <p:nvPr/>
          </p:nvSpPr>
          <p:spPr>
            <a:xfrm>
              <a:off x="5315693" y="20561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1" name="pt12521"/>
            <p:cNvSpPr/>
            <p:nvPr/>
          </p:nvSpPr>
          <p:spPr>
            <a:xfrm>
              <a:off x="5009084" y="29092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2" name="pt12522"/>
            <p:cNvSpPr/>
            <p:nvPr/>
          </p:nvSpPr>
          <p:spPr>
            <a:xfrm>
              <a:off x="5193328" y="23238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3" name="pt12523"/>
            <p:cNvSpPr/>
            <p:nvPr/>
          </p:nvSpPr>
          <p:spPr>
            <a:xfrm>
              <a:off x="5226296" y="22109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4" name="pt12524"/>
            <p:cNvSpPr/>
            <p:nvPr/>
          </p:nvSpPr>
          <p:spPr>
            <a:xfrm>
              <a:off x="5200871" y="25260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5" name="pt12525"/>
            <p:cNvSpPr/>
            <p:nvPr/>
          </p:nvSpPr>
          <p:spPr>
            <a:xfrm>
              <a:off x="5720192" y="18288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6" name="pt12526"/>
            <p:cNvSpPr/>
            <p:nvPr/>
          </p:nvSpPr>
          <p:spPr>
            <a:xfrm>
              <a:off x="5736248" y="17647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7" name="pt12527"/>
            <p:cNvSpPr/>
            <p:nvPr/>
          </p:nvSpPr>
          <p:spPr>
            <a:xfrm>
              <a:off x="5579110" y="22301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8" name="pt12528"/>
            <p:cNvSpPr/>
            <p:nvPr/>
          </p:nvSpPr>
          <p:spPr>
            <a:xfrm>
              <a:off x="4988217" y="23417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9" name="pt12529"/>
            <p:cNvSpPr/>
            <p:nvPr/>
          </p:nvSpPr>
          <p:spPr>
            <a:xfrm>
              <a:off x="5497498" y="21717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0" name="pt12530"/>
            <p:cNvSpPr/>
            <p:nvPr/>
          </p:nvSpPr>
          <p:spPr>
            <a:xfrm>
              <a:off x="5241008" y="21058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1" name="pt12531"/>
            <p:cNvSpPr/>
            <p:nvPr/>
          </p:nvSpPr>
          <p:spPr>
            <a:xfrm>
              <a:off x="5018535" y="2637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2" name="pt12532"/>
            <p:cNvSpPr/>
            <p:nvPr/>
          </p:nvSpPr>
          <p:spPr>
            <a:xfrm>
              <a:off x="5581879" y="22781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3" name="pt12533"/>
            <p:cNvSpPr/>
            <p:nvPr/>
          </p:nvSpPr>
          <p:spPr>
            <a:xfrm>
              <a:off x="5214740" y="22376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4" name="pt12534"/>
            <p:cNvSpPr/>
            <p:nvPr/>
          </p:nvSpPr>
          <p:spPr>
            <a:xfrm>
              <a:off x="5191607" y="23055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5" name="pt12535"/>
            <p:cNvSpPr/>
            <p:nvPr/>
          </p:nvSpPr>
          <p:spPr>
            <a:xfrm>
              <a:off x="5430248" y="20692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6" name="pt12536"/>
            <p:cNvSpPr/>
            <p:nvPr/>
          </p:nvSpPr>
          <p:spPr>
            <a:xfrm>
              <a:off x="5708247" y="20744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7" name="pt12537"/>
            <p:cNvSpPr/>
            <p:nvPr/>
          </p:nvSpPr>
          <p:spPr>
            <a:xfrm>
              <a:off x="4797128" y="26483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8" name="pt12538"/>
            <p:cNvSpPr/>
            <p:nvPr/>
          </p:nvSpPr>
          <p:spPr>
            <a:xfrm>
              <a:off x="5331955" y="22214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9" name="pt12539"/>
            <p:cNvSpPr/>
            <p:nvPr/>
          </p:nvSpPr>
          <p:spPr>
            <a:xfrm>
              <a:off x="5296883" y="21612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0" name="pt12540"/>
            <p:cNvSpPr/>
            <p:nvPr/>
          </p:nvSpPr>
          <p:spPr>
            <a:xfrm>
              <a:off x="5695359" y="20350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1" name="pt12541"/>
            <p:cNvSpPr/>
            <p:nvPr/>
          </p:nvSpPr>
          <p:spPr>
            <a:xfrm>
              <a:off x="5028749" y="22384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2" name="pt12542"/>
            <p:cNvSpPr/>
            <p:nvPr/>
          </p:nvSpPr>
          <p:spPr>
            <a:xfrm>
              <a:off x="5776540" y="20266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3" name="pt12543"/>
            <p:cNvSpPr/>
            <p:nvPr/>
          </p:nvSpPr>
          <p:spPr>
            <a:xfrm>
              <a:off x="5784668" y="20960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4" name="pt12544"/>
            <p:cNvSpPr/>
            <p:nvPr/>
          </p:nvSpPr>
          <p:spPr>
            <a:xfrm>
              <a:off x="5392304" y="21715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5" name="pt12545"/>
            <p:cNvSpPr/>
            <p:nvPr/>
          </p:nvSpPr>
          <p:spPr>
            <a:xfrm>
              <a:off x="5501399" y="21821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6" name="pt12546"/>
            <p:cNvSpPr/>
            <p:nvPr/>
          </p:nvSpPr>
          <p:spPr>
            <a:xfrm>
              <a:off x="5323674" y="21754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7" name="pt12547"/>
            <p:cNvSpPr/>
            <p:nvPr/>
          </p:nvSpPr>
          <p:spPr>
            <a:xfrm>
              <a:off x="5475711" y="20781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8" name="pt12548"/>
            <p:cNvSpPr/>
            <p:nvPr/>
          </p:nvSpPr>
          <p:spPr>
            <a:xfrm>
              <a:off x="5131205" y="28295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9" name="pt12549"/>
            <p:cNvSpPr/>
            <p:nvPr/>
          </p:nvSpPr>
          <p:spPr>
            <a:xfrm>
              <a:off x="5342375" y="20866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0" name="pt12550"/>
            <p:cNvSpPr/>
            <p:nvPr/>
          </p:nvSpPr>
          <p:spPr>
            <a:xfrm>
              <a:off x="5377943" y="22663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1" name="pt12551"/>
            <p:cNvSpPr/>
            <p:nvPr/>
          </p:nvSpPr>
          <p:spPr>
            <a:xfrm>
              <a:off x="5668443" y="18662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2" name="pt12552"/>
            <p:cNvSpPr/>
            <p:nvPr/>
          </p:nvSpPr>
          <p:spPr>
            <a:xfrm>
              <a:off x="5367092" y="22755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3" name="pt12553"/>
            <p:cNvSpPr/>
            <p:nvPr/>
          </p:nvSpPr>
          <p:spPr>
            <a:xfrm>
              <a:off x="5205007" y="2354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4" name="pt12554"/>
            <p:cNvSpPr/>
            <p:nvPr/>
          </p:nvSpPr>
          <p:spPr>
            <a:xfrm>
              <a:off x="5058541" y="25123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5" name="pt12555"/>
            <p:cNvSpPr/>
            <p:nvPr/>
          </p:nvSpPr>
          <p:spPr>
            <a:xfrm>
              <a:off x="5183946" y="24411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6" name="pt12556"/>
            <p:cNvSpPr/>
            <p:nvPr/>
          </p:nvSpPr>
          <p:spPr>
            <a:xfrm>
              <a:off x="5433027" y="22226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7" name="pt12557"/>
            <p:cNvSpPr/>
            <p:nvPr/>
          </p:nvSpPr>
          <p:spPr>
            <a:xfrm>
              <a:off x="5530184" y="21270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8" name="pt12558"/>
            <p:cNvSpPr/>
            <p:nvPr/>
          </p:nvSpPr>
          <p:spPr>
            <a:xfrm>
              <a:off x="5280706" y="22844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9" name="pt12559"/>
            <p:cNvSpPr/>
            <p:nvPr/>
          </p:nvSpPr>
          <p:spPr>
            <a:xfrm>
              <a:off x="5664278" y="19619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0" name="pt12560"/>
            <p:cNvSpPr/>
            <p:nvPr/>
          </p:nvSpPr>
          <p:spPr>
            <a:xfrm>
              <a:off x="5413751" y="21844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1" name="pt12561"/>
            <p:cNvSpPr/>
            <p:nvPr/>
          </p:nvSpPr>
          <p:spPr>
            <a:xfrm>
              <a:off x="5064139" y="22807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2" name="pt12562"/>
            <p:cNvSpPr/>
            <p:nvPr/>
          </p:nvSpPr>
          <p:spPr>
            <a:xfrm>
              <a:off x="5556639" y="22330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3" name="pt12563"/>
            <p:cNvSpPr/>
            <p:nvPr/>
          </p:nvSpPr>
          <p:spPr>
            <a:xfrm>
              <a:off x="5236271" y="20316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4" name="pt12564"/>
            <p:cNvSpPr/>
            <p:nvPr/>
          </p:nvSpPr>
          <p:spPr>
            <a:xfrm>
              <a:off x="5582342" y="22942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5" name="pt12565"/>
            <p:cNvSpPr/>
            <p:nvPr/>
          </p:nvSpPr>
          <p:spPr>
            <a:xfrm>
              <a:off x="5334050" y="22657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6" name="pt12566"/>
            <p:cNvSpPr/>
            <p:nvPr/>
          </p:nvSpPr>
          <p:spPr>
            <a:xfrm>
              <a:off x="5535735" y="21789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7" name="pt12567"/>
            <p:cNvSpPr/>
            <p:nvPr/>
          </p:nvSpPr>
          <p:spPr>
            <a:xfrm>
              <a:off x="4785429" y="25165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8" name="pt12568"/>
            <p:cNvSpPr/>
            <p:nvPr/>
          </p:nvSpPr>
          <p:spPr>
            <a:xfrm>
              <a:off x="5173118" y="26724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9" name="pt12569"/>
            <p:cNvSpPr/>
            <p:nvPr/>
          </p:nvSpPr>
          <p:spPr>
            <a:xfrm>
              <a:off x="5471281" y="19416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0" name="pt12570"/>
            <p:cNvSpPr/>
            <p:nvPr/>
          </p:nvSpPr>
          <p:spPr>
            <a:xfrm>
              <a:off x="5516886" y="21634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1" name="pt12571"/>
            <p:cNvSpPr/>
            <p:nvPr/>
          </p:nvSpPr>
          <p:spPr>
            <a:xfrm>
              <a:off x="4718486" y="25506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2" name="pt12572"/>
            <p:cNvSpPr/>
            <p:nvPr/>
          </p:nvSpPr>
          <p:spPr>
            <a:xfrm>
              <a:off x="5617074" y="18984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3" name="pt12573"/>
            <p:cNvSpPr/>
            <p:nvPr/>
          </p:nvSpPr>
          <p:spPr>
            <a:xfrm>
              <a:off x="5090907" y="22406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4" name="pt12574"/>
            <p:cNvSpPr/>
            <p:nvPr/>
          </p:nvSpPr>
          <p:spPr>
            <a:xfrm>
              <a:off x="5125666" y="25550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5" name="pt12575"/>
            <p:cNvSpPr/>
            <p:nvPr/>
          </p:nvSpPr>
          <p:spPr>
            <a:xfrm>
              <a:off x="5640780" y="21399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6" name="pt12576"/>
            <p:cNvSpPr/>
            <p:nvPr/>
          </p:nvSpPr>
          <p:spPr>
            <a:xfrm>
              <a:off x="5773742" y="20200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7" name="pt12577"/>
            <p:cNvSpPr/>
            <p:nvPr/>
          </p:nvSpPr>
          <p:spPr>
            <a:xfrm>
              <a:off x="5148905" y="27229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8" name="pt12578"/>
            <p:cNvSpPr/>
            <p:nvPr/>
          </p:nvSpPr>
          <p:spPr>
            <a:xfrm>
              <a:off x="5707802" y="19845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9" name="pt12579"/>
            <p:cNvSpPr/>
            <p:nvPr/>
          </p:nvSpPr>
          <p:spPr>
            <a:xfrm>
              <a:off x="5562764" y="21783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0" name="pt12580"/>
            <p:cNvSpPr/>
            <p:nvPr/>
          </p:nvSpPr>
          <p:spPr>
            <a:xfrm>
              <a:off x="5676887" y="16259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1" name="pt12581"/>
            <p:cNvSpPr/>
            <p:nvPr/>
          </p:nvSpPr>
          <p:spPr>
            <a:xfrm>
              <a:off x="5500711" y="22462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2" name="pt12582"/>
            <p:cNvSpPr/>
            <p:nvPr/>
          </p:nvSpPr>
          <p:spPr>
            <a:xfrm>
              <a:off x="4848040" y="23807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3" name="pt12583"/>
            <p:cNvSpPr/>
            <p:nvPr/>
          </p:nvSpPr>
          <p:spPr>
            <a:xfrm>
              <a:off x="5548056" y="22104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4" name="pt12584"/>
            <p:cNvSpPr/>
            <p:nvPr/>
          </p:nvSpPr>
          <p:spPr>
            <a:xfrm>
              <a:off x="5561894" y="21901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5" name="pt12585"/>
            <p:cNvSpPr/>
            <p:nvPr/>
          </p:nvSpPr>
          <p:spPr>
            <a:xfrm>
              <a:off x="5202064" y="23943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6" name="pt12586"/>
            <p:cNvSpPr/>
            <p:nvPr/>
          </p:nvSpPr>
          <p:spPr>
            <a:xfrm>
              <a:off x="5304576" y="22138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7" name="pt12587"/>
            <p:cNvSpPr/>
            <p:nvPr/>
          </p:nvSpPr>
          <p:spPr>
            <a:xfrm>
              <a:off x="5505583" y="21275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8" name="pt12588"/>
            <p:cNvSpPr/>
            <p:nvPr/>
          </p:nvSpPr>
          <p:spPr>
            <a:xfrm>
              <a:off x="5781506" y="19895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9" name="pt12589"/>
            <p:cNvSpPr/>
            <p:nvPr/>
          </p:nvSpPr>
          <p:spPr>
            <a:xfrm>
              <a:off x="5495392" y="18684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0" name="pt12590"/>
            <p:cNvSpPr/>
            <p:nvPr/>
          </p:nvSpPr>
          <p:spPr>
            <a:xfrm>
              <a:off x="5622556" y="19234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1" name="pt12591"/>
            <p:cNvSpPr/>
            <p:nvPr/>
          </p:nvSpPr>
          <p:spPr>
            <a:xfrm>
              <a:off x="5527709" y="22769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2" name="pt12592"/>
            <p:cNvSpPr/>
            <p:nvPr/>
          </p:nvSpPr>
          <p:spPr>
            <a:xfrm>
              <a:off x="5091551" y="26193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3" name="pt12593"/>
            <p:cNvSpPr/>
            <p:nvPr/>
          </p:nvSpPr>
          <p:spPr>
            <a:xfrm>
              <a:off x="5156780" y="25386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4" name="pt12594"/>
            <p:cNvSpPr/>
            <p:nvPr/>
          </p:nvSpPr>
          <p:spPr>
            <a:xfrm>
              <a:off x="5617490" y="19551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5" name="pt12595"/>
            <p:cNvSpPr/>
            <p:nvPr/>
          </p:nvSpPr>
          <p:spPr>
            <a:xfrm>
              <a:off x="5138628" y="26770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6" name="pt12596"/>
            <p:cNvSpPr/>
            <p:nvPr/>
          </p:nvSpPr>
          <p:spPr>
            <a:xfrm>
              <a:off x="5274027" y="22103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7" name="pt12597"/>
            <p:cNvSpPr/>
            <p:nvPr/>
          </p:nvSpPr>
          <p:spPr>
            <a:xfrm>
              <a:off x="5336755" y="21658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8" name="pt12598"/>
            <p:cNvSpPr/>
            <p:nvPr/>
          </p:nvSpPr>
          <p:spPr>
            <a:xfrm>
              <a:off x="5458172" y="21733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9" name="pt12599"/>
            <p:cNvSpPr/>
            <p:nvPr/>
          </p:nvSpPr>
          <p:spPr>
            <a:xfrm>
              <a:off x="5474191" y="19552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0" name="pt12600"/>
            <p:cNvSpPr/>
            <p:nvPr/>
          </p:nvSpPr>
          <p:spPr>
            <a:xfrm>
              <a:off x="5404008" y="22053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1" name="pt12601"/>
            <p:cNvSpPr/>
            <p:nvPr/>
          </p:nvSpPr>
          <p:spPr>
            <a:xfrm>
              <a:off x="5263407" y="21628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2" name="pt12602"/>
            <p:cNvSpPr/>
            <p:nvPr/>
          </p:nvSpPr>
          <p:spPr>
            <a:xfrm>
              <a:off x="5586735" y="22715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3" name="pt12603"/>
            <p:cNvSpPr/>
            <p:nvPr/>
          </p:nvSpPr>
          <p:spPr>
            <a:xfrm>
              <a:off x="5390160" y="21149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4" name="pt12604"/>
            <p:cNvSpPr/>
            <p:nvPr/>
          </p:nvSpPr>
          <p:spPr>
            <a:xfrm>
              <a:off x="5248731" y="18755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5" name="pt12605"/>
            <p:cNvSpPr/>
            <p:nvPr/>
          </p:nvSpPr>
          <p:spPr>
            <a:xfrm>
              <a:off x="5332823" y="21955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6" name="pt12606"/>
            <p:cNvSpPr/>
            <p:nvPr/>
          </p:nvSpPr>
          <p:spPr>
            <a:xfrm>
              <a:off x="5678538" y="18706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7" name="pt12607"/>
            <p:cNvSpPr/>
            <p:nvPr/>
          </p:nvSpPr>
          <p:spPr>
            <a:xfrm>
              <a:off x="5951162" y="14241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8" name="pt12608"/>
            <p:cNvSpPr/>
            <p:nvPr/>
          </p:nvSpPr>
          <p:spPr>
            <a:xfrm>
              <a:off x="5209068" y="22955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9" name="pt12609"/>
            <p:cNvSpPr/>
            <p:nvPr/>
          </p:nvSpPr>
          <p:spPr>
            <a:xfrm>
              <a:off x="5495022" y="19912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0" name="pt12610"/>
            <p:cNvSpPr/>
            <p:nvPr/>
          </p:nvSpPr>
          <p:spPr>
            <a:xfrm>
              <a:off x="5306170" y="21877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1" name="pt12611"/>
            <p:cNvSpPr/>
            <p:nvPr/>
          </p:nvSpPr>
          <p:spPr>
            <a:xfrm>
              <a:off x="5589107" y="20678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2" name="pt12612"/>
            <p:cNvSpPr/>
            <p:nvPr/>
          </p:nvSpPr>
          <p:spPr>
            <a:xfrm>
              <a:off x="5739714" y="21250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3" name="pt12613"/>
            <p:cNvSpPr/>
            <p:nvPr/>
          </p:nvSpPr>
          <p:spPr>
            <a:xfrm>
              <a:off x="5544652" y="20069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4" name="pt12614"/>
            <p:cNvSpPr/>
            <p:nvPr/>
          </p:nvSpPr>
          <p:spPr>
            <a:xfrm>
              <a:off x="5685467" y="16147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5" name="pt12615"/>
            <p:cNvSpPr/>
            <p:nvPr/>
          </p:nvSpPr>
          <p:spPr>
            <a:xfrm>
              <a:off x="5610286" y="19707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6" name="pt12616"/>
            <p:cNvSpPr/>
            <p:nvPr/>
          </p:nvSpPr>
          <p:spPr>
            <a:xfrm>
              <a:off x="5382391" y="22526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7" name="pt12617"/>
            <p:cNvSpPr/>
            <p:nvPr/>
          </p:nvSpPr>
          <p:spPr>
            <a:xfrm>
              <a:off x="5142212" y="25685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8" name="pt12618"/>
            <p:cNvSpPr/>
            <p:nvPr/>
          </p:nvSpPr>
          <p:spPr>
            <a:xfrm>
              <a:off x="5688674" y="18690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9" name="pt12619"/>
            <p:cNvSpPr/>
            <p:nvPr/>
          </p:nvSpPr>
          <p:spPr>
            <a:xfrm>
              <a:off x="5205520" y="21508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0" name="pt12620"/>
            <p:cNvSpPr/>
            <p:nvPr/>
          </p:nvSpPr>
          <p:spPr>
            <a:xfrm>
              <a:off x="5434561" y="21700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1" name="pt12621"/>
            <p:cNvSpPr/>
            <p:nvPr/>
          </p:nvSpPr>
          <p:spPr>
            <a:xfrm>
              <a:off x="4803368" y="25747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2" name="pt12622"/>
            <p:cNvSpPr/>
            <p:nvPr/>
          </p:nvSpPr>
          <p:spPr>
            <a:xfrm>
              <a:off x="4967831" y="19611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3" name="pt12623"/>
            <p:cNvSpPr/>
            <p:nvPr/>
          </p:nvSpPr>
          <p:spPr>
            <a:xfrm>
              <a:off x="5440468" y="22931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4" name="pt12624"/>
            <p:cNvSpPr/>
            <p:nvPr/>
          </p:nvSpPr>
          <p:spPr>
            <a:xfrm>
              <a:off x="5752621" y="18903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5" name="pt12625"/>
            <p:cNvSpPr/>
            <p:nvPr/>
          </p:nvSpPr>
          <p:spPr>
            <a:xfrm>
              <a:off x="5158705" y="24873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6" name="pt12626"/>
            <p:cNvSpPr/>
            <p:nvPr/>
          </p:nvSpPr>
          <p:spPr>
            <a:xfrm>
              <a:off x="5820316" y="17891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7" name="pt12627"/>
            <p:cNvSpPr/>
            <p:nvPr/>
          </p:nvSpPr>
          <p:spPr>
            <a:xfrm>
              <a:off x="5749562" y="19924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8" name="pt12628"/>
            <p:cNvSpPr/>
            <p:nvPr/>
          </p:nvSpPr>
          <p:spPr>
            <a:xfrm>
              <a:off x="5538501" y="21270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9" name="pt12629"/>
            <p:cNvSpPr/>
            <p:nvPr/>
          </p:nvSpPr>
          <p:spPr>
            <a:xfrm>
              <a:off x="5475989" y="20688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0" name="pt12630"/>
            <p:cNvSpPr/>
            <p:nvPr/>
          </p:nvSpPr>
          <p:spPr>
            <a:xfrm>
              <a:off x="5426578" y="22113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1" name="pt12631"/>
            <p:cNvSpPr/>
            <p:nvPr/>
          </p:nvSpPr>
          <p:spPr>
            <a:xfrm>
              <a:off x="5173474" y="25851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2" name="pt12632"/>
            <p:cNvSpPr/>
            <p:nvPr/>
          </p:nvSpPr>
          <p:spPr>
            <a:xfrm>
              <a:off x="5203720" y="22027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3" name="pt12633"/>
            <p:cNvSpPr/>
            <p:nvPr/>
          </p:nvSpPr>
          <p:spPr>
            <a:xfrm>
              <a:off x="5528699" y="21157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4" name="pt12634"/>
            <p:cNvSpPr/>
            <p:nvPr/>
          </p:nvSpPr>
          <p:spPr>
            <a:xfrm>
              <a:off x="5148385" y="26560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5" name="pt12635"/>
            <p:cNvSpPr/>
            <p:nvPr/>
          </p:nvSpPr>
          <p:spPr>
            <a:xfrm>
              <a:off x="5286275" y="2215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6" name="pt12636"/>
            <p:cNvSpPr/>
            <p:nvPr/>
          </p:nvSpPr>
          <p:spPr>
            <a:xfrm>
              <a:off x="5496423" y="21052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7" name="pt12637"/>
            <p:cNvSpPr/>
            <p:nvPr/>
          </p:nvSpPr>
          <p:spPr>
            <a:xfrm>
              <a:off x="5295898" y="21165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8" name="pt12638"/>
            <p:cNvSpPr/>
            <p:nvPr/>
          </p:nvSpPr>
          <p:spPr>
            <a:xfrm>
              <a:off x="5480881" y="20914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9" name="pt12639"/>
            <p:cNvSpPr/>
            <p:nvPr/>
          </p:nvSpPr>
          <p:spPr>
            <a:xfrm>
              <a:off x="5385026" y="21947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0" name="pt12640"/>
            <p:cNvSpPr/>
            <p:nvPr/>
          </p:nvSpPr>
          <p:spPr>
            <a:xfrm>
              <a:off x="5772487" y="19466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1" name="pt12641"/>
            <p:cNvSpPr/>
            <p:nvPr/>
          </p:nvSpPr>
          <p:spPr>
            <a:xfrm>
              <a:off x="5174073" y="26700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2" name="pt12642"/>
            <p:cNvSpPr/>
            <p:nvPr/>
          </p:nvSpPr>
          <p:spPr>
            <a:xfrm>
              <a:off x="5391221" y="21337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3" name="pt12643"/>
            <p:cNvSpPr/>
            <p:nvPr/>
          </p:nvSpPr>
          <p:spPr>
            <a:xfrm>
              <a:off x="5486204" y="20952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4" name="pt12644"/>
            <p:cNvSpPr/>
            <p:nvPr/>
          </p:nvSpPr>
          <p:spPr>
            <a:xfrm>
              <a:off x="5370272" y="22612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5" name="pt12645"/>
            <p:cNvSpPr/>
            <p:nvPr/>
          </p:nvSpPr>
          <p:spPr>
            <a:xfrm>
              <a:off x="5418273" y="22403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6" name="pt12646"/>
            <p:cNvSpPr/>
            <p:nvPr/>
          </p:nvSpPr>
          <p:spPr>
            <a:xfrm>
              <a:off x="5570439" y="22173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7" name="pt12647"/>
            <p:cNvSpPr/>
            <p:nvPr/>
          </p:nvSpPr>
          <p:spPr>
            <a:xfrm>
              <a:off x="5479839" y="1770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8" name="pt12648"/>
            <p:cNvSpPr/>
            <p:nvPr/>
          </p:nvSpPr>
          <p:spPr>
            <a:xfrm>
              <a:off x="5623650" y="18648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9" name="pt12649"/>
            <p:cNvSpPr/>
            <p:nvPr/>
          </p:nvSpPr>
          <p:spPr>
            <a:xfrm>
              <a:off x="5023437" y="25716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0" name="pt12650"/>
            <p:cNvSpPr/>
            <p:nvPr/>
          </p:nvSpPr>
          <p:spPr>
            <a:xfrm>
              <a:off x="5131309" y="24765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1" name="pt12651"/>
            <p:cNvSpPr/>
            <p:nvPr/>
          </p:nvSpPr>
          <p:spPr>
            <a:xfrm>
              <a:off x="5549869" y="22433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2" name="pt12652"/>
            <p:cNvSpPr/>
            <p:nvPr/>
          </p:nvSpPr>
          <p:spPr>
            <a:xfrm>
              <a:off x="5215115" y="21301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3" name="pt12653"/>
            <p:cNvSpPr/>
            <p:nvPr/>
          </p:nvSpPr>
          <p:spPr>
            <a:xfrm>
              <a:off x="5230161" y="2143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4" name="pt12654"/>
            <p:cNvSpPr/>
            <p:nvPr/>
          </p:nvSpPr>
          <p:spPr>
            <a:xfrm>
              <a:off x="5349139" y="21658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5" name="pt12655"/>
            <p:cNvSpPr/>
            <p:nvPr/>
          </p:nvSpPr>
          <p:spPr>
            <a:xfrm>
              <a:off x="5557987" y="22126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6" name="pt12656"/>
            <p:cNvSpPr/>
            <p:nvPr/>
          </p:nvSpPr>
          <p:spPr>
            <a:xfrm>
              <a:off x="5566783" y="22858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7" name="pt12657"/>
            <p:cNvSpPr/>
            <p:nvPr/>
          </p:nvSpPr>
          <p:spPr>
            <a:xfrm>
              <a:off x="5196854" y="22726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8" name="pt12658"/>
            <p:cNvSpPr/>
            <p:nvPr/>
          </p:nvSpPr>
          <p:spPr>
            <a:xfrm>
              <a:off x="5509272" y="22645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9" name="pt12659"/>
            <p:cNvSpPr/>
            <p:nvPr/>
          </p:nvSpPr>
          <p:spPr>
            <a:xfrm>
              <a:off x="5397527" y="21514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0" name="pt12660"/>
            <p:cNvSpPr/>
            <p:nvPr/>
          </p:nvSpPr>
          <p:spPr>
            <a:xfrm>
              <a:off x="5310393" y="2125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1" name="pt12661"/>
            <p:cNvSpPr/>
            <p:nvPr/>
          </p:nvSpPr>
          <p:spPr>
            <a:xfrm>
              <a:off x="5330818" y="21744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2" name="pt12662"/>
            <p:cNvSpPr/>
            <p:nvPr/>
          </p:nvSpPr>
          <p:spPr>
            <a:xfrm>
              <a:off x="5723566" y="18385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3" name="pt12663"/>
            <p:cNvSpPr/>
            <p:nvPr/>
          </p:nvSpPr>
          <p:spPr>
            <a:xfrm>
              <a:off x="5475748" y="20206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4" name="pt12664"/>
            <p:cNvSpPr/>
            <p:nvPr/>
          </p:nvSpPr>
          <p:spPr>
            <a:xfrm>
              <a:off x="5150518" y="25485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5" name="pt12665"/>
            <p:cNvSpPr/>
            <p:nvPr/>
          </p:nvSpPr>
          <p:spPr>
            <a:xfrm>
              <a:off x="5608350" y="19904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6" name="pt12666"/>
            <p:cNvSpPr/>
            <p:nvPr/>
          </p:nvSpPr>
          <p:spPr>
            <a:xfrm>
              <a:off x="4978399" y="25938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7" name="pt12667"/>
            <p:cNvSpPr/>
            <p:nvPr/>
          </p:nvSpPr>
          <p:spPr>
            <a:xfrm>
              <a:off x="5489764" y="19266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8" name="pt12668"/>
            <p:cNvSpPr/>
            <p:nvPr/>
          </p:nvSpPr>
          <p:spPr>
            <a:xfrm>
              <a:off x="5280225" y="22413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9" name="pt12669"/>
            <p:cNvSpPr/>
            <p:nvPr/>
          </p:nvSpPr>
          <p:spPr>
            <a:xfrm>
              <a:off x="5651755" y="20732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0" name="pt12670"/>
            <p:cNvSpPr/>
            <p:nvPr/>
          </p:nvSpPr>
          <p:spPr>
            <a:xfrm>
              <a:off x="5801413" y="18705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1" name="pt12671"/>
            <p:cNvSpPr/>
            <p:nvPr/>
          </p:nvSpPr>
          <p:spPr>
            <a:xfrm>
              <a:off x="5376695" y="22751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2" name="pt12672"/>
            <p:cNvSpPr/>
            <p:nvPr/>
          </p:nvSpPr>
          <p:spPr>
            <a:xfrm>
              <a:off x="5493868" y="20859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3" name="pt12673"/>
            <p:cNvSpPr/>
            <p:nvPr/>
          </p:nvSpPr>
          <p:spPr>
            <a:xfrm>
              <a:off x="5795726" y="17856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4" name="pt12674"/>
            <p:cNvSpPr/>
            <p:nvPr/>
          </p:nvSpPr>
          <p:spPr>
            <a:xfrm>
              <a:off x="5632722" y="21569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5" name="pt12675"/>
            <p:cNvSpPr/>
            <p:nvPr/>
          </p:nvSpPr>
          <p:spPr>
            <a:xfrm>
              <a:off x="5590267" y="19904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6" name="pt12676"/>
            <p:cNvSpPr/>
            <p:nvPr/>
          </p:nvSpPr>
          <p:spPr>
            <a:xfrm>
              <a:off x="5000619" y="24223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7" name="pt12677"/>
            <p:cNvSpPr/>
            <p:nvPr/>
          </p:nvSpPr>
          <p:spPr>
            <a:xfrm>
              <a:off x="5468990" y="19764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8" name="pt12678"/>
            <p:cNvSpPr/>
            <p:nvPr/>
          </p:nvSpPr>
          <p:spPr>
            <a:xfrm>
              <a:off x="5538386" y="20457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9" name="pt12679"/>
            <p:cNvSpPr/>
            <p:nvPr/>
          </p:nvSpPr>
          <p:spPr>
            <a:xfrm>
              <a:off x="5393385" y="21519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0" name="pt12680"/>
            <p:cNvSpPr/>
            <p:nvPr/>
          </p:nvSpPr>
          <p:spPr>
            <a:xfrm>
              <a:off x="5354252" y="21993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1" name="pt12681"/>
            <p:cNvSpPr/>
            <p:nvPr/>
          </p:nvSpPr>
          <p:spPr>
            <a:xfrm>
              <a:off x="5371541" y="22916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2" name="pt12682"/>
            <p:cNvSpPr/>
            <p:nvPr/>
          </p:nvSpPr>
          <p:spPr>
            <a:xfrm>
              <a:off x="5685959" y="16249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3" name="pt12683"/>
            <p:cNvSpPr/>
            <p:nvPr/>
          </p:nvSpPr>
          <p:spPr>
            <a:xfrm>
              <a:off x="5308617" y="19873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4" name="pt12684"/>
            <p:cNvSpPr/>
            <p:nvPr/>
          </p:nvSpPr>
          <p:spPr>
            <a:xfrm>
              <a:off x="5440184" y="22928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5" name="pt12685"/>
            <p:cNvSpPr/>
            <p:nvPr/>
          </p:nvSpPr>
          <p:spPr>
            <a:xfrm>
              <a:off x="5799826" y="18815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6" name="pt12686"/>
            <p:cNvSpPr/>
            <p:nvPr/>
          </p:nvSpPr>
          <p:spPr>
            <a:xfrm>
              <a:off x="5799932" y="19256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7" name="pt12687"/>
            <p:cNvSpPr/>
            <p:nvPr/>
          </p:nvSpPr>
          <p:spPr>
            <a:xfrm>
              <a:off x="5155800" y="27741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8" name="pt12688"/>
            <p:cNvSpPr/>
            <p:nvPr/>
          </p:nvSpPr>
          <p:spPr>
            <a:xfrm>
              <a:off x="5465391" y="19571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9" name="pt12689"/>
            <p:cNvSpPr/>
            <p:nvPr/>
          </p:nvSpPr>
          <p:spPr>
            <a:xfrm>
              <a:off x="5559787" y="21774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0" name="pt12690"/>
            <p:cNvSpPr/>
            <p:nvPr/>
          </p:nvSpPr>
          <p:spPr>
            <a:xfrm>
              <a:off x="5460968" y="22042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1" name="pt12691"/>
            <p:cNvSpPr/>
            <p:nvPr/>
          </p:nvSpPr>
          <p:spPr>
            <a:xfrm>
              <a:off x="5581319" y="22711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2" name="pt12692"/>
            <p:cNvSpPr/>
            <p:nvPr/>
          </p:nvSpPr>
          <p:spPr>
            <a:xfrm>
              <a:off x="5789574" y="16928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3" name="pt12693"/>
            <p:cNvSpPr/>
            <p:nvPr/>
          </p:nvSpPr>
          <p:spPr>
            <a:xfrm>
              <a:off x="4948052" y="19410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4" name="pt12694"/>
            <p:cNvSpPr/>
            <p:nvPr/>
          </p:nvSpPr>
          <p:spPr>
            <a:xfrm>
              <a:off x="5120434" y="24924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5" name="pt12695"/>
            <p:cNvSpPr/>
            <p:nvPr/>
          </p:nvSpPr>
          <p:spPr>
            <a:xfrm>
              <a:off x="5417201" y="22163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6" name="pt12696"/>
            <p:cNvSpPr/>
            <p:nvPr/>
          </p:nvSpPr>
          <p:spPr>
            <a:xfrm>
              <a:off x="5253564" y="19446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7" name="pt12697"/>
            <p:cNvSpPr/>
            <p:nvPr/>
          </p:nvSpPr>
          <p:spPr>
            <a:xfrm>
              <a:off x="5424584" y="21821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8" name="pt12698"/>
            <p:cNvSpPr/>
            <p:nvPr/>
          </p:nvSpPr>
          <p:spPr>
            <a:xfrm>
              <a:off x="6163137" y="17750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9" name="pt12699"/>
            <p:cNvSpPr/>
            <p:nvPr/>
          </p:nvSpPr>
          <p:spPr>
            <a:xfrm>
              <a:off x="5798908" y="20540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0" name="pt12700"/>
            <p:cNvSpPr/>
            <p:nvPr/>
          </p:nvSpPr>
          <p:spPr>
            <a:xfrm>
              <a:off x="5412315" y="20845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1" name="pt12701"/>
            <p:cNvSpPr/>
            <p:nvPr/>
          </p:nvSpPr>
          <p:spPr>
            <a:xfrm>
              <a:off x="5314867" y="22218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2" name="pt12702"/>
            <p:cNvSpPr/>
            <p:nvPr/>
          </p:nvSpPr>
          <p:spPr>
            <a:xfrm>
              <a:off x="5118766" y="24672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3" name="pt12703"/>
            <p:cNvSpPr/>
            <p:nvPr/>
          </p:nvSpPr>
          <p:spPr>
            <a:xfrm>
              <a:off x="5639708" y="1972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4" name="pt12704"/>
            <p:cNvSpPr/>
            <p:nvPr/>
          </p:nvSpPr>
          <p:spPr>
            <a:xfrm>
              <a:off x="5433397" y="22654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5" name="pt12705"/>
            <p:cNvSpPr/>
            <p:nvPr/>
          </p:nvSpPr>
          <p:spPr>
            <a:xfrm>
              <a:off x="5567687" y="2218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6" name="pt12706"/>
            <p:cNvSpPr/>
            <p:nvPr/>
          </p:nvSpPr>
          <p:spPr>
            <a:xfrm>
              <a:off x="4919215" y="27077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7" name="pt12707"/>
            <p:cNvSpPr/>
            <p:nvPr/>
          </p:nvSpPr>
          <p:spPr>
            <a:xfrm>
              <a:off x="5340930" y="22190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8" name="pt12708"/>
            <p:cNvSpPr/>
            <p:nvPr/>
          </p:nvSpPr>
          <p:spPr>
            <a:xfrm>
              <a:off x="5290737" y="2181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9" name="pt12709"/>
            <p:cNvSpPr/>
            <p:nvPr/>
          </p:nvSpPr>
          <p:spPr>
            <a:xfrm>
              <a:off x="5814604" y="16895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0" name="pt12710"/>
            <p:cNvSpPr/>
            <p:nvPr/>
          </p:nvSpPr>
          <p:spPr>
            <a:xfrm>
              <a:off x="5462738" y="21482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1" name="pt12711"/>
            <p:cNvSpPr/>
            <p:nvPr/>
          </p:nvSpPr>
          <p:spPr>
            <a:xfrm>
              <a:off x="5479006" y="18635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2" name="pt12712"/>
            <p:cNvSpPr/>
            <p:nvPr/>
          </p:nvSpPr>
          <p:spPr>
            <a:xfrm>
              <a:off x="5275789" y="22363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3" name="pt12713"/>
            <p:cNvSpPr/>
            <p:nvPr/>
          </p:nvSpPr>
          <p:spPr>
            <a:xfrm>
              <a:off x="4958982" y="20789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4" name="pt12714"/>
            <p:cNvSpPr/>
            <p:nvPr/>
          </p:nvSpPr>
          <p:spPr>
            <a:xfrm>
              <a:off x="5131094" y="27162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5" name="pt12715"/>
            <p:cNvSpPr/>
            <p:nvPr/>
          </p:nvSpPr>
          <p:spPr>
            <a:xfrm>
              <a:off x="5397654" y="22274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6" name="pt12716"/>
            <p:cNvSpPr/>
            <p:nvPr/>
          </p:nvSpPr>
          <p:spPr>
            <a:xfrm>
              <a:off x="5354514" y="21638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7" name="pt12717"/>
            <p:cNvSpPr/>
            <p:nvPr/>
          </p:nvSpPr>
          <p:spPr>
            <a:xfrm>
              <a:off x="5177097" y="24787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8" name="pt12718"/>
            <p:cNvSpPr/>
            <p:nvPr/>
          </p:nvSpPr>
          <p:spPr>
            <a:xfrm>
              <a:off x="5275143" y="21931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9" name="pt12719"/>
            <p:cNvSpPr/>
            <p:nvPr/>
          </p:nvSpPr>
          <p:spPr>
            <a:xfrm>
              <a:off x="4915460" y="28343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0" name="pt12720"/>
            <p:cNvSpPr/>
            <p:nvPr/>
          </p:nvSpPr>
          <p:spPr>
            <a:xfrm>
              <a:off x="5412531" y="2160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1" name="pt12721"/>
            <p:cNvSpPr/>
            <p:nvPr/>
          </p:nvSpPr>
          <p:spPr>
            <a:xfrm>
              <a:off x="5327386" y="2149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2" name="pt12722"/>
            <p:cNvSpPr/>
            <p:nvPr/>
          </p:nvSpPr>
          <p:spPr>
            <a:xfrm>
              <a:off x="5628792" y="20310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3" name="pt12723"/>
            <p:cNvSpPr/>
            <p:nvPr/>
          </p:nvSpPr>
          <p:spPr>
            <a:xfrm>
              <a:off x="5481869" y="21184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4" name="pt12724"/>
            <p:cNvSpPr/>
            <p:nvPr/>
          </p:nvSpPr>
          <p:spPr>
            <a:xfrm>
              <a:off x="5742960" y="18878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5" name="pt12725"/>
            <p:cNvSpPr/>
            <p:nvPr/>
          </p:nvSpPr>
          <p:spPr>
            <a:xfrm>
              <a:off x="5585586" y="22444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6" name="pt12726"/>
            <p:cNvSpPr/>
            <p:nvPr/>
          </p:nvSpPr>
          <p:spPr>
            <a:xfrm>
              <a:off x="5027147" y="23780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7" name="pt12727"/>
            <p:cNvSpPr/>
            <p:nvPr/>
          </p:nvSpPr>
          <p:spPr>
            <a:xfrm>
              <a:off x="5448310" y="23308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8" name="pt12728"/>
            <p:cNvSpPr/>
            <p:nvPr/>
          </p:nvSpPr>
          <p:spPr>
            <a:xfrm>
              <a:off x="5649416" y="20165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9" name="pt12729"/>
            <p:cNvSpPr/>
            <p:nvPr/>
          </p:nvSpPr>
          <p:spPr>
            <a:xfrm>
              <a:off x="5533831" y="21354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0" name="pt12730"/>
            <p:cNvSpPr/>
            <p:nvPr/>
          </p:nvSpPr>
          <p:spPr>
            <a:xfrm>
              <a:off x="5313836" y="22021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1" name="pt12731"/>
            <p:cNvSpPr/>
            <p:nvPr/>
          </p:nvSpPr>
          <p:spPr>
            <a:xfrm>
              <a:off x="5481675" y="21352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2" name="pt12732"/>
            <p:cNvSpPr/>
            <p:nvPr/>
          </p:nvSpPr>
          <p:spPr>
            <a:xfrm>
              <a:off x="5235314" y="23283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3" name="pt12733"/>
            <p:cNvSpPr/>
            <p:nvPr/>
          </p:nvSpPr>
          <p:spPr>
            <a:xfrm>
              <a:off x="5475332" y="18817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4" name="pt12734"/>
            <p:cNvSpPr/>
            <p:nvPr/>
          </p:nvSpPr>
          <p:spPr>
            <a:xfrm>
              <a:off x="5348901" y="2221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5" name="pt12735"/>
            <p:cNvSpPr/>
            <p:nvPr/>
          </p:nvSpPr>
          <p:spPr>
            <a:xfrm>
              <a:off x="5220088" y="22817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6" name="pt12736"/>
            <p:cNvSpPr/>
            <p:nvPr/>
          </p:nvSpPr>
          <p:spPr>
            <a:xfrm>
              <a:off x="5463224" y="20880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7" name="pt12737"/>
            <p:cNvSpPr/>
            <p:nvPr/>
          </p:nvSpPr>
          <p:spPr>
            <a:xfrm>
              <a:off x="5320577" y="21973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8" name="pt12738"/>
            <p:cNvSpPr/>
            <p:nvPr/>
          </p:nvSpPr>
          <p:spPr>
            <a:xfrm>
              <a:off x="5329635" y="21694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9" name="pt12739"/>
            <p:cNvSpPr/>
            <p:nvPr/>
          </p:nvSpPr>
          <p:spPr>
            <a:xfrm>
              <a:off x="5472223" y="19450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0" name="pt12740"/>
            <p:cNvSpPr/>
            <p:nvPr/>
          </p:nvSpPr>
          <p:spPr>
            <a:xfrm>
              <a:off x="5189835" y="21874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1" name="pt12741"/>
            <p:cNvSpPr/>
            <p:nvPr/>
          </p:nvSpPr>
          <p:spPr>
            <a:xfrm>
              <a:off x="5265462" y="22895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2" name="pt12742"/>
            <p:cNvSpPr/>
            <p:nvPr/>
          </p:nvSpPr>
          <p:spPr>
            <a:xfrm>
              <a:off x="5730095" y="18547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3" name="pt12743"/>
            <p:cNvSpPr/>
            <p:nvPr/>
          </p:nvSpPr>
          <p:spPr>
            <a:xfrm>
              <a:off x="5343933" y="20992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4" name="pt12744"/>
            <p:cNvSpPr/>
            <p:nvPr/>
          </p:nvSpPr>
          <p:spPr>
            <a:xfrm>
              <a:off x="5455318" y="2163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5" name="pt12745"/>
            <p:cNvSpPr/>
            <p:nvPr/>
          </p:nvSpPr>
          <p:spPr>
            <a:xfrm>
              <a:off x="5519060" y="22915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6" name="pt12746"/>
            <p:cNvSpPr/>
            <p:nvPr/>
          </p:nvSpPr>
          <p:spPr>
            <a:xfrm>
              <a:off x="5169348" y="27635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7" name="pt12747"/>
            <p:cNvSpPr/>
            <p:nvPr/>
          </p:nvSpPr>
          <p:spPr>
            <a:xfrm>
              <a:off x="5594451" y="22032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8" name="pt12748"/>
            <p:cNvSpPr/>
            <p:nvPr/>
          </p:nvSpPr>
          <p:spPr>
            <a:xfrm>
              <a:off x="5326474" y="22523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9" name="pt12749"/>
            <p:cNvSpPr/>
            <p:nvPr/>
          </p:nvSpPr>
          <p:spPr>
            <a:xfrm>
              <a:off x="5275015" y="21911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0" name="pt12750"/>
            <p:cNvSpPr/>
            <p:nvPr/>
          </p:nvSpPr>
          <p:spPr>
            <a:xfrm>
              <a:off x="5862456" y="19130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1" name="pt12751"/>
            <p:cNvSpPr/>
            <p:nvPr/>
          </p:nvSpPr>
          <p:spPr>
            <a:xfrm>
              <a:off x="5915154" y="16474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2" name="pt12752"/>
            <p:cNvSpPr/>
            <p:nvPr/>
          </p:nvSpPr>
          <p:spPr>
            <a:xfrm>
              <a:off x="5832881" y="19718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3" name="pt12753"/>
            <p:cNvSpPr/>
            <p:nvPr/>
          </p:nvSpPr>
          <p:spPr>
            <a:xfrm>
              <a:off x="5361472" y="2288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4" name="pt12754"/>
            <p:cNvSpPr/>
            <p:nvPr/>
          </p:nvSpPr>
          <p:spPr>
            <a:xfrm>
              <a:off x="5580510" y="22343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5" name="pt12755"/>
            <p:cNvSpPr/>
            <p:nvPr/>
          </p:nvSpPr>
          <p:spPr>
            <a:xfrm>
              <a:off x="5560286" y="21816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6" name="pt12756"/>
            <p:cNvSpPr/>
            <p:nvPr/>
          </p:nvSpPr>
          <p:spPr>
            <a:xfrm>
              <a:off x="5333602" y="21750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7" name="pt12757"/>
            <p:cNvSpPr/>
            <p:nvPr/>
          </p:nvSpPr>
          <p:spPr>
            <a:xfrm>
              <a:off x="5488998" y="20131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8" name="pt12758"/>
            <p:cNvSpPr/>
            <p:nvPr/>
          </p:nvSpPr>
          <p:spPr>
            <a:xfrm>
              <a:off x="5503320" y="22611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9" name="pt12759"/>
            <p:cNvSpPr/>
            <p:nvPr/>
          </p:nvSpPr>
          <p:spPr>
            <a:xfrm>
              <a:off x="5506240" y="23449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0" name="pt12760"/>
            <p:cNvSpPr/>
            <p:nvPr/>
          </p:nvSpPr>
          <p:spPr>
            <a:xfrm>
              <a:off x="5563667" y="22748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1" name="pt12761"/>
            <p:cNvSpPr/>
            <p:nvPr/>
          </p:nvSpPr>
          <p:spPr>
            <a:xfrm>
              <a:off x="5677791" y="17820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2" name="pt12762"/>
            <p:cNvSpPr/>
            <p:nvPr/>
          </p:nvSpPr>
          <p:spPr>
            <a:xfrm>
              <a:off x="5132558" y="26620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3" name="pt12763"/>
            <p:cNvSpPr/>
            <p:nvPr/>
          </p:nvSpPr>
          <p:spPr>
            <a:xfrm>
              <a:off x="5475876" y="19662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4" name="pt12764"/>
            <p:cNvSpPr/>
            <p:nvPr/>
          </p:nvSpPr>
          <p:spPr>
            <a:xfrm>
              <a:off x="5387188" y="21234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5" name="pt12765"/>
            <p:cNvSpPr/>
            <p:nvPr/>
          </p:nvSpPr>
          <p:spPr>
            <a:xfrm>
              <a:off x="5235305" y="22709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6" name="pt12766"/>
            <p:cNvSpPr/>
            <p:nvPr/>
          </p:nvSpPr>
          <p:spPr>
            <a:xfrm>
              <a:off x="5328395" y="22071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7" name="pt12767"/>
            <p:cNvSpPr/>
            <p:nvPr/>
          </p:nvSpPr>
          <p:spPr>
            <a:xfrm>
              <a:off x="5625435" y="18408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8" name="pt12768"/>
            <p:cNvSpPr/>
            <p:nvPr/>
          </p:nvSpPr>
          <p:spPr>
            <a:xfrm>
              <a:off x="5313997" y="21197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9" name="pt12769"/>
            <p:cNvSpPr/>
            <p:nvPr/>
          </p:nvSpPr>
          <p:spPr>
            <a:xfrm>
              <a:off x="5229342" y="20636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0" name="pt12770"/>
            <p:cNvSpPr/>
            <p:nvPr/>
          </p:nvSpPr>
          <p:spPr>
            <a:xfrm>
              <a:off x="5438525" y="21017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1" name="pt12771"/>
            <p:cNvSpPr/>
            <p:nvPr/>
          </p:nvSpPr>
          <p:spPr>
            <a:xfrm>
              <a:off x="4985218" y="25370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2" name="pt12772"/>
            <p:cNvSpPr/>
            <p:nvPr/>
          </p:nvSpPr>
          <p:spPr>
            <a:xfrm>
              <a:off x="5609488" y="20333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3" name="pt12773"/>
            <p:cNvSpPr/>
            <p:nvPr/>
          </p:nvSpPr>
          <p:spPr>
            <a:xfrm>
              <a:off x="5213220" y="21508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4" name="pt12774"/>
            <p:cNvSpPr/>
            <p:nvPr/>
          </p:nvSpPr>
          <p:spPr>
            <a:xfrm>
              <a:off x="4937849" y="21675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5" name="pt12775"/>
            <p:cNvSpPr/>
            <p:nvPr/>
          </p:nvSpPr>
          <p:spPr>
            <a:xfrm>
              <a:off x="4943529" y="18130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6" name="pt12776"/>
            <p:cNvSpPr/>
            <p:nvPr/>
          </p:nvSpPr>
          <p:spPr>
            <a:xfrm>
              <a:off x="5563567" y="21774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7" name="pt12777"/>
            <p:cNvSpPr/>
            <p:nvPr/>
          </p:nvSpPr>
          <p:spPr>
            <a:xfrm>
              <a:off x="5678536" y="16693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8" name="pt12778"/>
            <p:cNvSpPr/>
            <p:nvPr/>
          </p:nvSpPr>
          <p:spPr>
            <a:xfrm>
              <a:off x="5121337" y="26672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9" name="pt12779"/>
            <p:cNvSpPr/>
            <p:nvPr/>
          </p:nvSpPr>
          <p:spPr>
            <a:xfrm>
              <a:off x="5395263" y="21369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0" name="pt12780"/>
            <p:cNvSpPr/>
            <p:nvPr/>
          </p:nvSpPr>
          <p:spPr>
            <a:xfrm>
              <a:off x="5623634" y="1900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1" name="pt12781"/>
            <p:cNvSpPr/>
            <p:nvPr/>
          </p:nvSpPr>
          <p:spPr>
            <a:xfrm>
              <a:off x="5658327" y="20864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2" name="pt12782"/>
            <p:cNvSpPr/>
            <p:nvPr/>
          </p:nvSpPr>
          <p:spPr>
            <a:xfrm>
              <a:off x="5709526" y="20274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3" name="pt12783"/>
            <p:cNvSpPr/>
            <p:nvPr/>
          </p:nvSpPr>
          <p:spPr>
            <a:xfrm>
              <a:off x="5547118" y="22826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4" name="pt12784"/>
            <p:cNvSpPr/>
            <p:nvPr/>
          </p:nvSpPr>
          <p:spPr>
            <a:xfrm>
              <a:off x="5277238" y="21379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5" name="pt12785"/>
            <p:cNvSpPr/>
            <p:nvPr/>
          </p:nvSpPr>
          <p:spPr>
            <a:xfrm>
              <a:off x="5466889" y="19415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6" name="pt12786"/>
            <p:cNvSpPr/>
            <p:nvPr/>
          </p:nvSpPr>
          <p:spPr>
            <a:xfrm>
              <a:off x="5444986" y="21385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7" name="pt12787"/>
            <p:cNvSpPr/>
            <p:nvPr/>
          </p:nvSpPr>
          <p:spPr>
            <a:xfrm>
              <a:off x="5156460" y="2644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8" name="pt12788"/>
            <p:cNvSpPr/>
            <p:nvPr/>
          </p:nvSpPr>
          <p:spPr>
            <a:xfrm>
              <a:off x="5356670" y="22162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9" name="pt12789"/>
            <p:cNvSpPr/>
            <p:nvPr/>
          </p:nvSpPr>
          <p:spPr>
            <a:xfrm>
              <a:off x="5356358" y="21802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0" name="pt12790"/>
            <p:cNvSpPr/>
            <p:nvPr/>
          </p:nvSpPr>
          <p:spPr>
            <a:xfrm>
              <a:off x="5755051" y="19131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1" name="pt12791"/>
            <p:cNvSpPr/>
            <p:nvPr/>
          </p:nvSpPr>
          <p:spPr>
            <a:xfrm>
              <a:off x="5085811" y="26427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2" name="pt12792"/>
            <p:cNvSpPr/>
            <p:nvPr/>
          </p:nvSpPr>
          <p:spPr>
            <a:xfrm>
              <a:off x="5100729" y="20067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3" name="pt12793"/>
            <p:cNvSpPr/>
            <p:nvPr/>
          </p:nvSpPr>
          <p:spPr>
            <a:xfrm>
              <a:off x="5814390" y="19056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4" name="pt12794"/>
            <p:cNvSpPr/>
            <p:nvPr/>
          </p:nvSpPr>
          <p:spPr>
            <a:xfrm>
              <a:off x="5381685" y="21926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5" name="pt12795"/>
            <p:cNvSpPr/>
            <p:nvPr/>
          </p:nvSpPr>
          <p:spPr>
            <a:xfrm>
              <a:off x="5461783" y="21143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6" name="pt12796"/>
            <p:cNvSpPr/>
            <p:nvPr/>
          </p:nvSpPr>
          <p:spPr>
            <a:xfrm>
              <a:off x="5585161" y="23012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7" name="pt12797"/>
            <p:cNvSpPr/>
            <p:nvPr/>
          </p:nvSpPr>
          <p:spPr>
            <a:xfrm>
              <a:off x="5244165" y="21962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8" name="pt12798"/>
            <p:cNvSpPr/>
            <p:nvPr/>
          </p:nvSpPr>
          <p:spPr>
            <a:xfrm>
              <a:off x="5277991" y="2273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9" name="pt12799"/>
            <p:cNvSpPr/>
            <p:nvPr/>
          </p:nvSpPr>
          <p:spPr>
            <a:xfrm>
              <a:off x="5118344" y="26782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0" name="pt12800"/>
            <p:cNvSpPr/>
            <p:nvPr/>
          </p:nvSpPr>
          <p:spPr>
            <a:xfrm>
              <a:off x="5151722" y="26632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1" name="pt12801"/>
            <p:cNvSpPr/>
            <p:nvPr/>
          </p:nvSpPr>
          <p:spPr>
            <a:xfrm>
              <a:off x="5945423" y="1669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2" name="pt12802"/>
            <p:cNvSpPr/>
            <p:nvPr/>
          </p:nvSpPr>
          <p:spPr>
            <a:xfrm>
              <a:off x="5258527" y="22462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3" name="pt12803"/>
            <p:cNvSpPr/>
            <p:nvPr/>
          </p:nvSpPr>
          <p:spPr>
            <a:xfrm>
              <a:off x="4965973" y="21706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4" name="pt12804"/>
            <p:cNvSpPr/>
            <p:nvPr/>
          </p:nvSpPr>
          <p:spPr>
            <a:xfrm>
              <a:off x="5212629" y="22085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5" name="pt12805"/>
            <p:cNvSpPr/>
            <p:nvPr/>
          </p:nvSpPr>
          <p:spPr>
            <a:xfrm>
              <a:off x="5511427" y="2252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6" name="pt12806"/>
            <p:cNvSpPr/>
            <p:nvPr/>
          </p:nvSpPr>
          <p:spPr>
            <a:xfrm>
              <a:off x="5228605" y="22789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7" name="pt12807"/>
            <p:cNvSpPr/>
            <p:nvPr/>
          </p:nvSpPr>
          <p:spPr>
            <a:xfrm>
              <a:off x="5240980" y="22699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8" name="pt12808"/>
            <p:cNvSpPr/>
            <p:nvPr/>
          </p:nvSpPr>
          <p:spPr>
            <a:xfrm>
              <a:off x="5199847" y="22991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9" name="pt12809"/>
            <p:cNvSpPr/>
            <p:nvPr/>
          </p:nvSpPr>
          <p:spPr>
            <a:xfrm>
              <a:off x="5033535" y="21824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0" name="pt12810"/>
            <p:cNvSpPr/>
            <p:nvPr/>
          </p:nvSpPr>
          <p:spPr>
            <a:xfrm>
              <a:off x="5576630" y="2229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1" name="pt12811"/>
            <p:cNvSpPr/>
            <p:nvPr/>
          </p:nvSpPr>
          <p:spPr>
            <a:xfrm>
              <a:off x="5297950" y="21161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2" name="pt12812"/>
            <p:cNvSpPr/>
            <p:nvPr/>
          </p:nvSpPr>
          <p:spPr>
            <a:xfrm>
              <a:off x="5179866" y="25287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3" name="pt12813"/>
            <p:cNvSpPr/>
            <p:nvPr/>
          </p:nvSpPr>
          <p:spPr>
            <a:xfrm>
              <a:off x="5602991" y="20863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4" name="pt12814"/>
            <p:cNvSpPr/>
            <p:nvPr/>
          </p:nvSpPr>
          <p:spPr>
            <a:xfrm>
              <a:off x="5647006" y="20056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5" name="pt12815"/>
            <p:cNvSpPr/>
            <p:nvPr/>
          </p:nvSpPr>
          <p:spPr>
            <a:xfrm>
              <a:off x="5755475" y="19238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6" name="pt12816"/>
            <p:cNvSpPr/>
            <p:nvPr/>
          </p:nvSpPr>
          <p:spPr>
            <a:xfrm>
              <a:off x="5531611" y="21647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7" name="pt12817"/>
            <p:cNvSpPr/>
            <p:nvPr/>
          </p:nvSpPr>
          <p:spPr>
            <a:xfrm>
              <a:off x="4790349" y="25243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8" name="pt12818"/>
            <p:cNvSpPr/>
            <p:nvPr/>
          </p:nvSpPr>
          <p:spPr>
            <a:xfrm>
              <a:off x="5533402" y="22472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9" name="pt12819"/>
            <p:cNvSpPr/>
            <p:nvPr/>
          </p:nvSpPr>
          <p:spPr>
            <a:xfrm>
              <a:off x="5711955" y="19619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0" name="pt12820"/>
            <p:cNvSpPr/>
            <p:nvPr/>
          </p:nvSpPr>
          <p:spPr>
            <a:xfrm>
              <a:off x="4980645" y="25249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1" name="pt12821"/>
            <p:cNvSpPr/>
            <p:nvPr/>
          </p:nvSpPr>
          <p:spPr>
            <a:xfrm>
              <a:off x="5682473" y="20251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2" name="pt12822"/>
            <p:cNvSpPr/>
            <p:nvPr/>
          </p:nvSpPr>
          <p:spPr>
            <a:xfrm>
              <a:off x="5632317" y="21200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3" name="pt12823"/>
            <p:cNvSpPr/>
            <p:nvPr/>
          </p:nvSpPr>
          <p:spPr>
            <a:xfrm>
              <a:off x="5751485" y="18666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4" name="pt12824"/>
            <p:cNvSpPr/>
            <p:nvPr/>
          </p:nvSpPr>
          <p:spPr>
            <a:xfrm>
              <a:off x="5717061" y="18994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5" name="pt12825"/>
            <p:cNvSpPr/>
            <p:nvPr/>
          </p:nvSpPr>
          <p:spPr>
            <a:xfrm>
              <a:off x="5718958" y="20103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6" name="pt12826"/>
            <p:cNvSpPr/>
            <p:nvPr/>
          </p:nvSpPr>
          <p:spPr>
            <a:xfrm>
              <a:off x="5146050" y="25081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7" name="pt12827"/>
            <p:cNvSpPr/>
            <p:nvPr/>
          </p:nvSpPr>
          <p:spPr>
            <a:xfrm>
              <a:off x="5475976" y="19077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8" name="pt12828"/>
            <p:cNvSpPr/>
            <p:nvPr/>
          </p:nvSpPr>
          <p:spPr>
            <a:xfrm>
              <a:off x="5263008" y="20866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9" name="pt12829"/>
            <p:cNvSpPr/>
            <p:nvPr/>
          </p:nvSpPr>
          <p:spPr>
            <a:xfrm>
              <a:off x="5322535" y="21420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0" name="pt12830"/>
            <p:cNvSpPr/>
            <p:nvPr/>
          </p:nvSpPr>
          <p:spPr>
            <a:xfrm>
              <a:off x="5283546" y="23292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1" name="pt12831"/>
            <p:cNvSpPr/>
            <p:nvPr/>
          </p:nvSpPr>
          <p:spPr>
            <a:xfrm>
              <a:off x="5267671" y="2197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2" name="pt12832"/>
            <p:cNvSpPr/>
            <p:nvPr/>
          </p:nvSpPr>
          <p:spPr>
            <a:xfrm>
              <a:off x="5395445" y="21751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3" name="pt12833"/>
            <p:cNvSpPr/>
            <p:nvPr/>
          </p:nvSpPr>
          <p:spPr>
            <a:xfrm>
              <a:off x="5434837" y="21450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4" name="pt12834"/>
            <p:cNvSpPr/>
            <p:nvPr/>
          </p:nvSpPr>
          <p:spPr>
            <a:xfrm>
              <a:off x="5599265" y="19820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5" name="pt12835"/>
            <p:cNvSpPr/>
            <p:nvPr/>
          </p:nvSpPr>
          <p:spPr>
            <a:xfrm>
              <a:off x="5401512" y="21443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6" name="pt12836"/>
            <p:cNvSpPr/>
            <p:nvPr/>
          </p:nvSpPr>
          <p:spPr>
            <a:xfrm>
              <a:off x="5141666" y="24384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7" name="pt12837"/>
            <p:cNvSpPr/>
            <p:nvPr/>
          </p:nvSpPr>
          <p:spPr>
            <a:xfrm>
              <a:off x="5881721" y="20212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8" name="pt12838"/>
            <p:cNvSpPr/>
            <p:nvPr/>
          </p:nvSpPr>
          <p:spPr>
            <a:xfrm>
              <a:off x="5432127" y="2265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9" name="pt12839"/>
            <p:cNvSpPr/>
            <p:nvPr/>
          </p:nvSpPr>
          <p:spPr>
            <a:xfrm>
              <a:off x="5540732" y="20024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0" name="pt12840"/>
            <p:cNvSpPr/>
            <p:nvPr/>
          </p:nvSpPr>
          <p:spPr>
            <a:xfrm>
              <a:off x="5524889" y="21624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1" name="pt12841"/>
            <p:cNvSpPr/>
            <p:nvPr/>
          </p:nvSpPr>
          <p:spPr>
            <a:xfrm>
              <a:off x="5558976" y="22253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2" name="pt12842"/>
            <p:cNvSpPr/>
            <p:nvPr/>
          </p:nvSpPr>
          <p:spPr>
            <a:xfrm>
              <a:off x="5550756" y="21434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3" name="pt12843"/>
            <p:cNvSpPr/>
            <p:nvPr/>
          </p:nvSpPr>
          <p:spPr>
            <a:xfrm>
              <a:off x="5564394" y="22549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4" name="pt12844"/>
            <p:cNvSpPr/>
            <p:nvPr/>
          </p:nvSpPr>
          <p:spPr>
            <a:xfrm>
              <a:off x="5186537" y="24437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5" name="pt12845"/>
            <p:cNvSpPr/>
            <p:nvPr/>
          </p:nvSpPr>
          <p:spPr>
            <a:xfrm>
              <a:off x="5608272" y="19430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6" name="pt12846"/>
            <p:cNvSpPr/>
            <p:nvPr/>
          </p:nvSpPr>
          <p:spPr>
            <a:xfrm>
              <a:off x="5560729" y="23532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7" name="pt12847"/>
            <p:cNvSpPr/>
            <p:nvPr/>
          </p:nvSpPr>
          <p:spPr>
            <a:xfrm>
              <a:off x="5466046" y="20144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8" name="pt12848"/>
            <p:cNvSpPr/>
            <p:nvPr/>
          </p:nvSpPr>
          <p:spPr>
            <a:xfrm>
              <a:off x="5476081" y="19219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9" name="pt12849"/>
            <p:cNvSpPr/>
            <p:nvPr/>
          </p:nvSpPr>
          <p:spPr>
            <a:xfrm>
              <a:off x="5453787" y="21247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0" name="pt12850"/>
            <p:cNvSpPr/>
            <p:nvPr/>
          </p:nvSpPr>
          <p:spPr>
            <a:xfrm>
              <a:off x="5771388" y="20555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1" name="pt12851"/>
            <p:cNvSpPr/>
            <p:nvPr/>
          </p:nvSpPr>
          <p:spPr>
            <a:xfrm>
              <a:off x="5229620" y="21665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2" name="pt12852"/>
            <p:cNvSpPr/>
            <p:nvPr/>
          </p:nvSpPr>
          <p:spPr>
            <a:xfrm>
              <a:off x="5088056" y="24739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3" name="pt12853"/>
            <p:cNvSpPr/>
            <p:nvPr/>
          </p:nvSpPr>
          <p:spPr>
            <a:xfrm>
              <a:off x="5295421" y="22011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4" name="pt12854"/>
            <p:cNvSpPr/>
            <p:nvPr/>
          </p:nvSpPr>
          <p:spPr>
            <a:xfrm>
              <a:off x="5127524" y="27378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5" name="pt12855"/>
            <p:cNvSpPr/>
            <p:nvPr/>
          </p:nvSpPr>
          <p:spPr>
            <a:xfrm>
              <a:off x="5175197" y="26406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6" name="pt12856"/>
            <p:cNvSpPr/>
            <p:nvPr/>
          </p:nvSpPr>
          <p:spPr>
            <a:xfrm>
              <a:off x="4881489" y="2755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7" name="pt12857"/>
            <p:cNvSpPr/>
            <p:nvPr/>
          </p:nvSpPr>
          <p:spPr>
            <a:xfrm>
              <a:off x="5627939" y="19083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8" name="pt12858"/>
            <p:cNvSpPr/>
            <p:nvPr/>
          </p:nvSpPr>
          <p:spPr>
            <a:xfrm>
              <a:off x="5544550" y="19838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9" name="pt12859"/>
            <p:cNvSpPr/>
            <p:nvPr/>
          </p:nvSpPr>
          <p:spPr>
            <a:xfrm>
              <a:off x="5159905" y="27140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0" name="pt12860"/>
            <p:cNvSpPr/>
            <p:nvPr/>
          </p:nvSpPr>
          <p:spPr>
            <a:xfrm>
              <a:off x="5320590" y="21549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1" name="pt12861"/>
            <p:cNvSpPr/>
            <p:nvPr/>
          </p:nvSpPr>
          <p:spPr>
            <a:xfrm>
              <a:off x="5113222" y="20365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2" name="pt12862"/>
            <p:cNvSpPr/>
            <p:nvPr/>
          </p:nvSpPr>
          <p:spPr>
            <a:xfrm>
              <a:off x="5114528" y="21847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3" name="pt12863"/>
            <p:cNvSpPr/>
            <p:nvPr/>
          </p:nvSpPr>
          <p:spPr>
            <a:xfrm>
              <a:off x="5721121" y="18040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4" name="pt12864"/>
            <p:cNvSpPr/>
            <p:nvPr/>
          </p:nvSpPr>
          <p:spPr>
            <a:xfrm>
              <a:off x="5222840" y="22997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5" name="pt12865"/>
            <p:cNvSpPr/>
            <p:nvPr/>
          </p:nvSpPr>
          <p:spPr>
            <a:xfrm>
              <a:off x="5394799" y="21465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6" name="pt12866"/>
            <p:cNvSpPr/>
            <p:nvPr/>
          </p:nvSpPr>
          <p:spPr>
            <a:xfrm>
              <a:off x="5604289" y="19377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7" name="pt12867"/>
            <p:cNvSpPr/>
            <p:nvPr/>
          </p:nvSpPr>
          <p:spPr>
            <a:xfrm>
              <a:off x="5611950" y="20749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8" name="pt12868"/>
            <p:cNvSpPr/>
            <p:nvPr/>
          </p:nvSpPr>
          <p:spPr>
            <a:xfrm>
              <a:off x="5803587" y="19801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9" name="pt12869"/>
            <p:cNvSpPr/>
            <p:nvPr/>
          </p:nvSpPr>
          <p:spPr>
            <a:xfrm>
              <a:off x="5364132" y="22715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0" name="pt12870"/>
            <p:cNvSpPr/>
            <p:nvPr/>
          </p:nvSpPr>
          <p:spPr>
            <a:xfrm>
              <a:off x="5399835" y="22082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1" name="pt12871"/>
            <p:cNvSpPr/>
            <p:nvPr/>
          </p:nvSpPr>
          <p:spPr>
            <a:xfrm>
              <a:off x="5586065" y="22302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2" name="pt12872"/>
            <p:cNvSpPr/>
            <p:nvPr/>
          </p:nvSpPr>
          <p:spPr>
            <a:xfrm>
              <a:off x="5381391" y="22548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3" name="pt12873"/>
            <p:cNvSpPr/>
            <p:nvPr/>
          </p:nvSpPr>
          <p:spPr>
            <a:xfrm>
              <a:off x="5154145" y="27400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4" name="pt12874"/>
            <p:cNvSpPr/>
            <p:nvPr/>
          </p:nvSpPr>
          <p:spPr>
            <a:xfrm>
              <a:off x="5525061" y="21689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5" name="pt12875"/>
            <p:cNvSpPr/>
            <p:nvPr/>
          </p:nvSpPr>
          <p:spPr>
            <a:xfrm>
              <a:off x="5042769" y="25311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6" name="pt12876"/>
            <p:cNvSpPr/>
            <p:nvPr/>
          </p:nvSpPr>
          <p:spPr>
            <a:xfrm>
              <a:off x="5438951" y="22364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7" name="pt12877"/>
            <p:cNvSpPr/>
            <p:nvPr/>
          </p:nvSpPr>
          <p:spPr>
            <a:xfrm>
              <a:off x="5352477" y="20776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8" name="pt12878"/>
            <p:cNvSpPr/>
            <p:nvPr/>
          </p:nvSpPr>
          <p:spPr>
            <a:xfrm>
              <a:off x="5801364" y="1962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9" name="pt12879"/>
            <p:cNvSpPr/>
            <p:nvPr/>
          </p:nvSpPr>
          <p:spPr>
            <a:xfrm>
              <a:off x="5234401" y="22017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0" name="pt12880"/>
            <p:cNvSpPr/>
            <p:nvPr/>
          </p:nvSpPr>
          <p:spPr>
            <a:xfrm>
              <a:off x="5717223" y="20691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1" name="pt12881"/>
            <p:cNvSpPr/>
            <p:nvPr/>
          </p:nvSpPr>
          <p:spPr>
            <a:xfrm>
              <a:off x="5281464" y="22377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2" name="pt12882"/>
            <p:cNvSpPr/>
            <p:nvPr/>
          </p:nvSpPr>
          <p:spPr>
            <a:xfrm>
              <a:off x="5130923" y="27508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3" name="pt12883"/>
            <p:cNvSpPr/>
            <p:nvPr/>
          </p:nvSpPr>
          <p:spPr>
            <a:xfrm>
              <a:off x="5645149" y="20032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4" name="pt12884"/>
            <p:cNvSpPr/>
            <p:nvPr/>
          </p:nvSpPr>
          <p:spPr>
            <a:xfrm>
              <a:off x="5731185" y="19656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5" name="pt12885"/>
            <p:cNvSpPr/>
            <p:nvPr/>
          </p:nvSpPr>
          <p:spPr>
            <a:xfrm>
              <a:off x="5326260" y="21199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6" name="pt12886"/>
            <p:cNvSpPr/>
            <p:nvPr/>
          </p:nvSpPr>
          <p:spPr>
            <a:xfrm>
              <a:off x="5572241" y="22004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7" name="pt12887"/>
            <p:cNvSpPr/>
            <p:nvPr/>
          </p:nvSpPr>
          <p:spPr>
            <a:xfrm>
              <a:off x="5236191" y="22540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8" name="pt12888"/>
            <p:cNvSpPr/>
            <p:nvPr/>
          </p:nvSpPr>
          <p:spPr>
            <a:xfrm>
              <a:off x="5596451" y="21751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9" name="pt12889"/>
            <p:cNvSpPr/>
            <p:nvPr/>
          </p:nvSpPr>
          <p:spPr>
            <a:xfrm>
              <a:off x="4863819" y="24562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0" name="pt12890"/>
            <p:cNvSpPr/>
            <p:nvPr/>
          </p:nvSpPr>
          <p:spPr>
            <a:xfrm>
              <a:off x="5494675" y="20218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1" name="pt12891"/>
            <p:cNvSpPr/>
            <p:nvPr/>
          </p:nvSpPr>
          <p:spPr>
            <a:xfrm>
              <a:off x="5444555" y="22941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2" name="pt12892"/>
            <p:cNvSpPr/>
            <p:nvPr/>
          </p:nvSpPr>
          <p:spPr>
            <a:xfrm>
              <a:off x="5501033" y="22898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3" name="pt12893"/>
            <p:cNvSpPr/>
            <p:nvPr/>
          </p:nvSpPr>
          <p:spPr>
            <a:xfrm>
              <a:off x="5293475" y="21347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4" name="pt12894"/>
            <p:cNvSpPr/>
            <p:nvPr/>
          </p:nvSpPr>
          <p:spPr>
            <a:xfrm>
              <a:off x="5159299" y="28159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5" name="pt12895"/>
            <p:cNvSpPr/>
            <p:nvPr/>
          </p:nvSpPr>
          <p:spPr>
            <a:xfrm>
              <a:off x="5417757" y="21394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6" name="pt12896"/>
            <p:cNvSpPr/>
            <p:nvPr/>
          </p:nvSpPr>
          <p:spPr>
            <a:xfrm>
              <a:off x="5522700" y="2126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7" name="pt12897"/>
            <p:cNvSpPr/>
            <p:nvPr/>
          </p:nvSpPr>
          <p:spPr>
            <a:xfrm>
              <a:off x="5293044" y="2207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8" name="pt12898"/>
            <p:cNvSpPr/>
            <p:nvPr/>
          </p:nvSpPr>
          <p:spPr>
            <a:xfrm>
              <a:off x="5660801" y="21925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9" name="pt12899"/>
            <p:cNvSpPr/>
            <p:nvPr/>
          </p:nvSpPr>
          <p:spPr>
            <a:xfrm>
              <a:off x="5870142" y="16998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0" name="pt12900"/>
            <p:cNvSpPr/>
            <p:nvPr/>
          </p:nvSpPr>
          <p:spPr>
            <a:xfrm>
              <a:off x="5442472" y="22289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1" name="pt12901"/>
            <p:cNvSpPr/>
            <p:nvPr/>
          </p:nvSpPr>
          <p:spPr>
            <a:xfrm>
              <a:off x="4712375" y="26215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2" name="pt12902"/>
            <p:cNvSpPr/>
            <p:nvPr/>
          </p:nvSpPr>
          <p:spPr>
            <a:xfrm>
              <a:off x="5214551" y="22270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3" name="pt12903"/>
            <p:cNvSpPr/>
            <p:nvPr/>
          </p:nvSpPr>
          <p:spPr>
            <a:xfrm>
              <a:off x="5191887" y="22834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4" name="pt12904"/>
            <p:cNvSpPr/>
            <p:nvPr/>
          </p:nvSpPr>
          <p:spPr>
            <a:xfrm>
              <a:off x="5403571" y="22749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5" name="pt12905"/>
            <p:cNvSpPr/>
            <p:nvPr/>
          </p:nvSpPr>
          <p:spPr>
            <a:xfrm>
              <a:off x="5837554" y="17351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6" name="pt12906"/>
            <p:cNvSpPr/>
            <p:nvPr/>
          </p:nvSpPr>
          <p:spPr>
            <a:xfrm>
              <a:off x="5479187" y="20362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7" name="pt12907"/>
            <p:cNvSpPr/>
            <p:nvPr/>
          </p:nvSpPr>
          <p:spPr>
            <a:xfrm>
              <a:off x="5130263" y="25961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8" name="pt12908"/>
            <p:cNvSpPr/>
            <p:nvPr/>
          </p:nvSpPr>
          <p:spPr>
            <a:xfrm>
              <a:off x="5137695" y="27477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9" name="pt12909"/>
            <p:cNvSpPr/>
            <p:nvPr/>
          </p:nvSpPr>
          <p:spPr>
            <a:xfrm>
              <a:off x="5655759" y="20034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0" name="pt12910"/>
            <p:cNvSpPr/>
            <p:nvPr/>
          </p:nvSpPr>
          <p:spPr>
            <a:xfrm>
              <a:off x="5629921" y="21464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1" name="pt12911"/>
            <p:cNvSpPr/>
            <p:nvPr/>
          </p:nvSpPr>
          <p:spPr>
            <a:xfrm>
              <a:off x="5172401" y="2497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2" name="pt12912"/>
            <p:cNvSpPr/>
            <p:nvPr/>
          </p:nvSpPr>
          <p:spPr>
            <a:xfrm>
              <a:off x="5243642" y="22145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3" name="pt12913"/>
            <p:cNvSpPr/>
            <p:nvPr/>
          </p:nvSpPr>
          <p:spPr>
            <a:xfrm>
              <a:off x="5758714" y="20196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4" name="pt12914"/>
            <p:cNvSpPr/>
            <p:nvPr/>
          </p:nvSpPr>
          <p:spPr>
            <a:xfrm>
              <a:off x="5102413" y="22176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5" name="pt12915"/>
            <p:cNvSpPr/>
            <p:nvPr/>
          </p:nvSpPr>
          <p:spPr>
            <a:xfrm>
              <a:off x="5886346" y="16669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6" name="pt12916"/>
            <p:cNvSpPr/>
            <p:nvPr/>
          </p:nvSpPr>
          <p:spPr>
            <a:xfrm>
              <a:off x="5090193" y="23996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7" name="pt12917"/>
            <p:cNvSpPr/>
            <p:nvPr/>
          </p:nvSpPr>
          <p:spPr>
            <a:xfrm>
              <a:off x="5431498" y="21016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8" name="pt12918"/>
            <p:cNvSpPr/>
            <p:nvPr/>
          </p:nvSpPr>
          <p:spPr>
            <a:xfrm>
              <a:off x="5320720" y="21308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9" name="pt12919"/>
            <p:cNvSpPr/>
            <p:nvPr/>
          </p:nvSpPr>
          <p:spPr>
            <a:xfrm>
              <a:off x="5231519" y="21413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0" name="pt12920"/>
            <p:cNvSpPr/>
            <p:nvPr/>
          </p:nvSpPr>
          <p:spPr>
            <a:xfrm>
              <a:off x="5634242" y="21486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1" name="pt12921"/>
            <p:cNvSpPr/>
            <p:nvPr/>
          </p:nvSpPr>
          <p:spPr>
            <a:xfrm>
              <a:off x="5504577" y="22470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2" name="pt12922"/>
            <p:cNvSpPr/>
            <p:nvPr/>
          </p:nvSpPr>
          <p:spPr>
            <a:xfrm>
              <a:off x="5448643" y="22824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3" name="pt12923"/>
            <p:cNvSpPr/>
            <p:nvPr/>
          </p:nvSpPr>
          <p:spPr>
            <a:xfrm>
              <a:off x="5532459" y="22870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4" name="pt12924"/>
            <p:cNvSpPr/>
            <p:nvPr/>
          </p:nvSpPr>
          <p:spPr>
            <a:xfrm>
              <a:off x="5443418" y="22092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5" name="pt12925"/>
            <p:cNvSpPr/>
            <p:nvPr/>
          </p:nvSpPr>
          <p:spPr>
            <a:xfrm>
              <a:off x="5760874" y="17666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6" name="pt12926"/>
            <p:cNvSpPr/>
            <p:nvPr/>
          </p:nvSpPr>
          <p:spPr>
            <a:xfrm>
              <a:off x="4951979" y="19563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7" name="pt12927"/>
            <p:cNvSpPr/>
            <p:nvPr/>
          </p:nvSpPr>
          <p:spPr>
            <a:xfrm>
              <a:off x="5423327" y="21298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8" name="pt12928"/>
            <p:cNvSpPr/>
            <p:nvPr/>
          </p:nvSpPr>
          <p:spPr>
            <a:xfrm>
              <a:off x="5960830" y="15786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9" name="pt12929"/>
            <p:cNvSpPr/>
            <p:nvPr/>
          </p:nvSpPr>
          <p:spPr>
            <a:xfrm>
              <a:off x="5429396" y="22710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0" name="pt12930"/>
            <p:cNvSpPr/>
            <p:nvPr/>
          </p:nvSpPr>
          <p:spPr>
            <a:xfrm>
              <a:off x="5537818" y="21349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1" name="pt12931"/>
            <p:cNvSpPr/>
            <p:nvPr/>
          </p:nvSpPr>
          <p:spPr>
            <a:xfrm>
              <a:off x="5823797" y="18997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2" name="pt12932"/>
            <p:cNvSpPr/>
            <p:nvPr/>
          </p:nvSpPr>
          <p:spPr>
            <a:xfrm>
              <a:off x="5404644" y="22633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3" name="pt12933"/>
            <p:cNvSpPr/>
            <p:nvPr/>
          </p:nvSpPr>
          <p:spPr>
            <a:xfrm>
              <a:off x="5548046" y="22622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4" name="pt12934"/>
            <p:cNvSpPr/>
            <p:nvPr/>
          </p:nvSpPr>
          <p:spPr>
            <a:xfrm>
              <a:off x="5260981" y="22091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5" name="pt12935"/>
            <p:cNvSpPr/>
            <p:nvPr/>
          </p:nvSpPr>
          <p:spPr>
            <a:xfrm>
              <a:off x="5128544" y="27036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6" name="pt12936"/>
            <p:cNvSpPr/>
            <p:nvPr/>
          </p:nvSpPr>
          <p:spPr>
            <a:xfrm>
              <a:off x="5333113" y="21516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7" name="pt12937"/>
            <p:cNvSpPr/>
            <p:nvPr/>
          </p:nvSpPr>
          <p:spPr>
            <a:xfrm>
              <a:off x="5460665" y="2160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8" name="pt12938"/>
            <p:cNvSpPr/>
            <p:nvPr/>
          </p:nvSpPr>
          <p:spPr>
            <a:xfrm>
              <a:off x="5671053" y="19797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9" name="pt12939"/>
            <p:cNvSpPr/>
            <p:nvPr/>
          </p:nvSpPr>
          <p:spPr>
            <a:xfrm>
              <a:off x="5642379" y="20966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0" name="pt12940"/>
            <p:cNvSpPr/>
            <p:nvPr/>
          </p:nvSpPr>
          <p:spPr>
            <a:xfrm>
              <a:off x="5491660" y="21486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1" name="pt12941"/>
            <p:cNvSpPr/>
            <p:nvPr/>
          </p:nvSpPr>
          <p:spPr>
            <a:xfrm>
              <a:off x="5164218" y="25618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2" name="pt12942"/>
            <p:cNvSpPr/>
            <p:nvPr/>
          </p:nvSpPr>
          <p:spPr>
            <a:xfrm>
              <a:off x="5521634" y="21434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3" name="pt12943"/>
            <p:cNvSpPr/>
            <p:nvPr/>
          </p:nvSpPr>
          <p:spPr>
            <a:xfrm>
              <a:off x="5673813" y="19775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4" name="pt12944"/>
            <p:cNvSpPr/>
            <p:nvPr/>
          </p:nvSpPr>
          <p:spPr>
            <a:xfrm>
              <a:off x="5425940" y="22039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5" name="pt12945"/>
            <p:cNvSpPr/>
            <p:nvPr/>
          </p:nvSpPr>
          <p:spPr>
            <a:xfrm>
              <a:off x="5114560" y="21388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6" name="pt12946"/>
            <p:cNvSpPr/>
            <p:nvPr/>
          </p:nvSpPr>
          <p:spPr>
            <a:xfrm>
              <a:off x="5282084" y="22048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7" name="pt12947"/>
            <p:cNvSpPr/>
            <p:nvPr/>
          </p:nvSpPr>
          <p:spPr>
            <a:xfrm>
              <a:off x="5466844" y="20514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8" name="pt12948"/>
            <p:cNvSpPr/>
            <p:nvPr/>
          </p:nvSpPr>
          <p:spPr>
            <a:xfrm>
              <a:off x="5194331" y="23386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9" name="pt12949"/>
            <p:cNvSpPr/>
            <p:nvPr/>
          </p:nvSpPr>
          <p:spPr>
            <a:xfrm>
              <a:off x="5475677" y="21041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0" name="pt12950"/>
            <p:cNvSpPr/>
            <p:nvPr/>
          </p:nvSpPr>
          <p:spPr>
            <a:xfrm>
              <a:off x="5694687" y="19783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1" name="pt12951"/>
            <p:cNvSpPr/>
            <p:nvPr/>
          </p:nvSpPr>
          <p:spPr>
            <a:xfrm>
              <a:off x="5875583" y="17170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2" name="pt12952"/>
            <p:cNvSpPr/>
            <p:nvPr/>
          </p:nvSpPr>
          <p:spPr>
            <a:xfrm>
              <a:off x="5220776" y="22825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3" name="pt12953"/>
            <p:cNvSpPr/>
            <p:nvPr/>
          </p:nvSpPr>
          <p:spPr>
            <a:xfrm>
              <a:off x="5570925" y="22648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4" name="pt12954"/>
            <p:cNvSpPr/>
            <p:nvPr/>
          </p:nvSpPr>
          <p:spPr>
            <a:xfrm>
              <a:off x="5480899" y="20912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5" name="pt12955"/>
            <p:cNvSpPr/>
            <p:nvPr/>
          </p:nvSpPr>
          <p:spPr>
            <a:xfrm>
              <a:off x="5455301" y="22655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6" name="pt12956"/>
            <p:cNvSpPr/>
            <p:nvPr/>
          </p:nvSpPr>
          <p:spPr>
            <a:xfrm>
              <a:off x="5750393" y="19810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7" name="pt12957"/>
            <p:cNvSpPr/>
            <p:nvPr/>
          </p:nvSpPr>
          <p:spPr>
            <a:xfrm>
              <a:off x="5861264" y="1749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8" name="pt12958"/>
            <p:cNvSpPr/>
            <p:nvPr/>
          </p:nvSpPr>
          <p:spPr>
            <a:xfrm>
              <a:off x="5663035" y="20987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9" name="pt12959"/>
            <p:cNvSpPr/>
            <p:nvPr/>
          </p:nvSpPr>
          <p:spPr>
            <a:xfrm>
              <a:off x="5281867" y="22226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0" name="pt12960"/>
            <p:cNvSpPr/>
            <p:nvPr/>
          </p:nvSpPr>
          <p:spPr>
            <a:xfrm>
              <a:off x="5042669" y="24024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1" name="pt12961"/>
            <p:cNvSpPr/>
            <p:nvPr/>
          </p:nvSpPr>
          <p:spPr>
            <a:xfrm>
              <a:off x="5600193" y="20345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2" name="pt12962"/>
            <p:cNvSpPr/>
            <p:nvPr/>
          </p:nvSpPr>
          <p:spPr>
            <a:xfrm>
              <a:off x="5940682" y="16808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3" name="pt12963"/>
            <p:cNvSpPr/>
            <p:nvPr/>
          </p:nvSpPr>
          <p:spPr>
            <a:xfrm>
              <a:off x="5409002" y="2233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4" name="pt12964"/>
            <p:cNvSpPr/>
            <p:nvPr/>
          </p:nvSpPr>
          <p:spPr>
            <a:xfrm>
              <a:off x="5150804" y="27840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5" name="pt12965"/>
            <p:cNvSpPr/>
            <p:nvPr/>
          </p:nvSpPr>
          <p:spPr>
            <a:xfrm>
              <a:off x="5594466" y="20147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6" name="pt12966"/>
            <p:cNvSpPr/>
            <p:nvPr/>
          </p:nvSpPr>
          <p:spPr>
            <a:xfrm>
              <a:off x="5127274" y="24104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7" name="pt12967"/>
            <p:cNvSpPr/>
            <p:nvPr/>
          </p:nvSpPr>
          <p:spPr>
            <a:xfrm>
              <a:off x="5455143" y="22216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8" name="pt12968"/>
            <p:cNvSpPr/>
            <p:nvPr/>
          </p:nvSpPr>
          <p:spPr>
            <a:xfrm>
              <a:off x="5268619" y="21588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9" name="pt12969"/>
            <p:cNvSpPr/>
            <p:nvPr/>
          </p:nvSpPr>
          <p:spPr>
            <a:xfrm>
              <a:off x="5292882" y="22035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0" name="pt12970"/>
            <p:cNvSpPr/>
            <p:nvPr/>
          </p:nvSpPr>
          <p:spPr>
            <a:xfrm>
              <a:off x="4947883" y="16684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1" name="pt12971"/>
            <p:cNvSpPr/>
            <p:nvPr/>
          </p:nvSpPr>
          <p:spPr>
            <a:xfrm>
              <a:off x="5454018" y="22020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2" name="pt12972"/>
            <p:cNvSpPr/>
            <p:nvPr/>
          </p:nvSpPr>
          <p:spPr>
            <a:xfrm>
              <a:off x="5721229" y="16344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3" name="pt12973"/>
            <p:cNvSpPr/>
            <p:nvPr/>
          </p:nvSpPr>
          <p:spPr>
            <a:xfrm>
              <a:off x="5136098" y="2750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4" name="pt12974"/>
            <p:cNvSpPr/>
            <p:nvPr/>
          </p:nvSpPr>
          <p:spPr>
            <a:xfrm>
              <a:off x="5123806" y="26328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5" name="pt12975"/>
            <p:cNvSpPr/>
            <p:nvPr/>
          </p:nvSpPr>
          <p:spPr>
            <a:xfrm>
              <a:off x="5591254" y="20798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6" name="pt12976"/>
            <p:cNvSpPr/>
            <p:nvPr/>
          </p:nvSpPr>
          <p:spPr>
            <a:xfrm>
              <a:off x="5331677" y="20444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7" name="pt12977"/>
            <p:cNvSpPr/>
            <p:nvPr/>
          </p:nvSpPr>
          <p:spPr>
            <a:xfrm>
              <a:off x="4937664" y="21170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8" name="pt12978"/>
            <p:cNvSpPr/>
            <p:nvPr/>
          </p:nvSpPr>
          <p:spPr>
            <a:xfrm>
              <a:off x="5893315" y="18168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9" name="pt12979"/>
            <p:cNvSpPr/>
            <p:nvPr/>
          </p:nvSpPr>
          <p:spPr>
            <a:xfrm>
              <a:off x="5146200" y="25566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0" name="pt12980"/>
            <p:cNvSpPr/>
            <p:nvPr/>
          </p:nvSpPr>
          <p:spPr>
            <a:xfrm>
              <a:off x="5204542" y="20801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1" name="pt12981"/>
            <p:cNvSpPr/>
            <p:nvPr/>
          </p:nvSpPr>
          <p:spPr>
            <a:xfrm>
              <a:off x="4990914" y="24452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2" name="pt12982"/>
            <p:cNvSpPr/>
            <p:nvPr/>
          </p:nvSpPr>
          <p:spPr>
            <a:xfrm>
              <a:off x="5257736" y="21814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3" name="pt12983"/>
            <p:cNvSpPr/>
            <p:nvPr/>
          </p:nvSpPr>
          <p:spPr>
            <a:xfrm>
              <a:off x="5318404" y="22272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4" name="pt12984"/>
            <p:cNvSpPr/>
            <p:nvPr/>
          </p:nvSpPr>
          <p:spPr>
            <a:xfrm>
              <a:off x="5700837" y="19589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5" name="pt12985"/>
            <p:cNvSpPr/>
            <p:nvPr/>
          </p:nvSpPr>
          <p:spPr>
            <a:xfrm>
              <a:off x="5383030" y="23197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6" name="pt12986"/>
            <p:cNvSpPr/>
            <p:nvPr/>
          </p:nvSpPr>
          <p:spPr>
            <a:xfrm>
              <a:off x="5622425" y="19687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7" name="pt12987"/>
            <p:cNvSpPr/>
            <p:nvPr/>
          </p:nvSpPr>
          <p:spPr>
            <a:xfrm>
              <a:off x="5272425" y="21299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8" name="pt12988"/>
            <p:cNvSpPr/>
            <p:nvPr/>
          </p:nvSpPr>
          <p:spPr>
            <a:xfrm>
              <a:off x="5569672" y="23541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9" name="pt12989"/>
            <p:cNvSpPr/>
            <p:nvPr/>
          </p:nvSpPr>
          <p:spPr>
            <a:xfrm>
              <a:off x="5353747" y="21655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0" name="pt12990"/>
            <p:cNvSpPr/>
            <p:nvPr/>
          </p:nvSpPr>
          <p:spPr>
            <a:xfrm>
              <a:off x="5579189" y="22287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1" name="pt12991"/>
            <p:cNvSpPr/>
            <p:nvPr/>
          </p:nvSpPr>
          <p:spPr>
            <a:xfrm>
              <a:off x="5381166" y="22325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2" name="pt12992"/>
            <p:cNvSpPr/>
            <p:nvPr/>
          </p:nvSpPr>
          <p:spPr>
            <a:xfrm>
              <a:off x="5371003" y="22736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3" name="pt12993"/>
            <p:cNvSpPr/>
            <p:nvPr/>
          </p:nvSpPr>
          <p:spPr>
            <a:xfrm>
              <a:off x="5277670" y="22439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4" name="pt12994"/>
            <p:cNvSpPr/>
            <p:nvPr/>
          </p:nvSpPr>
          <p:spPr>
            <a:xfrm>
              <a:off x="5580298" y="22860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5" name="pt12995"/>
            <p:cNvSpPr/>
            <p:nvPr/>
          </p:nvSpPr>
          <p:spPr>
            <a:xfrm>
              <a:off x="5657859" y="19985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6" name="pt12996"/>
            <p:cNvSpPr/>
            <p:nvPr/>
          </p:nvSpPr>
          <p:spPr>
            <a:xfrm>
              <a:off x="5667236" y="18462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7" name="pt12997"/>
            <p:cNvSpPr/>
            <p:nvPr/>
          </p:nvSpPr>
          <p:spPr>
            <a:xfrm>
              <a:off x="4711078" y="25415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8" name="pt12998"/>
            <p:cNvSpPr/>
            <p:nvPr/>
          </p:nvSpPr>
          <p:spPr>
            <a:xfrm>
              <a:off x="5565637" y="23365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9" name="pt12999"/>
            <p:cNvSpPr/>
            <p:nvPr/>
          </p:nvSpPr>
          <p:spPr>
            <a:xfrm>
              <a:off x="5795651" y="1721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0" name="pt13000"/>
            <p:cNvSpPr/>
            <p:nvPr/>
          </p:nvSpPr>
          <p:spPr>
            <a:xfrm>
              <a:off x="5456126" y="20202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1" name="pt13001"/>
            <p:cNvSpPr/>
            <p:nvPr/>
          </p:nvSpPr>
          <p:spPr>
            <a:xfrm>
              <a:off x="5601659" y="20498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2" name="pt13002"/>
            <p:cNvSpPr/>
            <p:nvPr/>
          </p:nvSpPr>
          <p:spPr>
            <a:xfrm>
              <a:off x="5763424" y="19350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3" name="pt13003"/>
            <p:cNvSpPr/>
            <p:nvPr/>
          </p:nvSpPr>
          <p:spPr>
            <a:xfrm>
              <a:off x="5807462" y="19959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4" name="pt13004"/>
            <p:cNvSpPr/>
            <p:nvPr/>
          </p:nvSpPr>
          <p:spPr>
            <a:xfrm>
              <a:off x="5621792" y="19180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5" name="pt13005"/>
            <p:cNvSpPr/>
            <p:nvPr/>
          </p:nvSpPr>
          <p:spPr>
            <a:xfrm>
              <a:off x="5486024" y="20488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6" name="pt13006"/>
            <p:cNvSpPr/>
            <p:nvPr/>
          </p:nvSpPr>
          <p:spPr>
            <a:xfrm>
              <a:off x="5557647" y="21978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7" name="pt13007"/>
            <p:cNvSpPr/>
            <p:nvPr/>
          </p:nvSpPr>
          <p:spPr>
            <a:xfrm>
              <a:off x="5341591" y="22402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8" name="pt13008"/>
            <p:cNvSpPr/>
            <p:nvPr/>
          </p:nvSpPr>
          <p:spPr>
            <a:xfrm>
              <a:off x="5184390" y="24146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9" name="pt13009"/>
            <p:cNvSpPr/>
            <p:nvPr/>
          </p:nvSpPr>
          <p:spPr>
            <a:xfrm>
              <a:off x="5329705" y="21790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0" name="pt13010"/>
            <p:cNvSpPr/>
            <p:nvPr/>
          </p:nvSpPr>
          <p:spPr>
            <a:xfrm>
              <a:off x="4811710" y="23581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1" name="pt13011"/>
            <p:cNvSpPr/>
            <p:nvPr/>
          </p:nvSpPr>
          <p:spPr>
            <a:xfrm>
              <a:off x="5045588" y="22402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2" name="pt13012"/>
            <p:cNvSpPr/>
            <p:nvPr/>
          </p:nvSpPr>
          <p:spPr>
            <a:xfrm>
              <a:off x="5455821" y="21774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3" name="pt13013"/>
            <p:cNvSpPr/>
            <p:nvPr/>
          </p:nvSpPr>
          <p:spPr>
            <a:xfrm>
              <a:off x="5233255" y="21236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4" name="pt13014"/>
            <p:cNvSpPr/>
            <p:nvPr/>
          </p:nvSpPr>
          <p:spPr>
            <a:xfrm>
              <a:off x="5173724" y="26918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5" name="pt13015"/>
            <p:cNvSpPr/>
            <p:nvPr/>
          </p:nvSpPr>
          <p:spPr>
            <a:xfrm>
              <a:off x="5207204" y="22625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6" name="pt13016"/>
            <p:cNvSpPr/>
            <p:nvPr/>
          </p:nvSpPr>
          <p:spPr>
            <a:xfrm>
              <a:off x="5774442" y="1920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7" name="pt13017"/>
            <p:cNvSpPr/>
            <p:nvPr/>
          </p:nvSpPr>
          <p:spPr>
            <a:xfrm>
              <a:off x="5663889" y="20242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8" name="pt13018"/>
            <p:cNvSpPr/>
            <p:nvPr/>
          </p:nvSpPr>
          <p:spPr>
            <a:xfrm>
              <a:off x="5379403" y="22378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9" name="pt13019"/>
            <p:cNvSpPr/>
            <p:nvPr/>
          </p:nvSpPr>
          <p:spPr>
            <a:xfrm>
              <a:off x="5153273" y="27066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0" name="pt13020"/>
            <p:cNvSpPr/>
            <p:nvPr/>
          </p:nvSpPr>
          <p:spPr>
            <a:xfrm>
              <a:off x="5112577" y="2227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1" name="pt13021"/>
            <p:cNvSpPr/>
            <p:nvPr/>
          </p:nvSpPr>
          <p:spPr>
            <a:xfrm>
              <a:off x="5675361" y="18713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2" name="pt13022"/>
            <p:cNvSpPr/>
            <p:nvPr/>
          </p:nvSpPr>
          <p:spPr>
            <a:xfrm>
              <a:off x="5207736" y="21435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3" name="pt13023"/>
            <p:cNvSpPr/>
            <p:nvPr/>
          </p:nvSpPr>
          <p:spPr>
            <a:xfrm>
              <a:off x="5640253" y="20131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4" name="pt13024"/>
            <p:cNvSpPr/>
            <p:nvPr/>
          </p:nvSpPr>
          <p:spPr>
            <a:xfrm>
              <a:off x="5466283" y="20227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5" name="pt13025"/>
            <p:cNvSpPr/>
            <p:nvPr/>
          </p:nvSpPr>
          <p:spPr>
            <a:xfrm>
              <a:off x="5018227" y="2884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6" name="pt13026"/>
            <p:cNvSpPr/>
            <p:nvPr/>
          </p:nvSpPr>
          <p:spPr>
            <a:xfrm>
              <a:off x="5129057" y="24793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7" name="pt13027"/>
            <p:cNvSpPr/>
            <p:nvPr/>
          </p:nvSpPr>
          <p:spPr>
            <a:xfrm>
              <a:off x="5632289" y="20581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8" name="pt13028"/>
            <p:cNvSpPr/>
            <p:nvPr/>
          </p:nvSpPr>
          <p:spPr>
            <a:xfrm>
              <a:off x="5340794" y="21943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9" name="pt13029"/>
            <p:cNvSpPr/>
            <p:nvPr/>
          </p:nvSpPr>
          <p:spPr>
            <a:xfrm>
              <a:off x="5859831" y="1716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0" name="pt13030"/>
            <p:cNvSpPr/>
            <p:nvPr/>
          </p:nvSpPr>
          <p:spPr>
            <a:xfrm>
              <a:off x="5810664" y="20852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1" name="pt13031"/>
            <p:cNvSpPr/>
            <p:nvPr/>
          </p:nvSpPr>
          <p:spPr>
            <a:xfrm>
              <a:off x="5797270" y="19172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2" name="pt13032"/>
            <p:cNvSpPr/>
            <p:nvPr/>
          </p:nvSpPr>
          <p:spPr>
            <a:xfrm>
              <a:off x="5511488" y="2341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3" name="pt13033"/>
            <p:cNvSpPr/>
            <p:nvPr/>
          </p:nvSpPr>
          <p:spPr>
            <a:xfrm>
              <a:off x="5790388" y="19297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4" name="pt13034"/>
            <p:cNvSpPr/>
            <p:nvPr/>
          </p:nvSpPr>
          <p:spPr>
            <a:xfrm>
              <a:off x="5744979" y="18302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5" name="pt13035"/>
            <p:cNvSpPr/>
            <p:nvPr/>
          </p:nvSpPr>
          <p:spPr>
            <a:xfrm>
              <a:off x="5479893" y="17867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6" name="pt13036"/>
            <p:cNvSpPr/>
            <p:nvPr/>
          </p:nvSpPr>
          <p:spPr>
            <a:xfrm>
              <a:off x="5459234" y="20285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7" name="pt13037"/>
            <p:cNvSpPr/>
            <p:nvPr/>
          </p:nvSpPr>
          <p:spPr>
            <a:xfrm>
              <a:off x="5235626" y="22015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8" name="pt13038"/>
            <p:cNvSpPr/>
            <p:nvPr/>
          </p:nvSpPr>
          <p:spPr>
            <a:xfrm>
              <a:off x="5563326" y="2176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9" name="pt13039"/>
            <p:cNvSpPr/>
            <p:nvPr/>
          </p:nvSpPr>
          <p:spPr>
            <a:xfrm>
              <a:off x="5675008" y="15888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0" name="pt13040"/>
            <p:cNvSpPr/>
            <p:nvPr/>
          </p:nvSpPr>
          <p:spPr>
            <a:xfrm>
              <a:off x="5539672" y="22639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1" name="pt13041"/>
            <p:cNvSpPr/>
            <p:nvPr/>
          </p:nvSpPr>
          <p:spPr>
            <a:xfrm>
              <a:off x="5451103" y="21928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2" name="pt13042"/>
            <p:cNvSpPr/>
            <p:nvPr/>
          </p:nvSpPr>
          <p:spPr>
            <a:xfrm>
              <a:off x="5484222" y="21710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3" name="pt13043"/>
            <p:cNvSpPr/>
            <p:nvPr/>
          </p:nvSpPr>
          <p:spPr>
            <a:xfrm>
              <a:off x="5209355" y="21519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4" name="pt13044"/>
            <p:cNvSpPr/>
            <p:nvPr/>
          </p:nvSpPr>
          <p:spPr>
            <a:xfrm>
              <a:off x="5412575" y="20849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5" name="pt13045"/>
            <p:cNvSpPr/>
            <p:nvPr/>
          </p:nvSpPr>
          <p:spPr>
            <a:xfrm>
              <a:off x="5181406" y="25708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6" name="pt13046"/>
            <p:cNvSpPr/>
            <p:nvPr/>
          </p:nvSpPr>
          <p:spPr>
            <a:xfrm>
              <a:off x="5219274" y="21950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7" name="pt13047"/>
            <p:cNvSpPr/>
            <p:nvPr/>
          </p:nvSpPr>
          <p:spPr>
            <a:xfrm>
              <a:off x="5356217" y="21251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8" name="pt13048"/>
            <p:cNvSpPr/>
            <p:nvPr/>
          </p:nvSpPr>
          <p:spPr>
            <a:xfrm>
              <a:off x="5312920" y="20830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9" name="pt13049"/>
            <p:cNvSpPr/>
            <p:nvPr/>
          </p:nvSpPr>
          <p:spPr>
            <a:xfrm>
              <a:off x="5546620" y="21892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0" name="pt13050"/>
            <p:cNvSpPr/>
            <p:nvPr/>
          </p:nvSpPr>
          <p:spPr>
            <a:xfrm>
              <a:off x="5674423" y="17859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1" name="pt13051"/>
            <p:cNvSpPr/>
            <p:nvPr/>
          </p:nvSpPr>
          <p:spPr>
            <a:xfrm>
              <a:off x="5471176" y="19764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2" name="pt13052"/>
            <p:cNvSpPr/>
            <p:nvPr/>
          </p:nvSpPr>
          <p:spPr>
            <a:xfrm>
              <a:off x="5474702" y="19444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3" name="pt13053"/>
            <p:cNvSpPr/>
            <p:nvPr/>
          </p:nvSpPr>
          <p:spPr>
            <a:xfrm>
              <a:off x="5379281" y="21883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4" name="pt13054"/>
            <p:cNvSpPr/>
            <p:nvPr/>
          </p:nvSpPr>
          <p:spPr>
            <a:xfrm>
              <a:off x="5592485" y="20890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5" name="pt13055"/>
            <p:cNvSpPr/>
            <p:nvPr/>
          </p:nvSpPr>
          <p:spPr>
            <a:xfrm>
              <a:off x="5531245" y="21675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6" name="pt13056"/>
            <p:cNvSpPr/>
            <p:nvPr/>
          </p:nvSpPr>
          <p:spPr>
            <a:xfrm>
              <a:off x="5297166" y="21767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7" name="pt13057"/>
            <p:cNvSpPr/>
            <p:nvPr/>
          </p:nvSpPr>
          <p:spPr>
            <a:xfrm>
              <a:off x="5430552" y="22517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8" name="pt13058"/>
            <p:cNvSpPr/>
            <p:nvPr/>
          </p:nvSpPr>
          <p:spPr>
            <a:xfrm>
              <a:off x="5594487" y="21101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9" name="pt13059"/>
            <p:cNvSpPr/>
            <p:nvPr/>
          </p:nvSpPr>
          <p:spPr>
            <a:xfrm>
              <a:off x="5599802" y="20975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0" name="pt13060"/>
            <p:cNvSpPr/>
            <p:nvPr/>
          </p:nvSpPr>
          <p:spPr>
            <a:xfrm>
              <a:off x="5930621" y="16909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1" name="pt13061"/>
            <p:cNvSpPr/>
            <p:nvPr/>
          </p:nvSpPr>
          <p:spPr>
            <a:xfrm>
              <a:off x="5327967" y="2135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2" name="pt13062"/>
            <p:cNvSpPr/>
            <p:nvPr/>
          </p:nvSpPr>
          <p:spPr>
            <a:xfrm>
              <a:off x="5180498" y="25150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3" name="pt13063"/>
            <p:cNvSpPr/>
            <p:nvPr/>
          </p:nvSpPr>
          <p:spPr>
            <a:xfrm>
              <a:off x="5571655" y="22647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4" name="pt13064"/>
            <p:cNvSpPr/>
            <p:nvPr/>
          </p:nvSpPr>
          <p:spPr>
            <a:xfrm>
              <a:off x="5707533" y="21442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5" name="pt13065"/>
            <p:cNvSpPr/>
            <p:nvPr/>
          </p:nvSpPr>
          <p:spPr>
            <a:xfrm>
              <a:off x="5335417" y="21657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6" name="pt13066"/>
            <p:cNvSpPr/>
            <p:nvPr/>
          </p:nvSpPr>
          <p:spPr>
            <a:xfrm>
              <a:off x="5723312" y="17761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7" name="pt13067"/>
            <p:cNvSpPr/>
            <p:nvPr/>
          </p:nvSpPr>
          <p:spPr>
            <a:xfrm>
              <a:off x="5522822" y="21390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8" name="pt13068"/>
            <p:cNvSpPr/>
            <p:nvPr/>
          </p:nvSpPr>
          <p:spPr>
            <a:xfrm>
              <a:off x="5722977" y="17498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9" name="pt13069"/>
            <p:cNvSpPr/>
            <p:nvPr/>
          </p:nvSpPr>
          <p:spPr>
            <a:xfrm>
              <a:off x="5842562" y="17778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0" name="pt13070"/>
            <p:cNvSpPr/>
            <p:nvPr/>
          </p:nvSpPr>
          <p:spPr>
            <a:xfrm>
              <a:off x="4995839" y="25233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1" name="pt13071"/>
            <p:cNvSpPr/>
            <p:nvPr/>
          </p:nvSpPr>
          <p:spPr>
            <a:xfrm>
              <a:off x="5465313" y="19683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2" name="pt13072"/>
            <p:cNvSpPr/>
            <p:nvPr/>
          </p:nvSpPr>
          <p:spPr>
            <a:xfrm>
              <a:off x="5298811" y="21790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3" name="pt13073"/>
            <p:cNvSpPr/>
            <p:nvPr/>
          </p:nvSpPr>
          <p:spPr>
            <a:xfrm>
              <a:off x="5634097" y="21027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4" name="pt13074"/>
            <p:cNvSpPr/>
            <p:nvPr/>
          </p:nvSpPr>
          <p:spPr>
            <a:xfrm>
              <a:off x="5918633" y="16515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5" name="pt13075"/>
            <p:cNvSpPr/>
            <p:nvPr/>
          </p:nvSpPr>
          <p:spPr>
            <a:xfrm>
              <a:off x="5805529" y="16430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6" name="pt13076"/>
            <p:cNvSpPr/>
            <p:nvPr/>
          </p:nvSpPr>
          <p:spPr>
            <a:xfrm>
              <a:off x="5671706" y="19092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7" name="pt13077"/>
            <p:cNvSpPr/>
            <p:nvPr/>
          </p:nvSpPr>
          <p:spPr>
            <a:xfrm>
              <a:off x="5212262" y="21590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8" name="pt13078"/>
            <p:cNvSpPr/>
            <p:nvPr/>
          </p:nvSpPr>
          <p:spPr>
            <a:xfrm>
              <a:off x="5466037" y="20742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9" name="pt13079"/>
            <p:cNvSpPr/>
            <p:nvPr/>
          </p:nvSpPr>
          <p:spPr>
            <a:xfrm>
              <a:off x="5198376" y="22221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0" name="pt13080"/>
            <p:cNvSpPr/>
            <p:nvPr/>
          </p:nvSpPr>
          <p:spPr>
            <a:xfrm>
              <a:off x="5471669" y="19051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1" name="pt13081"/>
            <p:cNvSpPr/>
            <p:nvPr/>
          </p:nvSpPr>
          <p:spPr>
            <a:xfrm>
              <a:off x="5171205" y="27184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2" name="pt13082"/>
            <p:cNvSpPr/>
            <p:nvPr/>
          </p:nvSpPr>
          <p:spPr>
            <a:xfrm>
              <a:off x="5216327" y="23144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3" name="pt13083"/>
            <p:cNvSpPr/>
            <p:nvPr/>
          </p:nvSpPr>
          <p:spPr>
            <a:xfrm>
              <a:off x="5711556" y="19987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4" name="pt13084"/>
            <p:cNvSpPr/>
            <p:nvPr/>
          </p:nvSpPr>
          <p:spPr>
            <a:xfrm>
              <a:off x="5446873" y="22794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5" name="pt13085"/>
            <p:cNvSpPr/>
            <p:nvPr/>
          </p:nvSpPr>
          <p:spPr>
            <a:xfrm>
              <a:off x="5446391" y="23088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6" name="pt13086"/>
            <p:cNvSpPr/>
            <p:nvPr/>
          </p:nvSpPr>
          <p:spPr>
            <a:xfrm>
              <a:off x="5523239" y="21917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7" name="pt13087"/>
            <p:cNvSpPr/>
            <p:nvPr/>
          </p:nvSpPr>
          <p:spPr>
            <a:xfrm>
              <a:off x="5780603" y="20743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8" name="pt13088"/>
            <p:cNvSpPr/>
            <p:nvPr/>
          </p:nvSpPr>
          <p:spPr>
            <a:xfrm>
              <a:off x="5467650" y="20082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9" name="pt13089"/>
            <p:cNvSpPr/>
            <p:nvPr/>
          </p:nvSpPr>
          <p:spPr>
            <a:xfrm>
              <a:off x="5637512" y="21358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0" name="pt13090"/>
            <p:cNvSpPr/>
            <p:nvPr/>
          </p:nvSpPr>
          <p:spPr>
            <a:xfrm>
              <a:off x="5440646" y="22597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1" name="pt13091"/>
            <p:cNvSpPr/>
            <p:nvPr/>
          </p:nvSpPr>
          <p:spPr>
            <a:xfrm>
              <a:off x="5571196" y="23055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2" name="pt13092"/>
            <p:cNvSpPr/>
            <p:nvPr/>
          </p:nvSpPr>
          <p:spPr>
            <a:xfrm>
              <a:off x="5230452" y="22397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3" name="pt13093"/>
            <p:cNvSpPr/>
            <p:nvPr/>
          </p:nvSpPr>
          <p:spPr>
            <a:xfrm>
              <a:off x="5518661" y="22662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4" name="pt13094"/>
            <p:cNvSpPr/>
            <p:nvPr/>
          </p:nvSpPr>
          <p:spPr>
            <a:xfrm>
              <a:off x="5338746" y="22029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5" name="pt13095"/>
            <p:cNvSpPr/>
            <p:nvPr/>
          </p:nvSpPr>
          <p:spPr>
            <a:xfrm>
              <a:off x="5509553" y="22683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6" name="pt13096"/>
            <p:cNvSpPr/>
            <p:nvPr/>
          </p:nvSpPr>
          <p:spPr>
            <a:xfrm>
              <a:off x="5371011" y="20877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7" name="pt13097"/>
            <p:cNvSpPr/>
            <p:nvPr/>
          </p:nvSpPr>
          <p:spPr>
            <a:xfrm>
              <a:off x="5594158" y="19105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8" name="pt13098"/>
            <p:cNvSpPr/>
            <p:nvPr/>
          </p:nvSpPr>
          <p:spPr>
            <a:xfrm>
              <a:off x="5707742" y="19181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9" name="pt13099"/>
            <p:cNvSpPr/>
            <p:nvPr/>
          </p:nvSpPr>
          <p:spPr>
            <a:xfrm>
              <a:off x="5525335" y="21341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0" name="pt13100"/>
            <p:cNvSpPr/>
            <p:nvPr/>
          </p:nvSpPr>
          <p:spPr>
            <a:xfrm>
              <a:off x="5426271" y="21240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1" name="pt13101"/>
            <p:cNvSpPr/>
            <p:nvPr/>
          </p:nvSpPr>
          <p:spPr>
            <a:xfrm>
              <a:off x="5720943" y="1822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2" name="pt13102"/>
            <p:cNvSpPr/>
            <p:nvPr/>
          </p:nvSpPr>
          <p:spPr>
            <a:xfrm>
              <a:off x="5122869" y="26442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3" name="pt13103"/>
            <p:cNvSpPr/>
            <p:nvPr/>
          </p:nvSpPr>
          <p:spPr>
            <a:xfrm>
              <a:off x="5508529" y="22465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4" name="pt13104"/>
            <p:cNvSpPr/>
            <p:nvPr/>
          </p:nvSpPr>
          <p:spPr>
            <a:xfrm>
              <a:off x="5541925" y="20627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5" name="pt13105"/>
            <p:cNvSpPr/>
            <p:nvPr/>
          </p:nvSpPr>
          <p:spPr>
            <a:xfrm>
              <a:off x="5784542" y="19514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6" name="pt13106"/>
            <p:cNvSpPr/>
            <p:nvPr/>
          </p:nvSpPr>
          <p:spPr>
            <a:xfrm>
              <a:off x="5631155" y="21020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7" name="pt13107"/>
            <p:cNvSpPr/>
            <p:nvPr/>
          </p:nvSpPr>
          <p:spPr>
            <a:xfrm>
              <a:off x="4775517" y="25297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8" name="pt13108"/>
            <p:cNvSpPr/>
            <p:nvPr/>
          </p:nvSpPr>
          <p:spPr>
            <a:xfrm>
              <a:off x="4842457" y="24256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9" name="pt13109"/>
            <p:cNvSpPr/>
            <p:nvPr/>
          </p:nvSpPr>
          <p:spPr>
            <a:xfrm>
              <a:off x="5049932" y="20221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0" name="pt13110"/>
            <p:cNvSpPr/>
            <p:nvPr/>
          </p:nvSpPr>
          <p:spPr>
            <a:xfrm>
              <a:off x="5845695" y="19546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1" name="pt13111"/>
            <p:cNvSpPr/>
            <p:nvPr/>
          </p:nvSpPr>
          <p:spPr>
            <a:xfrm>
              <a:off x="5232624" y="21649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2" name="pt13112"/>
            <p:cNvSpPr/>
            <p:nvPr/>
          </p:nvSpPr>
          <p:spPr>
            <a:xfrm>
              <a:off x="6110647" y="19892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3" name="pt13113"/>
            <p:cNvSpPr/>
            <p:nvPr/>
          </p:nvSpPr>
          <p:spPr>
            <a:xfrm>
              <a:off x="5536233" y="21095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4" name="pt13114"/>
            <p:cNvSpPr/>
            <p:nvPr/>
          </p:nvSpPr>
          <p:spPr>
            <a:xfrm>
              <a:off x="5085705" y="2615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5" name="pt13115"/>
            <p:cNvSpPr/>
            <p:nvPr/>
          </p:nvSpPr>
          <p:spPr>
            <a:xfrm>
              <a:off x="5514771" y="2228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6" name="pt13116"/>
            <p:cNvSpPr/>
            <p:nvPr/>
          </p:nvSpPr>
          <p:spPr>
            <a:xfrm>
              <a:off x="5618697" y="20214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7" name="pt13117"/>
            <p:cNvSpPr/>
            <p:nvPr/>
          </p:nvSpPr>
          <p:spPr>
            <a:xfrm>
              <a:off x="5688145" y="16210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8" name="pt13118"/>
            <p:cNvSpPr/>
            <p:nvPr/>
          </p:nvSpPr>
          <p:spPr>
            <a:xfrm>
              <a:off x="5832997" y="18447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9" name="pt13119"/>
            <p:cNvSpPr/>
            <p:nvPr/>
          </p:nvSpPr>
          <p:spPr>
            <a:xfrm>
              <a:off x="5782800" y="19625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0" name="pt13120"/>
            <p:cNvSpPr/>
            <p:nvPr/>
          </p:nvSpPr>
          <p:spPr>
            <a:xfrm>
              <a:off x="5237568" y="21901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1" name="pt13121"/>
            <p:cNvSpPr/>
            <p:nvPr/>
          </p:nvSpPr>
          <p:spPr>
            <a:xfrm>
              <a:off x="5496640" y="21879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2" name="pt13122"/>
            <p:cNvSpPr/>
            <p:nvPr/>
          </p:nvSpPr>
          <p:spPr>
            <a:xfrm>
              <a:off x="5665448" y="19124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3" name="pt13123"/>
            <p:cNvSpPr/>
            <p:nvPr/>
          </p:nvSpPr>
          <p:spPr>
            <a:xfrm>
              <a:off x="5224288" y="22291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4" name="pt13124"/>
            <p:cNvSpPr/>
            <p:nvPr/>
          </p:nvSpPr>
          <p:spPr>
            <a:xfrm>
              <a:off x="5517146" y="21769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5" name="pt13125"/>
            <p:cNvSpPr/>
            <p:nvPr/>
          </p:nvSpPr>
          <p:spPr>
            <a:xfrm>
              <a:off x="5317727" y="21430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6" name="pt13126"/>
            <p:cNvSpPr/>
            <p:nvPr/>
          </p:nvSpPr>
          <p:spPr>
            <a:xfrm>
              <a:off x="5617290" y="18916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7" name="pt13127"/>
            <p:cNvSpPr/>
            <p:nvPr/>
          </p:nvSpPr>
          <p:spPr>
            <a:xfrm>
              <a:off x="5573431" y="22448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8" name="pt13128"/>
            <p:cNvSpPr/>
            <p:nvPr/>
          </p:nvSpPr>
          <p:spPr>
            <a:xfrm>
              <a:off x="5175152" y="26602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9" name="pt13129"/>
            <p:cNvSpPr/>
            <p:nvPr/>
          </p:nvSpPr>
          <p:spPr>
            <a:xfrm>
              <a:off x="5686903" y="17685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0" name="pt13130"/>
            <p:cNvSpPr/>
            <p:nvPr/>
          </p:nvSpPr>
          <p:spPr>
            <a:xfrm>
              <a:off x="5550533" y="21580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1" name="pt13131"/>
            <p:cNvSpPr/>
            <p:nvPr/>
          </p:nvSpPr>
          <p:spPr>
            <a:xfrm>
              <a:off x="5439233" y="23024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2" name="pt13132"/>
            <p:cNvSpPr/>
            <p:nvPr/>
          </p:nvSpPr>
          <p:spPr>
            <a:xfrm>
              <a:off x="5221587" y="22062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3" name="pt13133"/>
            <p:cNvSpPr/>
            <p:nvPr/>
          </p:nvSpPr>
          <p:spPr>
            <a:xfrm>
              <a:off x="5736762" y="19277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4" name="pt13134"/>
            <p:cNvSpPr/>
            <p:nvPr/>
          </p:nvSpPr>
          <p:spPr>
            <a:xfrm>
              <a:off x="4930659" y="14042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5" name="pt13135"/>
            <p:cNvSpPr/>
            <p:nvPr/>
          </p:nvSpPr>
          <p:spPr>
            <a:xfrm>
              <a:off x="5080382" y="26650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6" name="pt13136"/>
            <p:cNvSpPr/>
            <p:nvPr/>
          </p:nvSpPr>
          <p:spPr>
            <a:xfrm>
              <a:off x="5771330" y="19497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7" name="pt13137"/>
            <p:cNvSpPr/>
            <p:nvPr/>
          </p:nvSpPr>
          <p:spPr>
            <a:xfrm>
              <a:off x="5381214" y="22448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8" name="pt13138"/>
            <p:cNvSpPr/>
            <p:nvPr/>
          </p:nvSpPr>
          <p:spPr>
            <a:xfrm>
              <a:off x="5542510" y="21233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9" name="pt13139"/>
            <p:cNvSpPr/>
            <p:nvPr/>
          </p:nvSpPr>
          <p:spPr>
            <a:xfrm>
              <a:off x="5364737" y="20537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0" name="pt13140"/>
            <p:cNvSpPr/>
            <p:nvPr/>
          </p:nvSpPr>
          <p:spPr>
            <a:xfrm>
              <a:off x="5510873" y="22461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1" name="pt13141"/>
            <p:cNvSpPr/>
            <p:nvPr/>
          </p:nvSpPr>
          <p:spPr>
            <a:xfrm>
              <a:off x="5568182" y="22674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2" name="pt13142"/>
            <p:cNvSpPr/>
            <p:nvPr/>
          </p:nvSpPr>
          <p:spPr>
            <a:xfrm>
              <a:off x="5488227" y="19250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3" name="pt13143"/>
            <p:cNvSpPr/>
            <p:nvPr/>
          </p:nvSpPr>
          <p:spPr>
            <a:xfrm>
              <a:off x="5683240" y="16603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4" name="pt13144"/>
            <p:cNvSpPr/>
            <p:nvPr/>
          </p:nvSpPr>
          <p:spPr>
            <a:xfrm>
              <a:off x="5229477" y="21723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5" name="pt13145"/>
            <p:cNvSpPr/>
            <p:nvPr/>
          </p:nvSpPr>
          <p:spPr>
            <a:xfrm>
              <a:off x="5919653" y="15629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6" name="pt13146"/>
            <p:cNvSpPr/>
            <p:nvPr/>
          </p:nvSpPr>
          <p:spPr>
            <a:xfrm>
              <a:off x="5515891" y="22789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7" name="pt13147"/>
            <p:cNvSpPr/>
            <p:nvPr/>
          </p:nvSpPr>
          <p:spPr>
            <a:xfrm>
              <a:off x="4987523" y="26640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8" name="pt13148"/>
            <p:cNvSpPr/>
            <p:nvPr/>
          </p:nvSpPr>
          <p:spPr>
            <a:xfrm>
              <a:off x="5297972" y="21830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9" name="pt13149"/>
            <p:cNvSpPr/>
            <p:nvPr/>
          </p:nvSpPr>
          <p:spPr>
            <a:xfrm>
              <a:off x="5321490" y="19838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0" name="pt13150"/>
            <p:cNvSpPr/>
            <p:nvPr/>
          </p:nvSpPr>
          <p:spPr>
            <a:xfrm>
              <a:off x="5428148" y="22315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1" name="pt13151"/>
            <p:cNvSpPr/>
            <p:nvPr/>
          </p:nvSpPr>
          <p:spPr>
            <a:xfrm>
              <a:off x="5689207" y="16157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2" name="pt13152"/>
            <p:cNvSpPr/>
            <p:nvPr/>
          </p:nvSpPr>
          <p:spPr>
            <a:xfrm>
              <a:off x="5232932" y="22500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3" name="pt13153"/>
            <p:cNvSpPr/>
            <p:nvPr/>
          </p:nvSpPr>
          <p:spPr>
            <a:xfrm>
              <a:off x="5807157" y="19781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4" name="pt13154"/>
            <p:cNvSpPr/>
            <p:nvPr/>
          </p:nvSpPr>
          <p:spPr>
            <a:xfrm>
              <a:off x="5358380" y="21680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5" name="pt13155"/>
            <p:cNvSpPr/>
            <p:nvPr/>
          </p:nvSpPr>
          <p:spPr>
            <a:xfrm>
              <a:off x="5630038" y="22345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6" name="pt13156"/>
            <p:cNvSpPr/>
            <p:nvPr/>
          </p:nvSpPr>
          <p:spPr>
            <a:xfrm>
              <a:off x="5398516" y="21231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7" name="pt13157"/>
            <p:cNvSpPr/>
            <p:nvPr/>
          </p:nvSpPr>
          <p:spPr>
            <a:xfrm>
              <a:off x="5886269" y="16995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8" name="pt13158"/>
            <p:cNvSpPr/>
            <p:nvPr/>
          </p:nvSpPr>
          <p:spPr>
            <a:xfrm>
              <a:off x="5672107" y="20133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9" name="pt13159"/>
            <p:cNvSpPr/>
            <p:nvPr/>
          </p:nvSpPr>
          <p:spPr>
            <a:xfrm>
              <a:off x="5552679" y="22408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0" name="pt13160"/>
            <p:cNvSpPr/>
            <p:nvPr/>
          </p:nvSpPr>
          <p:spPr>
            <a:xfrm>
              <a:off x="5598753" y="19901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1" name="pt13161"/>
            <p:cNvSpPr/>
            <p:nvPr/>
          </p:nvSpPr>
          <p:spPr>
            <a:xfrm>
              <a:off x="5544167" y="19951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2" name="pt13162"/>
            <p:cNvSpPr/>
            <p:nvPr/>
          </p:nvSpPr>
          <p:spPr>
            <a:xfrm>
              <a:off x="5066611" y="24623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3" name="pt13163"/>
            <p:cNvSpPr/>
            <p:nvPr/>
          </p:nvSpPr>
          <p:spPr>
            <a:xfrm>
              <a:off x="5473323" y="1923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4" name="pt13164"/>
            <p:cNvSpPr/>
            <p:nvPr/>
          </p:nvSpPr>
          <p:spPr>
            <a:xfrm>
              <a:off x="5760605" y="17903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5" name="pt13165"/>
            <p:cNvSpPr/>
            <p:nvPr/>
          </p:nvSpPr>
          <p:spPr>
            <a:xfrm>
              <a:off x="5076253" y="25366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6" name="pt13166"/>
            <p:cNvSpPr/>
            <p:nvPr/>
          </p:nvSpPr>
          <p:spPr>
            <a:xfrm>
              <a:off x="5633519" y="20592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7" name="pt13167"/>
            <p:cNvSpPr/>
            <p:nvPr/>
          </p:nvSpPr>
          <p:spPr>
            <a:xfrm>
              <a:off x="5654262" y="20290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8" name="pt13168"/>
            <p:cNvSpPr/>
            <p:nvPr/>
          </p:nvSpPr>
          <p:spPr>
            <a:xfrm>
              <a:off x="5369502" y="20774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9" name="pt13169"/>
            <p:cNvSpPr/>
            <p:nvPr/>
          </p:nvSpPr>
          <p:spPr>
            <a:xfrm>
              <a:off x="6177367" y="21169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0" name="pt13170"/>
            <p:cNvSpPr/>
            <p:nvPr/>
          </p:nvSpPr>
          <p:spPr>
            <a:xfrm>
              <a:off x="5470577" y="19609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1" name="pt13171"/>
            <p:cNvSpPr/>
            <p:nvPr/>
          </p:nvSpPr>
          <p:spPr>
            <a:xfrm>
              <a:off x="5584388" y="22349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2" name="pt13172"/>
            <p:cNvSpPr/>
            <p:nvPr/>
          </p:nvSpPr>
          <p:spPr>
            <a:xfrm>
              <a:off x="5435452" y="22695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3" name="pt13173"/>
            <p:cNvSpPr/>
            <p:nvPr/>
          </p:nvSpPr>
          <p:spPr>
            <a:xfrm>
              <a:off x="5646276" y="20184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4" name="pt13174"/>
            <p:cNvSpPr/>
            <p:nvPr/>
          </p:nvSpPr>
          <p:spPr>
            <a:xfrm>
              <a:off x="5364531" y="22285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5" name="pt13175"/>
            <p:cNvSpPr/>
            <p:nvPr/>
          </p:nvSpPr>
          <p:spPr>
            <a:xfrm>
              <a:off x="5432789" y="20369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6" name="pt13176"/>
            <p:cNvSpPr/>
            <p:nvPr/>
          </p:nvSpPr>
          <p:spPr>
            <a:xfrm>
              <a:off x="5207291" y="21022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7" name="pt13177"/>
            <p:cNvSpPr/>
            <p:nvPr/>
          </p:nvSpPr>
          <p:spPr>
            <a:xfrm>
              <a:off x="5073428" y="25183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8" name="pt13178"/>
            <p:cNvSpPr/>
            <p:nvPr/>
          </p:nvSpPr>
          <p:spPr>
            <a:xfrm>
              <a:off x="5297171" y="2129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9" name="pt13179"/>
            <p:cNvSpPr/>
            <p:nvPr/>
          </p:nvSpPr>
          <p:spPr>
            <a:xfrm>
              <a:off x="5417457" y="22160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0" name="pt13180"/>
            <p:cNvSpPr/>
            <p:nvPr/>
          </p:nvSpPr>
          <p:spPr>
            <a:xfrm>
              <a:off x="5623321" y="19171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1" name="pt13181"/>
            <p:cNvSpPr/>
            <p:nvPr/>
          </p:nvSpPr>
          <p:spPr>
            <a:xfrm>
              <a:off x="5856578" y="18854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2" name="pt13182"/>
            <p:cNvSpPr/>
            <p:nvPr/>
          </p:nvSpPr>
          <p:spPr>
            <a:xfrm>
              <a:off x="5164468" y="27016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3" name="pt13183"/>
            <p:cNvSpPr/>
            <p:nvPr/>
          </p:nvSpPr>
          <p:spPr>
            <a:xfrm>
              <a:off x="5486681" y="21097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4" name="pt13184"/>
            <p:cNvSpPr/>
            <p:nvPr/>
          </p:nvSpPr>
          <p:spPr>
            <a:xfrm>
              <a:off x="5652844" y="21413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5" name="pt13185"/>
            <p:cNvSpPr/>
            <p:nvPr/>
          </p:nvSpPr>
          <p:spPr>
            <a:xfrm>
              <a:off x="5126062" y="25698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6" name="pt13186"/>
            <p:cNvSpPr/>
            <p:nvPr/>
          </p:nvSpPr>
          <p:spPr>
            <a:xfrm>
              <a:off x="5587017" y="22409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7" name="pt13187"/>
            <p:cNvSpPr/>
            <p:nvPr/>
          </p:nvSpPr>
          <p:spPr>
            <a:xfrm>
              <a:off x="5021142" y="24764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8" name="pt13188"/>
            <p:cNvSpPr/>
            <p:nvPr/>
          </p:nvSpPr>
          <p:spPr>
            <a:xfrm>
              <a:off x="5501924" y="23048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9" name="pt13189"/>
            <p:cNvSpPr/>
            <p:nvPr/>
          </p:nvSpPr>
          <p:spPr>
            <a:xfrm>
              <a:off x="5495271" y="21120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0" name="pt13190"/>
            <p:cNvSpPr/>
            <p:nvPr/>
          </p:nvSpPr>
          <p:spPr>
            <a:xfrm>
              <a:off x="5402165" y="22137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1" name="pt13191"/>
            <p:cNvSpPr/>
            <p:nvPr/>
          </p:nvSpPr>
          <p:spPr>
            <a:xfrm>
              <a:off x="4606054" y="25435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2" name="pt13192"/>
            <p:cNvSpPr/>
            <p:nvPr/>
          </p:nvSpPr>
          <p:spPr>
            <a:xfrm>
              <a:off x="5184094" y="25474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3" name="pt13193"/>
            <p:cNvSpPr/>
            <p:nvPr/>
          </p:nvSpPr>
          <p:spPr>
            <a:xfrm>
              <a:off x="5792736" y="19285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4" name="pt13194"/>
            <p:cNvSpPr/>
            <p:nvPr/>
          </p:nvSpPr>
          <p:spPr>
            <a:xfrm>
              <a:off x="5320933" y="22666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5" name="pt13195"/>
            <p:cNvSpPr/>
            <p:nvPr/>
          </p:nvSpPr>
          <p:spPr>
            <a:xfrm>
              <a:off x="5168781" y="25830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6" name="pt13196"/>
            <p:cNvSpPr/>
            <p:nvPr/>
          </p:nvSpPr>
          <p:spPr>
            <a:xfrm>
              <a:off x="5374364" y="22434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7" name="pt13197"/>
            <p:cNvSpPr/>
            <p:nvPr/>
          </p:nvSpPr>
          <p:spPr>
            <a:xfrm>
              <a:off x="5032334" y="25860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8" name="pt13198"/>
            <p:cNvSpPr/>
            <p:nvPr/>
          </p:nvSpPr>
          <p:spPr>
            <a:xfrm>
              <a:off x="5222296" y="22573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9" name="pt13199"/>
            <p:cNvSpPr/>
            <p:nvPr/>
          </p:nvSpPr>
          <p:spPr>
            <a:xfrm>
              <a:off x="5749878" y="19157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0" name="pt13200"/>
            <p:cNvSpPr/>
            <p:nvPr/>
          </p:nvSpPr>
          <p:spPr>
            <a:xfrm>
              <a:off x="5586217" y="22795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1" name="pt13201"/>
            <p:cNvSpPr/>
            <p:nvPr/>
          </p:nvSpPr>
          <p:spPr>
            <a:xfrm>
              <a:off x="5288209" y="21798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2" name="pt13202"/>
            <p:cNvSpPr/>
            <p:nvPr/>
          </p:nvSpPr>
          <p:spPr>
            <a:xfrm>
              <a:off x="5429223" y="21639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3" name="pt13203"/>
            <p:cNvSpPr/>
            <p:nvPr/>
          </p:nvSpPr>
          <p:spPr>
            <a:xfrm>
              <a:off x="5411920" y="22038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4" name="pt13204"/>
            <p:cNvSpPr/>
            <p:nvPr/>
          </p:nvSpPr>
          <p:spPr>
            <a:xfrm>
              <a:off x="5721161" y="18322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5" name="pt13205"/>
            <p:cNvSpPr/>
            <p:nvPr/>
          </p:nvSpPr>
          <p:spPr>
            <a:xfrm>
              <a:off x="5339438" y="21182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6" name="pt13206"/>
            <p:cNvSpPr/>
            <p:nvPr/>
          </p:nvSpPr>
          <p:spPr>
            <a:xfrm>
              <a:off x="5707296" y="21502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7" name="pt13207"/>
            <p:cNvSpPr/>
            <p:nvPr/>
          </p:nvSpPr>
          <p:spPr>
            <a:xfrm>
              <a:off x="5409423" y="22058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8" name="pt13208"/>
            <p:cNvSpPr/>
            <p:nvPr/>
          </p:nvSpPr>
          <p:spPr>
            <a:xfrm>
              <a:off x="5230436" y="22771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9" name="pt13209"/>
            <p:cNvSpPr/>
            <p:nvPr/>
          </p:nvSpPr>
          <p:spPr>
            <a:xfrm>
              <a:off x="5636574" y="20357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0" name="pt13210"/>
            <p:cNvSpPr/>
            <p:nvPr/>
          </p:nvSpPr>
          <p:spPr>
            <a:xfrm>
              <a:off x="5379800" y="22421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1" name="pt13211"/>
            <p:cNvSpPr/>
            <p:nvPr/>
          </p:nvSpPr>
          <p:spPr>
            <a:xfrm>
              <a:off x="5101103" y="22069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2" name="pt13212"/>
            <p:cNvSpPr/>
            <p:nvPr/>
          </p:nvSpPr>
          <p:spPr>
            <a:xfrm>
              <a:off x="5372667" y="2199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3" name="pt13213"/>
            <p:cNvSpPr/>
            <p:nvPr/>
          </p:nvSpPr>
          <p:spPr>
            <a:xfrm>
              <a:off x="5690856" y="18132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4" name="pt13214"/>
            <p:cNvSpPr/>
            <p:nvPr/>
          </p:nvSpPr>
          <p:spPr>
            <a:xfrm>
              <a:off x="5390511" y="21997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5" name="pt13215"/>
            <p:cNvSpPr/>
            <p:nvPr/>
          </p:nvSpPr>
          <p:spPr>
            <a:xfrm>
              <a:off x="5586996" y="2368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6" name="pt13216"/>
            <p:cNvSpPr/>
            <p:nvPr/>
          </p:nvSpPr>
          <p:spPr>
            <a:xfrm>
              <a:off x="5161218" y="24670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7" name="pt13217"/>
            <p:cNvSpPr/>
            <p:nvPr/>
          </p:nvSpPr>
          <p:spPr>
            <a:xfrm>
              <a:off x="5291489" y="22238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8" name="pt13218"/>
            <p:cNvSpPr/>
            <p:nvPr/>
          </p:nvSpPr>
          <p:spPr>
            <a:xfrm>
              <a:off x="5817062" y="19126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9" name="pt13219"/>
            <p:cNvSpPr/>
            <p:nvPr/>
          </p:nvSpPr>
          <p:spPr>
            <a:xfrm>
              <a:off x="5623739" y="18906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0" name="pt13220"/>
            <p:cNvSpPr/>
            <p:nvPr/>
          </p:nvSpPr>
          <p:spPr>
            <a:xfrm>
              <a:off x="5315842" y="20638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1" name="pt13221"/>
            <p:cNvSpPr/>
            <p:nvPr/>
          </p:nvSpPr>
          <p:spPr>
            <a:xfrm>
              <a:off x="5303788" y="21561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2" name="pt13222"/>
            <p:cNvSpPr/>
            <p:nvPr/>
          </p:nvSpPr>
          <p:spPr>
            <a:xfrm>
              <a:off x="5663303" y="21017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3" name="pt13223"/>
            <p:cNvSpPr/>
            <p:nvPr/>
          </p:nvSpPr>
          <p:spPr>
            <a:xfrm>
              <a:off x="5148418" y="28241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4" name="pt13224"/>
            <p:cNvSpPr/>
            <p:nvPr/>
          </p:nvSpPr>
          <p:spPr>
            <a:xfrm>
              <a:off x="5085450" y="24850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5" name="pt13225"/>
            <p:cNvSpPr/>
            <p:nvPr/>
          </p:nvSpPr>
          <p:spPr>
            <a:xfrm>
              <a:off x="5387207" y="21236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6" name="pt13226"/>
            <p:cNvSpPr/>
            <p:nvPr/>
          </p:nvSpPr>
          <p:spPr>
            <a:xfrm>
              <a:off x="5124627" y="25312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7" name="pt13227"/>
            <p:cNvSpPr/>
            <p:nvPr/>
          </p:nvSpPr>
          <p:spPr>
            <a:xfrm>
              <a:off x="5389204" y="20892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8" name="pt13228"/>
            <p:cNvSpPr/>
            <p:nvPr/>
          </p:nvSpPr>
          <p:spPr>
            <a:xfrm>
              <a:off x="5741839" y="19952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9" name="pt13229"/>
            <p:cNvSpPr/>
            <p:nvPr/>
          </p:nvSpPr>
          <p:spPr>
            <a:xfrm>
              <a:off x="5231989" y="22090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0" name="pt13230"/>
            <p:cNvSpPr/>
            <p:nvPr/>
          </p:nvSpPr>
          <p:spPr>
            <a:xfrm>
              <a:off x="5200546" y="23754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1" name="pt13231"/>
            <p:cNvSpPr/>
            <p:nvPr/>
          </p:nvSpPr>
          <p:spPr>
            <a:xfrm>
              <a:off x="5473264" y="20189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2" name="pt13232"/>
            <p:cNvSpPr/>
            <p:nvPr/>
          </p:nvSpPr>
          <p:spPr>
            <a:xfrm>
              <a:off x="5397774" y="21364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3" name="pt13233"/>
            <p:cNvSpPr/>
            <p:nvPr/>
          </p:nvSpPr>
          <p:spPr>
            <a:xfrm>
              <a:off x="5263204" y="22435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4" name="pt13234"/>
            <p:cNvSpPr/>
            <p:nvPr/>
          </p:nvSpPr>
          <p:spPr>
            <a:xfrm>
              <a:off x="5537526" y="21740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5" name="pt13235"/>
            <p:cNvSpPr/>
            <p:nvPr/>
          </p:nvSpPr>
          <p:spPr>
            <a:xfrm>
              <a:off x="5419122" y="21810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6" name="pt13236"/>
            <p:cNvSpPr/>
            <p:nvPr/>
          </p:nvSpPr>
          <p:spPr>
            <a:xfrm>
              <a:off x="5344387" y="22010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7" name="pt13237"/>
            <p:cNvSpPr/>
            <p:nvPr/>
          </p:nvSpPr>
          <p:spPr>
            <a:xfrm>
              <a:off x="5332057" y="21096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8" name="pt13238"/>
            <p:cNvSpPr/>
            <p:nvPr/>
          </p:nvSpPr>
          <p:spPr>
            <a:xfrm>
              <a:off x="5564856" y="22294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9" name="pt13239"/>
            <p:cNvSpPr/>
            <p:nvPr/>
          </p:nvSpPr>
          <p:spPr>
            <a:xfrm>
              <a:off x="5329983" y="21474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0" name="pt13240"/>
            <p:cNvSpPr/>
            <p:nvPr/>
          </p:nvSpPr>
          <p:spPr>
            <a:xfrm>
              <a:off x="5331811" y="22126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1" name="pt13241"/>
            <p:cNvSpPr/>
            <p:nvPr/>
          </p:nvSpPr>
          <p:spPr>
            <a:xfrm>
              <a:off x="5333647" y="22468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2" name="pt13242"/>
            <p:cNvSpPr/>
            <p:nvPr/>
          </p:nvSpPr>
          <p:spPr>
            <a:xfrm>
              <a:off x="5463049" y="21080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3" name="pt13243"/>
            <p:cNvSpPr/>
            <p:nvPr/>
          </p:nvSpPr>
          <p:spPr>
            <a:xfrm>
              <a:off x="5696346" y="18648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4" name="pt13244"/>
            <p:cNvSpPr/>
            <p:nvPr/>
          </p:nvSpPr>
          <p:spPr>
            <a:xfrm>
              <a:off x="5618459" y="20450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5" name="pt13245"/>
            <p:cNvSpPr/>
            <p:nvPr/>
          </p:nvSpPr>
          <p:spPr>
            <a:xfrm>
              <a:off x="5573669" y="22400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6" name="pt13246"/>
            <p:cNvSpPr/>
            <p:nvPr/>
          </p:nvSpPr>
          <p:spPr>
            <a:xfrm>
              <a:off x="5357674" y="21822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7" name="pt13247"/>
            <p:cNvSpPr/>
            <p:nvPr/>
          </p:nvSpPr>
          <p:spPr>
            <a:xfrm>
              <a:off x="5239264" y="22099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8" name="pt13248"/>
            <p:cNvSpPr/>
            <p:nvPr/>
          </p:nvSpPr>
          <p:spPr>
            <a:xfrm>
              <a:off x="5496671" y="22768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9" name="pt13249"/>
            <p:cNvSpPr/>
            <p:nvPr/>
          </p:nvSpPr>
          <p:spPr>
            <a:xfrm>
              <a:off x="5510596" y="22475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0" name="pt13250"/>
            <p:cNvSpPr/>
            <p:nvPr/>
          </p:nvSpPr>
          <p:spPr>
            <a:xfrm>
              <a:off x="5450253" y="23404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1" name="pt13251"/>
            <p:cNvSpPr/>
            <p:nvPr/>
          </p:nvSpPr>
          <p:spPr>
            <a:xfrm>
              <a:off x="5349818" y="22131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2" name="pt13252"/>
            <p:cNvSpPr/>
            <p:nvPr/>
          </p:nvSpPr>
          <p:spPr>
            <a:xfrm>
              <a:off x="5468658" y="20137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3" name="pt13253"/>
            <p:cNvSpPr/>
            <p:nvPr/>
          </p:nvSpPr>
          <p:spPr>
            <a:xfrm>
              <a:off x="5159944" y="25124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4" name="pt13254"/>
            <p:cNvSpPr/>
            <p:nvPr/>
          </p:nvSpPr>
          <p:spPr>
            <a:xfrm>
              <a:off x="5543982" y="22042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5" name="pt13255"/>
            <p:cNvSpPr/>
            <p:nvPr/>
          </p:nvSpPr>
          <p:spPr>
            <a:xfrm>
              <a:off x="6027769" y="17847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6" name="pt13256"/>
            <p:cNvSpPr/>
            <p:nvPr/>
          </p:nvSpPr>
          <p:spPr>
            <a:xfrm>
              <a:off x="5048405" y="23991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7" name="pt13257"/>
            <p:cNvSpPr/>
            <p:nvPr/>
          </p:nvSpPr>
          <p:spPr>
            <a:xfrm>
              <a:off x="5836015" y="18875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8" name="pt13258"/>
            <p:cNvSpPr/>
            <p:nvPr/>
          </p:nvSpPr>
          <p:spPr>
            <a:xfrm>
              <a:off x="5557370" y="22315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9" name="pt13259"/>
            <p:cNvSpPr/>
            <p:nvPr/>
          </p:nvSpPr>
          <p:spPr>
            <a:xfrm>
              <a:off x="5242807" y="21868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0" name="pt13260"/>
            <p:cNvSpPr/>
            <p:nvPr/>
          </p:nvSpPr>
          <p:spPr>
            <a:xfrm>
              <a:off x="5573154" y="22122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1" name="pt13261"/>
            <p:cNvSpPr/>
            <p:nvPr/>
          </p:nvSpPr>
          <p:spPr>
            <a:xfrm>
              <a:off x="5633595" y="21234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2" name="pt13262"/>
            <p:cNvSpPr/>
            <p:nvPr/>
          </p:nvSpPr>
          <p:spPr>
            <a:xfrm>
              <a:off x="5212773" y="20300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3" name="pt13263"/>
            <p:cNvSpPr/>
            <p:nvPr/>
          </p:nvSpPr>
          <p:spPr>
            <a:xfrm>
              <a:off x="5539048" y="20378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4" name="pt13264"/>
            <p:cNvSpPr/>
            <p:nvPr/>
          </p:nvSpPr>
          <p:spPr>
            <a:xfrm>
              <a:off x="5287239" y="21397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5" name="pt13265"/>
            <p:cNvSpPr/>
            <p:nvPr/>
          </p:nvSpPr>
          <p:spPr>
            <a:xfrm>
              <a:off x="5415897" y="22977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6" name="pt13266"/>
            <p:cNvSpPr/>
            <p:nvPr/>
          </p:nvSpPr>
          <p:spPr>
            <a:xfrm>
              <a:off x="5056828" y="22226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7" name="pt13267"/>
            <p:cNvSpPr/>
            <p:nvPr/>
          </p:nvSpPr>
          <p:spPr>
            <a:xfrm>
              <a:off x="5766603" y="1997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8" name="pt13268"/>
            <p:cNvSpPr/>
            <p:nvPr/>
          </p:nvSpPr>
          <p:spPr>
            <a:xfrm>
              <a:off x="5644873" y="20440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9" name="pt13269"/>
            <p:cNvSpPr/>
            <p:nvPr/>
          </p:nvSpPr>
          <p:spPr>
            <a:xfrm>
              <a:off x="5478633" y="19276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0" name="pt13270"/>
            <p:cNvSpPr/>
            <p:nvPr/>
          </p:nvSpPr>
          <p:spPr>
            <a:xfrm>
              <a:off x="5156488" y="27067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1" name="pt13271"/>
            <p:cNvSpPr/>
            <p:nvPr/>
          </p:nvSpPr>
          <p:spPr>
            <a:xfrm>
              <a:off x="5617895" y="20014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2" name="pt13272"/>
            <p:cNvSpPr/>
            <p:nvPr/>
          </p:nvSpPr>
          <p:spPr>
            <a:xfrm>
              <a:off x="5431674" y="22126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3" name="pt13273"/>
            <p:cNvSpPr/>
            <p:nvPr/>
          </p:nvSpPr>
          <p:spPr>
            <a:xfrm>
              <a:off x="5519202" y="2187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4" name="pt13274"/>
            <p:cNvSpPr/>
            <p:nvPr/>
          </p:nvSpPr>
          <p:spPr>
            <a:xfrm>
              <a:off x="5219152" y="22084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5" name="pt13275"/>
            <p:cNvSpPr/>
            <p:nvPr/>
          </p:nvSpPr>
          <p:spPr>
            <a:xfrm>
              <a:off x="5148129" y="26197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6" name="pt13276"/>
            <p:cNvSpPr/>
            <p:nvPr/>
          </p:nvSpPr>
          <p:spPr>
            <a:xfrm>
              <a:off x="5511685" y="23341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7" name="pt13277"/>
            <p:cNvSpPr/>
            <p:nvPr/>
          </p:nvSpPr>
          <p:spPr>
            <a:xfrm>
              <a:off x="5432004" y="22150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8" name="pt13278"/>
            <p:cNvSpPr/>
            <p:nvPr/>
          </p:nvSpPr>
          <p:spPr>
            <a:xfrm>
              <a:off x="5051416" y="23422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9" name="pt13279"/>
            <p:cNvSpPr/>
            <p:nvPr/>
          </p:nvSpPr>
          <p:spPr>
            <a:xfrm>
              <a:off x="5735936" y="18693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0" name="pt13280"/>
            <p:cNvSpPr/>
            <p:nvPr/>
          </p:nvSpPr>
          <p:spPr>
            <a:xfrm>
              <a:off x="5250283" y="20159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1" name="pt13281"/>
            <p:cNvSpPr/>
            <p:nvPr/>
          </p:nvSpPr>
          <p:spPr>
            <a:xfrm>
              <a:off x="5774419" y="19935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2" name="pt13282"/>
            <p:cNvSpPr/>
            <p:nvPr/>
          </p:nvSpPr>
          <p:spPr>
            <a:xfrm>
              <a:off x="5715670" y="19695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3" name="pt13283"/>
            <p:cNvSpPr/>
            <p:nvPr/>
          </p:nvSpPr>
          <p:spPr>
            <a:xfrm>
              <a:off x="5657585" y="21380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4" name="pt13284"/>
            <p:cNvSpPr/>
            <p:nvPr/>
          </p:nvSpPr>
          <p:spPr>
            <a:xfrm>
              <a:off x="5522001" y="21763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5" name="pt13285"/>
            <p:cNvSpPr/>
            <p:nvPr/>
          </p:nvSpPr>
          <p:spPr>
            <a:xfrm>
              <a:off x="5929630" y="15818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6" name="pt13286"/>
            <p:cNvSpPr/>
            <p:nvPr/>
          </p:nvSpPr>
          <p:spPr>
            <a:xfrm>
              <a:off x="5907263" y="18200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7" name="pt13287"/>
            <p:cNvSpPr/>
            <p:nvPr/>
          </p:nvSpPr>
          <p:spPr>
            <a:xfrm>
              <a:off x="5462294" y="20786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8" name="pt13288"/>
            <p:cNvSpPr/>
            <p:nvPr/>
          </p:nvSpPr>
          <p:spPr>
            <a:xfrm>
              <a:off x="5677150" y="17781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9" name="pt13289"/>
            <p:cNvSpPr/>
            <p:nvPr/>
          </p:nvSpPr>
          <p:spPr>
            <a:xfrm>
              <a:off x="5229278" y="21329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0" name="pt13290"/>
            <p:cNvSpPr/>
            <p:nvPr/>
          </p:nvSpPr>
          <p:spPr>
            <a:xfrm>
              <a:off x="5587956" y="22354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1" name="pt13291"/>
            <p:cNvSpPr/>
            <p:nvPr/>
          </p:nvSpPr>
          <p:spPr>
            <a:xfrm>
              <a:off x="5335126" y="21060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2" name="pt13292"/>
            <p:cNvSpPr/>
            <p:nvPr/>
          </p:nvSpPr>
          <p:spPr>
            <a:xfrm>
              <a:off x="5068872" y="24261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3" name="pt13293"/>
            <p:cNvSpPr/>
            <p:nvPr/>
          </p:nvSpPr>
          <p:spPr>
            <a:xfrm>
              <a:off x="5205906" y="23675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4" name="pt13294"/>
            <p:cNvSpPr/>
            <p:nvPr/>
          </p:nvSpPr>
          <p:spPr>
            <a:xfrm>
              <a:off x="4763386" y="25029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5" name="pt13295"/>
            <p:cNvSpPr/>
            <p:nvPr/>
          </p:nvSpPr>
          <p:spPr>
            <a:xfrm>
              <a:off x="5442878" y="22576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6" name="pt13296"/>
            <p:cNvSpPr/>
            <p:nvPr/>
          </p:nvSpPr>
          <p:spPr>
            <a:xfrm>
              <a:off x="5594049" y="21477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7" name="pt13297"/>
            <p:cNvSpPr/>
            <p:nvPr/>
          </p:nvSpPr>
          <p:spPr>
            <a:xfrm>
              <a:off x="5752431" y="19144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8" name="pt13298"/>
            <p:cNvSpPr/>
            <p:nvPr/>
          </p:nvSpPr>
          <p:spPr>
            <a:xfrm>
              <a:off x="5639299" y="20698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9" name="pt13299"/>
            <p:cNvSpPr/>
            <p:nvPr/>
          </p:nvSpPr>
          <p:spPr>
            <a:xfrm>
              <a:off x="5017559" y="2576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0" name="pt13300"/>
            <p:cNvSpPr/>
            <p:nvPr/>
          </p:nvSpPr>
          <p:spPr>
            <a:xfrm>
              <a:off x="5634759" y="20569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1" name="pt13301"/>
            <p:cNvSpPr/>
            <p:nvPr/>
          </p:nvSpPr>
          <p:spPr>
            <a:xfrm>
              <a:off x="5066314" y="2590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2" name="pt13302"/>
            <p:cNvSpPr/>
            <p:nvPr/>
          </p:nvSpPr>
          <p:spPr>
            <a:xfrm>
              <a:off x="5214071" y="20874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3" name="pt13303"/>
            <p:cNvSpPr/>
            <p:nvPr/>
          </p:nvSpPr>
          <p:spPr>
            <a:xfrm>
              <a:off x="5281349" y="22235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4" name="pt13304"/>
            <p:cNvSpPr/>
            <p:nvPr/>
          </p:nvSpPr>
          <p:spPr>
            <a:xfrm>
              <a:off x="5147442" y="26538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5" name="pt13305"/>
            <p:cNvSpPr/>
            <p:nvPr/>
          </p:nvSpPr>
          <p:spPr>
            <a:xfrm>
              <a:off x="5485878" y="20798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6" name="pt13306"/>
            <p:cNvSpPr/>
            <p:nvPr/>
          </p:nvSpPr>
          <p:spPr>
            <a:xfrm>
              <a:off x="5150070" y="26344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7" name="pt13307"/>
            <p:cNvSpPr/>
            <p:nvPr/>
          </p:nvSpPr>
          <p:spPr>
            <a:xfrm>
              <a:off x="5315416" y="20396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8" name="pt13308"/>
            <p:cNvSpPr/>
            <p:nvPr/>
          </p:nvSpPr>
          <p:spPr>
            <a:xfrm>
              <a:off x="4803813" y="27892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9" name="pt13309"/>
            <p:cNvSpPr/>
            <p:nvPr/>
          </p:nvSpPr>
          <p:spPr>
            <a:xfrm>
              <a:off x="5221277" y="22976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0" name="pt13310"/>
            <p:cNvSpPr/>
            <p:nvPr/>
          </p:nvSpPr>
          <p:spPr>
            <a:xfrm>
              <a:off x="5471993" y="19432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1" name="pt13311"/>
            <p:cNvSpPr/>
            <p:nvPr/>
          </p:nvSpPr>
          <p:spPr>
            <a:xfrm>
              <a:off x="5169995" y="25668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2" name="pt13312"/>
            <p:cNvSpPr/>
            <p:nvPr/>
          </p:nvSpPr>
          <p:spPr>
            <a:xfrm>
              <a:off x="5441518" y="23015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3" name="pt13313"/>
            <p:cNvSpPr/>
            <p:nvPr/>
          </p:nvSpPr>
          <p:spPr>
            <a:xfrm>
              <a:off x="5631183" y="22487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4" name="pt13314"/>
            <p:cNvSpPr/>
            <p:nvPr/>
          </p:nvSpPr>
          <p:spPr>
            <a:xfrm>
              <a:off x="5055030" y="21899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5" name="pt13315"/>
            <p:cNvSpPr/>
            <p:nvPr/>
          </p:nvSpPr>
          <p:spPr>
            <a:xfrm>
              <a:off x="5561803" y="22493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6" name="pt13316"/>
            <p:cNvSpPr/>
            <p:nvPr/>
          </p:nvSpPr>
          <p:spPr>
            <a:xfrm>
              <a:off x="5952027" y="17620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7" name="pt13317"/>
            <p:cNvSpPr/>
            <p:nvPr/>
          </p:nvSpPr>
          <p:spPr>
            <a:xfrm>
              <a:off x="5099191" y="25303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8" name="pt13318"/>
            <p:cNvSpPr/>
            <p:nvPr/>
          </p:nvSpPr>
          <p:spPr>
            <a:xfrm>
              <a:off x="5405758" y="22413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9" name="pt13319"/>
            <p:cNvSpPr/>
            <p:nvPr/>
          </p:nvSpPr>
          <p:spPr>
            <a:xfrm>
              <a:off x="5308582" y="20973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0" name="pt13320"/>
            <p:cNvSpPr/>
            <p:nvPr/>
          </p:nvSpPr>
          <p:spPr>
            <a:xfrm>
              <a:off x="5070090" y="26056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1" name="pt13321"/>
            <p:cNvSpPr/>
            <p:nvPr/>
          </p:nvSpPr>
          <p:spPr>
            <a:xfrm>
              <a:off x="5471996" y="20060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2" name="pt13322"/>
            <p:cNvSpPr/>
            <p:nvPr/>
          </p:nvSpPr>
          <p:spPr>
            <a:xfrm>
              <a:off x="5703405" y="18448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3" name="pt13323"/>
            <p:cNvSpPr/>
            <p:nvPr/>
          </p:nvSpPr>
          <p:spPr>
            <a:xfrm>
              <a:off x="5558449" y="21561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4" name="pt13324"/>
            <p:cNvSpPr/>
            <p:nvPr/>
          </p:nvSpPr>
          <p:spPr>
            <a:xfrm>
              <a:off x="5612749" y="20835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5" name="pt13325"/>
            <p:cNvSpPr/>
            <p:nvPr/>
          </p:nvSpPr>
          <p:spPr>
            <a:xfrm>
              <a:off x="4819841" y="24158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6" name="pt13326"/>
            <p:cNvSpPr/>
            <p:nvPr/>
          </p:nvSpPr>
          <p:spPr>
            <a:xfrm>
              <a:off x="5723781" y="1750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7" name="pt13327"/>
            <p:cNvSpPr/>
            <p:nvPr/>
          </p:nvSpPr>
          <p:spPr>
            <a:xfrm>
              <a:off x="5180516" y="2466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8" name="pt13328"/>
            <p:cNvSpPr/>
            <p:nvPr/>
          </p:nvSpPr>
          <p:spPr>
            <a:xfrm>
              <a:off x="5609955" y="19328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9" name="pt13329"/>
            <p:cNvSpPr/>
            <p:nvPr/>
          </p:nvSpPr>
          <p:spPr>
            <a:xfrm>
              <a:off x="5214994" y="23344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0" name="pt13330"/>
            <p:cNvSpPr/>
            <p:nvPr/>
          </p:nvSpPr>
          <p:spPr>
            <a:xfrm>
              <a:off x="5157607" y="27034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1" name="pt13331"/>
            <p:cNvSpPr/>
            <p:nvPr/>
          </p:nvSpPr>
          <p:spPr>
            <a:xfrm>
              <a:off x="5520799" y="21706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2" name="pt13332"/>
            <p:cNvSpPr/>
            <p:nvPr/>
          </p:nvSpPr>
          <p:spPr>
            <a:xfrm>
              <a:off x="5080091" y="23450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3" name="pt13333"/>
            <p:cNvSpPr/>
            <p:nvPr/>
          </p:nvSpPr>
          <p:spPr>
            <a:xfrm>
              <a:off x="5290259" y="21932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4" name="pt13334"/>
            <p:cNvSpPr/>
            <p:nvPr/>
          </p:nvSpPr>
          <p:spPr>
            <a:xfrm>
              <a:off x="5331784" y="22650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5" name="pt13335"/>
            <p:cNvSpPr/>
            <p:nvPr/>
          </p:nvSpPr>
          <p:spPr>
            <a:xfrm>
              <a:off x="5568816" y="23002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6" name="pt13336"/>
            <p:cNvSpPr/>
            <p:nvPr/>
          </p:nvSpPr>
          <p:spPr>
            <a:xfrm>
              <a:off x="5555501" y="21946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7" name="pt13337"/>
            <p:cNvSpPr/>
            <p:nvPr/>
          </p:nvSpPr>
          <p:spPr>
            <a:xfrm>
              <a:off x="5927178" y="17700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8" name="pt13338"/>
            <p:cNvSpPr/>
            <p:nvPr/>
          </p:nvSpPr>
          <p:spPr>
            <a:xfrm>
              <a:off x="5330770" y="21952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9" name="pt13339"/>
            <p:cNvSpPr/>
            <p:nvPr/>
          </p:nvSpPr>
          <p:spPr>
            <a:xfrm>
              <a:off x="5190022" y="24907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0" name="pt13340"/>
            <p:cNvSpPr/>
            <p:nvPr/>
          </p:nvSpPr>
          <p:spPr>
            <a:xfrm>
              <a:off x="5664879" y="18343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1" name="pt13341"/>
            <p:cNvSpPr/>
            <p:nvPr/>
          </p:nvSpPr>
          <p:spPr>
            <a:xfrm>
              <a:off x="5516455" y="21849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2" name="pt13342"/>
            <p:cNvSpPr/>
            <p:nvPr/>
          </p:nvSpPr>
          <p:spPr>
            <a:xfrm>
              <a:off x="5259881" y="21957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3" name="pt13343"/>
            <p:cNvSpPr/>
            <p:nvPr/>
          </p:nvSpPr>
          <p:spPr>
            <a:xfrm>
              <a:off x="5064146" y="23617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4" name="pt13344"/>
            <p:cNvSpPr/>
            <p:nvPr/>
          </p:nvSpPr>
          <p:spPr>
            <a:xfrm>
              <a:off x="5304852" y="20769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5" name="pt13345"/>
            <p:cNvSpPr/>
            <p:nvPr/>
          </p:nvSpPr>
          <p:spPr>
            <a:xfrm>
              <a:off x="4937064" y="18232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6" name="pt13346"/>
            <p:cNvSpPr/>
            <p:nvPr/>
          </p:nvSpPr>
          <p:spPr>
            <a:xfrm>
              <a:off x="5427850" y="21904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7" name="pt13347"/>
            <p:cNvSpPr/>
            <p:nvPr/>
          </p:nvSpPr>
          <p:spPr>
            <a:xfrm>
              <a:off x="5628397" y="19521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8" name="pt13348"/>
            <p:cNvSpPr/>
            <p:nvPr/>
          </p:nvSpPr>
          <p:spPr>
            <a:xfrm>
              <a:off x="5136167" y="26340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9" name="pt13349"/>
            <p:cNvSpPr/>
            <p:nvPr/>
          </p:nvSpPr>
          <p:spPr>
            <a:xfrm>
              <a:off x="5198280" y="22493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0" name="pt13350"/>
            <p:cNvSpPr/>
            <p:nvPr/>
          </p:nvSpPr>
          <p:spPr>
            <a:xfrm>
              <a:off x="5330293" y="20812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1" name="pt13351"/>
            <p:cNvSpPr/>
            <p:nvPr/>
          </p:nvSpPr>
          <p:spPr>
            <a:xfrm>
              <a:off x="5695290" y="19415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2" name="pt13352"/>
            <p:cNvSpPr/>
            <p:nvPr/>
          </p:nvSpPr>
          <p:spPr>
            <a:xfrm>
              <a:off x="5624152" y="19616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3" name="pt13353"/>
            <p:cNvSpPr/>
            <p:nvPr/>
          </p:nvSpPr>
          <p:spPr>
            <a:xfrm>
              <a:off x="5086902" y="26945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4" name="pt13354"/>
            <p:cNvSpPr/>
            <p:nvPr/>
          </p:nvSpPr>
          <p:spPr>
            <a:xfrm>
              <a:off x="5917203" y="17803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5" name="pt13355"/>
            <p:cNvSpPr/>
            <p:nvPr/>
          </p:nvSpPr>
          <p:spPr>
            <a:xfrm>
              <a:off x="5277597" y="22106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6" name="pt13356"/>
            <p:cNvSpPr/>
            <p:nvPr/>
          </p:nvSpPr>
          <p:spPr>
            <a:xfrm>
              <a:off x="5601904" y="21719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7" name="pt13357"/>
            <p:cNvSpPr/>
            <p:nvPr/>
          </p:nvSpPr>
          <p:spPr>
            <a:xfrm>
              <a:off x="5641323" y="19790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8" name="pt13358"/>
            <p:cNvSpPr/>
            <p:nvPr/>
          </p:nvSpPr>
          <p:spPr>
            <a:xfrm>
              <a:off x="5788224" y="19757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9" name="pt13359"/>
            <p:cNvSpPr/>
            <p:nvPr/>
          </p:nvSpPr>
          <p:spPr>
            <a:xfrm>
              <a:off x="5244290" y="22553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0" name="pt13360"/>
            <p:cNvSpPr/>
            <p:nvPr/>
          </p:nvSpPr>
          <p:spPr>
            <a:xfrm>
              <a:off x="5550532" y="21915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1" name="pt13361"/>
            <p:cNvSpPr/>
            <p:nvPr/>
          </p:nvSpPr>
          <p:spPr>
            <a:xfrm>
              <a:off x="5288393" y="21352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2" name="pt13362"/>
            <p:cNvSpPr/>
            <p:nvPr/>
          </p:nvSpPr>
          <p:spPr>
            <a:xfrm>
              <a:off x="5321662" y="22121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3" name="pt13363"/>
            <p:cNvSpPr/>
            <p:nvPr/>
          </p:nvSpPr>
          <p:spPr>
            <a:xfrm>
              <a:off x="5413640" y="21363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4" name="pt13364"/>
            <p:cNvSpPr/>
            <p:nvPr/>
          </p:nvSpPr>
          <p:spPr>
            <a:xfrm>
              <a:off x="5159073" y="26755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5" name="pt13365"/>
            <p:cNvSpPr/>
            <p:nvPr/>
          </p:nvSpPr>
          <p:spPr>
            <a:xfrm>
              <a:off x="5630102" y="21225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6" name="pt13366"/>
            <p:cNvSpPr/>
            <p:nvPr/>
          </p:nvSpPr>
          <p:spPr>
            <a:xfrm>
              <a:off x="5136413" y="26874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7" name="pt13367"/>
            <p:cNvSpPr/>
            <p:nvPr/>
          </p:nvSpPr>
          <p:spPr>
            <a:xfrm>
              <a:off x="5199294" y="22928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8" name="pt13368"/>
            <p:cNvSpPr/>
            <p:nvPr/>
          </p:nvSpPr>
          <p:spPr>
            <a:xfrm>
              <a:off x="5293520" y="21690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9" name="pt13369"/>
            <p:cNvSpPr/>
            <p:nvPr/>
          </p:nvSpPr>
          <p:spPr>
            <a:xfrm>
              <a:off x="5036813" y="21644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0" name="pt13370"/>
            <p:cNvSpPr/>
            <p:nvPr/>
          </p:nvSpPr>
          <p:spPr>
            <a:xfrm>
              <a:off x="5714127" y="20129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1" name="pt13371"/>
            <p:cNvSpPr/>
            <p:nvPr/>
          </p:nvSpPr>
          <p:spPr>
            <a:xfrm>
              <a:off x="5634332" y="21297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2" name="pt13372"/>
            <p:cNvSpPr/>
            <p:nvPr/>
          </p:nvSpPr>
          <p:spPr>
            <a:xfrm>
              <a:off x="4935611" y="21448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3" name="pt13373"/>
            <p:cNvSpPr/>
            <p:nvPr/>
          </p:nvSpPr>
          <p:spPr>
            <a:xfrm>
              <a:off x="5133613" y="25280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4" name="pt13374"/>
            <p:cNvSpPr/>
            <p:nvPr/>
          </p:nvSpPr>
          <p:spPr>
            <a:xfrm>
              <a:off x="5265769" y="21673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5" name="pt13375"/>
            <p:cNvSpPr/>
            <p:nvPr/>
          </p:nvSpPr>
          <p:spPr>
            <a:xfrm>
              <a:off x="5756568" y="21014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6" name="pt13376"/>
            <p:cNvSpPr/>
            <p:nvPr/>
          </p:nvSpPr>
          <p:spPr>
            <a:xfrm>
              <a:off x="5457716" y="21582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7" name="pt13377"/>
            <p:cNvSpPr/>
            <p:nvPr/>
          </p:nvSpPr>
          <p:spPr>
            <a:xfrm>
              <a:off x="5573944" y="22622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8" name="pt13378"/>
            <p:cNvSpPr/>
            <p:nvPr/>
          </p:nvSpPr>
          <p:spPr>
            <a:xfrm>
              <a:off x="5383643" y="2247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9" name="pt13379"/>
            <p:cNvSpPr/>
            <p:nvPr/>
          </p:nvSpPr>
          <p:spPr>
            <a:xfrm>
              <a:off x="5999181" y="22418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0" name="pt13380"/>
            <p:cNvSpPr/>
            <p:nvPr/>
          </p:nvSpPr>
          <p:spPr>
            <a:xfrm>
              <a:off x="5626925" y="20306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1" name="pt13381"/>
            <p:cNvSpPr/>
            <p:nvPr/>
          </p:nvSpPr>
          <p:spPr>
            <a:xfrm>
              <a:off x="5555841" y="22133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2" name="pt13382"/>
            <p:cNvSpPr/>
            <p:nvPr/>
          </p:nvSpPr>
          <p:spPr>
            <a:xfrm>
              <a:off x="5322118" y="2143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3" name="pt13383"/>
            <p:cNvSpPr/>
            <p:nvPr/>
          </p:nvSpPr>
          <p:spPr>
            <a:xfrm>
              <a:off x="5366152" y="22120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4" name="pt13384"/>
            <p:cNvSpPr/>
            <p:nvPr/>
          </p:nvSpPr>
          <p:spPr>
            <a:xfrm>
              <a:off x="5632994" y="21487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5" name="pt13385"/>
            <p:cNvSpPr/>
            <p:nvPr/>
          </p:nvSpPr>
          <p:spPr>
            <a:xfrm>
              <a:off x="5860735" y="19237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6" name="pt13386"/>
            <p:cNvSpPr/>
            <p:nvPr/>
          </p:nvSpPr>
          <p:spPr>
            <a:xfrm>
              <a:off x="5246984" y="2088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7" name="pt13387"/>
            <p:cNvSpPr/>
            <p:nvPr/>
          </p:nvSpPr>
          <p:spPr>
            <a:xfrm>
              <a:off x="5161678" y="25342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8" name="pt13388"/>
            <p:cNvSpPr/>
            <p:nvPr/>
          </p:nvSpPr>
          <p:spPr>
            <a:xfrm>
              <a:off x="5335865" y="22219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9" name="pt13389"/>
            <p:cNvSpPr/>
            <p:nvPr/>
          </p:nvSpPr>
          <p:spPr>
            <a:xfrm>
              <a:off x="5435864" y="22581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0" name="pt13390"/>
            <p:cNvSpPr/>
            <p:nvPr/>
          </p:nvSpPr>
          <p:spPr>
            <a:xfrm>
              <a:off x="5346913" y="21540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1" name="pt13391"/>
            <p:cNvSpPr/>
            <p:nvPr/>
          </p:nvSpPr>
          <p:spPr>
            <a:xfrm>
              <a:off x="5148477" y="25617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2" name="pt13392"/>
            <p:cNvSpPr/>
            <p:nvPr/>
          </p:nvSpPr>
          <p:spPr>
            <a:xfrm>
              <a:off x="5368157" y="23265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3" name="pt13393"/>
            <p:cNvSpPr/>
            <p:nvPr/>
          </p:nvSpPr>
          <p:spPr>
            <a:xfrm>
              <a:off x="5322267" y="22615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4" name="pt13394"/>
            <p:cNvSpPr/>
            <p:nvPr/>
          </p:nvSpPr>
          <p:spPr>
            <a:xfrm>
              <a:off x="5726953" y="18359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5" name="pt13395"/>
            <p:cNvSpPr/>
            <p:nvPr/>
          </p:nvSpPr>
          <p:spPr>
            <a:xfrm>
              <a:off x="5555775" y="22957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6" name="pt13396"/>
            <p:cNvSpPr/>
            <p:nvPr/>
          </p:nvSpPr>
          <p:spPr>
            <a:xfrm>
              <a:off x="5430504" y="20696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7" name="pt13397"/>
            <p:cNvSpPr/>
            <p:nvPr/>
          </p:nvSpPr>
          <p:spPr>
            <a:xfrm>
              <a:off x="5215886" y="19691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8" name="pt13398"/>
            <p:cNvSpPr/>
            <p:nvPr/>
          </p:nvSpPr>
          <p:spPr>
            <a:xfrm>
              <a:off x="5444059" y="22860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9" name="pt13399"/>
            <p:cNvSpPr/>
            <p:nvPr/>
          </p:nvSpPr>
          <p:spPr>
            <a:xfrm>
              <a:off x="5488432" y="21553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0" name="pt13400"/>
            <p:cNvSpPr/>
            <p:nvPr/>
          </p:nvSpPr>
          <p:spPr>
            <a:xfrm>
              <a:off x="5950359" y="14550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1" name="pt13401"/>
            <p:cNvSpPr/>
            <p:nvPr/>
          </p:nvSpPr>
          <p:spPr>
            <a:xfrm>
              <a:off x="5378374" y="22749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2" name="pt13402"/>
            <p:cNvSpPr/>
            <p:nvPr/>
          </p:nvSpPr>
          <p:spPr>
            <a:xfrm>
              <a:off x="5659493" y="20650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3" name="pt13403"/>
            <p:cNvSpPr/>
            <p:nvPr/>
          </p:nvSpPr>
          <p:spPr>
            <a:xfrm>
              <a:off x="5101762" y="23013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4" name="pt13404"/>
            <p:cNvSpPr/>
            <p:nvPr/>
          </p:nvSpPr>
          <p:spPr>
            <a:xfrm>
              <a:off x="5555380" y="22021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5" name="pt13405"/>
            <p:cNvSpPr/>
            <p:nvPr/>
          </p:nvSpPr>
          <p:spPr>
            <a:xfrm>
              <a:off x="5282302" y="22100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6" name="pt13406"/>
            <p:cNvSpPr/>
            <p:nvPr/>
          </p:nvSpPr>
          <p:spPr>
            <a:xfrm>
              <a:off x="5358010" y="21864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7" name="pt13407"/>
            <p:cNvSpPr/>
            <p:nvPr/>
          </p:nvSpPr>
          <p:spPr>
            <a:xfrm>
              <a:off x="5324517" y="22323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8" name="pt13408"/>
            <p:cNvSpPr/>
            <p:nvPr/>
          </p:nvSpPr>
          <p:spPr>
            <a:xfrm>
              <a:off x="6045647" y="17952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9" name="pt13409"/>
            <p:cNvSpPr/>
            <p:nvPr/>
          </p:nvSpPr>
          <p:spPr>
            <a:xfrm>
              <a:off x="5351933" y="21791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0" name="pt13410"/>
            <p:cNvSpPr/>
            <p:nvPr/>
          </p:nvSpPr>
          <p:spPr>
            <a:xfrm>
              <a:off x="4734661" y="24206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1" name="pt13411"/>
            <p:cNvSpPr/>
            <p:nvPr/>
          </p:nvSpPr>
          <p:spPr>
            <a:xfrm>
              <a:off x="5442736" y="22388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2" name="pt13412"/>
            <p:cNvSpPr/>
            <p:nvPr/>
          </p:nvSpPr>
          <p:spPr>
            <a:xfrm>
              <a:off x="5150198" y="25820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3" name="pt13413"/>
            <p:cNvSpPr/>
            <p:nvPr/>
          </p:nvSpPr>
          <p:spPr>
            <a:xfrm>
              <a:off x="5589406" y="20075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4" name="pt13414"/>
            <p:cNvSpPr/>
            <p:nvPr/>
          </p:nvSpPr>
          <p:spPr>
            <a:xfrm>
              <a:off x="5163265" y="25779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5" name="pt13415"/>
            <p:cNvSpPr/>
            <p:nvPr/>
          </p:nvSpPr>
          <p:spPr>
            <a:xfrm>
              <a:off x="6033344" y="18058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6" name="pt13416"/>
            <p:cNvSpPr/>
            <p:nvPr/>
          </p:nvSpPr>
          <p:spPr>
            <a:xfrm>
              <a:off x="5109635" y="18615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7" name="pt13417"/>
            <p:cNvSpPr/>
            <p:nvPr/>
          </p:nvSpPr>
          <p:spPr>
            <a:xfrm>
              <a:off x="5313448" y="21471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8" name="pt13418"/>
            <p:cNvSpPr/>
            <p:nvPr/>
          </p:nvSpPr>
          <p:spPr>
            <a:xfrm>
              <a:off x="6018843" y="2194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9" name="pt13419"/>
            <p:cNvSpPr/>
            <p:nvPr/>
          </p:nvSpPr>
          <p:spPr>
            <a:xfrm>
              <a:off x="5043975" y="22919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0" name="pt13420"/>
            <p:cNvSpPr/>
            <p:nvPr/>
          </p:nvSpPr>
          <p:spPr>
            <a:xfrm>
              <a:off x="5430292" y="22728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1" name="pt13421"/>
            <p:cNvSpPr/>
            <p:nvPr/>
          </p:nvSpPr>
          <p:spPr>
            <a:xfrm>
              <a:off x="5705273" y="19485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2" name="pt13422"/>
            <p:cNvSpPr/>
            <p:nvPr/>
          </p:nvSpPr>
          <p:spPr>
            <a:xfrm>
              <a:off x="5515306" y="22567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3" name="pt13423"/>
            <p:cNvSpPr/>
            <p:nvPr/>
          </p:nvSpPr>
          <p:spPr>
            <a:xfrm>
              <a:off x="5188846" y="22608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4" name="pt13424"/>
            <p:cNvSpPr/>
            <p:nvPr/>
          </p:nvSpPr>
          <p:spPr>
            <a:xfrm>
              <a:off x="5851056" y="17464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5" name="pt13425"/>
            <p:cNvSpPr/>
            <p:nvPr/>
          </p:nvSpPr>
          <p:spPr>
            <a:xfrm>
              <a:off x="5587379" y="2281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6" name="pt13426"/>
            <p:cNvSpPr/>
            <p:nvPr/>
          </p:nvSpPr>
          <p:spPr>
            <a:xfrm>
              <a:off x="5097373" y="24063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7" name="pt13427"/>
            <p:cNvSpPr/>
            <p:nvPr/>
          </p:nvSpPr>
          <p:spPr>
            <a:xfrm>
              <a:off x="5381885" y="22003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8" name="pt13428"/>
            <p:cNvSpPr/>
            <p:nvPr/>
          </p:nvSpPr>
          <p:spPr>
            <a:xfrm>
              <a:off x="5336248" y="21508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9" name="pt13429"/>
            <p:cNvSpPr/>
            <p:nvPr/>
          </p:nvSpPr>
          <p:spPr>
            <a:xfrm>
              <a:off x="5504411" y="21453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0" name="pt13430"/>
            <p:cNvSpPr/>
            <p:nvPr/>
          </p:nvSpPr>
          <p:spPr>
            <a:xfrm>
              <a:off x="5851940" y="17667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1" name="pt13431"/>
            <p:cNvSpPr/>
            <p:nvPr/>
          </p:nvSpPr>
          <p:spPr>
            <a:xfrm>
              <a:off x="5618259" y="18280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2" name="pt13432"/>
            <p:cNvSpPr/>
            <p:nvPr/>
          </p:nvSpPr>
          <p:spPr>
            <a:xfrm>
              <a:off x="5453031" y="2222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3" name="pt13433"/>
            <p:cNvSpPr/>
            <p:nvPr/>
          </p:nvSpPr>
          <p:spPr>
            <a:xfrm>
              <a:off x="5909003" y="17710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4" name="pt13434"/>
            <p:cNvSpPr/>
            <p:nvPr/>
          </p:nvSpPr>
          <p:spPr>
            <a:xfrm>
              <a:off x="5357961" y="22225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5" name="pt13435"/>
            <p:cNvSpPr/>
            <p:nvPr/>
          </p:nvSpPr>
          <p:spPr>
            <a:xfrm>
              <a:off x="5781886" y="19656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6" name="pt13436"/>
            <p:cNvSpPr/>
            <p:nvPr/>
          </p:nvSpPr>
          <p:spPr>
            <a:xfrm>
              <a:off x="5576398" y="22328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7" name="pt13437"/>
            <p:cNvSpPr/>
            <p:nvPr/>
          </p:nvSpPr>
          <p:spPr>
            <a:xfrm>
              <a:off x="5267205" y="20878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8" name="pt13438"/>
            <p:cNvSpPr/>
            <p:nvPr/>
          </p:nvSpPr>
          <p:spPr>
            <a:xfrm>
              <a:off x="5539408" y="21280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9" name="pt13439"/>
            <p:cNvSpPr/>
            <p:nvPr/>
          </p:nvSpPr>
          <p:spPr>
            <a:xfrm>
              <a:off x="5505700" y="21900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0" name="pt13440"/>
            <p:cNvSpPr/>
            <p:nvPr/>
          </p:nvSpPr>
          <p:spPr>
            <a:xfrm>
              <a:off x="5571319" y="22023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1" name="pt13441"/>
            <p:cNvSpPr/>
            <p:nvPr/>
          </p:nvSpPr>
          <p:spPr>
            <a:xfrm>
              <a:off x="5591808" y="20039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2" name="pt13442"/>
            <p:cNvSpPr/>
            <p:nvPr/>
          </p:nvSpPr>
          <p:spPr>
            <a:xfrm>
              <a:off x="5888865" y="15643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3" name="pt13443"/>
            <p:cNvSpPr/>
            <p:nvPr/>
          </p:nvSpPr>
          <p:spPr>
            <a:xfrm>
              <a:off x="5459764" y="20280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4" name="pt13444"/>
            <p:cNvSpPr/>
            <p:nvPr/>
          </p:nvSpPr>
          <p:spPr>
            <a:xfrm>
              <a:off x="6017952" y="20967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5" name="pt13445"/>
            <p:cNvSpPr/>
            <p:nvPr/>
          </p:nvSpPr>
          <p:spPr>
            <a:xfrm>
              <a:off x="5782294" y="19943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6" name="pt13446"/>
            <p:cNvSpPr/>
            <p:nvPr/>
          </p:nvSpPr>
          <p:spPr>
            <a:xfrm>
              <a:off x="4929650" y="18186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7" name="pt13447"/>
            <p:cNvSpPr/>
            <p:nvPr/>
          </p:nvSpPr>
          <p:spPr>
            <a:xfrm>
              <a:off x="5351164" y="2217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8" name="pt13448"/>
            <p:cNvSpPr/>
            <p:nvPr/>
          </p:nvSpPr>
          <p:spPr>
            <a:xfrm>
              <a:off x="5429521" y="22678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9" name="pt13449"/>
            <p:cNvSpPr/>
            <p:nvPr/>
          </p:nvSpPr>
          <p:spPr>
            <a:xfrm>
              <a:off x="5534225" y="21760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0" name="pt13450"/>
            <p:cNvSpPr/>
            <p:nvPr/>
          </p:nvSpPr>
          <p:spPr>
            <a:xfrm>
              <a:off x="5427574" y="23093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1" name="pt13451"/>
            <p:cNvSpPr/>
            <p:nvPr/>
          </p:nvSpPr>
          <p:spPr>
            <a:xfrm>
              <a:off x="5202823" y="23256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2" name="pt13452"/>
            <p:cNvSpPr/>
            <p:nvPr/>
          </p:nvSpPr>
          <p:spPr>
            <a:xfrm>
              <a:off x="5277001" y="21748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3" name="pt13453"/>
            <p:cNvSpPr/>
            <p:nvPr/>
          </p:nvSpPr>
          <p:spPr>
            <a:xfrm>
              <a:off x="5579810" y="23376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4" name="pt13454"/>
            <p:cNvSpPr/>
            <p:nvPr/>
          </p:nvSpPr>
          <p:spPr>
            <a:xfrm>
              <a:off x="5684359" y="15624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5" name="pt13455"/>
            <p:cNvSpPr/>
            <p:nvPr/>
          </p:nvSpPr>
          <p:spPr>
            <a:xfrm>
              <a:off x="5652845" y="21183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6" name="pt13456"/>
            <p:cNvSpPr/>
            <p:nvPr/>
          </p:nvSpPr>
          <p:spPr>
            <a:xfrm>
              <a:off x="5952458" y="18248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7" name="pt13457"/>
            <p:cNvSpPr/>
            <p:nvPr/>
          </p:nvSpPr>
          <p:spPr>
            <a:xfrm>
              <a:off x="5457701" y="21986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8" name="pt13458"/>
            <p:cNvSpPr/>
            <p:nvPr/>
          </p:nvSpPr>
          <p:spPr>
            <a:xfrm>
              <a:off x="5836977" y="18732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9" name="pt13459"/>
            <p:cNvSpPr/>
            <p:nvPr/>
          </p:nvSpPr>
          <p:spPr>
            <a:xfrm>
              <a:off x="5367579" y="22389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0" name="pt13460"/>
            <p:cNvSpPr/>
            <p:nvPr/>
          </p:nvSpPr>
          <p:spPr>
            <a:xfrm>
              <a:off x="5650459" y="20057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1" name="pt13461"/>
            <p:cNvSpPr/>
            <p:nvPr/>
          </p:nvSpPr>
          <p:spPr>
            <a:xfrm>
              <a:off x="5063097" y="23415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2" name="pt13462"/>
            <p:cNvSpPr/>
            <p:nvPr/>
          </p:nvSpPr>
          <p:spPr>
            <a:xfrm>
              <a:off x="5010616" y="25448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3" name="pt13463"/>
            <p:cNvSpPr/>
            <p:nvPr/>
          </p:nvSpPr>
          <p:spPr>
            <a:xfrm>
              <a:off x="5628140" y="19144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4" name="pt13464"/>
            <p:cNvSpPr/>
            <p:nvPr/>
          </p:nvSpPr>
          <p:spPr>
            <a:xfrm>
              <a:off x="5261881" y="21508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5" name="pt13465"/>
            <p:cNvSpPr/>
            <p:nvPr/>
          </p:nvSpPr>
          <p:spPr>
            <a:xfrm>
              <a:off x="5260862" y="22035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6" name="pt13466"/>
            <p:cNvSpPr/>
            <p:nvPr/>
          </p:nvSpPr>
          <p:spPr>
            <a:xfrm>
              <a:off x="5508030" y="23641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7" name="pt13467"/>
            <p:cNvSpPr/>
            <p:nvPr/>
          </p:nvSpPr>
          <p:spPr>
            <a:xfrm>
              <a:off x="5315184" y="22175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8" name="pt13468"/>
            <p:cNvSpPr/>
            <p:nvPr/>
          </p:nvSpPr>
          <p:spPr>
            <a:xfrm>
              <a:off x="5368919" y="22562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9" name="pt13469"/>
            <p:cNvSpPr/>
            <p:nvPr/>
          </p:nvSpPr>
          <p:spPr>
            <a:xfrm>
              <a:off x="5434212" y="22116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0" name="pt13470"/>
            <p:cNvSpPr/>
            <p:nvPr/>
          </p:nvSpPr>
          <p:spPr>
            <a:xfrm>
              <a:off x="5630215" y="2000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1" name="pt13471"/>
            <p:cNvSpPr/>
            <p:nvPr/>
          </p:nvSpPr>
          <p:spPr>
            <a:xfrm>
              <a:off x="5036928" y="23498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2" name="pt13472"/>
            <p:cNvSpPr/>
            <p:nvPr/>
          </p:nvSpPr>
          <p:spPr>
            <a:xfrm>
              <a:off x="5556537" y="21874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3" name="pt13473"/>
            <p:cNvSpPr/>
            <p:nvPr/>
          </p:nvSpPr>
          <p:spPr>
            <a:xfrm>
              <a:off x="5896457" y="17768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4" name="pt13474"/>
            <p:cNvSpPr/>
            <p:nvPr/>
          </p:nvSpPr>
          <p:spPr>
            <a:xfrm>
              <a:off x="4907032" y="30519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5" name="pt13475"/>
            <p:cNvSpPr/>
            <p:nvPr/>
          </p:nvSpPr>
          <p:spPr>
            <a:xfrm>
              <a:off x="5668414" y="18750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6" name="pt13476"/>
            <p:cNvSpPr/>
            <p:nvPr/>
          </p:nvSpPr>
          <p:spPr>
            <a:xfrm>
              <a:off x="4894013" y="27080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7" name="pt13477"/>
            <p:cNvSpPr/>
            <p:nvPr/>
          </p:nvSpPr>
          <p:spPr>
            <a:xfrm>
              <a:off x="5533813" y="2170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8" name="pt13478"/>
            <p:cNvSpPr/>
            <p:nvPr/>
          </p:nvSpPr>
          <p:spPr>
            <a:xfrm>
              <a:off x="5428559" y="2309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9" name="pt13479"/>
            <p:cNvSpPr/>
            <p:nvPr/>
          </p:nvSpPr>
          <p:spPr>
            <a:xfrm>
              <a:off x="5148446" y="24442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0" name="pt13480"/>
            <p:cNvSpPr/>
            <p:nvPr/>
          </p:nvSpPr>
          <p:spPr>
            <a:xfrm>
              <a:off x="5280831" y="21498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1" name="pt13481"/>
            <p:cNvSpPr/>
            <p:nvPr/>
          </p:nvSpPr>
          <p:spPr>
            <a:xfrm>
              <a:off x="5540356" y="22880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2" name="pt13482"/>
            <p:cNvSpPr/>
            <p:nvPr/>
          </p:nvSpPr>
          <p:spPr>
            <a:xfrm>
              <a:off x="5939907" y="17946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3" name="pt13483"/>
            <p:cNvSpPr/>
            <p:nvPr/>
          </p:nvSpPr>
          <p:spPr>
            <a:xfrm>
              <a:off x="5488277" y="21471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4" name="pt13484"/>
            <p:cNvSpPr/>
            <p:nvPr/>
          </p:nvSpPr>
          <p:spPr>
            <a:xfrm>
              <a:off x="5835404" y="17794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5" name="pt13485"/>
            <p:cNvSpPr/>
            <p:nvPr/>
          </p:nvSpPr>
          <p:spPr>
            <a:xfrm>
              <a:off x="5463837" y="19851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6" name="pt13486"/>
            <p:cNvSpPr/>
            <p:nvPr/>
          </p:nvSpPr>
          <p:spPr>
            <a:xfrm>
              <a:off x="5604557" y="19550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7" name="pt13487"/>
            <p:cNvSpPr/>
            <p:nvPr/>
          </p:nvSpPr>
          <p:spPr>
            <a:xfrm>
              <a:off x="5041655" y="19065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8" name="pt13488"/>
            <p:cNvSpPr/>
            <p:nvPr/>
          </p:nvSpPr>
          <p:spPr>
            <a:xfrm>
              <a:off x="5846612" y="1924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9" name="pt13489"/>
            <p:cNvSpPr/>
            <p:nvPr/>
          </p:nvSpPr>
          <p:spPr>
            <a:xfrm>
              <a:off x="5673888" y="18577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0" name="pt13490"/>
            <p:cNvSpPr/>
            <p:nvPr/>
          </p:nvSpPr>
          <p:spPr>
            <a:xfrm>
              <a:off x="5097077" y="27784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1" name="pt13491"/>
            <p:cNvSpPr/>
            <p:nvPr/>
          </p:nvSpPr>
          <p:spPr>
            <a:xfrm>
              <a:off x="5495510" y="19675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2" name="pt13492"/>
            <p:cNvSpPr/>
            <p:nvPr/>
          </p:nvSpPr>
          <p:spPr>
            <a:xfrm>
              <a:off x="5734333" y="19783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3" name="pt13493"/>
            <p:cNvSpPr/>
            <p:nvPr/>
          </p:nvSpPr>
          <p:spPr>
            <a:xfrm>
              <a:off x="5689069" y="18650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4" name="pt13494"/>
            <p:cNvSpPr/>
            <p:nvPr/>
          </p:nvSpPr>
          <p:spPr>
            <a:xfrm>
              <a:off x="5698469" y="20615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5" name="pt13495"/>
            <p:cNvSpPr/>
            <p:nvPr/>
          </p:nvSpPr>
          <p:spPr>
            <a:xfrm>
              <a:off x="5363415" y="22341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6" name="pt13496"/>
            <p:cNvSpPr/>
            <p:nvPr/>
          </p:nvSpPr>
          <p:spPr>
            <a:xfrm>
              <a:off x="5497433" y="21652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7" name="pt13497"/>
            <p:cNvSpPr/>
            <p:nvPr/>
          </p:nvSpPr>
          <p:spPr>
            <a:xfrm>
              <a:off x="5272271" y="21578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8" name="pt13498"/>
            <p:cNvSpPr/>
            <p:nvPr/>
          </p:nvSpPr>
          <p:spPr>
            <a:xfrm>
              <a:off x="5082672" y="25685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9" name="pt13499"/>
            <p:cNvSpPr/>
            <p:nvPr/>
          </p:nvSpPr>
          <p:spPr>
            <a:xfrm>
              <a:off x="5354639" y="21471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0" name="pt13500"/>
            <p:cNvSpPr/>
            <p:nvPr/>
          </p:nvSpPr>
          <p:spPr>
            <a:xfrm>
              <a:off x="5628583" y="19660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1" name="pt13501"/>
            <p:cNvSpPr/>
            <p:nvPr/>
          </p:nvSpPr>
          <p:spPr>
            <a:xfrm>
              <a:off x="6058040" y="17799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2" name="pt13502"/>
            <p:cNvSpPr/>
            <p:nvPr/>
          </p:nvSpPr>
          <p:spPr>
            <a:xfrm>
              <a:off x="5360089" y="22402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3" name="pt13503"/>
            <p:cNvSpPr/>
            <p:nvPr/>
          </p:nvSpPr>
          <p:spPr>
            <a:xfrm>
              <a:off x="4679217" y="28086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4" name="pt13504"/>
            <p:cNvSpPr/>
            <p:nvPr/>
          </p:nvSpPr>
          <p:spPr>
            <a:xfrm>
              <a:off x="5536672" y="21292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5" name="pt13505"/>
            <p:cNvSpPr/>
            <p:nvPr/>
          </p:nvSpPr>
          <p:spPr>
            <a:xfrm>
              <a:off x="5087018" y="25815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6" name="pt13506"/>
            <p:cNvSpPr/>
            <p:nvPr/>
          </p:nvSpPr>
          <p:spPr>
            <a:xfrm>
              <a:off x="5511355" y="22710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7" name="pt13507"/>
            <p:cNvSpPr/>
            <p:nvPr/>
          </p:nvSpPr>
          <p:spPr>
            <a:xfrm>
              <a:off x="5498314" y="21358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8" name="pt13508"/>
            <p:cNvSpPr/>
            <p:nvPr/>
          </p:nvSpPr>
          <p:spPr>
            <a:xfrm>
              <a:off x="5439218" y="22178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9" name="pt13509"/>
            <p:cNvSpPr/>
            <p:nvPr/>
          </p:nvSpPr>
          <p:spPr>
            <a:xfrm>
              <a:off x="5246958" y="21982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0" name="pt13510"/>
            <p:cNvSpPr/>
            <p:nvPr/>
          </p:nvSpPr>
          <p:spPr>
            <a:xfrm>
              <a:off x="5693155" y="19003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1" name="pt13511"/>
            <p:cNvSpPr/>
            <p:nvPr/>
          </p:nvSpPr>
          <p:spPr>
            <a:xfrm>
              <a:off x="5352888" y="21837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2" name="pt13512"/>
            <p:cNvSpPr/>
            <p:nvPr/>
          </p:nvSpPr>
          <p:spPr>
            <a:xfrm>
              <a:off x="5416144" y="22509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3" name="pt13513"/>
            <p:cNvSpPr/>
            <p:nvPr/>
          </p:nvSpPr>
          <p:spPr>
            <a:xfrm>
              <a:off x="5433364" y="22691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4" name="pt13514"/>
            <p:cNvSpPr/>
            <p:nvPr/>
          </p:nvSpPr>
          <p:spPr>
            <a:xfrm>
              <a:off x="5491711" y="19878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5" name="pt13515"/>
            <p:cNvSpPr/>
            <p:nvPr/>
          </p:nvSpPr>
          <p:spPr>
            <a:xfrm>
              <a:off x="5508364" y="22398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6" name="pt13516"/>
            <p:cNvSpPr/>
            <p:nvPr/>
          </p:nvSpPr>
          <p:spPr>
            <a:xfrm>
              <a:off x="5797746" y="18915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7" name="pt13517"/>
            <p:cNvSpPr/>
            <p:nvPr/>
          </p:nvSpPr>
          <p:spPr>
            <a:xfrm>
              <a:off x="5130916" y="26106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8" name="pt13518"/>
            <p:cNvSpPr/>
            <p:nvPr/>
          </p:nvSpPr>
          <p:spPr>
            <a:xfrm>
              <a:off x="5412431" y="21581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9" name="pt13519"/>
            <p:cNvSpPr/>
            <p:nvPr/>
          </p:nvSpPr>
          <p:spPr>
            <a:xfrm>
              <a:off x="5516856" y="22494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0" name="pt13520"/>
            <p:cNvSpPr/>
            <p:nvPr/>
          </p:nvSpPr>
          <p:spPr>
            <a:xfrm>
              <a:off x="5836240" y="21215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1" name="pt13521"/>
            <p:cNvSpPr/>
            <p:nvPr/>
          </p:nvSpPr>
          <p:spPr>
            <a:xfrm>
              <a:off x="5816068" y="18817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2" name="pt13522"/>
            <p:cNvSpPr/>
            <p:nvPr/>
          </p:nvSpPr>
          <p:spPr>
            <a:xfrm>
              <a:off x="5799927" y="19048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3" name="pt13523"/>
            <p:cNvSpPr/>
            <p:nvPr/>
          </p:nvSpPr>
          <p:spPr>
            <a:xfrm>
              <a:off x="5496797" y="22737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4" name="pt13524"/>
            <p:cNvSpPr/>
            <p:nvPr/>
          </p:nvSpPr>
          <p:spPr>
            <a:xfrm>
              <a:off x="5541625" y="20556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5" name="pt13525"/>
            <p:cNvSpPr/>
            <p:nvPr/>
          </p:nvSpPr>
          <p:spPr>
            <a:xfrm>
              <a:off x="5346741" y="22526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6" name="pt13526"/>
            <p:cNvSpPr/>
            <p:nvPr/>
          </p:nvSpPr>
          <p:spPr>
            <a:xfrm>
              <a:off x="5176151" y="24967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7" name="pt13527"/>
            <p:cNvSpPr/>
            <p:nvPr/>
          </p:nvSpPr>
          <p:spPr>
            <a:xfrm>
              <a:off x="5112310" y="22099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8" name="pt13528"/>
            <p:cNvSpPr/>
            <p:nvPr/>
          </p:nvSpPr>
          <p:spPr>
            <a:xfrm>
              <a:off x="5208269" y="22243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9" name="pt13529"/>
            <p:cNvSpPr/>
            <p:nvPr/>
          </p:nvSpPr>
          <p:spPr>
            <a:xfrm>
              <a:off x="5642092" y="21471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0" name="pt13530"/>
            <p:cNvSpPr/>
            <p:nvPr/>
          </p:nvSpPr>
          <p:spPr>
            <a:xfrm>
              <a:off x="5423868" y="21975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1" name="pt13531"/>
            <p:cNvSpPr/>
            <p:nvPr/>
          </p:nvSpPr>
          <p:spPr>
            <a:xfrm>
              <a:off x="5303617" y="21567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2" name="pt13532"/>
            <p:cNvSpPr/>
            <p:nvPr/>
          </p:nvSpPr>
          <p:spPr>
            <a:xfrm>
              <a:off x="5496872" y="2114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3" name="pt13533"/>
            <p:cNvSpPr/>
            <p:nvPr/>
          </p:nvSpPr>
          <p:spPr>
            <a:xfrm>
              <a:off x="5463349" y="20490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4" name="pt13534"/>
            <p:cNvSpPr/>
            <p:nvPr/>
          </p:nvSpPr>
          <p:spPr>
            <a:xfrm>
              <a:off x="5536801" y="21760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5" name="pt13535"/>
            <p:cNvSpPr/>
            <p:nvPr/>
          </p:nvSpPr>
          <p:spPr>
            <a:xfrm>
              <a:off x="5196007" y="23381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6" name="pt13536"/>
            <p:cNvSpPr/>
            <p:nvPr/>
          </p:nvSpPr>
          <p:spPr>
            <a:xfrm>
              <a:off x="5595256" y="21535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7" name="pt13537"/>
            <p:cNvSpPr/>
            <p:nvPr/>
          </p:nvSpPr>
          <p:spPr>
            <a:xfrm>
              <a:off x="5609972" y="21436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8" name="pt13538"/>
            <p:cNvSpPr/>
            <p:nvPr/>
          </p:nvSpPr>
          <p:spPr>
            <a:xfrm>
              <a:off x="5081275" y="22554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9" name="pt13539"/>
            <p:cNvSpPr/>
            <p:nvPr/>
          </p:nvSpPr>
          <p:spPr>
            <a:xfrm>
              <a:off x="5398990" y="2141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0" name="pt13540"/>
            <p:cNvSpPr/>
            <p:nvPr/>
          </p:nvSpPr>
          <p:spPr>
            <a:xfrm>
              <a:off x="5413717" y="21014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1" name="pt13541"/>
            <p:cNvSpPr/>
            <p:nvPr/>
          </p:nvSpPr>
          <p:spPr>
            <a:xfrm>
              <a:off x="5294116" y="21070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2" name="pt13542"/>
            <p:cNvSpPr/>
            <p:nvPr/>
          </p:nvSpPr>
          <p:spPr>
            <a:xfrm>
              <a:off x="5684915" y="18556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3" name="pt13543"/>
            <p:cNvSpPr/>
            <p:nvPr/>
          </p:nvSpPr>
          <p:spPr>
            <a:xfrm>
              <a:off x="5591744" y="20006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4" name="pt13544"/>
            <p:cNvSpPr/>
            <p:nvPr/>
          </p:nvSpPr>
          <p:spPr>
            <a:xfrm>
              <a:off x="5957103" y="18063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5" name="pt13545"/>
            <p:cNvSpPr/>
            <p:nvPr/>
          </p:nvSpPr>
          <p:spPr>
            <a:xfrm>
              <a:off x="5626705" y="18667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6" name="pt13546"/>
            <p:cNvSpPr/>
            <p:nvPr/>
          </p:nvSpPr>
          <p:spPr>
            <a:xfrm>
              <a:off x="5425126" y="21679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7" name="pt13547"/>
            <p:cNvSpPr/>
            <p:nvPr/>
          </p:nvSpPr>
          <p:spPr>
            <a:xfrm>
              <a:off x="5487550" y="20974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8" name="pt13548"/>
            <p:cNvSpPr/>
            <p:nvPr/>
          </p:nvSpPr>
          <p:spPr>
            <a:xfrm>
              <a:off x="5370457" y="22448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9" name="pt13549"/>
            <p:cNvSpPr/>
            <p:nvPr/>
          </p:nvSpPr>
          <p:spPr>
            <a:xfrm>
              <a:off x="5384065" y="22450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0" name="pt13550"/>
            <p:cNvSpPr/>
            <p:nvPr/>
          </p:nvSpPr>
          <p:spPr>
            <a:xfrm>
              <a:off x="5649158" y="20538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1" name="pt13551"/>
            <p:cNvSpPr/>
            <p:nvPr/>
          </p:nvSpPr>
          <p:spPr>
            <a:xfrm>
              <a:off x="5453180" y="20790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2" name="pt13552"/>
            <p:cNvSpPr/>
            <p:nvPr/>
          </p:nvSpPr>
          <p:spPr>
            <a:xfrm>
              <a:off x="4933236" y="18519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3" name="pt13553"/>
            <p:cNvSpPr/>
            <p:nvPr/>
          </p:nvSpPr>
          <p:spPr>
            <a:xfrm>
              <a:off x="5695764" y="20255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4" name="pt13554"/>
            <p:cNvSpPr/>
            <p:nvPr/>
          </p:nvSpPr>
          <p:spPr>
            <a:xfrm>
              <a:off x="5466397" y="19654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5" name="pt13555"/>
            <p:cNvSpPr/>
            <p:nvPr/>
          </p:nvSpPr>
          <p:spPr>
            <a:xfrm>
              <a:off x="4852569" y="25187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6" name="pt13556"/>
            <p:cNvSpPr/>
            <p:nvPr/>
          </p:nvSpPr>
          <p:spPr>
            <a:xfrm>
              <a:off x="5138994" y="27464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7" name="pt13557"/>
            <p:cNvSpPr/>
            <p:nvPr/>
          </p:nvSpPr>
          <p:spPr>
            <a:xfrm>
              <a:off x="5546482" y="21923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8" name="pt13558"/>
            <p:cNvSpPr/>
            <p:nvPr/>
          </p:nvSpPr>
          <p:spPr>
            <a:xfrm>
              <a:off x="5189902" y="22579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9" name="pt13559"/>
            <p:cNvSpPr/>
            <p:nvPr/>
          </p:nvSpPr>
          <p:spPr>
            <a:xfrm>
              <a:off x="5387231" y="21457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0" name="pt13560"/>
            <p:cNvSpPr/>
            <p:nvPr/>
          </p:nvSpPr>
          <p:spPr>
            <a:xfrm>
              <a:off x="5315840" y="21791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1" name="pt13561"/>
            <p:cNvSpPr/>
            <p:nvPr/>
          </p:nvSpPr>
          <p:spPr>
            <a:xfrm>
              <a:off x="5067809" y="26138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2" name="pt13562"/>
            <p:cNvSpPr/>
            <p:nvPr/>
          </p:nvSpPr>
          <p:spPr>
            <a:xfrm>
              <a:off x="5373115" y="22265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3" name="pt13563"/>
            <p:cNvSpPr/>
            <p:nvPr/>
          </p:nvSpPr>
          <p:spPr>
            <a:xfrm>
              <a:off x="5510610" y="22674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4" name="pt13564"/>
            <p:cNvSpPr/>
            <p:nvPr/>
          </p:nvSpPr>
          <p:spPr>
            <a:xfrm>
              <a:off x="5474802" y="20314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5" name="pt13565"/>
            <p:cNvSpPr/>
            <p:nvPr/>
          </p:nvSpPr>
          <p:spPr>
            <a:xfrm>
              <a:off x="4968322" y="20486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6" name="pt13566"/>
            <p:cNvSpPr/>
            <p:nvPr/>
          </p:nvSpPr>
          <p:spPr>
            <a:xfrm>
              <a:off x="5320329" y="22976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7" name="pt13567"/>
            <p:cNvSpPr/>
            <p:nvPr/>
          </p:nvSpPr>
          <p:spPr>
            <a:xfrm>
              <a:off x="5784820" y="18757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8" name="pt13568"/>
            <p:cNvSpPr/>
            <p:nvPr/>
          </p:nvSpPr>
          <p:spPr>
            <a:xfrm>
              <a:off x="5468740" y="20179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9" name="pt13569"/>
            <p:cNvSpPr/>
            <p:nvPr/>
          </p:nvSpPr>
          <p:spPr>
            <a:xfrm>
              <a:off x="5145346" y="26074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0" name="pt13570"/>
            <p:cNvSpPr/>
            <p:nvPr/>
          </p:nvSpPr>
          <p:spPr>
            <a:xfrm>
              <a:off x="5185147" y="24847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1" name="pt13571"/>
            <p:cNvSpPr/>
            <p:nvPr/>
          </p:nvSpPr>
          <p:spPr>
            <a:xfrm>
              <a:off x="5975008" y="17570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2" name="pt13572"/>
            <p:cNvSpPr/>
            <p:nvPr/>
          </p:nvSpPr>
          <p:spPr>
            <a:xfrm>
              <a:off x="5144614" y="26423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3" name="pt13573"/>
            <p:cNvSpPr/>
            <p:nvPr/>
          </p:nvSpPr>
          <p:spPr>
            <a:xfrm>
              <a:off x="4989118" y="26002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4" name="pt13574"/>
            <p:cNvSpPr/>
            <p:nvPr/>
          </p:nvSpPr>
          <p:spPr>
            <a:xfrm>
              <a:off x="5729516" y="19854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5" name="pt13575"/>
            <p:cNvSpPr/>
            <p:nvPr/>
          </p:nvSpPr>
          <p:spPr>
            <a:xfrm>
              <a:off x="5624105" y="1916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6" name="pt13576"/>
            <p:cNvSpPr/>
            <p:nvPr/>
          </p:nvSpPr>
          <p:spPr>
            <a:xfrm>
              <a:off x="5517660" y="22774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7" name="pt13577"/>
            <p:cNvSpPr/>
            <p:nvPr/>
          </p:nvSpPr>
          <p:spPr>
            <a:xfrm>
              <a:off x="5997924" y="20577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8" name="pt13578"/>
            <p:cNvSpPr/>
            <p:nvPr/>
          </p:nvSpPr>
          <p:spPr>
            <a:xfrm>
              <a:off x="5206499" y="2162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9" name="pt13579"/>
            <p:cNvSpPr/>
            <p:nvPr/>
          </p:nvSpPr>
          <p:spPr>
            <a:xfrm>
              <a:off x="5237567" y="21888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0" name="pt13580"/>
            <p:cNvSpPr/>
            <p:nvPr/>
          </p:nvSpPr>
          <p:spPr>
            <a:xfrm>
              <a:off x="5567856" y="22478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1" name="pt13581"/>
            <p:cNvSpPr/>
            <p:nvPr/>
          </p:nvSpPr>
          <p:spPr>
            <a:xfrm>
              <a:off x="5678660" y="19099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2" name="pt13582"/>
            <p:cNvSpPr/>
            <p:nvPr/>
          </p:nvSpPr>
          <p:spPr>
            <a:xfrm>
              <a:off x="5364997" y="22300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3" name="pt13583"/>
            <p:cNvSpPr/>
            <p:nvPr/>
          </p:nvSpPr>
          <p:spPr>
            <a:xfrm>
              <a:off x="5808221" y="19962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4" name="pt13584"/>
            <p:cNvSpPr/>
            <p:nvPr/>
          </p:nvSpPr>
          <p:spPr>
            <a:xfrm>
              <a:off x="5392952" y="21020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5" name="pt13585"/>
            <p:cNvSpPr/>
            <p:nvPr/>
          </p:nvSpPr>
          <p:spPr>
            <a:xfrm>
              <a:off x="4967275" y="22602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6" name="pt13586"/>
            <p:cNvSpPr/>
            <p:nvPr/>
          </p:nvSpPr>
          <p:spPr>
            <a:xfrm>
              <a:off x="5576364" y="22403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7" name="pt13587"/>
            <p:cNvSpPr/>
            <p:nvPr/>
          </p:nvSpPr>
          <p:spPr>
            <a:xfrm>
              <a:off x="5168825" y="28930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8" name="pt13588"/>
            <p:cNvSpPr/>
            <p:nvPr/>
          </p:nvSpPr>
          <p:spPr>
            <a:xfrm>
              <a:off x="5347785" y="20896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9" name="pt13589"/>
            <p:cNvSpPr/>
            <p:nvPr/>
          </p:nvSpPr>
          <p:spPr>
            <a:xfrm>
              <a:off x="5499086" y="2204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0" name="pt13590"/>
            <p:cNvSpPr/>
            <p:nvPr/>
          </p:nvSpPr>
          <p:spPr>
            <a:xfrm>
              <a:off x="5529011" y="2118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1" name="pt13591"/>
            <p:cNvSpPr/>
            <p:nvPr/>
          </p:nvSpPr>
          <p:spPr>
            <a:xfrm>
              <a:off x="5912116" y="18943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2" name="pt13592"/>
            <p:cNvSpPr/>
            <p:nvPr/>
          </p:nvSpPr>
          <p:spPr>
            <a:xfrm>
              <a:off x="5322147" y="22046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3" name="pt13593"/>
            <p:cNvSpPr/>
            <p:nvPr/>
          </p:nvSpPr>
          <p:spPr>
            <a:xfrm>
              <a:off x="5447639" y="23002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4" name="pt13594"/>
            <p:cNvSpPr/>
            <p:nvPr/>
          </p:nvSpPr>
          <p:spPr>
            <a:xfrm>
              <a:off x="5173276" y="25366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5" name="pt13595"/>
            <p:cNvSpPr/>
            <p:nvPr/>
          </p:nvSpPr>
          <p:spPr>
            <a:xfrm>
              <a:off x="5162894" y="2434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6" name="pt13596"/>
            <p:cNvSpPr/>
            <p:nvPr/>
          </p:nvSpPr>
          <p:spPr>
            <a:xfrm>
              <a:off x="5776063" y="19881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7" name="pt13597"/>
            <p:cNvSpPr/>
            <p:nvPr/>
          </p:nvSpPr>
          <p:spPr>
            <a:xfrm>
              <a:off x="5237818" y="21659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8" name="pt13598"/>
            <p:cNvSpPr/>
            <p:nvPr/>
          </p:nvSpPr>
          <p:spPr>
            <a:xfrm>
              <a:off x="5569045" y="21940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9" name="pt13599"/>
            <p:cNvSpPr/>
            <p:nvPr/>
          </p:nvSpPr>
          <p:spPr>
            <a:xfrm>
              <a:off x="5298458" y="22021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0" name="pt13600"/>
            <p:cNvSpPr/>
            <p:nvPr/>
          </p:nvSpPr>
          <p:spPr>
            <a:xfrm>
              <a:off x="5673467" y="19377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1" name="pt13601"/>
            <p:cNvSpPr/>
            <p:nvPr/>
          </p:nvSpPr>
          <p:spPr>
            <a:xfrm>
              <a:off x="5512839" y="22255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2" name="pt13602"/>
            <p:cNvSpPr/>
            <p:nvPr/>
          </p:nvSpPr>
          <p:spPr>
            <a:xfrm>
              <a:off x="5679163" y="15421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3" name="pt13603"/>
            <p:cNvSpPr/>
            <p:nvPr/>
          </p:nvSpPr>
          <p:spPr>
            <a:xfrm>
              <a:off x="5874448" y="17348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4" name="pt13604"/>
            <p:cNvSpPr/>
            <p:nvPr/>
          </p:nvSpPr>
          <p:spPr>
            <a:xfrm>
              <a:off x="5108301" y="19002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5" name="pt13605"/>
            <p:cNvSpPr/>
            <p:nvPr/>
          </p:nvSpPr>
          <p:spPr>
            <a:xfrm>
              <a:off x="5588399" y="23086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6" name="pt13606"/>
            <p:cNvSpPr/>
            <p:nvPr/>
          </p:nvSpPr>
          <p:spPr>
            <a:xfrm>
              <a:off x="5248407" y="18120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7" name="pt13607"/>
            <p:cNvSpPr/>
            <p:nvPr/>
          </p:nvSpPr>
          <p:spPr>
            <a:xfrm>
              <a:off x="5625740" y="19701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8" name="pt13608"/>
            <p:cNvSpPr/>
            <p:nvPr/>
          </p:nvSpPr>
          <p:spPr>
            <a:xfrm>
              <a:off x="5533394" y="23162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9" name="pt13609"/>
            <p:cNvSpPr/>
            <p:nvPr/>
          </p:nvSpPr>
          <p:spPr>
            <a:xfrm>
              <a:off x="5330629" y="20952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0" name="pt13610"/>
            <p:cNvSpPr/>
            <p:nvPr/>
          </p:nvSpPr>
          <p:spPr>
            <a:xfrm>
              <a:off x="5216211" y="21626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1" name="pt13611"/>
            <p:cNvSpPr/>
            <p:nvPr/>
          </p:nvSpPr>
          <p:spPr>
            <a:xfrm>
              <a:off x="4944582" y="19401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2" name="pt13612"/>
            <p:cNvSpPr/>
            <p:nvPr/>
          </p:nvSpPr>
          <p:spPr>
            <a:xfrm>
              <a:off x="5571663" y="22156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3" name="pt13613"/>
            <p:cNvSpPr/>
            <p:nvPr/>
          </p:nvSpPr>
          <p:spPr>
            <a:xfrm>
              <a:off x="5040580" y="20885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4" name="pt13614"/>
            <p:cNvSpPr/>
            <p:nvPr/>
          </p:nvSpPr>
          <p:spPr>
            <a:xfrm>
              <a:off x="5484091" y="20708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5" name="pt13615"/>
            <p:cNvSpPr/>
            <p:nvPr/>
          </p:nvSpPr>
          <p:spPr>
            <a:xfrm>
              <a:off x="5443979" y="22897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6" name="pt13616"/>
            <p:cNvSpPr/>
            <p:nvPr/>
          </p:nvSpPr>
          <p:spPr>
            <a:xfrm>
              <a:off x="5301106" y="19915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7" name="pt13617"/>
            <p:cNvSpPr/>
            <p:nvPr/>
          </p:nvSpPr>
          <p:spPr>
            <a:xfrm>
              <a:off x="5157426" y="2625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8" name="pt13618"/>
            <p:cNvSpPr/>
            <p:nvPr/>
          </p:nvSpPr>
          <p:spPr>
            <a:xfrm>
              <a:off x="5761958" y="2066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9" name="pt13619"/>
            <p:cNvSpPr/>
            <p:nvPr/>
          </p:nvSpPr>
          <p:spPr>
            <a:xfrm>
              <a:off x="5357301" y="22094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0" name="pt13620"/>
            <p:cNvSpPr/>
            <p:nvPr/>
          </p:nvSpPr>
          <p:spPr>
            <a:xfrm>
              <a:off x="5434562" y="22268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1" name="pt13621"/>
            <p:cNvSpPr/>
            <p:nvPr/>
          </p:nvSpPr>
          <p:spPr>
            <a:xfrm>
              <a:off x="5627359" y="18733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2" name="pt13622"/>
            <p:cNvSpPr/>
            <p:nvPr/>
          </p:nvSpPr>
          <p:spPr>
            <a:xfrm>
              <a:off x="5265604" y="21473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3" name="pt13623"/>
            <p:cNvSpPr/>
            <p:nvPr/>
          </p:nvSpPr>
          <p:spPr>
            <a:xfrm>
              <a:off x="5584125" y="22540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4" name="pt13624"/>
            <p:cNvSpPr/>
            <p:nvPr/>
          </p:nvSpPr>
          <p:spPr>
            <a:xfrm>
              <a:off x="5638424" y="21487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5" name="pt13625"/>
            <p:cNvSpPr/>
            <p:nvPr/>
          </p:nvSpPr>
          <p:spPr>
            <a:xfrm>
              <a:off x="5566691" y="21834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6" name="pt13626"/>
            <p:cNvSpPr/>
            <p:nvPr/>
          </p:nvSpPr>
          <p:spPr>
            <a:xfrm>
              <a:off x="5631837" y="21186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7" name="pt13627"/>
            <p:cNvSpPr/>
            <p:nvPr/>
          </p:nvSpPr>
          <p:spPr>
            <a:xfrm>
              <a:off x="5553469" y="22914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8" name="pt13628"/>
            <p:cNvSpPr/>
            <p:nvPr/>
          </p:nvSpPr>
          <p:spPr>
            <a:xfrm>
              <a:off x="5585139" y="21916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9" name="pt13629"/>
            <p:cNvSpPr/>
            <p:nvPr/>
          </p:nvSpPr>
          <p:spPr>
            <a:xfrm>
              <a:off x="5456095" y="20755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0" name="pt13630"/>
            <p:cNvSpPr/>
            <p:nvPr/>
          </p:nvSpPr>
          <p:spPr>
            <a:xfrm>
              <a:off x="5359607" y="22507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1" name="pt13631"/>
            <p:cNvSpPr/>
            <p:nvPr/>
          </p:nvSpPr>
          <p:spPr>
            <a:xfrm>
              <a:off x="4984851" y="27921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2" name="pt13632"/>
            <p:cNvSpPr/>
            <p:nvPr/>
          </p:nvSpPr>
          <p:spPr>
            <a:xfrm>
              <a:off x="5995547" y="23777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3" name="pt13633"/>
            <p:cNvSpPr/>
            <p:nvPr/>
          </p:nvSpPr>
          <p:spPr>
            <a:xfrm>
              <a:off x="5444249" y="22606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4" name="pt13634"/>
            <p:cNvSpPr/>
            <p:nvPr/>
          </p:nvSpPr>
          <p:spPr>
            <a:xfrm>
              <a:off x="5454638" y="22215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5" name="pt13635"/>
            <p:cNvSpPr/>
            <p:nvPr/>
          </p:nvSpPr>
          <p:spPr>
            <a:xfrm>
              <a:off x="5628090" y="18487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6" name="pt13636"/>
            <p:cNvSpPr/>
            <p:nvPr/>
          </p:nvSpPr>
          <p:spPr>
            <a:xfrm>
              <a:off x="5352459" y="22600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7" name="pt13637"/>
            <p:cNvSpPr/>
            <p:nvPr/>
          </p:nvSpPr>
          <p:spPr>
            <a:xfrm>
              <a:off x="5259341" y="19865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8" name="pt13638"/>
            <p:cNvSpPr/>
            <p:nvPr/>
          </p:nvSpPr>
          <p:spPr>
            <a:xfrm>
              <a:off x="5417716" y="22388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9" name="pt13639"/>
            <p:cNvSpPr/>
            <p:nvPr/>
          </p:nvSpPr>
          <p:spPr>
            <a:xfrm>
              <a:off x="5924968" y="18899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0" name="pt13640"/>
            <p:cNvSpPr/>
            <p:nvPr/>
          </p:nvSpPr>
          <p:spPr>
            <a:xfrm>
              <a:off x="5918718" y="16776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1" name="pt13641"/>
            <p:cNvSpPr/>
            <p:nvPr/>
          </p:nvSpPr>
          <p:spPr>
            <a:xfrm>
              <a:off x="5700366" y="19531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2" name="pt13642"/>
            <p:cNvSpPr/>
            <p:nvPr/>
          </p:nvSpPr>
          <p:spPr>
            <a:xfrm>
              <a:off x="5486447" y="21467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3" name="pt13643"/>
            <p:cNvSpPr/>
            <p:nvPr/>
          </p:nvSpPr>
          <p:spPr>
            <a:xfrm>
              <a:off x="4855342" y="24428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4" name="pt13644"/>
            <p:cNvSpPr/>
            <p:nvPr/>
          </p:nvSpPr>
          <p:spPr>
            <a:xfrm>
              <a:off x="5292943" y="21008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5" name="pt13645"/>
            <p:cNvSpPr/>
            <p:nvPr/>
          </p:nvSpPr>
          <p:spPr>
            <a:xfrm>
              <a:off x="5547864" y="22406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6" name="pt13646"/>
            <p:cNvSpPr/>
            <p:nvPr/>
          </p:nvSpPr>
          <p:spPr>
            <a:xfrm>
              <a:off x="4929897" y="18765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7" name="pt13647"/>
            <p:cNvSpPr/>
            <p:nvPr/>
          </p:nvSpPr>
          <p:spPr>
            <a:xfrm>
              <a:off x="5621906" y="1952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8" name="pt13648"/>
            <p:cNvSpPr/>
            <p:nvPr/>
          </p:nvSpPr>
          <p:spPr>
            <a:xfrm>
              <a:off x="5417923" y="21213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9" name="pt13649"/>
            <p:cNvSpPr/>
            <p:nvPr/>
          </p:nvSpPr>
          <p:spPr>
            <a:xfrm>
              <a:off x="5085292" y="26913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0" name="pt13650"/>
            <p:cNvSpPr/>
            <p:nvPr/>
          </p:nvSpPr>
          <p:spPr>
            <a:xfrm>
              <a:off x="5372325" y="22840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1" name="pt13651"/>
            <p:cNvSpPr/>
            <p:nvPr/>
          </p:nvSpPr>
          <p:spPr>
            <a:xfrm>
              <a:off x="5626678" y="19057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2" name="pt13652"/>
            <p:cNvSpPr/>
            <p:nvPr/>
          </p:nvSpPr>
          <p:spPr>
            <a:xfrm>
              <a:off x="5538034" y="21800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3" name="pt13653"/>
            <p:cNvSpPr/>
            <p:nvPr/>
          </p:nvSpPr>
          <p:spPr>
            <a:xfrm>
              <a:off x="5173005" y="26304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4" name="pt13654"/>
            <p:cNvSpPr/>
            <p:nvPr/>
          </p:nvSpPr>
          <p:spPr>
            <a:xfrm>
              <a:off x="5387333" y="22072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5" name="pt13655"/>
            <p:cNvSpPr/>
            <p:nvPr/>
          </p:nvSpPr>
          <p:spPr>
            <a:xfrm>
              <a:off x="5476392" y="18547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6" name="pt13656"/>
            <p:cNvSpPr/>
            <p:nvPr/>
          </p:nvSpPr>
          <p:spPr>
            <a:xfrm>
              <a:off x="5672568" y="18698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7" name="pt13657"/>
            <p:cNvSpPr/>
            <p:nvPr/>
          </p:nvSpPr>
          <p:spPr>
            <a:xfrm>
              <a:off x="5543132" y="20189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8" name="pt13658"/>
            <p:cNvSpPr/>
            <p:nvPr/>
          </p:nvSpPr>
          <p:spPr>
            <a:xfrm>
              <a:off x="5112617" y="22603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9" name="pt13659"/>
            <p:cNvSpPr/>
            <p:nvPr/>
          </p:nvSpPr>
          <p:spPr>
            <a:xfrm>
              <a:off x="5351265" y="20759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0" name="pt13660"/>
            <p:cNvSpPr/>
            <p:nvPr/>
          </p:nvSpPr>
          <p:spPr>
            <a:xfrm>
              <a:off x="5348922" y="22757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1" name="pt13661"/>
            <p:cNvSpPr/>
            <p:nvPr/>
          </p:nvSpPr>
          <p:spPr>
            <a:xfrm>
              <a:off x="5510429" y="23100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2" name="pt13662"/>
            <p:cNvSpPr/>
            <p:nvPr/>
          </p:nvSpPr>
          <p:spPr>
            <a:xfrm>
              <a:off x="5484522" y="20518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3" name="pt13663"/>
            <p:cNvSpPr/>
            <p:nvPr/>
          </p:nvSpPr>
          <p:spPr>
            <a:xfrm>
              <a:off x="5332158" y="22122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4" name="pt13664"/>
            <p:cNvSpPr/>
            <p:nvPr/>
          </p:nvSpPr>
          <p:spPr>
            <a:xfrm>
              <a:off x="5537216" y="22464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5" name="pt13665"/>
            <p:cNvSpPr/>
            <p:nvPr/>
          </p:nvSpPr>
          <p:spPr>
            <a:xfrm>
              <a:off x="5399741" y="2163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6" name="pt13666"/>
            <p:cNvSpPr/>
            <p:nvPr/>
          </p:nvSpPr>
          <p:spPr>
            <a:xfrm>
              <a:off x="5270764" y="21815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7" name="pt13667"/>
            <p:cNvSpPr/>
            <p:nvPr/>
          </p:nvSpPr>
          <p:spPr>
            <a:xfrm>
              <a:off x="5582989" y="22512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8" name="pt13668"/>
            <p:cNvSpPr/>
            <p:nvPr/>
          </p:nvSpPr>
          <p:spPr>
            <a:xfrm>
              <a:off x="5819408" y="18511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9" name="pt13669"/>
            <p:cNvSpPr/>
            <p:nvPr/>
          </p:nvSpPr>
          <p:spPr>
            <a:xfrm>
              <a:off x="5399683" y="22613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0" name="pt13670"/>
            <p:cNvSpPr/>
            <p:nvPr/>
          </p:nvSpPr>
          <p:spPr>
            <a:xfrm>
              <a:off x="5103734" y="21920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1" name="pt13671"/>
            <p:cNvSpPr/>
            <p:nvPr/>
          </p:nvSpPr>
          <p:spPr>
            <a:xfrm>
              <a:off x="5485846" y="19785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2" name="pt13672"/>
            <p:cNvSpPr/>
            <p:nvPr/>
          </p:nvSpPr>
          <p:spPr>
            <a:xfrm>
              <a:off x="5504079" y="22420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3" name="pt13673"/>
            <p:cNvSpPr/>
            <p:nvPr/>
          </p:nvSpPr>
          <p:spPr>
            <a:xfrm>
              <a:off x="5352273" y="2216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4" name="pt13674"/>
            <p:cNvSpPr/>
            <p:nvPr/>
          </p:nvSpPr>
          <p:spPr>
            <a:xfrm>
              <a:off x="5343716" y="21816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5" name="pt13675"/>
            <p:cNvSpPr/>
            <p:nvPr/>
          </p:nvSpPr>
          <p:spPr>
            <a:xfrm>
              <a:off x="5408603" y="22554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6" name="pt13676"/>
            <p:cNvSpPr/>
            <p:nvPr/>
          </p:nvSpPr>
          <p:spPr>
            <a:xfrm>
              <a:off x="5887774" y="19423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7" name="pt13677"/>
            <p:cNvSpPr/>
            <p:nvPr/>
          </p:nvSpPr>
          <p:spPr>
            <a:xfrm>
              <a:off x="5604157" y="19626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8" name="pt13678"/>
            <p:cNvSpPr/>
            <p:nvPr/>
          </p:nvSpPr>
          <p:spPr>
            <a:xfrm>
              <a:off x="4888814" y="28515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9" name="pt13679"/>
            <p:cNvSpPr/>
            <p:nvPr/>
          </p:nvSpPr>
          <p:spPr>
            <a:xfrm>
              <a:off x="5606378" y="21242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0" name="pt13680"/>
            <p:cNvSpPr/>
            <p:nvPr/>
          </p:nvSpPr>
          <p:spPr>
            <a:xfrm>
              <a:off x="5834398" y="1822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1" name="pt13681"/>
            <p:cNvSpPr/>
            <p:nvPr/>
          </p:nvSpPr>
          <p:spPr>
            <a:xfrm>
              <a:off x="5469078" y="19836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2" name="pt13682"/>
            <p:cNvSpPr/>
            <p:nvPr/>
          </p:nvSpPr>
          <p:spPr>
            <a:xfrm>
              <a:off x="5595040" y="2052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3" name="pt13683"/>
            <p:cNvSpPr/>
            <p:nvPr/>
          </p:nvSpPr>
          <p:spPr>
            <a:xfrm>
              <a:off x="5251679" y="21361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4" name="pt13684"/>
            <p:cNvSpPr/>
            <p:nvPr/>
          </p:nvSpPr>
          <p:spPr>
            <a:xfrm>
              <a:off x="5425713" y="22796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5" name="pt13685"/>
            <p:cNvSpPr/>
            <p:nvPr/>
          </p:nvSpPr>
          <p:spPr>
            <a:xfrm>
              <a:off x="5366988" y="22465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6" name="pt13686"/>
            <p:cNvSpPr/>
            <p:nvPr/>
          </p:nvSpPr>
          <p:spPr>
            <a:xfrm>
              <a:off x="5617265" y="19462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7" name="pt13687"/>
            <p:cNvSpPr/>
            <p:nvPr/>
          </p:nvSpPr>
          <p:spPr>
            <a:xfrm>
              <a:off x="5277621" y="22467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8" name="pt13688"/>
            <p:cNvSpPr/>
            <p:nvPr/>
          </p:nvSpPr>
          <p:spPr>
            <a:xfrm>
              <a:off x="5219140" y="20959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9" name="pt13689"/>
            <p:cNvSpPr/>
            <p:nvPr/>
          </p:nvSpPr>
          <p:spPr>
            <a:xfrm>
              <a:off x="5448688" y="23090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0" name="pt13690"/>
            <p:cNvSpPr/>
            <p:nvPr/>
          </p:nvSpPr>
          <p:spPr>
            <a:xfrm>
              <a:off x="5060403" y="22757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1" name="pt13691"/>
            <p:cNvSpPr/>
            <p:nvPr/>
          </p:nvSpPr>
          <p:spPr>
            <a:xfrm>
              <a:off x="5686994" y="16238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2" name="pt13692"/>
            <p:cNvSpPr/>
            <p:nvPr/>
          </p:nvSpPr>
          <p:spPr>
            <a:xfrm>
              <a:off x="5402802" y="22295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3" name="pt13693"/>
            <p:cNvSpPr/>
            <p:nvPr/>
          </p:nvSpPr>
          <p:spPr>
            <a:xfrm>
              <a:off x="5457880" y="21723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4" name="pt13694"/>
            <p:cNvSpPr/>
            <p:nvPr/>
          </p:nvSpPr>
          <p:spPr>
            <a:xfrm>
              <a:off x="5024087" y="26697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5" name="pt13695"/>
            <p:cNvSpPr/>
            <p:nvPr/>
          </p:nvSpPr>
          <p:spPr>
            <a:xfrm>
              <a:off x="4971061" y="25757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6" name="pt13696"/>
            <p:cNvSpPr/>
            <p:nvPr/>
          </p:nvSpPr>
          <p:spPr>
            <a:xfrm>
              <a:off x="5643601" y="20849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7" name="pt13697"/>
            <p:cNvSpPr/>
            <p:nvPr/>
          </p:nvSpPr>
          <p:spPr>
            <a:xfrm>
              <a:off x="5678443" y="18501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8" name="pt13698"/>
            <p:cNvSpPr/>
            <p:nvPr/>
          </p:nvSpPr>
          <p:spPr>
            <a:xfrm>
              <a:off x="5590567" y="19160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9" name="pt13699"/>
            <p:cNvSpPr/>
            <p:nvPr/>
          </p:nvSpPr>
          <p:spPr>
            <a:xfrm>
              <a:off x="5903500" y="18713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0" name="pt13700"/>
            <p:cNvSpPr/>
            <p:nvPr/>
          </p:nvSpPr>
          <p:spPr>
            <a:xfrm>
              <a:off x="5328266" y="21154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1" name="pt13701"/>
            <p:cNvSpPr/>
            <p:nvPr/>
          </p:nvSpPr>
          <p:spPr>
            <a:xfrm>
              <a:off x="5632083" y="2113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2" name="pt13702"/>
            <p:cNvSpPr/>
            <p:nvPr/>
          </p:nvSpPr>
          <p:spPr>
            <a:xfrm>
              <a:off x="5391772" y="20926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3" name="pt13703"/>
            <p:cNvSpPr/>
            <p:nvPr/>
          </p:nvSpPr>
          <p:spPr>
            <a:xfrm>
              <a:off x="5410562" y="21808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4" name="pt13704"/>
            <p:cNvSpPr/>
            <p:nvPr/>
          </p:nvSpPr>
          <p:spPr>
            <a:xfrm>
              <a:off x="5395584" y="21815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5" name="pt13705"/>
            <p:cNvSpPr/>
            <p:nvPr/>
          </p:nvSpPr>
          <p:spPr>
            <a:xfrm>
              <a:off x="5448140" y="22613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6" name="pt13706"/>
            <p:cNvSpPr/>
            <p:nvPr/>
          </p:nvSpPr>
          <p:spPr>
            <a:xfrm>
              <a:off x="5688942" y="1801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7" name="pt13707"/>
            <p:cNvSpPr/>
            <p:nvPr/>
          </p:nvSpPr>
          <p:spPr>
            <a:xfrm>
              <a:off x="5504693" y="21430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8" name="pt13708"/>
            <p:cNvSpPr/>
            <p:nvPr/>
          </p:nvSpPr>
          <p:spPr>
            <a:xfrm>
              <a:off x="5575162" y="22860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9" name="pt13709"/>
            <p:cNvSpPr/>
            <p:nvPr/>
          </p:nvSpPr>
          <p:spPr>
            <a:xfrm>
              <a:off x="5929827" y="16433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0" name="pt13710"/>
            <p:cNvSpPr/>
            <p:nvPr/>
          </p:nvSpPr>
          <p:spPr>
            <a:xfrm>
              <a:off x="5590692" y="19169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1" name="pt13711"/>
            <p:cNvSpPr/>
            <p:nvPr/>
          </p:nvSpPr>
          <p:spPr>
            <a:xfrm>
              <a:off x="5283354" y="22414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2" name="pt13712"/>
            <p:cNvSpPr/>
            <p:nvPr/>
          </p:nvSpPr>
          <p:spPr>
            <a:xfrm>
              <a:off x="5762588" y="20856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3" name="pt13713"/>
            <p:cNvSpPr/>
            <p:nvPr/>
          </p:nvSpPr>
          <p:spPr>
            <a:xfrm>
              <a:off x="5256821" y="2014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4" name="pt13714"/>
            <p:cNvSpPr/>
            <p:nvPr/>
          </p:nvSpPr>
          <p:spPr>
            <a:xfrm>
              <a:off x="5548894" y="21616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5" name="pt13715"/>
            <p:cNvSpPr/>
            <p:nvPr/>
          </p:nvSpPr>
          <p:spPr>
            <a:xfrm>
              <a:off x="5289349" y="21175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6" name="pt13716"/>
            <p:cNvSpPr/>
            <p:nvPr/>
          </p:nvSpPr>
          <p:spPr>
            <a:xfrm>
              <a:off x="5533736" y="21659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7" name="pt13717"/>
            <p:cNvSpPr/>
            <p:nvPr/>
          </p:nvSpPr>
          <p:spPr>
            <a:xfrm>
              <a:off x="5432839" y="20815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8" name="pt13718"/>
            <p:cNvSpPr/>
            <p:nvPr/>
          </p:nvSpPr>
          <p:spPr>
            <a:xfrm>
              <a:off x="4841888" y="24941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9" name="pt13719"/>
            <p:cNvSpPr/>
            <p:nvPr/>
          </p:nvSpPr>
          <p:spPr>
            <a:xfrm>
              <a:off x="5583146" y="2282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0" name="pt13720"/>
            <p:cNvSpPr/>
            <p:nvPr/>
          </p:nvSpPr>
          <p:spPr>
            <a:xfrm>
              <a:off x="5291473" y="21579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1" name="pt13721"/>
            <p:cNvSpPr/>
            <p:nvPr/>
          </p:nvSpPr>
          <p:spPr>
            <a:xfrm>
              <a:off x="5486949" y="20735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2" name="pt13722"/>
            <p:cNvSpPr/>
            <p:nvPr/>
          </p:nvSpPr>
          <p:spPr>
            <a:xfrm>
              <a:off x="5765340" y="18895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3" name="pt13723"/>
            <p:cNvSpPr/>
            <p:nvPr/>
          </p:nvSpPr>
          <p:spPr>
            <a:xfrm>
              <a:off x="5250369" y="18170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4" name="pt13724"/>
            <p:cNvSpPr/>
            <p:nvPr/>
          </p:nvSpPr>
          <p:spPr>
            <a:xfrm>
              <a:off x="5563807" y="22932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5" name="pt13725"/>
            <p:cNvSpPr/>
            <p:nvPr/>
          </p:nvSpPr>
          <p:spPr>
            <a:xfrm>
              <a:off x="5229193" y="20982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6" name="pt13726"/>
            <p:cNvSpPr/>
            <p:nvPr/>
          </p:nvSpPr>
          <p:spPr>
            <a:xfrm>
              <a:off x="5474168" y="20271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7" name="pt13727"/>
            <p:cNvSpPr/>
            <p:nvPr/>
          </p:nvSpPr>
          <p:spPr>
            <a:xfrm>
              <a:off x="5246041" y="2193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8" name="pt13728"/>
            <p:cNvSpPr/>
            <p:nvPr/>
          </p:nvSpPr>
          <p:spPr>
            <a:xfrm>
              <a:off x="5501238" y="21470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9" name="pt13729"/>
            <p:cNvSpPr/>
            <p:nvPr/>
          </p:nvSpPr>
          <p:spPr>
            <a:xfrm>
              <a:off x="5813053" y="18046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0" name="pt13730"/>
            <p:cNvSpPr/>
            <p:nvPr/>
          </p:nvSpPr>
          <p:spPr>
            <a:xfrm>
              <a:off x="5518200" y="22929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1" name="pt13731"/>
            <p:cNvSpPr/>
            <p:nvPr/>
          </p:nvSpPr>
          <p:spPr>
            <a:xfrm>
              <a:off x="5316476" y="22242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2" name="pt13732"/>
            <p:cNvSpPr/>
            <p:nvPr/>
          </p:nvSpPr>
          <p:spPr>
            <a:xfrm>
              <a:off x="5460602" y="2230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3" name="pt13733"/>
            <p:cNvSpPr/>
            <p:nvPr/>
          </p:nvSpPr>
          <p:spPr>
            <a:xfrm>
              <a:off x="5073193" y="25311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4" name="pt13734"/>
            <p:cNvSpPr/>
            <p:nvPr/>
          </p:nvSpPr>
          <p:spPr>
            <a:xfrm>
              <a:off x="5580080" y="21980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5" name="pt13735"/>
            <p:cNvSpPr/>
            <p:nvPr/>
          </p:nvSpPr>
          <p:spPr>
            <a:xfrm>
              <a:off x="5362417" y="21347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6" name="pt13736"/>
            <p:cNvSpPr/>
            <p:nvPr/>
          </p:nvSpPr>
          <p:spPr>
            <a:xfrm>
              <a:off x="5140796" y="26260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7" name="pt13737"/>
            <p:cNvSpPr/>
            <p:nvPr/>
          </p:nvSpPr>
          <p:spPr>
            <a:xfrm>
              <a:off x="4908881" y="29540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8" name="pt13738"/>
            <p:cNvSpPr/>
            <p:nvPr/>
          </p:nvSpPr>
          <p:spPr>
            <a:xfrm>
              <a:off x="5277257" y="22274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9" name="pt13739"/>
            <p:cNvSpPr/>
            <p:nvPr/>
          </p:nvSpPr>
          <p:spPr>
            <a:xfrm>
              <a:off x="5166491" y="27648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0" name="pt13740"/>
            <p:cNvSpPr/>
            <p:nvPr/>
          </p:nvSpPr>
          <p:spPr>
            <a:xfrm>
              <a:off x="5248710" y="19859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1" name="pt13741"/>
            <p:cNvSpPr/>
            <p:nvPr/>
          </p:nvSpPr>
          <p:spPr>
            <a:xfrm>
              <a:off x="5441952" y="23018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2" name="pt13742"/>
            <p:cNvSpPr/>
            <p:nvPr/>
          </p:nvSpPr>
          <p:spPr>
            <a:xfrm>
              <a:off x="5414909" y="21992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3" name="pt13743"/>
            <p:cNvSpPr/>
            <p:nvPr/>
          </p:nvSpPr>
          <p:spPr>
            <a:xfrm>
              <a:off x="5588959" y="20165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4" name="pt13744"/>
            <p:cNvSpPr/>
            <p:nvPr/>
          </p:nvSpPr>
          <p:spPr>
            <a:xfrm>
              <a:off x="5754434" y="18447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5" name="pt13745"/>
            <p:cNvSpPr/>
            <p:nvPr/>
          </p:nvSpPr>
          <p:spPr>
            <a:xfrm>
              <a:off x="5309194" y="2083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6" name="pt13746"/>
            <p:cNvSpPr/>
            <p:nvPr/>
          </p:nvSpPr>
          <p:spPr>
            <a:xfrm>
              <a:off x="5625542" y="20570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7" name="pt13747"/>
            <p:cNvSpPr/>
            <p:nvPr/>
          </p:nvSpPr>
          <p:spPr>
            <a:xfrm>
              <a:off x="5664595" y="19687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8" name="pt13748"/>
            <p:cNvSpPr/>
            <p:nvPr/>
          </p:nvSpPr>
          <p:spPr>
            <a:xfrm>
              <a:off x="5394786" y="20714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9" name="pt13749"/>
            <p:cNvSpPr/>
            <p:nvPr/>
          </p:nvSpPr>
          <p:spPr>
            <a:xfrm>
              <a:off x="5131506" y="25847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0" name="pt13750"/>
            <p:cNvSpPr/>
            <p:nvPr/>
          </p:nvSpPr>
          <p:spPr>
            <a:xfrm>
              <a:off x="5397132" y="21343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1" name="pt13751"/>
            <p:cNvSpPr/>
            <p:nvPr/>
          </p:nvSpPr>
          <p:spPr>
            <a:xfrm>
              <a:off x="5611455" y="20707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2" name="pt13752"/>
            <p:cNvSpPr/>
            <p:nvPr/>
          </p:nvSpPr>
          <p:spPr>
            <a:xfrm>
              <a:off x="5602640" y="19994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3" name="pt13753"/>
            <p:cNvSpPr/>
            <p:nvPr/>
          </p:nvSpPr>
          <p:spPr>
            <a:xfrm>
              <a:off x="5132568" y="25642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4" name="pt13754"/>
            <p:cNvSpPr/>
            <p:nvPr/>
          </p:nvSpPr>
          <p:spPr>
            <a:xfrm>
              <a:off x="5234489" y="22231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5" name="pt13755"/>
            <p:cNvSpPr/>
            <p:nvPr/>
          </p:nvSpPr>
          <p:spPr>
            <a:xfrm>
              <a:off x="5516535" y="21553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6" name="pt13756"/>
            <p:cNvSpPr/>
            <p:nvPr/>
          </p:nvSpPr>
          <p:spPr>
            <a:xfrm>
              <a:off x="5714136" y="20259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7" name="pt13757"/>
            <p:cNvSpPr/>
            <p:nvPr/>
          </p:nvSpPr>
          <p:spPr>
            <a:xfrm>
              <a:off x="5032123" y="22204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8" name="pt13758"/>
            <p:cNvSpPr/>
            <p:nvPr/>
          </p:nvSpPr>
          <p:spPr>
            <a:xfrm>
              <a:off x="5297166" y="21100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9" name="pt13759"/>
            <p:cNvSpPr/>
            <p:nvPr/>
          </p:nvSpPr>
          <p:spPr>
            <a:xfrm>
              <a:off x="5198309" y="23994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0" name="pt13760"/>
            <p:cNvSpPr/>
            <p:nvPr/>
          </p:nvSpPr>
          <p:spPr>
            <a:xfrm>
              <a:off x="5686329" y="17434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1" name="pt13761"/>
            <p:cNvSpPr/>
            <p:nvPr/>
          </p:nvSpPr>
          <p:spPr>
            <a:xfrm>
              <a:off x="5394648" y="21590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2" name="pt13762"/>
            <p:cNvSpPr/>
            <p:nvPr/>
          </p:nvSpPr>
          <p:spPr>
            <a:xfrm>
              <a:off x="4934221" y="18557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3" name="pt13763"/>
            <p:cNvSpPr/>
            <p:nvPr/>
          </p:nvSpPr>
          <p:spPr>
            <a:xfrm>
              <a:off x="5444072" y="22264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4" name="pt13764"/>
            <p:cNvSpPr/>
            <p:nvPr/>
          </p:nvSpPr>
          <p:spPr>
            <a:xfrm>
              <a:off x="5141018" y="26323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5" name="pt13765"/>
            <p:cNvSpPr/>
            <p:nvPr/>
          </p:nvSpPr>
          <p:spPr>
            <a:xfrm>
              <a:off x="5519044" y="22744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6" name="pt13766"/>
            <p:cNvSpPr/>
            <p:nvPr/>
          </p:nvSpPr>
          <p:spPr>
            <a:xfrm>
              <a:off x="4979133" y="25113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7" name="pt13767"/>
            <p:cNvSpPr/>
            <p:nvPr/>
          </p:nvSpPr>
          <p:spPr>
            <a:xfrm>
              <a:off x="5245616" y="21204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8" name="pt13768"/>
            <p:cNvSpPr/>
            <p:nvPr/>
          </p:nvSpPr>
          <p:spPr>
            <a:xfrm>
              <a:off x="5588234" y="22891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9" name="pt13769"/>
            <p:cNvSpPr/>
            <p:nvPr/>
          </p:nvSpPr>
          <p:spPr>
            <a:xfrm>
              <a:off x="5279366" y="23272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0" name="pt13770"/>
            <p:cNvSpPr/>
            <p:nvPr/>
          </p:nvSpPr>
          <p:spPr>
            <a:xfrm>
              <a:off x="5420180" y="20103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1" name="pt13771"/>
            <p:cNvSpPr/>
            <p:nvPr/>
          </p:nvSpPr>
          <p:spPr>
            <a:xfrm>
              <a:off x="5053061" y="22157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2" name="pt13772"/>
            <p:cNvSpPr/>
            <p:nvPr/>
          </p:nvSpPr>
          <p:spPr>
            <a:xfrm>
              <a:off x="5605898" y="19966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3" name="pt13773"/>
            <p:cNvSpPr/>
            <p:nvPr/>
          </p:nvSpPr>
          <p:spPr>
            <a:xfrm>
              <a:off x="6087447" y="17785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4" name="pt13774"/>
            <p:cNvSpPr/>
            <p:nvPr/>
          </p:nvSpPr>
          <p:spPr>
            <a:xfrm>
              <a:off x="5259460" y="22296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5" name="pt13775"/>
            <p:cNvSpPr/>
            <p:nvPr/>
          </p:nvSpPr>
          <p:spPr>
            <a:xfrm>
              <a:off x="4822665" y="26666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6" name="pt13776"/>
            <p:cNvSpPr/>
            <p:nvPr/>
          </p:nvSpPr>
          <p:spPr>
            <a:xfrm>
              <a:off x="5712643" y="19869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7" name="pt13777"/>
            <p:cNvSpPr/>
            <p:nvPr/>
          </p:nvSpPr>
          <p:spPr>
            <a:xfrm>
              <a:off x="5316540" y="21741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8" name="pt13778"/>
            <p:cNvSpPr/>
            <p:nvPr/>
          </p:nvSpPr>
          <p:spPr>
            <a:xfrm>
              <a:off x="5641906" y="20870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9" name="pt13779"/>
            <p:cNvSpPr/>
            <p:nvPr/>
          </p:nvSpPr>
          <p:spPr>
            <a:xfrm>
              <a:off x="5763470" y="19127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0" name="pt13780"/>
            <p:cNvSpPr/>
            <p:nvPr/>
          </p:nvSpPr>
          <p:spPr>
            <a:xfrm>
              <a:off x="5549546" y="22000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1" name="pt13781"/>
            <p:cNvSpPr/>
            <p:nvPr/>
          </p:nvSpPr>
          <p:spPr>
            <a:xfrm>
              <a:off x="5270509" y="2134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2" name="pt13782"/>
            <p:cNvSpPr/>
            <p:nvPr/>
          </p:nvSpPr>
          <p:spPr>
            <a:xfrm>
              <a:off x="5464832" y="2063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3" name="pt13783"/>
            <p:cNvSpPr/>
            <p:nvPr/>
          </p:nvSpPr>
          <p:spPr>
            <a:xfrm>
              <a:off x="5422034" y="22256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4" name="pt13784"/>
            <p:cNvSpPr/>
            <p:nvPr/>
          </p:nvSpPr>
          <p:spPr>
            <a:xfrm>
              <a:off x="5098393" y="26481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5" name="pt13785"/>
            <p:cNvSpPr/>
            <p:nvPr/>
          </p:nvSpPr>
          <p:spPr>
            <a:xfrm>
              <a:off x="5497901" y="21383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6" name="pt13786"/>
            <p:cNvSpPr/>
            <p:nvPr/>
          </p:nvSpPr>
          <p:spPr>
            <a:xfrm>
              <a:off x="5232306" y="20408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7" name="pt13787"/>
            <p:cNvSpPr/>
            <p:nvPr/>
          </p:nvSpPr>
          <p:spPr>
            <a:xfrm>
              <a:off x="5117998" y="24913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8" name="pt13788"/>
            <p:cNvSpPr/>
            <p:nvPr/>
          </p:nvSpPr>
          <p:spPr>
            <a:xfrm>
              <a:off x="5547035" y="21878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9" name="pt13789"/>
            <p:cNvSpPr/>
            <p:nvPr/>
          </p:nvSpPr>
          <p:spPr>
            <a:xfrm>
              <a:off x="5198716" y="23243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0" name="pt13790"/>
            <p:cNvSpPr/>
            <p:nvPr/>
          </p:nvSpPr>
          <p:spPr>
            <a:xfrm>
              <a:off x="5296442" y="21782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1" name="pt13791"/>
            <p:cNvSpPr/>
            <p:nvPr/>
          </p:nvSpPr>
          <p:spPr>
            <a:xfrm>
              <a:off x="5562737" y="22691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2" name="pt13792"/>
            <p:cNvSpPr/>
            <p:nvPr/>
          </p:nvSpPr>
          <p:spPr>
            <a:xfrm>
              <a:off x="5720562" y="1808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3" name="pt13793"/>
            <p:cNvSpPr/>
            <p:nvPr/>
          </p:nvSpPr>
          <p:spPr>
            <a:xfrm>
              <a:off x="5230046" y="21859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4" name="pt13794"/>
            <p:cNvSpPr/>
            <p:nvPr/>
          </p:nvSpPr>
          <p:spPr>
            <a:xfrm>
              <a:off x="5441151" y="2130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5" name="pt13795"/>
            <p:cNvSpPr/>
            <p:nvPr/>
          </p:nvSpPr>
          <p:spPr>
            <a:xfrm>
              <a:off x="4951356" y="19886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6" name="pt13796"/>
            <p:cNvSpPr/>
            <p:nvPr/>
          </p:nvSpPr>
          <p:spPr>
            <a:xfrm>
              <a:off x="5237212" y="2172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7" name="pt13797"/>
            <p:cNvSpPr/>
            <p:nvPr/>
          </p:nvSpPr>
          <p:spPr>
            <a:xfrm>
              <a:off x="5634631" y="21548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8" name="pt13798"/>
            <p:cNvSpPr/>
            <p:nvPr/>
          </p:nvSpPr>
          <p:spPr>
            <a:xfrm>
              <a:off x="5639750" y="20346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9" name="pt13799"/>
            <p:cNvSpPr/>
            <p:nvPr/>
          </p:nvSpPr>
          <p:spPr>
            <a:xfrm>
              <a:off x="5732662" y="18095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0" name="pt13800"/>
            <p:cNvSpPr/>
            <p:nvPr/>
          </p:nvSpPr>
          <p:spPr>
            <a:xfrm>
              <a:off x="5165653" y="26645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1" name="pt13801"/>
            <p:cNvSpPr/>
            <p:nvPr/>
          </p:nvSpPr>
          <p:spPr>
            <a:xfrm>
              <a:off x="5168758" y="26442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2" name="pt13802"/>
            <p:cNvSpPr/>
            <p:nvPr/>
          </p:nvSpPr>
          <p:spPr>
            <a:xfrm>
              <a:off x="5917922" y="18303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3" name="pt13803"/>
            <p:cNvSpPr/>
            <p:nvPr/>
          </p:nvSpPr>
          <p:spPr>
            <a:xfrm>
              <a:off x="5213940" y="22678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4" name="pt13804"/>
            <p:cNvSpPr/>
            <p:nvPr/>
          </p:nvSpPr>
          <p:spPr>
            <a:xfrm>
              <a:off x="5362686" y="22327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5" name="pt13805"/>
            <p:cNvSpPr/>
            <p:nvPr/>
          </p:nvSpPr>
          <p:spPr>
            <a:xfrm>
              <a:off x="5433544" y="22205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6" name="pt13806"/>
            <p:cNvSpPr/>
            <p:nvPr/>
          </p:nvSpPr>
          <p:spPr>
            <a:xfrm>
              <a:off x="5526650" y="20738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7" name="pt13807"/>
            <p:cNvSpPr/>
            <p:nvPr/>
          </p:nvSpPr>
          <p:spPr>
            <a:xfrm>
              <a:off x="5630019" y="21232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8" name="pt13808"/>
            <p:cNvSpPr/>
            <p:nvPr/>
          </p:nvSpPr>
          <p:spPr>
            <a:xfrm>
              <a:off x="5587281" y="23349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9" name="pt13809"/>
            <p:cNvSpPr/>
            <p:nvPr/>
          </p:nvSpPr>
          <p:spPr>
            <a:xfrm>
              <a:off x="4894915" y="28994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0" name="pt13810"/>
            <p:cNvSpPr/>
            <p:nvPr/>
          </p:nvSpPr>
          <p:spPr>
            <a:xfrm>
              <a:off x="5383937" y="2206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1" name="pt13811"/>
            <p:cNvSpPr/>
            <p:nvPr/>
          </p:nvSpPr>
          <p:spPr>
            <a:xfrm>
              <a:off x="5428030" y="19977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2" name="pt13812"/>
            <p:cNvSpPr/>
            <p:nvPr/>
          </p:nvSpPr>
          <p:spPr>
            <a:xfrm>
              <a:off x="5743126" y="19432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3" name="pt13813"/>
            <p:cNvSpPr/>
            <p:nvPr/>
          </p:nvSpPr>
          <p:spPr>
            <a:xfrm>
              <a:off x="5389505" y="21137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4" name="pt13814"/>
            <p:cNvSpPr/>
            <p:nvPr/>
          </p:nvSpPr>
          <p:spPr>
            <a:xfrm>
              <a:off x="5161913" y="25523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5" name="pt13815"/>
            <p:cNvSpPr/>
            <p:nvPr/>
          </p:nvSpPr>
          <p:spPr>
            <a:xfrm>
              <a:off x="5369306" y="20228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6" name="pt13816"/>
            <p:cNvSpPr/>
            <p:nvPr/>
          </p:nvSpPr>
          <p:spPr>
            <a:xfrm>
              <a:off x="4984218" y="24445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7" name="pt13817"/>
            <p:cNvSpPr/>
            <p:nvPr/>
          </p:nvSpPr>
          <p:spPr>
            <a:xfrm>
              <a:off x="5509038" y="21895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8" name="pt13818"/>
            <p:cNvSpPr/>
            <p:nvPr/>
          </p:nvSpPr>
          <p:spPr>
            <a:xfrm>
              <a:off x="5760005" y="19591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9" name="pt13819"/>
            <p:cNvSpPr/>
            <p:nvPr/>
          </p:nvSpPr>
          <p:spPr>
            <a:xfrm>
              <a:off x="5518785" y="23392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0" name="pt13820"/>
            <p:cNvSpPr/>
            <p:nvPr/>
          </p:nvSpPr>
          <p:spPr>
            <a:xfrm>
              <a:off x="5085217" y="25730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1" name="pt13821"/>
            <p:cNvSpPr/>
            <p:nvPr/>
          </p:nvSpPr>
          <p:spPr>
            <a:xfrm>
              <a:off x="5523340" y="22640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2" name="pt13822"/>
            <p:cNvSpPr/>
            <p:nvPr/>
          </p:nvSpPr>
          <p:spPr>
            <a:xfrm>
              <a:off x="4761514" y="2610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3" name="pt13823"/>
            <p:cNvSpPr/>
            <p:nvPr/>
          </p:nvSpPr>
          <p:spPr>
            <a:xfrm>
              <a:off x="5533865" y="21934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4" name="pt13824"/>
            <p:cNvSpPr/>
            <p:nvPr/>
          </p:nvSpPr>
          <p:spPr>
            <a:xfrm>
              <a:off x="5824852" y="18615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5" name="pt13825"/>
            <p:cNvSpPr/>
            <p:nvPr/>
          </p:nvSpPr>
          <p:spPr>
            <a:xfrm>
              <a:off x="5353765" y="22294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6" name="pt13826"/>
            <p:cNvSpPr/>
            <p:nvPr/>
          </p:nvSpPr>
          <p:spPr>
            <a:xfrm>
              <a:off x="5446744" y="22622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7" name="pt13827"/>
            <p:cNvSpPr/>
            <p:nvPr/>
          </p:nvSpPr>
          <p:spPr>
            <a:xfrm>
              <a:off x="5243996" y="21708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8" name="pt13828"/>
            <p:cNvSpPr/>
            <p:nvPr/>
          </p:nvSpPr>
          <p:spPr>
            <a:xfrm>
              <a:off x="5284640" y="21989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9" name="pt13829"/>
            <p:cNvSpPr/>
            <p:nvPr/>
          </p:nvSpPr>
          <p:spPr>
            <a:xfrm>
              <a:off x="5349695" y="22582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0" name="pt13830"/>
            <p:cNvSpPr/>
            <p:nvPr/>
          </p:nvSpPr>
          <p:spPr>
            <a:xfrm>
              <a:off x="5499854" y="22480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1" name="pt13831"/>
            <p:cNvSpPr/>
            <p:nvPr/>
          </p:nvSpPr>
          <p:spPr>
            <a:xfrm>
              <a:off x="5116102" y="26147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2" name="pt13832"/>
            <p:cNvSpPr/>
            <p:nvPr/>
          </p:nvSpPr>
          <p:spPr>
            <a:xfrm>
              <a:off x="5373427" y="22771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3" name="pt13833"/>
            <p:cNvSpPr/>
            <p:nvPr/>
          </p:nvSpPr>
          <p:spPr>
            <a:xfrm>
              <a:off x="5212207" y="21002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4" name="pt13834"/>
            <p:cNvSpPr/>
            <p:nvPr/>
          </p:nvSpPr>
          <p:spPr>
            <a:xfrm>
              <a:off x="5712418" y="19523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5" name="pt13835"/>
            <p:cNvSpPr/>
            <p:nvPr/>
          </p:nvSpPr>
          <p:spPr>
            <a:xfrm>
              <a:off x="5664223" y="20734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6" name="pt13836"/>
            <p:cNvSpPr/>
            <p:nvPr/>
          </p:nvSpPr>
          <p:spPr>
            <a:xfrm>
              <a:off x="5164586" y="27096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7" name="pt13837"/>
            <p:cNvSpPr/>
            <p:nvPr/>
          </p:nvSpPr>
          <p:spPr>
            <a:xfrm>
              <a:off x="5045928" y="23551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8" name="pt13838"/>
            <p:cNvSpPr/>
            <p:nvPr/>
          </p:nvSpPr>
          <p:spPr>
            <a:xfrm>
              <a:off x="5347315" y="20664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9" name="pt13839"/>
            <p:cNvSpPr/>
            <p:nvPr/>
          </p:nvSpPr>
          <p:spPr>
            <a:xfrm>
              <a:off x="5392651" y="20971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0" name="pt13840"/>
            <p:cNvSpPr/>
            <p:nvPr/>
          </p:nvSpPr>
          <p:spPr>
            <a:xfrm>
              <a:off x="5280407" y="22877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1" name="pt13841"/>
            <p:cNvSpPr/>
            <p:nvPr/>
          </p:nvSpPr>
          <p:spPr>
            <a:xfrm>
              <a:off x="5312952" y="21245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2" name="pt13842"/>
            <p:cNvSpPr/>
            <p:nvPr/>
          </p:nvSpPr>
          <p:spPr>
            <a:xfrm>
              <a:off x="5332430" y="22304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3" name="pt13843"/>
            <p:cNvSpPr/>
            <p:nvPr/>
          </p:nvSpPr>
          <p:spPr>
            <a:xfrm>
              <a:off x="5486963" y="19614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4" name="pt13844"/>
            <p:cNvSpPr/>
            <p:nvPr/>
          </p:nvSpPr>
          <p:spPr>
            <a:xfrm>
              <a:off x="5917747" y="20354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5" name="pt13845"/>
            <p:cNvSpPr/>
            <p:nvPr/>
          </p:nvSpPr>
          <p:spPr>
            <a:xfrm>
              <a:off x="5669280" y="17618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6" name="pt13846"/>
            <p:cNvSpPr/>
            <p:nvPr/>
          </p:nvSpPr>
          <p:spPr>
            <a:xfrm>
              <a:off x="5600135" y="19885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7" name="pt13847"/>
            <p:cNvSpPr/>
            <p:nvPr/>
          </p:nvSpPr>
          <p:spPr>
            <a:xfrm>
              <a:off x="5733727" y="18768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8" name="pt13848"/>
            <p:cNvSpPr/>
            <p:nvPr/>
          </p:nvSpPr>
          <p:spPr>
            <a:xfrm>
              <a:off x="5526412" y="22798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9" name="pt13849"/>
            <p:cNvSpPr/>
            <p:nvPr/>
          </p:nvSpPr>
          <p:spPr>
            <a:xfrm>
              <a:off x="5587384" y="2277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0" name="pt13850"/>
            <p:cNvSpPr/>
            <p:nvPr/>
          </p:nvSpPr>
          <p:spPr>
            <a:xfrm>
              <a:off x="5152701" y="24453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1" name="pt13851"/>
            <p:cNvSpPr/>
            <p:nvPr/>
          </p:nvSpPr>
          <p:spPr>
            <a:xfrm>
              <a:off x="5275789" y="22352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2" name="pt13852"/>
            <p:cNvSpPr/>
            <p:nvPr/>
          </p:nvSpPr>
          <p:spPr>
            <a:xfrm>
              <a:off x="5541445" y="21160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3" name="pt13853"/>
            <p:cNvSpPr/>
            <p:nvPr/>
          </p:nvSpPr>
          <p:spPr>
            <a:xfrm>
              <a:off x="5631125" y="20658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4" name="pt13854"/>
            <p:cNvSpPr/>
            <p:nvPr/>
          </p:nvSpPr>
          <p:spPr>
            <a:xfrm>
              <a:off x="5176114" y="24149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5" name="pt13855"/>
            <p:cNvSpPr/>
            <p:nvPr/>
          </p:nvSpPr>
          <p:spPr>
            <a:xfrm>
              <a:off x="5093193" y="2622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6" name="pt13856"/>
            <p:cNvSpPr/>
            <p:nvPr/>
          </p:nvSpPr>
          <p:spPr>
            <a:xfrm>
              <a:off x="5576941" y="22770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7" name="pt13857"/>
            <p:cNvSpPr/>
            <p:nvPr/>
          </p:nvSpPr>
          <p:spPr>
            <a:xfrm>
              <a:off x="5506234" y="22241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8" name="pt13858"/>
            <p:cNvSpPr/>
            <p:nvPr/>
          </p:nvSpPr>
          <p:spPr>
            <a:xfrm>
              <a:off x="5559156" y="22350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9" name="pt13859"/>
            <p:cNvSpPr/>
            <p:nvPr/>
          </p:nvSpPr>
          <p:spPr>
            <a:xfrm>
              <a:off x="5827361" y="17340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0" name="pt13860"/>
            <p:cNvSpPr/>
            <p:nvPr/>
          </p:nvSpPr>
          <p:spPr>
            <a:xfrm>
              <a:off x="5636387" y="20878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1" name="pt13861"/>
            <p:cNvSpPr/>
            <p:nvPr/>
          </p:nvSpPr>
          <p:spPr>
            <a:xfrm>
              <a:off x="5431930" y="21757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2" name="pt13862"/>
            <p:cNvSpPr/>
            <p:nvPr/>
          </p:nvSpPr>
          <p:spPr>
            <a:xfrm>
              <a:off x="5760430" y="18896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3" name="pt13863"/>
            <p:cNvSpPr/>
            <p:nvPr/>
          </p:nvSpPr>
          <p:spPr>
            <a:xfrm>
              <a:off x="5511512" y="22997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4" name="pt13864"/>
            <p:cNvSpPr/>
            <p:nvPr/>
          </p:nvSpPr>
          <p:spPr>
            <a:xfrm>
              <a:off x="5284139" y="22329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5" name="pt13865"/>
            <p:cNvSpPr/>
            <p:nvPr/>
          </p:nvSpPr>
          <p:spPr>
            <a:xfrm>
              <a:off x="4712171" y="27963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6" name="pt13866"/>
            <p:cNvSpPr/>
            <p:nvPr/>
          </p:nvSpPr>
          <p:spPr>
            <a:xfrm>
              <a:off x="5380714" y="21467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7" name="pt13867"/>
            <p:cNvSpPr/>
            <p:nvPr/>
          </p:nvSpPr>
          <p:spPr>
            <a:xfrm>
              <a:off x="4940223" y="2185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8" name="pt13868"/>
            <p:cNvSpPr/>
            <p:nvPr/>
          </p:nvSpPr>
          <p:spPr>
            <a:xfrm>
              <a:off x="5068846" y="24079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9" name="pt13869"/>
            <p:cNvSpPr/>
            <p:nvPr/>
          </p:nvSpPr>
          <p:spPr>
            <a:xfrm>
              <a:off x="5292057" y="21302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0" name="pt13870"/>
            <p:cNvSpPr/>
            <p:nvPr/>
          </p:nvSpPr>
          <p:spPr>
            <a:xfrm>
              <a:off x="5781429" y="21578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1" name="pt13871"/>
            <p:cNvSpPr/>
            <p:nvPr/>
          </p:nvSpPr>
          <p:spPr>
            <a:xfrm>
              <a:off x="5442369" y="22262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2" name="pt13872"/>
            <p:cNvSpPr/>
            <p:nvPr/>
          </p:nvSpPr>
          <p:spPr>
            <a:xfrm>
              <a:off x="5058282" y="2293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3" name="pt13873"/>
            <p:cNvSpPr/>
            <p:nvPr/>
          </p:nvSpPr>
          <p:spPr>
            <a:xfrm>
              <a:off x="5534472" y="21862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4" name="pt13874"/>
            <p:cNvSpPr/>
            <p:nvPr/>
          </p:nvSpPr>
          <p:spPr>
            <a:xfrm>
              <a:off x="5697697" y="19222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5" name="pt13875"/>
            <p:cNvSpPr/>
            <p:nvPr/>
          </p:nvSpPr>
          <p:spPr>
            <a:xfrm>
              <a:off x="5613863" y="21398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6" name="pt13876"/>
            <p:cNvSpPr/>
            <p:nvPr/>
          </p:nvSpPr>
          <p:spPr>
            <a:xfrm>
              <a:off x="5755843" y="20722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7" name="pt13877"/>
            <p:cNvSpPr/>
            <p:nvPr/>
          </p:nvSpPr>
          <p:spPr>
            <a:xfrm>
              <a:off x="5346062" y="20834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8" name="pt13878"/>
            <p:cNvSpPr/>
            <p:nvPr/>
          </p:nvSpPr>
          <p:spPr>
            <a:xfrm>
              <a:off x="5330134" y="21077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9" name="pt13879"/>
            <p:cNvSpPr/>
            <p:nvPr/>
          </p:nvSpPr>
          <p:spPr>
            <a:xfrm>
              <a:off x="5111942" y="22908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0" name="pt13880"/>
            <p:cNvSpPr/>
            <p:nvPr/>
          </p:nvSpPr>
          <p:spPr>
            <a:xfrm>
              <a:off x="5178895" y="24614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1" name="pt13881"/>
            <p:cNvSpPr/>
            <p:nvPr/>
          </p:nvSpPr>
          <p:spPr>
            <a:xfrm>
              <a:off x="5526843" y="20799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2" name="pt13882"/>
            <p:cNvSpPr/>
            <p:nvPr/>
          </p:nvSpPr>
          <p:spPr>
            <a:xfrm>
              <a:off x="5401483" y="21519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3" name="pt13883"/>
            <p:cNvSpPr/>
            <p:nvPr/>
          </p:nvSpPr>
          <p:spPr>
            <a:xfrm>
              <a:off x="5935524" y="14694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4" name="pt13884"/>
            <p:cNvSpPr/>
            <p:nvPr/>
          </p:nvSpPr>
          <p:spPr>
            <a:xfrm>
              <a:off x="4900720" y="25040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5" name="pt13885"/>
            <p:cNvSpPr/>
            <p:nvPr/>
          </p:nvSpPr>
          <p:spPr>
            <a:xfrm>
              <a:off x="5765981" y="19538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6" name="pt13886"/>
            <p:cNvSpPr/>
            <p:nvPr/>
          </p:nvSpPr>
          <p:spPr>
            <a:xfrm>
              <a:off x="5465741" y="19883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7" name="pt13887"/>
            <p:cNvSpPr/>
            <p:nvPr/>
          </p:nvSpPr>
          <p:spPr>
            <a:xfrm>
              <a:off x="5328198" y="22405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8" name="pt13888"/>
            <p:cNvSpPr/>
            <p:nvPr/>
          </p:nvSpPr>
          <p:spPr>
            <a:xfrm>
              <a:off x="5186163" y="2339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9" name="pt13889"/>
            <p:cNvSpPr/>
            <p:nvPr/>
          </p:nvSpPr>
          <p:spPr>
            <a:xfrm>
              <a:off x="5513877" y="21881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0" name="pt13890"/>
            <p:cNvSpPr/>
            <p:nvPr/>
          </p:nvSpPr>
          <p:spPr>
            <a:xfrm>
              <a:off x="5498045" y="21525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1" name="pt13891"/>
            <p:cNvSpPr/>
            <p:nvPr/>
          </p:nvSpPr>
          <p:spPr>
            <a:xfrm>
              <a:off x="5658965" y="20708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2" name="pt13892"/>
            <p:cNvSpPr/>
            <p:nvPr/>
          </p:nvSpPr>
          <p:spPr>
            <a:xfrm>
              <a:off x="5217339" y="20994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3" name="pt13893"/>
            <p:cNvSpPr/>
            <p:nvPr/>
          </p:nvSpPr>
          <p:spPr>
            <a:xfrm>
              <a:off x="5581390" y="22209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4" name="pt13894"/>
            <p:cNvSpPr/>
            <p:nvPr/>
          </p:nvSpPr>
          <p:spPr>
            <a:xfrm>
              <a:off x="5238344" y="20634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5" name="pt13895"/>
            <p:cNvSpPr/>
            <p:nvPr/>
          </p:nvSpPr>
          <p:spPr>
            <a:xfrm>
              <a:off x="5489281" y="22134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6" name="pt13896"/>
            <p:cNvSpPr/>
            <p:nvPr/>
          </p:nvSpPr>
          <p:spPr>
            <a:xfrm>
              <a:off x="5509124" y="22370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7" name="pt13897"/>
            <p:cNvSpPr/>
            <p:nvPr/>
          </p:nvSpPr>
          <p:spPr>
            <a:xfrm>
              <a:off x="5081929" y="26918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8" name="pt13898"/>
            <p:cNvSpPr/>
            <p:nvPr/>
          </p:nvSpPr>
          <p:spPr>
            <a:xfrm>
              <a:off x="5109915" y="17217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9" name="pt13899"/>
            <p:cNvSpPr/>
            <p:nvPr/>
          </p:nvSpPr>
          <p:spPr>
            <a:xfrm>
              <a:off x="5349312" y="21590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0" name="pt13900"/>
            <p:cNvSpPr/>
            <p:nvPr/>
          </p:nvSpPr>
          <p:spPr>
            <a:xfrm>
              <a:off x="5434577" y="2156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1" name="pt13901"/>
            <p:cNvSpPr/>
            <p:nvPr/>
          </p:nvSpPr>
          <p:spPr>
            <a:xfrm>
              <a:off x="5290786" y="21995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2" name="pt13902"/>
            <p:cNvSpPr/>
            <p:nvPr/>
          </p:nvSpPr>
          <p:spPr>
            <a:xfrm>
              <a:off x="5453944" y="22021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3" name="pt13903"/>
            <p:cNvSpPr/>
            <p:nvPr/>
          </p:nvSpPr>
          <p:spPr>
            <a:xfrm>
              <a:off x="5469543" y="20485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4" name="pt13904"/>
            <p:cNvSpPr/>
            <p:nvPr/>
          </p:nvSpPr>
          <p:spPr>
            <a:xfrm>
              <a:off x="5777011" y="19609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5" name="pt13905"/>
            <p:cNvSpPr/>
            <p:nvPr/>
          </p:nvSpPr>
          <p:spPr>
            <a:xfrm>
              <a:off x="5565924" y="22352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6" name="pt13906"/>
            <p:cNvSpPr/>
            <p:nvPr/>
          </p:nvSpPr>
          <p:spPr>
            <a:xfrm>
              <a:off x="5245585" y="21528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7" name="pt13907"/>
            <p:cNvSpPr/>
            <p:nvPr/>
          </p:nvSpPr>
          <p:spPr>
            <a:xfrm>
              <a:off x="5235013" y="21462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8" name="pt13908"/>
            <p:cNvSpPr/>
            <p:nvPr/>
          </p:nvSpPr>
          <p:spPr>
            <a:xfrm>
              <a:off x="5570956" y="22247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9" name="pt13909"/>
            <p:cNvSpPr/>
            <p:nvPr/>
          </p:nvSpPr>
          <p:spPr>
            <a:xfrm>
              <a:off x="5565426" y="22893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0" name="pt13910"/>
            <p:cNvSpPr/>
            <p:nvPr/>
          </p:nvSpPr>
          <p:spPr>
            <a:xfrm>
              <a:off x="5468853" y="20118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1" name="pt13911"/>
            <p:cNvSpPr/>
            <p:nvPr/>
          </p:nvSpPr>
          <p:spPr>
            <a:xfrm>
              <a:off x="5442726" y="22548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2" name="pt13912"/>
            <p:cNvSpPr/>
            <p:nvPr/>
          </p:nvSpPr>
          <p:spPr>
            <a:xfrm>
              <a:off x="6002519" y="19800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3" name="pt13913"/>
            <p:cNvSpPr/>
            <p:nvPr/>
          </p:nvSpPr>
          <p:spPr>
            <a:xfrm>
              <a:off x="5053775" y="22546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4" name="pt13914"/>
            <p:cNvSpPr/>
            <p:nvPr/>
          </p:nvSpPr>
          <p:spPr>
            <a:xfrm>
              <a:off x="5499941" y="23045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5" name="pt13915"/>
            <p:cNvSpPr/>
            <p:nvPr/>
          </p:nvSpPr>
          <p:spPr>
            <a:xfrm>
              <a:off x="5661397" y="21683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6" name="pt13916"/>
            <p:cNvSpPr/>
            <p:nvPr/>
          </p:nvSpPr>
          <p:spPr>
            <a:xfrm>
              <a:off x="5633101" y="21358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7" name="pt13917"/>
            <p:cNvSpPr/>
            <p:nvPr/>
          </p:nvSpPr>
          <p:spPr>
            <a:xfrm>
              <a:off x="5739080" y="18537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8" name="pt13918"/>
            <p:cNvSpPr/>
            <p:nvPr/>
          </p:nvSpPr>
          <p:spPr>
            <a:xfrm>
              <a:off x="5007786" y="27136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9" name="pt13919"/>
            <p:cNvSpPr/>
            <p:nvPr/>
          </p:nvSpPr>
          <p:spPr>
            <a:xfrm>
              <a:off x="5326221" y="21892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0" name="pt13920"/>
            <p:cNvSpPr/>
            <p:nvPr/>
          </p:nvSpPr>
          <p:spPr>
            <a:xfrm>
              <a:off x="5238795" y="21781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1" name="pt13921"/>
            <p:cNvSpPr/>
            <p:nvPr/>
          </p:nvSpPr>
          <p:spPr>
            <a:xfrm>
              <a:off x="5537231" y="2217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2" name="pt13922"/>
            <p:cNvSpPr/>
            <p:nvPr/>
          </p:nvSpPr>
          <p:spPr>
            <a:xfrm>
              <a:off x="5204348" y="21809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3" name="pt13923"/>
            <p:cNvSpPr/>
            <p:nvPr/>
          </p:nvSpPr>
          <p:spPr>
            <a:xfrm>
              <a:off x="4919676" y="25539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4" name="pt13924"/>
            <p:cNvSpPr/>
            <p:nvPr/>
          </p:nvSpPr>
          <p:spPr>
            <a:xfrm>
              <a:off x="5526695" y="21922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5" name="pt13925"/>
            <p:cNvSpPr/>
            <p:nvPr/>
          </p:nvSpPr>
          <p:spPr>
            <a:xfrm>
              <a:off x="5130192" y="24642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6" name="pt13926"/>
            <p:cNvSpPr/>
            <p:nvPr/>
          </p:nvSpPr>
          <p:spPr>
            <a:xfrm>
              <a:off x="5538757" y="21330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7" name="pt13927"/>
            <p:cNvSpPr/>
            <p:nvPr/>
          </p:nvSpPr>
          <p:spPr>
            <a:xfrm>
              <a:off x="5358273" y="21444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8" name="pt13928"/>
            <p:cNvSpPr/>
            <p:nvPr/>
          </p:nvSpPr>
          <p:spPr>
            <a:xfrm>
              <a:off x="5261580" y="20845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9" name="pt13929"/>
            <p:cNvSpPr/>
            <p:nvPr/>
          </p:nvSpPr>
          <p:spPr>
            <a:xfrm>
              <a:off x="5356038" y="22442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0" name="pt13930"/>
            <p:cNvSpPr/>
            <p:nvPr/>
          </p:nvSpPr>
          <p:spPr>
            <a:xfrm>
              <a:off x="5171111" y="25435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1" name="pt13931"/>
            <p:cNvSpPr/>
            <p:nvPr/>
          </p:nvSpPr>
          <p:spPr>
            <a:xfrm>
              <a:off x="5605054" y="20642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2" name="pt13932"/>
            <p:cNvSpPr/>
            <p:nvPr/>
          </p:nvSpPr>
          <p:spPr>
            <a:xfrm>
              <a:off x="5392349" y="21039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3" name="pt13933"/>
            <p:cNvSpPr/>
            <p:nvPr/>
          </p:nvSpPr>
          <p:spPr>
            <a:xfrm>
              <a:off x="5575141" y="22623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4" name="pt13934"/>
            <p:cNvSpPr/>
            <p:nvPr/>
          </p:nvSpPr>
          <p:spPr>
            <a:xfrm>
              <a:off x="5271253" y="21601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5" name="pt13935"/>
            <p:cNvSpPr/>
            <p:nvPr/>
          </p:nvSpPr>
          <p:spPr>
            <a:xfrm>
              <a:off x="5519025" y="21886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6" name="pt13936"/>
            <p:cNvSpPr/>
            <p:nvPr/>
          </p:nvSpPr>
          <p:spPr>
            <a:xfrm>
              <a:off x="5425886" y="21396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7" name="pt13937"/>
            <p:cNvSpPr/>
            <p:nvPr/>
          </p:nvSpPr>
          <p:spPr>
            <a:xfrm>
              <a:off x="5450427" y="23338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8" name="pt13938"/>
            <p:cNvSpPr/>
            <p:nvPr/>
          </p:nvSpPr>
          <p:spPr>
            <a:xfrm>
              <a:off x="5153183" y="26209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9" name="pt13939"/>
            <p:cNvSpPr/>
            <p:nvPr/>
          </p:nvSpPr>
          <p:spPr>
            <a:xfrm>
              <a:off x="5679497" y="16150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0" name="pt13940"/>
            <p:cNvSpPr/>
            <p:nvPr/>
          </p:nvSpPr>
          <p:spPr>
            <a:xfrm>
              <a:off x="5151453" y="25723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1" name="pt13941"/>
            <p:cNvSpPr/>
            <p:nvPr/>
          </p:nvSpPr>
          <p:spPr>
            <a:xfrm>
              <a:off x="5180663" y="24654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2" name="pt13942"/>
            <p:cNvSpPr/>
            <p:nvPr/>
          </p:nvSpPr>
          <p:spPr>
            <a:xfrm>
              <a:off x="5873165" y="17092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3" name="pt13943"/>
            <p:cNvSpPr/>
            <p:nvPr/>
          </p:nvSpPr>
          <p:spPr>
            <a:xfrm>
              <a:off x="5661908" y="21487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4" name="pt13944"/>
            <p:cNvSpPr/>
            <p:nvPr/>
          </p:nvSpPr>
          <p:spPr>
            <a:xfrm>
              <a:off x="5443928" y="22945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5" name="pt13945"/>
            <p:cNvSpPr/>
            <p:nvPr/>
          </p:nvSpPr>
          <p:spPr>
            <a:xfrm>
              <a:off x="5714837" y="21140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6" name="pt13946"/>
            <p:cNvSpPr/>
            <p:nvPr/>
          </p:nvSpPr>
          <p:spPr>
            <a:xfrm>
              <a:off x="5140669" y="26144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7" name="pt13947"/>
            <p:cNvSpPr/>
            <p:nvPr/>
          </p:nvSpPr>
          <p:spPr>
            <a:xfrm>
              <a:off x="5586452" y="22257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8" name="pt13948"/>
            <p:cNvSpPr/>
            <p:nvPr/>
          </p:nvSpPr>
          <p:spPr>
            <a:xfrm>
              <a:off x="5437348" y="22007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9" name="pt13949"/>
            <p:cNvSpPr/>
            <p:nvPr/>
          </p:nvSpPr>
          <p:spPr>
            <a:xfrm>
              <a:off x="5458560" y="21531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0" name="pt13950"/>
            <p:cNvSpPr/>
            <p:nvPr/>
          </p:nvSpPr>
          <p:spPr>
            <a:xfrm>
              <a:off x="5409177" y="22661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1" name="pt13951"/>
            <p:cNvSpPr/>
            <p:nvPr/>
          </p:nvSpPr>
          <p:spPr>
            <a:xfrm>
              <a:off x="5517216" y="22103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2" name="pt13952"/>
            <p:cNvSpPr/>
            <p:nvPr/>
          </p:nvSpPr>
          <p:spPr>
            <a:xfrm>
              <a:off x="5046867" y="23363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3" name="pt13953"/>
            <p:cNvSpPr/>
            <p:nvPr/>
          </p:nvSpPr>
          <p:spPr>
            <a:xfrm>
              <a:off x="5435833" y="22290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4" name="pt13954"/>
            <p:cNvSpPr/>
            <p:nvPr/>
          </p:nvSpPr>
          <p:spPr>
            <a:xfrm>
              <a:off x="5368172" y="22120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5" name="pt13955"/>
            <p:cNvSpPr/>
            <p:nvPr/>
          </p:nvSpPr>
          <p:spPr>
            <a:xfrm>
              <a:off x="5581972" y="23211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6" name="pt13956"/>
            <p:cNvSpPr/>
            <p:nvPr/>
          </p:nvSpPr>
          <p:spPr>
            <a:xfrm>
              <a:off x="4874790" y="2238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7" name="pt13957"/>
            <p:cNvSpPr/>
            <p:nvPr/>
          </p:nvSpPr>
          <p:spPr>
            <a:xfrm>
              <a:off x="5421448" y="21694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8" name="pt13958"/>
            <p:cNvSpPr/>
            <p:nvPr/>
          </p:nvSpPr>
          <p:spPr>
            <a:xfrm>
              <a:off x="5322818" y="22554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9" name="pt13959"/>
            <p:cNvSpPr/>
            <p:nvPr/>
          </p:nvSpPr>
          <p:spPr>
            <a:xfrm>
              <a:off x="5712378" y="19295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0" name="pt13960"/>
            <p:cNvSpPr/>
            <p:nvPr/>
          </p:nvSpPr>
          <p:spPr>
            <a:xfrm>
              <a:off x="5584722" y="23050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1" name="pt13961"/>
            <p:cNvSpPr/>
            <p:nvPr/>
          </p:nvSpPr>
          <p:spPr>
            <a:xfrm>
              <a:off x="5168161" y="25234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2" name="pt13962"/>
            <p:cNvSpPr/>
            <p:nvPr/>
          </p:nvSpPr>
          <p:spPr>
            <a:xfrm>
              <a:off x="5631033" y="2085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3" name="pt13963"/>
            <p:cNvSpPr/>
            <p:nvPr/>
          </p:nvSpPr>
          <p:spPr>
            <a:xfrm>
              <a:off x="5060014" y="23046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4" name="pt13964"/>
            <p:cNvSpPr/>
            <p:nvPr/>
          </p:nvSpPr>
          <p:spPr>
            <a:xfrm>
              <a:off x="5294369" y="2163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5" name="pt13965"/>
            <p:cNvSpPr/>
            <p:nvPr/>
          </p:nvSpPr>
          <p:spPr>
            <a:xfrm>
              <a:off x="5249349" y="18855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6" name="pt13966"/>
            <p:cNvSpPr/>
            <p:nvPr/>
          </p:nvSpPr>
          <p:spPr>
            <a:xfrm>
              <a:off x="5435551" y="22115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7" name="pt13967"/>
            <p:cNvSpPr/>
            <p:nvPr/>
          </p:nvSpPr>
          <p:spPr>
            <a:xfrm>
              <a:off x="5555495" y="22530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8" name="pt13968"/>
            <p:cNvSpPr/>
            <p:nvPr/>
          </p:nvSpPr>
          <p:spPr>
            <a:xfrm>
              <a:off x="5494541" y="21517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9" name="pt13969"/>
            <p:cNvSpPr/>
            <p:nvPr/>
          </p:nvSpPr>
          <p:spPr>
            <a:xfrm>
              <a:off x="5252137" y="21609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0" name="pt13970"/>
            <p:cNvSpPr/>
            <p:nvPr/>
          </p:nvSpPr>
          <p:spPr>
            <a:xfrm>
              <a:off x="5814183" y="19684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1" name="pt13971"/>
            <p:cNvSpPr/>
            <p:nvPr/>
          </p:nvSpPr>
          <p:spPr>
            <a:xfrm>
              <a:off x="5038115" y="19987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2" name="pt13972"/>
            <p:cNvSpPr/>
            <p:nvPr/>
          </p:nvSpPr>
          <p:spPr>
            <a:xfrm>
              <a:off x="5437883" y="22062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3" name="pt13973"/>
            <p:cNvSpPr/>
            <p:nvPr/>
          </p:nvSpPr>
          <p:spPr>
            <a:xfrm>
              <a:off x="5554796" y="22170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4" name="pt13974"/>
            <p:cNvSpPr/>
            <p:nvPr/>
          </p:nvSpPr>
          <p:spPr>
            <a:xfrm>
              <a:off x="5342435" y="21907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5" name="pt13975"/>
            <p:cNvSpPr/>
            <p:nvPr/>
          </p:nvSpPr>
          <p:spPr>
            <a:xfrm>
              <a:off x="5379640" y="23737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6" name="pt13976"/>
            <p:cNvSpPr/>
            <p:nvPr/>
          </p:nvSpPr>
          <p:spPr>
            <a:xfrm>
              <a:off x="5358684" y="22093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7" name="pt13977"/>
            <p:cNvSpPr/>
            <p:nvPr/>
          </p:nvSpPr>
          <p:spPr>
            <a:xfrm>
              <a:off x="5658918" y="20222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8" name="pt13978"/>
            <p:cNvSpPr/>
            <p:nvPr/>
          </p:nvSpPr>
          <p:spPr>
            <a:xfrm>
              <a:off x="5448265" y="22603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9" name="pt13979"/>
            <p:cNvSpPr/>
            <p:nvPr/>
          </p:nvSpPr>
          <p:spPr>
            <a:xfrm>
              <a:off x="4835790" y="26161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0" name="pt13980"/>
            <p:cNvSpPr/>
            <p:nvPr/>
          </p:nvSpPr>
          <p:spPr>
            <a:xfrm>
              <a:off x="5039580" y="22059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1" name="pt13981"/>
            <p:cNvSpPr/>
            <p:nvPr/>
          </p:nvSpPr>
          <p:spPr>
            <a:xfrm>
              <a:off x="5548316" y="21858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2" name="pt13982"/>
            <p:cNvSpPr/>
            <p:nvPr/>
          </p:nvSpPr>
          <p:spPr>
            <a:xfrm>
              <a:off x="5125007" y="25727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3" name="pt13983"/>
            <p:cNvSpPr/>
            <p:nvPr/>
          </p:nvSpPr>
          <p:spPr>
            <a:xfrm>
              <a:off x="5303300" y="22059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4" name="pt13984"/>
            <p:cNvSpPr/>
            <p:nvPr/>
          </p:nvSpPr>
          <p:spPr>
            <a:xfrm>
              <a:off x="5215953" y="21310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5" name="pt13985"/>
            <p:cNvSpPr/>
            <p:nvPr/>
          </p:nvSpPr>
          <p:spPr>
            <a:xfrm>
              <a:off x="5588830" y="23217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6" name="pt13986"/>
            <p:cNvSpPr/>
            <p:nvPr/>
          </p:nvSpPr>
          <p:spPr>
            <a:xfrm>
              <a:off x="5447718" y="23677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7" name="pt13987"/>
            <p:cNvSpPr/>
            <p:nvPr/>
          </p:nvSpPr>
          <p:spPr>
            <a:xfrm>
              <a:off x="5193327" y="24212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8" name="pt13988"/>
            <p:cNvSpPr/>
            <p:nvPr/>
          </p:nvSpPr>
          <p:spPr>
            <a:xfrm>
              <a:off x="5482876" y="21126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9" name="pt13989"/>
            <p:cNvSpPr/>
            <p:nvPr/>
          </p:nvSpPr>
          <p:spPr>
            <a:xfrm>
              <a:off x="5229367" y="22023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0" name="pt13990"/>
            <p:cNvSpPr/>
            <p:nvPr/>
          </p:nvSpPr>
          <p:spPr>
            <a:xfrm>
              <a:off x="5540692" y="21671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1" name="pt13991"/>
            <p:cNvSpPr/>
            <p:nvPr/>
          </p:nvSpPr>
          <p:spPr>
            <a:xfrm>
              <a:off x="5887523" y="13795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2" name="pt13992"/>
            <p:cNvSpPr/>
            <p:nvPr/>
          </p:nvSpPr>
          <p:spPr>
            <a:xfrm>
              <a:off x="4702742" y="28078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3" name="pt13993"/>
            <p:cNvSpPr/>
            <p:nvPr/>
          </p:nvSpPr>
          <p:spPr>
            <a:xfrm>
              <a:off x="5627655" y="19191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4" name="pt13994"/>
            <p:cNvSpPr/>
            <p:nvPr/>
          </p:nvSpPr>
          <p:spPr>
            <a:xfrm>
              <a:off x="5185284" y="25183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5" name="pt13995"/>
            <p:cNvSpPr/>
            <p:nvPr/>
          </p:nvSpPr>
          <p:spPr>
            <a:xfrm>
              <a:off x="5013275" y="2637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6" name="pt13996"/>
            <p:cNvSpPr/>
            <p:nvPr/>
          </p:nvSpPr>
          <p:spPr>
            <a:xfrm>
              <a:off x="5336951" y="21866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7" name="pt13997"/>
            <p:cNvSpPr/>
            <p:nvPr/>
          </p:nvSpPr>
          <p:spPr>
            <a:xfrm>
              <a:off x="5540082" y="19245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8" name="pt13998"/>
            <p:cNvSpPr/>
            <p:nvPr/>
          </p:nvSpPr>
          <p:spPr>
            <a:xfrm>
              <a:off x="5411060" y="22203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9" name="pt13999"/>
            <p:cNvSpPr/>
            <p:nvPr/>
          </p:nvSpPr>
          <p:spPr>
            <a:xfrm>
              <a:off x="5477194" y="21065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0" name="pt14000"/>
            <p:cNvSpPr/>
            <p:nvPr/>
          </p:nvSpPr>
          <p:spPr>
            <a:xfrm>
              <a:off x="5601347" y="20672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1" name="pt14001"/>
            <p:cNvSpPr/>
            <p:nvPr/>
          </p:nvSpPr>
          <p:spPr>
            <a:xfrm>
              <a:off x="5391385" y="21306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2" name="pt14002"/>
            <p:cNvSpPr/>
            <p:nvPr/>
          </p:nvSpPr>
          <p:spPr>
            <a:xfrm>
              <a:off x="5263188" y="21680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3" name="pt14003"/>
            <p:cNvSpPr/>
            <p:nvPr/>
          </p:nvSpPr>
          <p:spPr>
            <a:xfrm>
              <a:off x="5346023" y="21907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4" name="pt14004"/>
            <p:cNvSpPr/>
            <p:nvPr/>
          </p:nvSpPr>
          <p:spPr>
            <a:xfrm>
              <a:off x="5568425" y="21903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5" name="pt14005"/>
            <p:cNvSpPr/>
            <p:nvPr/>
          </p:nvSpPr>
          <p:spPr>
            <a:xfrm>
              <a:off x="5813856" y="20630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6" name="pt14006"/>
            <p:cNvSpPr/>
            <p:nvPr/>
          </p:nvSpPr>
          <p:spPr>
            <a:xfrm>
              <a:off x="5578376" y="21964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7" name="pt14007"/>
            <p:cNvSpPr/>
            <p:nvPr/>
          </p:nvSpPr>
          <p:spPr>
            <a:xfrm>
              <a:off x="5241150" y="21219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8" name="pt14008"/>
            <p:cNvSpPr/>
            <p:nvPr/>
          </p:nvSpPr>
          <p:spPr>
            <a:xfrm>
              <a:off x="5571988" y="23612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9" name="pt14009"/>
            <p:cNvSpPr/>
            <p:nvPr/>
          </p:nvSpPr>
          <p:spPr>
            <a:xfrm>
              <a:off x="5520407" y="21870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0" name="pt14010"/>
            <p:cNvSpPr/>
            <p:nvPr/>
          </p:nvSpPr>
          <p:spPr>
            <a:xfrm>
              <a:off x="5428333" y="22279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1" name="pt14011"/>
            <p:cNvSpPr/>
            <p:nvPr/>
          </p:nvSpPr>
          <p:spPr>
            <a:xfrm>
              <a:off x="5472407" y="1890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2" name="pt14012"/>
            <p:cNvSpPr/>
            <p:nvPr/>
          </p:nvSpPr>
          <p:spPr>
            <a:xfrm>
              <a:off x="5588504" y="22148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3" name="pt14013"/>
            <p:cNvSpPr/>
            <p:nvPr/>
          </p:nvSpPr>
          <p:spPr>
            <a:xfrm>
              <a:off x="5692018" y="17982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4" name="pt14014"/>
            <p:cNvSpPr/>
            <p:nvPr/>
          </p:nvSpPr>
          <p:spPr>
            <a:xfrm>
              <a:off x="5900313" y="17041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5" name="pt14015"/>
            <p:cNvSpPr/>
            <p:nvPr/>
          </p:nvSpPr>
          <p:spPr>
            <a:xfrm>
              <a:off x="5293936" y="22404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6" name="pt14016"/>
            <p:cNvSpPr/>
            <p:nvPr/>
          </p:nvSpPr>
          <p:spPr>
            <a:xfrm>
              <a:off x="5717152" y="19595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7" name="pt14017"/>
            <p:cNvSpPr/>
            <p:nvPr/>
          </p:nvSpPr>
          <p:spPr>
            <a:xfrm>
              <a:off x="5208616" y="22656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8" name="pt14018"/>
            <p:cNvSpPr/>
            <p:nvPr/>
          </p:nvSpPr>
          <p:spPr>
            <a:xfrm>
              <a:off x="5486458" y="20923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9" name="pt14019"/>
            <p:cNvSpPr/>
            <p:nvPr/>
          </p:nvSpPr>
          <p:spPr>
            <a:xfrm>
              <a:off x="5724907" y="17085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0" name="pt14020"/>
            <p:cNvSpPr/>
            <p:nvPr/>
          </p:nvSpPr>
          <p:spPr>
            <a:xfrm>
              <a:off x="5579311" y="22226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1" name="pt14021"/>
            <p:cNvSpPr/>
            <p:nvPr/>
          </p:nvSpPr>
          <p:spPr>
            <a:xfrm>
              <a:off x="5449302" y="22418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2" name="pt14022"/>
            <p:cNvSpPr/>
            <p:nvPr/>
          </p:nvSpPr>
          <p:spPr>
            <a:xfrm>
              <a:off x="5272946" y="22037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3" name="pt14023"/>
            <p:cNvSpPr/>
            <p:nvPr/>
          </p:nvSpPr>
          <p:spPr>
            <a:xfrm>
              <a:off x="5474193" y="19670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4" name="pt14024"/>
            <p:cNvSpPr/>
            <p:nvPr/>
          </p:nvSpPr>
          <p:spPr>
            <a:xfrm>
              <a:off x="5693206" y="1725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5" name="pt14025"/>
            <p:cNvSpPr/>
            <p:nvPr/>
          </p:nvSpPr>
          <p:spPr>
            <a:xfrm>
              <a:off x="5593751" y="20644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6" name="pt14026"/>
            <p:cNvSpPr/>
            <p:nvPr/>
          </p:nvSpPr>
          <p:spPr>
            <a:xfrm>
              <a:off x="5658453" y="21695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7" name="pt14027"/>
            <p:cNvSpPr/>
            <p:nvPr/>
          </p:nvSpPr>
          <p:spPr>
            <a:xfrm>
              <a:off x="5313059" y="20631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8" name="pt14028"/>
            <p:cNvSpPr/>
            <p:nvPr/>
          </p:nvSpPr>
          <p:spPr>
            <a:xfrm>
              <a:off x="5379633" y="22159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9" name="pt14029"/>
            <p:cNvSpPr/>
            <p:nvPr/>
          </p:nvSpPr>
          <p:spPr>
            <a:xfrm>
              <a:off x="5373854" y="21829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0" name="pt14030"/>
            <p:cNvSpPr/>
            <p:nvPr/>
          </p:nvSpPr>
          <p:spPr>
            <a:xfrm>
              <a:off x="5416199" y="22025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1" name="pt14031"/>
            <p:cNvSpPr/>
            <p:nvPr/>
          </p:nvSpPr>
          <p:spPr>
            <a:xfrm>
              <a:off x="5159908" y="26522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2" name="pt14032"/>
            <p:cNvSpPr/>
            <p:nvPr/>
          </p:nvSpPr>
          <p:spPr>
            <a:xfrm>
              <a:off x="5520975" y="2150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3" name="pt14033"/>
            <p:cNvSpPr/>
            <p:nvPr/>
          </p:nvSpPr>
          <p:spPr>
            <a:xfrm>
              <a:off x="4944838" y="2094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4" name="pt14034"/>
            <p:cNvSpPr/>
            <p:nvPr/>
          </p:nvSpPr>
          <p:spPr>
            <a:xfrm>
              <a:off x="5656280" y="21329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5" name="pt14035"/>
            <p:cNvSpPr/>
            <p:nvPr/>
          </p:nvSpPr>
          <p:spPr>
            <a:xfrm>
              <a:off x="5667327" y="20298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6" name="pt14036"/>
            <p:cNvSpPr/>
            <p:nvPr/>
          </p:nvSpPr>
          <p:spPr>
            <a:xfrm>
              <a:off x="5327004" y="21533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7" name="pt14037"/>
            <p:cNvSpPr/>
            <p:nvPr/>
          </p:nvSpPr>
          <p:spPr>
            <a:xfrm>
              <a:off x="5832054" y="17511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8" name="pt14038"/>
            <p:cNvSpPr/>
            <p:nvPr/>
          </p:nvSpPr>
          <p:spPr>
            <a:xfrm>
              <a:off x="5669043" y="19157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9" name="pt14039"/>
            <p:cNvSpPr/>
            <p:nvPr/>
          </p:nvSpPr>
          <p:spPr>
            <a:xfrm>
              <a:off x="5377138" y="22016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0" name="pt14040"/>
            <p:cNvSpPr/>
            <p:nvPr/>
          </p:nvSpPr>
          <p:spPr>
            <a:xfrm>
              <a:off x="5849284" y="18637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1" name="pt14041"/>
            <p:cNvSpPr/>
            <p:nvPr/>
          </p:nvSpPr>
          <p:spPr>
            <a:xfrm>
              <a:off x="5208267" y="2225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2" name="pt14042"/>
            <p:cNvSpPr/>
            <p:nvPr/>
          </p:nvSpPr>
          <p:spPr>
            <a:xfrm>
              <a:off x="5584045" y="23488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3" name="pt14043"/>
            <p:cNvSpPr/>
            <p:nvPr/>
          </p:nvSpPr>
          <p:spPr>
            <a:xfrm>
              <a:off x="5581820" y="22554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4" name="pt14044"/>
            <p:cNvSpPr/>
            <p:nvPr/>
          </p:nvSpPr>
          <p:spPr>
            <a:xfrm>
              <a:off x="5541836" y="22577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5" name="pt14045"/>
            <p:cNvSpPr/>
            <p:nvPr/>
          </p:nvSpPr>
          <p:spPr>
            <a:xfrm>
              <a:off x="5341148" y="21673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6" name="pt14046"/>
            <p:cNvSpPr/>
            <p:nvPr/>
          </p:nvSpPr>
          <p:spPr>
            <a:xfrm>
              <a:off x="5564859" y="21632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7" name="pt14047"/>
            <p:cNvSpPr/>
            <p:nvPr/>
          </p:nvSpPr>
          <p:spPr>
            <a:xfrm>
              <a:off x="5444143" y="22412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8" name="pt14048"/>
            <p:cNvSpPr/>
            <p:nvPr/>
          </p:nvSpPr>
          <p:spPr>
            <a:xfrm>
              <a:off x="5594131" y="20742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9" name="pt14049"/>
            <p:cNvSpPr/>
            <p:nvPr/>
          </p:nvSpPr>
          <p:spPr>
            <a:xfrm>
              <a:off x="5372995" y="22034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0" name="pt14050"/>
            <p:cNvSpPr/>
            <p:nvPr/>
          </p:nvSpPr>
          <p:spPr>
            <a:xfrm>
              <a:off x="4881267" y="28679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1" name="pt14051"/>
            <p:cNvSpPr/>
            <p:nvPr/>
          </p:nvSpPr>
          <p:spPr>
            <a:xfrm>
              <a:off x="5721841" y="18979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2" name="pt14052"/>
            <p:cNvSpPr/>
            <p:nvPr/>
          </p:nvSpPr>
          <p:spPr>
            <a:xfrm>
              <a:off x="5306842" y="18936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3" name="pt14053"/>
            <p:cNvSpPr/>
            <p:nvPr/>
          </p:nvSpPr>
          <p:spPr>
            <a:xfrm>
              <a:off x="5381166" y="22224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4" name="pt14054"/>
            <p:cNvSpPr/>
            <p:nvPr/>
          </p:nvSpPr>
          <p:spPr>
            <a:xfrm>
              <a:off x="5824801" y="20379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5" name="pt14055"/>
            <p:cNvSpPr/>
            <p:nvPr/>
          </p:nvSpPr>
          <p:spPr>
            <a:xfrm>
              <a:off x="5129878" y="26660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6" name="pt14056"/>
            <p:cNvSpPr/>
            <p:nvPr/>
          </p:nvSpPr>
          <p:spPr>
            <a:xfrm>
              <a:off x="5461071" y="21887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7" name="pt14057"/>
            <p:cNvSpPr/>
            <p:nvPr/>
          </p:nvSpPr>
          <p:spPr>
            <a:xfrm>
              <a:off x="5347912" y="21972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8" name="pt14058"/>
            <p:cNvSpPr/>
            <p:nvPr/>
          </p:nvSpPr>
          <p:spPr>
            <a:xfrm>
              <a:off x="5751272" y="18839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9" name="pt14059"/>
            <p:cNvSpPr/>
            <p:nvPr/>
          </p:nvSpPr>
          <p:spPr>
            <a:xfrm>
              <a:off x="5516221" y="22273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0" name="pt14060"/>
            <p:cNvSpPr/>
            <p:nvPr/>
          </p:nvSpPr>
          <p:spPr>
            <a:xfrm>
              <a:off x="5653681" y="2077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1" name="pt14061"/>
            <p:cNvSpPr/>
            <p:nvPr/>
          </p:nvSpPr>
          <p:spPr>
            <a:xfrm>
              <a:off x="5344129" y="21101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2" name="pt14062"/>
            <p:cNvSpPr/>
            <p:nvPr/>
          </p:nvSpPr>
          <p:spPr>
            <a:xfrm>
              <a:off x="5993527" y="21284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3" name="pt14063"/>
            <p:cNvSpPr/>
            <p:nvPr/>
          </p:nvSpPr>
          <p:spPr>
            <a:xfrm>
              <a:off x="5308186" y="20952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4" name="pt14064"/>
            <p:cNvSpPr/>
            <p:nvPr/>
          </p:nvSpPr>
          <p:spPr>
            <a:xfrm>
              <a:off x="4846586" y="2272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5" name="pt14065"/>
            <p:cNvSpPr/>
            <p:nvPr/>
          </p:nvSpPr>
          <p:spPr>
            <a:xfrm>
              <a:off x="4924131" y="18592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6" name="pt14066"/>
            <p:cNvSpPr/>
            <p:nvPr/>
          </p:nvSpPr>
          <p:spPr>
            <a:xfrm>
              <a:off x="5260542" y="21254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7" name="pt14067"/>
            <p:cNvSpPr/>
            <p:nvPr/>
          </p:nvSpPr>
          <p:spPr>
            <a:xfrm>
              <a:off x="5484058" y="20781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8" name="pt14068"/>
            <p:cNvSpPr/>
            <p:nvPr/>
          </p:nvSpPr>
          <p:spPr>
            <a:xfrm>
              <a:off x="5493534" y="21962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9" name="pt14069"/>
            <p:cNvSpPr/>
            <p:nvPr/>
          </p:nvSpPr>
          <p:spPr>
            <a:xfrm>
              <a:off x="5728194" y="17134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0" name="pt14070"/>
            <p:cNvSpPr/>
            <p:nvPr/>
          </p:nvSpPr>
          <p:spPr>
            <a:xfrm>
              <a:off x="5474160" y="19694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1" name="pt14071"/>
            <p:cNvSpPr/>
            <p:nvPr/>
          </p:nvSpPr>
          <p:spPr>
            <a:xfrm>
              <a:off x="5141035" y="26327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2" name="pt14072"/>
            <p:cNvSpPr/>
            <p:nvPr/>
          </p:nvSpPr>
          <p:spPr>
            <a:xfrm>
              <a:off x="5510044" y="22208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3" name="pt14073"/>
            <p:cNvSpPr/>
            <p:nvPr/>
          </p:nvSpPr>
          <p:spPr>
            <a:xfrm>
              <a:off x="5226931" y="22355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4" name="pt14074"/>
            <p:cNvSpPr/>
            <p:nvPr/>
          </p:nvSpPr>
          <p:spPr>
            <a:xfrm>
              <a:off x="5222160" y="21897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5" name="pt14075"/>
            <p:cNvSpPr/>
            <p:nvPr/>
          </p:nvSpPr>
          <p:spPr>
            <a:xfrm>
              <a:off x="5234228" y="21413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6" name="pt14076"/>
            <p:cNvSpPr/>
            <p:nvPr/>
          </p:nvSpPr>
          <p:spPr>
            <a:xfrm>
              <a:off x="5574775" y="23174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7" name="pt14077"/>
            <p:cNvSpPr/>
            <p:nvPr/>
          </p:nvSpPr>
          <p:spPr>
            <a:xfrm>
              <a:off x="5311796" y="20636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8" name="pt14078"/>
            <p:cNvSpPr/>
            <p:nvPr/>
          </p:nvSpPr>
          <p:spPr>
            <a:xfrm>
              <a:off x="5463058" y="19766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9" name="pt14079"/>
            <p:cNvSpPr/>
            <p:nvPr/>
          </p:nvSpPr>
          <p:spPr>
            <a:xfrm>
              <a:off x="5179904" y="25095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0" name="pt14080"/>
            <p:cNvSpPr/>
            <p:nvPr/>
          </p:nvSpPr>
          <p:spPr>
            <a:xfrm>
              <a:off x="5548753" y="21981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1" name="pt14081"/>
            <p:cNvSpPr/>
            <p:nvPr/>
          </p:nvSpPr>
          <p:spPr>
            <a:xfrm>
              <a:off x="5206824" y="22724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2" name="pt14082"/>
            <p:cNvSpPr/>
            <p:nvPr/>
          </p:nvSpPr>
          <p:spPr>
            <a:xfrm>
              <a:off x="5394141" y="21490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3" name="pt14083"/>
            <p:cNvSpPr/>
            <p:nvPr/>
          </p:nvSpPr>
          <p:spPr>
            <a:xfrm>
              <a:off x="6005463" y="17775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4" name="pt14084"/>
            <p:cNvSpPr/>
            <p:nvPr/>
          </p:nvSpPr>
          <p:spPr>
            <a:xfrm>
              <a:off x="5686596" y="18652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5" name="pt14085"/>
            <p:cNvSpPr/>
            <p:nvPr/>
          </p:nvSpPr>
          <p:spPr>
            <a:xfrm>
              <a:off x="5679366" y="17487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6" name="pt14086"/>
            <p:cNvSpPr/>
            <p:nvPr/>
          </p:nvSpPr>
          <p:spPr>
            <a:xfrm>
              <a:off x="5108955" y="18656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7" name="pt14087"/>
            <p:cNvSpPr/>
            <p:nvPr/>
          </p:nvSpPr>
          <p:spPr>
            <a:xfrm>
              <a:off x="5466741" y="20721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8" name="pt14088"/>
            <p:cNvSpPr/>
            <p:nvPr/>
          </p:nvSpPr>
          <p:spPr>
            <a:xfrm>
              <a:off x="5068107" y="22841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9" name="pt14089"/>
            <p:cNvSpPr/>
            <p:nvPr/>
          </p:nvSpPr>
          <p:spPr>
            <a:xfrm>
              <a:off x="5365083" y="22590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0" name="pt14090"/>
            <p:cNvSpPr/>
            <p:nvPr/>
          </p:nvSpPr>
          <p:spPr>
            <a:xfrm>
              <a:off x="5882238" y="16760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1" name="pt14091"/>
            <p:cNvSpPr/>
            <p:nvPr/>
          </p:nvSpPr>
          <p:spPr>
            <a:xfrm>
              <a:off x="4998599" y="28133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2" name="pt14092"/>
            <p:cNvSpPr/>
            <p:nvPr/>
          </p:nvSpPr>
          <p:spPr>
            <a:xfrm>
              <a:off x="5175889" y="27011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3" name="pt14093"/>
            <p:cNvSpPr/>
            <p:nvPr/>
          </p:nvSpPr>
          <p:spPr>
            <a:xfrm>
              <a:off x="5133150" y="25900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4" name="pt14094"/>
            <p:cNvSpPr/>
            <p:nvPr/>
          </p:nvSpPr>
          <p:spPr>
            <a:xfrm>
              <a:off x="5114525" y="22565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5" name="pt14095"/>
            <p:cNvSpPr/>
            <p:nvPr/>
          </p:nvSpPr>
          <p:spPr>
            <a:xfrm>
              <a:off x="5509648" y="22184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6" name="pt14096"/>
            <p:cNvSpPr/>
            <p:nvPr/>
          </p:nvSpPr>
          <p:spPr>
            <a:xfrm>
              <a:off x="5601060" y="20182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7" name="pt14097"/>
            <p:cNvSpPr/>
            <p:nvPr/>
          </p:nvSpPr>
          <p:spPr>
            <a:xfrm>
              <a:off x="5007180" y="24536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8" name="pt14098"/>
            <p:cNvSpPr/>
            <p:nvPr/>
          </p:nvSpPr>
          <p:spPr>
            <a:xfrm>
              <a:off x="5611919" y="19959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9" name="pt14099"/>
            <p:cNvSpPr/>
            <p:nvPr/>
          </p:nvSpPr>
          <p:spPr>
            <a:xfrm>
              <a:off x="5147606" y="24902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0" name="pt14100"/>
            <p:cNvSpPr/>
            <p:nvPr/>
          </p:nvSpPr>
          <p:spPr>
            <a:xfrm>
              <a:off x="5398338" y="21426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1" name="pt14101"/>
            <p:cNvSpPr/>
            <p:nvPr/>
          </p:nvSpPr>
          <p:spPr>
            <a:xfrm>
              <a:off x="5648731" y="20143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2" name="pt14102"/>
            <p:cNvSpPr/>
            <p:nvPr/>
          </p:nvSpPr>
          <p:spPr>
            <a:xfrm>
              <a:off x="5439035" y="21634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3" name="pt14103"/>
            <p:cNvSpPr/>
            <p:nvPr/>
          </p:nvSpPr>
          <p:spPr>
            <a:xfrm>
              <a:off x="4863031" y="26105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4" name="pt14104"/>
            <p:cNvSpPr/>
            <p:nvPr/>
          </p:nvSpPr>
          <p:spPr>
            <a:xfrm>
              <a:off x="5496468" y="22634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5" name="pt14105"/>
            <p:cNvSpPr/>
            <p:nvPr/>
          </p:nvSpPr>
          <p:spPr>
            <a:xfrm>
              <a:off x="5634880" y="20928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6" name="pt14106"/>
            <p:cNvSpPr/>
            <p:nvPr/>
          </p:nvSpPr>
          <p:spPr>
            <a:xfrm>
              <a:off x="5160045" y="26385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7" name="pt14107"/>
            <p:cNvSpPr/>
            <p:nvPr/>
          </p:nvSpPr>
          <p:spPr>
            <a:xfrm>
              <a:off x="5525187" y="21243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8" name="pt14108"/>
            <p:cNvSpPr/>
            <p:nvPr/>
          </p:nvSpPr>
          <p:spPr>
            <a:xfrm>
              <a:off x="5356751" y="22689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9" name="pt14109"/>
            <p:cNvSpPr/>
            <p:nvPr/>
          </p:nvSpPr>
          <p:spPr>
            <a:xfrm>
              <a:off x="5492363" y="18757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0" name="pt14110"/>
            <p:cNvSpPr/>
            <p:nvPr/>
          </p:nvSpPr>
          <p:spPr>
            <a:xfrm>
              <a:off x="5666630" y="19784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1" name="pt14111"/>
            <p:cNvSpPr/>
            <p:nvPr/>
          </p:nvSpPr>
          <p:spPr>
            <a:xfrm>
              <a:off x="5265468" y="21105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2" name="pt14112"/>
            <p:cNvSpPr/>
            <p:nvPr/>
          </p:nvSpPr>
          <p:spPr>
            <a:xfrm>
              <a:off x="5639154" y="20846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3" name="pt14113"/>
            <p:cNvSpPr/>
            <p:nvPr/>
          </p:nvSpPr>
          <p:spPr>
            <a:xfrm>
              <a:off x="5306041" y="19782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4" name="pt14114"/>
            <p:cNvSpPr/>
            <p:nvPr/>
          </p:nvSpPr>
          <p:spPr>
            <a:xfrm>
              <a:off x="5455715" y="20926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5" name="pt14115"/>
            <p:cNvSpPr/>
            <p:nvPr/>
          </p:nvSpPr>
          <p:spPr>
            <a:xfrm>
              <a:off x="5560142" y="22359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6" name="pt14116"/>
            <p:cNvSpPr/>
            <p:nvPr/>
          </p:nvSpPr>
          <p:spPr>
            <a:xfrm>
              <a:off x="5206542" y="22790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7" name="pt14117"/>
            <p:cNvSpPr/>
            <p:nvPr/>
          </p:nvSpPr>
          <p:spPr>
            <a:xfrm>
              <a:off x="5541599" y="20134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8" name="pt14118"/>
            <p:cNvSpPr/>
            <p:nvPr/>
          </p:nvSpPr>
          <p:spPr>
            <a:xfrm>
              <a:off x="5712680" y="21761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9" name="pt14119"/>
            <p:cNvSpPr/>
            <p:nvPr/>
          </p:nvSpPr>
          <p:spPr>
            <a:xfrm>
              <a:off x="5186950" y="22519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0" name="pt14120"/>
            <p:cNvSpPr/>
            <p:nvPr/>
          </p:nvSpPr>
          <p:spPr>
            <a:xfrm>
              <a:off x="5579368" y="23472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1" name="pt14121"/>
            <p:cNvSpPr/>
            <p:nvPr/>
          </p:nvSpPr>
          <p:spPr>
            <a:xfrm>
              <a:off x="5619828" y="18696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2" name="pt14122"/>
            <p:cNvSpPr/>
            <p:nvPr/>
          </p:nvSpPr>
          <p:spPr>
            <a:xfrm>
              <a:off x="5088579" y="26259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3" name="pt14123"/>
            <p:cNvSpPr/>
            <p:nvPr/>
          </p:nvSpPr>
          <p:spPr>
            <a:xfrm>
              <a:off x="5119616" y="24244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4" name="pt14124"/>
            <p:cNvSpPr/>
            <p:nvPr/>
          </p:nvSpPr>
          <p:spPr>
            <a:xfrm>
              <a:off x="4851916" y="25663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5" name="pt14125"/>
            <p:cNvSpPr/>
            <p:nvPr/>
          </p:nvSpPr>
          <p:spPr>
            <a:xfrm>
              <a:off x="5061529" y="23099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6" name="pt14126"/>
            <p:cNvSpPr/>
            <p:nvPr/>
          </p:nvSpPr>
          <p:spPr>
            <a:xfrm>
              <a:off x="5564487" y="22957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7" name="pt14127"/>
            <p:cNvSpPr/>
            <p:nvPr/>
          </p:nvSpPr>
          <p:spPr>
            <a:xfrm>
              <a:off x="5764811" y="20346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8" name="pt14128"/>
            <p:cNvSpPr/>
            <p:nvPr/>
          </p:nvSpPr>
          <p:spPr>
            <a:xfrm>
              <a:off x="5113041" y="19810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9" name="pt14129"/>
            <p:cNvSpPr/>
            <p:nvPr/>
          </p:nvSpPr>
          <p:spPr>
            <a:xfrm>
              <a:off x="5456571" y="21777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0" name="pt14130"/>
            <p:cNvSpPr/>
            <p:nvPr/>
          </p:nvSpPr>
          <p:spPr>
            <a:xfrm>
              <a:off x="4995504" y="24651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1" name="pt14131"/>
            <p:cNvSpPr/>
            <p:nvPr/>
          </p:nvSpPr>
          <p:spPr>
            <a:xfrm>
              <a:off x="5575766" y="22238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2" name="pt14132"/>
            <p:cNvSpPr/>
            <p:nvPr/>
          </p:nvSpPr>
          <p:spPr>
            <a:xfrm>
              <a:off x="5752275" y="18996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3" name="pt14133"/>
            <p:cNvSpPr/>
            <p:nvPr/>
          </p:nvSpPr>
          <p:spPr>
            <a:xfrm>
              <a:off x="5601249" y="1949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4" name="pt14134"/>
            <p:cNvSpPr/>
            <p:nvPr/>
          </p:nvSpPr>
          <p:spPr>
            <a:xfrm>
              <a:off x="4966208" y="19059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5" name="pt14135"/>
            <p:cNvSpPr/>
            <p:nvPr/>
          </p:nvSpPr>
          <p:spPr>
            <a:xfrm>
              <a:off x="5172381" y="2784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6" name="pt14136"/>
            <p:cNvSpPr/>
            <p:nvPr/>
          </p:nvSpPr>
          <p:spPr>
            <a:xfrm>
              <a:off x="5578390" y="22743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7" name="pt14137"/>
            <p:cNvSpPr/>
            <p:nvPr/>
          </p:nvSpPr>
          <p:spPr>
            <a:xfrm>
              <a:off x="5417744" y="21879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8" name="pt14138"/>
            <p:cNvSpPr/>
            <p:nvPr/>
          </p:nvSpPr>
          <p:spPr>
            <a:xfrm>
              <a:off x="5632750" y="21255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9" name="pt14139"/>
            <p:cNvSpPr/>
            <p:nvPr/>
          </p:nvSpPr>
          <p:spPr>
            <a:xfrm>
              <a:off x="4913440" y="27967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0" name="pt14140"/>
            <p:cNvSpPr/>
            <p:nvPr/>
          </p:nvSpPr>
          <p:spPr>
            <a:xfrm>
              <a:off x="5555228" y="21975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1" name="pt14141"/>
            <p:cNvSpPr/>
            <p:nvPr/>
          </p:nvSpPr>
          <p:spPr>
            <a:xfrm>
              <a:off x="5134073" y="26537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2" name="pt14142"/>
            <p:cNvSpPr/>
            <p:nvPr/>
          </p:nvSpPr>
          <p:spPr>
            <a:xfrm>
              <a:off x="5383722" y="21985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3" name="pt14143"/>
            <p:cNvSpPr/>
            <p:nvPr/>
          </p:nvSpPr>
          <p:spPr>
            <a:xfrm>
              <a:off x="5559260" y="21737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4" name="pt14144"/>
            <p:cNvSpPr/>
            <p:nvPr/>
          </p:nvSpPr>
          <p:spPr>
            <a:xfrm>
              <a:off x="5428110" y="22074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5" name="pt14145"/>
            <p:cNvSpPr/>
            <p:nvPr/>
          </p:nvSpPr>
          <p:spPr>
            <a:xfrm>
              <a:off x="5373970" y="22695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6" name="pt14146"/>
            <p:cNvSpPr/>
            <p:nvPr/>
          </p:nvSpPr>
          <p:spPr>
            <a:xfrm>
              <a:off x="5461187" y="22302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7" name="pt14147"/>
            <p:cNvSpPr/>
            <p:nvPr/>
          </p:nvSpPr>
          <p:spPr>
            <a:xfrm>
              <a:off x="5792993" y="20258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8" name="pt14148"/>
            <p:cNvSpPr/>
            <p:nvPr/>
          </p:nvSpPr>
          <p:spPr>
            <a:xfrm>
              <a:off x="5490103" y="19504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9" name="pt14149"/>
            <p:cNvSpPr/>
            <p:nvPr/>
          </p:nvSpPr>
          <p:spPr>
            <a:xfrm>
              <a:off x="5738763" y="18195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0" name="pt14150"/>
            <p:cNvSpPr/>
            <p:nvPr/>
          </p:nvSpPr>
          <p:spPr>
            <a:xfrm>
              <a:off x="5738241" y="17435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1" name="pt14151"/>
            <p:cNvSpPr/>
            <p:nvPr/>
          </p:nvSpPr>
          <p:spPr>
            <a:xfrm>
              <a:off x="5113055" y="21260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2" name="pt14152"/>
            <p:cNvSpPr/>
            <p:nvPr/>
          </p:nvSpPr>
          <p:spPr>
            <a:xfrm>
              <a:off x="5869741" y="17261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3" name="pt14153"/>
            <p:cNvSpPr/>
            <p:nvPr/>
          </p:nvSpPr>
          <p:spPr>
            <a:xfrm>
              <a:off x="5600889" y="20278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4" name="pt14154"/>
            <p:cNvSpPr/>
            <p:nvPr/>
          </p:nvSpPr>
          <p:spPr>
            <a:xfrm>
              <a:off x="5430127" y="22174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5" name="pt14155"/>
            <p:cNvSpPr/>
            <p:nvPr/>
          </p:nvSpPr>
          <p:spPr>
            <a:xfrm>
              <a:off x="5514664" y="22078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6" name="pt14156"/>
            <p:cNvSpPr/>
            <p:nvPr/>
          </p:nvSpPr>
          <p:spPr>
            <a:xfrm>
              <a:off x="5201839" y="24764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7" name="pt14157"/>
            <p:cNvSpPr/>
            <p:nvPr/>
          </p:nvSpPr>
          <p:spPr>
            <a:xfrm>
              <a:off x="5541297" y="22355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8" name="pt14158"/>
            <p:cNvSpPr/>
            <p:nvPr/>
          </p:nvSpPr>
          <p:spPr>
            <a:xfrm>
              <a:off x="4819976" y="25178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9" name="pt14159"/>
            <p:cNvSpPr/>
            <p:nvPr/>
          </p:nvSpPr>
          <p:spPr>
            <a:xfrm>
              <a:off x="5341212" y="20966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0" name="pt14160"/>
            <p:cNvSpPr/>
            <p:nvPr/>
          </p:nvSpPr>
          <p:spPr>
            <a:xfrm>
              <a:off x="5555458" y="22737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1" name="pt14161"/>
            <p:cNvSpPr/>
            <p:nvPr/>
          </p:nvSpPr>
          <p:spPr>
            <a:xfrm>
              <a:off x="5443327" y="22045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2" name="pt14162"/>
            <p:cNvSpPr/>
            <p:nvPr/>
          </p:nvSpPr>
          <p:spPr>
            <a:xfrm>
              <a:off x="5216509" y="23452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3" name="pt14163"/>
            <p:cNvSpPr/>
            <p:nvPr/>
          </p:nvSpPr>
          <p:spPr>
            <a:xfrm>
              <a:off x="5357543" y="22364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4" name="pt14164"/>
            <p:cNvSpPr/>
            <p:nvPr/>
          </p:nvSpPr>
          <p:spPr>
            <a:xfrm>
              <a:off x="5716227" y="1915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5" name="pt14165"/>
            <p:cNvSpPr/>
            <p:nvPr/>
          </p:nvSpPr>
          <p:spPr>
            <a:xfrm>
              <a:off x="4862841" y="1948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6" name="pt14166"/>
            <p:cNvSpPr/>
            <p:nvPr/>
          </p:nvSpPr>
          <p:spPr>
            <a:xfrm>
              <a:off x="5408480" y="22032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7" name="pt14167"/>
            <p:cNvSpPr/>
            <p:nvPr/>
          </p:nvSpPr>
          <p:spPr>
            <a:xfrm>
              <a:off x="5114863" y="20999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8" name="pt14168"/>
            <p:cNvSpPr/>
            <p:nvPr/>
          </p:nvSpPr>
          <p:spPr>
            <a:xfrm>
              <a:off x="5389313" y="22041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9" name="pt14169"/>
            <p:cNvSpPr/>
            <p:nvPr/>
          </p:nvSpPr>
          <p:spPr>
            <a:xfrm>
              <a:off x="5802962" y="19582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0" name="pt14170"/>
            <p:cNvSpPr/>
            <p:nvPr/>
          </p:nvSpPr>
          <p:spPr>
            <a:xfrm>
              <a:off x="5031148" y="22023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1" name="pt14171"/>
            <p:cNvSpPr/>
            <p:nvPr/>
          </p:nvSpPr>
          <p:spPr>
            <a:xfrm>
              <a:off x="4831212" y="28570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2" name="pt14172"/>
            <p:cNvSpPr/>
            <p:nvPr/>
          </p:nvSpPr>
          <p:spPr>
            <a:xfrm>
              <a:off x="5473206" y="19577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3" name="pt14173"/>
            <p:cNvSpPr/>
            <p:nvPr/>
          </p:nvSpPr>
          <p:spPr>
            <a:xfrm>
              <a:off x="5162125" y="26537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4" name="pt14174"/>
            <p:cNvSpPr/>
            <p:nvPr/>
          </p:nvSpPr>
          <p:spPr>
            <a:xfrm>
              <a:off x="5538658" y="21125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5" name="pt14175"/>
            <p:cNvSpPr/>
            <p:nvPr/>
          </p:nvSpPr>
          <p:spPr>
            <a:xfrm>
              <a:off x="5520706" y="22563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6" name="pt14176"/>
            <p:cNvSpPr/>
            <p:nvPr/>
          </p:nvSpPr>
          <p:spPr>
            <a:xfrm>
              <a:off x="5405432" y="21675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7" name="pt14177"/>
            <p:cNvSpPr/>
            <p:nvPr/>
          </p:nvSpPr>
          <p:spPr>
            <a:xfrm>
              <a:off x="5596110" y="19455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8" name="pt14178"/>
            <p:cNvSpPr/>
            <p:nvPr/>
          </p:nvSpPr>
          <p:spPr>
            <a:xfrm>
              <a:off x="5434985" y="22554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9" name="pt14179"/>
            <p:cNvSpPr/>
            <p:nvPr/>
          </p:nvSpPr>
          <p:spPr>
            <a:xfrm>
              <a:off x="5485513" y="20142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0" name="pt14180"/>
            <p:cNvSpPr/>
            <p:nvPr/>
          </p:nvSpPr>
          <p:spPr>
            <a:xfrm>
              <a:off x="4736404" y="2662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1" name="pt14181"/>
            <p:cNvSpPr/>
            <p:nvPr/>
          </p:nvSpPr>
          <p:spPr>
            <a:xfrm>
              <a:off x="5511563" y="2185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2" name="pt14182"/>
            <p:cNvSpPr/>
            <p:nvPr/>
          </p:nvSpPr>
          <p:spPr>
            <a:xfrm>
              <a:off x="5967459" y="16262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3" name="pt14183"/>
            <p:cNvSpPr/>
            <p:nvPr/>
          </p:nvSpPr>
          <p:spPr>
            <a:xfrm>
              <a:off x="5678770" y="17006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4" name="pt14184"/>
            <p:cNvSpPr/>
            <p:nvPr/>
          </p:nvSpPr>
          <p:spPr>
            <a:xfrm>
              <a:off x="5565990" y="22871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5" name="pt14185"/>
            <p:cNvSpPr/>
            <p:nvPr/>
          </p:nvSpPr>
          <p:spPr>
            <a:xfrm>
              <a:off x="5573345" y="22341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6" name="pt14186"/>
            <p:cNvSpPr/>
            <p:nvPr/>
          </p:nvSpPr>
          <p:spPr>
            <a:xfrm>
              <a:off x="5303145" y="21844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7" name="pt14187"/>
            <p:cNvSpPr/>
            <p:nvPr/>
          </p:nvSpPr>
          <p:spPr>
            <a:xfrm>
              <a:off x="5375693" y="22090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8" name="pt14188"/>
            <p:cNvSpPr/>
            <p:nvPr/>
          </p:nvSpPr>
          <p:spPr>
            <a:xfrm>
              <a:off x="5092228" y="26078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9" name="pt14189"/>
            <p:cNvSpPr/>
            <p:nvPr/>
          </p:nvSpPr>
          <p:spPr>
            <a:xfrm>
              <a:off x="5685923" y="1708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0" name="pt14190"/>
            <p:cNvSpPr/>
            <p:nvPr/>
          </p:nvSpPr>
          <p:spPr>
            <a:xfrm>
              <a:off x="5772704" y="21062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1" name="pt14191"/>
            <p:cNvSpPr/>
            <p:nvPr/>
          </p:nvSpPr>
          <p:spPr>
            <a:xfrm>
              <a:off x="5292346" y="22450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2" name="pt14192"/>
            <p:cNvSpPr/>
            <p:nvPr/>
          </p:nvSpPr>
          <p:spPr>
            <a:xfrm>
              <a:off x="5328926" y="22117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3" name="pt14193"/>
            <p:cNvSpPr/>
            <p:nvPr/>
          </p:nvSpPr>
          <p:spPr>
            <a:xfrm>
              <a:off x="5360989" y="21874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4" name="pt14194"/>
            <p:cNvSpPr/>
            <p:nvPr/>
          </p:nvSpPr>
          <p:spPr>
            <a:xfrm>
              <a:off x="5292543" y="21254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5" name="pt14195"/>
            <p:cNvSpPr/>
            <p:nvPr/>
          </p:nvSpPr>
          <p:spPr>
            <a:xfrm>
              <a:off x="5613035" y="21653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6" name="pt14196"/>
            <p:cNvSpPr/>
            <p:nvPr/>
          </p:nvSpPr>
          <p:spPr>
            <a:xfrm>
              <a:off x="5601695" y="19606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7" name="pt14197"/>
            <p:cNvSpPr/>
            <p:nvPr/>
          </p:nvSpPr>
          <p:spPr>
            <a:xfrm>
              <a:off x="5630013" y="22054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8" name="pt14198"/>
            <p:cNvSpPr/>
            <p:nvPr/>
          </p:nvSpPr>
          <p:spPr>
            <a:xfrm>
              <a:off x="5083544" y="26986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9" name="pt14199"/>
            <p:cNvSpPr/>
            <p:nvPr/>
          </p:nvSpPr>
          <p:spPr>
            <a:xfrm>
              <a:off x="5774695" y="18853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0" name="pt14200"/>
            <p:cNvSpPr/>
            <p:nvPr/>
          </p:nvSpPr>
          <p:spPr>
            <a:xfrm>
              <a:off x="4871311" y="2574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1" name="pt14201"/>
            <p:cNvSpPr/>
            <p:nvPr/>
          </p:nvSpPr>
          <p:spPr>
            <a:xfrm>
              <a:off x="5320568" y="21626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2" name="pt14202"/>
            <p:cNvSpPr/>
            <p:nvPr/>
          </p:nvSpPr>
          <p:spPr>
            <a:xfrm>
              <a:off x="5645998" y="20395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3" name="pt14203"/>
            <p:cNvSpPr/>
            <p:nvPr/>
          </p:nvSpPr>
          <p:spPr>
            <a:xfrm>
              <a:off x="5264973" y="22165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4" name="pt14204"/>
            <p:cNvSpPr/>
            <p:nvPr/>
          </p:nvSpPr>
          <p:spPr>
            <a:xfrm>
              <a:off x="5372377" y="2227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5" name="pt14205"/>
            <p:cNvSpPr/>
            <p:nvPr/>
          </p:nvSpPr>
          <p:spPr>
            <a:xfrm>
              <a:off x="5550334" y="2184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6" name="pt14206"/>
            <p:cNvSpPr/>
            <p:nvPr/>
          </p:nvSpPr>
          <p:spPr>
            <a:xfrm>
              <a:off x="5781303" y="20706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7" name="pt14207"/>
            <p:cNvSpPr/>
            <p:nvPr/>
          </p:nvSpPr>
          <p:spPr>
            <a:xfrm>
              <a:off x="5619899" y="19709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8" name="pt14208"/>
            <p:cNvSpPr/>
            <p:nvPr/>
          </p:nvSpPr>
          <p:spPr>
            <a:xfrm>
              <a:off x="5421667" y="21629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9" name="pt14209"/>
            <p:cNvSpPr/>
            <p:nvPr/>
          </p:nvSpPr>
          <p:spPr>
            <a:xfrm>
              <a:off x="5670889" y="21631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0" name="pt14210"/>
            <p:cNvSpPr/>
            <p:nvPr/>
          </p:nvSpPr>
          <p:spPr>
            <a:xfrm>
              <a:off x="5787085" y="20130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1" name="pt14211"/>
            <p:cNvSpPr/>
            <p:nvPr/>
          </p:nvSpPr>
          <p:spPr>
            <a:xfrm>
              <a:off x="5340208" y="21806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2" name="pt14212"/>
            <p:cNvSpPr/>
            <p:nvPr/>
          </p:nvSpPr>
          <p:spPr>
            <a:xfrm>
              <a:off x="5555071" y="22221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3" name="pt14213"/>
            <p:cNvSpPr/>
            <p:nvPr/>
          </p:nvSpPr>
          <p:spPr>
            <a:xfrm>
              <a:off x="5160725" y="26032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4" name="pt14214"/>
            <p:cNvSpPr/>
            <p:nvPr/>
          </p:nvSpPr>
          <p:spPr>
            <a:xfrm>
              <a:off x="5524118" y="2132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5" name="pt14215"/>
            <p:cNvSpPr/>
            <p:nvPr/>
          </p:nvSpPr>
          <p:spPr>
            <a:xfrm>
              <a:off x="5362858" y="22203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6" name="pt14216"/>
            <p:cNvSpPr/>
            <p:nvPr/>
          </p:nvSpPr>
          <p:spPr>
            <a:xfrm>
              <a:off x="5071339" y="26046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7" name="pt14217"/>
            <p:cNvSpPr/>
            <p:nvPr/>
          </p:nvSpPr>
          <p:spPr>
            <a:xfrm>
              <a:off x="5496451" y="20313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8" name="pt14218"/>
            <p:cNvSpPr/>
            <p:nvPr/>
          </p:nvSpPr>
          <p:spPr>
            <a:xfrm>
              <a:off x="5568229" y="23262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9" name="pt14219"/>
            <p:cNvSpPr/>
            <p:nvPr/>
          </p:nvSpPr>
          <p:spPr>
            <a:xfrm>
              <a:off x="5496179" y="21667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0" name="pt14220"/>
            <p:cNvSpPr/>
            <p:nvPr/>
          </p:nvSpPr>
          <p:spPr>
            <a:xfrm>
              <a:off x="5609403" y="21091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1" name="pt14221"/>
            <p:cNvSpPr/>
            <p:nvPr/>
          </p:nvSpPr>
          <p:spPr>
            <a:xfrm>
              <a:off x="5416580" y="22374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2" name="pt14222"/>
            <p:cNvSpPr/>
            <p:nvPr/>
          </p:nvSpPr>
          <p:spPr>
            <a:xfrm>
              <a:off x="5823940" y="20196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3" name="pt14223"/>
            <p:cNvSpPr/>
            <p:nvPr/>
          </p:nvSpPr>
          <p:spPr>
            <a:xfrm>
              <a:off x="5434209" y="21805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4" name="pt14224"/>
            <p:cNvSpPr/>
            <p:nvPr/>
          </p:nvSpPr>
          <p:spPr>
            <a:xfrm>
              <a:off x="5822911" y="19207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5" name="pt14225"/>
            <p:cNvSpPr/>
            <p:nvPr/>
          </p:nvSpPr>
          <p:spPr>
            <a:xfrm>
              <a:off x="5068762" y="24952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6" name="pt14226"/>
            <p:cNvSpPr/>
            <p:nvPr/>
          </p:nvSpPr>
          <p:spPr>
            <a:xfrm>
              <a:off x="5731960" y="17293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7" name="pt14227"/>
            <p:cNvSpPr/>
            <p:nvPr/>
          </p:nvSpPr>
          <p:spPr>
            <a:xfrm>
              <a:off x="5242464" y="21115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8" name="pt14228"/>
            <p:cNvSpPr/>
            <p:nvPr/>
          </p:nvSpPr>
          <p:spPr>
            <a:xfrm>
              <a:off x="5491381" y="19581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9" name="pt14229"/>
            <p:cNvSpPr/>
            <p:nvPr/>
          </p:nvSpPr>
          <p:spPr>
            <a:xfrm>
              <a:off x="5439392" y="22108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0" name="pt14230"/>
            <p:cNvSpPr/>
            <p:nvPr/>
          </p:nvSpPr>
          <p:spPr>
            <a:xfrm>
              <a:off x="5204366" y="23426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1" name="pt14231"/>
            <p:cNvSpPr/>
            <p:nvPr/>
          </p:nvSpPr>
          <p:spPr>
            <a:xfrm>
              <a:off x="5551526" y="21654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2" name="pt14232"/>
            <p:cNvSpPr/>
            <p:nvPr/>
          </p:nvSpPr>
          <p:spPr>
            <a:xfrm>
              <a:off x="5353321" y="22346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3" name="pt14233"/>
            <p:cNvSpPr/>
            <p:nvPr/>
          </p:nvSpPr>
          <p:spPr>
            <a:xfrm>
              <a:off x="5462732" y="21193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4" name="pt14234"/>
            <p:cNvSpPr/>
            <p:nvPr/>
          </p:nvSpPr>
          <p:spPr>
            <a:xfrm>
              <a:off x="5593027" y="21973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5" name="pt14235"/>
            <p:cNvSpPr/>
            <p:nvPr/>
          </p:nvSpPr>
          <p:spPr>
            <a:xfrm>
              <a:off x="5748960" y="18871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6" name="pt14236"/>
            <p:cNvSpPr/>
            <p:nvPr/>
          </p:nvSpPr>
          <p:spPr>
            <a:xfrm>
              <a:off x="5542209" y="19620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7" name="pt14237"/>
            <p:cNvSpPr/>
            <p:nvPr/>
          </p:nvSpPr>
          <p:spPr>
            <a:xfrm>
              <a:off x="5680455" y="15633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8" name="pt14238"/>
            <p:cNvSpPr/>
            <p:nvPr/>
          </p:nvSpPr>
          <p:spPr>
            <a:xfrm>
              <a:off x="5069437" y="25977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9" name="pt14239"/>
            <p:cNvSpPr/>
            <p:nvPr/>
          </p:nvSpPr>
          <p:spPr>
            <a:xfrm>
              <a:off x="5607564" y="20822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0" name="pt14240"/>
            <p:cNvSpPr/>
            <p:nvPr/>
          </p:nvSpPr>
          <p:spPr>
            <a:xfrm>
              <a:off x="5214154" y="20436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1" name="pt14241"/>
            <p:cNvSpPr/>
            <p:nvPr/>
          </p:nvSpPr>
          <p:spPr>
            <a:xfrm>
              <a:off x="5139060" y="25232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2" name="pt14242"/>
            <p:cNvSpPr/>
            <p:nvPr/>
          </p:nvSpPr>
          <p:spPr>
            <a:xfrm>
              <a:off x="5801152" y="19253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3" name="pt14243"/>
            <p:cNvSpPr/>
            <p:nvPr/>
          </p:nvSpPr>
          <p:spPr>
            <a:xfrm>
              <a:off x="5859979" y="20346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4" name="pt14244"/>
            <p:cNvSpPr/>
            <p:nvPr/>
          </p:nvSpPr>
          <p:spPr>
            <a:xfrm>
              <a:off x="5335218" y="22083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5" name="pt14245"/>
            <p:cNvSpPr/>
            <p:nvPr/>
          </p:nvSpPr>
          <p:spPr>
            <a:xfrm>
              <a:off x="5519167" y="21757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6" name="pt14246"/>
            <p:cNvSpPr/>
            <p:nvPr/>
          </p:nvSpPr>
          <p:spPr>
            <a:xfrm>
              <a:off x="5202810" y="23843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7" name="pt14247"/>
            <p:cNvSpPr/>
            <p:nvPr/>
          </p:nvSpPr>
          <p:spPr>
            <a:xfrm>
              <a:off x="5315141" y="21245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8" name="pt14248"/>
            <p:cNvSpPr/>
            <p:nvPr/>
          </p:nvSpPr>
          <p:spPr>
            <a:xfrm>
              <a:off x="5446675" y="22668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9" name="pt14249"/>
            <p:cNvSpPr/>
            <p:nvPr/>
          </p:nvSpPr>
          <p:spPr>
            <a:xfrm>
              <a:off x="5158069" y="28260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0" name="pt14250"/>
            <p:cNvSpPr/>
            <p:nvPr/>
          </p:nvSpPr>
          <p:spPr>
            <a:xfrm>
              <a:off x="5297684" y="21052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1" name="pt14251"/>
            <p:cNvSpPr/>
            <p:nvPr/>
          </p:nvSpPr>
          <p:spPr>
            <a:xfrm>
              <a:off x="5342460" y="22207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2" name="pt14252"/>
            <p:cNvSpPr/>
            <p:nvPr/>
          </p:nvSpPr>
          <p:spPr>
            <a:xfrm>
              <a:off x="4821272" y="23858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3" name="pt14253"/>
            <p:cNvSpPr/>
            <p:nvPr/>
          </p:nvSpPr>
          <p:spPr>
            <a:xfrm>
              <a:off x="5336651" y="22117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4" name="pt14254"/>
            <p:cNvSpPr/>
            <p:nvPr/>
          </p:nvSpPr>
          <p:spPr>
            <a:xfrm>
              <a:off x="5671550" y="1907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5" name="pt14255"/>
            <p:cNvSpPr/>
            <p:nvPr/>
          </p:nvSpPr>
          <p:spPr>
            <a:xfrm>
              <a:off x="5432104" y="2215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6" name="pt14256"/>
            <p:cNvSpPr/>
            <p:nvPr/>
          </p:nvSpPr>
          <p:spPr>
            <a:xfrm>
              <a:off x="5577141" y="22817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7" name="pt14257"/>
            <p:cNvSpPr/>
            <p:nvPr/>
          </p:nvSpPr>
          <p:spPr>
            <a:xfrm>
              <a:off x="5739061" y="18944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8" name="pt14258"/>
            <p:cNvSpPr/>
            <p:nvPr/>
          </p:nvSpPr>
          <p:spPr>
            <a:xfrm>
              <a:off x="5240827" y="21885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9" name="pt14259"/>
            <p:cNvSpPr/>
            <p:nvPr/>
          </p:nvSpPr>
          <p:spPr>
            <a:xfrm>
              <a:off x="5039608" y="19998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0" name="pt14260"/>
            <p:cNvSpPr/>
            <p:nvPr/>
          </p:nvSpPr>
          <p:spPr>
            <a:xfrm>
              <a:off x="5299992" y="21708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1" name="pt14261"/>
            <p:cNvSpPr/>
            <p:nvPr/>
          </p:nvSpPr>
          <p:spPr>
            <a:xfrm>
              <a:off x="5451269" y="22356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2" name="pt14262"/>
            <p:cNvSpPr/>
            <p:nvPr/>
          </p:nvSpPr>
          <p:spPr>
            <a:xfrm>
              <a:off x="5208406" y="22215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3" name="pt14263"/>
            <p:cNvSpPr/>
            <p:nvPr/>
          </p:nvSpPr>
          <p:spPr>
            <a:xfrm>
              <a:off x="5471547" y="19297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4" name="pt14264"/>
            <p:cNvSpPr/>
            <p:nvPr/>
          </p:nvSpPr>
          <p:spPr>
            <a:xfrm>
              <a:off x="5514772" y="22593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5" name="pt14265"/>
            <p:cNvSpPr/>
            <p:nvPr/>
          </p:nvSpPr>
          <p:spPr>
            <a:xfrm>
              <a:off x="5053438" y="24328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6" name="pt14266"/>
            <p:cNvSpPr/>
            <p:nvPr/>
          </p:nvSpPr>
          <p:spPr>
            <a:xfrm>
              <a:off x="5497537" y="22009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7" name="pt14267"/>
            <p:cNvSpPr/>
            <p:nvPr/>
          </p:nvSpPr>
          <p:spPr>
            <a:xfrm>
              <a:off x="5343123" y="21023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8" name="pt14268"/>
            <p:cNvSpPr/>
            <p:nvPr/>
          </p:nvSpPr>
          <p:spPr>
            <a:xfrm>
              <a:off x="5053286" y="21142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9" name="pt14269"/>
            <p:cNvSpPr/>
            <p:nvPr/>
          </p:nvSpPr>
          <p:spPr>
            <a:xfrm>
              <a:off x="5001426" y="26092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0" name="pt14270"/>
            <p:cNvSpPr/>
            <p:nvPr/>
          </p:nvSpPr>
          <p:spPr>
            <a:xfrm>
              <a:off x="5323891" y="20926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1" name="pt14271"/>
            <p:cNvSpPr/>
            <p:nvPr/>
          </p:nvSpPr>
          <p:spPr>
            <a:xfrm>
              <a:off x="5360481" y="21961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2" name="pt14272"/>
            <p:cNvSpPr/>
            <p:nvPr/>
          </p:nvSpPr>
          <p:spPr>
            <a:xfrm>
              <a:off x="5409185" y="22090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3" name="pt14273"/>
            <p:cNvSpPr/>
            <p:nvPr/>
          </p:nvSpPr>
          <p:spPr>
            <a:xfrm>
              <a:off x="5905891" y="15761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4" name="pt14274"/>
            <p:cNvSpPr/>
            <p:nvPr/>
          </p:nvSpPr>
          <p:spPr>
            <a:xfrm>
              <a:off x="5960165" y="16491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5" name="pt14275"/>
            <p:cNvSpPr/>
            <p:nvPr/>
          </p:nvSpPr>
          <p:spPr>
            <a:xfrm>
              <a:off x="5624222" y="19576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6" name="pt14276"/>
            <p:cNvSpPr/>
            <p:nvPr/>
          </p:nvSpPr>
          <p:spPr>
            <a:xfrm>
              <a:off x="5425119" y="20716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7" name="pt14277"/>
            <p:cNvSpPr/>
            <p:nvPr/>
          </p:nvSpPr>
          <p:spPr>
            <a:xfrm>
              <a:off x="5467429" y="2103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8" name="pt14278"/>
            <p:cNvSpPr/>
            <p:nvPr/>
          </p:nvSpPr>
          <p:spPr>
            <a:xfrm>
              <a:off x="5513793" y="22253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9" name="pt14279"/>
            <p:cNvSpPr/>
            <p:nvPr/>
          </p:nvSpPr>
          <p:spPr>
            <a:xfrm>
              <a:off x="5683555" y="17547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0" name="pt14280"/>
            <p:cNvSpPr/>
            <p:nvPr/>
          </p:nvSpPr>
          <p:spPr>
            <a:xfrm>
              <a:off x="5486987" y="21706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1" name="pt14281"/>
            <p:cNvSpPr/>
            <p:nvPr/>
          </p:nvSpPr>
          <p:spPr>
            <a:xfrm>
              <a:off x="5616777" y="20214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2" name="pt14282"/>
            <p:cNvSpPr/>
            <p:nvPr/>
          </p:nvSpPr>
          <p:spPr>
            <a:xfrm>
              <a:off x="5415684" y="21433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3" name="pt14283"/>
            <p:cNvSpPr/>
            <p:nvPr/>
          </p:nvSpPr>
          <p:spPr>
            <a:xfrm>
              <a:off x="5253980" y="20675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4" name="pt14284"/>
            <p:cNvSpPr/>
            <p:nvPr/>
          </p:nvSpPr>
          <p:spPr>
            <a:xfrm>
              <a:off x="5103783" y="20087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5" name="pt14285"/>
            <p:cNvSpPr/>
            <p:nvPr/>
          </p:nvSpPr>
          <p:spPr>
            <a:xfrm>
              <a:off x="5619771" y="18866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6" name="pt14286"/>
            <p:cNvSpPr/>
            <p:nvPr/>
          </p:nvSpPr>
          <p:spPr>
            <a:xfrm>
              <a:off x="5305928" y="19334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7" name="pt14287"/>
            <p:cNvSpPr/>
            <p:nvPr/>
          </p:nvSpPr>
          <p:spPr>
            <a:xfrm>
              <a:off x="5533494" y="21686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8" name="pt14288"/>
            <p:cNvSpPr/>
            <p:nvPr/>
          </p:nvSpPr>
          <p:spPr>
            <a:xfrm>
              <a:off x="5658852" y="21057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9" name="pt14289"/>
            <p:cNvSpPr/>
            <p:nvPr/>
          </p:nvSpPr>
          <p:spPr>
            <a:xfrm>
              <a:off x="5433249" y="21625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0" name="pt14290"/>
            <p:cNvSpPr/>
            <p:nvPr/>
          </p:nvSpPr>
          <p:spPr>
            <a:xfrm>
              <a:off x="5055102" y="21478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1" name="pt14291"/>
            <p:cNvSpPr/>
            <p:nvPr/>
          </p:nvSpPr>
          <p:spPr>
            <a:xfrm>
              <a:off x="5400972" y="22194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2" name="pt14292"/>
            <p:cNvSpPr/>
            <p:nvPr/>
          </p:nvSpPr>
          <p:spPr>
            <a:xfrm>
              <a:off x="5275695" y="22643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3" name="pt14293"/>
            <p:cNvSpPr/>
            <p:nvPr/>
          </p:nvSpPr>
          <p:spPr>
            <a:xfrm>
              <a:off x="5336025" y="21576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4" name="pt14294"/>
            <p:cNvSpPr/>
            <p:nvPr/>
          </p:nvSpPr>
          <p:spPr>
            <a:xfrm>
              <a:off x="5663474" y="19563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5" name="pt14295"/>
            <p:cNvSpPr/>
            <p:nvPr/>
          </p:nvSpPr>
          <p:spPr>
            <a:xfrm>
              <a:off x="5014144" y="25509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6" name="pt14296"/>
            <p:cNvSpPr/>
            <p:nvPr/>
          </p:nvSpPr>
          <p:spPr>
            <a:xfrm>
              <a:off x="5065881" y="23176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7" name="pt14297"/>
            <p:cNvSpPr/>
            <p:nvPr/>
          </p:nvSpPr>
          <p:spPr>
            <a:xfrm>
              <a:off x="5444733" y="23373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8" name="pt14298"/>
            <p:cNvSpPr/>
            <p:nvPr/>
          </p:nvSpPr>
          <p:spPr>
            <a:xfrm>
              <a:off x="5751968" y="19186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9" name="pt14299"/>
            <p:cNvSpPr/>
            <p:nvPr/>
          </p:nvSpPr>
          <p:spPr>
            <a:xfrm>
              <a:off x="5564061" y="21674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0" name="pt14300"/>
            <p:cNvSpPr/>
            <p:nvPr/>
          </p:nvSpPr>
          <p:spPr>
            <a:xfrm>
              <a:off x="5625185" y="19232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1" name="pt14301"/>
            <p:cNvSpPr/>
            <p:nvPr/>
          </p:nvSpPr>
          <p:spPr>
            <a:xfrm>
              <a:off x="4991628" y="23424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2" name="pt14302"/>
            <p:cNvSpPr/>
            <p:nvPr/>
          </p:nvSpPr>
          <p:spPr>
            <a:xfrm>
              <a:off x="4872060" y="27014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3" name="pt14303"/>
            <p:cNvSpPr/>
            <p:nvPr/>
          </p:nvSpPr>
          <p:spPr>
            <a:xfrm>
              <a:off x="5174469" y="25552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4" name="pt14304"/>
            <p:cNvSpPr/>
            <p:nvPr/>
          </p:nvSpPr>
          <p:spPr>
            <a:xfrm>
              <a:off x="5590526" y="21116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5" name="pt14305"/>
            <p:cNvSpPr/>
            <p:nvPr/>
          </p:nvSpPr>
          <p:spPr>
            <a:xfrm>
              <a:off x="5517848" y="21830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6" name="pt14306"/>
            <p:cNvSpPr/>
            <p:nvPr/>
          </p:nvSpPr>
          <p:spPr>
            <a:xfrm>
              <a:off x="5727263" y="16383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7" name="pt14307"/>
            <p:cNvSpPr/>
            <p:nvPr/>
          </p:nvSpPr>
          <p:spPr>
            <a:xfrm>
              <a:off x="5643131" y="20474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8" name="pt14308"/>
            <p:cNvSpPr/>
            <p:nvPr/>
          </p:nvSpPr>
          <p:spPr>
            <a:xfrm>
              <a:off x="5433971" y="21658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9" name="pt14309"/>
            <p:cNvSpPr/>
            <p:nvPr/>
          </p:nvSpPr>
          <p:spPr>
            <a:xfrm>
              <a:off x="5556395" y="22906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0" name="pt14310"/>
            <p:cNvSpPr/>
            <p:nvPr/>
          </p:nvSpPr>
          <p:spPr>
            <a:xfrm>
              <a:off x="5105509" y="21869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1" name="pt14311"/>
            <p:cNvSpPr/>
            <p:nvPr/>
          </p:nvSpPr>
          <p:spPr>
            <a:xfrm>
              <a:off x="5303112" y="22372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2" name="pt14312"/>
            <p:cNvSpPr/>
            <p:nvPr/>
          </p:nvSpPr>
          <p:spPr>
            <a:xfrm>
              <a:off x="5266979" y="21714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3" name="pt14313"/>
            <p:cNvSpPr/>
            <p:nvPr/>
          </p:nvSpPr>
          <p:spPr>
            <a:xfrm>
              <a:off x="5217554" y="21693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4" name="pt14314"/>
            <p:cNvSpPr/>
            <p:nvPr/>
          </p:nvSpPr>
          <p:spPr>
            <a:xfrm>
              <a:off x="5114201" y="23707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5" name="pt14315"/>
            <p:cNvSpPr/>
            <p:nvPr/>
          </p:nvSpPr>
          <p:spPr>
            <a:xfrm>
              <a:off x="5225038" y="2155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6" name="pt14316"/>
            <p:cNvSpPr/>
            <p:nvPr/>
          </p:nvSpPr>
          <p:spPr>
            <a:xfrm>
              <a:off x="4927267" y="1499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7" name="pt14317"/>
            <p:cNvSpPr/>
            <p:nvPr/>
          </p:nvSpPr>
          <p:spPr>
            <a:xfrm>
              <a:off x="5321399" y="21625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8" name="pt14318"/>
            <p:cNvSpPr/>
            <p:nvPr/>
          </p:nvSpPr>
          <p:spPr>
            <a:xfrm>
              <a:off x="4918908" y="24800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9" name="pt14319"/>
            <p:cNvSpPr/>
            <p:nvPr/>
          </p:nvSpPr>
          <p:spPr>
            <a:xfrm>
              <a:off x="5306974" y="20320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0" name="pt14320"/>
            <p:cNvSpPr/>
            <p:nvPr/>
          </p:nvSpPr>
          <p:spPr>
            <a:xfrm>
              <a:off x="5720918" y="17064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1" name="pt14321"/>
            <p:cNvSpPr/>
            <p:nvPr/>
          </p:nvSpPr>
          <p:spPr>
            <a:xfrm>
              <a:off x="5465840" y="19521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2" name="pt14322"/>
            <p:cNvSpPr/>
            <p:nvPr/>
          </p:nvSpPr>
          <p:spPr>
            <a:xfrm>
              <a:off x="5196356" y="23769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3" name="pt14323"/>
            <p:cNvSpPr/>
            <p:nvPr/>
          </p:nvSpPr>
          <p:spPr>
            <a:xfrm>
              <a:off x="5313170" y="21148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4" name="pt14324"/>
            <p:cNvSpPr/>
            <p:nvPr/>
          </p:nvSpPr>
          <p:spPr>
            <a:xfrm>
              <a:off x="5871703" y="17051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5" name="pt14325"/>
            <p:cNvSpPr/>
            <p:nvPr/>
          </p:nvSpPr>
          <p:spPr>
            <a:xfrm>
              <a:off x="5116809" y="2410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6" name="pt14326"/>
            <p:cNvSpPr/>
            <p:nvPr/>
          </p:nvSpPr>
          <p:spPr>
            <a:xfrm>
              <a:off x="5450094" y="22816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7" name="pt14327"/>
            <p:cNvSpPr/>
            <p:nvPr/>
          </p:nvSpPr>
          <p:spPr>
            <a:xfrm>
              <a:off x="5457731" y="21916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8" name="pt14328"/>
            <p:cNvSpPr/>
            <p:nvPr/>
          </p:nvSpPr>
          <p:spPr>
            <a:xfrm>
              <a:off x="5696629" y="19410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9" name="pt14329"/>
            <p:cNvSpPr/>
            <p:nvPr/>
          </p:nvSpPr>
          <p:spPr>
            <a:xfrm>
              <a:off x="5361753" y="22110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0" name="pt14330"/>
            <p:cNvSpPr/>
            <p:nvPr/>
          </p:nvSpPr>
          <p:spPr>
            <a:xfrm>
              <a:off x="5310910" y="20736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1" name="pt14331"/>
            <p:cNvSpPr/>
            <p:nvPr/>
          </p:nvSpPr>
          <p:spPr>
            <a:xfrm>
              <a:off x="5636913" y="20637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2" name="pt14332"/>
            <p:cNvSpPr/>
            <p:nvPr/>
          </p:nvSpPr>
          <p:spPr>
            <a:xfrm>
              <a:off x="5281978" y="22581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3" name="pt14333"/>
            <p:cNvSpPr/>
            <p:nvPr/>
          </p:nvSpPr>
          <p:spPr>
            <a:xfrm>
              <a:off x="5142136" y="25493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4" name="pt14334"/>
            <p:cNvSpPr/>
            <p:nvPr/>
          </p:nvSpPr>
          <p:spPr>
            <a:xfrm>
              <a:off x="5178917" y="24163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5" name="pt14335"/>
            <p:cNvSpPr/>
            <p:nvPr/>
          </p:nvSpPr>
          <p:spPr>
            <a:xfrm>
              <a:off x="5515107" y="2220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6" name="pt14336"/>
            <p:cNvSpPr/>
            <p:nvPr/>
          </p:nvSpPr>
          <p:spPr>
            <a:xfrm>
              <a:off x="5241402" y="2172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7" name="pt14337"/>
            <p:cNvSpPr/>
            <p:nvPr/>
          </p:nvSpPr>
          <p:spPr>
            <a:xfrm>
              <a:off x="5232165" y="21752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8" name="pt14338"/>
            <p:cNvSpPr/>
            <p:nvPr/>
          </p:nvSpPr>
          <p:spPr>
            <a:xfrm>
              <a:off x="4923845" y="22345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9" name="pt14339"/>
            <p:cNvSpPr/>
            <p:nvPr/>
          </p:nvSpPr>
          <p:spPr>
            <a:xfrm>
              <a:off x="4925654" y="19137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0" name="pt14340"/>
            <p:cNvSpPr/>
            <p:nvPr/>
          </p:nvSpPr>
          <p:spPr>
            <a:xfrm>
              <a:off x="5684611" y="16704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1" name="pt14341"/>
            <p:cNvSpPr/>
            <p:nvPr/>
          </p:nvSpPr>
          <p:spPr>
            <a:xfrm>
              <a:off x="5701784" y="18759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2" name="pt14342"/>
            <p:cNvSpPr/>
            <p:nvPr/>
          </p:nvSpPr>
          <p:spPr>
            <a:xfrm>
              <a:off x="5344791" y="21819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3" name="pt14343"/>
            <p:cNvSpPr/>
            <p:nvPr/>
          </p:nvSpPr>
          <p:spPr>
            <a:xfrm>
              <a:off x="5562415" y="21612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4" name="pt14344"/>
            <p:cNvSpPr/>
            <p:nvPr/>
          </p:nvSpPr>
          <p:spPr>
            <a:xfrm>
              <a:off x="5749534" y="18053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5" name="pt14345"/>
            <p:cNvSpPr/>
            <p:nvPr/>
          </p:nvSpPr>
          <p:spPr>
            <a:xfrm>
              <a:off x="5329988" y="21435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6" name="pt14346"/>
            <p:cNvSpPr/>
            <p:nvPr/>
          </p:nvSpPr>
          <p:spPr>
            <a:xfrm>
              <a:off x="5652190" y="2035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7" name="pt14347"/>
            <p:cNvSpPr/>
            <p:nvPr/>
          </p:nvSpPr>
          <p:spPr>
            <a:xfrm>
              <a:off x="6109551" y="21353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8" name="pt14348"/>
            <p:cNvSpPr/>
            <p:nvPr/>
          </p:nvSpPr>
          <p:spPr>
            <a:xfrm>
              <a:off x="5721087" y="17426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9" name="pt14349"/>
            <p:cNvSpPr/>
            <p:nvPr/>
          </p:nvSpPr>
          <p:spPr>
            <a:xfrm>
              <a:off x="5938441" y="17845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0" name="pt14350"/>
            <p:cNvSpPr/>
            <p:nvPr/>
          </p:nvSpPr>
          <p:spPr>
            <a:xfrm>
              <a:off x="5817354" y="17782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1" name="pt14351"/>
            <p:cNvSpPr/>
            <p:nvPr/>
          </p:nvSpPr>
          <p:spPr>
            <a:xfrm>
              <a:off x="5207602" y="23608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2" name="pt14352"/>
            <p:cNvSpPr/>
            <p:nvPr/>
          </p:nvSpPr>
          <p:spPr>
            <a:xfrm>
              <a:off x="5121764" y="25733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3" name="pt14353"/>
            <p:cNvSpPr/>
            <p:nvPr/>
          </p:nvSpPr>
          <p:spPr>
            <a:xfrm>
              <a:off x="5705273" y="20712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4" name="pt14354"/>
            <p:cNvSpPr/>
            <p:nvPr/>
          </p:nvSpPr>
          <p:spPr>
            <a:xfrm>
              <a:off x="5693629" y="20020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5" name="pt14355"/>
            <p:cNvSpPr/>
            <p:nvPr/>
          </p:nvSpPr>
          <p:spPr>
            <a:xfrm>
              <a:off x="5659561" y="22062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6" name="pt14356"/>
            <p:cNvSpPr/>
            <p:nvPr/>
          </p:nvSpPr>
          <p:spPr>
            <a:xfrm>
              <a:off x="5499345" y="22885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7" name="pt14357"/>
            <p:cNvSpPr/>
            <p:nvPr/>
          </p:nvSpPr>
          <p:spPr>
            <a:xfrm>
              <a:off x="5579531" y="21573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8" name="pt14358"/>
            <p:cNvSpPr/>
            <p:nvPr/>
          </p:nvSpPr>
          <p:spPr>
            <a:xfrm>
              <a:off x="5087223" y="25778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9" name="pt14359"/>
            <p:cNvSpPr/>
            <p:nvPr/>
          </p:nvSpPr>
          <p:spPr>
            <a:xfrm>
              <a:off x="5238681" y="20571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0" name="pt14360"/>
            <p:cNvSpPr/>
            <p:nvPr/>
          </p:nvSpPr>
          <p:spPr>
            <a:xfrm>
              <a:off x="5663130" y="20884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1" name="pt14361"/>
            <p:cNvSpPr/>
            <p:nvPr/>
          </p:nvSpPr>
          <p:spPr>
            <a:xfrm>
              <a:off x="5103816" y="21123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2" name="pt14362"/>
            <p:cNvSpPr/>
            <p:nvPr/>
          </p:nvSpPr>
          <p:spPr>
            <a:xfrm>
              <a:off x="5256917" y="21292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3" name="pt14363"/>
            <p:cNvSpPr/>
            <p:nvPr/>
          </p:nvSpPr>
          <p:spPr>
            <a:xfrm>
              <a:off x="5912619" y="19810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4" name="pt14364"/>
            <p:cNvSpPr/>
            <p:nvPr/>
          </p:nvSpPr>
          <p:spPr>
            <a:xfrm>
              <a:off x="5355927" y="21485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5" name="pt14365"/>
            <p:cNvSpPr/>
            <p:nvPr/>
          </p:nvSpPr>
          <p:spPr>
            <a:xfrm>
              <a:off x="5418803" y="22174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6" name="pt14366"/>
            <p:cNvSpPr/>
            <p:nvPr/>
          </p:nvSpPr>
          <p:spPr>
            <a:xfrm>
              <a:off x="5377628" y="22395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7" name="pt14367"/>
            <p:cNvSpPr/>
            <p:nvPr/>
          </p:nvSpPr>
          <p:spPr>
            <a:xfrm>
              <a:off x="5162235" y="27127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8" name="pt14368"/>
            <p:cNvSpPr/>
            <p:nvPr/>
          </p:nvSpPr>
          <p:spPr>
            <a:xfrm>
              <a:off x="4951725" y="16422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9" name="pt14369"/>
            <p:cNvSpPr/>
            <p:nvPr/>
          </p:nvSpPr>
          <p:spPr>
            <a:xfrm>
              <a:off x="5527809" y="21034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0" name="pt14370"/>
            <p:cNvSpPr/>
            <p:nvPr/>
          </p:nvSpPr>
          <p:spPr>
            <a:xfrm>
              <a:off x="5618961" y="19316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1" name="pt14371"/>
            <p:cNvSpPr/>
            <p:nvPr/>
          </p:nvSpPr>
          <p:spPr>
            <a:xfrm>
              <a:off x="5140691" y="25976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2" name="pt14372"/>
            <p:cNvSpPr/>
            <p:nvPr/>
          </p:nvSpPr>
          <p:spPr>
            <a:xfrm>
              <a:off x="5390247" y="21321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3" name="pt14373"/>
            <p:cNvSpPr/>
            <p:nvPr/>
          </p:nvSpPr>
          <p:spPr>
            <a:xfrm>
              <a:off x="5347848" y="20823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4" name="pt14374"/>
            <p:cNvSpPr/>
            <p:nvPr/>
          </p:nvSpPr>
          <p:spPr>
            <a:xfrm>
              <a:off x="5454762" y="21863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5" name="pt14375"/>
            <p:cNvSpPr/>
            <p:nvPr/>
          </p:nvSpPr>
          <p:spPr>
            <a:xfrm>
              <a:off x="5164778" y="27459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6" name="pt14376"/>
            <p:cNvSpPr/>
            <p:nvPr/>
          </p:nvSpPr>
          <p:spPr>
            <a:xfrm>
              <a:off x="5753876" y="18109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7" name="pt14377"/>
            <p:cNvSpPr/>
            <p:nvPr/>
          </p:nvSpPr>
          <p:spPr>
            <a:xfrm>
              <a:off x="5647766" y="1977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8" name="pt14378"/>
            <p:cNvSpPr/>
            <p:nvPr/>
          </p:nvSpPr>
          <p:spPr>
            <a:xfrm>
              <a:off x="5592034" y="22434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9" name="pt14379"/>
            <p:cNvSpPr/>
            <p:nvPr/>
          </p:nvSpPr>
          <p:spPr>
            <a:xfrm>
              <a:off x="5400600" y="22326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0" name="pt14380"/>
            <p:cNvSpPr/>
            <p:nvPr/>
          </p:nvSpPr>
          <p:spPr>
            <a:xfrm>
              <a:off x="5375121" y="22088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1" name="pt14381"/>
            <p:cNvSpPr/>
            <p:nvPr/>
          </p:nvSpPr>
          <p:spPr>
            <a:xfrm>
              <a:off x="5771127" y="19628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2" name="pt14382"/>
            <p:cNvSpPr/>
            <p:nvPr/>
          </p:nvSpPr>
          <p:spPr>
            <a:xfrm>
              <a:off x="5263362" y="21739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3" name="pt14383"/>
            <p:cNvSpPr/>
            <p:nvPr/>
          </p:nvSpPr>
          <p:spPr>
            <a:xfrm>
              <a:off x="5240053" y="21339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4" name="pt14384"/>
            <p:cNvSpPr/>
            <p:nvPr/>
          </p:nvSpPr>
          <p:spPr>
            <a:xfrm>
              <a:off x="4796165" y="24573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5" name="pt14385"/>
            <p:cNvSpPr/>
            <p:nvPr/>
          </p:nvSpPr>
          <p:spPr>
            <a:xfrm>
              <a:off x="5663566" y="20084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6" name="pt14386"/>
            <p:cNvSpPr/>
            <p:nvPr/>
          </p:nvSpPr>
          <p:spPr>
            <a:xfrm>
              <a:off x="5417810" y="20945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7" name="pt14387"/>
            <p:cNvSpPr/>
            <p:nvPr/>
          </p:nvSpPr>
          <p:spPr>
            <a:xfrm>
              <a:off x="5296268" y="21553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8" name="pt14388"/>
            <p:cNvSpPr/>
            <p:nvPr/>
          </p:nvSpPr>
          <p:spPr>
            <a:xfrm>
              <a:off x="5127509" y="25619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9" name="pt14389"/>
            <p:cNvSpPr/>
            <p:nvPr/>
          </p:nvSpPr>
          <p:spPr>
            <a:xfrm>
              <a:off x="5793088" y="21126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0" name="pt14390"/>
            <p:cNvSpPr/>
            <p:nvPr/>
          </p:nvSpPr>
          <p:spPr>
            <a:xfrm>
              <a:off x="5544578" y="21141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1" name="pt14391"/>
            <p:cNvSpPr/>
            <p:nvPr/>
          </p:nvSpPr>
          <p:spPr>
            <a:xfrm>
              <a:off x="5459293" y="20707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2" name="pt14392"/>
            <p:cNvSpPr/>
            <p:nvPr/>
          </p:nvSpPr>
          <p:spPr>
            <a:xfrm>
              <a:off x="5203510" y="2169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3" name="pt14393"/>
            <p:cNvSpPr/>
            <p:nvPr/>
          </p:nvSpPr>
          <p:spPr>
            <a:xfrm>
              <a:off x="5528084" y="21218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4" name="pt14394"/>
            <p:cNvSpPr/>
            <p:nvPr/>
          </p:nvSpPr>
          <p:spPr>
            <a:xfrm>
              <a:off x="5739521" y="19220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5" name="pt14395"/>
            <p:cNvSpPr/>
            <p:nvPr/>
          </p:nvSpPr>
          <p:spPr>
            <a:xfrm>
              <a:off x="5436268" y="21459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6" name="pt14396"/>
            <p:cNvSpPr/>
            <p:nvPr/>
          </p:nvSpPr>
          <p:spPr>
            <a:xfrm>
              <a:off x="5306307" y="19799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7" name="pt14397"/>
            <p:cNvSpPr/>
            <p:nvPr/>
          </p:nvSpPr>
          <p:spPr>
            <a:xfrm>
              <a:off x="5925334" y="17620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8" name="pt14398"/>
            <p:cNvSpPr/>
            <p:nvPr/>
          </p:nvSpPr>
          <p:spPr>
            <a:xfrm>
              <a:off x="4991341" y="24778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9" name="pt14399"/>
            <p:cNvSpPr/>
            <p:nvPr/>
          </p:nvSpPr>
          <p:spPr>
            <a:xfrm>
              <a:off x="5575362" y="22327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0" name="pt14400"/>
            <p:cNvSpPr/>
            <p:nvPr/>
          </p:nvSpPr>
          <p:spPr>
            <a:xfrm>
              <a:off x="5232809" y="22456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1" name="pt14401"/>
            <p:cNvSpPr/>
            <p:nvPr/>
          </p:nvSpPr>
          <p:spPr>
            <a:xfrm>
              <a:off x="5500502" y="21968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2" name="pt14402"/>
            <p:cNvSpPr/>
            <p:nvPr/>
          </p:nvSpPr>
          <p:spPr>
            <a:xfrm>
              <a:off x="5397280" y="21617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3" name="pt14403"/>
            <p:cNvSpPr/>
            <p:nvPr/>
          </p:nvSpPr>
          <p:spPr>
            <a:xfrm>
              <a:off x="5379265" y="22068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4" name="pt14404"/>
            <p:cNvSpPr/>
            <p:nvPr/>
          </p:nvSpPr>
          <p:spPr>
            <a:xfrm>
              <a:off x="5221824" y="19189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5" name="pt14405"/>
            <p:cNvSpPr/>
            <p:nvPr/>
          </p:nvSpPr>
          <p:spPr>
            <a:xfrm>
              <a:off x="5830225" y="19147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6" name="pt14406"/>
            <p:cNvSpPr/>
            <p:nvPr/>
          </p:nvSpPr>
          <p:spPr>
            <a:xfrm>
              <a:off x="5695595" y="20480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7" name="pt14407"/>
            <p:cNvSpPr/>
            <p:nvPr/>
          </p:nvSpPr>
          <p:spPr>
            <a:xfrm>
              <a:off x="5233113" y="22015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8" name="pt14408"/>
            <p:cNvSpPr/>
            <p:nvPr/>
          </p:nvSpPr>
          <p:spPr>
            <a:xfrm>
              <a:off x="5449290" y="22419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9" name="pt14409"/>
            <p:cNvSpPr/>
            <p:nvPr/>
          </p:nvSpPr>
          <p:spPr>
            <a:xfrm>
              <a:off x="5003926" y="2468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0" name="pt14410"/>
            <p:cNvSpPr/>
            <p:nvPr/>
          </p:nvSpPr>
          <p:spPr>
            <a:xfrm>
              <a:off x="5211623" y="22716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1" name="pt14411"/>
            <p:cNvSpPr/>
            <p:nvPr/>
          </p:nvSpPr>
          <p:spPr>
            <a:xfrm>
              <a:off x="5632078" y="2098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2" name="pt14412"/>
            <p:cNvSpPr/>
            <p:nvPr/>
          </p:nvSpPr>
          <p:spPr>
            <a:xfrm>
              <a:off x="5603518" y="21670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3" name="pt14413"/>
            <p:cNvSpPr/>
            <p:nvPr/>
          </p:nvSpPr>
          <p:spPr>
            <a:xfrm>
              <a:off x="5286437" y="23113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4" name="pt14414"/>
            <p:cNvSpPr/>
            <p:nvPr/>
          </p:nvSpPr>
          <p:spPr>
            <a:xfrm>
              <a:off x="5695461" y="19254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5" name="pt14415"/>
            <p:cNvSpPr/>
            <p:nvPr/>
          </p:nvSpPr>
          <p:spPr>
            <a:xfrm>
              <a:off x="5473410" y="19954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6" name="pt14416"/>
            <p:cNvSpPr/>
            <p:nvPr/>
          </p:nvSpPr>
          <p:spPr>
            <a:xfrm>
              <a:off x="5081055" y="25105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7" name="pt14417"/>
            <p:cNvSpPr/>
            <p:nvPr/>
          </p:nvSpPr>
          <p:spPr>
            <a:xfrm>
              <a:off x="5723473" y="20938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8" name="pt14418"/>
            <p:cNvSpPr/>
            <p:nvPr/>
          </p:nvSpPr>
          <p:spPr>
            <a:xfrm>
              <a:off x="5590485" y="21715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9" name="pt14419"/>
            <p:cNvSpPr/>
            <p:nvPr/>
          </p:nvSpPr>
          <p:spPr>
            <a:xfrm>
              <a:off x="5425367" y="22601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0" name="pt14420"/>
            <p:cNvSpPr/>
            <p:nvPr/>
          </p:nvSpPr>
          <p:spPr>
            <a:xfrm>
              <a:off x="5354570" y="21983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1" name="pt14421"/>
            <p:cNvSpPr/>
            <p:nvPr/>
          </p:nvSpPr>
          <p:spPr>
            <a:xfrm>
              <a:off x="5328192" y="21245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2" name="pt14422"/>
            <p:cNvSpPr/>
            <p:nvPr/>
          </p:nvSpPr>
          <p:spPr>
            <a:xfrm>
              <a:off x="5454492" y="21389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3" name="pt14423"/>
            <p:cNvSpPr/>
            <p:nvPr/>
          </p:nvSpPr>
          <p:spPr>
            <a:xfrm>
              <a:off x="5306938" y="19425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4" name="pt14424"/>
            <p:cNvSpPr/>
            <p:nvPr/>
          </p:nvSpPr>
          <p:spPr>
            <a:xfrm>
              <a:off x="5612586" y="21720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5" name="pt14425"/>
            <p:cNvSpPr/>
            <p:nvPr/>
          </p:nvSpPr>
          <p:spPr>
            <a:xfrm>
              <a:off x="5441592" y="23327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6" name="pt14426"/>
            <p:cNvSpPr/>
            <p:nvPr/>
          </p:nvSpPr>
          <p:spPr>
            <a:xfrm>
              <a:off x="5007838" y="26544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7" name="pt14427"/>
            <p:cNvSpPr/>
            <p:nvPr/>
          </p:nvSpPr>
          <p:spPr>
            <a:xfrm>
              <a:off x="5695782" y="19682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8" name="pt14428"/>
            <p:cNvSpPr/>
            <p:nvPr/>
          </p:nvSpPr>
          <p:spPr>
            <a:xfrm>
              <a:off x="5705675" y="19816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9" name="pt14429"/>
            <p:cNvSpPr/>
            <p:nvPr/>
          </p:nvSpPr>
          <p:spPr>
            <a:xfrm>
              <a:off x="5321567" y="23236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0" name="pt14430"/>
            <p:cNvSpPr/>
            <p:nvPr/>
          </p:nvSpPr>
          <p:spPr>
            <a:xfrm>
              <a:off x="5779755" y="19467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1" name="pt14431"/>
            <p:cNvSpPr/>
            <p:nvPr/>
          </p:nvSpPr>
          <p:spPr>
            <a:xfrm>
              <a:off x="5470297" y="19744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2" name="pt14432"/>
            <p:cNvSpPr/>
            <p:nvPr/>
          </p:nvSpPr>
          <p:spPr>
            <a:xfrm>
              <a:off x="5885383" y="16919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3" name="pt14433"/>
            <p:cNvSpPr/>
            <p:nvPr/>
          </p:nvSpPr>
          <p:spPr>
            <a:xfrm>
              <a:off x="5238757" y="21228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4" name="pt14434"/>
            <p:cNvSpPr/>
            <p:nvPr/>
          </p:nvSpPr>
          <p:spPr>
            <a:xfrm>
              <a:off x="5443537" y="22866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5" name="pt14435"/>
            <p:cNvSpPr/>
            <p:nvPr/>
          </p:nvSpPr>
          <p:spPr>
            <a:xfrm>
              <a:off x="5612432" y="1943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6" name="pt14436"/>
            <p:cNvSpPr/>
            <p:nvPr/>
          </p:nvSpPr>
          <p:spPr>
            <a:xfrm>
              <a:off x="5255580" y="21137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7" name="pt14437"/>
            <p:cNvSpPr/>
            <p:nvPr/>
          </p:nvSpPr>
          <p:spPr>
            <a:xfrm>
              <a:off x="5429055" y="24233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8" name="pt14438"/>
            <p:cNvSpPr/>
            <p:nvPr/>
          </p:nvSpPr>
          <p:spPr>
            <a:xfrm>
              <a:off x="5446877" y="22614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9" name="pt14439"/>
            <p:cNvSpPr/>
            <p:nvPr/>
          </p:nvSpPr>
          <p:spPr>
            <a:xfrm>
              <a:off x="5241431" y="20772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0" name="pt14440"/>
            <p:cNvSpPr/>
            <p:nvPr/>
          </p:nvSpPr>
          <p:spPr>
            <a:xfrm>
              <a:off x="5458387" y="20704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1" name="pt14441"/>
            <p:cNvSpPr/>
            <p:nvPr/>
          </p:nvSpPr>
          <p:spPr>
            <a:xfrm>
              <a:off x="5041879" y="23082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2" name="pt14442"/>
            <p:cNvSpPr/>
            <p:nvPr/>
          </p:nvSpPr>
          <p:spPr>
            <a:xfrm>
              <a:off x="5179327" y="25544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3" name="pt14443"/>
            <p:cNvSpPr/>
            <p:nvPr/>
          </p:nvSpPr>
          <p:spPr>
            <a:xfrm>
              <a:off x="5540192" y="21438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4" name="pt14444"/>
            <p:cNvSpPr/>
            <p:nvPr/>
          </p:nvSpPr>
          <p:spPr>
            <a:xfrm>
              <a:off x="5375295" y="22471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5" name="pt14445"/>
            <p:cNvSpPr/>
            <p:nvPr/>
          </p:nvSpPr>
          <p:spPr>
            <a:xfrm>
              <a:off x="5529961" y="20790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6" name="pt14446"/>
            <p:cNvSpPr/>
            <p:nvPr/>
          </p:nvSpPr>
          <p:spPr>
            <a:xfrm>
              <a:off x="5617953" y="19832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7" name="pt14447"/>
            <p:cNvSpPr/>
            <p:nvPr/>
          </p:nvSpPr>
          <p:spPr>
            <a:xfrm>
              <a:off x="5468970" y="18372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8" name="pt14448"/>
            <p:cNvSpPr/>
            <p:nvPr/>
          </p:nvSpPr>
          <p:spPr>
            <a:xfrm>
              <a:off x="5566036" y="21965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9" name="pt14449"/>
            <p:cNvSpPr/>
            <p:nvPr/>
          </p:nvSpPr>
          <p:spPr>
            <a:xfrm>
              <a:off x="5206598" y="20913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0" name="pt14450"/>
            <p:cNvSpPr/>
            <p:nvPr/>
          </p:nvSpPr>
          <p:spPr>
            <a:xfrm>
              <a:off x="5573167" y="21976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1" name="pt14451"/>
            <p:cNvSpPr/>
            <p:nvPr/>
          </p:nvSpPr>
          <p:spPr>
            <a:xfrm>
              <a:off x="4975763" y="24372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2" name="pt14452"/>
            <p:cNvSpPr/>
            <p:nvPr/>
          </p:nvSpPr>
          <p:spPr>
            <a:xfrm>
              <a:off x="5793967" y="19894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3" name="pt14453"/>
            <p:cNvSpPr/>
            <p:nvPr/>
          </p:nvSpPr>
          <p:spPr>
            <a:xfrm>
              <a:off x="5043721" y="23140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4" name="pt14454"/>
            <p:cNvSpPr/>
            <p:nvPr/>
          </p:nvSpPr>
          <p:spPr>
            <a:xfrm>
              <a:off x="5335311" y="22170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5" name="pt14455"/>
            <p:cNvSpPr/>
            <p:nvPr/>
          </p:nvSpPr>
          <p:spPr>
            <a:xfrm>
              <a:off x="5167623" y="26513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6" name="pt14456"/>
            <p:cNvSpPr/>
            <p:nvPr/>
          </p:nvSpPr>
          <p:spPr>
            <a:xfrm>
              <a:off x="5467086" y="19142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7" name="pt14457"/>
            <p:cNvSpPr/>
            <p:nvPr/>
          </p:nvSpPr>
          <p:spPr>
            <a:xfrm>
              <a:off x="5626069" y="20146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8" name="pt14458"/>
            <p:cNvSpPr/>
            <p:nvPr/>
          </p:nvSpPr>
          <p:spPr>
            <a:xfrm>
              <a:off x="5424402" y="21946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9" name="pt14459"/>
            <p:cNvSpPr/>
            <p:nvPr/>
          </p:nvSpPr>
          <p:spPr>
            <a:xfrm>
              <a:off x="5379454" y="22051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0" name="pt14460"/>
            <p:cNvSpPr/>
            <p:nvPr/>
          </p:nvSpPr>
          <p:spPr>
            <a:xfrm>
              <a:off x="5173499" y="27579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1" name="pt14461"/>
            <p:cNvSpPr/>
            <p:nvPr/>
          </p:nvSpPr>
          <p:spPr>
            <a:xfrm>
              <a:off x="5297684" y="21669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2" name="pt14462"/>
            <p:cNvSpPr/>
            <p:nvPr/>
          </p:nvSpPr>
          <p:spPr>
            <a:xfrm>
              <a:off x="5506364" y="22871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3" name="pt14463"/>
            <p:cNvSpPr/>
            <p:nvPr/>
          </p:nvSpPr>
          <p:spPr>
            <a:xfrm>
              <a:off x="5389913" y="20953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4" name="pt14464"/>
            <p:cNvSpPr/>
            <p:nvPr/>
          </p:nvSpPr>
          <p:spPr>
            <a:xfrm>
              <a:off x="5210272" y="21510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5" name="pt14465"/>
            <p:cNvSpPr/>
            <p:nvPr/>
          </p:nvSpPr>
          <p:spPr>
            <a:xfrm>
              <a:off x="5361641" y="22683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6" name="pt14466"/>
            <p:cNvSpPr/>
            <p:nvPr/>
          </p:nvSpPr>
          <p:spPr>
            <a:xfrm>
              <a:off x="5700284" y="20452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7" name="pt14467"/>
            <p:cNvSpPr/>
            <p:nvPr/>
          </p:nvSpPr>
          <p:spPr>
            <a:xfrm>
              <a:off x="5688212" y="16693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8" name="pt14468"/>
            <p:cNvSpPr/>
            <p:nvPr/>
          </p:nvSpPr>
          <p:spPr>
            <a:xfrm>
              <a:off x="5552916" y="2332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9" name="pt14469"/>
            <p:cNvSpPr/>
            <p:nvPr/>
          </p:nvSpPr>
          <p:spPr>
            <a:xfrm>
              <a:off x="5545749" y="20121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0" name="pt14470"/>
            <p:cNvSpPr/>
            <p:nvPr/>
          </p:nvSpPr>
          <p:spPr>
            <a:xfrm>
              <a:off x="5667074" y="19488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1" name="pt14471"/>
            <p:cNvSpPr/>
            <p:nvPr/>
          </p:nvSpPr>
          <p:spPr>
            <a:xfrm>
              <a:off x="4971887" y="27740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2" name="pt14472"/>
            <p:cNvSpPr/>
            <p:nvPr/>
          </p:nvSpPr>
          <p:spPr>
            <a:xfrm>
              <a:off x="5591512" y="1981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3" name="pt14473"/>
            <p:cNvSpPr/>
            <p:nvPr/>
          </p:nvSpPr>
          <p:spPr>
            <a:xfrm>
              <a:off x="5479954" y="17388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4" name="pt14474"/>
            <p:cNvSpPr/>
            <p:nvPr/>
          </p:nvSpPr>
          <p:spPr>
            <a:xfrm>
              <a:off x="5296335" y="21731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5" name="pt14475"/>
            <p:cNvSpPr/>
            <p:nvPr/>
          </p:nvSpPr>
          <p:spPr>
            <a:xfrm>
              <a:off x="5524770" y="21359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6" name="pt14476"/>
            <p:cNvSpPr/>
            <p:nvPr/>
          </p:nvSpPr>
          <p:spPr>
            <a:xfrm>
              <a:off x="5568738" y="22791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7" name="pt14477"/>
            <p:cNvSpPr/>
            <p:nvPr/>
          </p:nvSpPr>
          <p:spPr>
            <a:xfrm>
              <a:off x="5949607" y="18564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8" name="pt14478"/>
            <p:cNvSpPr/>
            <p:nvPr/>
          </p:nvSpPr>
          <p:spPr>
            <a:xfrm>
              <a:off x="5636101" y="2089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9" name="pt14479"/>
            <p:cNvSpPr/>
            <p:nvPr/>
          </p:nvSpPr>
          <p:spPr>
            <a:xfrm>
              <a:off x="5644245" y="20464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0" name="pt14480"/>
            <p:cNvSpPr/>
            <p:nvPr/>
          </p:nvSpPr>
          <p:spPr>
            <a:xfrm>
              <a:off x="5639379" y="21208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1" name="pt14481"/>
            <p:cNvSpPr/>
            <p:nvPr/>
          </p:nvSpPr>
          <p:spPr>
            <a:xfrm>
              <a:off x="5018076" y="26725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2" name="pt14482"/>
            <p:cNvSpPr/>
            <p:nvPr/>
          </p:nvSpPr>
          <p:spPr>
            <a:xfrm>
              <a:off x="5500171" y="22913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3" name="pt14483"/>
            <p:cNvSpPr/>
            <p:nvPr/>
          </p:nvSpPr>
          <p:spPr>
            <a:xfrm>
              <a:off x="5432254" y="22838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4" name="pt14484"/>
            <p:cNvSpPr/>
            <p:nvPr/>
          </p:nvSpPr>
          <p:spPr>
            <a:xfrm>
              <a:off x="5080889" y="22077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5" name="pt14485"/>
            <p:cNvSpPr/>
            <p:nvPr/>
          </p:nvSpPr>
          <p:spPr>
            <a:xfrm>
              <a:off x="5611512" y="20323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6" name="pt14486"/>
            <p:cNvSpPr/>
            <p:nvPr/>
          </p:nvSpPr>
          <p:spPr>
            <a:xfrm>
              <a:off x="5240903" y="21264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7" name="pt14487"/>
            <p:cNvSpPr/>
            <p:nvPr/>
          </p:nvSpPr>
          <p:spPr>
            <a:xfrm>
              <a:off x="4935139" y="16220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8" name="pt14488"/>
            <p:cNvSpPr/>
            <p:nvPr/>
          </p:nvSpPr>
          <p:spPr>
            <a:xfrm>
              <a:off x="5446342" y="22481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9" name="pt14489"/>
            <p:cNvSpPr/>
            <p:nvPr/>
          </p:nvSpPr>
          <p:spPr>
            <a:xfrm>
              <a:off x="5322264" y="22537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0" name="pt14490"/>
            <p:cNvSpPr/>
            <p:nvPr/>
          </p:nvSpPr>
          <p:spPr>
            <a:xfrm>
              <a:off x="5338766" y="2051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1" name="pt14491"/>
            <p:cNvSpPr/>
            <p:nvPr/>
          </p:nvSpPr>
          <p:spPr>
            <a:xfrm>
              <a:off x="5560497" y="21396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2" name="pt14492"/>
            <p:cNvSpPr/>
            <p:nvPr/>
          </p:nvSpPr>
          <p:spPr>
            <a:xfrm>
              <a:off x="5452637" y="22357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3" name="pt14493"/>
            <p:cNvSpPr/>
            <p:nvPr/>
          </p:nvSpPr>
          <p:spPr>
            <a:xfrm>
              <a:off x="5706079" y="18640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4" name="pt14494"/>
            <p:cNvSpPr/>
            <p:nvPr/>
          </p:nvSpPr>
          <p:spPr>
            <a:xfrm>
              <a:off x="5566241" y="21379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5" name="pt14495"/>
            <p:cNvSpPr/>
            <p:nvPr/>
          </p:nvSpPr>
          <p:spPr>
            <a:xfrm>
              <a:off x="5769965" y="20153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6" name="pt14496"/>
            <p:cNvSpPr/>
            <p:nvPr/>
          </p:nvSpPr>
          <p:spPr>
            <a:xfrm>
              <a:off x="5649550" y="2100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7" name="pt14497"/>
            <p:cNvSpPr/>
            <p:nvPr/>
          </p:nvSpPr>
          <p:spPr>
            <a:xfrm>
              <a:off x="5279973" y="2254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8" name="pt14498"/>
            <p:cNvSpPr/>
            <p:nvPr/>
          </p:nvSpPr>
          <p:spPr>
            <a:xfrm>
              <a:off x="5578596" y="23101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9" name="pt14499"/>
            <p:cNvSpPr/>
            <p:nvPr/>
          </p:nvSpPr>
          <p:spPr>
            <a:xfrm>
              <a:off x="5356026" y="21652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0" name="pt14500"/>
            <p:cNvSpPr/>
            <p:nvPr/>
          </p:nvSpPr>
          <p:spPr>
            <a:xfrm>
              <a:off x="5233905" y="21887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1" name="pt14501"/>
            <p:cNvSpPr/>
            <p:nvPr/>
          </p:nvSpPr>
          <p:spPr>
            <a:xfrm>
              <a:off x="5022957" y="24033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2" name="pt14502"/>
            <p:cNvSpPr/>
            <p:nvPr/>
          </p:nvSpPr>
          <p:spPr>
            <a:xfrm>
              <a:off x="5552492" y="22003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3" name="pt14503"/>
            <p:cNvSpPr/>
            <p:nvPr/>
          </p:nvSpPr>
          <p:spPr>
            <a:xfrm>
              <a:off x="5397297" y="22202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4" name="pt14504"/>
            <p:cNvSpPr/>
            <p:nvPr/>
          </p:nvSpPr>
          <p:spPr>
            <a:xfrm>
              <a:off x="5561560" y="21242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5" name="pt14505"/>
            <p:cNvSpPr/>
            <p:nvPr/>
          </p:nvSpPr>
          <p:spPr>
            <a:xfrm>
              <a:off x="5413918" y="21284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6" name="pt14506"/>
            <p:cNvSpPr/>
            <p:nvPr/>
          </p:nvSpPr>
          <p:spPr>
            <a:xfrm>
              <a:off x="5289545" y="22252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7" name="pt14507"/>
            <p:cNvSpPr/>
            <p:nvPr/>
          </p:nvSpPr>
          <p:spPr>
            <a:xfrm>
              <a:off x="5392603" y="20398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8" name="pt14508"/>
            <p:cNvSpPr/>
            <p:nvPr/>
          </p:nvSpPr>
          <p:spPr>
            <a:xfrm>
              <a:off x="5163289" y="28052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9" name="pt14509"/>
            <p:cNvSpPr/>
            <p:nvPr/>
          </p:nvSpPr>
          <p:spPr>
            <a:xfrm>
              <a:off x="5385346" y="20946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0" name="pt14510"/>
            <p:cNvSpPr/>
            <p:nvPr/>
          </p:nvSpPr>
          <p:spPr>
            <a:xfrm>
              <a:off x="5641930" y="2010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1" name="pt14511"/>
            <p:cNvSpPr/>
            <p:nvPr/>
          </p:nvSpPr>
          <p:spPr>
            <a:xfrm>
              <a:off x="4966514" y="18933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2" name="pt14512"/>
            <p:cNvSpPr/>
            <p:nvPr/>
          </p:nvSpPr>
          <p:spPr>
            <a:xfrm>
              <a:off x="6019442" y="20022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3" name="pt14513"/>
            <p:cNvSpPr/>
            <p:nvPr/>
          </p:nvSpPr>
          <p:spPr>
            <a:xfrm>
              <a:off x="4989229" y="24451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4" name="pt14514"/>
            <p:cNvSpPr/>
            <p:nvPr/>
          </p:nvSpPr>
          <p:spPr>
            <a:xfrm>
              <a:off x="5019126" y="25313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5" name="pt14515"/>
            <p:cNvSpPr/>
            <p:nvPr/>
          </p:nvSpPr>
          <p:spPr>
            <a:xfrm>
              <a:off x="5624450" y="18563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6" name="pt14516"/>
            <p:cNvSpPr/>
            <p:nvPr/>
          </p:nvSpPr>
          <p:spPr>
            <a:xfrm>
              <a:off x="4776757" y="24039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7" name="pt14517"/>
            <p:cNvSpPr/>
            <p:nvPr/>
          </p:nvSpPr>
          <p:spPr>
            <a:xfrm>
              <a:off x="5386692" y="22029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8" name="pt14518"/>
            <p:cNvSpPr/>
            <p:nvPr/>
          </p:nvSpPr>
          <p:spPr>
            <a:xfrm>
              <a:off x="5607171" y="1958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9" name="pt14519"/>
            <p:cNvSpPr/>
            <p:nvPr/>
          </p:nvSpPr>
          <p:spPr>
            <a:xfrm>
              <a:off x="5240612" y="22807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0" name="pt14520"/>
            <p:cNvSpPr/>
            <p:nvPr/>
          </p:nvSpPr>
          <p:spPr>
            <a:xfrm>
              <a:off x="5815459" y="18428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1" name="pt14521"/>
            <p:cNvSpPr/>
            <p:nvPr/>
          </p:nvSpPr>
          <p:spPr>
            <a:xfrm>
              <a:off x="5416152" y="22340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2" name="pt14522"/>
            <p:cNvSpPr/>
            <p:nvPr/>
          </p:nvSpPr>
          <p:spPr>
            <a:xfrm>
              <a:off x="5278045" y="21561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3" name="pt14523"/>
            <p:cNvSpPr/>
            <p:nvPr/>
          </p:nvSpPr>
          <p:spPr>
            <a:xfrm>
              <a:off x="5536629" y="21677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4" name="pt14524"/>
            <p:cNvSpPr/>
            <p:nvPr/>
          </p:nvSpPr>
          <p:spPr>
            <a:xfrm>
              <a:off x="5469874" y="20420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5" name="pt14525"/>
            <p:cNvSpPr/>
            <p:nvPr/>
          </p:nvSpPr>
          <p:spPr>
            <a:xfrm>
              <a:off x="5450977" y="23436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6" name="pt14526"/>
            <p:cNvSpPr/>
            <p:nvPr/>
          </p:nvSpPr>
          <p:spPr>
            <a:xfrm>
              <a:off x="5374290" y="22250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7" name="pt14527"/>
            <p:cNvSpPr/>
            <p:nvPr/>
          </p:nvSpPr>
          <p:spPr>
            <a:xfrm>
              <a:off x="5090493" y="24769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8" name="pt14528"/>
            <p:cNvSpPr/>
            <p:nvPr/>
          </p:nvSpPr>
          <p:spPr>
            <a:xfrm>
              <a:off x="5310612" y="20183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9" name="pt14529"/>
            <p:cNvSpPr/>
            <p:nvPr/>
          </p:nvSpPr>
          <p:spPr>
            <a:xfrm>
              <a:off x="5233689" y="21591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0" name="pt14530"/>
            <p:cNvSpPr/>
            <p:nvPr/>
          </p:nvSpPr>
          <p:spPr>
            <a:xfrm>
              <a:off x="5524855" y="21275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1" name="pt14531"/>
            <p:cNvSpPr/>
            <p:nvPr/>
          </p:nvSpPr>
          <p:spPr>
            <a:xfrm>
              <a:off x="5844277" y="19546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2" name="pt14532"/>
            <p:cNvSpPr/>
            <p:nvPr/>
          </p:nvSpPr>
          <p:spPr>
            <a:xfrm>
              <a:off x="5882615" y="17735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3" name="pt14533"/>
            <p:cNvSpPr/>
            <p:nvPr/>
          </p:nvSpPr>
          <p:spPr>
            <a:xfrm>
              <a:off x="5464497" y="2022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4" name="pt14534"/>
            <p:cNvSpPr/>
            <p:nvPr/>
          </p:nvSpPr>
          <p:spPr>
            <a:xfrm>
              <a:off x="5186386" y="23895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5" name="pt14535"/>
            <p:cNvSpPr/>
            <p:nvPr/>
          </p:nvSpPr>
          <p:spPr>
            <a:xfrm>
              <a:off x="5328375" y="21259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6" name="pt14536"/>
            <p:cNvSpPr/>
            <p:nvPr/>
          </p:nvSpPr>
          <p:spPr>
            <a:xfrm>
              <a:off x="5756983" y="19650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7" name="pt14537"/>
            <p:cNvSpPr/>
            <p:nvPr/>
          </p:nvSpPr>
          <p:spPr>
            <a:xfrm>
              <a:off x="5328086" y="22822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8" name="pt14538"/>
            <p:cNvSpPr/>
            <p:nvPr/>
          </p:nvSpPr>
          <p:spPr>
            <a:xfrm>
              <a:off x="5523654" y="21643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9" name="pt14539"/>
            <p:cNvSpPr/>
            <p:nvPr/>
          </p:nvSpPr>
          <p:spPr>
            <a:xfrm>
              <a:off x="4887707" y="25982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0" name="pt14540"/>
            <p:cNvSpPr/>
            <p:nvPr/>
          </p:nvSpPr>
          <p:spPr>
            <a:xfrm>
              <a:off x="5160026" y="26600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1" name="pt14541"/>
            <p:cNvSpPr/>
            <p:nvPr/>
          </p:nvSpPr>
          <p:spPr>
            <a:xfrm>
              <a:off x="5353468" y="21672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2" name="pt14542"/>
            <p:cNvSpPr/>
            <p:nvPr/>
          </p:nvSpPr>
          <p:spPr>
            <a:xfrm>
              <a:off x="5435191" y="22155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3" name="pt14543"/>
            <p:cNvSpPr/>
            <p:nvPr/>
          </p:nvSpPr>
          <p:spPr>
            <a:xfrm>
              <a:off x="5437899" y="21646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4" name="pt14544"/>
            <p:cNvSpPr/>
            <p:nvPr/>
          </p:nvSpPr>
          <p:spPr>
            <a:xfrm>
              <a:off x="5578949" y="23094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5" name="pt14545"/>
            <p:cNvSpPr/>
            <p:nvPr/>
          </p:nvSpPr>
          <p:spPr>
            <a:xfrm>
              <a:off x="5691684" y="17073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6" name="pt14546"/>
            <p:cNvSpPr/>
            <p:nvPr/>
          </p:nvSpPr>
          <p:spPr>
            <a:xfrm>
              <a:off x="5531826" y="21437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7" name="pt14547"/>
            <p:cNvSpPr/>
            <p:nvPr/>
          </p:nvSpPr>
          <p:spPr>
            <a:xfrm>
              <a:off x="5317227" y="21173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8" name="pt14548"/>
            <p:cNvSpPr/>
            <p:nvPr/>
          </p:nvSpPr>
          <p:spPr>
            <a:xfrm>
              <a:off x="5641806" y="20303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9" name="pt14549"/>
            <p:cNvSpPr/>
            <p:nvPr/>
          </p:nvSpPr>
          <p:spPr>
            <a:xfrm>
              <a:off x="5325058" y="21251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0" name="pt14550"/>
            <p:cNvSpPr/>
            <p:nvPr/>
          </p:nvSpPr>
          <p:spPr>
            <a:xfrm>
              <a:off x="5424426" y="21995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1" name="pt14551"/>
            <p:cNvSpPr/>
            <p:nvPr/>
          </p:nvSpPr>
          <p:spPr>
            <a:xfrm>
              <a:off x="5429022" y="22638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2" name="pt14552"/>
            <p:cNvSpPr/>
            <p:nvPr/>
          </p:nvSpPr>
          <p:spPr>
            <a:xfrm>
              <a:off x="5429101" y="23122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3" name="pt14553"/>
            <p:cNvSpPr/>
            <p:nvPr/>
          </p:nvSpPr>
          <p:spPr>
            <a:xfrm>
              <a:off x="5428917" y="22794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4" name="pt14554"/>
            <p:cNvSpPr/>
            <p:nvPr/>
          </p:nvSpPr>
          <p:spPr>
            <a:xfrm>
              <a:off x="5661218" y="21134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5" name="pt14555"/>
            <p:cNvSpPr/>
            <p:nvPr/>
          </p:nvSpPr>
          <p:spPr>
            <a:xfrm>
              <a:off x="5427197" y="22413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6" name="pt14556"/>
            <p:cNvSpPr/>
            <p:nvPr/>
          </p:nvSpPr>
          <p:spPr>
            <a:xfrm>
              <a:off x="5249303" y="19118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7" name="pt14557"/>
            <p:cNvSpPr/>
            <p:nvPr/>
          </p:nvSpPr>
          <p:spPr>
            <a:xfrm>
              <a:off x="5429926" y="23264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8" name="pt14558"/>
            <p:cNvSpPr/>
            <p:nvPr/>
          </p:nvSpPr>
          <p:spPr>
            <a:xfrm>
              <a:off x="5578735" y="22856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9" name="pt14559"/>
            <p:cNvSpPr/>
            <p:nvPr/>
          </p:nvSpPr>
          <p:spPr>
            <a:xfrm>
              <a:off x="5446470" y="22465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0" name="pt14560"/>
            <p:cNvSpPr/>
            <p:nvPr/>
          </p:nvSpPr>
          <p:spPr>
            <a:xfrm>
              <a:off x="5412110" y="21843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1" name="pt14561"/>
            <p:cNvSpPr/>
            <p:nvPr/>
          </p:nvSpPr>
          <p:spPr>
            <a:xfrm>
              <a:off x="5539181" y="2096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2" name="pt14562"/>
            <p:cNvSpPr/>
            <p:nvPr/>
          </p:nvSpPr>
          <p:spPr>
            <a:xfrm>
              <a:off x="5677719" y="16925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3" name="pt14563"/>
            <p:cNvSpPr/>
            <p:nvPr/>
          </p:nvSpPr>
          <p:spPr>
            <a:xfrm>
              <a:off x="5501308" y="2158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4" name="pt14564"/>
            <p:cNvSpPr/>
            <p:nvPr/>
          </p:nvSpPr>
          <p:spPr>
            <a:xfrm>
              <a:off x="5893806" y="20128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5" name="pt14565"/>
            <p:cNvSpPr/>
            <p:nvPr/>
          </p:nvSpPr>
          <p:spPr>
            <a:xfrm>
              <a:off x="5452670" y="22307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6" name="pt14566"/>
            <p:cNvSpPr/>
            <p:nvPr/>
          </p:nvSpPr>
          <p:spPr>
            <a:xfrm>
              <a:off x="5577131" y="22231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7" name="pt14567"/>
            <p:cNvSpPr/>
            <p:nvPr/>
          </p:nvSpPr>
          <p:spPr>
            <a:xfrm>
              <a:off x="5576405" y="23026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8" name="pt14568"/>
            <p:cNvSpPr/>
            <p:nvPr/>
          </p:nvSpPr>
          <p:spPr>
            <a:xfrm>
              <a:off x="5741670" y="19968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9" name="pt14569"/>
            <p:cNvSpPr/>
            <p:nvPr/>
          </p:nvSpPr>
          <p:spPr>
            <a:xfrm>
              <a:off x="5242024" y="22379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0" name="pt14570"/>
            <p:cNvSpPr/>
            <p:nvPr/>
          </p:nvSpPr>
          <p:spPr>
            <a:xfrm>
              <a:off x="5404972" y="22207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1" name="pt14571"/>
            <p:cNvSpPr/>
            <p:nvPr/>
          </p:nvSpPr>
          <p:spPr>
            <a:xfrm>
              <a:off x="5336694" y="22655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2" name="pt14572"/>
            <p:cNvSpPr/>
            <p:nvPr/>
          </p:nvSpPr>
          <p:spPr>
            <a:xfrm>
              <a:off x="5468677" y="1967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3" name="pt14573"/>
            <p:cNvSpPr/>
            <p:nvPr/>
          </p:nvSpPr>
          <p:spPr>
            <a:xfrm>
              <a:off x="5036836" y="22491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4" name="pt14574"/>
            <p:cNvSpPr/>
            <p:nvPr/>
          </p:nvSpPr>
          <p:spPr>
            <a:xfrm>
              <a:off x="5387834" y="21366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5" name="pt14575"/>
            <p:cNvSpPr/>
            <p:nvPr/>
          </p:nvSpPr>
          <p:spPr>
            <a:xfrm>
              <a:off x="4813763" y="26058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6" name="pt14576"/>
            <p:cNvSpPr/>
            <p:nvPr/>
          </p:nvSpPr>
          <p:spPr>
            <a:xfrm>
              <a:off x="5803447" y="19548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7" name="pt14577"/>
            <p:cNvSpPr/>
            <p:nvPr/>
          </p:nvSpPr>
          <p:spPr>
            <a:xfrm>
              <a:off x="5539937" y="1976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8" name="pt14578"/>
            <p:cNvSpPr/>
            <p:nvPr/>
          </p:nvSpPr>
          <p:spPr>
            <a:xfrm>
              <a:off x="5727137" y="17496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9" name="pt14579"/>
            <p:cNvSpPr/>
            <p:nvPr/>
          </p:nvSpPr>
          <p:spPr>
            <a:xfrm>
              <a:off x="5354338" y="21615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0" name="pt14580"/>
            <p:cNvSpPr/>
            <p:nvPr/>
          </p:nvSpPr>
          <p:spPr>
            <a:xfrm>
              <a:off x="5467043" y="19584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1" name="pt14581"/>
            <p:cNvSpPr/>
            <p:nvPr/>
          </p:nvSpPr>
          <p:spPr>
            <a:xfrm>
              <a:off x="5225324" y="21349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2" name="pt14582"/>
            <p:cNvSpPr/>
            <p:nvPr/>
          </p:nvSpPr>
          <p:spPr>
            <a:xfrm>
              <a:off x="5826651" y="21069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3" name="pt14583"/>
            <p:cNvSpPr/>
            <p:nvPr/>
          </p:nvSpPr>
          <p:spPr>
            <a:xfrm>
              <a:off x="5602373" y="18843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4" name="pt14584"/>
            <p:cNvSpPr/>
            <p:nvPr/>
          </p:nvSpPr>
          <p:spPr>
            <a:xfrm>
              <a:off x="5638342" y="19842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5" name="pt14585"/>
            <p:cNvSpPr/>
            <p:nvPr/>
          </p:nvSpPr>
          <p:spPr>
            <a:xfrm>
              <a:off x="5352619" y="22295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6" name="pt14586"/>
            <p:cNvSpPr/>
            <p:nvPr/>
          </p:nvSpPr>
          <p:spPr>
            <a:xfrm>
              <a:off x="5465609" y="20436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7" name="pt14587"/>
            <p:cNvSpPr/>
            <p:nvPr/>
          </p:nvSpPr>
          <p:spPr>
            <a:xfrm>
              <a:off x="5497001" y="20588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8" name="pt14588"/>
            <p:cNvSpPr/>
            <p:nvPr/>
          </p:nvSpPr>
          <p:spPr>
            <a:xfrm>
              <a:off x="5595793" y="20257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9" name="pt14589"/>
            <p:cNvSpPr/>
            <p:nvPr/>
          </p:nvSpPr>
          <p:spPr>
            <a:xfrm>
              <a:off x="4946956" y="17925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0" name="pt14590"/>
            <p:cNvSpPr/>
            <p:nvPr/>
          </p:nvSpPr>
          <p:spPr>
            <a:xfrm>
              <a:off x="5580171" y="22107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1" name="pt14591"/>
            <p:cNvSpPr/>
            <p:nvPr/>
          </p:nvSpPr>
          <p:spPr>
            <a:xfrm>
              <a:off x="5282987" y="22965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2" name="pt14592"/>
            <p:cNvSpPr/>
            <p:nvPr/>
          </p:nvSpPr>
          <p:spPr>
            <a:xfrm>
              <a:off x="5574387" y="22016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3" name="pt14593"/>
            <p:cNvSpPr/>
            <p:nvPr/>
          </p:nvSpPr>
          <p:spPr>
            <a:xfrm>
              <a:off x="5363336" y="22388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4" name="pt14594"/>
            <p:cNvSpPr/>
            <p:nvPr/>
          </p:nvSpPr>
          <p:spPr>
            <a:xfrm>
              <a:off x="5542339" y="2104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5" name="pt14595"/>
            <p:cNvSpPr/>
            <p:nvPr/>
          </p:nvSpPr>
          <p:spPr>
            <a:xfrm>
              <a:off x="5487816" y="19655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6" name="pt14596"/>
            <p:cNvSpPr/>
            <p:nvPr/>
          </p:nvSpPr>
          <p:spPr>
            <a:xfrm>
              <a:off x="4847046" y="24309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7" name="pt14597"/>
            <p:cNvSpPr/>
            <p:nvPr/>
          </p:nvSpPr>
          <p:spPr>
            <a:xfrm>
              <a:off x="5128045" y="26581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8" name="pt14598"/>
            <p:cNvSpPr/>
            <p:nvPr/>
          </p:nvSpPr>
          <p:spPr>
            <a:xfrm>
              <a:off x="5223952" y="20877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9" name="pt14599"/>
            <p:cNvSpPr/>
            <p:nvPr/>
          </p:nvSpPr>
          <p:spPr>
            <a:xfrm>
              <a:off x="5256747" y="20321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0" name="pt14600"/>
            <p:cNvSpPr/>
            <p:nvPr/>
          </p:nvSpPr>
          <p:spPr>
            <a:xfrm>
              <a:off x="5598552" y="20661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1" name="pt14601"/>
            <p:cNvSpPr/>
            <p:nvPr/>
          </p:nvSpPr>
          <p:spPr>
            <a:xfrm>
              <a:off x="5302235" y="2230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2" name="pt14602"/>
            <p:cNvSpPr/>
            <p:nvPr/>
          </p:nvSpPr>
          <p:spPr>
            <a:xfrm>
              <a:off x="5463033" y="21484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3" name="pt14603"/>
            <p:cNvSpPr/>
            <p:nvPr/>
          </p:nvSpPr>
          <p:spPr>
            <a:xfrm>
              <a:off x="6103240" y="20856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4" name="pt14604"/>
            <p:cNvSpPr/>
            <p:nvPr/>
          </p:nvSpPr>
          <p:spPr>
            <a:xfrm>
              <a:off x="5459015" y="21763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5" name="pt14605"/>
            <p:cNvSpPr/>
            <p:nvPr/>
          </p:nvSpPr>
          <p:spPr>
            <a:xfrm>
              <a:off x="5242619" y="21091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6" name="pt14606"/>
            <p:cNvSpPr/>
            <p:nvPr/>
          </p:nvSpPr>
          <p:spPr>
            <a:xfrm>
              <a:off x="5619603" y="18296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7" name="pt14607"/>
            <p:cNvSpPr/>
            <p:nvPr/>
          </p:nvSpPr>
          <p:spPr>
            <a:xfrm>
              <a:off x="5539536" y="19879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8" name="pt14608"/>
            <p:cNvSpPr/>
            <p:nvPr/>
          </p:nvSpPr>
          <p:spPr>
            <a:xfrm>
              <a:off x="5470047" y="19809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9" name="pt14609"/>
            <p:cNvSpPr/>
            <p:nvPr/>
          </p:nvSpPr>
          <p:spPr>
            <a:xfrm>
              <a:off x="5647763" y="20968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0" name="pt14610"/>
            <p:cNvSpPr/>
            <p:nvPr/>
          </p:nvSpPr>
          <p:spPr>
            <a:xfrm>
              <a:off x="5389503" y="21666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1" name="pt14611"/>
            <p:cNvSpPr/>
            <p:nvPr/>
          </p:nvSpPr>
          <p:spPr>
            <a:xfrm>
              <a:off x="4971781" y="23639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2" name="pt14612"/>
            <p:cNvSpPr/>
            <p:nvPr/>
          </p:nvSpPr>
          <p:spPr>
            <a:xfrm>
              <a:off x="5250633" y="19374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3" name="pt14613"/>
            <p:cNvSpPr/>
            <p:nvPr/>
          </p:nvSpPr>
          <p:spPr>
            <a:xfrm>
              <a:off x="5315816" y="21947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4" name="pt14614"/>
            <p:cNvSpPr/>
            <p:nvPr/>
          </p:nvSpPr>
          <p:spPr>
            <a:xfrm>
              <a:off x="5152642" y="27379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5" name="pt14615"/>
            <p:cNvSpPr/>
            <p:nvPr/>
          </p:nvSpPr>
          <p:spPr>
            <a:xfrm>
              <a:off x="6040279" y="19991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6" name="pt14616"/>
            <p:cNvSpPr/>
            <p:nvPr/>
          </p:nvSpPr>
          <p:spPr>
            <a:xfrm>
              <a:off x="5005844" y="24465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7" name="pt14617"/>
            <p:cNvSpPr/>
            <p:nvPr/>
          </p:nvSpPr>
          <p:spPr>
            <a:xfrm>
              <a:off x="5252203" y="2100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8" name="pt14618"/>
            <p:cNvSpPr/>
            <p:nvPr/>
          </p:nvSpPr>
          <p:spPr>
            <a:xfrm>
              <a:off x="5272636" y="21536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9" name="pt14619"/>
            <p:cNvSpPr/>
            <p:nvPr/>
          </p:nvSpPr>
          <p:spPr>
            <a:xfrm>
              <a:off x="5411620" y="22296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0" name="pt14620"/>
            <p:cNvSpPr/>
            <p:nvPr/>
          </p:nvSpPr>
          <p:spPr>
            <a:xfrm>
              <a:off x="5655380" y="20907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1" name="pt14621"/>
            <p:cNvSpPr/>
            <p:nvPr/>
          </p:nvSpPr>
          <p:spPr>
            <a:xfrm>
              <a:off x="5460724" y="21241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2" name="pt14622"/>
            <p:cNvSpPr/>
            <p:nvPr/>
          </p:nvSpPr>
          <p:spPr>
            <a:xfrm>
              <a:off x="5625964" y="20123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3" name="pt14623"/>
            <p:cNvSpPr/>
            <p:nvPr/>
          </p:nvSpPr>
          <p:spPr>
            <a:xfrm>
              <a:off x="5699702" y="19475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4" name="pt14624"/>
            <p:cNvSpPr/>
            <p:nvPr/>
          </p:nvSpPr>
          <p:spPr>
            <a:xfrm>
              <a:off x="5478874" y="18694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5" name="pt14625"/>
            <p:cNvSpPr/>
            <p:nvPr/>
          </p:nvSpPr>
          <p:spPr>
            <a:xfrm>
              <a:off x="5040389" y="21252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6" name="pt14626"/>
            <p:cNvSpPr/>
            <p:nvPr/>
          </p:nvSpPr>
          <p:spPr>
            <a:xfrm>
              <a:off x="4891037" y="28462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7" name="pt14627"/>
            <p:cNvSpPr/>
            <p:nvPr/>
          </p:nvSpPr>
          <p:spPr>
            <a:xfrm>
              <a:off x="5825075" y="21177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8" name="pt14628"/>
            <p:cNvSpPr/>
            <p:nvPr/>
          </p:nvSpPr>
          <p:spPr>
            <a:xfrm>
              <a:off x="4934539" y="19221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9" name="pt14629"/>
            <p:cNvSpPr/>
            <p:nvPr/>
          </p:nvSpPr>
          <p:spPr>
            <a:xfrm>
              <a:off x="5478638" y="19410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0" name="pt14630"/>
            <p:cNvSpPr/>
            <p:nvPr/>
          </p:nvSpPr>
          <p:spPr>
            <a:xfrm>
              <a:off x="5064654" y="25320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1" name="pt14631"/>
            <p:cNvSpPr/>
            <p:nvPr/>
          </p:nvSpPr>
          <p:spPr>
            <a:xfrm>
              <a:off x="5202522" y="23741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2" name="pt14632"/>
            <p:cNvSpPr/>
            <p:nvPr/>
          </p:nvSpPr>
          <p:spPr>
            <a:xfrm>
              <a:off x="5601423" y="1856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3" name="pt14633"/>
            <p:cNvSpPr/>
            <p:nvPr/>
          </p:nvSpPr>
          <p:spPr>
            <a:xfrm>
              <a:off x="5062968" y="23934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4" name="pt14634"/>
            <p:cNvSpPr/>
            <p:nvPr/>
          </p:nvSpPr>
          <p:spPr>
            <a:xfrm>
              <a:off x="5457668" y="21742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5" name="pt14635"/>
            <p:cNvSpPr/>
            <p:nvPr/>
          </p:nvSpPr>
          <p:spPr>
            <a:xfrm>
              <a:off x="5531947" y="22548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6" name="pt14636"/>
            <p:cNvSpPr/>
            <p:nvPr/>
          </p:nvSpPr>
          <p:spPr>
            <a:xfrm>
              <a:off x="5667747" y="20589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7" name="pt14637"/>
            <p:cNvSpPr/>
            <p:nvPr/>
          </p:nvSpPr>
          <p:spPr>
            <a:xfrm>
              <a:off x="5599130" y="22180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8" name="pt14638"/>
            <p:cNvSpPr/>
            <p:nvPr/>
          </p:nvSpPr>
          <p:spPr>
            <a:xfrm>
              <a:off x="5326529" y="21949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9" name="pt14639"/>
            <p:cNvSpPr/>
            <p:nvPr/>
          </p:nvSpPr>
          <p:spPr>
            <a:xfrm>
              <a:off x="5472359" y="20406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0" name="pt14640"/>
            <p:cNvSpPr/>
            <p:nvPr/>
          </p:nvSpPr>
          <p:spPr>
            <a:xfrm>
              <a:off x="5135041" y="26290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1" name="pt14641"/>
            <p:cNvSpPr/>
            <p:nvPr/>
          </p:nvSpPr>
          <p:spPr>
            <a:xfrm>
              <a:off x="5896596" y="17395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2" name="pt14642"/>
            <p:cNvSpPr/>
            <p:nvPr/>
          </p:nvSpPr>
          <p:spPr>
            <a:xfrm>
              <a:off x="5491013" y="18502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3" name="pt14643"/>
            <p:cNvSpPr/>
            <p:nvPr/>
          </p:nvSpPr>
          <p:spPr>
            <a:xfrm>
              <a:off x="5106457" y="18291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4" name="pt14644"/>
            <p:cNvSpPr/>
            <p:nvPr/>
          </p:nvSpPr>
          <p:spPr>
            <a:xfrm>
              <a:off x="5315417" y="21469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5" name="pt14645"/>
            <p:cNvSpPr/>
            <p:nvPr/>
          </p:nvSpPr>
          <p:spPr>
            <a:xfrm>
              <a:off x="5214981" y="22815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6" name="pt14646"/>
            <p:cNvSpPr/>
            <p:nvPr/>
          </p:nvSpPr>
          <p:spPr>
            <a:xfrm>
              <a:off x="5581663" y="23208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7" name="pt14647"/>
            <p:cNvSpPr/>
            <p:nvPr/>
          </p:nvSpPr>
          <p:spPr>
            <a:xfrm>
              <a:off x="5467827" y="20341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8" name="pt14648"/>
            <p:cNvSpPr/>
            <p:nvPr/>
          </p:nvSpPr>
          <p:spPr>
            <a:xfrm>
              <a:off x="5911569" y="18485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9" name="pt14649"/>
            <p:cNvSpPr/>
            <p:nvPr/>
          </p:nvSpPr>
          <p:spPr>
            <a:xfrm>
              <a:off x="5335259" y="22301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0" name="pt14650"/>
            <p:cNvSpPr/>
            <p:nvPr/>
          </p:nvSpPr>
          <p:spPr>
            <a:xfrm>
              <a:off x="5591808" y="21145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1" name="pt14651"/>
            <p:cNvSpPr/>
            <p:nvPr/>
          </p:nvSpPr>
          <p:spPr>
            <a:xfrm>
              <a:off x="5430137" y="23227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2" name="pt14652"/>
            <p:cNvSpPr/>
            <p:nvPr/>
          </p:nvSpPr>
          <p:spPr>
            <a:xfrm>
              <a:off x="5553556" y="23115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3" name="pt14653"/>
            <p:cNvSpPr/>
            <p:nvPr/>
          </p:nvSpPr>
          <p:spPr>
            <a:xfrm>
              <a:off x="5565839" y="22718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4" name="pt14654"/>
            <p:cNvSpPr/>
            <p:nvPr/>
          </p:nvSpPr>
          <p:spPr>
            <a:xfrm>
              <a:off x="5285303" y="22943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5" name="pt14655"/>
            <p:cNvSpPr/>
            <p:nvPr/>
          </p:nvSpPr>
          <p:spPr>
            <a:xfrm>
              <a:off x="5401348" y="21470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6" name="pt14656"/>
            <p:cNvSpPr/>
            <p:nvPr/>
          </p:nvSpPr>
          <p:spPr>
            <a:xfrm>
              <a:off x="5108160" y="17160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7" name="pt14657"/>
            <p:cNvSpPr/>
            <p:nvPr/>
          </p:nvSpPr>
          <p:spPr>
            <a:xfrm>
              <a:off x="5151805" y="26345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8" name="pt14658"/>
            <p:cNvSpPr/>
            <p:nvPr/>
          </p:nvSpPr>
          <p:spPr>
            <a:xfrm>
              <a:off x="5374951" y="21250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9" name="pt14659"/>
            <p:cNvSpPr/>
            <p:nvPr/>
          </p:nvSpPr>
          <p:spPr>
            <a:xfrm>
              <a:off x="5745788" y="20364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0" name="pt14660"/>
            <p:cNvSpPr/>
            <p:nvPr/>
          </p:nvSpPr>
          <p:spPr>
            <a:xfrm>
              <a:off x="5379061" y="22975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1" name="pt14661"/>
            <p:cNvSpPr/>
            <p:nvPr/>
          </p:nvSpPr>
          <p:spPr>
            <a:xfrm>
              <a:off x="5522103" y="22557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2" name="pt14662"/>
            <p:cNvSpPr/>
            <p:nvPr/>
          </p:nvSpPr>
          <p:spPr>
            <a:xfrm>
              <a:off x="5516396" y="22135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3" name="pt14663"/>
            <p:cNvSpPr/>
            <p:nvPr/>
          </p:nvSpPr>
          <p:spPr>
            <a:xfrm>
              <a:off x="5663242" y="1963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4" name="pt14664"/>
            <p:cNvSpPr/>
            <p:nvPr/>
          </p:nvSpPr>
          <p:spPr>
            <a:xfrm>
              <a:off x="5478124" y="18366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5" name="pt14665"/>
            <p:cNvSpPr/>
            <p:nvPr/>
          </p:nvSpPr>
          <p:spPr>
            <a:xfrm>
              <a:off x="5125783" y="25726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6" name="pt14666"/>
            <p:cNvSpPr/>
            <p:nvPr/>
          </p:nvSpPr>
          <p:spPr>
            <a:xfrm>
              <a:off x="5342755" y="20807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7" name="pt14667"/>
            <p:cNvSpPr/>
            <p:nvPr/>
          </p:nvSpPr>
          <p:spPr>
            <a:xfrm>
              <a:off x="5442448" y="23001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8" name="pt14668"/>
            <p:cNvSpPr/>
            <p:nvPr/>
          </p:nvSpPr>
          <p:spPr>
            <a:xfrm>
              <a:off x="5396406" y="20667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9" name="pt14669"/>
            <p:cNvSpPr/>
            <p:nvPr/>
          </p:nvSpPr>
          <p:spPr>
            <a:xfrm>
              <a:off x="5789067" y="18529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0" name="pt14670"/>
            <p:cNvSpPr/>
            <p:nvPr/>
          </p:nvSpPr>
          <p:spPr>
            <a:xfrm>
              <a:off x="5085125" y="24535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1" name="pt14671"/>
            <p:cNvSpPr/>
            <p:nvPr/>
          </p:nvSpPr>
          <p:spPr>
            <a:xfrm>
              <a:off x="5023890" y="26313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2" name="pt14672"/>
            <p:cNvSpPr/>
            <p:nvPr/>
          </p:nvSpPr>
          <p:spPr>
            <a:xfrm>
              <a:off x="5142662" y="26423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3" name="pt14673"/>
            <p:cNvSpPr/>
            <p:nvPr/>
          </p:nvSpPr>
          <p:spPr>
            <a:xfrm>
              <a:off x="5768157" y="19153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4" name="pt14674"/>
            <p:cNvSpPr/>
            <p:nvPr/>
          </p:nvSpPr>
          <p:spPr>
            <a:xfrm>
              <a:off x="5516061" y="2250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5" name="pt14675"/>
            <p:cNvSpPr/>
            <p:nvPr/>
          </p:nvSpPr>
          <p:spPr>
            <a:xfrm>
              <a:off x="5394556" y="21412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6" name="pt14676"/>
            <p:cNvSpPr/>
            <p:nvPr/>
          </p:nvSpPr>
          <p:spPr>
            <a:xfrm>
              <a:off x="5163730" y="26473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7" name="pt14677"/>
            <p:cNvSpPr/>
            <p:nvPr/>
          </p:nvSpPr>
          <p:spPr>
            <a:xfrm>
              <a:off x="4726454" y="23802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8" name="pt14678"/>
            <p:cNvSpPr/>
            <p:nvPr/>
          </p:nvSpPr>
          <p:spPr>
            <a:xfrm>
              <a:off x="5752013" y="18993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9" name="pt14679"/>
            <p:cNvSpPr/>
            <p:nvPr/>
          </p:nvSpPr>
          <p:spPr>
            <a:xfrm>
              <a:off x="4937093" y="21296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0" name="pt14680"/>
            <p:cNvSpPr/>
            <p:nvPr/>
          </p:nvSpPr>
          <p:spPr>
            <a:xfrm>
              <a:off x="5749555" y="20435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1" name="pt14681"/>
            <p:cNvSpPr/>
            <p:nvPr/>
          </p:nvSpPr>
          <p:spPr>
            <a:xfrm>
              <a:off x="5298847" y="20887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2" name="pt14682"/>
            <p:cNvSpPr/>
            <p:nvPr/>
          </p:nvSpPr>
          <p:spPr>
            <a:xfrm>
              <a:off x="5777369" y="19495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3" name="pt14683"/>
            <p:cNvSpPr/>
            <p:nvPr/>
          </p:nvSpPr>
          <p:spPr>
            <a:xfrm>
              <a:off x="5554992" y="23224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4" name="pt14684"/>
            <p:cNvSpPr/>
            <p:nvPr/>
          </p:nvSpPr>
          <p:spPr>
            <a:xfrm>
              <a:off x="5490792" y="19588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5" name="pt14685"/>
            <p:cNvSpPr/>
            <p:nvPr/>
          </p:nvSpPr>
          <p:spPr>
            <a:xfrm>
              <a:off x="5471201" y="19190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6" name="pt14686"/>
            <p:cNvSpPr/>
            <p:nvPr/>
          </p:nvSpPr>
          <p:spPr>
            <a:xfrm>
              <a:off x="5673989" y="19755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7" name="pt14687"/>
            <p:cNvSpPr/>
            <p:nvPr/>
          </p:nvSpPr>
          <p:spPr>
            <a:xfrm>
              <a:off x="5076044" y="23426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8" name="pt14688"/>
            <p:cNvSpPr/>
            <p:nvPr/>
          </p:nvSpPr>
          <p:spPr>
            <a:xfrm>
              <a:off x="4841997" y="25627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9" name="pt14689"/>
            <p:cNvSpPr/>
            <p:nvPr/>
          </p:nvSpPr>
          <p:spPr>
            <a:xfrm>
              <a:off x="4959695" y="1911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0" name="pt14690"/>
            <p:cNvSpPr/>
            <p:nvPr/>
          </p:nvSpPr>
          <p:spPr>
            <a:xfrm>
              <a:off x="5258877" y="21910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1" name="pt14691"/>
            <p:cNvSpPr/>
            <p:nvPr/>
          </p:nvSpPr>
          <p:spPr>
            <a:xfrm>
              <a:off x="5533221" y="23023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2" name="pt14692"/>
            <p:cNvSpPr/>
            <p:nvPr/>
          </p:nvSpPr>
          <p:spPr>
            <a:xfrm>
              <a:off x="4928234" y="16563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3" name="pt14693"/>
            <p:cNvSpPr/>
            <p:nvPr/>
          </p:nvSpPr>
          <p:spPr>
            <a:xfrm>
              <a:off x="5157989" y="27497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4" name="pt14694"/>
            <p:cNvSpPr/>
            <p:nvPr/>
          </p:nvSpPr>
          <p:spPr>
            <a:xfrm>
              <a:off x="5382846" y="21360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5" name="pt14695"/>
            <p:cNvSpPr/>
            <p:nvPr/>
          </p:nvSpPr>
          <p:spPr>
            <a:xfrm>
              <a:off x="5066433" y="23256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6" name="pt14696"/>
            <p:cNvSpPr/>
            <p:nvPr/>
          </p:nvSpPr>
          <p:spPr>
            <a:xfrm>
              <a:off x="5400035" y="21466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7" name="pt14697"/>
            <p:cNvSpPr/>
            <p:nvPr/>
          </p:nvSpPr>
          <p:spPr>
            <a:xfrm>
              <a:off x="5209393" y="22693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8" name="pt14698"/>
            <p:cNvSpPr/>
            <p:nvPr/>
          </p:nvSpPr>
          <p:spPr>
            <a:xfrm>
              <a:off x="5511225" y="23124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9" name="pt14699"/>
            <p:cNvSpPr/>
            <p:nvPr/>
          </p:nvSpPr>
          <p:spPr>
            <a:xfrm>
              <a:off x="5516057" y="22470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0" name="pt14700"/>
            <p:cNvSpPr/>
            <p:nvPr/>
          </p:nvSpPr>
          <p:spPr>
            <a:xfrm>
              <a:off x="5802941" y="17260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1" name="pt14701"/>
            <p:cNvSpPr/>
            <p:nvPr/>
          </p:nvSpPr>
          <p:spPr>
            <a:xfrm>
              <a:off x="5556946" y="22191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2" name="pt14702"/>
            <p:cNvSpPr/>
            <p:nvPr/>
          </p:nvSpPr>
          <p:spPr>
            <a:xfrm>
              <a:off x="5345451" y="21598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3" name="pt14703"/>
            <p:cNvSpPr/>
            <p:nvPr/>
          </p:nvSpPr>
          <p:spPr>
            <a:xfrm>
              <a:off x="5710562" y="19354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4" name="pt14704"/>
            <p:cNvSpPr/>
            <p:nvPr/>
          </p:nvSpPr>
          <p:spPr>
            <a:xfrm>
              <a:off x="5316171" y="2287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5" name="pt14705"/>
            <p:cNvSpPr/>
            <p:nvPr/>
          </p:nvSpPr>
          <p:spPr>
            <a:xfrm>
              <a:off x="5246863" y="20368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6" name="pt14706"/>
            <p:cNvSpPr/>
            <p:nvPr/>
          </p:nvSpPr>
          <p:spPr>
            <a:xfrm>
              <a:off x="5633148" y="21063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7" name="pt14707"/>
            <p:cNvSpPr/>
            <p:nvPr/>
          </p:nvSpPr>
          <p:spPr>
            <a:xfrm>
              <a:off x="5114484" y="21606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8" name="pt14708"/>
            <p:cNvSpPr/>
            <p:nvPr/>
          </p:nvSpPr>
          <p:spPr>
            <a:xfrm>
              <a:off x="4972962" y="25113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9" name="pt14709"/>
            <p:cNvSpPr/>
            <p:nvPr/>
          </p:nvSpPr>
          <p:spPr>
            <a:xfrm>
              <a:off x="5640261" y="20698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0" name="pt14710"/>
            <p:cNvSpPr/>
            <p:nvPr/>
          </p:nvSpPr>
          <p:spPr>
            <a:xfrm>
              <a:off x="5404341" y="21692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1" name="pt14711"/>
            <p:cNvSpPr/>
            <p:nvPr/>
          </p:nvSpPr>
          <p:spPr>
            <a:xfrm>
              <a:off x="5848630" y="17266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2" name="pt14712"/>
            <p:cNvSpPr/>
            <p:nvPr/>
          </p:nvSpPr>
          <p:spPr>
            <a:xfrm>
              <a:off x="5139331" y="2620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3" name="pt14713"/>
            <p:cNvSpPr/>
            <p:nvPr/>
          </p:nvSpPr>
          <p:spPr>
            <a:xfrm>
              <a:off x="5547152" y="22512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4" name="pt14714"/>
            <p:cNvSpPr/>
            <p:nvPr/>
          </p:nvSpPr>
          <p:spPr>
            <a:xfrm>
              <a:off x="5450034" y="22696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5" name="pt14715"/>
            <p:cNvSpPr/>
            <p:nvPr/>
          </p:nvSpPr>
          <p:spPr>
            <a:xfrm>
              <a:off x="5476815" y="19515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6" name="pt14716"/>
            <p:cNvSpPr/>
            <p:nvPr/>
          </p:nvSpPr>
          <p:spPr>
            <a:xfrm>
              <a:off x="5311935" y="21181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7" name="pt14717"/>
            <p:cNvSpPr/>
            <p:nvPr/>
          </p:nvSpPr>
          <p:spPr>
            <a:xfrm>
              <a:off x="5373929" y="22699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8" name="pt14718"/>
            <p:cNvSpPr/>
            <p:nvPr/>
          </p:nvSpPr>
          <p:spPr>
            <a:xfrm>
              <a:off x="5940831" y="17558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9" name="pt14719"/>
            <p:cNvSpPr/>
            <p:nvPr/>
          </p:nvSpPr>
          <p:spPr>
            <a:xfrm>
              <a:off x="5478268" y="18657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0" name="pt14720"/>
            <p:cNvSpPr/>
            <p:nvPr/>
          </p:nvSpPr>
          <p:spPr>
            <a:xfrm>
              <a:off x="5661669" y="21164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1" name="pt14721"/>
            <p:cNvSpPr/>
            <p:nvPr/>
          </p:nvSpPr>
          <p:spPr>
            <a:xfrm>
              <a:off x="5731361" y="17547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2" name="pt14722"/>
            <p:cNvSpPr/>
            <p:nvPr/>
          </p:nvSpPr>
          <p:spPr>
            <a:xfrm>
              <a:off x="5506032" y="22975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3" name="pt14723"/>
            <p:cNvSpPr/>
            <p:nvPr/>
          </p:nvSpPr>
          <p:spPr>
            <a:xfrm>
              <a:off x="5584472" y="22032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4" name="pt14724"/>
            <p:cNvSpPr/>
            <p:nvPr/>
          </p:nvSpPr>
          <p:spPr>
            <a:xfrm>
              <a:off x="5049832" y="22755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5" name="pt14725"/>
            <p:cNvSpPr/>
            <p:nvPr/>
          </p:nvSpPr>
          <p:spPr>
            <a:xfrm>
              <a:off x="5338548" y="20798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6" name="pt14726"/>
            <p:cNvSpPr/>
            <p:nvPr/>
          </p:nvSpPr>
          <p:spPr>
            <a:xfrm>
              <a:off x="5336319" y="21738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7" name="pt14727"/>
            <p:cNvSpPr/>
            <p:nvPr/>
          </p:nvSpPr>
          <p:spPr>
            <a:xfrm>
              <a:off x="5365202" y="22204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8" name="pt14728"/>
            <p:cNvSpPr/>
            <p:nvPr/>
          </p:nvSpPr>
          <p:spPr>
            <a:xfrm>
              <a:off x="5484945" y="20466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9" name="pt14729"/>
            <p:cNvSpPr/>
            <p:nvPr/>
          </p:nvSpPr>
          <p:spPr>
            <a:xfrm>
              <a:off x="5800799" y="18386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0" name="pt14730"/>
            <p:cNvSpPr/>
            <p:nvPr/>
          </p:nvSpPr>
          <p:spPr>
            <a:xfrm>
              <a:off x="5367348" y="22525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1" name="pt14731"/>
            <p:cNvSpPr/>
            <p:nvPr/>
          </p:nvSpPr>
          <p:spPr>
            <a:xfrm>
              <a:off x="5466846" y="19038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2" name="pt14732"/>
            <p:cNvSpPr/>
            <p:nvPr/>
          </p:nvSpPr>
          <p:spPr>
            <a:xfrm>
              <a:off x="5792956" y="20015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3" name="pt14733"/>
            <p:cNvSpPr/>
            <p:nvPr/>
          </p:nvSpPr>
          <p:spPr>
            <a:xfrm>
              <a:off x="5355570" y="22602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4" name="pt14734"/>
            <p:cNvSpPr/>
            <p:nvPr/>
          </p:nvSpPr>
          <p:spPr>
            <a:xfrm>
              <a:off x="5422532" y="21196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5" name="pt14735"/>
            <p:cNvSpPr/>
            <p:nvPr/>
          </p:nvSpPr>
          <p:spPr>
            <a:xfrm>
              <a:off x="5400955" y="21583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6" name="pt14736"/>
            <p:cNvSpPr/>
            <p:nvPr/>
          </p:nvSpPr>
          <p:spPr>
            <a:xfrm>
              <a:off x="5558701" y="23363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7" name="pt14737"/>
            <p:cNvSpPr/>
            <p:nvPr/>
          </p:nvSpPr>
          <p:spPr>
            <a:xfrm>
              <a:off x="5533965" y="21655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8" name="pt14738"/>
            <p:cNvSpPr/>
            <p:nvPr/>
          </p:nvSpPr>
          <p:spPr>
            <a:xfrm>
              <a:off x="5546355" y="21932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9" name="pt14739"/>
            <p:cNvSpPr/>
            <p:nvPr/>
          </p:nvSpPr>
          <p:spPr>
            <a:xfrm>
              <a:off x="5341461" y="21786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0" name="pt14740"/>
            <p:cNvSpPr/>
            <p:nvPr/>
          </p:nvSpPr>
          <p:spPr>
            <a:xfrm>
              <a:off x="5343328" y="21789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1" name="pt14741"/>
            <p:cNvSpPr/>
            <p:nvPr/>
          </p:nvSpPr>
          <p:spPr>
            <a:xfrm>
              <a:off x="5722738" y="17393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2" name="pt14742"/>
            <p:cNvSpPr/>
            <p:nvPr/>
          </p:nvSpPr>
          <p:spPr>
            <a:xfrm>
              <a:off x="5856960" y="18810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3" name="pt14743"/>
            <p:cNvSpPr/>
            <p:nvPr/>
          </p:nvSpPr>
          <p:spPr>
            <a:xfrm>
              <a:off x="5436818" y="22585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4" name="pt14744"/>
            <p:cNvSpPr/>
            <p:nvPr/>
          </p:nvSpPr>
          <p:spPr>
            <a:xfrm>
              <a:off x="5008319" y="26175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5" name="pt14745"/>
            <p:cNvSpPr/>
            <p:nvPr/>
          </p:nvSpPr>
          <p:spPr>
            <a:xfrm>
              <a:off x="5594472" y="19825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6" name="pt14746"/>
            <p:cNvSpPr/>
            <p:nvPr/>
          </p:nvSpPr>
          <p:spPr>
            <a:xfrm>
              <a:off x="5336505" y="22024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7" name="pt14747"/>
            <p:cNvSpPr/>
            <p:nvPr/>
          </p:nvSpPr>
          <p:spPr>
            <a:xfrm>
              <a:off x="5543807" y="21378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8" name="pt14748"/>
            <p:cNvSpPr/>
            <p:nvPr/>
          </p:nvSpPr>
          <p:spPr>
            <a:xfrm>
              <a:off x="5254005" y="21519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9" name="pt14749"/>
            <p:cNvSpPr/>
            <p:nvPr/>
          </p:nvSpPr>
          <p:spPr>
            <a:xfrm>
              <a:off x="5533300" y="21475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0" name="pt14750"/>
            <p:cNvSpPr/>
            <p:nvPr/>
          </p:nvSpPr>
          <p:spPr>
            <a:xfrm>
              <a:off x="5065657" y="24963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1" name="pt14751"/>
            <p:cNvSpPr/>
            <p:nvPr/>
          </p:nvSpPr>
          <p:spPr>
            <a:xfrm>
              <a:off x="5545707" y="21470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2" name="pt14752"/>
            <p:cNvSpPr/>
            <p:nvPr/>
          </p:nvSpPr>
          <p:spPr>
            <a:xfrm>
              <a:off x="5587778" y="23120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3" name="pt14753"/>
            <p:cNvSpPr/>
            <p:nvPr/>
          </p:nvSpPr>
          <p:spPr>
            <a:xfrm>
              <a:off x="5294482" y="21802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4" name="pt14754"/>
            <p:cNvSpPr/>
            <p:nvPr/>
          </p:nvSpPr>
          <p:spPr>
            <a:xfrm>
              <a:off x="5423097" y="20589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5" name="pt14755"/>
            <p:cNvSpPr/>
            <p:nvPr/>
          </p:nvSpPr>
          <p:spPr>
            <a:xfrm>
              <a:off x="5506546" y="21494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6" name="pt14756"/>
            <p:cNvSpPr/>
            <p:nvPr/>
          </p:nvSpPr>
          <p:spPr>
            <a:xfrm>
              <a:off x="5121623" y="24549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7" name="pt14757"/>
            <p:cNvSpPr/>
            <p:nvPr/>
          </p:nvSpPr>
          <p:spPr>
            <a:xfrm>
              <a:off x="5526614" y="21184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8" name="pt14758"/>
            <p:cNvSpPr/>
            <p:nvPr/>
          </p:nvSpPr>
          <p:spPr>
            <a:xfrm>
              <a:off x="5936879" y="14492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9" name="pt14759"/>
            <p:cNvSpPr/>
            <p:nvPr/>
          </p:nvSpPr>
          <p:spPr>
            <a:xfrm>
              <a:off x="5793034" y="21384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0" name="pt14760"/>
            <p:cNvSpPr/>
            <p:nvPr/>
          </p:nvSpPr>
          <p:spPr>
            <a:xfrm>
              <a:off x="5384979" y="21868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1" name="pt14761"/>
            <p:cNvSpPr/>
            <p:nvPr/>
          </p:nvSpPr>
          <p:spPr>
            <a:xfrm>
              <a:off x="5891689" y="18277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2" name="pt14762"/>
            <p:cNvSpPr/>
            <p:nvPr/>
          </p:nvSpPr>
          <p:spPr>
            <a:xfrm>
              <a:off x="5589591" y="20022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3" name="pt14763"/>
            <p:cNvSpPr/>
            <p:nvPr/>
          </p:nvSpPr>
          <p:spPr>
            <a:xfrm>
              <a:off x="5339107" y="20982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4" name="pt14764"/>
            <p:cNvSpPr/>
            <p:nvPr/>
          </p:nvSpPr>
          <p:spPr>
            <a:xfrm>
              <a:off x="5268499" y="20990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5" name="pt14765"/>
            <p:cNvSpPr/>
            <p:nvPr/>
          </p:nvSpPr>
          <p:spPr>
            <a:xfrm>
              <a:off x="5287939" y="21454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6" name="pt14766"/>
            <p:cNvSpPr/>
            <p:nvPr/>
          </p:nvSpPr>
          <p:spPr>
            <a:xfrm>
              <a:off x="5343009" y="20853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7" name="pt14767"/>
            <p:cNvSpPr/>
            <p:nvPr/>
          </p:nvSpPr>
          <p:spPr>
            <a:xfrm>
              <a:off x="5091025" y="24259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8" name="pt14768"/>
            <p:cNvSpPr/>
            <p:nvPr/>
          </p:nvSpPr>
          <p:spPr>
            <a:xfrm>
              <a:off x="5360224" y="21992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9" name="pt14769"/>
            <p:cNvSpPr/>
            <p:nvPr/>
          </p:nvSpPr>
          <p:spPr>
            <a:xfrm>
              <a:off x="5289087" y="21276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0" name="pt14770"/>
            <p:cNvSpPr/>
            <p:nvPr/>
          </p:nvSpPr>
          <p:spPr>
            <a:xfrm>
              <a:off x="5233350" y="21335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1" name="pt14771"/>
            <p:cNvSpPr/>
            <p:nvPr/>
          </p:nvSpPr>
          <p:spPr>
            <a:xfrm>
              <a:off x="5375877" y="22204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2" name="pt14772"/>
            <p:cNvSpPr/>
            <p:nvPr/>
          </p:nvSpPr>
          <p:spPr>
            <a:xfrm>
              <a:off x="5687914" y="17501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3" name="pt14773"/>
            <p:cNvSpPr/>
            <p:nvPr/>
          </p:nvSpPr>
          <p:spPr>
            <a:xfrm>
              <a:off x="5487436" y="20260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4" name="pt14774"/>
            <p:cNvSpPr/>
            <p:nvPr/>
          </p:nvSpPr>
          <p:spPr>
            <a:xfrm>
              <a:off x="5309154" y="20981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5" name="pt14775"/>
            <p:cNvSpPr/>
            <p:nvPr/>
          </p:nvSpPr>
          <p:spPr>
            <a:xfrm>
              <a:off x="5543331" y="20242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6" name="pt14776"/>
            <p:cNvSpPr/>
            <p:nvPr/>
          </p:nvSpPr>
          <p:spPr>
            <a:xfrm>
              <a:off x="5159693" y="25476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7" name="pt14777"/>
            <p:cNvSpPr/>
            <p:nvPr/>
          </p:nvSpPr>
          <p:spPr>
            <a:xfrm>
              <a:off x="5416930" y="21517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8" name="pt14778"/>
            <p:cNvSpPr/>
            <p:nvPr/>
          </p:nvSpPr>
          <p:spPr>
            <a:xfrm>
              <a:off x="5356877" y="22314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9" name="pt14779"/>
            <p:cNvSpPr/>
            <p:nvPr/>
          </p:nvSpPr>
          <p:spPr>
            <a:xfrm>
              <a:off x="5357481" y="21657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0" name="pt14780"/>
            <p:cNvSpPr/>
            <p:nvPr/>
          </p:nvSpPr>
          <p:spPr>
            <a:xfrm>
              <a:off x="5570559" y="21816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1" name="pt14781"/>
            <p:cNvSpPr/>
            <p:nvPr/>
          </p:nvSpPr>
          <p:spPr>
            <a:xfrm>
              <a:off x="5480184" y="1880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2" name="pt14782"/>
            <p:cNvSpPr/>
            <p:nvPr/>
          </p:nvSpPr>
          <p:spPr>
            <a:xfrm>
              <a:off x="4937588" y="18198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3" name="pt14783"/>
            <p:cNvSpPr/>
            <p:nvPr/>
          </p:nvSpPr>
          <p:spPr>
            <a:xfrm>
              <a:off x="5550153" y="2284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4" name="pt14784"/>
            <p:cNvSpPr/>
            <p:nvPr/>
          </p:nvSpPr>
          <p:spPr>
            <a:xfrm>
              <a:off x="5259659" y="21476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5" name="pt14785"/>
            <p:cNvSpPr/>
            <p:nvPr/>
          </p:nvSpPr>
          <p:spPr>
            <a:xfrm>
              <a:off x="6013233" y="21440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6" name="pt14786"/>
            <p:cNvSpPr/>
            <p:nvPr/>
          </p:nvSpPr>
          <p:spPr>
            <a:xfrm>
              <a:off x="5088551" y="25058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7" name="pt14787"/>
            <p:cNvSpPr/>
            <p:nvPr/>
          </p:nvSpPr>
          <p:spPr>
            <a:xfrm>
              <a:off x="5455726" y="22440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8" name="pt14788"/>
            <p:cNvSpPr/>
            <p:nvPr/>
          </p:nvSpPr>
          <p:spPr>
            <a:xfrm>
              <a:off x="5121573" y="25047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9" name="pt14789"/>
            <p:cNvSpPr/>
            <p:nvPr/>
          </p:nvSpPr>
          <p:spPr>
            <a:xfrm>
              <a:off x="5077423" y="26691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0" name="pt14790"/>
            <p:cNvSpPr/>
            <p:nvPr/>
          </p:nvSpPr>
          <p:spPr>
            <a:xfrm>
              <a:off x="5581945" y="22972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1" name="pt14791"/>
            <p:cNvSpPr/>
            <p:nvPr/>
          </p:nvSpPr>
          <p:spPr>
            <a:xfrm>
              <a:off x="5345398" y="20839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2" name="pt14792"/>
            <p:cNvSpPr/>
            <p:nvPr/>
          </p:nvSpPr>
          <p:spPr>
            <a:xfrm>
              <a:off x="5274771" y="22152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3" name="pt14793"/>
            <p:cNvSpPr/>
            <p:nvPr/>
          </p:nvSpPr>
          <p:spPr>
            <a:xfrm>
              <a:off x="5462929" y="21623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4" name="pt14794"/>
            <p:cNvSpPr/>
            <p:nvPr/>
          </p:nvSpPr>
          <p:spPr>
            <a:xfrm>
              <a:off x="5278314" y="22067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5" name="pt14795"/>
            <p:cNvSpPr/>
            <p:nvPr/>
          </p:nvSpPr>
          <p:spPr>
            <a:xfrm>
              <a:off x="5745346" y="18459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6" name="pt14796"/>
            <p:cNvSpPr/>
            <p:nvPr/>
          </p:nvSpPr>
          <p:spPr>
            <a:xfrm>
              <a:off x="4698223" y="26612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7" name="pt14797"/>
            <p:cNvSpPr/>
            <p:nvPr/>
          </p:nvSpPr>
          <p:spPr>
            <a:xfrm>
              <a:off x="5050704" y="24070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8" name="pt14798"/>
            <p:cNvSpPr/>
            <p:nvPr/>
          </p:nvSpPr>
          <p:spPr>
            <a:xfrm>
              <a:off x="5191751" y="22655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9" name="pt14799"/>
            <p:cNvSpPr/>
            <p:nvPr/>
          </p:nvSpPr>
          <p:spPr>
            <a:xfrm>
              <a:off x="5240906" y="21744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0" name="pt14800"/>
            <p:cNvSpPr/>
            <p:nvPr/>
          </p:nvSpPr>
          <p:spPr>
            <a:xfrm>
              <a:off x="5091966" y="27788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1" name="pt14801"/>
            <p:cNvSpPr/>
            <p:nvPr/>
          </p:nvSpPr>
          <p:spPr>
            <a:xfrm>
              <a:off x="5464556" y="20518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2" name="pt14802"/>
            <p:cNvSpPr/>
            <p:nvPr/>
          </p:nvSpPr>
          <p:spPr>
            <a:xfrm>
              <a:off x="5484920" y="20682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3" name="pt14803"/>
            <p:cNvSpPr/>
            <p:nvPr/>
          </p:nvSpPr>
          <p:spPr>
            <a:xfrm>
              <a:off x="4939374" y="16129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4" name="pt14804"/>
            <p:cNvSpPr/>
            <p:nvPr/>
          </p:nvSpPr>
          <p:spPr>
            <a:xfrm>
              <a:off x="5261579" y="20929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5" name="pt14805"/>
            <p:cNvSpPr/>
            <p:nvPr/>
          </p:nvSpPr>
          <p:spPr>
            <a:xfrm>
              <a:off x="5522679" y="22347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6" name="pt14806"/>
            <p:cNvSpPr/>
            <p:nvPr/>
          </p:nvSpPr>
          <p:spPr>
            <a:xfrm>
              <a:off x="5616417" y="17769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7" name="pt14807"/>
            <p:cNvSpPr/>
            <p:nvPr/>
          </p:nvSpPr>
          <p:spPr>
            <a:xfrm>
              <a:off x="5298878" y="22277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8" name="pt14808"/>
            <p:cNvSpPr/>
            <p:nvPr/>
          </p:nvSpPr>
          <p:spPr>
            <a:xfrm>
              <a:off x="5213817" y="23056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9" name="pt14809"/>
            <p:cNvSpPr/>
            <p:nvPr/>
          </p:nvSpPr>
          <p:spPr>
            <a:xfrm>
              <a:off x="5501170" y="21144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0" name="pt14810"/>
            <p:cNvSpPr/>
            <p:nvPr/>
          </p:nvSpPr>
          <p:spPr>
            <a:xfrm>
              <a:off x="5312903" y="21984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1" name="pt14811"/>
            <p:cNvSpPr/>
            <p:nvPr/>
          </p:nvSpPr>
          <p:spPr>
            <a:xfrm>
              <a:off x="5105266" y="23801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2" name="pt14812"/>
            <p:cNvSpPr/>
            <p:nvPr/>
          </p:nvSpPr>
          <p:spPr>
            <a:xfrm>
              <a:off x="5530411" y="20901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3" name="pt14813"/>
            <p:cNvSpPr/>
            <p:nvPr/>
          </p:nvSpPr>
          <p:spPr>
            <a:xfrm>
              <a:off x="5403061" y="22106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4" name="pt14814"/>
            <p:cNvSpPr/>
            <p:nvPr/>
          </p:nvSpPr>
          <p:spPr>
            <a:xfrm>
              <a:off x="5108371" y="1649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5" name="pt14815"/>
            <p:cNvSpPr/>
            <p:nvPr/>
          </p:nvSpPr>
          <p:spPr>
            <a:xfrm>
              <a:off x="5241970" y="21112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6" name="pt14816"/>
            <p:cNvSpPr/>
            <p:nvPr/>
          </p:nvSpPr>
          <p:spPr>
            <a:xfrm>
              <a:off x="5431030" y="22831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7" name="pt14817"/>
            <p:cNvSpPr/>
            <p:nvPr/>
          </p:nvSpPr>
          <p:spPr>
            <a:xfrm>
              <a:off x="5740289" y="19201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8" name="pt14818"/>
            <p:cNvSpPr/>
            <p:nvPr/>
          </p:nvSpPr>
          <p:spPr>
            <a:xfrm>
              <a:off x="4806457" y="23038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9" name="pt14819"/>
            <p:cNvSpPr/>
            <p:nvPr/>
          </p:nvSpPr>
          <p:spPr>
            <a:xfrm>
              <a:off x="5107974" y="17772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0" name="pt14820"/>
            <p:cNvSpPr/>
            <p:nvPr/>
          </p:nvSpPr>
          <p:spPr>
            <a:xfrm>
              <a:off x="5589924" y="19077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1" name="pt14821"/>
            <p:cNvSpPr/>
            <p:nvPr/>
          </p:nvSpPr>
          <p:spPr>
            <a:xfrm>
              <a:off x="5427530" y="22880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2" name="pt14822"/>
            <p:cNvSpPr/>
            <p:nvPr/>
          </p:nvSpPr>
          <p:spPr>
            <a:xfrm>
              <a:off x="5420210" y="21674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3" name="pt14823"/>
            <p:cNvSpPr/>
            <p:nvPr/>
          </p:nvSpPr>
          <p:spPr>
            <a:xfrm>
              <a:off x="5660519" y="20713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4" name="pt14824"/>
            <p:cNvSpPr/>
            <p:nvPr/>
          </p:nvSpPr>
          <p:spPr>
            <a:xfrm>
              <a:off x="5541929" y="21649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5" name="pt14825"/>
            <p:cNvSpPr/>
            <p:nvPr/>
          </p:nvSpPr>
          <p:spPr>
            <a:xfrm>
              <a:off x="5362889" y="23672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6" name="pt14826"/>
            <p:cNvSpPr/>
            <p:nvPr/>
          </p:nvSpPr>
          <p:spPr>
            <a:xfrm>
              <a:off x="5666958" y="20086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7" name="pt14827"/>
            <p:cNvSpPr/>
            <p:nvPr/>
          </p:nvSpPr>
          <p:spPr>
            <a:xfrm>
              <a:off x="5926450" y="17641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8" name="pt14828"/>
            <p:cNvSpPr/>
            <p:nvPr/>
          </p:nvSpPr>
          <p:spPr>
            <a:xfrm>
              <a:off x="4956024" y="20725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9" name="pt14829"/>
            <p:cNvSpPr/>
            <p:nvPr/>
          </p:nvSpPr>
          <p:spPr>
            <a:xfrm>
              <a:off x="5384573" y="21381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0" name="pt14830"/>
            <p:cNvSpPr/>
            <p:nvPr/>
          </p:nvSpPr>
          <p:spPr>
            <a:xfrm>
              <a:off x="5580885" y="22945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1" name="pt14831"/>
            <p:cNvSpPr/>
            <p:nvPr/>
          </p:nvSpPr>
          <p:spPr>
            <a:xfrm>
              <a:off x="5681373" y="16267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2" name="pt14832"/>
            <p:cNvSpPr/>
            <p:nvPr/>
          </p:nvSpPr>
          <p:spPr>
            <a:xfrm>
              <a:off x="5491242" y="20922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3" name="pt14833"/>
            <p:cNvSpPr/>
            <p:nvPr/>
          </p:nvSpPr>
          <p:spPr>
            <a:xfrm>
              <a:off x="5471256" y="18887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4" name="pt14834"/>
            <p:cNvSpPr/>
            <p:nvPr/>
          </p:nvSpPr>
          <p:spPr>
            <a:xfrm>
              <a:off x="5184779" y="25655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5" name="pt14835"/>
            <p:cNvSpPr/>
            <p:nvPr/>
          </p:nvSpPr>
          <p:spPr>
            <a:xfrm>
              <a:off x="5545971" y="19843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6" name="pt14836"/>
            <p:cNvSpPr/>
            <p:nvPr/>
          </p:nvSpPr>
          <p:spPr>
            <a:xfrm>
              <a:off x="5191883" y="22751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7" name="pt14837"/>
            <p:cNvSpPr/>
            <p:nvPr/>
          </p:nvSpPr>
          <p:spPr>
            <a:xfrm>
              <a:off x="5371302" y="22840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8" name="pt14838"/>
            <p:cNvSpPr/>
            <p:nvPr/>
          </p:nvSpPr>
          <p:spPr>
            <a:xfrm>
              <a:off x="5542788" y="21124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9" name="pt14839"/>
            <p:cNvSpPr/>
            <p:nvPr/>
          </p:nvSpPr>
          <p:spPr>
            <a:xfrm>
              <a:off x="5356171" y="21736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0" name="pt14840"/>
            <p:cNvSpPr/>
            <p:nvPr/>
          </p:nvSpPr>
          <p:spPr>
            <a:xfrm>
              <a:off x="5623287" y="19931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1" name="pt14841"/>
            <p:cNvSpPr/>
            <p:nvPr/>
          </p:nvSpPr>
          <p:spPr>
            <a:xfrm>
              <a:off x="5410174" y="22026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2" name="pt14842"/>
            <p:cNvSpPr/>
            <p:nvPr/>
          </p:nvSpPr>
          <p:spPr>
            <a:xfrm>
              <a:off x="5065990" y="23967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3" name="pt14843"/>
            <p:cNvSpPr/>
            <p:nvPr/>
          </p:nvSpPr>
          <p:spPr>
            <a:xfrm>
              <a:off x="5535882" y="21394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4" name="pt14844"/>
            <p:cNvSpPr/>
            <p:nvPr/>
          </p:nvSpPr>
          <p:spPr>
            <a:xfrm>
              <a:off x="5402776" y="22021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5" name="pt14845"/>
            <p:cNvSpPr/>
            <p:nvPr/>
          </p:nvSpPr>
          <p:spPr>
            <a:xfrm>
              <a:off x="5353052" y="20592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6" name="pt14846"/>
            <p:cNvSpPr/>
            <p:nvPr/>
          </p:nvSpPr>
          <p:spPr>
            <a:xfrm>
              <a:off x="5191327" y="24941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7" name="pt14847"/>
            <p:cNvSpPr/>
            <p:nvPr/>
          </p:nvSpPr>
          <p:spPr>
            <a:xfrm>
              <a:off x="5580649" y="22506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8" name="pt14848"/>
            <p:cNvSpPr/>
            <p:nvPr/>
          </p:nvSpPr>
          <p:spPr>
            <a:xfrm>
              <a:off x="5167108" y="24853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9" name="pt14849"/>
            <p:cNvSpPr/>
            <p:nvPr/>
          </p:nvSpPr>
          <p:spPr>
            <a:xfrm>
              <a:off x="5404898" y="18789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0" name="pt14850"/>
            <p:cNvSpPr/>
            <p:nvPr/>
          </p:nvSpPr>
          <p:spPr>
            <a:xfrm>
              <a:off x="5939620" y="17332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1" name="pt14851"/>
            <p:cNvSpPr/>
            <p:nvPr/>
          </p:nvSpPr>
          <p:spPr>
            <a:xfrm>
              <a:off x="5257228" y="20694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2" name="pt14852"/>
            <p:cNvSpPr/>
            <p:nvPr/>
          </p:nvSpPr>
          <p:spPr>
            <a:xfrm>
              <a:off x="5445503" y="22630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3" name="pt14853"/>
            <p:cNvSpPr/>
            <p:nvPr/>
          </p:nvSpPr>
          <p:spPr>
            <a:xfrm>
              <a:off x="5713563" y="20176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4" name="pt14854"/>
            <p:cNvSpPr/>
            <p:nvPr/>
          </p:nvSpPr>
          <p:spPr>
            <a:xfrm>
              <a:off x="5314178" y="21652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5" name="pt14855"/>
            <p:cNvSpPr/>
            <p:nvPr/>
          </p:nvSpPr>
          <p:spPr>
            <a:xfrm>
              <a:off x="5470265" y="20163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6" name="pt14856"/>
            <p:cNvSpPr/>
            <p:nvPr/>
          </p:nvSpPr>
          <p:spPr>
            <a:xfrm>
              <a:off x="5447423" y="23312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7" name="pt14857"/>
            <p:cNvSpPr/>
            <p:nvPr/>
          </p:nvSpPr>
          <p:spPr>
            <a:xfrm>
              <a:off x="5381867" y="22202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8" name="pt14858"/>
            <p:cNvSpPr/>
            <p:nvPr/>
          </p:nvSpPr>
          <p:spPr>
            <a:xfrm>
              <a:off x="5377632" y="22376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9" name="pt14859"/>
            <p:cNvSpPr/>
            <p:nvPr/>
          </p:nvSpPr>
          <p:spPr>
            <a:xfrm>
              <a:off x="5058970" y="22924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0" name="pt14860"/>
            <p:cNvSpPr/>
            <p:nvPr/>
          </p:nvSpPr>
          <p:spPr>
            <a:xfrm>
              <a:off x="5747545" y="18585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1" name="pt14861"/>
            <p:cNvSpPr/>
            <p:nvPr/>
          </p:nvSpPr>
          <p:spPr>
            <a:xfrm>
              <a:off x="5619553" y="19100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2" name="pt14862"/>
            <p:cNvSpPr/>
            <p:nvPr/>
          </p:nvSpPr>
          <p:spPr>
            <a:xfrm>
              <a:off x="5304765" y="22442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3" name="pt14863"/>
            <p:cNvSpPr/>
            <p:nvPr/>
          </p:nvSpPr>
          <p:spPr>
            <a:xfrm>
              <a:off x="5167165" y="26676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4" name="pt14864"/>
            <p:cNvSpPr/>
            <p:nvPr/>
          </p:nvSpPr>
          <p:spPr>
            <a:xfrm>
              <a:off x="5869555" y="18277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5" name="pt14865"/>
            <p:cNvSpPr/>
            <p:nvPr/>
          </p:nvSpPr>
          <p:spPr>
            <a:xfrm>
              <a:off x="5396133" y="21421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6" name="pt14866"/>
            <p:cNvSpPr/>
            <p:nvPr/>
          </p:nvSpPr>
          <p:spPr>
            <a:xfrm>
              <a:off x="5219946" y="21599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7" name="pt14867"/>
            <p:cNvSpPr/>
            <p:nvPr/>
          </p:nvSpPr>
          <p:spPr>
            <a:xfrm>
              <a:off x="5385332" y="21220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8" name="pt14868"/>
            <p:cNvSpPr/>
            <p:nvPr/>
          </p:nvSpPr>
          <p:spPr>
            <a:xfrm>
              <a:off x="5265392" y="21849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9" name="pt14869"/>
            <p:cNvSpPr/>
            <p:nvPr/>
          </p:nvSpPr>
          <p:spPr>
            <a:xfrm>
              <a:off x="5481958" y="20163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0" name="pt14870"/>
            <p:cNvSpPr/>
            <p:nvPr/>
          </p:nvSpPr>
          <p:spPr>
            <a:xfrm>
              <a:off x="5569186" y="22150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1" name="pt14871"/>
            <p:cNvSpPr/>
            <p:nvPr/>
          </p:nvSpPr>
          <p:spPr>
            <a:xfrm>
              <a:off x="5695398" y="19928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2" name="pt14872"/>
            <p:cNvSpPr/>
            <p:nvPr/>
          </p:nvSpPr>
          <p:spPr>
            <a:xfrm>
              <a:off x="5431695" y="23142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3" name="pt14873"/>
            <p:cNvSpPr/>
            <p:nvPr/>
          </p:nvSpPr>
          <p:spPr>
            <a:xfrm>
              <a:off x="5602834" y="19735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4" name="pt14874"/>
            <p:cNvSpPr/>
            <p:nvPr/>
          </p:nvSpPr>
          <p:spPr>
            <a:xfrm>
              <a:off x="5535386" y="23083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5" name="pt14875"/>
            <p:cNvSpPr/>
            <p:nvPr/>
          </p:nvSpPr>
          <p:spPr>
            <a:xfrm>
              <a:off x="4956298" y="19919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6" name="pt14876"/>
            <p:cNvSpPr/>
            <p:nvPr/>
          </p:nvSpPr>
          <p:spPr>
            <a:xfrm>
              <a:off x="5454465" y="20931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7" name="pt14877"/>
            <p:cNvSpPr/>
            <p:nvPr/>
          </p:nvSpPr>
          <p:spPr>
            <a:xfrm>
              <a:off x="5199221" y="23989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8" name="pt14878"/>
            <p:cNvSpPr/>
            <p:nvPr/>
          </p:nvSpPr>
          <p:spPr>
            <a:xfrm>
              <a:off x="5624598" y="2033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9" name="pt14879"/>
            <p:cNvSpPr/>
            <p:nvPr/>
          </p:nvSpPr>
          <p:spPr>
            <a:xfrm>
              <a:off x="5774294" y="20585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0" name="pt14880"/>
            <p:cNvSpPr/>
            <p:nvPr/>
          </p:nvSpPr>
          <p:spPr>
            <a:xfrm>
              <a:off x="5352167" y="21156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1" name="pt14881"/>
            <p:cNvSpPr/>
            <p:nvPr/>
          </p:nvSpPr>
          <p:spPr>
            <a:xfrm>
              <a:off x="5253358" y="21967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2" name="pt14882"/>
            <p:cNvSpPr/>
            <p:nvPr/>
          </p:nvSpPr>
          <p:spPr>
            <a:xfrm>
              <a:off x="5506960" y="22101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3" name="pt14883"/>
            <p:cNvSpPr/>
            <p:nvPr/>
          </p:nvSpPr>
          <p:spPr>
            <a:xfrm>
              <a:off x="5489330" y="21426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4" name="pt14884"/>
            <p:cNvSpPr/>
            <p:nvPr/>
          </p:nvSpPr>
          <p:spPr>
            <a:xfrm>
              <a:off x="5171794" y="27464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5" name="pt14885"/>
            <p:cNvSpPr/>
            <p:nvPr/>
          </p:nvSpPr>
          <p:spPr>
            <a:xfrm>
              <a:off x="5609441" y="20428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6" name="pt14886"/>
            <p:cNvSpPr/>
            <p:nvPr/>
          </p:nvSpPr>
          <p:spPr>
            <a:xfrm>
              <a:off x="5451879" y="22196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7" name="pt14887"/>
            <p:cNvSpPr/>
            <p:nvPr/>
          </p:nvSpPr>
          <p:spPr>
            <a:xfrm>
              <a:off x="5859536" y="16894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8" name="pt14888"/>
            <p:cNvSpPr/>
            <p:nvPr/>
          </p:nvSpPr>
          <p:spPr>
            <a:xfrm>
              <a:off x="5041070" y="20463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9" name="pt14889"/>
            <p:cNvSpPr/>
            <p:nvPr/>
          </p:nvSpPr>
          <p:spPr>
            <a:xfrm>
              <a:off x="5648566" y="19860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0" name="pt14890"/>
            <p:cNvSpPr/>
            <p:nvPr/>
          </p:nvSpPr>
          <p:spPr>
            <a:xfrm>
              <a:off x="5432133" y="22894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1" name="pt14891"/>
            <p:cNvSpPr/>
            <p:nvPr/>
          </p:nvSpPr>
          <p:spPr>
            <a:xfrm>
              <a:off x="5510135" y="21948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2" name="pt14892"/>
            <p:cNvSpPr/>
            <p:nvPr/>
          </p:nvSpPr>
          <p:spPr>
            <a:xfrm>
              <a:off x="5265523" y="22032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3" name="pt14893"/>
            <p:cNvSpPr/>
            <p:nvPr/>
          </p:nvSpPr>
          <p:spPr>
            <a:xfrm>
              <a:off x="5740563" y="1959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4" name="pt14894"/>
            <p:cNvSpPr/>
            <p:nvPr/>
          </p:nvSpPr>
          <p:spPr>
            <a:xfrm>
              <a:off x="5357077" y="21906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5" name="pt14895"/>
            <p:cNvSpPr/>
            <p:nvPr/>
          </p:nvSpPr>
          <p:spPr>
            <a:xfrm>
              <a:off x="5703909" y="19231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6" name="pt14896"/>
            <p:cNvSpPr/>
            <p:nvPr/>
          </p:nvSpPr>
          <p:spPr>
            <a:xfrm>
              <a:off x="5320010" y="21694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7" name="pt14897"/>
            <p:cNvSpPr/>
            <p:nvPr/>
          </p:nvSpPr>
          <p:spPr>
            <a:xfrm>
              <a:off x="5527716" y="2181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8" name="pt14898"/>
            <p:cNvSpPr/>
            <p:nvPr/>
          </p:nvSpPr>
          <p:spPr>
            <a:xfrm>
              <a:off x="5368035" y="22665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9" name="pt14899"/>
            <p:cNvSpPr/>
            <p:nvPr/>
          </p:nvSpPr>
          <p:spPr>
            <a:xfrm>
              <a:off x="5696598" y="19038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0" name="pt14900"/>
            <p:cNvSpPr/>
            <p:nvPr/>
          </p:nvSpPr>
          <p:spPr>
            <a:xfrm>
              <a:off x="5431439" y="23315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1" name="pt14901"/>
            <p:cNvSpPr/>
            <p:nvPr/>
          </p:nvSpPr>
          <p:spPr>
            <a:xfrm>
              <a:off x="5519269" y="21675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2" name="pt14902"/>
            <p:cNvSpPr/>
            <p:nvPr/>
          </p:nvSpPr>
          <p:spPr>
            <a:xfrm>
              <a:off x="5554285" y="23051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3" name="pt14903"/>
            <p:cNvSpPr/>
            <p:nvPr/>
          </p:nvSpPr>
          <p:spPr>
            <a:xfrm>
              <a:off x="5591480" y="2102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4" name="pt14904"/>
            <p:cNvSpPr/>
            <p:nvPr/>
          </p:nvSpPr>
          <p:spPr>
            <a:xfrm>
              <a:off x="5688269" y="18628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5" name="pt14905"/>
            <p:cNvSpPr/>
            <p:nvPr/>
          </p:nvSpPr>
          <p:spPr>
            <a:xfrm>
              <a:off x="5896906" y="19329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6" name="pt14906"/>
            <p:cNvSpPr/>
            <p:nvPr/>
          </p:nvSpPr>
          <p:spPr>
            <a:xfrm>
              <a:off x="5466679" y="19777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7" name="pt14907"/>
            <p:cNvSpPr/>
            <p:nvPr/>
          </p:nvSpPr>
          <p:spPr>
            <a:xfrm>
              <a:off x="5601535" y="20790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8" name="pt14908"/>
            <p:cNvSpPr/>
            <p:nvPr/>
          </p:nvSpPr>
          <p:spPr>
            <a:xfrm>
              <a:off x="5424493" y="22212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9" name="pt14909"/>
            <p:cNvSpPr/>
            <p:nvPr/>
          </p:nvSpPr>
          <p:spPr>
            <a:xfrm>
              <a:off x="5191336" y="21795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0" name="pt14910"/>
            <p:cNvSpPr/>
            <p:nvPr/>
          </p:nvSpPr>
          <p:spPr>
            <a:xfrm>
              <a:off x="5152638" y="26512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1" name="pt14911"/>
            <p:cNvSpPr/>
            <p:nvPr/>
          </p:nvSpPr>
          <p:spPr>
            <a:xfrm>
              <a:off x="5737590" y="18910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2" name="pt14912"/>
            <p:cNvSpPr/>
            <p:nvPr/>
          </p:nvSpPr>
          <p:spPr>
            <a:xfrm>
              <a:off x="5432148" y="22837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3" name="pt14913"/>
            <p:cNvSpPr/>
            <p:nvPr/>
          </p:nvSpPr>
          <p:spPr>
            <a:xfrm>
              <a:off x="5441486" y="23011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4" name="pt14914"/>
            <p:cNvSpPr/>
            <p:nvPr/>
          </p:nvSpPr>
          <p:spPr>
            <a:xfrm>
              <a:off x="5573781" y="23011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5" name="pt14915"/>
            <p:cNvSpPr/>
            <p:nvPr/>
          </p:nvSpPr>
          <p:spPr>
            <a:xfrm>
              <a:off x="5147851" y="27675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6" name="pt14916"/>
            <p:cNvSpPr/>
            <p:nvPr/>
          </p:nvSpPr>
          <p:spPr>
            <a:xfrm>
              <a:off x="4683634" y="25064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7" name="pt14917"/>
            <p:cNvSpPr/>
            <p:nvPr/>
          </p:nvSpPr>
          <p:spPr>
            <a:xfrm>
              <a:off x="5253561" y="20978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8" name="pt14918"/>
            <p:cNvSpPr/>
            <p:nvPr/>
          </p:nvSpPr>
          <p:spPr>
            <a:xfrm>
              <a:off x="5455883" y="21269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9" name="pt14919"/>
            <p:cNvSpPr/>
            <p:nvPr/>
          </p:nvSpPr>
          <p:spPr>
            <a:xfrm>
              <a:off x="5269145" y="20136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0" name="pt14920"/>
            <p:cNvSpPr/>
            <p:nvPr/>
          </p:nvSpPr>
          <p:spPr>
            <a:xfrm>
              <a:off x="5706404" y="20677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1" name="pt14921"/>
            <p:cNvSpPr/>
            <p:nvPr/>
          </p:nvSpPr>
          <p:spPr>
            <a:xfrm>
              <a:off x="5706820" y="21226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2" name="pt14922"/>
            <p:cNvSpPr/>
            <p:nvPr/>
          </p:nvSpPr>
          <p:spPr>
            <a:xfrm>
              <a:off x="4741054" y="27033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3" name="pt14923"/>
            <p:cNvSpPr/>
            <p:nvPr/>
          </p:nvSpPr>
          <p:spPr>
            <a:xfrm>
              <a:off x="5168961" y="26567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4" name="pt14924"/>
            <p:cNvSpPr/>
            <p:nvPr/>
          </p:nvSpPr>
          <p:spPr>
            <a:xfrm>
              <a:off x="5900044" y="17385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5" name="pt14925"/>
            <p:cNvSpPr/>
            <p:nvPr/>
          </p:nvSpPr>
          <p:spPr>
            <a:xfrm>
              <a:off x="5701409" y="18783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6" name="pt14926"/>
            <p:cNvSpPr/>
            <p:nvPr/>
          </p:nvSpPr>
          <p:spPr>
            <a:xfrm>
              <a:off x="4826937" y="2464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7" name="pt14927"/>
            <p:cNvSpPr/>
            <p:nvPr/>
          </p:nvSpPr>
          <p:spPr>
            <a:xfrm>
              <a:off x="5231708" y="22015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8" name="pt14928"/>
            <p:cNvSpPr/>
            <p:nvPr/>
          </p:nvSpPr>
          <p:spPr>
            <a:xfrm>
              <a:off x="5012277" y="26214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9" name="pt14929"/>
            <p:cNvSpPr/>
            <p:nvPr/>
          </p:nvSpPr>
          <p:spPr>
            <a:xfrm>
              <a:off x="5427819" y="22603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0" name="pt14930"/>
            <p:cNvSpPr/>
            <p:nvPr/>
          </p:nvSpPr>
          <p:spPr>
            <a:xfrm>
              <a:off x="5491416" y="20840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1" name="pt14931"/>
            <p:cNvSpPr/>
            <p:nvPr/>
          </p:nvSpPr>
          <p:spPr>
            <a:xfrm>
              <a:off x="5403305" y="22371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2" name="pt14932"/>
            <p:cNvSpPr/>
            <p:nvPr/>
          </p:nvSpPr>
          <p:spPr>
            <a:xfrm>
              <a:off x="5560517" y="22095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3" name="pt14933"/>
            <p:cNvSpPr/>
            <p:nvPr/>
          </p:nvSpPr>
          <p:spPr>
            <a:xfrm>
              <a:off x="5569644" y="22229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4" name="pt14934"/>
            <p:cNvSpPr/>
            <p:nvPr/>
          </p:nvSpPr>
          <p:spPr>
            <a:xfrm>
              <a:off x="5132992" y="25739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5" name="pt14935"/>
            <p:cNvSpPr/>
            <p:nvPr/>
          </p:nvSpPr>
          <p:spPr>
            <a:xfrm>
              <a:off x="5431241" y="21915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6" name="pt14936"/>
            <p:cNvSpPr/>
            <p:nvPr/>
          </p:nvSpPr>
          <p:spPr>
            <a:xfrm>
              <a:off x="5770626" y="19543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7" name="pt14937"/>
            <p:cNvSpPr/>
            <p:nvPr/>
          </p:nvSpPr>
          <p:spPr>
            <a:xfrm>
              <a:off x="5581448" y="23508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8" name="pt14938"/>
            <p:cNvSpPr/>
            <p:nvPr/>
          </p:nvSpPr>
          <p:spPr>
            <a:xfrm>
              <a:off x="5708680" y="19482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9" name="pt14939"/>
            <p:cNvSpPr/>
            <p:nvPr/>
          </p:nvSpPr>
          <p:spPr>
            <a:xfrm>
              <a:off x="5280607" y="22468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0" name="pt14940"/>
            <p:cNvSpPr/>
            <p:nvPr/>
          </p:nvSpPr>
          <p:spPr>
            <a:xfrm>
              <a:off x="5440781" y="22457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1" name="pt14941"/>
            <p:cNvSpPr/>
            <p:nvPr/>
          </p:nvSpPr>
          <p:spPr>
            <a:xfrm>
              <a:off x="5122295" y="27285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2" name="pt14942"/>
            <p:cNvSpPr/>
            <p:nvPr/>
          </p:nvSpPr>
          <p:spPr>
            <a:xfrm>
              <a:off x="5490764" y="20026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3" name="pt14943"/>
            <p:cNvSpPr/>
            <p:nvPr/>
          </p:nvSpPr>
          <p:spPr>
            <a:xfrm>
              <a:off x="5355019" y="22149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4" name="pt14944"/>
            <p:cNvSpPr/>
            <p:nvPr/>
          </p:nvSpPr>
          <p:spPr>
            <a:xfrm>
              <a:off x="5001668" y="27649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5" name="pt14945"/>
            <p:cNvSpPr/>
            <p:nvPr/>
          </p:nvSpPr>
          <p:spPr>
            <a:xfrm>
              <a:off x="5182450" y="25650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6" name="pt14946"/>
            <p:cNvSpPr/>
            <p:nvPr/>
          </p:nvSpPr>
          <p:spPr>
            <a:xfrm>
              <a:off x="5566265" y="22327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7" name="pt14947"/>
            <p:cNvSpPr/>
            <p:nvPr/>
          </p:nvSpPr>
          <p:spPr>
            <a:xfrm>
              <a:off x="5542044" y="2117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8" name="pt14948"/>
            <p:cNvSpPr/>
            <p:nvPr/>
          </p:nvSpPr>
          <p:spPr>
            <a:xfrm>
              <a:off x="5198688" y="21582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9" name="pt14949"/>
            <p:cNvSpPr/>
            <p:nvPr/>
          </p:nvSpPr>
          <p:spPr>
            <a:xfrm>
              <a:off x="5510422" y="23471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0" name="pt14950"/>
            <p:cNvSpPr/>
            <p:nvPr/>
          </p:nvSpPr>
          <p:spPr>
            <a:xfrm>
              <a:off x="5220269" y="22359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1" name="pt14951"/>
            <p:cNvSpPr/>
            <p:nvPr/>
          </p:nvSpPr>
          <p:spPr>
            <a:xfrm>
              <a:off x="5450836" y="22517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2" name="pt14952"/>
            <p:cNvSpPr/>
            <p:nvPr/>
          </p:nvSpPr>
          <p:spPr>
            <a:xfrm>
              <a:off x="5287977" y="21685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3" name="pt14953"/>
            <p:cNvSpPr/>
            <p:nvPr/>
          </p:nvSpPr>
          <p:spPr>
            <a:xfrm>
              <a:off x="5412783" y="21790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4" name="pt14954"/>
            <p:cNvSpPr/>
            <p:nvPr/>
          </p:nvSpPr>
          <p:spPr>
            <a:xfrm>
              <a:off x="4936673" y="18999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5" name="pt14955"/>
            <p:cNvSpPr/>
            <p:nvPr/>
          </p:nvSpPr>
          <p:spPr>
            <a:xfrm>
              <a:off x="5239341" y="21221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6" name="pt14956"/>
            <p:cNvSpPr/>
            <p:nvPr/>
          </p:nvSpPr>
          <p:spPr>
            <a:xfrm>
              <a:off x="4988399" y="25065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7" name="pt14957"/>
            <p:cNvSpPr/>
            <p:nvPr/>
          </p:nvSpPr>
          <p:spPr>
            <a:xfrm>
              <a:off x="5181277" y="26434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8" name="pt14958"/>
            <p:cNvSpPr/>
            <p:nvPr/>
          </p:nvSpPr>
          <p:spPr>
            <a:xfrm>
              <a:off x="5518130" y="21883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9" name="pt14959"/>
            <p:cNvSpPr/>
            <p:nvPr/>
          </p:nvSpPr>
          <p:spPr>
            <a:xfrm>
              <a:off x="5004978" y="28133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0" name="pt14960"/>
            <p:cNvSpPr/>
            <p:nvPr/>
          </p:nvSpPr>
          <p:spPr>
            <a:xfrm>
              <a:off x="5614553" y="21016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1" name="pt14961"/>
            <p:cNvSpPr/>
            <p:nvPr/>
          </p:nvSpPr>
          <p:spPr>
            <a:xfrm>
              <a:off x="5693161" y="17798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2" name="pt14962"/>
            <p:cNvSpPr/>
            <p:nvPr/>
          </p:nvSpPr>
          <p:spPr>
            <a:xfrm>
              <a:off x="5340256" y="21089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3" name="pt14963"/>
            <p:cNvSpPr/>
            <p:nvPr/>
          </p:nvSpPr>
          <p:spPr>
            <a:xfrm>
              <a:off x="5313805" y="2117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4" name="pt14964"/>
            <p:cNvSpPr/>
            <p:nvPr/>
          </p:nvSpPr>
          <p:spPr>
            <a:xfrm>
              <a:off x="5251450" y="21078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5" name="pt14965"/>
            <p:cNvSpPr/>
            <p:nvPr/>
          </p:nvSpPr>
          <p:spPr>
            <a:xfrm>
              <a:off x="5592619" y="2029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6" name="pt14966"/>
            <p:cNvSpPr/>
            <p:nvPr/>
          </p:nvSpPr>
          <p:spPr>
            <a:xfrm>
              <a:off x="5535271" y="21557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7" name="pt14967"/>
            <p:cNvSpPr/>
            <p:nvPr/>
          </p:nvSpPr>
          <p:spPr>
            <a:xfrm>
              <a:off x="5126926" y="26281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8" name="pt14968"/>
            <p:cNvSpPr/>
            <p:nvPr/>
          </p:nvSpPr>
          <p:spPr>
            <a:xfrm>
              <a:off x="5321891" y="22279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9" name="pt14969"/>
            <p:cNvSpPr/>
            <p:nvPr/>
          </p:nvSpPr>
          <p:spPr>
            <a:xfrm>
              <a:off x="5461554" y="19820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0" name="pt14970"/>
            <p:cNvSpPr/>
            <p:nvPr/>
          </p:nvSpPr>
          <p:spPr>
            <a:xfrm>
              <a:off x="5609061" y="20344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1" name="pt14971"/>
            <p:cNvSpPr/>
            <p:nvPr/>
          </p:nvSpPr>
          <p:spPr>
            <a:xfrm>
              <a:off x="5253194" y="20835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2" name="pt14972"/>
            <p:cNvSpPr/>
            <p:nvPr/>
          </p:nvSpPr>
          <p:spPr>
            <a:xfrm>
              <a:off x="5700415" y="17053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3" name="pt14973"/>
            <p:cNvSpPr/>
            <p:nvPr/>
          </p:nvSpPr>
          <p:spPr>
            <a:xfrm>
              <a:off x="5662203" y="19387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4" name="pt14974"/>
            <p:cNvSpPr/>
            <p:nvPr/>
          </p:nvSpPr>
          <p:spPr>
            <a:xfrm>
              <a:off x="5641783" y="21470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5" name="pt14975"/>
            <p:cNvSpPr/>
            <p:nvPr/>
          </p:nvSpPr>
          <p:spPr>
            <a:xfrm>
              <a:off x="5220733" y="22439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6" name="pt14976"/>
            <p:cNvSpPr/>
            <p:nvPr/>
          </p:nvSpPr>
          <p:spPr>
            <a:xfrm>
              <a:off x="5737297" y="18075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7" name="pt14977"/>
            <p:cNvSpPr/>
            <p:nvPr/>
          </p:nvSpPr>
          <p:spPr>
            <a:xfrm>
              <a:off x="5778556" y="20199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8" name="pt14978"/>
            <p:cNvSpPr/>
            <p:nvPr/>
          </p:nvSpPr>
          <p:spPr>
            <a:xfrm>
              <a:off x="5199845" y="22908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9" name="pt14979"/>
            <p:cNvSpPr/>
            <p:nvPr/>
          </p:nvSpPr>
          <p:spPr>
            <a:xfrm>
              <a:off x="5723330" y="18435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0" name="pt14980"/>
            <p:cNvSpPr/>
            <p:nvPr/>
          </p:nvSpPr>
          <p:spPr>
            <a:xfrm>
              <a:off x="5029854" y="21777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1" name="pt14981"/>
            <p:cNvSpPr/>
            <p:nvPr/>
          </p:nvSpPr>
          <p:spPr>
            <a:xfrm>
              <a:off x="5334966" y="22030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2" name="pt14982"/>
            <p:cNvSpPr/>
            <p:nvPr/>
          </p:nvSpPr>
          <p:spPr>
            <a:xfrm>
              <a:off x="5454717" y="20946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3" name="pt14983"/>
            <p:cNvSpPr/>
            <p:nvPr/>
          </p:nvSpPr>
          <p:spPr>
            <a:xfrm>
              <a:off x="5597467" y="20525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4" name="pt14984"/>
            <p:cNvSpPr/>
            <p:nvPr/>
          </p:nvSpPr>
          <p:spPr>
            <a:xfrm>
              <a:off x="5788003" y="21142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5" name="pt14985"/>
            <p:cNvSpPr/>
            <p:nvPr/>
          </p:nvSpPr>
          <p:spPr>
            <a:xfrm>
              <a:off x="5620730" y="19538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6" name="pt14986"/>
            <p:cNvSpPr/>
            <p:nvPr/>
          </p:nvSpPr>
          <p:spPr>
            <a:xfrm>
              <a:off x="5725182" y="17038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7" name="pt14987"/>
            <p:cNvSpPr/>
            <p:nvPr/>
          </p:nvSpPr>
          <p:spPr>
            <a:xfrm>
              <a:off x="4958583" y="22413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8" name="pt14988"/>
            <p:cNvSpPr/>
            <p:nvPr/>
          </p:nvSpPr>
          <p:spPr>
            <a:xfrm>
              <a:off x="5533215" y="23082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9" name="pt14989"/>
            <p:cNvSpPr/>
            <p:nvPr/>
          </p:nvSpPr>
          <p:spPr>
            <a:xfrm>
              <a:off x="5344833" y="21658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0" name="pt14990"/>
            <p:cNvSpPr/>
            <p:nvPr/>
          </p:nvSpPr>
          <p:spPr>
            <a:xfrm>
              <a:off x="5647615" y="21438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1" name="pt14991"/>
            <p:cNvSpPr/>
            <p:nvPr/>
          </p:nvSpPr>
          <p:spPr>
            <a:xfrm>
              <a:off x="5513330" y="22568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2" name="pt14992"/>
            <p:cNvSpPr/>
            <p:nvPr/>
          </p:nvSpPr>
          <p:spPr>
            <a:xfrm>
              <a:off x="5614293" y="21342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3" name="pt14993"/>
            <p:cNvSpPr/>
            <p:nvPr/>
          </p:nvSpPr>
          <p:spPr>
            <a:xfrm>
              <a:off x="5515969" y="21579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4" name="pt14994"/>
            <p:cNvSpPr/>
            <p:nvPr/>
          </p:nvSpPr>
          <p:spPr>
            <a:xfrm>
              <a:off x="5350213" y="21407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5" name="pt14995"/>
            <p:cNvSpPr/>
            <p:nvPr/>
          </p:nvSpPr>
          <p:spPr>
            <a:xfrm>
              <a:off x="5473024" y="20779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6" name="pt14996"/>
            <p:cNvSpPr/>
            <p:nvPr/>
          </p:nvSpPr>
          <p:spPr>
            <a:xfrm>
              <a:off x="5614825" y="19897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7" name="pt14997"/>
            <p:cNvSpPr/>
            <p:nvPr/>
          </p:nvSpPr>
          <p:spPr>
            <a:xfrm>
              <a:off x="5342659" y="22128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8" name="pt14998"/>
            <p:cNvSpPr/>
            <p:nvPr/>
          </p:nvSpPr>
          <p:spPr>
            <a:xfrm>
              <a:off x="5602144" y="21083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9" name="pt14999"/>
            <p:cNvSpPr/>
            <p:nvPr/>
          </p:nvSpPr>
          <p:spPr>
            <a:xfrm>
              <a:off x="5506229" y="21909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0" name="pt15000"/>
            <p:cNvSpPr/>
            <p:nvPr/>
          </p:nvSpPr>
          <p:spPr>
            <a:xfrm>
              <a:off x="5765056" y="19593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1" name="pt15001"/>
            <p:cNvSpPr/>
            <p:nvPr/>
          </p:nvSpPr>
          <p:spPr>
            <a:xfrm>
              <a:off x="5180925" y="24092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2" name="pt15002"/>
            <p:cNvSpPr/>
            <p:nvPr/>
          </p:nvSpPr>
          <p:spPr>
            <a:xfrm>
              <a:off x="4780708" y="23931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3" name="pt15003"/>
            <p:cNvSpPr/>
            <p:nvPr/>
          </p:nvSpPr>
          <p:spPr>
            <a:xfrm>
              <a:off x="5389895" y="20687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4" name="pt15004"/>
            <p:cNvSpPr/>
            <p:nvPr/>
          </p:nvSpPr>
          <p:spPr>
            <a:xfrm>
              <a:off x="5299381" y="20839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5" name="pt15005"/>
            <p:cNvSpPr/>
            <p:nvPr/>
          </p:nvSpPr>
          <p:spPr>
            <a:xfrm>
              <a:off x="5230346" y="22155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6" name="pt15006"/>
            <p:cNvSpPr/>
            <p:nvPr/>
          </p:nvSpPr>
          <p:spPr>
            <a:xfrm>
              <a:off x="5486943" y="19957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7" name="pt15007"/>
            <p:cNvSpPr/>
            <p:nvPr/>
          </p:nvSpPr>
          <p:spPr>
            <a:xfrm>
              <a:off x="5155634" y="2687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8" name="pt15008"/>
            <p:cNvSpPr/>
            <p:nvPr/>
          </p:nvSpPr>
          <p:spPr>
            <a:xfrm>
              <a:off x="5641169" y="19857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9" name="pt15009"/>
            <p:cNvSpPr/>
            <p:nvPr/>
          </p:nvSpPr>
          <p:spPr>
            <a:xfrm>
              <a:off x="5415496" y="22125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0" name="pt15010"/>
            <p:cNvSpPr/>
            <p:nvPr/>
          </p:nvSpPr>
          <p:spPr>
            <a:xfrm>
              <a:off x="5278189" y="22066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1" name="pt15011"/>
            <p:cNvSpPr/>
            <p:nvPr/>
          </p:nvSpPr>
          <p:spPr>
            <a:xfrm>
              <a:off x="5460322" y="21917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2" name="pt15012"/>
            <p:cNvSpPr/>
            <p:nvPr/>
          </p:nvSpPr>
          <p:spPr>
            <a:xfrm>
              <a:off x="5705462" y="1881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3" name="pt15013"/>
            <p:cNvSpPr/>
            <p:nvPr/>
          </p:nvSpPr>
          <p:spPr>
            <a:xfrm>
              <a:off x="5489648" y="2158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4" name="pt15014"/>
            <p:cNvSpPr/>
            <p:nvPr/>
          </p:nvSpPr>
          <p:spPr>
            <a:xfrm>
              <a:off x="5309073" y="21576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5" name="pt15015"/>
            <p:cNvSpPr/>
            <p:nvPr/>
          </p:nvSpPr>
          <p:spPr>
            <a:xfrm>
              <a:off x="5095852" y="25689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6" name="pt15016"/>
            <p:cNvSpPr/>
            <p:nvPr/>
          </p:nvSpPr>
          <p:spPr>
            <a:xfrm>
              <a:off x="5232600" y="22138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7" name="pt15017"/>
            <p:cNvSpPr/>
            <p:nvPr/>
          </p:nvSpPr>
          <p:spPr>
            <a:xfrm>
              <a:off x="5337974" y="21511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8" name="pt15018"/>
            <p:cNvSpPr/>
            <p:nvPr/>
          </p:nvSpPr>
          <p:spPr>
            <a:xfrm>
              <a:off x="5187663" y="24547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9" name="pt15019"/>
            <p:cNvSpPr/>
            <p:nvPr/>
          </p:nvSpPr>
          <p:spPr>
            <a:xfrm>
              <a:off x="5474800" y="19706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0" name="pt15020"/>
            <p:cNvSpPr/>
            <p:nvPr/>
          </p:nvSpPr>
          <p:spPr>
            <a:xfrm>
              <a:off x="5408435" y="22941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1" name="pt15021"/>
            <p:cNvSpPr/>
            <p:nvPr/>
          </p:nvSpPr>
          <p:spPr>
            <a:xfrm>
              <a:off x="5519444" y="22966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2" name="pt15022"/>
            <p:cNvSpPr/>
            <p:nvPr/>
          </p:nvSpPr>
          <p:spPr>
            <a:xfrm>
              <a:off x="5483748" y="20851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3" name="pt15023"/>
            <p:cNvSpPr/>
            <p:nvPr/>
          </p:nvSpPr>
          <p:spPr>
            <a:xfrm>
              <a:off x="5567513" y="21729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4" name="pt15024"/>
            <p:cNvSpPr/>
            <p:nvPr/>
          </p:nvSpPr>
          <p:spPr>
            <a:xfrm>
              <a:off x="5484991" y="20496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5" name="pt15025"/>
            <p:cNvSpPr/>
            <p:nvPr/>
          </p:nvSpPr>
          <p:spPr>
            <a:xfrm>
              <a:off x="4991432" y="25549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6" name="pt15026"/>
            <p:cNvSpPr/>
            <p:nvPr/>
          </p:nvSpPr>
          <p:spPr>
            <a:xfrm>
              <a:off x="5488490" y="22719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7" name="pt15027"/>
            <p:cNvSpPr/>
            <p:nvPr/>
          </p:nvSpPr>
          <p:spPr>
            <a:xfrm>
              <a:off x="5650555" y="20252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8" name="pt15028"/>
            <p:cNvSpPr/>
            <p:nvPr/>
          </p:nvSpPr>
          <p:spPr>
            <a:xfrm>
              <a:off x="5464649" y="20094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9" name="pt15029"/>
            <p:cNvSpPr/>
            <p:nvPr/>
          </p:nvSpPr>
          <p:spPr>
            <a:xfrm>
              <a:off x="5370741" y="21162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0" name="pt15030"/>
            <p:cNvSpPr/>
            <p:nvPr/>
          </p:nvSpPr>
          <p:spPr>
            <a:xfrm>
              <a:off x="5535391" y="2264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1" name="pt15031"/>
            <p:cNvSpPr/>
            <p:nvPr/>
          </p:nvSpPr>
          <p:spPr>
            <a:xfrm>
              <a:off x="5356620" y="21424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2" name="pt15032"/>
            <p:cNvSpPr/>
            <p:nvPr/>
          </p:nvSpPr>
          <p:spPr>
            <a:xfrm>
              <a:off x="5233464" y="21535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3" name="pt15033"/>
            <p:cNvSpPr/>
            <p:nvPr/>
          </p:nvSpPr>
          <p:spPr>
            <a:xfrm>
              <a:off x="5727954" y="1766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4" name="pt15034"/>
            <p:cNvSpPr/>
            <p:nvPr/>
          </p:nvSpPr>
          <p:spPr>
            <a:xfrm>
              <a:off x="5159342" y="25990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5" name="pt15035"/>
            <p:cNvSpPr/>
            <p:nvPr/>
          </p:nvSpPr>
          <p:spPr>
            <a:xfrm>
              <a:off x="5468278" y="19721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6" name="pt15036"/>
            <p:cNvSpPr/>
            <p:nvPr/>
          </p:nvSpPr>
          <p:spPr>
            <a:xfrm>
              <a:off x="5396440" y="21745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7" name="pt15037"/>
            <p:cNvSpPr/>
            <p:nvPr/>
          </p:nvSpPr>
          <p:spPr>
            <a:xfrm>
              <a:off x="5170667" y="26056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8" name="pt15038"/>
            <p:cNvSpPr/>
            <p:nvPr/>
          </p:nvSpPr>
          <p:spPr>
            <a:xfrm>
              <a:off x="5004076" y="24026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9" name="pt15039"/>
            <p:cNvSpPr/>
            <p:nvPr/>
          </p:nvSpPr>
          <p:spPr>
            <a:xfrm>
              <a:off x="5838407" y="18635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0" name="pt15040"/>
            <p:cNvSpPr/>
            <p:nvPr/>
          </p:nvSpPr>
          <p:spPr>
            <a:xfrm>
              <a:off x="5529057" y="20743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1" name="pt15041"/>
            <p:cNvSpPr/>
            <p:nvPr/>
          </p:nvSpPr>
          <p:spPr>
            <a:xfrm>
              <a:off x="5086064" y="22809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2" name="pt15042"/>
            <p:cNvSpPr/>
            <p:nvPr/>
          </p:nvSpPr>
          <p:spPr>
            <a:xfrm>
              <a:off x="5739939" y="19532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3" name="pt15043"/>
            <p:cNvSpPr/>
            <p:nvPr/>
          </p:nvSpPr>
          <p:spPr>
            <a:xfrm>
              <a:off x="5353110" y="22872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4" name="pt15044"/>
            <p:cNvSpPr/>
            <p:nvPr/>
          </p:nvSpPr>
          <p:spPr>
            <a:xfrm>
              <a:off x="5432980" y="20881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5" name="pt15045"/>
            <p:cNvSpPr/>
            <p:nvPr/>
          </p:nvSpPr>
          <p:spPr>
            <a:xfrm>
              <a:off x="4839401" y="25981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6" name="pt15046"/>
            <p:cNvSpPr/>
            <p:nvPr/>
          </p:nvSpPr>
          <p:spPr>
            <a:xfrm>
              <a:off x="5561267" y="22933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7" name="pt15047"/>
            <p:cNvSpPr/>
            <p:nvPr/>
          </p:nvSpPr>
          <p:spPr>
            <a:xfrm>
              <a:off x="5217184" y="22653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8" name="pt15048"/>
            <p:cNvSpPr/>
            <p:nvPr/>
          </p:nvSpPr>
          <p:spPr>
            <a:xfrm>
              <a:off x="5249823" y="19782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9" name="pt15049"/>
            <p:cNvSpPr/>
            <p:nvPr/>
          </p:nvSpPr>
          <p:spPr>
            <a:xfrm>
              <a:off x="5668525" y="20202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0" name="pt15050"/>
            <p:cNvSpPr/>
            <p:nvPr/>
          </p:nvSpPr>
          <p:spPr>
            <a:xfrm>
              <a:off x="5892477" y="19937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1" name="pt15051"/>
            <p:cNvSpPr/>
            <p:nvPr/>
          </p:nvSpPr>
          <p:spPr>
            <a:xfrm>
              <a:off x="5366987" y="22945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2" name="pt15052"/>
            <p:cNvSpPr/>
            <p:nvPr/>
          </p:nvSpPr>
          <p:spPr>
            <a:xfrm>
              <a:off x="5497961" y="22116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3" name="pt15053"/>
            <p:cNvSpPr/>
            <p:nvPr/>
          </p:nvSpPr>
          <p:spPr>
            <a:xfrm>
              <a:off x="4921216" y="24485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4" name="pt15054"/>
            <p:cNvSpPr/>
            <p:nvPr/>
          </p:nvSpPr>
          <p:spPr>
            <a:xfrm>
              <a:off x="5795882" y="18811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5" name="pt15055"/>
            <p:cNvSpPr/>
            <p:nvPr/>
          </p:nvSpPr>
          <p:spPr>
            <a:xfrm>
              <a:off x="5515759" y="21987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6" name="pt15056"/>
            <p:cNvSpPr/>
            <p:nvPr/>
          </p:nvSpPr>
          <p:spPr>
            <a:xfrm>
              <a:off x="5703788" y="19438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7" name="pt15057"/>
            <p:cNvSpPr/>
            <p:nvPr/>
          </p:nvSpPr>
          <p:spPr>
            <a:xfrm>
              <a:off x="6003595" y="17543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8" name="pt15058"/>
            <p:cNvSpPr/>
            <p:nvPr/>
          </p:nvSpPr>
          <p:spPr>
            <a:xfrm>
              <a:off x="4708041" y="26415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9" name="pt15059"/>
            <p:cNvSpPr/>
            <p:nvPr/>
          </p:nvSpPr>
          <p:spPr>
            <a:xfrm>
              <a:off x="5526903" y="19931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0" name="pt15060"/>
            <p:cNvSpPr/>
            <p:nvPr/>
          </p:nvSpPr>
          <p:spPr>
            <a:xfrm>
              <a:off x="5217362" y="20940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1" name="pt15061"/>
            <p:cNvSpPr/>
            <p:nvPr/>
          </p:nvSpPr>
          <p:spPr>
            <a:xfrm>
              <a:off x="5669232" y="19977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2" name="pt15062"/>
            <p:cNvSpPr/>
            <p:nvPr/>
          </p:nvSpPr>
          <p:spPr>
            <a:xfrm>
              <a:off x="5896519" y="15993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3" name="pt15063"/>
            <p:cNvSpPr/>
            <p:nvPr/>
          </p:nvSpPr>
          <p:spPr>
            <a:xfrm>
              <a:off x="5229808" y="21535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4" name="pt15064"/>
            <p:cNvSpPr/>
            <p:nvPr/>
          </p:nvSpPr>
          <p:spPr>
            <a:xfrm>
              <a:off x="4871548" y="25814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5" name="pt15065"/>
            <p:cNvSpPr/>
            <p:nvPr/>
          </p:nvSpPr>
          <p:spPr>
            <a:xfrm>
              <a:off x="4707591" y="29586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6" name="pt15066"/>
            <p:cNvSpPr/>
            <p:nvPr/>
          </p:nvSpPr>
          <p:spPr>
            <a:xfrm>
              <a:off x="5390448" y="20631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7" name="pt15067"/>
            <p:cNvSpPr/>
            <p:nvPr/>
          </p:nvSpPr>
          <p:spPr>
            <a:xfrm>
              <a:off x="5497681" y="21572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8" name="pt15068"/>
            <p:cNvSpPr/>
            <p:nvPr/>
          </p:nvSpPr>
          <p:spPr>
            <a:xfrm>
              <a:off x="5272612" y="21206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9" name="pt15069"/>
            <p:cNvSpPr/>
            <p:nvPr/>
          </p:nvSpPr>
          <p:spPr>
            <a:xfrm>
              <a:off x="5535786" y="22714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0" name="pt15070"/>
            <p:cNvSpPr/>
            <p:nvPr/>
          </p:nvSpPr>
          <p:spPr>
            <a:xfrm>
              <a:off x="5389149" y="21519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1" name="pt15071"/>
            <p:cNvSpPr/>
            <p:nvPr/>
          </p:nvSpPr>
          <p:spPr>
            <a:xfrm>
              <a:off x="5535616" y="22250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2" name="pt15072"/>
            <p:cNvSpPr/>
            <p:nvPr/>
          </p:nvSpPr>
          <p:spPr>
            <a:xfrm>
              <a:off x="4773821" y="28829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3" name="pt15073"/>
            <p:cNvSpPr/>
            <p:nvPr/>
          </p:nvSpPr>
          <p:spPr>
            <a:xfrm>
              <a:off x="5575224" y="22366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4" name="pt15074"/>
            <p:cNvSpPr/>
            <p:nvPr/>
          </p:nvSpPr>
          <p:spPr>
            <a:xfrm>
              <a:off x="5562064" y="21513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5" name="pt15075"/>
            <p:cNvSpPr/>
            <p:nvPr/>
          </p:nvSpPr>
          <p:spPr>
            <a:xfrm>
              <a:off x="5434154" y="22315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6" name="pt15076"/>
            <p:cNvSpPr/>
            <p:nvPr/>
          </p:nvSpPr>
          <p:spPr>
            <a:xfrm>
              <a:off x="5278352" y="22059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7" name="pt15077"/>
            <p:cNvSpPr/>
            <p:nvPr/>
          </p:nvSpPr>
          <p:spPr>
            <a:xfrm>
              <a:off x="5565388" y="21563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8" name="pt15078"/>
            <p:cNvSpPr/>
            <p:nvPr/>
          </p:nvSpPr>
          <p:spPr>
            <a:xfrm>
              <a:off x="5322458" y="22479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9" name="pt15079"/>
            <p:cNvSpPr/>
            <p:nvPr/>
          </p:nvSpPr>
          <p:spPr>
            <a:xfrm>
              <a:off x="5794401" y="18536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0" name="pt15080"/>
            <p:cNvSpPr/>
            <p:nvPr/>
          </p:nvSpPr>
          <p:spPr>
            <a:xfrm>
              <a:off x="4716004" y="28726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1" name="pt15081"/>
            <p:cNvSpPr/>
            <p:nvPr/>
          </p:nvSpPr>
          <p:spPr>
            <a:xfrm>
              <a:off x="5550934" y="21394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2" name="pt15082"/>
            <p:cNvSpPr/>
            <p:nvPr/>
          </p:nvSpPr>
          <p:spPr>
            <a:xfrm>
              <a:off x="5342838" y="21959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3" name="pt15083"/>
            <p:cNvSpPr/>
            <p:nvPr/>
          </p:nvSpPr>
          <p:spPr>
            <a:xfrm>
              <a:off x="5160695" y="26972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4" name="pt15084"/>
            <p:cNvSpPr/>
            <p:nvPr/>
          </p:nvSpPr>
          <p:spPr>
            <a:xfrm>
              <a:off x="5349464" y="21709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5" name="pt15085"/>
            <p:cNvSpPr/>
            <p:nvPr/>
          </p:nvSpPr>
          <p:spPr>
            <a:xfrm>
              <a:off x="5141169" y="24820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6" name="pt15086"/>
            <p:cNvSpPr/>
            <p:nvPr/>
          </p:nvSpPr>
          <p:spPr>
            <a:xfrm>
              <a:off x="5490611" y="19017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7" name="pt15087"/>
            <p:cNvSpPr/>
            <p:nvPr/>
          </p:nvSpPr>
          <p:spPr>
            <a:xfrm>
              <a:off x="5781202" y="20267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8" name="pt15088"/>
            <p:cNvSpPr/>
            <p:nvPr/>
          </p:nvSpPr>
          <p:spPr>
            <a:xfrm>
              <a:off x="5897514" y="15950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9" name="pt15089"/>
            <p:cNvSpPr/>
            <p:nvPr/>
          </p:nvSpPr>
          <p:spPr>
            <a:xfrm>
              <a:off x="5152285" y="26285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0" name="pt15090"/>
            <p:cNvSpPr/>
            <p:nvPr/>
          </p:nvSpPr>
          <p:spPr>
            <a:xfrm>
              <a:off x="5111496" y="2094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1" name="pt15091"/>
            <p:cNvSpPr/>
            <p:nvPr/>
          </p:nvSpPr>
          <p:spPr>
            <a:xfrm>
              <a:off x="5078935" y="25137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2" name="pt15092"/>
            <p:cNvSpPr/>
            <p:nvPr/>
          </p:nvSpPr>
          <p:spPr>
            <a:xfrm>
              <a:off x="5551619" y="22436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3" name="pt15093"/>
            <p:cNvSpPr/>
            <p:nvPr/>
          </p:nvSpPr>
          <p:spPr>
            <a:xfrm>
              <a:off x="5114238" y="20851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4" name="pt15094"/>
            <p:cNvSpPr/>
            <p:nvPr/>
          </p:nvSpPr>
          <p:spPr>
            <a:xfrm>
              <a:off x="5761648" y="18990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5" name="pt15095"/>
            <p:cNvSpPr/>
            <p:nvPr/>
          </p:nvSpPr>
          <p:spPr>
            <a:xfrm>
              <a:off x="5349836" y="2181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6" name="pt15096"/>
            <p:cNvSpPr/>
            <p:nvPr/>
          </p:nvSpPr>
          <p:spPr>
            <a:xfrm>
              <a:off x="5303837" y="23013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7" name="pt15097"/>
            <p:cNvSpPr/>
            <p:nvPr/>
          </p:nvSpPr>
          <p:spPr>
            <a:xfrm>
              <a:off x="5797821" y="19398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8" name="pt15098"/>
            <p:cNvSpPr/>
            <p:nvPr/>
          </p:nvSpPr>
          <p:spPr>
            <a:xfrm>
              <a:off x="4792279" y="26333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9" name="pt15099"/>
            <p:cNvSpPr/>
            <p:nvPr/>
          </p:nvSpPr>
          <p:spPr>
            <a:xfrm>
              <a:off x="5510236" y="22765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0" name="pt15100"/>
            <p:cNvSpPr/>
            <p:nvPr/>
          </p:nvSpPr>
          <p:spPr>
            <a:xfrm>
              <a:off x="5214282" y="20892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1" name="pt15101"/>
            <p:cNvSpPr/>
            <p:nvPr/>
          </p:nvSpPr>
          <p:spPr>
            <a:xfrm>
              <a:off x="5517413" y="22540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2" name="pt15102"/>
            <p:cNvSpPr/>
            <p:nvPr/>
          </p:nvSpPr>
          <p:spPr>
            <a:xfrm>
              <a:off x="5507805" y="23260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3" name="pt15103"/>
            <p:cNvSpPr/>
            <p:nvPr/>
          </p:nvSpPr>
          <p:spPr>
            <a:xfrm>
              <a:off x="5582422" y="22046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4" name="pt15104"/>
            <p:cNvSpPr/>
            <p:nvPr/>
          </p:nvSpPr>
          <p:spPr>
            <a:xfrm>
              <a:off x="5526929" y="21586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5" name="pt15105"/>
            <p:cNvSpPr/>
            <p:nvPr/>
          </p:nvSpPr>
          <p:spPr>
            <a:xfrm>
              <a:off x="5773363" y="19350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6" name="pt15106"/>
            <p:cNvSpPr/>
            <p:nvPr/>
          </p:nvSpPr>
          <p:spPr>
            <a:xfrm>
              <a:off x="5307990" y="20374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7" name="pt15107"/>
            <p:cNvSpPr/>
            <p:nvPr/>
          </p:nvSpPr>
          <p:spPr>
            <a:xfrm>
              <a:off x="5388448" y="19975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8" name="pt15108"/>
            <p:cNvSpPr/>
            <p:nvPr/>
          </p:nvSpPr>
          <p:spPr>
            <a:xfrm>
              <a:off x="5590742" y="21887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9" name="pt15109"/>
            <p:cNvSpPr/>
            <p:nvPr/>
          </p:nvSpPr>
          <p:spPr>
            <a:xfrm>
              <a:off x="5396457" y="21596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0" name="pt15110"/>
            <p:cNvSpPr/>
            <p:nvPr/>
          </p:nvSpPr>
          <p:spPr>
            <a:xfrm>
              <a:off x="5393376" y="21476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1" name="pt15111"/>
            <p:cNvSpPr/>
            <p:nvPr/>
          </p:nvSpPr>
          <p:spPr>
            <a:xfrm>
              <a:off x="5542160" y="21567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2" name="pt15112"/>
            <p:cNvSpPr/>
            <p:nvPr/>
          </p:nvSpPr>
          <p:spPr>
            <a:xfrm>
              <a:off x="5611526" y="19343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3" name="pt15113"/>
            <p:cNvSpPr/>
            <p:nvPr/>
          </p:nvSpPr>
          <p:spPr>
            <a:xfrm>
              <a:off x="5806417" y="19239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4" name="pt15114"/>
            <p:cNvSpPr/>
            <p:nvPr/>
          </p:nvSpPr>
          <p:spPr>
            <a:xfrm>
              <a:off x="5534801" y="21757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5" name="pt15115"/>
            <p:cNvSpPr/>
            <p:nvPr/>
          </p:nvSpPr>
          <p:spPr>
            <a:xfrm>
              <a:off x="5511011" y="22049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6" name="pt15116"/>
            <p:cNvSpPr/>
            <p:nvPr/>
          </p:nvSpPr>
          <p:spPr>
            <a:xfrm>
              <a:off x="5285983" y="23182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7" name="pt15117"/>
            <p:cNvSpPr/>
            <p:nvPr/>
          </p:nvSpPr>
          <p:spPr>
            <a:xfrm>
              <a:off x="5593731" y="19817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8" name="pt15118"/>
            <p:cNvSpPr/>
            <p:nvPr/>
          </p:nvSpPr>
          <p:spPr>
            <a:xfrm>
              <a:off x="5638280" y="21486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9" name="pt15119"/>
            <p:cNvSpPr/>
            <p:nvPr/>
          </p:nvSpPr>
          <p:spPr>
            <a:xfrm>
              <a:off x="5730030" y="20176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0" name="pt15120"/>
            <p:cNvSpPr/>
            <p:nvPr/>
          </p:nvSpPr>
          <p:spPr>
            <a:xfrm>
              <a:off x="5703473" y="20318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1" name="pt15121"/>
            <p:cNvSpPr/>
            <p:nvPr/>
          </p:nvSpPr>
          <p:spPr>
            <a:xfrm>
              <a:off x="5385982" y="2151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2" name="pt15122"/>
            <p:cNvSpPr/>
            <p:nvPr/>
          </p:nvSpPr>
          <p:spPr>
            <a:xfrm>
              <a:off x="5042486" y="22027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3" name="pt15123"/>
            <p:cNvSpPr/>
            <p:nvPr/>
          </p:nvSpPr>
          <p:spPr>
            <a:xfrm>
              <a:off x="4972503" y="25800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4" name="pt15124"/>
            <p:cNvSpPr/>
            <p:nvPr/>
          </p:nvSpPr>
          <p:spPr>
            <a:xfrm>
              <a:off x="5440920" y="22236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5" name="pt15125"/>
            <p:cNvSpPr/>
            <p:nvPr/>
          </p:nvSpPr>
          <p:spPr>
            <a:xfrm>
              <a:off x="5032968" y="23812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6" name="pt15126"/>
            <p:cNvSpPr/>
            <p:nvPr/>
          </p:nvSpPr>
          <p:spPr>
            <a:xfrm>
              <a:off x="5243667" y="2214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7" name="pt15127"/>
            <p:cNvSpPr/>
            <p:nvPr/>
          </p:nvSpPr>
          <p:spPr>
            <a:xfrm>
              <a:off x="4915905" y="26412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8" name="pt15128"/>
            <p:cNvSpPr/>
            <p:nvPr/>
          </p:nvSpPr>
          <p:spPr>
            <a:xfrm>
              <a:off x="5452601" y="22349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9" name="pt15129"/>
            <p:cNvSpPr/>
            <p:nvPr/>
          </p:nvSpPr>
          <p:spPr>
            <a:xfrm>
              <a:off x="5536289" y="21502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0" name="pt15130"/>
            <p:cNvSpPr/>
            <p:nvPr/>
          </p:nvSpPr>
          <p:spPr>
            <a:xfrm>
              <a:off x="4694023" y="27358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1" name="pt15131"/>
            <p:cNvSpPr/>
            <p:nvPr/>
          </p:nvSpPr>
          <p:spPr>
            <a:xfrm>
              <a:off x="5450663" y="22599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2" name="pt15132"/>
            <p:cNvSpPr/>
            <p:nvPr/>
          </p:nvSpPr>
          <p:spPr>
            <a:xfrm>
              <a:off x="5044766" y="2150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3" name="pt15133"/>
            <p:cNvSpPr/>
            <p:nvPr/>
          </p:nvSpPr>
          <p:spPr>
            <a:xfrm>
              <a:off x="5824711" y="18091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4" name="pt15134"/>
            <p:cNvSpPr/>
            <p:nvPr/>
          </p:nvSpPr>
          <p:spPr>
            <a:xfrm>
              <a:off x="5297280" y="21843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5" name="pt15135"/>
            <p:cNvSpPr/>
            <p:nvPr/>
          </p:nvSpPr>
          <p:spPr>
            <a:xfrm>
              <a:off x="5163855" y="25300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6" name="pt15136"/>
            <p:cNvSpPr/>
            <p:nvPr/>
          </p:nvSpPr>
          <p:spPr>
            <a:xfrm>
              <a:off x="5750346" y="18523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7" name="pt15137"/>
            <p:cNvSpPr/>
            <p:nvPr/>
          </p:nvSpPr>
          <p:spPr>
            <a:xfrm>
              <a:off x="5565679" y="22672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8" name="pt15138"/>
            <p:cNvSpPr/>
            <p:nvPr/>
          </p:nvSpPr>
          <p:spPr>
            <a:xfrm>
              <a:off x="4520040" y="27912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9" name="pt15139"/>
            <p:cNvSpPr/>
            <p:nvPr/>
          </p:nvSpPr>
          <p:spPr>
            <a:xfrm>
              <a:off x="5293635" y="20437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0" name="pt15140"/>
            <p:cNvSpPr/>
            <p:nvPr/>
          </p:nvSpPr>
          <p:spPr>
            <a:xfrm>
              <a:off x="5616740" y="20808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1" name="pt15141"/>
            <p:cNvSpPr/>
            <p:nvPr/>
          </p:nvSpPr>
          <p:spPr>
            <a:xfrm>
              <a:off x="5412226" y="21506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2" name="pt15142"/>
            <p:cNvSpPr/>
            <p:nvPr/>
          </p:nvSpPr>
          <p:spPr>
            <a:xfrm>
              <a:off x="5140994" y="2721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3" name="pt15143"/>
            <p:cNvSpPr/>
            <p:nvPr/>
          </p:nvSpPr>
          <p:spPr>
            <a:xfrm>
              <a:off x="5725497" y="17239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4" name="pt15144"/>
            <p:cNvSpPr/>
            <p:nvPr/>
          </p:nvSpPr>
          <p:spPr>
            <a:xfrm>
              <a:off x="5225740" y="20307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5" name="pt15145"/>
            <p:cNvSpPr/>
            <p:nvPr/>
          </p:nvSpPr>
          <p:spPr>
            <a:xfrm>
              <a:off x="4922498" y="20883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6" name="pt15146"/>
            <p:cNvSpPr/>
            <p:nvPr/>
          </p:nvSpPr>
          <p:spPr>
            <a:xfrm>
              <a:off x="5240060" y="22141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7" name="pt15147"/>
            <p:cNvSpPr/>
            <p:nvPr/>
          </p:nvSpPr>
          <p:spPr>
            <a:xfrm>
              <a:off x="5405574" y="22306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8" name="pt15148"/>
            <p:cNvSpPr/>
            <p:nvPr/>
          </p:nvSpPr>
          <p:spPr>
            <a:xfrm>
              <a:off x="5520211" y="23098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9" name="pt15149"/>
            <p:cNvSpPr/>
            <p:nvPr/>
          </p:nvSpPr>
          <p:spPr>
            <a:xfrm>
              <a:off x="5300011" y="22307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0" name="pt15150"/>
            <p:cNvSpPr/>
            <p:nvPr/>
          </p:nvSpPr>
          <p:spPr>
            <a:xfrm>
              <a:off x="5802147" y="18926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1" name="pt15151"/>
            <p:cNvSpPr/>
            <p:nvPr/>
          </p:nvSpPr>
          <p:spPr>
            <a:xfrm>
              <a:off x="5565005" y="22528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2" name="pt15152"/>
            <p:cNvSpPr/>
            <p:nvPr/>
          </p:nvSpPr>
          <p:spPr>
            <a:xfrm>
              <a:off x="5496430" y="20315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3" name="pt15153"/>
            <p:cNvSpPr/>
            <p:nvPr/>
          </p:nvSpPr>
          <p:spPr>
            <a:xfrm>
              <a:off x="5226475" y="2146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4" name="pt15154"/>
            <p:cNvSpPr/>
            <p:nvPr/>
          </p:nvSpPr>
          <p:spPr>
            <a:xfrm>
              <a:off x="5822313" y="18368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5" name="pt15155"/>
            <p:cNvSpPr/>
            <p:nvPr/>
          </p:nvSpPr>
          <p:spPr>
            <a:xfrm>
              <a:off x="5522571" y="21603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6" name="pt15156"/>
            <p:cNvSpPr/>
            <p:nvPr/>
          </p:nvSpPr>
          <p:spPr>
            <a:xfrm>
              <a:off x="5338909" y="21893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7" name="pt15157"/>
            <p:cNvSpPr/>
            <p:nvPr/>
          </p:nvSpPr>
          <p:spPr>
            <a:xfrm>
              <a:off x="5440965" y="22604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8" name="pt15158"/>
            <p:cNvSpPr/>
            <p:nvPr/>
          </p:nvSpPr>
          <p:spPr>
            <a:xfrm>
              <a:off x="5424805" y="21805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9" name="pt15159"/>
            <p:cNvSpPr/>
            <p:nvPr/>
          </p:nvSpPr>
          <p:spPr>
            <a:xfrm>
              <a:off x="5284584" y="23102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0" name="pt15160"/>
            <p:cNvSpPr/>
            <p:nvPr/>
          </p:nvSpPr>
          <p:spPr>
            <a:xfrm>
              <a:off x="5524711" y="20678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1" name="pt15161"/>
            <p:cNvSpPr/>
            <p:nvPr/>
          </p:nvSpPr>
          <p:spPr>
            <a:xfrm>
              <a:off x="5400780" y="21572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2" name="pt15162"/>
            <p:cNvSpPr/>
            <p:nvPr/>
          </p:nvSpPr>
          <p:spPr>
            <a:xfrm>
              <a:off x="5330133" y="22241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3" name="pt15163"/>
            <p:cNvSpPr/>
            <p:nvPr/>
          </p:nvSpPr>
          <p:spPr>
            <a:xfrm>
              <a:off x="5797028" y="18568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4" name="pt15164"/>
            <p:cNvSpPr/>
            <p:nvPr/>
          </p:nvSpPr>
          <p:spPr>
            <a:xfrm>
              <a:off x="5158913" y="27046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5" name="pt15165"/>
            <p:cNvSpPr/>
            <p:nvPr/>
          </p:nvSpPr>
          <p:spPr>
            <a:xfrm>
              <a:off x="5305101" y="20822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6" name="pt15166"/>
            <p:cNvSpPr/>
            <p:nvPr/>
          </p:nvSpPr>
          <p:spPr>
            <a:xfrm>
              <a:off x="5353603" y="22916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7" name="pt15167"/>
            <p:cNvSpPr/>
            <p:nvPr/>
          </p:nvSpPr>
          <p:spPr>
            <a:xfrm>
              <a:off x="5554014" y="22766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8" name="pt15168"/>
            <p:cNvSpPr/>
            <p:nvPr/>
          </p:nvSpPr>
          <p:spPr>
            <a:xfrm>
              <a:off x="5415876" y="22133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9" name="pt15169"/>
            <p:cNvSpPr/>
            <p:nvPr/>
          </p:nvSpPr>
          <p:spPr>
            <a:xfrm>
              <a:off x="5729574" y="18956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0" name="pt15170"/>
            <p:cNvSpPr/>
            <p:nvPr/>
          </p:nvSpPr>
          <p:spPr>
            <a:xfrm>
              <a:off x="5567808" y="22970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1" name="pt15171"/>
            <p:cNvSpPr/>
            <p:nvPr/>
          </p:nvSpPr>
          <p:spPr>
            <a:xfrm>
              <a:off x="5148521" y="26430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2" name="pt15172"/>
            <p:cNvSpPr/>
            <p:nvPr/>
          </p:nvSpPr>
          <p:spPr>
            <a:xfrm>
              <a:off x="5435175" y="22690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3" name="pt15173"/>
            <p:cNvSpPr/>
            <p:nvPr/>
          </p:nvSpPr>
          <p:spPr>
            <a:xfrm>
              <a:off x="5642874" y="19919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4" name="pt15174"/>
            <p:cNvSpPr/>
            <p:nvPr/>
          </p:nvSpPr>
          <p:spPr>
            <a:xfrm>
              <a:off x="5603928" y="19927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5" name="pt15175"/>
            <p:cNvSpPr/>
            <p:nvPr/>
          </p:nvSpPr>
          <p:spPr>
            <a:xfrm>
              <a:off x="5059488" y="24394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6" name="pt15176"/>
            <p:cNvSpPr/>
            <p:nvPr/>
          </p:nvSpPr>
          <p:spPr>
            <a:xfrm>
              <a:off x="5613457" y="21311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7" name="pt15177"/>
            <p:cNvSpPr/>
            <p:nvPr/>
          </p:nvSpPr>
          <p:spPr>
            <a:xfrm>
              <a:off x="5313135" y="21276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8" name="pt15178"/>
            <p:cNvSpPr/>
            <p:nvPr/>
          </p:nvSpPr>
          <p:spPr>
            <a:xfrm>
              <a:off x="5154167" y="26700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9" name="pt15179"/>
            <p:cNvSpPr/>
            <p:nvPr/>
          </p:nvSpPr>
          <p:spPr>
            <a:xfrm>
              <a:off x="5127675" y="25762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0" name="pt15180"/>
            <p:cNvSpPr/>
            <p:nvPr/>
          </p:nvSpPr>
          <p:spPr>
            <a:xfrm>
              <a:off x="5399881" y="21541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1" name="pt15181"/>
            <p:cNvSpPr/>
            <p:nvPr/>
          </p:nvSpPr>
          <p:spPr>
            <a:xfrm>
              <a:off x="5576032" y="22272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2" name="pt15182"/>
            <p:cNvSpPr/>
            <p:nvPr/>
          </p:nvSpPr>
          <p:spPr>
            <a:xfrm>
              <a:off x="5320883" y="21952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3" name="pt15183"/>
            <p:cNvSpPr/>
            <p:nvPr/>
          </p:nvSpPr>
          <p:spPr>
            <a:xfrm>
              <a:off x="5679778" y="1830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4" name="pt15184"/>
            <p:cNvSpPr/>
            <p:nvPr/>
          </p:nvSpPr>
          <p:spPr>
            <a:xfrm>
              <a:off x="5260001" y="21439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5" name="pt15185"/>
            <p:cNvSpPr/>
            <p:nvPr/>
          </p:nvSpPr>
          <p:spPr>
            <a:xfrm>
              <a:off x="5358276" y="22291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6" name="pt15186"/>
            <p:cNvSpPr/>
            <p:nvPr/>
          </p:nvSpPr>
          <p:spPr>
            <a:xfrm>
              <a:off x="5868134" y="16568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7" name="pt15187"/>
            <p:cNvSpPr/>
            <p:nvPr/>
          </p:nvSpPr>
          <p:spPr>
            <a:xfrm>
              <a:off x="5922773" y="19028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8" name="pt15188"/>
            <p:cNvSpPr/>
            <p:nvPr/>
          </p:nvSpPr>
          <p:spPr>
            <a:xfrm>
              <a:off x="5152257" y="26295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9" name="pt15189"/>
            <p:cNvSpPr/>
            <p:nvPr/>
          </p:nvSpPr>
          <p:spPr>
            <a:xfrm>
              <a:off x="5325350" y="21584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0" name="pt15190"/>
            <p:cNvSpPr/>
            <p:nvPr/>
          </p:nvSpPr>
          <p:spPr>
            <a:xfrm>
              <a:off x="5610755" y="21042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1" name="pt15191"/>
            <p:cNvSpPr/>
            <p:nvPr/>
          </p:nvSpPr>
          <p:spPr>
            <a:xfrm>
              <a:off x="5649621" y="20698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2" name="pt15192"/>
            <p:cNvSpPr/>
            <p:nvPr/>
          </p:nvSpPr>
          <p:spPr>
            <a:xfrm>
              <a:off x="5204702" y="22088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3" name="pt15193"/>
            <p:cNvSpPr/>
            <p:nvPr/>
          </p:nvSpPr>
          <p:spPr>
            <a:xfrm>
              <a:off x="5302094" y="22139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4" name="pt15194"/>
            <p:cNvSpPr/>
            <p:nvPr/>
          </p:nvSpPr>
          <p:spPr>
            <a:xfrm>
              <a:off x="5592365" y="21966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5" name="pt15195"/>
            <p:cNvSpPr/>
            <p:nvPr/>
          </p:nvSpPr>
          <p:spPr>
            <a:xfrm>
              <a:off x="5598659" y="19746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6" name="pt15196"/>
            <p:cNvSpPr/>
            <p:nvPr/>
          </p:nvSpPr>
          <p:spPr>
            <a:xfrm>
              <a:off x="5406222" y="21557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7" name="pt15197"/>
            <p:cNvSpPr/>
            <p:nvPr/>
          </p:nvSpPr>
          <p:spPr>
            <a:xfrm>
              <a:off x="5466904" y="20291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8" name="pt15198"/>
            <p:cNvSpPr/>
            <p:nvPr/>
          </p:nvSpPr>
          <p:spPr>
            <a:xfrm>
              <a:off x="5637556" y="19831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9" name="pt15199"/>
            <p:cNvSpPr/>
            <p:nvPr/>
          </p:nvSpPr>
          <p:spPr>
            <a:xfrm>
              <a:off x="5290956" y="22219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0" name="pt15200"/>
            <p:cNvSpPr/>
            <p:nvPr/>
          </p:nvSpPr>
          <p:spPr>
            <a:xfrm>
              <a:off x="5571329" y="22280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1" name="pt15201"/>
            <p:cNvSpPr/>
            <p:nvPr/>
          </p:nvSpPr>
          <p:spPr>
            <a:xfrm>
              <a:off x="5646601" y="19714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2" name="pt15202"/>
            <p:cNvSpPr/>
            <p:nvPr/>
          </p:nvSpPr>
          <p:spPr>
            <a:xfrm>
              <a:off x="5306893" y="20242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3" name="pt15203"/>
            <p:cNvSpPr/>
            <p:nvPr/>
          </p:nvSpPr>
          <p:spPr>
            <a:xfrm>
              <a:off x="5404897" y="21649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4" name="pt15204"/>
            <p:cNvSpPr/>
            <p:nvPr/>
          </p:nvSpPr>
          <p:spPr>
            <a:xfrm>
              <a:off x="5551496" y="22077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5" name="pt15205"/>
            <p:cNvSpPr/>
            <p:nvPr/>
          </p:nvSpPr>
          <p:spPr>
            <a:xfrm>
              <a:off x="5276529" y="22431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6" name="pt15206"/>
            <p:cNvSpPr/>
            <p:nvPr/>
          </p:nvSpPr>
          <p:spPr>
            <a:xfrm>
              <a:off x="5493539" y="20800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7" name="pt15207"/>
            <p:cNvSpPr/>
            <p:nvPr/>
          </p:nvSpPr>
          <p:spPr>
            <a:xfrm>
              <a:off x="5430529" y="22877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8" name="pt15208"/>
            <p:cNvSpPr/>
            <p:nvPr/>
          </p:nvSpPr>
          <p:spPr>
            <a:xfrm>
              <a:off x="5667602" y="18572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9" name="pt15209"/>
            <p:cNvSpPr/>
            <p:nvPr/>
          </p:nvSpPr>
          <p:spPr>
            <a:xfrm>
              <a:off x="5303309" y="21346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0" name="pt15210"/>
            <p:cNvSpPr/>
            <p:nvPr/>
          </p:nvSpPr>
          <p:spPr>
            <a:xfrm>
              <a:off x="5538106" y="21365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1" name="pt15211"/>
            <p:cNvSpPr/>
            <p:nvPr/>
          </p:nvSpPr>
          <p:spPr>
            <a:xfrm>
              <a:off x="5328717" y="22353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2" name="pt15212"/>
            <p:cNvSpPr/>
            <p:nvPr/>
          </p:nvSpPr>
          <p:spPr>
            <a:xfrm>
              <a:off x="4851892" y="25301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3" name="pt15213"/>
            <p:cNvSpPr/>
            <p:nvPr/>
          </p:nvSpPr>
          <p:spPr>
            <a:xfrm>
              <a:off x="5596108" y="20737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4" name="pt15214"/>
            <p:cNvSpPr/>
            <p:nvPr/>
          </p:nvSpPr>
          <p:spPr>
            <a:xfrm>
              <a:off x="5556880" y="21472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5" name="pt15215"/>
            <p:cNvSpPr/>
            <p:nvPr/>
          </p:nvSpPr>
          <p:spPr>
            <a:xfrm>
              <a:off x="4878612" y="28736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6" name="pt15216"/>
            <p:cNvSpPr/>
            <p:nvPr/>
          </p:nvSpPr>
          <p:spPr>
            <a:xfrm>
              <a:off x="5221837" y="22667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7" name="pt15217"/>
            <p:cNvSpPr/>
            <p:nvPr/>
          </p:nvSpPr>
          <p:spPr>
            <a:xfrm>
              <a:off x="5123389" y="25867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8" name="pt15218"/>
            <p:cNvSpPr/>
            <p:nvPr/>
          </p:nvSpPr>
          <p:spPr>
            <a:xfrm>
              <a:off x="5352468" y="22845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9" name="pt15219"/>
            <p:cNvSpPr/>
            <p:nvPr/>
          </p:nvSpPr>
          <p:spPr>
            <a:xfrm>
              <a:off x="5282535" y="22890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0" name="pt15220"/>
            <p:cNvSpPr/>
            <p:nvPr/>
          </p:nvSpPr>
          <p:spPr>
            <a:xfrm>
              <a:off x="5159963" y="24818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1" name="pt15221"/>
            <p:cNvSpPr/>
            <p:nvPr/>
          </p:nvSpPr>
          <p:spPr>
            <a:xfrm>
              <a:off x="5717794" y="20331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2" name="pt15222"/>
            <p:cNvSpPr/>
            <p:nvPr/>
          </p:nvSpPr>
          <p:spPr>
            <a:xfrm>
              <a:off x="5447976" y="23353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3" name="pt15223"/>
            <p:cNvSpPr/>
            <p:nvPr/>
          </p:nvSpPr>
          <p:spPr>
            <a:xfrm>
              <a:off x="5232925" y="21926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4" name="pt15224"/>
            <p:cNvSpPr/>
            <p:nvPr/>
          </p:nvSpPr>
          <p:spPr>
            <a:xfrm>
              <a:off x="4814127" y="24468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5" name="pt15225"/>
            <p:cNvSpPr/>
            <p:nvPr/>
          </p:nvSpPr>
          <p:spPr>
            <a:xfrm>
              <a:off x="5581888" y="22520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6" name="pt15226"/>
            <p:cNvSpPr/>
            <p:nvPr/>
          </p:nvSpPr>
          <p:spPr>
            <a:xfrm>
              <a:off x="5523372" y="22405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7" name="pt15227"/>
            <p:cNvSpPr/>
            <p:nvPr/>
          </p:nvSpPr>
          <p:spPr>
            <a:xfrm>
              <a:off x="5117895" y="2436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8" name="pt15228"/>
            <p:cNvSpPr/>
            <p:nvPr/>
          </p:nvSpPr>
          <p:spPr>
            <a:xfrm>
              <a:off x="5044273" y="22741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9" name="pt15229"/>
            <p:cNvSpPr/>
            <p:nvPr/>
          </p:nvSpPr>
          <p:spPr>
            <a:xfrm>
              <a:off x="5564849" y="22082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0" name="pt15230"/>
            <p:cNvSpPr/>
            <p:nvPr/>
          </p:nvSpPr>
          <p:spPr>
            <a:xfrm>
              <a:off x="5827674" y="18446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1" name="pt15231"/>
            <p:cNvSpPr/>
            <p:nvPr/>
          </p:nvSpPr>
          <p:spPr>
            <a:xfrm>
              <a:off x="5094847" y="24294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2" name="pt15232"/>
            <p:cNvSpPr/>
            <p:nvPr/>
          </p:nvSpPr>
          <p:spPr>
            <a:xfrm>
              <a:off x="5468081" y="20825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3" name="pt15233"/>
            <p:cNvSpPr/>
            <p:nvPr/>
          </p:nvSpPr>
          <p:spPr>
            <a:xfrm>
              <a:off x="5346000" y="21245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4" name="pt15234"/>
            <p:cNvSpPr/>
            <p:nvPr/>
          </p:nvSpPr>
          <p:spPr>
            <a:xfrm>
              <a:off x="6007876" y="21921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5" name="pt15235"/>
            <p:cNvSpPr/>
            <p:nvPr/>
          </p:nvSpPr>
          <p:spPr>
            <a:xfrm>
              <a:off x="5517042" y="22045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6" name="pt15236"/>
            <p:cNvSpPr/>
            <p:nvPr/>
          </p:nvSpPr>
          <p:spPr>
            <a:xfrm>
              <a:off x="5639124" y="22325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7" name="pt15237"/>
            <p:cNvSpPr/>
            <p:nvPr/>
          </p:nvSpPr>
          <p:spPr>
            <a:xfrm>
              <a:off x="5284956" y="23264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8" name="pt15238"/>
            <p:cNvSpPr/>
            <p:nvPr/>
          </p:nvSpPr>
          <p:spPr>
            <a:xfrm>
              <a:off x="5700542" y="1922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9" name="pt15239"/>
            <p:cNvSpPr/>
            <p:nvPr/>
          </p:nvSpPr>
          <p:spPr>
            <a:xfrm>
              <a:off x="5772985" y="20489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0" name="pt15240"/>
            <p:cNvSpPr/>
            <p:nvPr/>
          </p:nvSpPr>
          <p:spPr>
            <a:xfrm>
              <a:off x="5458632" y="21923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1" name="pt15241"/>
            <p:cNvSpPr/>
            <p:nvPr/>
          </p:nvSpPr>
          <p:spPr>
            <a:xfrm>
              <a:off x="5613179" y="20443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2" name="pt15242"/>
            <p:cNvSpPr/>
            <p:nvPr/>
          </p:nvSpPr>
          <p:spPr>
            <a:xfrm>
              <a:off x="5501388" y="21243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3" name="pt15243"/>
            <p:cNvSpPr/>
            <p:nvPr/>
          </p:nvSpPr>
          <p:spPr>
            <a:xfrm>
              <a:off x="5348448" y="22327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4" name="pt15244"/>
            <p:cNvSpPr/>
            <p:nvPr/>
          </p:nvSpPr>
          <p:spPr>
            <a:xfrm>
              <a:off x="4987379" y="22933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5" name="pt15245"/>
            <p:cNvSpPr/>
            <p:nvPr/>
          </p:nvSpPr>
          <p:spPr>
            <a:xfrm>
              <a:off x="5724678" y="18034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6" name="pt15246"/>
            <p:cNvSpPr/>
            <p:nvPr/>
          </p:nvSpPr>
          <p:spPr>
            <a:xfrm>
              <a:off x="5239956" y="21637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7" name="pt15247"/>
            <p:cNvSpPr/>
            <p:nvPr/>
          </p:nvSpPr>
          <p:spPr>
            <a:xfrm>
              <a:off x="5224986" y="21235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8" name="pt15248"/>
            <p:cNvSpPr/>
            <p:nvPr/>
          </p:nvSpPr>
          <p:spPr>
            <a:xfrm>
              <a:off x="5469056" y="19551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9" name="pt15249"/>
            <p:cNvSpPr/>
            <p:nvPr/>
          </p:nvSpPr>
          <p:spPr>
            <a:xfrm>
              <a:off x="5680906" y="15670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0" name="pt15250"/>
            <p:cNvSpPr/>
            <p:nvPr/>
          </p:nvSpPr>
          <p:spPr>
            <a:xfrm>
              <a:off x="5716433" y="19368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1" name="pt15251"/>
            <p:cNvSpPr/>
            <p:nvPr/>
          </p:nvSpPr>
          <p:spPr>
            <a:xfrm>
              <a:off x="5427657" y="21985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2" name="pt15252"/>
            <p:cNvSpPr/>
            <p:nvPr/>
          </p:nvSpPr>
          <p:spPr>
            <a:xfrm>
              <a:off x="5552553" y="21916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3" name="pt15253"/>
            <p:cNvSpPr/>
            <p:nvPr/>
          </p:nvSpPr>
          <p:spPr>
            <a:xfrm>
              <a:off x="5341170" y="22285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4" name="pt15254"/>
            <p:cNvSpPr/>
            <p:nvPr/>
          </p:nvSpPr>
          <p:spPr>
            <a:xfrm>
              <a:off x="5536461" y="21247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5" name="pt15255"/>
            <p:cNvSpPr/>
            <p:nvPr/>
          </p:nvSpPr>
          <p:spPr>
            <a:xfrm>
              <a:off x="5085851" y="26247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6" name="pt15256"/>
            <p:cNvSpPr/>
            <p:nvPr/>
          </p:nvSpPr>
          <p:spPr>
            <a:xfrm>
              <a:off x="5816302" y="21029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7" name="pt15257"/>
            <p:cNvSpPr/>
            <p:nvPr/>
          </p:nvSpPr>
          <p:spPr>
            <a:xfrm>
              <a:off x="5387534" y="20255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8" name="pt15258"/>
            <p:cNvSpPr/>
            <p:nvPr/>
          </p:nvSpPr>
          <p:spPr>
            <a:xfrm>
              <a:off x="5273155" y="22236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9" name="pt15259"/>
            <p:cNvSpPr/>
            <p:nvPr/>
          </p:nvSpPr>
          <p:spPr>
            <a:xfrm>
              <a:off x="5459701" y="20732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0" name="pt15260"/>
            <p:cNvSpPr/>
            <p:nvPr/>
          </p:nvSpPr>
          <p:spPr>
            <a:xfrm>
              <a:off x="5308491" y="20131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1" name="pt15261"/>
            <p:cNvSpPr/>
            <p:nvPr/>
          </p:nvSpPr>
          <p:spPr>
            <a:xfrm>
              <a:off x="5176215" y="25340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2" name="pt15262"/>
            <p:cNvSpPr/>
            <p:nvPr/>
          </p:nvSpPr>
          <p:spPr>
            <a:xfrm>
              <a:off x="5694544" y="20405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3" name="pt15263"/>
            <p:cNvSpPr/>
            <p:nvPr/>
          </p:nvSpPr>
          <p:spPr>
            <a:xfrm>
              <a:off x="5359478" y="22332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4" name="pt15264"/>
            <p:cNvSpPr/>
            <p:nvPr/>
          </p:nvSpPr>
          <p:spPr>
            <a:xfrm>
              <a:off x="5949948" y="1626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5" name="pt15265"/>
            <p:cNvSpPr/>
            <p:nvPr/>
          </p:nvSpPr>
          <p:spPr>
            <a:xfrm>
              <a:off x="5221100" y="22500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6" name="pt15266"/>
            <p:cNvSpPr/>
            <p:nvPr/>
          </p:nvSpPr>
          <p:spPr>
            <a:xfrm>
              <a:off x="5394376" y="21756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7" name="pt15267"/>
            <p:cNvSpPr/>
            <p:nvPr/>
          </p:nvSpPr>
          <p:spPr>
            <a:xfrm>
              <a:off x="5426115" y="22379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8" name="pt15268"/>
            <p:cNvSpPr/>
            <p:nvPr/>
          </p:nvSpPr>
          <p:spPr>
            <a:xfrm>
              <a:off x="5635653" y="19897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9" name="pt15269"/>
            <p:cNvSpPr/>
            <p:nvPr/>
          </p:nvSpPr>
          <p:spPr>
            <a:xfrm>
              <a:off x="5687283" y="18506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0" name="pt15270"/>
            <p:cNvSpPr/>
            <p:nvPr/>
          </p:nvSpPr>
          <p:spPr>
            <a:xfrm>
              <a:off x="5541623" y="22678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1" name="pt15271"/>
            <p:cNvSpPr/>
            <p:nvPr/>
          </p:nvSpPr>
          <p:spPr>
            <a:xfrm>
              <a:off x="5459899" y="2176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2" name="pt15272"/>
            <p:cNvSpPr/>
            <p:nvPr/>
          </p:nvSpPr>
          <p:spPr>
            <a:xfrm>
              <a:off x="5736310" y="19103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3" name="pt15273"/>
            <p:cNvSpPr/>
            <p:nvPr/>
          </p:nvSpPr>
          <p:spPr>
            <a:xfrm>
              <a:off x="5536477" y="22529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4" name="pt15274"/>
            <p:cNvSpPr/>
            <p:nvPr/>
          </p:nvSpPr>
          <p:spPr>
            <a:xfrm>
              <a:off x="5660651" y="22590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5" name="pt15275"/>
            <p:cNvSpPr/>
            <p:nvPr/>
          </p:nvSpPr>
          <p:spPr>
            <a:xfrm>
              <a:off x="5780700" y="20489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6" name="pt15276"/>
            <p:cNvSpPr/>
            <p:nvPr/>
          </p:nvSpPr>
          <p:spPr>
            <a:xfrm>
              <a:off x="5436218" y="22046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7" name="pt15277"/>
            <p:cNvSpPr/>
            <p:nvPr/>
          </p:nvSpPr>
          <p:spPr>
            <a:xfrm>
              <a:off x="5492750" y="21622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8" name="pt15278"/>
            <p:cNvSpPr/>
            <p:nvPr/>
          </p:nvSpPr>
          <p:spPr>
            <a:xfrm>
              <a:off x="5590410" y="22216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9" name="pt15279"/>
            <p:cNvSpPr/>
            <p:nvPr/>
          </p:nvSpPr>
          <p:spPr>
            <a:xfrm>
              <a:off x="5159931" y="27046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0" name="pt15280"/>
            <p:cNvSpPr/>
            <p:nvPr/>
          </p:nvSpPr>
          <p:spPr>
            <a:xfrm>
              <a:off x="5476395" y="20503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1" name="pt15281"/>
            <p:cNvSpPr/>
            <p:nvPr/>
          </p:nvSpPr>
          <p:spPr>
            <a:xfrm>
              <a:off x="5617246" y="20239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2" name="pt15282"/>
            <p:cNvSpPr/>
            <p:nvPr/>
          </p:nvSpPr>
          <p:spPr>
            <a:xfrm>
              <a:off x="4897112" y="30334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3" name="pt15283"/>
            <p:cNvSpPr/>
            <p:nvPr/>
          </p:nvSpPr>
          <p:spPr>
            <a:xfrm>
              <a:off x="5375409" y="22497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4" name="pt15284"/>
            <p:cNvSpPr/>
            <p:nvPr/>
          </p:nvSpPr>
          <p:spPr>
            <a:xfrm>
              <a:off x="5733285" y="18688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5" name="pt15285"/>
            <p:cNvSpPr/>
            <p:nvPr/>
          </p:nvSpPr>
          <p:spPr>
            <a:xfrm>
              <a:off x="5266324" y="22574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6" name="pt15286"/>
            <p:cNvSpPr/>
            <p:nvPr/>
          </p:nvSpPr>
          <p:spPr>
            <a:xfrm>
              <a:off x="5438642" y="21884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7" name="pt15287"/>
            <p:cNvSpPr/>
            <p:nvPr/>
          </p:nvSpPr>
          <p:spPr>
            <a:xfrm>
              <a:off x="5600984" y="21866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8" name="pt15288"/>
            <p:cNvSpPr/>
            <p:nvPr/>
          </p:nvSpPr>
          <p:spPr>
            <a:xfrm>
              <a:off x="5902208" y="17055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9" name="pt15289"/>
            <p:cNvSpPr/>
            <p:nvPr/>
          </p:nvSpPr>
          <p:spPr>
            <a:xfrm>
              <a:off x="5091424" y="2389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0" name="pt15290"/>
            <p:cNvSpPr/>
            <p:nvPr/>
          </p:nvSpPr>
          <p:spPr>
            <a:xfrm>
              <a:off x="5244708" y="20706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1" name="pt15291"/>
            <p:cNvSpPr/>
            <p:nvPr/>
          </p:nvSpPr>
          <p:spPr>
            <a:xfrm>
              <a:off x="5723305" y="18437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2" name="pt15292"/>
            <p:cNvSpPr/>
            <p:nvPr/>
          </p:nvSpPr>
          <p:spPr>
            <a:xfrm>
              <a:off x="5935084" y="17275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3" name="pt15293"/>
            <p:cNvSpPr/>
            <p:nvPr/>
          </p:nvSpPr>
          <p:spPr>
            <a:xfrm>
              <a:off x="5129565" y="26503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4" name="pt15294"/>
            <p:cNvSpPr/>
            <p:nvPr/>
          </p:nvSpPr>
          <p:spPr>
            <a:xfrm>
              <a:off x="5504425" y="22776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5" name="pt15295"/>
            <p:cNvSpPr/>
            <p:nvPr/>
          </p:nvSpPr>
          <p:spPr>
            <a:xfrm>
              <a:off x="5027412" y="24508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6" name="pt15296"/>
            <p:cNvSpPr/>
            <p:nvPr/>
          </p:nvSpPr>
          <p:spPr>
            <a:xfrm>
              <a:off x="5389158" y="21243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7" name="pt15297"/>
            <p:cNvSpPr/>
            <p:nvPr/>
          </p:nvSpPr>
          <p:spPr>
            <a:xfrm>
              <a:off x="5504059" y="2186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8" name="pt15298"/>
            <p:cNvSpPr/>
            <p:nvPr/>
          </p:nvSpPr>
          <p:spPr>
            <a:xfrm>
              <a:off x="5146020" y="27102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9" name="pt15299"/>
            <p:cNvSpPr/>
            <p:nvPr/>
          </p:nvSpPr>
          <p:spPr>
            <a:xfrm>
              <a:off x="5525085" y="21399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0" name="pt15300"/>
            <p:cNvSpPr/>
            <p:nvPr/>
          </p:nvSpPr>
          <p:spPr>
            <a:xfrm>
              <a:off x="5401343" y="21535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1" name="pt15301"/>
            <p:cNvSpPr/>
            <p:nvPr/>
          </p:nvSpPr>
          <p:spPr>
            <a:xfrm>
              <a:off x="5583859" y="22124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2" name="pt15302"/>
            <p:cNvSpPr/>
            <p:nvPr/>
          </p:nvSpPr>
          <p:spPr>
            <a:xfrm>
              <a:off x="5377170" y="22013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3" name="pt15303"/>
            <p:cNvSpPr/>
            <p:nvPr/>
          </p:nvSpPr>
          <p:spPr>
            <a:xfrm>
              <a:off x="5510897" y="22399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4" name="pt15304"/>
            <p:cNvSpPr/>
            <p:nvPr/>
          </p:nvSpPr>
          <p:spPr>
            <a:xfrm>
              <a:off x="5333481" y="21301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5" name="pt15305"/>
            <p:cNvSpPr/>
            <p:nvPr/>
          </p:nvSpPr>
          <p:spPr>
            <a:xfrm>
              <a:off x="5101476" y="20741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6" name="pt15306"/>
            <p:cNvSpPr/>
            <p:nvPr/>
          </p:nvSpPr>
          <p:spPr>
            <a:xfrm>
              <a:off x="5615791" y="19299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7" name="pt15307"/>
            <p:cNvSpPr/>
            <p:nvPr/>
          </p:nvSpPr>
          <p:spPr>
            <a:xfrm>
              <a:off x="5096356" y="24633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8" name="pt15308"/>
            <p:cNvSpPr/>
            <p:nvPr/>
          </p:nvSpPr>
          <p:spPr>
            <a:xfrm>
              <a:off x="4851673" y="26958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9" name="pt15309"/>
            <p:cNvSpPr/>
            <p:nvPr/>
          </p:nvSpPr>
          <p:spPr>
            <a:xfrm>
              <a:off x="5445780" y="23332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0" name="pt15310"/>
            <p:cNvSpPr/>
            <p:nvPr/>
          </p:nvSpPr>
          <p:spPr>
            <a:xfrm>
              <a:off x="5591101" y="18677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1" name="pt15311"/>
            <p:cNvSpPr/>
            <p:nvPr/>
          </p:nvSpPr>
          <p:spPr>
            <a:xfrm>
              <a:off x="5334572" y="20919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2" name="pt15312"/>
            <p:cNvSpPr/>
            <p:nvPr/>
          </p:nvSpPr>
          <p:spPr>
            <a:xfrm>
              <a:off x="5456520" y="22232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3" name="pt15313"/>
            <p:cNvSpPr/>
            <p:nvPr/>
          </p:nvSpPr>
          <p:spPr>
            <a:xfrm>
              <a:off x="5280270" y="22105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4" name="pt15314"/>
            <p:cNvSpPr/>
            <p:nvPr/>
          </p:nvSpPr>
          <p:spPr>
            <a:xfrm>
              <a:off x="5568295" y="21755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5" name="pt15315"/>
            <p:cNvSpPr/>
            <p:nvPr/>
          </p:nvSpPr>
          <p:spPr>
            <a:xfrm>
              <a:off x="5510498" y="23405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6" name="pt15316"/>
            <p:cNvSpPr/>
            <p:nvPr/>
          </p:nvSpPr>
          <p:spPr>
            <a:xfrm>
              <a:off x="5690764" y="18846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7" name="pt15317"/>
            <p:cNvSpPr/>
            <p:nvPr/>
          </p:nvSpPr>
          <p:spPr>
            <a:xfrm>
              <a:off x="5746057" y="20630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8" name="pt15318"/>
            <p:cNvSpPr/>
            <p:nvPr/>
          </p:nvSpPr>
          <p:spPr>
            <a:xfrm>
              <a:off x="5765701" y="17534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9" name="pt15319"/>
            <p:cNvSpPr/>
            <p:nvPr/>
          </p:nvSpPr>
          <p:spPr>
            <a:xfrm>
              <a:off x="5762271" y="20134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0" name="pt15320"/>
            <p:cNvSpPr/>
            <p:nvPr/>
          </p:nvSpPr>
          <p:spPr>
            <a:xfrm>
              <a:off x="5247568" y="18355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1" name="pt15321"/>
            <p:cNvSpPr/>
            <p:nvPr/>
          </p:nvSpPr>
          <p:spPr>
            <a:xfrm>
              <a:off x="5916412" y="17519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2" name="pt15322"/>
            <p:cNvSpPr/>
            <p:nvPr/>
          </p:nvSpPr>
          <p:spPr>
            <a:xfrm>
              <a:off x="5286615" y="22026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3" name="pt15323"/>
            <p:cNvSpPr/>
            <p:nvPr/>
          </p:nvSpPr>
          <p:spPr>
            <a:xfrm>
              <a:off x="5373019" y="2182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4" name="pt15324"/>
            <p:cNvSpPr/>
            <p:nvPr/>
          </p:nvSpPr>
          <p:spPr>
            <a:xfrm>
              <a:off x="5684891" y="17450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5" name="pt15325"/>
            <p:cNvSpPr/>
            <p:nvPr/>
          </p:nvSpPr>
          <p:spPr>
            <a:xfrm>
              <a:off x="5485257" y="20653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6" name="pt15326"/>
            <p:cNvSpPr/>
            <p:nvPr/>
          </p:nvSpPr>
          <p:spPr>
            <a:xfrm>
              <a:off x="5296395" y="21526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7" name="pt15327"/>
            <p:cNvSpPr/>
            <p:nvPr/>
          </p:nvSpPr>
          <p:spPr>
            <a:xfrm>
              <a:off x="5762253" y="1943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8" name="pt15328"/>
            <p:cNvSpPr/>
            <p:nvPr/>
          </p:nvSpPr>
          <p:spPr>
            <a:xfrm>
              <a:off x="5683520" y="18467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9" name="pt15329"/>
            <p:cNvSpPr/>
            <p:nvPr/>
          </p:nvSpPr>
          <p:spPr>
            <a:xfrm>
              <a:off x="5614393" y="20920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0" name="pt15330"/>
            <p:cNvSpPr/>
            <p:nvPr/>
          </p:nvSpPr>
          <p:spPr>
            <a:xfrm>
              <a:off x="5371371" y="22468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1" name="pt15331"/>
            <p:cNvSpPr/>
            <p:nvPr/>
          </p:nvSpPr>
          <p:spPr>
            <a:xfrm>
              <a:off x="4970713" y="27534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2" name="pt15332"/>
            <p:cNvSpPr/>
            <p:nvPr/>
          </p:nvSpPr>
          <p:spPr>
            <a:xfrm>
              <a:off x="5390266" y="2125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3" name="pt15333"/>
            <p:cNvSpPr/>
            <p:nvPr/>
          </p:nvSpPr>
          <p:spPr>
            <a:xfrm>
              <a:off x="5487602" y="20749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4" name="pt15334"/>
            <p:cNvSpPr/>
            <p:nvPr/>
          </p:nvSpPr>
          <p:spPr>
            <a:xfrm>
              <a:off x="5426670" y="22190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5" name="pt15335"/>
            <p:cNvSpPr/>
            <p:nvPr/>
          </p:nvSpPr>
          <p:spPr>
            <a:xfrm>
              <a:off x="5845753" y="17472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6" name="pt15336"/>
            <p:cNvSpPr/>
            <p:nvPr/>
          </p:nvSpPr>
          <p:spPr>
            <a:xfrm>
              <a:off x="5466671" y="19087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7" name="pt15337"/>
            <p:cNvSpPr/>
            <p:nvPr/>
          </p:nvSpPr>
          <p:spPr>
            <a:xfrm>
              <a:off x="5277585" y="21967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8" name="pt15338"/>
            <p:cNvSpPr/>
            <p:nvPr/>
          </p:nvSpPr>
          <p:spPr>
            <a:xfrm>
              <a:off x="5642924" y="19554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9" name="pt15339"/>
            <p:cNvSpPr/>
            <p:nvPr/>
          </p:nvSpPr>
          <p:spPr>
            <a:xfrm>
              <a:off x="5260608" y="22477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0" name="pt15340"/>
            <p:cNvSpPr/>
            <p:nvPr/>
          </p:nvSpPr>
          <p:spPr>
            <a:xfrm>
              <a:off x="5118768" y="24807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1" name="pt15341"/>
            <p:cNvSpPr/>
            <p:nvPr/>
          </p:nvSpPr>
          <p:spPr>
            <a:xfrm>
              <a:off x="5354344" y="21333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2" name="pt15342"/>
            <p:cNvSpPr/>
            <p:nvPr/>
          </p:nvSpPr>
          <p:spPr>
            <a:xfrm>
              <a:off x="5621070" y="19936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3" name="pt15343"/>
            <p:cNvSpPr/>
            <p:nvPr/>
          </p:nvSpPr>
          <p:spPr>
            <a:xfrm>
              <a:off x="6150963" y="20219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4" name="pt15344"/>
            <p:cNvSpPr/>
            <p:nvPr/>
          </p:nvSpPr>
          <p:spPr>
            <a:xfrm>
              <a:off x="5144196" y="25621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5" name="pt15345"/>
            <p:cNvSpPr/>
            <p:nvPr/>
          </p:nvSpPr>
          <p:spPr>
            <a:xfrm>
              <a:off x="5257994" y="2224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6" name="pt15346"/>
            <p:cNvSpPr/>
            <p:nvPr/>
          </p:nvSpPr>
          <p:spPr>
            <a:xfrm>
              <a:off x="5158685" y="25434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7" name="pt15347"/>
            <p:cNvSpPr/>
            <p:nvPr/>
          </p:nvSpPr>
          <p:spPr>
            <a:xfrm>
              <a:off x="5231925" y="21669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8" name="pt15348"/>
            <p:cNvSpPr/>
            <p:nvPr/>
          </p:nvSpPr>
          <p:spPr>
            <a:xfrm>
              <a:off x="5685020" y="17240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9" name="pt15349"/>
            <p:cNvSpPr/>
            <p:nvPr/>
          </p:nvSpPr>
          <p:spPr>
            <a:xfrm>
              <a:off x="5431177" y="22611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0" name="pt15350"/>
            <p:cNvSpPr/>
            <p:nvPr/>
          </p:nvSpPr>
          <p:spPr>
            <a:xfrm>
              <a:off x="5672329" y="18288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1" name="pt15351"/>
            <p:cNvSpPr/>
            <p:nvPr/>
          </p:nvSpPr>
          <p:spPr>
            <a:xfrm>
              <a:off x="5217916" y="21100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2" name="pt15352"/>
            <p:cNvSpPr/>
            <p:nvPr/>
          </p:nvSpPr>
          <p:spPr>
            <a:xfrm>
              <a:off x="5319414" y="21275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3" name="pt15353"/>
            <p:cNvSpPr/>
            <p:nvPr/>
          </p:nvSpPr>
          <p:spPr>
            <a:xfrm>
              <a:off x="5044446" y="25421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4" name="pt15354"/>
            <p:cNvSpPr/>
            <p:nvPr/>
          </p:nvSpPr>
          <p:spPr>
            <a:xfrm>
              <a:off x="5469418" y="19615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5" name="pt15355"/>
            <p:cNvSpPr/>
            <p:nvPr/>
          </p:nvSpPr>
          <p:spPr>
            <a:xfrm>
              <a:off x="5242593" y="20668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6" name="pt15356"/>
            <p:cNvSpPr/>
            <p:nvPr/>
          </p:nvSpPr>
          <p:spPr>
            <a:xfrm>
              <a:off x="5551013" y="22936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7" name="pt15357"/>
            <p:cNvSpPr/>
            <p:nvPr/>
          </p:nvSpPr>
          <p:spPr>
            <a:xfrm>
              <a:off x="5493322" y="19461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8" name="pt15358"/>
            <p:cNvSpPr/>
            <p:nvPr/>
          </p:nvSpPr>
          <p:spPr>
            <a:xfrm>
              <a:off x="5570275" y="22145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9" name="pt15359"/>
            <p:cNvSpPr/>
            <p:nvPr/>
          </p:nvSpPr>
          <p:spPr>
            <a:xfrm>
              <a:off x="5326081" y="22362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0" name="pt15360"/>
            <p:cNvSpPr/>
            <p:nvPr/>
          </p:nvSpPr>
          <p:spPr>
            <a:xfrm>
              <a:off x="5067973" y="23476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1" name="pt15361"/>
            <p:cNvSpPr/>
            <p:nvPr/>
          </p:nvSpPr>
          <p:spPr>
            <a:xfrm>
              <a:off x="5069007" y="27473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2" name="pt15362"/>
            <p:cNvSpPr/>
            <p:nvPr/>
          </p:nvSpPr>
          <p:spPr>
            <a:xfrm>
              <a:off x="5139990" y="24612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3" name="pt15363"/>
            <p:cNvSpPr/>
            <p:nvPr/>
          </p:nvSpPr>
          <p:spPr>
            <a:xfrm>
              <a:off x="5208477" y="23090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4" name="pt15364"/>
            <p:cNvSpPr/>
            <p:nvPr/>
          </p:nvSpPr>
          <p:spPr>
            <a:xfrm>
              <a:off x="5241597" y="21067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5" name="pt15365"/>
            <p:cNvSpPr/>
            <p:nvPr/>
          </p:nvSpPr>
          <p:spPr>
            <a:xfrm>
              <a:off x="4988748" y="22885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6" name="pt15366"/>
            <p:cNvSpPr/>
            <p:nvPr/>
          </p:nvSpPr>
          <p:spPr>
            <a:xfrm>
              <a:off x="5725861" y="18927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7" name="pt15367"/>
            <p:cNvSpPr/>
            <p:nvPr/>
          </p:nvSpPr>
          <p:spPr>
            <a:xfrm>
              <a:off x="5791845" y="19817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8" name="pt15368"/>
            <p:cNvSpPr/>
            <p:nvPr/>
          </p:nvSpPr>
          <p:spPr>
            <a:xfrm>
              <a:off x="5361535" y="22768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9" name="pt15369"/>
            <p:cNvSpPr/>
            <p:nvPr/>
          </p:nvSpPr>
          <p:spPr>
            <a:xfrm>
              <a:off x="5857091" y="18803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0" name="pt15370"/>
            <p:cNvSpPr/>
            <p:nvPr/>
          </p:nvSpPr>
          <p:spPr>
            <a:xfrm>
              <a:off x="5265175" y="2118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1" name="pt15371"/>
            <p:cNvSpPr/>
            <p:nvPr/>
          </p:nvSpPr>
          <p:spPr>
            <a:xfrm>
              <a:off x="5129053" y="25378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2" name="pt15372"/>
            <p:cNvSpPr/>
            <p:nvPr/>
          </p:nvSpPr>
          <p:spPr>
            <a:xfrm>
              <a:off x="6072457" y="17688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3" name="pt15373"/>
            <p:cNvSpPr/>
            <p:nvPr/>
          </p:nvSpPr>
          <p:spPr>
            <a:xfrm>
              <a:off x="5457802" y="20940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4" name="pt15374"/>
            <p:cNvSpPr/>
            <p:nvPr/>
          </p:nvSpPr>
          <p:spPr>
            <a:xfrm>
              <a:off x="5221553" y="21784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5" name="pt15375"/>
            <p:cNvSpPr/>
            <p:nvPr/>
          </p:nvSpPr>
          <p:spPr>
            <a:xfrm>
              <a:off x="5630374" y="20505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6" name="pt15376"/>
            <p:cNvSpPr/>
            <p:nvPr/>
          </p:nvSpPr>
          <p:spPr>
            <a:xfrm>
              <a:off x="5293304" y="20905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7" name="pt15377"/>
            <p:cNvSpPr/>
            <p:nvPr/>
          </p:nvSpPr>
          <p:spPr>
            <a:xfrm>
              <a:off x="5409826" y="22335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8" name="pt15378"/>
            <p:cNvSpPr/>
            <p:nvPr/>
          </p:nvSpPr>
          <p:spPr>
            <a:xfrm>
              <a:off x="5240345" y="21677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9" name="pt15379"/>
            <p:cNvSpPr/>
            <p:nvPr/>
          </p:nvSpPr>
          <p:spPr>
            <a:xfrm>
              <a:off x="5109387" y="17684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0" name="pt15380"/>
            <p:cNvSpPr/>
            <p:nvPr/>
          </p:nvSpPr>
          <p:spPr>
            <a:xfrm>
              <a:off x="5115655" y="22018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1" name="pt15381"/>
            <p:cNvSpPr/>
            <p:nvPr/>
          </p:nvSpPr>
          <p:spPr>
            <a:xfrm>
              <a:off x="5706721" y="20490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2" name="pt15382"/>
            <p:cNvSpPr/>
            <p:nvPr/>
          </p:nvSpPr>
          <p:spPr>
            <a:xfrm>
              <a:off x="5320303" y="22187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3" name="pt15383"/>
            <p:cNvSpPr/>
            <p:nvPr/>
          </p:nvSpPr>
          <p:spPr>
            <a:xfrm>
              <a:off x="5043151" y="23181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4" name="pt15384"/>
            <p:cNvSpPr/>
            <p:nvPr/>
          </p:nvSpPr>
          <p:spPr>
            <a:xfrm>
              <a:off x="5314474" y="20889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5" name="pt15385"/>
            <p:cNvSpPr/>
            <p:nvPr/>
          </p:nvSpPr>
          <p:spPr>
            <a:xfrm>
              <a:off x="5409039" y="21981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6" name="pt15386"/>
            <p:cNvSpPr/>
            <p:nvPr/>
          </p:nvSpPr>
          <p:spPr>
            <a:xfrm>
              <a:off x="5319417" y="21412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7" name="pt15387"/>
            <p:cNvSpPr/>
            <p:nvPr/>
          </p:nvSpPr>
          <p:spPr>
            <a:xfrm>
              <a:off x="4992606" y="24287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8" name="pt15388"/>
            <p:cNvSpPr/>
            <p:nvPr/>
          </p:nvSpPr>
          <p:spPr>
            <a:xfrm>
              <a:off x="5848780" y="18473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9" name="pt15389"/>
            <p:cNvSpPr/>
            <p:nvPr/>
          </p:nvSpPr>
          <p:spPr>
            <a:xfrm>
              <a:off x="5526089" y="21862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0" name="pt15390"/>
            <p:cNvSpPr/>
            <p:nvPr/>
          </p:nvSpPr>
          <p:spPr>
            <a:xfrm>
              <a:off x="5379550" y="22664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1" name="pt15391"/>
            <p:cNvSpPr/>
            <p:nvPr/>
          </p:nvSpPr>
          <p:spPr>
            <a:xfrm>
              <a:off x="5386744" y="21260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2" name="pt15392"/>
            <p:cNvSpPr/>
            <p:nvPr/>
          </p:nvSpPr>
          <p:spPr>
            <a:xfrm>
              <a:off x="5593809" y="19891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3" name="pt15393"/>
            <p:cNvSpPr/>
            <p:nvPr/>
          </p:nvSpPr>
          <p:spPr>
            <a:xfrm>
              <a:off x="5576929" y="21948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4" name="pt15394"/>
            <p:cNvSpPr/>
            <p:nvPr/>
          </p:nvSpPr>
          <p:spPr>
            <a:xfrm>
              <a:off x="5320543" y="22312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5" name="pt15395"/>
            <p:cNvSpPr/>
            <p:nvPr/>
          </p:nvSpPr>
          <p:spPr>
            <a:xfrm>
              <a:off x="5788427" y="2116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6" name="pt15396"/>
            <p:cNvSpPr/>
            <p:nvPr/>
          </p:nvSpPr>
          <p:spPr>
            <a:xfrm>
              <a:off x="5711763" y="19615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7" name="pt15397"/>
            <p:cNvSpPr/>
            <p:nvPr/>
          </p:nvSpPr>
          <p:spPr>
            <a:xfrm>
              <a:off x="5202374" y="22753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8" name="pt15398"/>
            <p:cNvSpPr/>
            <p:nvPr/>
          </p:nvSpPr>
          <p:spPr>
            <a:xfrm>
              <a:off x="5431642" y="21761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9" name="pt15399"/>
            <p:cNvSpPr/>
            <p:nvPr/>
          </p:nvSpPr>
          <p:spPr>
            <a:xfrm>
              <a:off x="5879634" y="15768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0" name="pt15400"/>
            <p:cNvSpPr/>
            <p:nvPr/>
          </p:nvSpPr>
          <p:spPr>
            <a:xfrm>
              <a:off x="5370344" y="21901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1" name="pt15401"/>
            <p:cNvSpPr/>
            <p:nvPr/>
          </p:nvSpPr>
          <p:spPr>
            <a:xfrm>
              <a:off x="5225794" y="21683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2" name="pt15402"/>
            <p:cNvSpPr/>
            <p:nvPr/>
          </p:nvSpPr>
          <p:spPr>
            <a:xfrm>
              <a:off x="5499419" y="21847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3" name="pt15403"/>
            <p:cNvSpPr/>
            <p:nvPr/>
          </p:nvSpPr>
          <p:spPr>
            <a:xfrm>
              <a:off x="5332188" y="21545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4" name="pt15404"/>
            <p:cNvSpPr/>
            <p:nvPr/>
          </p:nvSpPr>
          <p:spPr>
            <a:xfrm>
              <a:off x="5610696" y="19290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5" name="pt15405"/>
            <p:cNvSpPr/>
            <p:nvPr/>
          </p:nvSpPr>
          <p:spPr>
            <a:xfrm>
              <a:off x="5268583" y="21719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6" name="pt15406"/>
            <p:cNvSpPr/>
            <p:nvPr/>
          </p:nvSpPr>
          <p:spPr>
            <a:xfrm>
              <a:off x="5341581" y="22453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7" name="pt15407"/>
            <p:cNvSpPr/>
            <p:nvPr/>
          </p:nvSpPr>
          <p:spPr>
            <a:xfrm>
              <a:off x="5195673" y="23913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8" name="pt15408"/>
            <p:cNvSpPr/>
            <p:nvPr/>
          </p:nvSpPr>
          <p:spPr>
            <a:xfrm>
              <a:off x="5443279" y="22473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9" name="pt15409"/>
            <p:cNvSpPr/>
            <p:nvPr/>
          </p:nvSpPr>
          <p:spPr>
            <a:xfrm>
              <a:off x="5382018" y="22305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0" name="pt15410"/>
            <p:cNvSpPr/>
            <p:nvPr/>
          </p:nvSpPr>
          <p:spPr>
            <a:xfrm>
              <a:off x="5199761" y="23574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1" name="pt15411"/>
            <p:cNvSpPr/>
            <p:nvPr/>
          </p:nvSpPr>
          <p:spPr>
            <a:xfrm>
              <a:off x="5678384" y="18532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2" name="pt15412"/>
            <p:cNvSpPr/>
            <p:nvPr/>
          </p:nvSpPr>
          <p:spPr>
            <a:xfrm>
              <a:off x="4799400" y="24783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3" name="pt15413"/>
            <p:cNvSpPr/>
            <p:nvPr/>
          </p:nvSpPr>
          <p:spPr>
            <a:xfrm>
              <a:off x="5433981" y="21570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4" name="pt15414"/>
            <p:cNvSpPr/>
            <p:nvPr/>
          </p:nvSpPr>
          <p:spPr>
            <a:xfrm>
              <a:off x="5254249" y="20866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5" name="pt15415"/>
            <p:cNvSpPr/>
            <p:nvPr/>
          </p:nvSpPr>
          <p:spPr>
            <a:xfrm>
              <a:off x="5108318" y="17693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6" name="pt15416"/>
            <p:cNvSpPr/>
            <p:nvPr/>
          </p:nvSpPr>
          <p:spPr>
            <a:xfrm>
              <a:off x="5087148" y="25840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7" name="pt15417"/>
            <p:cNvSpPr/>
            <p:nvPr/>
          </p:nvSpPr>
          <p:spPr>
            <a:xfrm>
              <a:off x="5247845" y="19843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8" name="pt15418"/>
            <p:cNvSpPr/>
            <p:nvPr/>
          </p:nvSpPr>
          <p:spPr>
            <a:xfrm>
              <a:off x="5256194" y="20344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9" name="pt15419"/>
            <p:cNvSpPr/>
            <p:nvPr/>
          </p:nvSpPr>
          <p:spPr>
            <a:xfrm>
              <a:off x="5411032" y="2226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0" name="pt15420"/>
            <p:cNvSpPr/>
            <p:nvPr/>
          </p:nvSpPr>
          <p:spPr>
            <a:xfrm>
              <a:off x="5617134" y="18308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1" name="pt15421"/>
            <p:cNvSpPr/>
            <p:nvPr/>
          </p:nvSpPr>
          <p:spPr>
            <a:xfrm>
              <a:off x="5240697" y="21872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2" name="pt15422"/>
            <p:cNvSpPr/>
            <p:nvPr/>
          </p:nvSpPr>
          <p:spPr>
            <a:xfrm>
              <a:off x="5646802" y="20345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3" name="pt15423"/>
            <p:cNvSpPr/>
            <p:nvPr/>
          </p:nvSpPr>
          <p:spPr>
            <a:xfrm>
              <a:off x="4997160" y="25495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4" name="pt15424"/>
            <p:cNvSpPr/>
            <p:nvPr/>
          </p:nvSpPr>
          <p:spPr>
            <a:xfrm>
              <a:off x="5522631" y="21341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5" name="pt15425"/>
            <p:cNvSpPr/>
            <p:nvPr/>
          </p:nvSpPr>
          <p:spPr>
            <a:xfrm>
              <a:off x="5261465" y="22223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6" name="pt15426"/>
            <p:cNvSpPr/>
            <p:nvPr/>
          </p:nvSpPr>
          <p:spPr>
            <a:xfrm>
              <a:off x="5305928" y="18725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7" name="pt15427"/>
            <p:cNvSpPr/>
            <p:nvPr/>
          </p:nvSpPr>
          <p:spPr>
            <a:xfrm>
              <a:off x="4952180" y="22446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8" name="pt15428"/>
            <p:cNvSpPr/>
            <p:nvPr/>
          </p:nvSpPr>
          <p:spPr>
            <a:xfrm>
              <a:off x="5504079" y="22295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9" name="pt15429"/>
            <p:cNvSpPr/>
            <p:nvPr/>
          </p:nvSpPr>
          <p:spPr>
            <a:xfrm>
              <a:off x="5467601" y="18627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0" name="pt15430"/>
            <p:cNvSpPr/>
            <p:nvPr/>
          </p:nvSpPr>
          <p:spPr>
            <a:xfrm>
              <a:off x="5263229" y="21862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1" name="pt15431"/>
            <p:cNvSpPr/>
            <p:nvPr/>
          </p:nvSpPr>
          <p:spPr>
            <a:xfrm>
              <a:off x="5097448" y="23014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2" name="pt15432"/>
            <p:cNvSpPr/>
            <p:nvPr/>
          </p:nvSpPr>
          <p:spPr>
            <a:xfrm>
              <a:off x="5403464" y="21386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3" name="pt15433"/>
            <p:cNvSpPr/>
            <p:nvPr/>
          </p:nvSpPr>
          <p:spPr>
            <a:xfrm>
              <a:off x="5402532" y="22658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4" name="pt15434"/>
            <p:cNvSpPr/>
            <p:nvPr/>
          </p:nvSpPr>
          <p:spPr>
            <a:xfrm>
              <a:off x="5502032" y="23186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5" name="pt15435"/>
            <p:cNvSpPr/>
            <p:nvPr/>
          </p:nvSpPr>
          <p:spPr>
            <a:xfrm>
              <a:off x="5728858" y="17146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6" name="pt15436"/>
            <p:cNvSpPr/>
            <p:nvPr/>
          </p:nvSpPr>
          <p:spPr>
            <a:xfrm>
              <a:off x="5127808" y="25723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7" name="pt15437"/>
            <p:cNvSpPr/>
            <p:nvPr/>
          </p:nvSpPr>
          <p:spPr>
            <a:xfrm>
              <a:off x="5453759" y="21938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8" name="pt15438"/>
            <p:cNvSpPr/>
            <p:nvPr/>
          </p:nvSpPr>
          <p:spPr>
            <a:xfrm>
              <a:off x="5278979" y="22663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9" name="pt15439"/>
            <p:cNvSpPr/>
            <p:nvPr/>
          </p:nvSpPr>
          <p:spPr>
            <a:xfrm>
              <a:off x="5220378" y="21310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0" name="pt15440"/>
            <p:cNvSpPr/>
            <p:nvPr/>
          </p:nvSpPr>
          <p:spPr>
            <a:xfrm>
              <a:off x="5393754" y="21451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1" name="pt15441"/>
            <p:cNvSpPr/>
            <p:nvPr/>
          </p:nvSpPr>
          <p:spPr>
            <a:xfrm>
              <a:off x="5297784" y="19286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2" name="pt15442"/>
            <p:cNvSpPr/>
            <p:nvPr/>
          </p:nvSpPr>
          <p:spPr>
            <a:xfrm>
              <a:off x="5829968" y="19128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3" name="pt15443"/>
            <p:cNvSpPr/>
            <p:nvPr/>
          </p:nvSpPr>
          <p:spPr>
            <a:xfrm>
              <a:off x="5195559" y="23945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4" name="pt15444"/>
            <p:cNvSpPr/>
            <p:nvPr/>
          </p:nvSpPr>
          <p:spPr>
            <a:xfrm>
              <a:off x="5281706" y="21444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5" name="pt15445"/>
            <p:cNvSpPr/>
            <p:nvPr/>
          </p:nvSpPr>
          <p:spPr>
            <a:xfrm>
              <a:off x="5027366" y="24896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6" name="pt15446"/>
            <p:cNvSpPr/>
            <p:nvPr/>
          </p:nvSpPr>
          <p:spPr>
            <a:xfrm>
              <a:off x="5162409" y="25979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7" name="pt15447"/>
            <p:cNvSpPr/>
            <p:nvPr/>
          </p:nvSpPr>
          <p:spPr>
            <a:xfrm>
              <a:off x="4959877" y="17210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8" name="pt15448"/>
            <p:cNvSpPr/>
            <p:nvPr/>
          </p:nvSpPr>
          <p:spPr>
            <a:xfrm>
              <a:off x="5658457" y="19996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9" name="pt15449"/>
            <p:cNvSpPr/>
            <p:nvPr/>
          </p:nvSpPr>
          <p:spPr>
            <a:xfrm>
              <a:off x="5800744" y="18609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0" name="pt15450"/>
            <p:cNvSpPr/>
            <p:nvPr/>
          </p:nvSpPr>
          <p:spPr>
            <a:xfrm>
              <a:off x="5104151" y="19077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1" name="pt15451"/>
            <p:cNvSpPr/>
            <p:nvPr/>
          </p:nvSpPr>
          <p:spPr>
            <a:xfrm>
              <a:off x="5430483" y="20826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2" name="pt15452"/>
            <p:cNvSpPr/>
            <p:nvPr/>
          </p:nvSpPr>
          <p:spPr>
            <a:xfrm>
              <a:off x="5056784" y="23039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3" name="pt15453"/>
            <p:cNvSpPr/>
            <p:nvPr/>
          </p:nvSpPr>
          <p:spPr>
            <a:xfrm>
              <a:off x="5007994" y="23620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4" name="pt15454"/>
            <p:cNvSpPr/>
            <p:nvPr/>
          </p:nvSpPr>
          <p:spPr>
            <a:xfrm>
              <a:off x="5707804" y="20237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5" name="pt15455"/>
            <p:cNvSpPr/>
            <p:nvPr/>
          </p:nvSpPr>
          <p:spPr>
            <a:xfrm>
              <a:off x="5555406" y="22010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6" name="pt15456"/>
            <p:cNvSpPr/>
            <p:nvPr/>
          </p:nvSpPr>
          <p:spPr>
            <a:xfrm>
              <a:off x="5141789" y="24974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7" name="pt15457"/>
            <p:cNvSpPr/>
            <p:nvPr/>
          </p:nvSpPr>
          <p:spPr>
            <a:xfrm>
              <a:off x="5387281" y="21525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8" name="pt15458"/>
            <p:cNvSpPr/>
            <p:nvPr/>
          </p:nvSpPr>
          <p:spPr>
            <a:xfrm>
              <a:off x="5385690" y="21491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9" name="pt15459"/>
            <p:cNvSpPr/>
            <p:nvPr/>
          </p:nvSpPr>
          <p:spPr>
            <a:xfrm>
              <a:off x="5979468" y="20447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0" name="pt15460"/>
            <p:cNvSpPr/>
            <p:nvPr/>
          </p:nvSpPr>
          <p:spPr>
            <a:xfrm>
              <a:off x="5316020" y="21166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1" name="pt15461"/>
            <p:cNvSpPr/>
            <p:nvPr/>
          </p:nvSpPr>
          <p:spPr>
            <a:xfrm>
              <a:off x="5507578" y="22012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2" name="pt15462"/>
            <p:cNvSpPr/>
            <p:nvPr/>
          </p:nvSpPr>
          <p:spPr>
            <a:xfrm>
              <a:off x="5843017" y="16993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3" name="pt15463"/>
            <p:cNvSpPr/>
            <p:nvPr/>
          </p:nvSpPr>
          <p:spPr>
            <a:xfrm>
              <a:off x="5657371" y="20337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4" name="pt15464"/>
            <p:cNvSpPr/>
            <p:nvPr/>
          </p:nvSpPr>
          <p:spPr>
            <a:xfrm>
              <a:off x="5344715" y="21532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5" name="pt15465"/>
            <p:cNvSpPr/>
            <p:nvPr/>
          </p:nvSpPr>
          <p:spPr>
            <a:xfrm>
              <a:off x="5740647" y="19499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6" name="pt15466"/>
            <p:cNvSpPr/>
            <p:nvPr/>
          </p:nvSpPr>
          <p:spPr>
            <a:xfrm>
              <a:off x="5366984" y="21986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7" name="pt15467"/>
            <p:cNvSpPr/>
            <p:nvPr/>
          </p:nvSpPr>
          <p:spPr>
            <a:xfrm>
              <a:off x="6013702" y="21879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8" name="pt15468"/>
            <p:cNvSpPr/>
            <p:nvPr/>
          </p:nvSpPr>
          <p:spPr>
            <a:xfrm>
              <a:off x="5147263" y="2560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9" name="pt15469"/>
            <p:cNvSpPr/>
            <p:nvPr/>
          </p:nvSpPr>
          <p:spPr>
            <a:xfrm>
              <a:off x="4964979" y="17516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0" name="pt15470"/>
            <p:cNvSpPr/>
            <p:nvPr/>
          </p:nvSpPr>
          <p:spPr>
            <a:xfrm>
              <a:off x="5685828" y="18539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1" name="pt15471"/>
            <p:cNvSpPr/>
            <p:nvPr/>
          </p:nvSpPr>
          <p:spPr>
            <a:xfrm>
              <a:off x="5464570" y="20636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2" name="pt15472"/>
            <p:cNvSpPr/>
            <p:nvPr/>
          </p:nvSpPr>
          <p:spPr>
            <a:xfrm>
              <a:off x="5301237" y="22532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3" name="pt15473"/>
            <p:cNvSpPr/>
            <p:nvPr/>
          </p:nvSpPr>
          <p:spPr>
            <a:xfrm>
              <a:off x="5011853" y="28267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4" name="pt15474"/>
            <p:cNvSpPr/>
            <p:nvPr/>
          </p:nvSpPr>
          <p:spPr>
            <a:xfrm>
              <a:off x="5348168" y="2142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5" name="pt15475"/>
            <p:cNvSpPr/>
            <p:nvPr/>
          </p:nvSpPr>
          <p:spPr>
            <a:xfrm>
              <a:off x="5172054" y="27911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6" name="pt15476"/>
            <p:cNvSpPr/>
            <p:nvPr/>
          </p:nvSpPr>
          <p:spPr>
            <a:xfrm>
              <a:off x="5544240" y="20196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7" name="pt15477"/>
            <p:cNvSpPr/>
            <p:nvPr/>
          </p:nvSpPr>
          <p:spPr>
            <a:xfrm>
              <a:off x="5136819" y="25978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8" name="pt15478"/>
            <p:cNvSpPr/>
            <p:nvPr/>
          </p:nvSpPr>
          <p:spPr>
            <a:xfrm>
              <a:off x="5232697" y="21385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9" name="pt15479"/>
            <p:cNvSpPr/>
            <p:nvPr/>
          </p:nvSpPr>
          <p:spPr>
            <a:xfrm>
              <a:off x="5589405" y="18882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0" name="pt15480"/>
            <p:cNvSpPr/>
            <p:nvPr/>
          </p:nvSpPr>
          <p:spPr>
            <a:xfrm>
              <a:off x="5525845" y="21278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1" name="pt15481"/>
            <p:cNvSpPr/>
            <p:nvPr/>
          </p:nvSpPr>
          <p:spPr>
            <a:xfrm>
              <a:off x="5703268" y="19193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2" name="pt15482"/>
            <p:cNvSpPr/>
            <p:nvPr/>
          </p:nvSpPr>
          <p:spPr>
            <a:xfrm>
              <a:off x="5407158" y="21537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3" name="pt15483"/>
            <p:cNvSpPr/>
            <p:nvPr/>
          </p:nvSpPr>
          <p:spPr>
            <a:xfrm>
              <a:off x="5135451" y="27637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4" name="pt15484"/>
            <p:cNvSpPr/>
            <p:nvPr/>
          </p:nvSpPr>
          <p:spPr>
            <a:xfrm>
              <a:off x="5443612" y="22812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5" name="pt15485"/>
            <p:cNvSpPr/>
            <p:nvPr/>
          </p:nvSpPr>
          <p:spPr>
            <a:xfrm>
              <a:off x="5713876" y="20258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6" name="pt15486"/>
            <p:cNvSpPr/>
            <p:nvPr/>
          </p:nvSpPr>
          <p:spPr>
            <a:xfrm>
              <a:off x="5411637" y="22408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7" name="pt15487"/>
            <p:cNvSpPr/>
            <p:nvPr/>
          </p:nvSpPr>
          <p:spPr>
            <a:xfrm>
              <a:off x="5045583" y="22580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8" name="pt15488"/>
            <p:cNvSpPr/>
            <p:nvPr/>
          </p:nvSpPr>
          <p:spPr>
            <a:xfrm>
              <a:off x="5593547" y="22700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9" name="pt15489"/>
            <p:cNvSpPr/>
            <p:nvPr/>
          </p:nvSpPr>
          <p:spPr>
            <a:xfrm>
              <a:off x="5660307" y="20413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0" name="pt15490"/>
            <p:cNvSpPr/>
            <p:nvPr/>
          </p:nvSpPr>
          <p:spPr>
            <a:xfrm>
              <a:off x="5278817" y="2232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1" name="pt15491"/>
            <p:cNvSpPr/>
            <p:nvPr/>
          </p:nvSpPr>
          <p:spPr>
            <a:xfrm>
              <a:off x="5450694" y="23205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2" name="pt15492"/>
            <p:cNvSpPr/>
            <p:nvPr/>
          </p:nvSpPr>
          <p:spPr>
            <a:xfrm>
              <a:off x="5605314" y="19788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3" name="pt15493"/>
            <p:cNvSpPr/>
            <p:nvPr/>
          </p:nvSpPr>
          <p:spPr>
            <a:xfrm>
              <a:off x="5544382" y="20717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4" name="pt15494"/>
            <p:cNvSpPr/>
            <p:nvPr/>
          </p:nvSpPr>
          <p:spPr>
            <a:xfrm>
              <a:off x="5486919" y="20613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5" name="pt15495"/>
            <p:cNvSpPr/>
            <p:nvPr/>
          </p:nvSpPr>
          <p:spPr>
            <a:xfrm>
              <a:off x="5711143" y="19816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6" name="pt15496"/>
            <p:cNvSpPr/>
            <p:nvPr/>
          </p:nvSpPr>
          <p:spPr>
            <a:xfrm>
              <a:off x="5497507" y="20909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7" name="pt15497"/>
            <p:cNvSpPr/>
            <p:nvPr/>
          </p:nvSpPr>
          <p:spPr>
            <a:xfrm>
              <a:off x="5455325" y="21803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8" name="pt15498"/>
            <p:cNvSpPr/>
            <p:nvPr/>
          </p:nvSpPr>
          <p:spPr>
            <a:xfrm>
              <a:off x="5381404" y="22866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9" name="pt15499"/>
            <p:cNvSpPr/>
            <p:nvPr/>
          </p:nvSpPr>
          <p:spPr>
            <a:xfrm>
              <a:off x="5592705" y="21808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0" name="pt15500"/>
            <p:cNvSpPr/>
            <p:nvPr/>
          </p:nvSpPr>
          <p:spPr>
            <a:xfrm>
              <a:off x="5666040" y="20326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1" name="pt15501"/>
            <p:cNvSpPr/>
            <p:nvPr/>
          </p:nvSpPr>
          <p:spPr>
            <a:xfrm>
              <a:off x="5115097" y="20559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2" name="pt15502"/>
            <p:cNvSpPr/>
            <p:nvPr/>
          </p:nvSpPr>
          <p:spPr>
            <a:xfrm>
              <a:off x="5523581" y="22577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3" name="pt15503"/>
            <p:cNvSpPr/>
            <p:nvPr/>
          </p:nvSpPr>
          <p:spPr>
            <a:xfrm>
              <a:off x="5563067" y="22255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4" name="pt15504"/>
            <p:cNvSpPr/>
            <p:nvPr/>
          </p:nvSpPr>
          <p:spPr>
            <a:xfrm>
              <a:off x="5479086" y="18682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5" name="pt15505"/>
            <p:cNvSpPr/>
            <p:nvPr/>
          </p:nvSpPr>
          <p:spPr>
            <a:xfrm>
              <a:off x="5232283" y="22729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6" name="pt15506"/>
            <p:cNvSpPr/>
            <p:nvPr/>
          </p:nvSpPr>
          <p:spPr>
            <a:xfrm>
              <a:off x="5465255" y="20120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7" name="pt15507"/>
            <p:cNvSpPr/>
            <p:nvPr/>
          </p:nvSpPr>
          <p:spPr>
            <a:xfrm>
              <a:off x="5679269" y="17970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8" name="pt15508"/>
            <p:cNvSpPr/>
            <p:nvPr/>
          </p:nvSpPr>
          <p:spPr>
            <a:xfrm>
              <a:off x="5608215" y="19088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9" name="pt15509"/>
            <p:cNvSpPr/>
            <p:nvPr/>
          </p:nvSpPr>
          <p:spPr>
            <a:xfrm>
              <a:off x="5291529" y="22670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0" name="pt15510"/>
            <p:cNvSpPr/>
            <p:nvPr/>
          </p:nvSpPr>
          <p:spPr>
            <a:xfrm>
              <a:off x="5436891" y="22053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1" name="pt15511"/>
            <p:cNvSpPr/>
            <p:nvPr/>
          </p:nvSpPr>
          <p:spPr>
            <a:xfrm>
              <a:off x="5284884" y="2270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2" name="pt15512"/>
            <p:cNvSpPr/>
            <p:nvPr/>
          </p:nvSpPr>
          <p:spPr>
            <a:xfrm>
              <a:off x="5089286" y="26006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3" name="pt15513"/>
            <p:cNvSpPr/>
            <p:nvPr/>
          </p:nvSpPr>
          <p:spPr>
            <a:xfrm>
              <a:off x="5633336" y="21658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4" name="pt15514"/>
            <p:cNvSpPr/>
            <p:nvPr/>
          </p:nvSpPr>
          <p:spPr>
            <a:xfrm>
              <a:off x="5670447" y="19795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5" name="pt15515"/>
            <p:cNvSpPr/>
            <p:nvPr/>
          </p:nvSpPr>
          <p:spPr>
            <a:xfrm>
              <a:off x="5204061" y="21833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6" name="pt15516"/>
            <p:cNvSpPr/>
            <p:nvPr/>
          </p:nvSpPr>
          <p:spPr>
            <a:xfrm>
              <a:off x="5464162" y="17692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7" name="pt15517"/>
            <p:cNvSpPr/>
            <p:nvPr/>
          </p:nvSpPr>
          <p:spPr>
            <a:xfrm>
              <a:off x="5449666" y="22894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8" name="pt15518"/>
            <p:cNvSpPr/>
            <p:nvPr/>
          </p:nvSpPr>
          <p:spPr>
            <a:xfrm>
              <a:off x="5363654" y="21971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9" name="pt15519"/>
            <p:cNvSpPr/>
            <p:nvPr/>
          </p:nvSpPr>
          <p:spPr>
            <a:xfrm>
              <a:off x="5108367" y="19434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0" name="pt15520"/>
            <p:cNvSpPr/>
            <p:nvPr/>
          </p:nvSpPr>
          <p:spPr>
            <a:xfrm>
              <a:off x="5375704" y="22217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1" name="pt15521"/>
            <p:cNvSpPr/>
            <p:nvPr/>
          </p:nvSpPr>
          <p:spPr>
            <a:xfrm>
              <a:off x="5478010" y="1922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2" name="pt15522"/>
            <p:cNvSpPr/>
            <p:nvPr/>
          </p:nvSpPr>
          <p:spPr>
            <a:xfrm>
              <a:off x="5536151" y="21407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3" name="pt15523"/>
            <p:cNvSpPr/>
            <p:nvPr/>
          </p:nvSpPr>
          <p:spPr>
            <a:xfrm>
              <a:off x="5458413" y="20869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4" name="pt15524"/>
            <p:cNvSpPr/>
            <p:nvPr/>
          </p:nvSpPr>
          <p:spPr>
            <a:xfrm>
              <a:off x="5312079" y="21524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5" name="pt15525"/>
            <p:cNvSpPr/>
            <p:nvPr/>
          </p:nvSpPr>
          <p:spPr>
            <a:xfrm>
              <a:off x="5563118" y="22905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6" name="pt15526"/>
            <p:cNvSpPr/>
            <p:nvPr/>
          </p:nvSpPr>
          <p:spPr>
            <a:xfrm>
              <a:off x="5210990" y="21802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7" name="pt15527"/>
            <p:cNvSpPr/>
            <p:nvPr/>
          </p:nvSpPr>
          <p:spPr>
            <a:xfrm>
              <a:off x="5255161" y="20492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8" name="pt15528"/>
            <p:cNvSpPr/>
            <p:nvPr/>
          </p:nvSpPr>
          <p:spPr>
            <a:xfrm>
              <a:off x="5035111" y="21776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9" name="pt15529"/>
            <p:cNvSpPr/>
            <p:nvPr/>
          </p:nvSpPr>
          <p:spPr>
            <a:xfrm>
              <a:off x="5565012" y="21640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0" name="pt15530"/>
            <p:cNvSpPr/>
            <p:nvPr/>
          </p:nvSpPr>
          <p:spPr>
            <a:xfrm>
              <a:off x="5692146" y="19872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1" name="pt15531"/>
            <p:cNvSpPr/>
            <p:nvPr/>
          </p:nvSpPr>
          <p:spPr>
            <a:xfrm>
              <a:off x="5367445" y="22705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2" name="pt15532"/>
            <p:cNvSpPr/>
            <p:nvPr/>
          </p:nvSpPr>
          <p:spPr>
            <a:xfrm>
              <a:off x="5675621" y="16236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3" name="pt15533"/>
            <p:cNvSpPr/>
            <p:nvPr/>
          </p:nvSpPr>
          <p:spPr>
            <a:xfrm>
              <a:off x="5679316" y="17731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4" name="pt15534"/>
            <p:cNvSpPr/>
            <p:nvPr/>
          </p:nvSpPr>
          <p:spPr>
            <a:xfrm>
              <a:off x="5571854" y="22191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5" name="pt15535"/>
            <p:cNvSpPr/>
            <p:nvPr/>
          </p:nvSpPr>
          <p:spPr>
            <a:xfrm>
              <a:off x="5562905" y="22615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6" name="pt15536"/>
            <p:cNvSpPr/>
            <p:nvPr/>
          </p:nvSpPr>
          <p:spPr>
            <a:xfrm>
              <a:off x="5648279" y="19665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7" name="pt15537"/>
            <p:cNvSpPr/>
            <p:nvPr/>
          </p:nvSpPr>
          <p:spPr>
            <a:xfrm>
              <a:off x="5052533" y="24545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8" name="pt15538"/>
            <p:cNvSpPr/>
            <p:nvPr/>
          </p:nvSpPr>
          <p:spPr>
            <a:xfrm>
              <a:off x="5350234" y="22447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9" name="pt15539"/>
            <p:cNvSpPr/>
            <p:nvPr/>
          </p:nvSpPr>
          <p:spPr>
            <a:xfrm>
              <a:off x="5486889" y="20882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0" name="pt15540"/>
            <p:cNvSpPr/>
            <p:nvPr/>
          </p:nvSpPr>
          <p:spPr>
            <a:xfrm>
              <a:off x="5636127" y="19366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1" name="pt15541"/>
            <p:cNvSpPr/>
            <p:nvPr/>
          </p:nvSpPr>
          <p:spPr>
            <a:xfrm>
              <a:off x="5706515" y="21288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2" name="pt15542"/>
            <p:cNvSpPr/>
            <p:nvPr/>
          </p:nvSpPr>
          <p:spPr>
            <a:xfrm>
              <a:off x="5698753" y="20216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3" name="pt15543"/>
            <p:cNvSpPr/>
            <p:nvPr/>
          </p:nvSpPr>
          <p:spPr>
            <a:xfrm>
              <a:off x="5155453" y="26041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4" name="pt15544"/>
            <p:cNvSpPr/>
            <p:nvPr/>
          </p:nvSpPr>
          <p:spPr>
            <a:xfrm>
              <a:off x="5573462" y="22048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5" name="pt15545"/>
            <p:cNvSpPr/>
            <p:nvPr/>
          </p:nvSpPr>
          <p:spPr>
            <a:xfrm>
              <a:off x="5335313" y="21008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6" name="pt15546"/>
            <p:cNvSpPr/>
            <p:nvPr/>
          </p:nvSpPr>
          <p:spPr>
            <a:xfrm>
              <a:off x="5700810" y="1903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7" name="pt15547"/>
            <p:cNvSpPr/>
            <p:nvPr/>
          </p:nvSpPr>
          <p:spPr>
            <a:xfrm>
              <a:off x="5407451" y="22481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8" name="pt15548"/>
            <p:cNvSpPr/>
            <p:nvPr/>
          </p:nvSpPr>
          <p:spPr>
            <a:xfrm>
              <a:off x="5485694" y="20666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9" name="pt15549"/>
            <p:cNvSpPr/>
            <p:nvPr/>
          </p:nvSpPr>
          <p:spPr>
            <a:xfrm>
              <a:off x="5491128" y="21244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0" name="pt15550"/>
            <p:cNvSpPr/>
            <p:nvPr/>
          </p:nvSpPr>
          <p:spPr>
            <a:xfrm>
              <a:off x="5682916" y="18293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1" name="pt15551"/>
            <p:cNvSpPr/>
            <p:nvPr/>
          </p:nvSpPr>
          <p:spPr>
            <a:xfrm>
              <a:off x="5534897" y="21797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2" name="pt15552"/>
            <p:cNvSpPr/>
            <p:nvPr/>
          </p:nvSpPr>
          <p:spPr>
            <a:xfrm>
              <a:off x="5762955" y="20894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3" name="pt15553"/>
            <p:cNvSpPr/>
            <p:nvPr/>
          </p:nvSpPr>
          <p:spPr>
            <a:xfrm>
              <a:off x="5417459" y="21761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4" name="pt15554"/>
            <p:cNvSpPr/>
            <p:nvPr/>
          </p:nvSpPr>
          <p:spPr>
            <a:xfrm>
              <a:off x="5575046" y="22706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5" name="pt15555"/>
            <p:cNvSpPr/>
            <p:nvPr/>
          </p:nvSpPr>
          <p:spPr>
            <a:xfrm>
              <a:off x="5348971" y="21145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6" name="pt15556"/>
            <p:cNvSpPr/>
            <p:nvPr/>
          </p:nvSpPr>
          <p:spPr>
            <a:xfrm>
              <a:off x="5649762" y="2065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7" name="pt15557"/>
            <p:cNvSpPr/>
            <p:nvPr/>
          </p:nvSpPr>
          <p:spPr>
            <a:xfrm>
              <a:off x="5297531" y="21175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8" name="pt15558"/>
            <p:cNvSpPr/>
            <p:nvPr/>
          </p:nvSpPr>
          <p:spPr>
            <a:xfrm>
              <a:off x="5514316" y="22310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9" name="pt15559"/>
            <p:cNvSpPr/>
            <p:nvPr/>
          </p:nvSpPr>
          <p:spPr>
            <a:xfrm>
              <a:off x="5432152" y="17605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0" name="pt15560"/>
            <p:cNvSpPr/>
            <p:nvPr/>
          </p:nvSpPr>
          <p:spPr>
            <a:xfrm>
              <a:off x="5429266" y="23270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1" name="pt15561"/>
            <p:cNvSpPr/>
            <p:nvPr/>
          </p:nvSpPr>
          <p:spPr>
            <a:xfrm>
              <a:off x="5590206" y="20611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2" name="pt15562"/>
            <p:cNvSpPr/>
            <p:nvPr/>
          </p:nvSpPr>
          <p:spPr>
            <a:xfrm>
              <a:off x="5586957" y="23044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3" name="pt15563"/>
            <p:cNvSpPr/>
            <p:nvPr/>
          </p:nvSpPr>
          <p:spPr>
            <a:xfrm>
              <a:off x="5431788" y="20589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4" name="pt15564"/>
            <p:cNvSpPr/>
            <p:nvPr/>
          </p:nvSpPr>
          <p:spPr>
            <a:xfrm>
              <a:off x="5115404" y="22642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5" name="pt15565"/>
            <p:cNvSpPr/>
            <p:nvPr/>
          </p:nvSpPr>
          <p:spPr>
            <a:xfrm>
              <a:off x="5289279" y="21217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6" name="pt15566"/>
            <p:cNvSpPr/>
            <p:nvPr/>
          </p:nvSpPr>
          <p:spPr>
            <a:xfrm>
              <a:off x="5822433" y="20001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7" name="pt15567"/>
            <p:cNvSpPr/>
            <p:nvPr/>
          </p:nvSpPr>
          <p:spPr>
            <a:xfrm>
              <a:off x="5369456" y="21975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8" name="pt15568"/>
            <p:cNvSpPr/>
            <p:nvPr/>
          </p:nvSpPr>
          <p:spPr>
            <a:xfrm>
              <a:off x="5605574" y="21407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9" name="pt15569"/>
            <p:cNvSpPr/>
            <p:nvPr/>
          </p:nvSpPr>
          <p:spPr>
            <a:xfrm>
              <a:off x="5823101" y="20982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0" name="pt15570"/>
            <p:cNvSpPr/>
            <p:nvPr/>
          </p:nvSpPr>
          <p:spPr>
            <a:xfrm>
              <a:off x="5527974" y="21255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1" name="pt15571"/>
            <p:cNvSpPr/>
            <p:nvPr/>
          </p:nvSpPr>
          <p:spPr>
            <a:xfrm>
              <a:off x="5775684" y="20731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2" name="pt15572"/>
            <p:cNvSpPr/>
            <p:nvPr/>
          </p:nvSpPr>
          <p:spPr>
            <a:xfrm>
              <a:off x="5370049" y="22490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3" name="pt15573"/>
            <p:cNvSpPr/>
            <p:nvPr/>
          </p:nvSpPr>
          <p:spPr>
            <a:xfrm>
              <a:off x="5493237" y="2114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4" name="pt15574"/>
            <p:cNvSpPr/>
            <p:nvPr/>
          </p:nvSpPr>
          <p:spPr>
            <a:xfrm>
              <a:off x="5351932" y="20532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5" name="pt15575"/>
            <p:cNvSpPr/>
            <p:nvPr/>
          </p:nvSpPr>
          <p:spPr>
            <a:xfrm>
              <a:off x="5459250" y="2177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6" name="pt15576"/>
            <p:cNvSpPr/>
            <p:nvPr/>
          </p:nvSpPr>
          <p:spPr>
            <a:xfrm>
              <a:off x="5236544" y="21262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7" name="pt15577"/>
            <p:cNvSpPr/>
            <p:nvPr/>
          </p:nvSpPr>
          <p:spPr>
            <a:xfrm>
              <a:off x="5597034" y="21498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8" name="pt15578"/>
            <p:cNvSpPr/>
            <p:nvPr/>
          </p:nvSpPr>
          <p:spPr>
            <a:xfrm>
              <a:off x="5492007" y="21798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9" name="pt15579"/>
            <p:cNvSpPr/>
            <p:nvPr/>
          </p:nvSpPr>
          <p:spPr>
            <a:xfrm>
              <a:off x="5615369" y="22241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0" name="pt15580"/>
            <p:cNvSpPr/>
            <p:nvPr/>
          </p:nvSpPr>
          <p:spPr>
            <a:xfrm>
              <a:off x="5475498" y="19428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1" name="pt15581"/>
            <p:cNvSpPr/>
            <p:nvPr/>
          </p:nvSpPr>
          <p:spPr>
            <a:xfrm>
              <a:off x="5085483" y="25880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2" name="pt15582"/>
            <p:cNvSpPr/>
            <p:nvPr/>
          </p:nvSpPr>
          <p:spPr>
            <a:xfrm>
              <a:off x="5082513" y="26520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3" name="pt15583"/>
            <p:cNvSpPr/>
            <p:nvPr/>
          </p:nvSpPr>
          <p:spPr>
            <a:xfrm>
              <a:off x="5438748" y="22398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4" name="pt15584"/>
            <p:cNvSpPr/>
            <p:nvPr/>
          </p:nvSpPr>
          <p:spPr>
            <a:xfrm>
              <a:off x="5756015" y="19455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5" name="pt15585"/>
            <p:cNvSpPr/>
            <p:nvPr/>
          </p:nvSpPr>
          <p:spPr>
            <a:xfrm>
              <a:off x="5850313" y="1628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6" name="pt15586"/>
            <p:cNvSpPr/>
            <p:nvPr/>
          </p:nvSpPr>
          <p:spPr>
            <a:xfrm>
              <a:off x="5810113" y="18757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7" name="pt15587"/>
            <p:cNvSpPr/>
            <p:nvPr/>
          </p:nvSpPr>
          <p:spPr>
            <a:xfrm>
              <a:off x="5865263" y="16862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8" name="pt15588"/>
            <p:cNvSpPr/>
            <p:nvPr/>
          </p:nvSpPr>
          <p:spPr>
            <a:xfrm>
              <a:off x="5337685" y="20909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9" name="pt15589"/>
            <p:cNvSpPr/>
            <p:nvPr/>
          </p:nvSpPr>
          <p:spPr>
            <a:xfrm>
              <a:off x="5322930" y="2182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0" name="pt15590"/>
            <p:cNvSpPr/>
            <p:nvPr/>
          </p:nvSpPr>
          <p:spPr>
            <a:xfrm>
              <a:off x="5554283" y="22673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1" name="pt15591"/>
            <p:cNvSpPr/>
            <p:nvPr/>
          </p:nvSpPr>
          <p:spPr>
            <a:xfrm>
              <a:off x="5168183" y="26446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2" name="pt15592"/>
            <p:cNvSpPr/>
            <p:nvPr/>
          </p:nvSpPr>
          <p:spPr>
            <a:xfrm>
              <a:off x="5085803" y="2577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3" name="pt15593"/>
            <p:cNvSpPr/>
            <p:nvPr/>
          </p:nvSpPr>
          <p:spPr>
            <a:xfrm>
              <a:off x="5984391" y="22728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4" name="pt15594"/>
            <p:cNvSpPr/>
            <p:nvPr/>
          </p:nvSpPr>
          <p:spPr>
            <a:xfrm>
              <a:off x="5471414" y="19717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5" name="pt15595"/>
            <p:cNvSpPr/>
            <p:nvPr/>
          </p:nvSpPr>
          <p:spPr>
            <a:xfrm>
              <a:off x="5569344" y="22040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6" name="pt15596"/>
            <p:cNvSpPr/>
            <p:nvPr/>
          </p:nvSpPr>
          <p:spPr>
            <a:xfrm>
              <a:off x="5609069" y="20260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7" name="pt15597"/>
            <p:cNvSpPr/>
            <p:nvPr/>
          </p:nvSpPr>
          <p:spPr>
            <a:xfrm>
              <a:off x="5367098" y="2243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8" name="pt15598"/>
            <p:cNvSpPr/>
            <p:nvPr/>
          </p:nvSpPr>
          <p:spPr>
            <a:xfrm>
              <a:off x="5357966" y="21969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9" name="pt15599"/>
            <p:cNvSpPr/>
            <p:nvPr/>
          </p:nvSpPr>
          <p:spPr>
            <a:xfrm>
              <a:off x="5586002" y="23064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0" name="pt15600"/>
            <p:cNvSpPr/>
            <p:nvPr/>
          </p:nvSpPr>
          <p:spPr>
            <a:xfrm>
              <a:off x="5246175" y="2158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1" name="pt15601"/>
            <p:cNvSpPr/>
            <p:nvPr/>
          </p:nvSpPr>
          <p:spPr>
            <a:xfrm>
              <a:off x="5337166" y="21310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2" name="pt15602"/>
            <p:cNvSpPr/>
            <p:nvPr/>
          </p:nvSpPr>
          <p:spPr>
            <a:xfrm>
              <a:off x="5205137" y="21359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3" name="pt15603"/>
            <p:cNvSpPr/>
            <p:nvPr/>
          </p:nvSpPr>
          <p:spPr>
            <a:xfrm>
              <a:off x="5239977" y="20847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4" name="pt15604"/>
            <p:cNvSpPr/>
            <p:nvPr/>
          </p:nvSpPr>
          <p:spPr>
            <a:xfrm>
              <a:off x="5096621" y="26277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5" name="pt15605"/>
            <p:cNvSpPr/>
            <p:nvPr/>
          </p:nvSpPr>
          <p:spPr>
            <a:xfrm>
              <a:off x="5469881" y="20274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6" name="pt15606"/>
            <p:cNvSpPr/>
            <p:nvPr/>
          </p:nvSpPr>
          <p:spPr>
            <a:xfrm>
              <a:off x="5307695" y="19884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7" name="pt15607"/>
            <p:cNvSpPr/>
            <p:nvPr/>
          </p:nvSpPr>
          <p:spPr>
            <a:xfrm>
              <a:off x="5915894" y="15976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8" name="pt15608"/>
            <p:cNvSpPr/>
            <p:nvPr/>
          </p:nvSpPr>
          <p:spPr>
            <a:xfrm>
              <a:off x="5248267" y="19847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9" name="pt15609"/>
            <p:cNvSpPr/>
            <p:nvPr/>
          </p:nvSpPr>
          <p:spPr>
            <a:xfrm>
              <a:off x="5433711" y="22477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0" name="pt15610"/>
            <p:cNvSpPr/>
            <p:nvPr/>
          </p:nvSpPr>
          <p:spPr>
            <a:xfrm>
              <a:off x="5356112" y="21556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1" name="pt15611"/>
            <p:cNvSpPr/>
            <p:nvPr/>
          </p:nvSpPr>
          <p:spPr>
            <a:xfrm>
              <a:off x="5545596" y="21143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2" name="pt15612"/>
            <p:cNvSpPr/>
            <p:nvPr/>
          </p:nvSpPr>
          <p:spPr>
            <a:xfrm>
              <a:off x="5175673" y="27082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3" name="pt15613"/>
            <p:cNvSpPr/>
            <p:nvPr/>
          </p:nvSpPr>
          <p:spPr>
            <a:xfrm>
              <a:off x="5380104" y="22508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4" name="pt15614"/>
            <p:cNvSpPr/>
            <p:nvPr/>
          </p:nvSpPr>
          <p:spPr>
            <a:xfrm>
              <a:off x="5545518" y="19589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5" name="pt15615"/>
            <p:cNvSpPr/>
            <p:nvPr/>
          </p:nvSpPr>
          <p:spPr>
            <a:xfrm>
              <a:off x="5016803" y="25447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6" name="pt15616"/>
            <p:cNvSpPr/>
            <p:nvPr/>
          </p:nvSpPr>
          <p:spPr>
            <a:xfrm>
              <a:off x="5528396" y="20951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7" name="pt15617"/>
            <p:cNvSpPr/>
            <p:nvPr/>
          </p:nvSpPr>
          <p:spPr>
            <a:xfrm>
              <a:off x="4876950" y="25445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8" name="pt15618"/>
            <p:cNvSpPr/>
            <p:nvPr/>
          </p:nvSpPr>
          <p:spPr>
            <a:xfrm>
              <a:off x="5431797" y="21813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9" name="pt15619"/>
            <p:cNvSpPr/>
            <p:nvPr/>
          </p:nvSpPr>
          <p:spPr>
            <a:xfrm>
              <a:off x="5193534" y="23373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0" name="pt15620"/>
            <p:cNvSpPr/>
            <p:nvPr/>
          </p:nvSpPr>
          <p:spPr>
            <a:xfrm>
              <a:off x="5085559" y="24440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1" name="pt15621"/>
            <p:cNvSpPr/>
            <p:nvPr/>
          </p:nvSpPr>
          <p:spPr>
            <a:xfrm>
              <a:off x="5284004" y="22386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2" name="pt15622"/>
            <p:cNvSpPr/>
            <p:nvPr/>
          </p:nvSpPr>
          <p:spPr>
            <a:xfrm>
              <a:off x="5318965" y="21320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3" name="pt15623"/>
            <p:cNvSpPr/>
            <p:nvPr/>
          </p:nvSpPr>
          <p:spPr>
            <a:xfrm>
              <a:off x="4756894" y="23724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4" name="pt15624"/>
            <p:cNvSpPr/>
            <p:nvPr/>
          </p:nvSpPr>
          <p:spPr>
            <a:xfrm>
              <a:off x="5108075" y="16780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5" name="pt15625"/>
            <p:cNvSpPr/>
            <p:nvPr/>
          </p:nvSpPr>
          <p:spPr>
            <a:xfrm>
              <a:off x="5611872" y="20721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6" name="pt15626"/>
            <p:cNvSpPr/>
            <p:nvPr/>
          </p:nvSpPr>
          <p:spPr>
            <a:xfrm>
              <a:off x="5789147" y="20905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7" name="pt15627"/>
            <p:cNvSpPr/>
            <p:nvPr/>
          </p:nvSpPr>
          <p:spPr>
            <a:xfrm>
              <a:off x="4767381" y="28259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8" name="pt15628"/>
            <p:cNvSpPr/>
            <p:nvPr/>
          </p:nvSpPr>
          <p:spPr>
            <a:xfrm>
              <a:off x="5499305" y="23133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9" name="pt15629"/>
            <p:cNvSpPr/>
            <p:nvPr/>
          </p:nvSpPr>
          <p:spPr>
            <a:xfrm>
              <a:off x="4859526" y="2730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0" name="pt15630"/>
            <p:cNvSpPr/>
            <p:nvPr/>
          </p:nvSpPr>
          <p:spPr>
            <a:xfrm>
              <a:off x="5531420" y="21741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1" name="pt15631"/>
            <p:cNvSpPr/>
            <p:nvPr/>
          </p:nvSpPr>
          <p:spPr>
            <a:xfrm>
              <a:off x="5563572" y="21867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2" name="pt15632"/>
            <p:cNvSpPr/>
            <p:nvPr/>
          </p:nvSpPr>
          <p:spPr>
            <a:xfrm>
              <a:off x="5394382" y="21817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3" name="pt15633"/>
            <p:cNvSpPr/>
            <p:nvPr/>
          </p:nvSpPr>
          <p:spPr>
            <a:xfrm>
              <a:off x="5309375" y="2079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4" name="pt15634"/>
            <p:cNvSpPr/>
            <p:nvPr/>
          </p:nvSpPr>
          <p:spPr>
            <a:xfrm>
              <a:off x="5497092" y="22556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5" name="pt15635"/>
            <p:cNvSpPr/>
            <p:nvPr/>
          </p:nvSpPr>
          <p:spPr>
            <a:xfrm>
              <a:off x="4949634" y="19153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6" name="pt15636"/>
            <p:cNvSpPr/>
            <p:nvPr/>
          </p:nvSpPr>
          <p:spPr>
            <a:xfrm>
              <a:off x="5341816" y="22742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7" name="pt15637"/>
            <p:cNvSpPr/>
            <p:nvPr/>
          </p:nvSpPr>
          <p:spPr>
            <a:xfrm>
              <a:off x="5372149" y="22057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8" name="pt15638"/>
            <p:cNvSpPr/>
            <p:nvPr/>
          </p:nvSpPr>
          <p:spPr>
            <a:xfrm>
              <a:off x="5450672" y="22830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9" name="pt15639"/>
            <p:cNvSpPr/>
            <p:nvPr/>
          </p:nvSpPr>
          <p:spPr>
            <a:xfrm>
              <a:off x="5745522" y="19325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0" name="pt15640"/>
            <p:cNvSpPr/>
            <p:nvPr/>
          </p:nvSpPr>
          <p:spPr>
            <a:xfrm>
              <a:off x="5758341" y="18698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1" name="pt15641"/>
            <p:cNvSpPr/>
            <p:nvPr/>
          </p:nvSpPr>
          <p:spPr>
            <a:xfrm>
              <a:off x="5623074" y="18700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2" name="pt15642"/>
            <p:cNvSpPr/>
            <p:nvPr/>
          </p:nvSpPr>
          <p:spPr>
            <a:xfrm>
              <a:off x="5606541" y="20221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3" name="pt15643"/>
            <p:cNvSpPr/>
            <p:nvPr/>
          </p:nvSpPr>
          <p:spPr>
            <a:xfrm>
              <a:off x="5564831" y="21364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4" name="pt15644"/>
            <p:cNvSpPr/>
            <p:nvPr/>
          </p:nvSpPr>
          <p:spPr>
            <a:xfrm>
              <a:off x="5752324" y="1751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5" name="pt15645"/>
            <p:cNvSpPr/>
            <p:nvPr/>
          </p:nvSpPr>
          <p:spPr>
            <a:xfrm>
              <a:off x="5391485" y="21437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6" name="pt15646"/>
            <p:cNvSpPr/>
            <p:nvPr/>
          </p:nvSpPr>
          <p:spPr>
            <a:xfrm>
              <a:off x="5289334" y="21312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7" name="pt15647"/>
            <p:cNvSpPr/>
            <p:nvPr/>
          </p:nvSpPr>
          <p:spPr>
            <a:xfrm>
              <a:off x="4859672" y="20237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8" name="pt15648"/>
            <p:cNvSpPr/>
            <p:nvPr/>
          </p:nvSpPr>
          <p:spPr>
            <a:xfrm>
              <a:off x="5438679" y="22099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9" name="pt15649"/>
            <p:cNvSpPr/>
            <p:nvPr/>
          </p:nvSpPr>
          <p:spPr>
            <a:xfrm>
              <a:off x="5153643" y="26648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0" name="pt15650"/>
            <p:cNvSpPr/>
            <p:nvPr/>
          </p:nvSpPr>
          <p:spPr>
            <a:xfrm>
              <a:off x="5245221" y="22155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1" name="pt15651"/>
            <p:cNvSpPr/>
            <p:nvPr/>
          </p:nvSpPr>
          <p:spPr>
            <a:xfrm>
              <a:off x="5711428" y="20046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2" name="pt15652"/>
            <p:cNvSpPr/>
            <p:nvPr/>
          </p:nvSpPr>
          <p:spPr>
            <a:xfrm>
              <a:off x="5644900" y="20359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3" name="pt15653"/>
            <p:cNvSpPr/>
            <p:nvPr/>
          </p:nvSpPr>
          <p:spPr>
            <a:xfrm>
              <a:off x="5642367" y="20935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4" name="pt15654"/>
            <p:cNvSpPr/>
            <p:nvPr/>
          </p:nvSpPr>
          <p:spPr>
            <a:xfrm>
              <a:off x="5865032" y="19499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5" name="pt15655"/>
            <p:cNvSpPr/>
            <p:nvPr/>
          </p:nvSpPr>
          <p:spPr>
            <a:xfrm>
              <a:off x="5724611" y="17657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6" name="pt15656"/>
            <p:cNvSpPr/>
            <p:nvPr/>
          </p:nvSpPr>
          <p:spPr>
            <a:xfrm>
              <a:off x="5121001" y="25550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7" name="pt15657"/>
            <p:cNvSpPr/>
            <p:nvPr/>
          </p:nvSpPr>
          <p:spPr>
            <a:xfrm>
              <a:off x="5390913" y="21867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8" name="pt15658"/>
            <p:cNvSpPr/>
            <p:nvPr/>
          </p:nvSpPr>
          <p:spPr>
            <a:xfrm>
              <a:off x="5037270" y="22412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9" name="pt15659"/>
            <p:cNvSpPr/>
            <p:nvPr/>
          </p:nvSpPr>
          <p:spPr>
            <a:xfrm>
              <a:off x="5441669" y="22314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0" name="pt15660"/>
            <p:cNvSpPr/>
            <p:nvPr/>
          </p:nvSpPr>
          <p:spPr>
            <a:xfrm>
              <a:off x="5195420" y="23483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1" name="pt15661"/>
            <p:cNvSpPr/>
            <p:nvPr/>
          </p:nvSpPr>
          <p:spPr>
            <a:xfrm>
              <a:off x="5186829" y="22198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2" name="pt15662"/>
            <p:cNvSpPr/>
            <p:nvPr/>
          </p:nvSpPr>
          <p:spPr>
            <a:xfrm>
              <a:off x="5483425" y="2094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3" name="pt15663"/>
            <p:cNvSpPr/>
            <p:nvPr/>
          </p:nvSpPr>
          <p:spPr>
            <a:xfrm>
              <a:off x="5677065" y="17859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4" name="pt15664"/>
            <p:cNvSpPr/>
            <p:nvPr/>
          </p:nvSpPr>
          <p:spPr>
            <a:xfrm>
              <a:off x="5109183" y="18905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5" name="pt15665"/>
            <p:cNvSpPr/>
            <p:nvPr/>
          </p:nvSpPr>
          <p:spPr>
            <a:xfrm>
              <a:off x="5057368" y="25213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6" name="pt15666"/>
            <p:cNvSpPr/>
            <p:nvPr/>
          </p:nvSpPr>
          <p:spPr>
            <a:xfrm>
              <a:off x="5591768" y="20486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7" name="pt15667"/>
            <p:cNvSpPr/>
            <p:nvPr/>
          </p:nvSpPr>
          <p:spPr>
            <a:xfrm>
              <a:off x="5404375" y="22412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8" name="pt15668"/>
            <p:cNvSpPr/>
            <p:nvPr/>
          </p:nvSpPr>
          <p:spPr>
            <a:xfrm>
              <a:off x="5126895" y="26411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9" name="pt15669"/>
            <p:cNvSpPr/>
            <p:nvPr/>
          </p:nvSpPr>
          <p:spPr>
            <a:xfrm>
              <a:off x="5346549" y="19955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0" name="pt15670"/>
            <p:cNvSpPr/>
            <p:nvPr/>
          </p:nvSpPr>
          <p:spPr>
            <a:xfrm>
              <a:off x="5614503" y="19733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1" name="pt15671"/>
            <p:cNvSpPr/>
            <p:nvPr/>
          </p:nvSpPr>
          <p:spPr>
            <a:xfrm>
              <a:off x="6096071" y="20056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2" name="pt15672"/>
            <p:cNvSpPr/>
            <p:nvPr/>
          </p:nvSpPr>
          <p:spPr>
            <a:xfrm>
              <a:off x="5164145" y="27477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3" name="pt15673"/>
            <p:cNvSpPr/>
            <p:nvPr/>
          </p:nvSpPr>
          <p:spPr>
            <a:xfrm>
              <a:off x="5213243" y="21287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4" name="pt15674"/>
            <p:cNvSpPr/>
            <p:nvPr/>
          </p:nvSpPr>
          <p:spPr>
            <a:xfrm>
              <a:off x="5691873" y="16629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5" name="pt15675"/>
            <p:cNvSpPr/>
            <p:nvPr/>
          </p:nvSpPr>
          <p:spPr>
            <a:xfrm>
              <a:off x="5473454" y="19222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6" name="pt15676"/>
            <p:cNvSpPr/>
            <p:nvPr/>
          </p:nvSpPr>
          <p:spPr>
            <a:xfrm>
              <a:off x="5398730" y="21280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7" name="pt15677"/>
            <p:cNvSpPr/>
            <p:nvPr/>
          </p:nvSpPr>
          <p:spPr>
            <a:xfrm>
              <a:off x="5077446" y="24276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8" name="pt15678"/>
            <p:cNvSpPr/>
            <p:nvPr/>
          </p:nvSpPr>
          <p:spPr>
            <a:xfrm>
              <a:off x="5387406" y="21179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9" name="pt15679"/>
            <p:cNvSpPr/>
            <p:nvPr/>
          </p:nvSpPr>
          <p:spPr>
            <a:xfrm>
              <a:off x="5401300" y="21745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0" name="pt15680"/>
            <p:cNvSpPr/>
            <p:nvPr/>
          </p:nvSpPr>
          <p:spPr>
            <a:xfrm>
              <a:off x="5404668" y="22470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1" name="pt15681"/>
            <p:cNvSpPr/>
            <p:nvPr/>
          </p:nvSpPr>
          <p:spPr>
            <a:xfrm>
              <a:off x="5220250" y="22018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2" name="pt15682"/>
            <p:cNvSpPr/>
            <p:nvPr/>
          </p:nvSpPr>
          <p:spPr>
            <a:xfrm>
              <a:off x="5399016" y="21179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3" name="pt15683"/>
            <p:cNvSpPr/>
            <p:nvPr/>
          </p:nvSpPr>
          <p:spPr>
            <a:xfrm>
              <a:off x="5448599" y="2377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4" name="pt15684"/>
            <p:cNvSpPr/>
            <p:nvPr/>
          </p:nvSpPr>
          <p:spPr>
            <a:xfrm>
              <a:off x="5541605" y="21088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5" name="pt15685"/>
            <p:cNvSpPr/>
            <p:nvPr/>
          </p:nvSpPr>
          <p:spPr>
            <a:xfrm>
              <a:off x="5603447" y="19784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6" name="pt15686"/>
            <p:cNvSpPr/>
            <p:nvPr/>
          </p:nvSpPr>
          <p:spPr>
            <a:xfrm>
              <a:off x="5717917" y="20970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7" name="pt15687"/>
            <p:cNvSpPr/>
            <p:nvPr/>
          </p:nvSpPr>
          <p:spPr>
            <a:xfrm>
              <a:off x="5402574" y="22202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8" name="pt15688"/>
            <p:cNvSpPr/>
            <p:nvPr/>
          </p:nvSpPr>
          <p:spPr>
            <a:xfrm>
              <a:off x="5328121" y="21650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9" name="pt15689"/>
            <p:cNvSpPr/>
            <p:nvPr/>
          </p:nvSpPr>
          <p:spPr>
            <a:xfrm>
              <a:off x="5618941" y="19651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0" name="pt15690"/>
            <p:cNvSpPr/>
            <p:nvPr/>
          </p:nvSpPr>
          <p:spPr>
            <a:xfrm>
              <a:off x="5178391" y="24993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1" name="pt15691"/>
            <p:cNvSpPr/>
            <p:nvPr/>
          </p:nvSpPr>
          <p:spPr>
            <a:xfrm>
              <a:off x="5779983" y="18869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2" name="pt15692"/>
            <p:cNvSpPr/>
            <p:nvPr/>
          </p:nvSpPr>
          <p:spPr>
            <a:xfrm>
              <a:off x="5621036" y="18398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3" name="pt15693"/>
            <p:cNvSpPr/>
            <p:nvPr/>
          </p:nvSpPr>
          <p:spPr>
            <a:xfrm>
              <a:off x="5270503" y="21931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4" name="pt15694"/>
            <p:cNvSpPr/>
            <p:nvPr/>
          </p:nvSpPr>
          <p:spPr>
            <a:xfrm>
              <a:off x="5359418" y="22645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5" name="pt15695"/>
            <p:cNvSpPr/>
            <p:nvPr/>
          </p:nvSpPr>
          <p:spPr>
            <a:xfrm>
              <a:off x="5657009" y="21728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6" name="pt15696"/>
            <p:cNvSpPr/>
            <p:nvPr/>
          </p:nvSpPr>
          <p:spPr>
            <a:xfrm>
              <a:off x="5359883" y="21367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7" name="pt15697"/>
            <p:cNvSpPr/>
            <p:nvPr/>
          </p:nvSpPr>
          <p:spPr>
            <a:xfrm>
              <a:off x="5258154" y="21838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8" name="pt15698"/>
            <p:cNvSpPr/>
            <p:nvPr/>
          </p:nvSpPr>
          <p:spPr>
            <a:xfrm>
              <a:off x="5678797" y="17524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9" name="pt15699"/>
            <p:cNvSpPr/>
            <p:nvPr/>
          </p:nvSpPr>
          <p:spPr>
            <a:xfrm>
              <a:off x="5588292" y="22031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0" name="pt15700"/>
            <p:cNvSpPr/>
            <p:nvPr/>
          </p:nvSpPr>
          <p:spPr>
            <a:xfrm>
              <a:off x="5540021" y="19897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1" name="pt15701"/>
            <p:cNvSpPr/>
            <p:nvPr/>
          </p:nvSpPr>
          <p:spPr>
            <a:xfrm>
              <a:off x="5196162" y="24133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2" name="pt15702"/>
            <p:cNvSpPr/>
            <p:nvPr/>
          </p:nvSpPr>
          <p:spPr>
            <a:xfrm>
              <a:off x="5321421" y="22536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3" name="pt15703"/>
            <p:cNvSpPr/>
            <p:nvPr/>
          </p:nvSpPr>
          <p:spPr>
            <a:xfrm>
              <a:off x="5713410" y="19494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4" name="pt15704"/>
            <p:cNvSpPr/>
            <p:nvPr/>
          </p:nvSpPr>
          <p:spPr>
            <a:xfrm>
              <a:off x="5534395" y="22862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5" name="pt15705"/>
            <p:cNvSpPr/>
            <p:nvPr/>
          </p:nvSpPr>
          <p:spPr>
            <a:xfrm>
              <a:off x="5602160" y="22144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6" name="pt15706"/>
            <p:cNvSpPr/>
            <p:nvPr/>
          </p:nvSpPr>
          <p:spPr>
            <a:xfrm>
              <a:off x="5048417" y="23259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7" name="pt15707"/>
            <p:cNvSpPr/>
            <p:nvPr/>
          </p:nvSpPr>
          <p:spPr>
            <a:xfrm>
              <a:off x="5512151" y="22505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8" name="pt15708"/>
            <p:cNvSpPr/>
            <p:nvPr/>
          </p:nvSpPr>
          <p:spPr>
            <a:xfrm>
              <a:off x="5391781" y="21278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9" name="pt15709"/>
            <p:cNvSpPr/>
            <p:nvPr/>
          </p:nvSpPr>
          <p:spPr>
            <a:xfrm>
              <a:off x="5647381" y="21010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0" name="pt15710"/>
            <p:cNvSpPr/>
            <p:nvPr/>
          </p:nvSpPr>
          <p:spPr>
            <a:xfrm>
              <a:off x="5299537" y="22259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1" name="pt15711"/>
            <p:cNvSpPr/>
            <p:nvPr/>
          </p:nvSpPr>
          <p:spPr>
            <a:xfrm>
              <a:off x="5440316" y="21826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2" name="pt15712"/>
            <p:cNvSpPr/>
            <p:nvPr/>
          </p:nvSpPr>
          <p:spPr>
            <a:xfrm>
              <a:off x="5179125" y="2404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3" name="pt15713"/>
            <p:cNvSpPr/>
            <p:nvPr/>
          </p:nvSpPr>
          <p:spPr>
            <a:xfrm>
              <a:off x="5451140" y="2158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4" name="pt15714"/>
            <p:cNvSpPr/>
            <p:nvPr/>
          </p:nvSpPr>
          <p:spPr>
            <a:xfrm>
              <a:off x="5551538" y="21712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5" name="pt15715"/>
            <p:cNvSpPr/>
            <p:nvPr/>
          </p:nvSpPr>
          <p:spPr>
            <a:xfrm>
              <a:off x="5298029" y="21681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6" name="pt15716"/>
            <p:cNvSpPr/>
            <p:nvPr/>
          </p:nvSpPr>
          <p:spPr>
            <a:xfrm>
              <a:off x="5549560" y="21994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7" name="pt15717"/>
            <p:cNvSpPr/>
            <p:nvPr/>
          </p:nvSpPr>
          <p:spPr>
            <a:xfrm>
              <a:off x="5187536" y="23914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8" name="pt15718"/>
            <p:cNvSpPr/>
            <p:nvPr/>
          </p:nvSpPr>
          <p:spPr>
            <a:xfrm>
              <a:off x="5267934" y="2117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9" name="pt15719"/>
            <p:cNvSpPr/>
            <p:nvPr/>
          </p:nvSpPr>
          <p:spPr>
            <a:xfrm>
              <a:off x="5386481" y="21367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0" name="pt15720"/>
            <p:cNvSpPr/>
            <p:nvPr/>
          </p:nvSpPr>
          <p:spPr>
            <a:xfrm>
              <a:off x="5358779" y="2197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1" name="pt15721"/>
            <p:cNvSpPr/>
            <p:nvPr/>
          </p:nvSpPr>
          <p:spPr>
            <a:xfrm>
              <a:off x="5371993" y="22451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2" name="pt15722"/>
            <p:cNvSpPr/>
            <p:nvPr/>
          </p:nvSpPr>
          <p:spPr>
            <a:xfrm>
              <a:off x="5164892" y="27198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3" name="pt15723"/>
            <p:cNvSpPr/>
            <p:nvPr/>
          </p:nvSpPr>
          <p:spPr>
            <a:xfrm>
              <a:off x="5393017" y="21662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4" name="pt15724"/>
            <p:cNvSpPr/>
            <p:nvPr/>
          </p:nvSpPr>
          <p:spPr>
            <a:xfrm>
              <a:off x="5790200" y="20594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5" name="pt15725"/>
            <p:cNvSpPr/>
            <p:nvPr/>
          </p:nvSpPr>
          <p:spPr>
            <a:xfrm>
              <a:off x="5663494" y="18905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6" name="pt15726"/>
            <p:cNvSpPr/>
            <p:nvPr/>
          </p:nvSpPr>
          <p:spPr>
            <a:xfrm>
              <a:off x="5477807" y="19816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7" name="pt15727"/>
            <p:cNvSpPr/>
            <p:nvPr/>
          </p:nvSpPr>
          <p:spPr>
            <a:xfrm>
              <a:off x="5143324" y="25371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8" name="pt15728"/>
            <p:cNvSpPr/>
            <p:nvPr/>
          </p:nvSpPr>
          <p:spPr>
            <a:xfrm>
              <a:off x="5507831" y="22000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9" name="pt15729"/>
            <p:cNvSpPr/>
            <p:nvPr/>
          </p:nvSpPr>
          <p:spPr>
            <a:xfrm>
              <a:off x="5691784" y="19170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0" name="pt15730"/>
            <p:cNvSpPr/>
            <p:nvPr/>
          </p:nvSpPr>
          <p:spPr>
            <a:xfrm>
              <a:off x="5481481" y="20930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1" name="pt15731"/>
            <p:cNvSpPr/>
            <p:nvPr/>
          </p:nvSpPr>
          <p:spPr>
            <a:xfrm>
              <a:off x="5582838" y="22455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2" name="pt15732"/>
            <p:cNvSpPr/>
            <p:nvPr/>
          </p:nvSpPr>
          <p:spPr>
            <a:xfrm>
              <a:off x="5380504" y="21810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3" name="pt15733"/>
            <p:cNvSpPr/>
            <p:nvPr/>
          </p:nvSpPr>
          <p:spPr>
            <a:xfrm>
              <a:off x="5860754" y="21410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4" name="pt15734"/>
            <p:cNvSpPr/>
            <p:nvPr/>
          </p:nvSpPr>
          <p:spPr>
            <a:xfrm>
              <a:off x="5382085" y="22520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5" name="pt15735"/>
            <p:cNvSpPr/>
            <p:nvPr/>
          </p:nvSpPr>
          <p:spPr>
            <a:xfrm>
              <a:off x="5389732" y="22163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6" name="pt15736"/>
            <p:cNvSpPr/>
            <p:nvPr/>
          </p:nvSpPr>
          <p:spPr>
            <a:xfrm>
              <a:off x="5193174" y="21819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7" name="pt15737"/>
            <p:cNvSpPr/>
            <p:nvPr/>
          </p:nvSpPr>
          <p:spPr>
            <a:xfrm>
              <a:off x="5479217" y="19234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8" name="pt15738"/>
            <p:cNvSpPr/>
            <p:nvPr/>
          </p:nvSpPr>
          <p:spPr>
            <a:xfrm>
              <a:off x="5463729" y="18695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9" name="pt15739"/>
            <p:cNvSpPr/>
            <p:nvPr/>
          </p:nvSpPr>
          <p:spPr>
            <a:xfrm>
              <a:off x="5060100" y="24803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0" name="pt15740"/>
            <p:cNvSpPr/>
            <p:nvPr/>
          </p:nvSpPr>
          <p:spPr>
            <a:xfrm>
              <a:off x="5430343" y="20469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1" name="pt15741"/>
            <p:cNvSpPr/>
            <p:nvPr/>
          </p:nvSpPr>
          <p:spPr>
            <a:xfrm>
              <a:off x="5281528" y="22817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2" name="pt15742"/>
            <p:cNvSpPr/>
            <p:nvPr/>
          </p:nvSpPr>
          <p:spPr>
            <a:xfrm>
              <a:off x="5332377" y="21832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3" name="pt15743"/>
            <p:cNvSpPr/>
            <p:nvPr/>
          </p:nvSpPr>
          <p:spPr>
            <a:xfrm>
              <a:off x="5523358" y="21120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4" name="pt15744"/>
            <p:cNvSpPr/>
            <p:nvPr/>
          </p:nvSpPr>
          <p:spPr>
            <a:xfrm>
              <a:off x="5561285" y="22682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5" name="pt15745"/>
            <p:cNvSpPr/>
            <p:nvPr/>
          </p:nvSpPr>
          <p:spPr>
            <a:xfrm>
              <a:off x="5714537" y="19630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6" name="pt15746"/>
            <p:cNvSpPr/>
            <p:nvPr/>
          </p:nvSpPr>
          <p:spPr>
            <a:xfrm>
              <a:off x="5506232" y="23669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7" name="pt15747"/>
            <p:cNvSpPr/>
            <p:nvPr/>
          </p:nvSpPr>
          <p:spPr>
            <a:xfrm>
              <a:off x="5357786" y="21287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8" name="pt15748"/>
            <p:cNvSpPr/>
            <p:nvPr/>
          </p:nvSpPr>
          <p:spPr>
            <a:xfrm>
              <a:off x="5513988" y="21724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9" name="pt15749"/>
            <p:cNvSpPr/>
            <p:nvPr/>
          </p:nvSpPr>
          <p:spPr>
            <a:xfrm>
              <a:off x="5694863" y="19902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0" name="pt15750"/>
            <p:cNvSpPr/>
            <p:nvPr/>
          </p:nvSpPr>
          <p:spPr>
            <a:xfrm>
              <a:off x="5362403" y="22395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1" name="pt15751"/>
            <p:cNvSpPr/>
            <p:nvPr/>
          </p:nvSpPr>
          <p:spPr>
            <a:xfrm>
              <a:off x="5733691" y="18624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2" name="pt15752"/>
            <p:cNvSpPr/>
            <p:nvPr/>
          </p:nvSpPr>
          <p:spPr>
            <a:xfrm>
              <a:off x="5585840" y="22409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3" name="pt15753"/>
            <p:cNvSpPr/>
            <p:nvPr/>
          </p:nvSpPr>
          <p:spPr>
            <a:xfrm>
              <a:off x="5657276" y="20767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4" name="pt15754"/>
            <p:cNvSpPr/>
            <p:nvPr/>
          </p:nvSpPr>
          <p:spPr>
            <a:xfrm>
              <a:off x="5065669" y="23018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5" name="pt15755"/>
            <p:cNvSpPr/>
            <p:nvPr/>
          </p:nvSpPr>
          <p:spPr>
            <a:xfrm>
              <a:off x="5495200" y="21522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6" name="pt15756"/>
            <p:cNvSpPr/>
            <p:nvPr/>
          </p:nvSpPr>
          <p:spPr>
            <a:xfrm>
              <a:off x="5815026" y="18650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7" name="pt15757"/>
            <p:cNvSpPr/>
            <p:nvPr/>
          </p:nvSpPr>
          <p:spPr>
            <a:xfrm>
              <a:off x="5625130" y="18658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8" name="pt15758"/>
            <p:cNvSpPr/>
            <p:nvPr/>
          </p:nvSpPr>
          <p:spPr>
            <a:xfrm>
              <a:off x="5480162" y="18011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9" name="pt15759"/>
            <p:cNvSpPr/>
            <p:nvPr/>
          </p:nvSpPr>
          <p:spPr>
            <a:xfrm>
              <a:off x="5708264" y="22157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0" name="pt15760"/>
            <p:cNvSpPr/>
            <p:nvPr/>
          </p:nvSpPr>
          <p:spPr>
            <a:xfrm>
              <a:off x="5622265" y="19691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1" name="pt15761"/>
            <p:cNvSpPr/>
            <p:nvPr/>
          </p:nvSpPr>
          <p:spPr>
            <a:xfrm>
              <a:off x="5504386" y="21936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2" name="pt15762"/>
            <p:cNvSpPr/>
            <p:nvPr/>
          </p:nvSpPr>
          <p:spPr>
            <a:xfrm>
              <a:off x="5003868" y="24711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3" name="pt15763"/>
            <p:cNvSpPr/>
            <p:nvPr/>
          </p:nvSpPr>
          <p:spPr>
            <a:xfrm>
              <a:off x="5522688" y="21978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4" name="pt15764"/>
            <p:cNvSpPr/>
            <p:nvPr/>
          </p:nvSpPr>
          <p:spPr>
            <a:xfrm>
              <a:off x="5103221" y="24372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5" name="pt15765"/>
            <p:cNvSpPr/>
            <p:nvPr/>
          </p:nvSpPr>
          <p:spPr>
            <a:xfrm>
              <a:off x="5770476" y="20283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6" name="pt15766"/>
            <p:cNvSpPr/>
            <p:nvPr/>
          </p:nvSpPr>
          <p:spPr>
            <a:xfrm>
              <a:off x="4823049" y="24275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7" name="pt15767"/>
            <p:cNvSpPr/>
            <p:nvPr/>
          </p:nvSpPr>
          <p:spPr>
            <a:xfrm>
              <a:off x="5469618" y="19843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8" name="pt15768"/>
            <p:cNvSpPr/>
            <p:nvPr/>
          </p:nvSpPr>
          <p:spPr>
            <a:xfrm>
              <a:off x="5442096" y="22909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9" name="pt15769"/>
            <p:cNvSpPr/>
            <p:nvPr/>
          </p:nvSpPr>
          <p:spPr>
            <a:xfrm>
              <a:off x="5439688" y="21542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0" name="pt15770"/>
            <p:cNvSpPr/>
            <p:nvPr/>
          </p:nvSpPr>
          <p:spPr>
            <a:xfrm>
              <a:off x="5426032" y="21788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1" name="pt15771"/>
            <p:cNvSpPr/>
            <p:nvPr/>
          </p:nvSpPr>
          <p:spPr>
            <a:xfrm>
              <a:off x="5470750" y="19148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2" name="pt15772"/>
            <p:cNvSpPr/>
            <p:nvPr/>
          </p:nvSpPr>
          <p:spPr>
            <a:xfrm>
              <a:off x="5672646" y="18432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3" name="pt15773"/>
            <p:cNvSpPr/>
            <p:nvPr/>
          </p:nvSpPr>
          <p:spPr>
            <a:xfrm>
              <a:off x="5340116" y="21537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4" name="pt15774"/>
            <p:cNvSpPr/>
            <p:nvPr/>
          </p:nvSpPr>
          <p:spPr>
            <a:xfrm>
              <a:off x="5754070" y="19911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5" name="pt15775"/>
            <p:cNvSpPr/>
            <p:nvPr/>
          </p:nvSpPr>
          <p:spPr>
            <a:xfrm>
              <a:off x="5328161" y="21093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6" name="pt15776"/>
            <p:cNvSpPr/>
            <p:nvPr/>
          </p:nvSpPr>
          <p:spPr>
            <a:xfrm>
              <a:off x="5173382" y="27008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7" name="pt15777"/>
            <p:cNvSpPr/>
            <p:nvPr/>
          </p:nvSpPr>
          <p:spPr>
            <a:xfrm>
              <a:off x="5663666" y="19656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8" name="pt15778"/>
            <p:cNvSpPr/>
            <p:nvPr/>
          </p:nvSpPr>
          <p:spPr>
            <a:xfrm>
              <a:off x="5664549" y="19978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9" name="pt15779"/>
            <p:cNvSpPr/>
            <p:nvPr/>
          </p:nvSpPr>
          <p:spPr>
            <a:xfrm>
              <a:off x="5417256" y="21556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0" name="pt15780"/>
            <p:cNvSpPr/>
            <p:nvPr/>
          </p:nvSpPr>
          <p:spPr>
            <a:xfrm>
              <a:off x="5523471" y="21310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1" name="pt15781"/>
            <p:cNvSpPr/>
            <p:nvPr/>
          </p:nvSpPr>
          <p:spPr>
            <a:xfrm>
              <a:off x="5454857" y="19860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2" name="pt15782"/>
            <p:cNvSpPr/>
            <p:nvPr/>
          </p:nvSpPr>
          <p:spPr>
            <a:xfrm>
              <a:off x="5547484" y="21617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3" name="pt15783"/>
            <p:cNvSpPr/>
            <p:nvPr/>
          </p:nvSpPr>
          <p:spPr>
            <a:xfrm>
              <a:off x="5590318" y="20167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4" name="pt15784"/>
            <p:cNvSpPr/>
            <p:nvPr/>
          </p:nvSpPr>
          <p:spPr>
            <a:xfrm>
              <a:off x="5813894" y="18723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5" name="pt15785"/>
            <p:cNvSpPr/>
            <p:nvPr/>
          </p:nvSpPr>
          <p:spPr>
            <a:xfrm>
              <a:off x="5109723" y="19441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6" name="pt15786"/>
            <p:cNvSpPr/>
            <p:nvPr/>
          </p:nvSpPr>
          <p:spPr>
            <a:xfrm>
              <a:off x="5515554" y="22376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7" name="pt15787"/>
            <p:cNvSpPr/>
            <p:nvPr/>
          </p:nvSpPr>
          <p:spPr>
            <a:xfrm>
              <a:off x="5578389" y="22714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8" name="pt15788"/>
            <p:cNvSpPr/>
            <p:nvPr/>
          </p:nvSpPr>
          <p:spPr>
            <a:xfrm>
              <a:off x="5458228" y="22045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9" name="pt15789"/>
            <p:cNvSpPr/>
            <p:nvPr/>
          </p:nvSpPr>
          <p:spPr>
            <a:xfrm>
              <a:off x="5400495" y="21269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0" name="pt15790"/>
            <p:cNvSpPr/>
            <p:nvPr/>
          </p:nvSpPr>
          <p:spPr>
            <a:xfrm>
              <a:off x="5464400" y="19320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1" name="pt15791"/>
            <p:cNvSpPr/>
            <p:nvPr/>
          </p:nvSpPr>
          <p:spPr>
            <a:xfrm>
              <a:off x="5629974" y="20583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2" name="pt15792"/>
            <p:cNvSpPr/>
            <p:nvPr/>
          </p:nvSpPr>
          <p:spPr>
            <a:xfrm>
              <a:off x="5477467" y="19355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3" name="pt15793"/>
            <p:cNvSpPr/>
            <p:nvPr/>
          </p:nvSpPr>
          <p:spPr>
            <a:xfrm>
              <a:off x="5521318" y="21582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4" name="pt15794"/>
            <p:cNvSpPr/>
            <p:nvPr/>
          </p:nvSpPr>
          <p:spPr>
            <a:xfrm>
              <a:off x="5490774" y="20905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5" name="pt15795"/>
            <p:cNvSpPr/>
            <p:nvPr/>
          </p:nvSpPr>
          <p:spPr>
            <a:xfrm>
              <a:off x="5349999" y="21571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6" name="pt15796"/>
            <p:cNvSpPr/>
            <p:nvPr/>
          </p:nvSpPr>
          <p:spPr>
            <a:xfrm>
              <a:off x="5470698" y="19969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7" name="pt15797"/>
            <p:cNvSpPr/>
            <p:nvPr/>
          </p:nvSpPr>
          <p:spPr>
            <a:xfrm>
              <a:off x="5318505" y="2066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8" name="pt15798"/>
            <p:cNvSpPr/>
            <p:nvPr/>
          </p:nvSpPr>
          <p:spPr>
            <a:xfrm>
              <a:off x="5119695" y="26468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9" name="pt15799"/>
            <p:cNvSpPr/>
            <p:nvPr/>
          </p:nvSpPr>
          <p:spPr>
            <a:xfrm>
              <a:off x="5965344" y="15951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0" name="pt15800"/>
            <p:cNvSpPr/>
            <p:nvPr/>
          </p:nvSpPr>
          <p:spPr>
            <a:xfrm>
              <a:off x="5774833" y="18770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1" name="pt15801"/>
            <p:cNvSpPr/>
            <p:nvPr/>
          </p:nvSpPr>
          <p:spPr>
            <a:xfrm>
              <a:off x="5453016" y="22461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2" name="pt15802"/>
            <p:cNvSpPr/>
            <p:nvPr/>
          </p:nvSpPr>
          <p:spPr>
            <a:xfrm>
              <a:off x="5510162" y="21806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3" name="pt15803"/>
            <p:cNvSpPr/>
            <p:nvPr/>
          </p:nvSpPr>
          <p:spPr>
            <a:xfrm>
              <a:off x="5824211" y="18770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4" name="pt15804"/>
            <p:cNvSpPr/>
            <p:nvPr/>
          </p:nvSpPr>
          <p:spPr>
            <a:xfrm>
              <a:off x="5462314" y="1996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5" name="pt15805"/>
            <p:cNvSpPr/>
            <p:nvPr/>
          </p:nvSpPr>
          <p:spPr>
            <a:xfrm>
              <a:off x="5324108" y="22224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6" name="pt15806"/>
            <p:cNvSpPr/>
            <p:nvPr/>
          </p:nvSpPr>
          <p:spPr>
            <a:xfrm>
              <a:off x="5264612" y="21822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7" name="pt15807"/>
            <p:cNvSpPr/>
            <p:nvPr/>
          </p:nvSpPr>
          <p:spPr>
            <a:xfrm>
              <a:off x="4947046" y="17584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8" name="pt15808"/>
            <p:cNvSpPr/>
            <p:nvPr/>
          </p:nvSpPr>
          <p:spPr>
            <a:xfrm>
              <a:off x="5675214" y="15969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9" name="pt15809"/>
            <p:cNvSpPr/>
            <p:nvPr/>
          </p:nvSpPr>
          <p:spPr>
            <a:xfrm>
              <a:off x="5423385" y="22770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0" name="pt15810"/>
            <p:cNvSpPr/>
            <p:nvPr/>
          </p:nvSpPr>
          <p:spPr>
            <a:xfrm>
              <a:off x="5527850" y="21660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1" name="pt15811"/>
            <p:cNvSpPr/>
            <p:nvPr/>
          </p:nvSpPr>
          <p:spPr>
            <a:xfrm>
              <a:off x="5459659" y="2068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2" name="pt15812"/>
            <p:cNvSpPr/>
            <p:nvPr/>
          </p:nvSpPr>
          <p:spPr>
            <a:xfrm>
              <a:off x="5506647" y="23437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3" name="pt15813"/>
            <p:cNvSpPr/>
            <p:nvPr/>
          </p:nvSpPr>
          <p:spPr>
            <a:xfrm>
              <a:off x="5428206" y="21130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4" name="pt15814"/>
            <p:cNvSpPr/>
            <p:nvPr/>
          </p:nvSpPr>
          <p:spPr>
            <a:xfrm>
              <a:off x="5199933" y="23271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5" name="pt15815"/>
            <p:cNvSpPr/>
            <p:nvPr/>
          </p:nvSpPr>
          <p:spPr>
            <a:xfrm>
              <a:off x="5063510" y="20858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6" name="pt15816"/>
            <p:cNvSpPr/>
            <p:nvPr/>
          </p:nvSpPr>
          <p:spPr>
            <a:xfrm>
              <a:off x="5441848" y="22238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7" name="pt15817"/>
            <p:cNvSpPr/>
            <p:nvPr/>
          </p:nvSpPr>
          <p:spPr>
            <a:xfrm>
              <a:off x="5452098" y="22415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8" name="pt15818"/>
            <p:cNvSpPr/>
            <p:nvPr/>
          </p:nvSpPr>
          <p:spPr>
            <a:xfrm>
              <a:off x="5359037" y="22924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9" name="pt15819"/>
            <p:cNvSpPr/>
            <p:nvPr/>
          </p:nvSpPr>
          <p:spPr>
            <a:xfrm>
              <a:off x="5307722" y="19495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0" name="pt15820"/>
            <p:cNvSpPr/>
            <p:nvPr/>
          </p:nvSpPr>
          <p:spPr>
            <a:xfrm>
              <a:off x="5705697" y="19719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1" name="pt15821"/>
            <p:cNvSpPr/>
            <p:nvPr/>
          </p:nvSpPr>
          <p:spPr>
            <a:xfrm>
              <a:off x="5389689" y="2191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2" name="pt15822"/>
            <p:cNvSpPr/>
            <p:nvPr/>
          </p:nvSpPr>
          <p:spPr>
            <a:xfrm>
              <a:off x="5534254" y="21482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3" name="pt15823"/>
            <p:cNvSpPr/>
            <p:nvPr/>
          </p:nvSpPr>
          <p:spPr>
            <a:xfrm>
              <a:off x="5292903" y="21642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4" name="pt15824"/>
            <p:cNvSpPr/>
            <p:nvPr/>
          </p:nvSpPr>
          <p:spPr>
            <a:xfrm>
              <a:off x="5383152" y="22780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5" name="pt15825"/>
            <p:cNvSpPr/>
            <p:nvPr/>
          </p:nvSpPr>
          <p:spPr>
            <a:xfrm>
              <a:off x="5435939" y="21403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6" name="pt15826"/>
            <p:cNvSpPr/>
            <p:nvPr/>
          </p:nvSpPr>
          <p:spPr>
            <a:xfrm>
              <a:off x="5075351" y="24962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7" name="pt15827"/>
            <p:cNvSpPr/>
            <p:nvPr/>
          </p:nvSpPr>
          <p:spPr>
            <a:xfrm>
              <a:off x="5680786" y="17895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8" name="pt15828"/>
            <p:cNvSpPr/>
            <p:nvPr/>
          </p:nvSpPr>
          <p:spPr>
            <a:xfrm>
              <a:off x="5851789" y="15563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9" name="pt15829"/>
            <p:cNvSpPr/>
            <p:nvPr/>
          </p:nvSpPr>
          <p:spPr>
            <a:xfrm>
              <a:off x="5624619" y="18618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0" name="pt15830"/>
            <p:cNvSpPr/>
            <p:nvPr/>
          </p:nvSpPr>
          <p:spPr>
            <a:xfrm>
              <a:off x="5366391" y="21379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1" name="pt15831"/>
            <p:cNvSpPr/>
            <p:nvPr/>
          </p:nvSpPr>
          <p:spPr>
            <a:xfrm>
              <a:off x="5432720" y="20513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2" name="pt15832"/>
            <p:cNvSpPr/>
            <p:nvPr/>
          </p:nvSpPr>
          <p:spPr>
            <a:xfrm>
              <a:off x="5568483" y="21766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3" name="pt15833"/>
            <p:cNvSpPr/>
            <p:nvPr/>
          </p:nvSpPr>
          <p:spPr>
            <a:xfrm>
              <a:off x="5426980" y="21138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4" name="pt15834"/>
            <p:cNvSpPr/>
            <p:nvPr/>
          </p:nvSpPr>
          <p:spPr>
            <a:xfrm>
              <a:off x="5313579" y="2173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5" name="pt15835"/>
            <p:cNvSpPr/>
            <p:nvPr/>
          </p:nvSpPr>
          <p:spPr>
            <a:xfrm>
              <a:off x="5281178" y="21526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6" name="pt15836"/>
            <p:cNvSpPr/>
            <p:nvPr/>
          </p:nvSpPr>
          <p:spPr>
            <a:xfrm>
              <a:off x="5150638" y="25293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7" name="pt15837"/>
            <p:cNvSpPr/>
            <p:nvPr/>
          </p:nvSpPr>
          <p:spPr>
            <a:xfrm>
              <a:off x="5413885" y="22293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8" name="pt15838"/>
            <p:cNvSpPr/>
            <p:nvPr/>
          </p:nvSpPr>
          <p:spPr>
            <a:xfrm>
              <a:off x="5412324" y="21216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9" name="pt15839"/>
            <p:cNvSpPr/>
            <p:nvPr/>
          </p:nvSpPr>
          <p:spPr>
            <a:xfrm>
              <a:off x="5534882" y="22068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0" name="pt15840"/>
            <p:cNvSpPr/>
            <p:nvPr/>
          </p:nvSpPr>
          <p:spPr>
            <a:xfrm>
              <a:off x="5751795" y="19665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1" name="pt15841"/>
            <p:cNvSpPr/>
            <p:nvPr/>
          </p:nvSpPr>
          <p:spPr>
            <a:xfrm>
              <a:off x="5721894" y="17522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2" name="pt15842"/>
            <p:cNvSpPr/>
            <p:nvPr/>
          </p:nvSpPr>
          <p:spPr>
            <a:xfrm>
              <a:off x="5727015" y="17714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3" name="pt15843"/>
            <p:cNvSpPr/>
            <p:nvPr/>
          </p:nvSpPr>
          <p:spPr>
            <a:xfrm>
              <a:off x="5438020" y="20558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4" name="pt15844"/>
            <p:cNvSpPr/>
            <p:nvPr/>
          </p:nvSpPr>
          <p:spPr>
            <a:xfrm>
              <a:off x="5515998" y="23396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5" name="pt15845"/>
            <p:cNvSpPr/>
            <p:nvPr/>
          </p:nvSpPr>
          <p:spPr>
            <a:xfrm>
              <a:off x="5165732" y="26902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6" name="pt15846"/>
            <p:cNvSpPr/>
            <p:nvPr/>
          </p:nvSpPr>
          <p:spPr>
            <a:xfrm>
              <a:off x="5430882" y="22564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7" name="pt15847"/>
            <p:cNvSpPr/>
            <p:nvPr/>
          </p:nvSpPr>
          <p:spPr>
            <a:xfrm>
              <a:off x="5455167" y="22376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8" name="pt15848"/>
            <p:cNvSpPr/>
            <p:nvPr/>
          </p:nvSpPr>
          <p:spPr>
            <a:xfrm>
              <a:off x="5104193" y="18971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9" name="pt15849"/>
            <p:cNvSpPr/>
            <p:nvPr/>
          </p:nvSpPr>
          <p:spPr>
            <a:xfrm>
              <a:off x="5379686" y="22430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0" name="pt15850"/>
            <p:cNvSpPr/>
            <p:nvPr/>
          </p:nvSpPr>
          <p:spPr>
            <a:xfrm>
              <a:off x="5767298" y="19566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1" name="pt15851"/>
            <p:cNvSpPr/>
            <p:nvPr/>
          </p:nvSpPr>
          <p:spPr>
            <a:xfrm>
              <a:off x="5382088" y="22545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2" name="pt15852"/>
            <p:cNvSpPr/>
            <p:nvPr/>
          </p:nvSpPr>
          <p:spPr>
            <a:xfrm>
              <a:off x="5177358" y="26548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3" name="pt15853"/>
            <p:cNvSpPr/>
            <p:nvPr/>
          </p:nvSpPr>
          <p:spPr>
            <a:xfrm>
              <a:off x="5722494" y="19136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4" name="pt15854"/>
            <p:cNvSpPr/>
            <p:nvPr/>
          </p:nvSpPr>
          <p:spPr>
            <a:xfrm>
              <a:off x="5863638" y="19311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5" name="pt15855"/>
            <p:cNvSpPr/>
            <p:nvPr/>
          </p:nvSpPr>
          <p:spPr>
            <a:xfrm>
              <a:off x="5283278" y="20489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6" name="pt15856"/>
            <p:cNvSpPr/>
            <p:nvPr/>
          </p:nvSpPr>
          <p:spPr>
            <a:xfrm>
              <a:off x="5295821" y="21775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7" name="pt15857"/>
            <p:cNvSpPr/>
            <p:nvPr/>
          </p:nvSpPr>
          <p:spPr>
            <a:xfrm>
              <a:off x="5352827" y="22971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8" name="pt15858"/>
            <p:cNvSpPr/>
            <p:nvPr/>
          </p:nvSpPr>
          <p:spPr>
            <a:xfrm>
              <a:off x="5295489" y="22275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9" name="pt15859"/>
            <p:cNvSpPr/>
            <p:nvPr/>
          </p:nvSpPr>
          <p:spPr>
            <a:xfrm>
              <a:off x="5388174" y="20674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0" name="pt15860"/>
            <p:cNvSpPr/>
            <p:nvPr/>
          </p:nvSpPr>
          <p:spPr>
            <a:xfrm>
              <a:off x="5682821" y="1895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1" name="pt15861"/>
            <p:cNvSpPr/>
            <p:nvPr/>
          </p:nvSpPr>
          <p:spPr>
            <a:xfrm>
              <a:off x="5364151" y="22551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2" name="pt15862"/>
            <p:cNvSpPr/>
            <p:nvPr/>
          </p:nvSpPr>
          <p:spPr>
            <a:xfrm>
              <a:off x="5293467" y="20993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3" name="pt15863"/>
            <p:cNvSpPr/>
            <p:nvPr/>
          </p:nvSpPr>
          <p:spPr>
            <a:xfrm>
              <a:off x="5624443" y="20386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4" name="pt15864"/>
            <p:cNvSpPr/>
            <p:nvPr/>
          </p:nvSpPr>
          <p:spPr>
            <a:xfrm>
              <a:off x="5513466" y="22134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5" name="pt15865"/>
            <p:cNvSpPr/>
            <p:nvPr/>
          </p:nvSpPr>
          <p:spPr>
            <a:xfrm>
              <a:off x="5356813" y="22060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6" name="pt15866"/>
            <p:cNvSpPr/>
            <p:nvPr/>
          </p:nvSpPr>
          <p:spPr>
            <a:xfrm>
              <a:off x="5324627" y="21786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7" name="pt15867"/>
            <p:cNvSpPr/>
            <p:nvPr/>
          </p:nvSpPr>
          <p:spPr>
            <a:xfrm>
              <a:off x="5022038" y="28705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8" name="pt15868"/>
            <p:cNvSpPr/>
            <p:nvPr/>
          </p:nvSpPr>
          <p:spPr>
            <a:xfrm>
              <a:off x="5459407" y="21595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9" name="pt15869"/>
            <p:cNvSpPr/>
            <p:nvPr/>
          </p:nvSpPr>
          <p:spPr>
            <a:xfrm>
              <a:off x="5810398" y="19011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0" name="pt15870"/>
            <p:cNvSpPr/>
            <p:nvPr/>
          </p:nvSpPr>
          <p:spPr>
            <a:xfrm>
              <a:off x="5698099" y="19095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1" name="pt15871"/>
            <p:cNvSpPr/>
            <p:nvPr/>
          </p:nvSpPr>
          <p:spPr>
            <a:xfrm>
              <a:off x="5488388" y="20313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2" name="pt15872"/>
            <p:cNvSpPr/>
            <p:nvPr/>
          </p:nvSpPr>
          <p:spPr>
            <a:xfrm>
              <a:off x="5695676" y="1937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3" name="pt15873"/>
            <p:cNvSpPr/>
            <p:nvPr/>
          </p:nvSpPr>
          <p:spPr>
            <a:xfrm>
              <a:off x="5549890" y="21789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4" name="pt15874"/>
            <p:cNvSpPr/>
            <p:nvPr/>
          </p:nvSpPr>
          <p:spPr>
            <a:xfrm>
              <a:off x="5206880" y="22458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5" name="pt15875"/>
            <p:cNvSpPr/>
            <p:nvPr/>
          </p:nvSpPr>
          <p:spPr>
            <a:xfrm>
              <a:off x="5631578" y="21885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6" name="pt15876"/>
            <p:cNvSpPr/>
            <p:nvPr/>
          </p:nvSpPr>
          <p:spPr>
            <a:xfrm>
              <a:off x="5227458" y="21522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7" name="pt15877"/>
            <p:cNvSpPr/>
            <p:nvPr/>
          </p:nvSpPr>
          <p:spPr>
            <a:xfrm>
              <a:off x="5344434" y="2198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8" name="pt15878"/>
            <p:cNvSpPr/>
            <p:nvPr/>
          </p:nvSpPr>
          <p:spPr>
            <a:xfrm>
              <a:off x="5751042" y="18473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9" name="pt15879"/>
            <p:cNvSpPr/>
            <p:nvPr/>
          </p:nvSpPr>
          <p:spPr>
            <a:xfrm>
              <a:off x="5242812" y="21398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0" name="pt15880"/>
            <p:cNvSpPr/>
            <p:nvPr/>
          </p:nvSpPr>
          <p:spPr>
            <a:xfrm>
              <a:off x="5524731" y="2144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1" name="pt15881"/>
            <p:cNvSpPr/>
            <p:nvPr/>
          </p:nvSpPr>
          <p:spPr>
            <a:xfrm>
              <a:off x="5769862" y="19745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2" name="pt15882"/>
            <p:cNvSpPr/>
            <p:nvPr/>
          </p:nvSpPr>
          <p:spPr>
            <a:xfrm>
              <a:off x="4813974" y="27750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3" name="pt15883"/>
            <p:cNvSpPr/>
            <p:nvPr/>
          </p:nvSpPr>
          <p:spPr>
            <a:xfrm>
              <a:off x="5442244" y="22962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4" name="pt15884"/>
            <p:cNvSpPr/>
            <p:nvPr/>
          </p:nvSpPr>
          <p:spPr>
            <a:xfrm>
              <a:off x="5315435" y="22090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5" name="pt15885"/>
            <p:cNvSpPr/>
            <p:nvPr/>
          </p:nvSpPr>
          <p:spPr>
            <a:xfrm>
              <a:off x="5141634" y="26398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6" name="pt15886"/>
            <p:cNvSpPr/>
            <p:nvPr/>
          </p:nvSpPr>
          <p:spPr>
            <a:xfrm>
              <a:off x="5334016" y="2166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7" name="pt15887"/>
            <p:cNvSpPr/>
            <p:nvPr/>
          </p:nvSpPr>
          <p:spPr>
            <a:xfrm>
              <a:off x="5327605" y="20877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8" name="pt15888"/>
            <p:cNvSpPr/>
            <p:nvPr/>
          </p:nvSpPr>
          <p:spPr>
            <a:xfrm>
              <a:off x="5345625" y="22103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9" name="pt15889"/>
            <p:cNvSpPr/>
            <p:nvPr/>
          </p:nvSpPr>
          <p:spPr>
            <a:xfrm>
              <a:off x="5361114" y="22822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0" name="pt15890"/>
            <p:cNvSpPr/>
            <p:nvPr/>
          </p:nvSpPr>
          <p:spPr>
            <a:xfrm>
              <a:off x="5312811" y="21675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1" name="pt15891"/>
            <p:cNvSpPr/>
            <p:nvPr/>
          </p:nvSpPr>
          <p:spPr>
            <a:xfrm>
              <a:off x="5444331" y="22794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2" name="pt15892"/>
            <p:cNvSpPr/>
            <p:nvPr/>
          </p:nvSpPr>
          <p:spPr>
            <a:xfrm>
              <a:off x="5322296" y="22215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3" name="pt15893"/>
            <p:cNvSpPr/>
            <p:nvPr/>
          </p:nvSpPr>
          <p:spPr>
            <a:xfrm>
              <a:off x="5854892" y="18457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4" name="pt15894"/>
            <p:cNvSpPr/>
            <p:nvPr/>
          </p:nvSpPr>
          <p:spPr>
            <a:xfrm>
              <a:off x="5020874" y="25748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5" name="pt15895"/>
            <p:cNvSpPr/>
            <p:nvPr/>
          </p:nvSpPr>
          <p:spPr>
            <a:xfrm>
              <a:off x="5127011" y="24781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6" name="pt15896"/>
            <p:cNvSpPr/>
            <p:nvPr/>
          </p:nvSpPr>
          <p:spPr>
            <a:xfrm>
              <a:off x="5558059" y="23336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7" name="pt15897"/>
            <p:cNvSpPr/>
            <p:nvPr/>
          </p:nvSpPr>
          <p:spPr>
            <a:xfrm>
              <a:off x="5639789" y="21744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8" name="pt15898"/>
            <p:cNvSpPr/>
            <p:nvPr/>
          </p:nvSpPr>
          <p:spPr>
            <a:xfrm>
              <a:off x="5450743" y="22773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9" name="pt15899"/>
            <p:cNvSpPr/>
            <p:nvPr/>
          </p:nvSpPr>
          <p:spPr>
            <a:xfrm>
              <a:off x="5716854" y="20928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0" name="pt15900"/>
            <p:cNvSpPr/>
            <p:nvPr/>
          </p:nvSpPr>
          <p:spPr>
            <a:xfrm>
              <a:off x="4924222" y="17127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1" name="pt15901"/>
            <p:cNvSpPr/>
            <p:nvPr/>
          </p:nvSpPr>
          <p:spPr>
            <a:xfrm>
              <a:off x="5474236" y="21202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2" name="pt15902"/>
            <p:cNvSpPr/>
            <p:nvPr/>
          </p:nvSpPr>
          <p:spPr>
            <a:xfrm>
              <a:off x="5310146" y="2094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3" name="pt15903"/>
            <p:cNvSpPr/>
            <p:nvPr/>
          </p:nvSpPr>
          <p:spPr>
            <a:xfrm>
              <a:off x="5435568" y="22117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4" name="pt15904"/>
            <p:cNvSpPr/>
            <p:nvPr/>
          </p:nvSpPr>
          <p:spPr>
            <a:xfrm>
              <a:off x="5222456" y="20821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5" name="pt15905"/>
            <p:cNvSpPr/>
            <p:nvPr/>
          </p:nvSpPr>
          <p:spPr>
            <a:xfrm>
              <a:off x="5198409" y="2397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6" name="pt15906"/>
            <p:cNvSpPr/>
            <p:nvPr/>
          </p:nvSpPr>
          <p:spPr>
            <a:xfrm>
              <a:off x="5801588" y="18428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7" name="pt15907"/>
            <p:cNvSpPr/>
            <p:nvPr/>
          </p:nvSpPr>
          <p:spPr>
            <a:xfrm>
              <a:off x="5493287" y="21802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8" name="pt15908"/>
            <p:cNvSpPr/>
            <p:nvPr/>
          </p:nvSpPr>
          <p:spPr>
            <a:xfrm>
              <a:off x="5456246" y="21401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9" name="pt15909"/>
            <p:cNvSpPr/>
            <p:nvPr/>
          </p:nvSpPr>
          <p:spPr>
            <a:xfrm>
              <a:off x="5253186" y="21768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0" name="pt15910"/>
            <p:cNvSpPr/>
            <p:nvPr/>
          </p:nvSpPr>
          <p:spPr>
            <a:xfrm>
              <a:off x="5434487" y="22500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1" name="pt15911"/>
            <p:cNvSpPr/>
            <p:nvPr/>
          </p:nvSpPr>
          <p:spPr>
            <a:xfrm>
              <a:off x="5509126" y="22062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2" name="pt15912"/>
            <p:cNvSpPr/>
            <p:nvPr/>
          </p:nvSpPr>
          <p:spPr>
            <a:xfrm>
              <a:off x="5613216" y="21899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3" name="pt15913"/>
            <p:cNvSpPr/>
            <p:nvPr/>
          </p:nvSpPr>
          <p:spPr>
            <a:xfrm>
              <a:off x="5517493" y="22342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4" name="pt15914"/>
            <p:cNvSpPr/>
            <p:nvPr/>
          </p:nvSpPr>
          <p:spPr>
            <a:xfrm>
              <a:off x="5538750" y="2122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5" name="pt15915"/>
            <p:cNvSpPr/>
            <p:nvPr/>
          </p:nvSpPr>
          <p:spPr>
            <a:xfrm>
              <a:off x="5083364" y="26756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6" name="pt15916"/>
            <p:cNvSpPr/>
            <p:nvPr/>
          </p:nvSpPr>
          <p:spPr>
            <a:xfrm>
              <a:off x="5845036" y="19112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7" name="pt15917"/>
            <p:cNvSpPr/>
            <p:nvPr/>
          </p:nvSpPr>
          <p:spPr>
            <a:xfrm>
              <a:off x="5803552" y="19724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8" name="pt15918"/>
            <p:cNvSpPr/>
            <p:nvPr/>
          </p:nvSpPr>
          <p:spPr>
            <a:xfrm>
              <a:off x="5152390" y="27327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9" name="pt15919"/>
            <p:cNvSpPr/>
            <p:nvPr/>
          </p:nvSpPr>
          <p:spPr>
            <a:xfrm>
              <a:off x="5812195" y="18786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0" name="pt15920"/>
            <p:cNvSpPr/>
            <p:nvPr/>
          </p:nvSpPr>
          <p:spPr>
            <a:xfrm>
              <a:off x="5340715" y="21752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1" name="pt15921"/>
            <p:cNvSpPr/>
            <p:nvPr/>
          </p:nvSpPr>
          <p:spPr>
            <a:xfrm>
              <a:off x="5361517" y="22748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2" name="pt15922"/>
            <p:cNvSpPr/>
            <p:nvPr/>
          </p:nvSpPr>
          <p:spPr>
            <a:xfrm>
              <a:off x="5555141" y="22981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3" name="pt15923"/>
            <p:cNvSpPr/>
            <p:nvPr/>
          </p:nvSpPr>
          <p:spPr>
            <a:xfrm>
              <a:off x="5968068" y="16582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4" name="pt15924"/>
            <p:cNvSpPr/>
            <p:nvPr/>
          </p:nvSpPr>
          <p:spPr>
            <a:xfrm>
              <a:off x="5044167" y="22086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5" name="pt15925"/>
            <p:cNvSpPr/>
            <p:nvPr/>
          </p:nvSpPr>
          <p:spPr>
            <a:xfrm>
              <a:off x="5369461" y="22179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6" name="pt15926"/>
            <p:cNvSpPr/>
            <p:nvPr/>
          </p:nvSpPr>
          <p:spPr>
            <a:xfrm>
              <a:off x="5365442" y="22599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7" name="pt15927"/>
            <p:cNvSpPr/>
            <p:nvPr/>
          </p:nvSpPr>
          <p:spPr>
            <a:xfrm>
              <a:off x="5988306" y="21640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8" name="pt15928"/>
            <p:cNvSpPr/>
            <p:nvPr/>
          </p:nvSpPr>
          <p:spPr>
            <a:xfrm>
              <a:off x="5354001" y="2104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9" name="pt15929"/>
            <p:cNvSpPr/>
            <p:nvPr/>
          </p:nvSpPr>
          <p:spPr>
            <a:xfrm>
              <a:off x="5178138" y="24795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0" name="pt15930"/>
            <p:cNvSpPr/>
            <p:nvPr/>
          </p:nvSpPr>
          <p:spPr>
            <a:xfrm>
              <a:off x="5393630" y="22064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1" name="pt15931"/>
            <p:cNvSpPr/>
            <p:nvPr/>
          </p:nvSpPr>
          <p:spPr>
            <a:xfrm>
              <a:off x="5433037" y="22354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2" name="pt15932"/>
            <p:cNvSpPr/>
            <p:nvPr/>
          </p:nvSpPr>
          <p:spPr>
            <a:xfrm>
              <a:off x="5294736" y="20920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3" name="pt15933"/>
            <p:cNvSpPr/>
            <p:nvPr/>
          </p:nvSpPr>
          <p:spPr>
            <a:xfrm>
              <a:off x="5271035" y="20618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4" name="pt15934"/>
            <p:cNvSpPr/>
            <p:nvPr/>
          </p:nvSpPr>
          <p:spPr>
            <a:xfrm>
              <a:off x="5300014" y="22220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5" name="pt15935"/>
            <p:cNvSpPr/>
            <p:nvPr/>
          </p:nvSpPr>
          <p:spPr>
            <a:xfrm>
              <a:off x="5366971" y="22404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6" name="pt15936"/>
            <p:cNvSpPr/>
            <p:nvPr/>
          </p:nvSpPr>
          <p:spPr>
            <a:xfrm>
              <a:off x="5331577" y="21896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7" name="pt15937"/>
            <p:cNvSpPr/>
            <p:nvPr/>
          </p:nvSpPr>
          <p:spPr>
            <a:xfrm>
              <a:off x="5601098" y="19240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8" name="pt15938"/>
            <p:cNvSpPr/>
            <p:nvPr/>
          </p:nvSpPr>
          <p:spPr>
            <a:xfrm>
              <a:off x="5270775" y="21525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9" name="pt15939"/>
            <p:cNvSpPr/>
            <p:nvPr/>
          </p:nvSpPr>
          <p:spPr>
            <a:xfrm>
              <a:off x="5747341" y="19470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0" name="pt15940"/>
            <p:cNvSpPr/>
            <p:nvPr/>
          </p:nvSpPr>
          <p:spPr>
            <a:xfrm>
              <a:off x="5364032" y="22289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1" name="pt15941"/>
            <p:cNvSpPr/>
            <p:nvPr/>
          </p:nvSpPr>
          <p:spPr>
            <a:xfrm>
              <a:off x="5351717" y="22084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2" name="pt15942"/>
            <p:cNvSpPr/>
            <p:nvPr/>
          </p:nvSpPr>
          <p:spPr>
            <a:xfrm>
              <a:off x="5669466" y="1759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3" name="pt15943"/>
            <p:cNvSpPr/>
            <p:nvPr/>
          </p:nvSpPr>
          <p:spPr>
            <a:xfrm>
              <a:off x="5522248" y="21069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4" name="pt15944"/>
            <p:cNvSpPr/>
            <p:nvPr/>
          </p:nvSpPr>
          <p:spPr>
            <a:xfrm>
              <a:off x="5379381" y="22132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5" name="pt15945"/>
            <p:cNvSpPr/>
            <p:nvPr/>
          </p:nvSpPr>
          <p:spPr>
            <a:xfrm>
              <a:off x="5266709" y="22176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6" name="pt15946"/>
            <p:cNvSpPr/>
            <p:nvPr/>
          </p:nvSpPr>
          <p:spPr>
            <a:xfrm>
              <a:off x="5567605" y="22219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7" name="pt15947"/>
            <p:cNvSpPr/>
            <p:nvPr/>
          </p:nvSpPr>
          <p:spPr>
            <a:xfrm>
              <a:off x="5755612" y="17401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8" name="pt15948"/>
            <p:cNvSpPr/>
            <p:nvPr/>
          </p:nvSpPr>
          <p:spPr>
            <a:xfrm>
              <a:off x="5338594" y="21531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9" name="pt15949"/>
            <p:cNvSpPr/>
            <p:nvPr/>
          </p:nvSpPr>
          <p:spPr>
            <a:xfrm>
              <a:off x="5556610" y="21928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0" name="pt15950"/>
            <p:cNvSpPr/>
            <p:nvPr/>
          </p:nvSpPr>
          <p:spPr>
            <a:xfrm>
              <a:off x="5483561" y="20789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1" name="pt15951"/>
            <p:cNvSpPr/>
            <p:nvPr/>
          </p:nvSpPr>
          <p:spPr>
            <a:xfrm>
              <a:off x="5113319" y="21008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2" name="pt15952"/>
            <p:cNvSpPr/>
            <p:nvPr/>
          </p:nvSpPr>
          <p:spPr>
            <a:xfrm>
              <a:off x="5856698" y="17822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3" name="pt15953"/>
            <p:cNvSpPr/>
            <p:nvPr/>
          </p:nvSpPr>
          <p:spPr>
            <a:xfrm>
              <a:off x="5229705" y="21334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4" name="pt15954"/>
            <p:cNvSpPr/>
            <p:nvPr/>
          </p:nvSpPr>
          <p:spPr>
            <a:xfrm>
              <a:off x="4953681" y="1552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5" name="pt15955"/>
            <p:cNvSpPr/>
            <p:nvPr/>
          </p:nvSpPr>
          <p:spPr>
            <a:xfrm>
              <a:off x="4973431" y="25826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6" name="pt15956"/>
            <p:cNvSpPr/>
            <p:nvPr/>
          </p:nvSpPr>
          <p:spPr>
            <a:xfrm>
              <a:off x="5656958" y="20838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7" name="pt15957"/>
            <p:cNvSpPr/>
            <p:nvPr/>
          </p:nvSpPr>
          <p:spPr>
            <a:xfrm>
              <a:off x="5756120" y="21017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8" name="pt15958"/>
            <p:cNvSpPr/>
            <p:nvPr/>
          </p:nvSpPr>
          <p:spPr>
            <a:xfrm>
              <a:off x="5414484" y="22338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9" name="pt15959"/>
            <p:cNvSpPr/>
            <p:nvPr/>
          </p:nvSpPr>
          <p:spPr>
            <a:xfrm>
              <a:off x="5749695" y="18499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0" name="pt15960"/>
            <p:cNvSpPr/>
            <p:nvPr/>
          </p:nvSpPr>
          <p:spPr>
            <a:xfrm>
              <a:off x="5469564" y="19500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1" name="pt15961"/>
            <p:cNvSpPr/>
            <p:nvPr/>
          </p:nvSpPr>
          <p:spPr>
            <a:xfrm>
              <a:off x="5716151" y="19240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2" name="pt15962"/>
            <p:cNvSpPr/>
            <p:nvPr/>
          </p:nvSpPr>
          <p:spPr>
            <a:xfrm>
              <a:off x="5397540" y="21825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3" name="pt15963"/>
            <p:cNvSpPr/>
            <p:nvPr/>
          </p:nvSpPr>
          <p:spPr>
            <a:xfrm>
              <a:off x="5360045" y="22597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4" name="pt15964"/>
            <p:cNvSpPr/>
            <p:nvPr/>
          </p:nvSpPr>
          <p:spPr>
            <a:xfrm>
              <a:off x="5476555" y="19560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5" name="pt15965"/>
            <p:cNvSpPr/>
            <p:nvPr/>
          </p:nvSpPr>
          <p:spPr>
            <a:xfrm>
              <a:off x="5257961" y="22181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6" name="pt15966"/>
            <p:cNvSpPr/>
            <p:nvPr/>
          </p:nvSpPr>
          <p:spPr>
            <a:xfrm>
              <a:off x="5523208" y="21602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7" name="pt15967"/>
            <p:cNvSpPr/>
            <p:nvPr/>
          </p:nvSpPr>
          <p:spPr>
            <a:xfrm>
              <a:off x="5815755" y="17989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8" name="pt15968"/>
            <p:cNvSpPr/>
            <p:nvPr/>
          </p:nvSpPr>
          <p:spPr>
            <a:xfrm>
              <a:off x="5644649" y="21652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9" name="pt15969"/>
            <p:cNvSpPr/>
            <p:nvPr/>
          </p:nvSpPr>
          <p:spPr>
            <a:xfrm>
              <a:off x="4962812" y="2083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0" name="pt15970"/>
            <p:cNvSpPr/>
            <p:nvPr/>
          </p:nvSpPr>
          <p:spPr>
            <a:xfrm>
              <a:off x="5293619" y="2199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1" name="pt15971"/>
            <p:cNvSpPr/>
            <p:nvPr/>
          </p:nvSpPr>
          <p:spPr>
            <a:xfrm>
              <a:off x="5412934" y="21396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2" name="pt15972"/>
            <p:cNvSpPr/>
            <p:nvPr/>
          </p:nvSpPr>
          <p:spPr>
            <a:xfrm>
              <a:off x="5431876" y="21490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3" name="pt15973"/>
            <p:cNvSpPr/>
            <p:nvPr/>
          </p:nvSpPr>
          <p:spPr>
            <a:xfrm>
              <a:off x="5266807" y="23141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4" name="pt15974"/>
            <p:cNvSpPr/>
            <p:nvPr/>
          </p:nvSpPr>
          <p:spPr>
            <a:xfrm>
              <a:off x="5054398" y="23781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5" name="pt15975"/>
            <p:cNvSpPr/>
            <p:nvPr/>
          </p:nvSpPr>
          <p:spPr>
            <a:xfrm>
              <a:off x="5428542" y="22930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6" name="pt15976"/>
            <p:cNvSpPr/>
            <p:nvPr/>
          </p:nvSpPr>
          <p:spPr>
            <a:xfrm>
              <a:off x="5677630" y="15771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7" name="pt15977"/>
            <p:cNvSpPr/>
            <p:nvPr/>
          </p:nvSpPr>
          <p:spPr>
            <a:xfrm>
              <a:off x="5340668" y="21669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8" name="pt15978"/>
            <p:cNvSpPr/>
            <p:nvPr/>
          </p:nvSpPr>
          <p:spPr>
            <a:xfrm>
              <a:off x="5295674" y="21714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9" name="pt15979"/>
            <p:cNvSpPr/>
            <p:nvPr/>
          </p:nvSpPr>
          <p:spPr>
            <a:xfrm>
              <a:off x="5500150" y="21560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0" name="pt15980"/>
            <p:cNvSpPr/>
            <p:nvPr/>
          </p:nvSpPr>
          <p:spPr>
            <a:xfrm>
              <a:off x="5276690" y="22052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1" name="pt15981"/>
            <p:cNvSpPr/>
            <p:nvPr/>
          </p:nvSpPr>
          <p:spPr>
            <a:xfrm>
              <a:off x="5353596" y="20759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2" name="pt15982"/>
            <p:cNvSpPr/>
            <p:nvPr/>
          </p:nvSpPr>
          <p:spPr>
            <a:xfrm>
              <a:off x="5284614" y="22600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3" name="pt15983"/>
            <p:cNvSpPr/>
            <p:nvPr/>
          </p:nvSpPr>
          <p:spPr>
            <a:xfrm>
              <a:off x="5638027" y="21561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4" name="pt15984"/>
            <p:cNvSpPr/>
            <p:nvPr/>
          </p:nvSpPr>
          <p:spPr>
            <a:xfrm>
              <a:off x="5272307" y="21454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5" name="pt15985"/>
            <p:cNvSpPr/>
            <p:nvPr/>
          </p:nvSpPr>
          <p:spPr>
            <a:xfrm>
              <a:off x="4808228" y="27031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6" name="pt15986"/>
            <p:cNvSpPr/>
            <p:nvPr/>
          </p:nvSpPr>
          <p:spPr>
            <a:xfrm>
              <a:off x="5762686" y="19302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7" name="pt15987"/>
            <p:cNvSpPr/>
            <p:nvPr/>
          </p:nvSpPr>
          <p:spPr>
            <a:xfrm>
              <a:off x="5510008" y="22561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8" name="pt15988"/>
            <p:cNvSpPr/>
            <p:nvPr/>
          </p:nvSpPr>
          <p:spPr>
            <a:xfrm>
              <a:off x="5457743" y="21718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9" name="pt15989"/>
            <p:cNvSpPr/>
            <p:nvPr/>
          </p:nvSpPr>
          <p:spPr>
            <a:xfrm>
              <a:off x="5239572" y="22256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0" name="pt15990"/>
            <p:cNvSpPr/>
            <p:nvPr/>
          </p:nvSpPr>
          <p:spPr>
            <a:xfrm>
              <a:off x="5292661" y="21591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1" name="pt15991"/>
            <p:cNvSpPr/>
            <p:nvPr/>
          </p:nvSpPr>
          <p:spPr>
            <a:xfrm>
              <a:off x="5617478" y="20288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2" name="pt15992"/>
            <p:cNvSpPr/>
            <p:nvPr/>
          </p:nvSpPr>
          <p:spPr>
            <a:xfrm>
              <a:off x="5288331" y="21282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3" name="pt15993"/>
            <p:cNvSpPr/>
            <p:nvPr/>
          </p:nvSpPr>
          <p:spPr>
            <a:xfrm>
              <a:off x="5038643" y="20793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4" name="pt15994"/>
            <p:cNvSpPr/>
            <p:nvPr/>
          </p:nvSpPr>
          <p:spPr>
            <a:xfrm>
              <a:off x="4896028" y="2736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5" name="pt15995"/>
            <p:cNvSpPr/>
            <p:nvPr/>
          </p:nvSpPr>
          <p:spPr>
            <a:xfrm>
              <a:off x="5166146" y="26711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6" name="pt15996"/>
            <p:cNvSpPr/>
            <p:nvPr/>
          </p:nvSpPr>
          <p:spPr>
            <a:xfrm>
              <a:off x="5638921" y="20970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7" name="pt15997"/>
            <p:cNvSpPr/>
            <p:nvPr/>
          </p:nvSpPr>
          <p:spPr>
            <a:xfrm>
              <a:off x="5059873" y="23382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8" name="pt15998"/>
            <p:cNvSpPr/>
            <p:nvPr/>
          </p:nvSpPr>
          <p:spPr>
            <a:xfrm>
              <a:off x="5442466" y="22793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9" name="pt15999"/>
            <p:cNvSpPr/>
            <p:nvPr/>
          </p:nvSpPr>
          <p:spPr>
            <a:xfrm>
              <a:off x="5470352" y="17927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0" name="pt16000"/>
            <p:cNvSpPr/>
            <p:nvPr/>
          </p:nvSpPr>
          <p:spPr>
            <a:xfrm>
              <a:off x="5476759" y="18351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1" name="pt16001"/>
            <p:cNvSpPr/>
            <p:nvPr/>
          </p:nvSpPr>
          <p:spPr>
            <a:xfrm>
              <a:off x="5164079" y="28475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2" name="pt16002"/>
            <p:cNvSpPr/>
            <p:nvPr/>
          </p:nvSpPr>
          <p:spPr>
            <a:xfrm>
              <a:off x="4991446" y="25613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3" name="pt16003"/>
            <p:cNvSpPr/>
            <p:nvPr/>
          </p:nvSpPr>
          <p:spPr>
            <a:xfrm>
              <a:off x="5703739" y="18701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4" name="pt16004"/>
            <p:cNvSpPr/>
            <p:nvPr/>
          </p:nvSpPr>
          <p:spPr>
            <a:xfrm>
              <a:off x="5456967" y="22073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5" name="pt16005"/>
            <p:cNvSpPr/>
            <p:nvPr/>
          </p:nvSpPr>
          <p:spPr>
            <a:xfrm>
              <a:off x="5664612" y="19666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6" name="pt16006"/>
            <p:cNvSpPr/>
            <p:nvPr/>
          </p:nvSpPr>
          <p:spPr>
            <a:xfrm>
              <a:off x="5481738" y="19545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7" name="pt16007"/>
            <p:cNvSpPr/>
            <p:nvPr/>
          </p:nvSpPr>
          <p:spPr>
            <a:xfrm>
              <a:off x="5101226" y="20457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8" name="pt16008"/>
            <p:cNvSpPr/>
            <p:nvPr/>
          </p:nvSpPr>
          <p:spPr>
            <a:xfrm>
              <a:off x="5517907" y="22250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9" name="pt16009"/>
            <p:cNvSpPr/>
            <p:nvPr/>
          </p:nvSpPr>
          <p:spPr>
            <a:xfrm>
              <a:off x="5188425" y="22881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0" name="pt16010"/>
            <p:cNvSpPr/>
            <p:nvPr/>
          </p:nvSpPr>
          <p:spPr>
            <a:xfrm>
              <a:off x="5654419" y="20236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1" name="pt16011"/>
            <p:cNvSpPr/>
            <p:nvPr/>
          </p:nvSpPr>
          <p:spPr>
            <a:xfrm>
              <a:off x="5240908" y="22300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2" name="pt16012"/>
            <p:cNvSpPr/>
            <p:nvPr/>
          </p:nvSpPr>
          <p:spPr>
            <a:xfrm>
              <a:off x="5781265" y="19111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3" name="pt16013"/>
            <p:cNvSpPr/>
            <p:nvPr/>
          </p:nvSpPr>
          <p:spPr>
            <a:xfrm>
              <a:off x="5082638" y="25692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4" name="pt16014"/>
            <p:cNvSpPr/>
            <p:nvPr/>
          </p:nvSpPr>
          <p:spPr>
            <a:xfrm>
              <a:off x="5758329" y="1976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5" name="pt16015"/>
            <p:cNvSpPr/>
            <p:nvPr/>
          </p:nvSpPr>
          <p:spPr>
            <a:xfrm>
              <a:off x="5753989" y="19124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6" name="pt16016"/>
            <p:cNvSpPr/>
            <p:nvPr/>
          </p:nvSpPr>
          <p:spPr>
            <a:xfrm>
              <a:off x="5488416" y="21515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7" name="pt16017"/>
            <p:cNvSpPr/>
            <p:nvPr/>
          </p:nvSpPr>
          <p:spPr>
            <a:xfrm>
              <a:off x="5055484" y="22238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8" name="pt16018"/>
            <p:cNvSpPr/>
            <p:nvPr/>
          </p:nvSpPr>
          <p:spPr>
            <a:xfrm>
              <a:off x="5383068" y="21015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9" name="pt16019"/>
            <p:cNvSpPr/>
            <p:nvPr/>
          </p:nvSpPr>
          <p:spPr>
            <a:xfrm>
              <a:off x="5511839" y="22806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0" name="pt16020"/>
            <p:cNvSpPr/>
            <p:nvPr/>
          </p:nvSpPr>
          <p:spPr>
            <a:xfrm>
              <a:off x="5554497" y="22177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1" name="pt16021"/>
            <p:cNvSpPr/>
            <p:nvPr/>
          </p:nvSpPr>
          <p:spPr>
            <a:xfrm>
              <a:off x="5164564" y="27792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2" name="pt16022"/>
            <p:cNvSpPr/>
            <p:nvPr/>
          </p:nvSpPr>
          <p:spPr>
            <a:xfrm>
              <a:off x="5518341" y="21638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3" name="pt16023"/>
            <p:cNvSpPr/>
            <p:nvPr/>
          </p:nvSpPr>
          <p:spPr>
            <a:xfrm>
              <a:off x="5518428" y="22020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4" name="pt16024"/>
            <p:cNvSpPr/>
            <p:nvPr/>
          </p:nvSpPr>
          <p:spPr>
            <a:xfrm>
              <a:off x="5289341" y="2082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5" name="pt16025"/>
            <p:cNvSpPr/>
            <p:nvPr/>
          </p:nvSpPr>
          <p:spPr>
            <a:xfrm>
              <a:off x="5248312" y="18724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6" name="pt16026"/>
            <p:cNvSpPr/>
            <p:nvPr/>
          </p:nvSpPr>
          <p:spPr>
            <a:xfrm>
              <a:off x="5441454" y="21886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7" name="pt16027"/>
            <p:cNvSpPr/>
            <p:nvPr/>
          </p:nvSpPr>
          <p:spPr>
            <a:xfrm>
              <a:off x="5579993" y="23077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8" name="pt16028"/>
            <p:cNvSpPr/>
            <p:nvPr/>
          </p:nvSpPr>
          <p:spPr>
            <a:xfrm>
              <a:off x="5654511" y="20389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9" name="pt16029"/>
            <p:cNvSpPr/>
            <p:nvPr/>
          </p:nvSpPr>
          <p:spPr>
            <a:xfrm>
              <a:off x="5378490" y="22259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0" name="pt16030"/>
            <p:cNvSpPr/>
            <p:nvPr/>
          </p:nvSpPr>
          <p:spPr>
            <a:xfrm>
              <a:off x="5683404" y="18247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1" name="pt16031"/>
            <p:cNvSpPr/>
            <p:nvPr/>
          </p:nvSpPr>
          <p:spPr>
            <a:xfrm>
              <a:off x="4794979" y="25367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2" name="pt16032"/>
            <p:cNvSpPr/>
            <p:nvPr/>
          </p:nvSpPr>
          <p:spPr>
            <a:xfrm>
              <a:off x="5191864" y="22686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3" name="pt16033"/>
            <p:cNvSpPr/>
            <p:nvPr/>
          </p:nvSpPr>
          <p:spPr>
            <a:xfrm>
              <a:off x="5408743" y="22635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4" name="pt16034"/>
            <p:cNvSpPr/>
            <p:nvPr/>
          </p:nvSpPr>
          <p:spPr>
            <a:xfrm>
              <a:off x="5529685" y="22431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5" name="pt16035"/>
            <p:cNvSpPr/>
            <p:nvPr/>
          </p:nvSpPr>
          <p:spPr>
            <a:xfrm>
              <a:off x="5095895" y="24661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6" name="pt16036"/>
            <p:cNvSpPr/>
            <p:nvPr/>
          </p:nvSpPr>
          <p:spPr>
            <a:xfrm>
              <a:off x="5159355" y="26172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7" name="pt16037"/>
            <p:cNvSpPr/>
            <p:nvPr/>
          </p:nvSpPr>
          <p:spPr>
            <a:xfrm>
              <a:off x="5072856" y="2617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8" name="pt16038"/>
            <p:cNvSpPr/>
            <p:nvPr/>
          </p:nvSpPr>
          <p:spPr>
            <a:xfrm>
              <a:off x="5370702" y="22854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9" name="pt16039"/>
            <p:cNvSpPr/>
            <p:nvPr/>
          </p:nvSpPr>
          <p:spPr>
            <a:xfrm>
              <a:off x="5839013" y="19192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0" name="pt16040"/>
            <p:cNvSpPr/>
            <p:nvPr/>
          </p:nvSpPr>
          <p:spPr>
            <a:xfrm>
              <a:off x="5600776" y="19679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1" name="pt16041"/>
            <p:cNvSpPr/>
            <p:nvPr/>
          </p:nvSpPr>
          <p:spPr>
            <a:xfrm>
              <a:off x="5211091" y="21136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2" name="pt16042"/>
            <p:cNvSpPr/>
            <p:nvPr/>
          </p:nvSpPr>
          <p:spPr>
            <a:xfrm>
              <a:off x="5454017" y="20701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3" name="pt16043"/>
            <p:cNvSpPr/>
            <p:nvPr/>
          </p:nvSpPr>
          <p:spPr>
            <a:xfrm>
              <a:off x="5155818" y="27061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4" name="pt16044"/>
            <p:cNvSpPr/>
            <p:nvPr/>
          </p:nvSpPr>
          <p:spPr>
            <a:xfrm>
              <a:off x="5282494" y="22976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5" name="pt16045"/>
            <p:cNvSpPr/>
            <p:nvPr/>
          </p:nvSpPr>
          <p:spPr>
            <a:xfrm>
              <a:off x="5957768" y="17440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6" name="pt16046"/>
            <p:cNvSpPr/>
            <p:nvPr/>
          </p:nvSpPr>
          <p:spPr>
            <a:xfrm>
              <a:off x="5267698" y="22102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7" name="pt16047"/>
            <p:cNvSpPr/>
            <p:nvPr/>
          </p:nvSpPr>
          <p:spPr>
            <a:xfrm>
              <a:off x="5524932" y="22116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8" name="pt16048"/>
            <p:cNvSpPr/>
            <p:nvPr/>
          </p:nvSpPr>
          <p:spPr>
            <a:xfrm>
              <a:off x="4941291" y="17261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9" name="pt16049"/>
            <p:cNvSpPr/>
            <p:nvPr/>
          </p:nvSpPr>
          <p:spPr>
            <a:xfrm>
              <a:off x="5520440" y="22067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0" name="pt16050"/>
            <p:cNvSpPr/>
            <p:nvPr/>
          </p:nvSpPr>
          <p:spPr>
            <a:xfrm>
              <a:off x="5623270" y="18344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1" name="pt16051"/>
            <p:cNvSpPr/>
            <p:nvPr/>
          </p:nvSpPr>
          <p:spPr>
            <a:xfrm>
              <a:off x="5343037" y="21373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2" name="pt16052"/>
            <p:cNvSpPr/>
            <p:nvPr/>
          </p:nvSpPr>
          <p:spPr>
            <a:xfrm>
              <a:off x="5720075" y="18053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3" name="pt16053"/>
            <p:cNvSpPr/>
            <p:nvPr/>
          </p:nvSpPr>
          <p:spPr>
            <a:xfrm>
              <a:off x="5809324" y="18059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4" name="pt16054"/>
            <p:cNvSpPr/>
            <p:nvPr/>
          </p:nvSpPr>
          <p:spPr>
            <a:xfrm>
              <a:off x="5232671" y="21679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5" name="pt16055"/>
            <p:cNvSpPr/>
            <p:nvPr/>
          </p:nvSpPr>
          <p:spPr>
            <a:xfrm>
              <a:off x="5438792" y="22309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6" name="pt16056"/>
            <p:cNvSpPr/>
            <p:nvPr/>
          </p:nvSpPr>
          <p:spPr>
            <a:xfrm>
              <a:off x="5343037" y="21560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7" name="pt16057"/>
            <p:cNvSpPr/>
            <p:nvPr/>
          </p:nvSpPr>
          <p:spPr>
            <a:xfrm>
              <a:off x="5680596" y="15790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8" name="pt16058"/>
            <p:cNvSpPr/>
            <p:nvPr/>
          </p:nvSpPr>
          <p:spPr>
            <a:xfrm>
              <a:off x="5494405" y="21469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9" name="pt16059"/>
            <p:cNvSpPr/>
            <p:nvPr/>
          </p:nvSpPr>
          <p:spPr>
            <a:xfrm>
              <a:off x="5321679" y="22679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0" name="pt16060"/>
            <p:cNvSpPr/>
            <p:nvPr/>
          </p:nvSpPr>
          <p:spPr>
            <a:xfrm>
              <a:off x="5389985" y="21576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1" name="pt16061"/>
            <p:cNvSpPr/>
            <p:nvPr/>
          </p:nvSpPr>
          <p:spPr>
            <a:xfrm>
              <a:off x="5462007" y="21662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2" name="pt16062"/>
            <p:cNvSpPr/>
            <p:nvPr/>
          </p:nvSpPr>
          <p:spPr>
            <a:xfrm>
              <a:off x="5438760" y="22479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3" name="pt16063"/>
            <p:cNvSpPr/>
            <p:nvPr/>
          </p:nvSpPr>
          <p:spPr>
            <a:xfrm>
              <a:off x="5162658" y="2742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4" name="pt16064"/>
            <p:cNvSpPr/>
            <p:nvPr/>
          </p:nvSpPr>
          <p:spPr>
            <a:xfrm>
              <a:off x="5483598" y="19111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5" name="pt16065"/>
            <p:cNvSpPr/>
            <p:nvPr/>
          </p:nvSpPr>
          <p:spPr>
            <a:xfrm>
              <a:off x="5166894" y="24895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6" name="pt16066"/>
            <p:cNvSpPr/>
            <p:nvPr/>
          </p:nvSpPr>
          <p:spPr>
            <a:xfrm>
              <a:off x="5464670" y="20262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7" name="pt16067"/>
            <p:cNvSpPr/>
            <p:nvPr/>
          </p:nvSpPr>
          <p:spPr>
            <a:xfrm>
              <a:off x="5493441" y="21972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8" name="pt16068"/>
            <p:cNvSpPr/>
            <p:nvPr/>
          </p:nvSpPr>
          <p:spPr>
            <a:xfrm>
              <a:off x="6052355" y="18181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9" name="pt16069"/>
            <p:cNvSpPr/>
            <p:nvPr/>
          </p:nvSpPr>
          <p:spPr>
            <a:xfrm>
              <a:off x="5449472" y="23141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0" name="pt16070"/>
            <p:cNvSpPr/>
            <p:nvPr/>
          </p:nvSpPr>
          <p:spPr>
            <a:xfrm>
              <a:off x="5692161" y="17975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1" name="pt16071"/>
            <p:cNvSpPr/>
            <p:nvPr/>
          </p:nvSpPr>
          <p:spPr>
            <a:xfrm>
              <a:off x="5740206" y="18709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2" name="pt16072"/>
            <p:cNvSpPr/>
            <p:nvPr/>
          </p:nvSpPr>
          <p:spPr>
            <a:xfrm>
              <a:off x="5244254" y="2176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3" name="pt16073"/>
            <p:cNvSpPr/>
            <p:nvPr/>
          </p:nvSpPr>
          <p:spPr>
            <a:xfrm>
              <a:off x="5500623" y="20717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4" name="pt16074"/>
            <p:cNvSpPr/>
            <p:nvPr/>
          </p:nvSpPr>
          <p:spPr>
            <a:xfrm>
              <a:off x="5014997" y="24981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5" name="pt16075"/>
            <p:cNvSpPr/>
            <p:nvPr/>
          </p:nvSpPr>
          <p:spPr>
            <a:xfrm>
              <a:off x="5628373" y="18455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6" name="pt16076"/>
            <p:cNvSpPr/>
            <p:nvPr/>
          </p:nvSpPr>
          <p:spPr>
            <a:xfrm>
              <a:off x="4882709" y="26301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7" name="pt16077"/>
            <p:cNvSpPr/>
            <p:nvPr/>
          </p:nvSpPr>
          <p:spPr>
            <a:xfrm>
              <a:off x="5169607" y="27497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8" name="pt16078"/>
            <p:cNvSpPr/>
            <p:nvPr/>
          </p:nvSpPr>
          <p:spPr>
            <a:xfrm>
              <a:off x="5059401" y="24008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9" name="pt16079"/>
            <p:cNvSpPr/>
            <p:nvPr/>
          </p:nvSpPr>
          <p:spPr>
            <a:xfrm>
              <a:off x="5508969" y="22317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0" name="pt16080"/>
            <p:cNvSpPr/>
            <p:nvPr/>
          </p:nvSpPr>
          <p:spPr>
            <a:xfrm>
              <a:off x="5285614" y="22200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1" name="pt16081"/>
            <p:cNvSpPr/>
            <p:nvPr/>
          </p:nvSpPr>
          <p:spPr>
            <a:xfrm>
              <a:off x="5693244" y="18469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2" name="pt16082"/>
            <p:cNvSpPr/>
            <p:nvPr/>
          </p:nvSpPr>
          <p:spPr>
            <a:xfrm>
              <a:off x="4798486" y="26673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3" name="pt16083"/>
            <p:cNvSpPr/>
            <p:nvPr/>
          </p:nvSpPr>
          <p:spPr>
            <a:xfrm>
              <a:off x="5369555" y="22700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4" name="pt16084"/>
            <p:cNvSpPr/>
            <p:nvPr/>
          </p:nvSpPr>
          <p:spPr>
            <a:xfrm>
              <a:off x="5593081" y="20031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5" name="pt16085"/>
            <p:cNvSpPr/>
            <p:nvPr/>
          </p:nvSpPr>
          <p:spPr>
            <a:xfrm>
              <a:off x="5552350" y="21413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6" name="pt16086"/>
            <p:cNvSpPr/>
            <p:nvPr/>
          </p:nvSpPr>
          <p:spPr>
            <a:xfrm>
              <a:off x="5061210" y="22441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7" name="pt16087"/>
            <p:cNvSpPr/>
            <p:nvPr/>
          </p:nvSpPr>
          <p:spPr>
            <a:xfrm>
              <a:off x="5328554" y="2254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8" name="pt16088"/>
            <p:cNvSpPr/>
            <p:nvPr/>
          </p:nvSpPr>
          <p:spPr>
            <a:xfrm>
              <a:off x="5556442" y="22740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9" name="pt16089"/>
            <p:cNvSpPr/>
            <p:nvPr/>
          </p:nvSpPr>
          <p:spPr>
            <a:xfrm>
              <a:off x="5497763" y="22783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0" name="pt16090"/>
            <p:cNvSpPr/>
            <p:nvPr/>
          </p:nvSpPr>
          <p:spPr>
            <a:xfrm>
              <a:off x="5581474" y="22406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1" name="pt16091"/>
            <p:cNvSpPr/>
            <p:nvPr/>
          </p:nvSpPr>
          <p:spPr>
            <a:xfrm>
              <a:off x="5498181" y="23077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2" name="pt16092"/>
            <p:cNvSpPr/>
            <p:nvPr/>
          </p:nvSpPr>
          <p:spPr>
            <a:xfrm>
              <a:off x="5050730" y="21197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3" name="pt16093"/>
            <p:cNvSpPr/>
            <p:nvPr/>
          </p:nvSpPr>
          <p:spPr>
            <a:xfrm>
              <a:off x="4953614" y="22725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4" name="pt16094"/>
            <p:cNvSpPr/>
            <p:nvPr/>
          </p:nvSpPr>
          <p:spPr>
            <a:xfrm>
              <a:off x="4730328" y="25226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5" name="pt16095"/>
            <p:cNvSpPr/>
            <p:nvPr/>
          </p:nvSpPr>
          <p:spPr>
            <a:xfrm>
              <a:off x="5548236" y="21553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6" name="pt16096"/>
            <p:cNvSpPr/>
            <p:nvPr/>
          </p:nvSpPr>
          <p:spPr>
            <a:xfrm>
              <a:off x="5596050" y="20542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7" name="pt16097"/>
            <p:cNvSpPr/>
            <p:nvPr/>
          </p:nvSpPr>
          <p:spPr>
            <a:xfrm>
              <a:off x="5242770" y="21162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8" name="pt16098"/>
            <p:cNvSpPr/>
            <p:nvPr/>
          </p:nvSpPr>
          <p:spPr>
            <a:xfrm>
              <a:off x="4984338" y="25408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9" name="pt16099"/>
            <p:cNvSpPr/>
            <p:nvPr/>
          </p:nvSpPr>
          <p:spPr>
            <a:xfrm>
              <a:off x="5086652" y="27040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0" name="pt16100"/>
            <p:cNvSpPr/>
            <p:nvPr/>
          </p:nvSpPr>
          <p:spPr>
            <a:xfrm>
              <a:off x="5102359" y="20068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1" name="pt16101"/>
            <p:cNvSpPr/>
            <p:nvPr/>
          </p:nvSpPr>
          <p:spPr>
            <a:xfrm>
              <a:off x="5385039" y="20535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2" name="pt16102"/>
            <p:cNvSpPr/>
            <p:nvPr/>
          </p:nvSpPr>
          <p:spPr>
            <a:xfrm>
              <a:off x="5322967" y="21282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3" name="pt16103"/>
            <p:cNvSpPr/>
            <p:nvPr/>
          </p:nvSpPr>
          <p:spPr>
            <a:xfrm>
              <a:off x="5251548" y="20392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4" name="pt16104"/>
            <p:cNvSpPr/>
            <p:nvPr/>
          </p:nvSpPr>
          <p:spPr>
            <a:xfrm>
              <a:off x="5588161" y="22335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5" name="pt16105"/>
            <p:cNvSpPr/>
            <p:nvPr/>
          </p:nvSpPr>
          <p:spPr>
            <a:xfrm>
              <a:off x="5377729" y="21311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6" name="pt16106"/>
            <p:cNvSpPr/>
            <p:nvPr/>
          </p:nvSpPr>
          <p:spPr>
            <a:xfrm>
              <a:off x="5508160" y="22187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7" name="pt16107"/>
            <p:cNvSpPr/>
            <p:nvPr/>
          </p:nvSpPr>
          <p:spPr>
            <a:xfrm>
              <a:off x="5488272" y="21398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8" name="pt16108"/>
            <p:cNvSpPr/>
            <p:nvPr/>
          </p:nvSpPr>
          <p:spPr>
            <a:xfrm>
              <a:off x="5109614" y="16634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9" name="pt16109"/>
            <p:cNvSpPr/>
            <p:nvPr/>
          </p:nvSpPr>
          <p:spPr>
            <a:xfrm>
              <a:off x="5694909" y="19815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0" name="pt16110"/>
            <p:cNvSpPr/>
            <p:nvPr/>
          </p:nvSpPr>
          <p:spPr>
            <a:xfrm>
              <a:off x="5240065" y="21642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1" name="pt16111"/>
            <p:cNvSpPr/>
            <p:nvPr/>
          </p:nvSpPr>
          <p:spPr>
            <a:xfrm>
              <a:off x="5467742" y="2036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2" name="pt16112"/>
            <p:cNvSpPr/>
            <p:nvPr/>
          </p:nvSpPr>
          <p:spPr>
            <a:xfrm>
              <a:off x="6056384" y="19681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3" name="pt16113"/>
            <p:cNvSpPr/>
            <p:nvPr/>
          </p:nvSpPr>
          <p:spPr>
            <a:xfrm>
              <a:off x="6027049" y="21038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4" name="pt16114"/>
            <p:cNvSpPr/>
            <p:nvPr/>
          </p:nvSpPr>
          <p:spPr>
            <a:xfrm>
              <a:off x="5324137" y="21264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5" name="pt16115"/>
            <p:cNvSpPr/>
            <p:nvPr/>
          </p:nvSpPr>
          <p:spPr>
            <a:xfrm>
              <a:off x="5696231" y="18928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6" name="pt16116"/>
            <p:cNvSpPr/>
            <p:nvPr/>
          </p:nvSpPr>
          <p:spPr>
            <a:xfrm>
              <a:off x="5782512" y="19137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7" name="pt16117"/>
            <p:cNvSpPr/>
            <p:nvPr/>
          </p:nvSpPr>
          <p:spPr>
            <a:xfrm>
              <a:off x="5718930" y="19380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8" name="pt16118"/>
            <p:cNvSpPr/>
            <p:nvPr/>
          </p:nvSpPr>
          <p:spPr>
            <a:xfrm>
              <a:off x="5456405" y="21925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9" name="pt16119"/>
            <p:cNvSpPr/>
            <p:nvPr/>
          </p:nvSpPr>
          <p:spPr>
            <a:xfrm>
              <a:off x="5226703" y="20892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0" name="pt16120"/>
            <p:cNvSpPr/>
            <p:nvPr/>
          </p:nvSpPr>
          <p:spPr>
            <a:xfrm>
              <a:off x="5133896" y="27645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1" name="pt16121"/>
            <p:cNvSpPr/>
            <p:nvPr/>
          </p:nvSpPr>
          <p:spPr>
            <a:xfrm>
              <a:off x="5634236" y="21168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2" name="pt16122"/>
            <p:cNvSpPr/>
            <p:nvPr/>
          </p:nvSpPr>
          <p:spPr>
            <a:xfrm>
              <a:off x="5493541" y="21684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3" name="pt16123"/>
            <p:cNvSpPr/>
            <p:nvPr/>
          </p:nvSpPr>
          <p:spPr>
            <a:xfrm>
              <a:off x="5960002" y="17506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4" name="pt16124"/>
            <p:cNvSpPr/>
            <p:nvPr/>
          </p:nvSpPr>
          <p:spPr>
            <a:xfrm>
              <a:off x="5361103" y="22364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5" name="pt16125"/>
            <p:cNvSpPr/>
            <p:nvPr/>
          </p:nvSpPr>
          <p:spPr>
            <a:xfrm>
              <a:off x="5447615" y="2290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6" name="pt16126"/>
            <p:cNvSpPr/>
            <p:nvPr/>
          </p:nvSpPr>
          <p:spPr>
            <a:xfrm>
              <a:off x="5417862" y="2171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7" name="pt16127"/>
            <p:cNvSpPr/>
            <p:nvPr/>
          </p:nvSpPr>
          <p:spPr>
            <a:xfrm>
              <a:off x="5769336" y="19921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8" name="pt16128"/>
            <p:cNvSpPr/>
            <p:nvPr/>
          </p:nvSpPr>
          <p:spPr>
            <a:xfrm>
              <a:off x="5639247" y="20521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9" name="pt16129"/>
            <p:cNvSpPr/>
            <p:nvPr/>
          </p:nvSpPr>
          <p:spPr>
            <a:xfrm>
              <a:off x="5697373" y="19081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0" name="pt16130"/>
            <p:cNvSpPr/>
            <p:nvPr/>
          </p:nvSpPr>
          <p:spPr>
            <a:xfrm>
              <a:off x="5722892" y="17547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1" name="pt16131"/>
            <p:cNvSpPr/>
            <p:nvPr/>
          </p:nvSpPr>
          <p:spPr>
            <a:xfrm>
              <a:off x="4827003" y="25189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2" name="pt16132"/>
            <p:cNvSpPr/>
            <p:nvPr/>
          </p:nvSpPr>
          <p:spPr>
            <a:xfrm>
              <a:off x="5507675" y="23425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3" name="pt16133"/>
            <p:cNvSpPr/>
            <p:nvPr/>
          </p:nvSpPr>
          <p:spPr>
            <a:xfrm>
              <a:off x="5513170" y="2209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4" name="pt16134"/>
            <p:cNvSpPr/>
            <p:nvPr/>
          </p:nvSpPr>
          <p:spPr>
            <a:xfrm>
              <a:off x="5399375" y="20914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5" name="pt16135"/>
            <p:cNvSpPr/>
            <p:nvPr/>
          </p:nvSpPr>
          <p:spPr>
            <a:xfrm>
              <a:off x="5018380" y="24072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6" name="pt16136"/>
            <p:cNvSpPr/>
            <p:nvPr/>
          </p:nvSpPr>
          <p:spPr>
            <a:xfrm>
              <a:off x="5580364" y="22398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7" name="pt16137"/>
            <p:cNvSpPr/>
            <p:nvPr/>
          </p:nvSpPr>
          <p:spPr>
            <a:xfrm>
              <a:off x="5508120" y="2358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8" name="pt16138"/>
            <p:cNvSpPr/>
            <p:nvPr/>
          </p:nvSpPr>
          <p:spPr>
            <a:xfrm>
              <a:off x="5231515" y="22159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9" name="pt16139"/>
            <p:cNvSpPr/>
            <p:nvPr/>
          </p:nvSpPr>
          <p:spPr>
            <a:xfrm>
              <a:off x="5507979" y="22122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0" name="pt16140"/>
            <p:cNvSpPr/>
            <p:nvPr/>
          </p:nvSpPr>
          <p:spPr>
            <a:xfrm>
              <a:off x="5728862" y="16824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1" name="pt16141"/>
            <p:cNvSpPr/>
            <p:nvPr/>
          </p:nvSpPr>
          <p:spPr>
            <a:xfrm>
              <a:off x="5560926" y="22781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2" name="pt16142"/>
            <p:cNvSpPr/>
            <p:nvPr/>
          </p:nvSpPr>
          <p:spPr>
            <a:xfrm>
              <a:off x="5315625" y="20152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3" name="pt16143"/>
            <p:cNvSpPr/>
            <p:nvPr/>
          </p:nvSpPr>
          <p:spPr>
            <a:xfrm>
              <a:off x="5414567" y="21827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4" name="pt16144"/>
            <p:cNvSpPr/>
            <p:nvPr/>
          </p:nvSpPr>
          <p:spPr>
            <a:xfrm>
              <a:off x="5173869" y="25689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5" name="pt16145"/>
            <p:cNvSpPr/>
            <p:nvPr/>
          </p:nvSpPr>
          <p:spPr>
            <a:xfrm>
              <a:off x="5179612" y="24303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6" name="pt16146"/>
            <p:cNvSpPr/>
            <p:nvPr/>
          </p:nvSpPr>
          <p:spPr>
            <a:xfrm>
              <a:off x="5243814" y="22073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7" name="pt16147"/>
            <p:cNvSpPr/>
            <p:nvPr/>
          </p:nvSpPr>
          <p:spPr>
            <a:xfrm>
              <a:off x="5813707" y="18988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8" name="pt16148"/>
            <p:cNvSpPr/>
            <p:nvPr/>
          </p:nvSpPr>
          <p:spPr>
            <a:xfrm>
              <a:off x="5569831" y="21882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9" name="pt16149"/>
            <p:cNvSpPr/>
            <p:nvPr/>
          </p:nvSpPr>
          <p:spPr>
            <a:xfrm>
              <a:off x="5134600" y="26245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0" name="pt16150"/>
            <p:cNvSpPr/>
            <p:nvPr/>
          </p:nvSpPr>
          <p:spPr>
            <a:xfrm>
              <a:off x="5065720" y="23709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1" name="pt16151"/>
            <p:cNvSpPr/>
            <p:nvPr/>
          </p:nvSpPr>
          <p:spPr>
            <a:xfrm>
              <a:off x="5025866" y="27099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2" name="pt16152"/>
            <p:cNvSpPr/>
            <p:nvPr/>
          </p:nvSpPr>
          <p:spPr>
            <a:xfrm>
              <a:off x="4840427" y="26443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3" name="pt16153"/>
            <p:cNvSpPr/>
            <p:nvPr/>
          </p:nvSpPr>
          <p:spPr>
            <a:xfrm>
              <a:off x="5306333" y="20647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4" name="pt16154"/>
            <p:cNvSpPr/>
            <p:nvPr/>
          </p:nvSpPr>
          <p:spPr>
            <a:xfrm>
              <a:off x="5326972" y="21123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5" name="pt16155"/>
            <p:cNvSpPr/>
            <p:nvPr/>
          </p:nvSpPr>
          <p:spPr>
            <a:xfrm>
              <a:off x="5408846" y="22151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6" name="pt16156"/>
            <p:cNvSpPr/>
            <p:nvPr/>
          </p:nvSpPr>
          <p:spPr>
            <a:xfrm>
              <a:off x="5501164" y="22610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7" name="pt16157"/>
            <p:cNvSpPr/>
            <p:nvPr/>
          </p:nvSpPr>
          <p:spPr>
            <a:xfrm>
              <a:off x="5437914" y="22092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8" name="pt16158"/>
            <p:cNvSpPr/>
            <p:nvPr/>
          </p:nvSpPr>
          <p:spPr>
            <a:xfrm>
              <a:off x="5464942" y="1980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9" name="pt16159"/>
            <p:cNvSpPr/>
            <p:nvPr/>
          </p:nvSpPr>
          <p:spPr>
            <a:xfrm>
              <a:off x="5519517" y="22972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0" name="pt16160"/>
            <p:cNvSpPr/>
            <p:nvPr/>
          </p:nvSpPr>
          <p:spPr>
            <a:xfrm>
              <a:off x="5139718" y="25569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1" name="pt16161"/>
            <p:cNvSpPr/>
            <p:nvPr/>
          </p:nvSpPr>
          <p:spPr>
            <a:xfrm>
              <a:off x="5636746" y="2059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2" name="pt16162"/>
            <p:cNvSpPr/>
            <p:nvPr/>
          </p:nvSpPr>
          <p:spPr>
            <a:xfrm>
              <a:off x="5276596" y="22474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3" name="pt16163"/>
            <p:cNvSpPr/>
            <p:nvPr/>
          </p:nvSpPr>
          <p:spPr>
            <a:xfrm>
              <a:off x="5637273" y="20089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4" name="pt16164"/>
            <p:cNvSpPr/>
            <p:nvPr/>
          </p:nvSpPr>
          <p:spPr>
            <a:xfrm>
              <a:off x="5418286" y="22486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5" name="pt16165"/>
            <p:cNvSpPr/>
            <p:nvPr/>
          </p:nvSpPr>
          <p:spPr>
            <a:xfrm>
              <a:off x="5367429" y="22661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6" name="pt16166"/>
            <p:cNvSpPr/>
            <p:nvPr/>
          </p:nvSpPr>
          <p:spPr>
            <a:xfrm>
              <a:off x="5679808" y="16559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7" name="pt16167"/>
            <p:cNvSpPr/>
            <p:nvPr/>
          </p:nvSpPr>
          <p:spPr>
            <a:xfrm>
              <a:off x="5528245" y="21270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8" name="pt16168"/>
            <p:cNvSpPr/>
            <p:nvPr/>
          </p:nvSpPr>
          <p:spPr>
            <a:xfrm>
              <a:off x="5569594" y="22601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9" name="pt16169"/>
            <p:cNvSpPr/>
            <p:nvPr/>
          </p:nvSpPr>
          <p:spPr>
            <a:xfrm>
              <a:off x="5728984" y="18447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0" name="pt16170"/>
            <p:cNvSpPr/>
            <p:nvPr/>
          </p:nvSpPr>
          <p:spPr>
            <a:xfrm>
              <a:off x="5150980" y="25259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1" name="pt16171"/>
            <p:cNvSpPr/>
            <p:nvPr/>
          </p:nvSpPr>
          <p:spPr>
            <a:xfrm>
              <a:off x="5119684" y="24798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2" name="pt16172"/>
            <p:cNvSpPr/>
            <p:nvPr/>
          </p:nvSpPr>
          <p:spPr>
            <a:xfrm>
              <a:off x="5210944" y="23139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3" name="pt16173"/>
            <p:cNvSpPr/>
            <p:nvPr/>
          </p:nvSpPr>
          <p:spPr>
            <a:xfrm>
              <a:off x="5380967" y="22787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4" name="pt16174"/>
            <p:cNvSpPr/>
            <p:nvPr/>
          </p:nvSpPr>
          <p:spPr>
            <a:xfrm>
              <a:off x="5669648" y="19403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5" name="pt16175"/>
            <p:cNvSpPr/>
            <p:nvPr/>
          </p:nvSpPr>
          <p:spPr>
            <a:xfrm>
              <a:off x="5311302" y="22487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6" name="pt16176"/>
            <p:cNvSpPr/>
            <p:nvPr/>
          </p:nvSpPr>
          <p:spPr>
            <a:xfrm>
              <a:off x="5059329" y="21616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7" name="pt16177"/>
            <p:cNvSpPr/>
            <p:nvPr/>
          </p:nvSpPr>
          <p:spPr>
            <a:xfrm>
              <a:off x="5329868" y="22599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8" name="pt16178"/>
            <p:cNvSpPr/>
            <p:nvPr/>
          </p:nvSpPr>
          <p:spPr>
            <a:xfrm>
              <a:off x="5587098" y="22362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9" name="pt16179"/>
            <p:cNvSpPr/>
            <p:nvPr/>
          </p:nvSpPr>
          <p:spPr>
            <a:xfrm>
              <a:off x="5175788" y="26622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0" name="pt16180"/>
            <p:cNvSpPr/>
            <p:nvPr/>
          </p:nvSpPr>
          <p:spPr>
            <a:xfrm>
              <a:off x="4948129" y="22135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1" name="pt16181"/>
            <p:cNvSpPr/>
            <p:nvPr/>
          </p:nvSpPr>
          <p:spPr>
            <a:xfrm>
              <a:off x="5207928" y="21083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2" name="pt16182"/>
            <p:cNvSpPr/>
            <p:nvPr/>
          </p:nvSpPr>
          <p:spPr>
            <a:xfrm>
              <a:off x="5706519" y="19503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3" name="pt16183"/>
            <p:cNvSpPr/>
            <p:nvPr/>
          </p:nvSpPr>
          <p:spPr>
            <a:xfrm>
              <a:off x="5675211" y="16010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4" name="pt16184"/>
            <p:cNvSpPr/>
            <p:nvPr/>
          </p:nvSpPr>
          <p:spPr>
            <a:xfrm>
              <a:off x="5198848" y="24171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5" name="pt16185"/>
            <p:cNvSpPr/>
            <p:nvPr/>
          </p:nvSpPr>
          <p:spPr>
            <a:xfrm>
              <a:off x="5363039" y="21937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6" name="pt16186"/>
            <p:cNvSpPr/>
            <p:nvPr/>
          </p:nvSpPr>
          <p:spPr>
            <a:xfrm>
              <a:off x="5565967" y="22896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7" name="pt16187"/>
            <p:cNvSpPr/>
            <p:nvPr/>
          </p:nvSpPr>
          <p:spPr>
            <a:xfrm>
              <a:off x="5614105" y="1961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8" name="pt16188"/>
            <p:cNvSpPr/>
            <p:nvPr/>
          </p:nvSpPr>
          <p:spPr>
            <a:xfrm>
              <a:off x="5068876" y="23682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9" name="pt16189"/>
            <p:cNvSpPr/>
            <p:nvPr/>
          </p:nvSpPr>
          <p:spPr>
            <a:xfrm>
              <a:off x="5377379" y="2148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0" name="pt16190"/>
            <p:cNvSpPr/>
            <p:nvPr/>
          </p:nvSpPr>
          <p:spPr>
            <a:xfrm>
              <a:off x="5545018" y="20465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1" name="pt16191"/>
            <p:cNvSpPr/>
            <p:nvPr/>
          </p:nvSpPr>
          <p:spPr>
            <a:xfrm>
              <a:off x="5323620" y="22562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2" name="pt16192"/>
            <p:cNvSpPr/>
            <p:nvPr/>
          </p:nvSpPr>
          <p:spPr>
            <a:xfrm>
              <a:off x="5418242" y="21860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3" name="pt16193"/>
            <p:cNvSpPr/>
            <p:nvPr/>
          </p:nvSpPr>
          <p:spPr>
            <a:xfrm>
              <a:off x="5575349" y="23816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4" name="pt16194"/>
            <p:cNvSpPr/>
            <p:nvPr/>
          </p:nvSpPr>
          <p:spPr>
            <a:xfrm>
              <a:off x="5750657" y="19161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5" name="pt16195"/>
            <p:cNvSpPr/>
            <p:nvPr/>
          </p:nvSpPr>
          <p:spPr>
            <a:xfrm>
              <a:off x="5477752" y="20351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6" name="pt16196"/>
            <p:cNvSpPr/>
            <p:nvPr/>
          </p:nvSpPr>
          <p:spPr>
            <a:xfrm>
              <a:off x="5550119" y="21415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7" name="pt16197"/>
            <p:cNvSpPr/>
            <p:nvPr/>
          </p:nvSpPr>
          <p:spPr>
            <a:xfrm>
              <a:off x="5467988" y="18796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8" name="pt16198"/>
            <p:cNvSpPr/>
            <p:nvPr/>
          </p:nvSpPr>
          <p:spPr>
            <a:xfrm>
              <a:off x="5145399" y="28345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9" name="pt16199"/>
            <p:cNvSpPr/>
            <p:nvPr/>
          </p:nvSpPr>
          <p:spPr>
            <a:xfrm>
              <a:off x="5141299" y="25721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0" name="pt16200"/>
            <p:cNvSpPr/>
            <p:nvPr/>
          </p:nvSpPr>
          <p:spPr>
            <a:xfrm>
              <a:off x="5591684" y="21634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1" name="pt16201"/>
            <p:cNvSpPr/>
            <p:nvPr/>
          </p:nvSpPr>
          <p:spPr>
            <a:xfrm>
              <a:off x="5331052" y="21519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2" name="pt16202"/>
            <p:cNvSpPr/>
            <p:nvPr/>
          </p:nvSpPr>
          <p:spPr>
            <a:xfrm>
              <a:off x="5924649" y="19133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3" name="pt16203"/>
            <p:cNvSpPr/>
            <p:nvPr/>
          </p:nvSpPr>
          <p:spPr>
            <a:xfrm>
              <a:off x="5757331" y="19074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4" name="pt16204"/>
            <p:cNvSpPr/>
            <p:nvPr/>
          </p:nvSpPr>
          <p:spPr>
            <a:xfrm>
              <a:off x="4675601" y="25466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5" name="pt16205"/>
            <p:cNvSpPr/>
            <p:nvPr/>
          </p:nvSpPr>
          <p:spPr>
            <a:xfrm>
              <a:off x="5538555" y="21674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6" name="pt16206"/>
            <p:cNvSpPr/>
            <p:nvPr/>
          </p:nvSpPr>
          <p:spPr>
            <a:xfrm>
              <a:off x="5662641" y="21022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7" name="pt16207"/>
            <p:cNvSpPr/>
            <p:nvPr/>
          </p:nvSpPr>
          <p:spPr>
            <a:xfrm>
              <a:off x="5478678" y="19418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8" name="pt16208"/>
            <p:cNvSpPr/>
            <p:nvPr/>
          </p:nvSpPr>
          <p:spPr>
            <a:xfrm>
              <a:off x="5511232" y="22980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9" name="pt16209"/>
            <p:cNvSpPr/>
            <p:nvPr/>
          </p:nvSpPr>
          <p:spPr>
            <a:xfrm>
              <a:off x="5121860" y="27554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0" name="pt16210"/>
            <p:cNvSpPr/>
            <p:nvPr/>
          </p:nvSpPr>
          <p:spPr>
            <a:xfrm>
              <a:off x="5169333" y="26340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1" name="pt16211"/>
            <p:cNvSpPr/>
            <p:nvPr/>
          </p:nvSpPr>
          <p:spPr>
            <a:xfrm>
              <a:off x="5369532" y="2225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2" name="pt16212"/>
            <p:cNvSpPr/>
            <p:nvPr/>
          </p:nvSpPr>
          <p:spPr>
            <a:xfrm>
              <a:off x="5491810" y="20774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3" name="pt16213"/>
            <p:cNvSpPr/>
            <p:nvPr/>
          </p:nvSpPr>
          <p:spPr>
            <a:xfrm>
              <a:off x="5510963" y="22034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4" name="pt16214"/>
            <p:cNvSpPr/>
            <p:nvPr/>
          </p:nvSpPr>
          <p:spPr>
            <a:xfrm>
              <a:off x="5745984" y="19302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5" name="pt16215"/>
            <p:cNvSpPr/>
            <p:nvPr/>
          </p:nvSpPr>
          <p:spPr>
            <a:xfrm>
              <a:off x="5151141" y="25694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6" name="pt16216"/>
            <p:cNvSpPr/>
            <p:nvPr/>
          </p:nvSpPr>
          <p:spPr>
            <a:xfrm>
              <a:off x="5774637" y="21470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7" name="pt16217"/>
            <p:cNvSpPr/>
            <p:nvPr/>
          </p:nvSpPr>
          <p:spPr>
            <a:xfrm>
              <a:off x="5400927" y="22149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8" name="pt16218"/>
            <p:cNvSpPr/>
            <p:nvPr/>
          </p:nvSpPr>
          <p:spPr>
            <a:xfrm>
              <a:off x="5714638" y="2121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9" name="pt16219"/>
            <p:cNvSpPr/>
            <p:nvPr/>
          </p:nvSpPr>
          <p:spPr>
            <a:xfrm>
              <a:off x="5182121" y="25154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0" name="pt16220"/>
            <p:cNvSpPr/>
            <p:nvPr/>
          </p:nvSpPr>
          <p:spPr>
            <a:xfrm>
              <a:off x="5742728" y="22687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1" name="pt16221"/>
            <p:cNvSpPr/>
            <p:nvPr/>
          </p:nvSpPr>
          <p:spPr>
            <a:xfrm>
              <a:off x="5499555" y="21614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2" name="pt16222"/>
            <p:cNvSpPr/>
            <p:nvPr/>
          </p:nvSpPr>
          <p:spPr>
            <a:xfrm>
              <a:off x="5562624" y="22004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3" name="pt16223"/>
            <p:cNvSpPr/>
            <p:nvPr/>
          </p:nvSpPr>
          <p:spPr>
            <a:xfrm>
              <a:off x="5852856" y="17212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4" name="pt16224"/>
            <p:cNvSpPr/>
            <p:nvPr/>
          </p:nvSpPr>
          <p:spPr>
            <a:xfrm>
              <a:off x="5698266" y="19482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5" name="pt16225"/>
            <p:cNvSpPr/>
            <p:nvPr/>
          </p:nvSpPr>
          <p:spPr>
            <a:xfrm>
              <a:off x="5501827" y="21734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6" name="pt16226"/>
            <p:cNvSpPr/>
            <p:nvPr/>
          </p:nvSpPr>
          <p:spPr>
            <a:xfrm>
              <a:off x="5026428" y="23046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7" name="pt16227"/>
            <p:cNvSpPr/>
            <p:nvPr/>
          </p:nvSpPr>
          <p:spPr>
            <a:xfrm>
              <a:off x="5604705" y="21286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8" name="pt16228"/>
            <p:cNvSpPr/>
            <p:nvPr/>
          </p:nvSpPr>
          <p:spPr>
            <a:xfrm>
              <a:off x="5591082" y="1942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9" name="pt16229"/>
            <p:cNvSpPr/>
            <p:nvPr/>
          </p:nvSpPr>
          <p:spPr>
            <a:xfrm>
              <a:off x="5381305" y="22205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0" name="pt16230"/>
            <p:cNvSpPr/>
            <p:nvPr/>
          </p:nvSpPr>
          <p:spPr>
            <a:xfrm>
              <a:off x="5331073" y="22480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1" name="pt16231"/>
            <p:cNvSpPr/>
            <p:nvPr/>
          </p:nvSpPr>
          <p:spPr>
            <a:xfrm>
              <a:off x="5153384" y="27329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2" name="pt16232"/>
            <p:cNvSpPr/>
            <p:nvPr/>
          </p:nvSpPr>
          <p:spPr>
            <a:xfrm>
              <a:off x="5280374" y="22159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3" name="pt16233"/>
            <p:cNvSpPr/>
            <p:nvPr/>
          </p:nvSpPr>
          <p:spPr>
            <a:xfrm>
              <a:off x="5923396" y="17516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4" name="pt16234"/>
            <p:cNvSpPr/>
            <p:nvPr/>
          </p:nvSpPr>
          <p:spPr>
            <a:xfrm>
              <a:off x="5771623" y="19456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5" name="pt16235"/>
            <p:cNvSpPr/>
            <p:nvPr/>
          </p:nvSpPr>
          <p:spPr>
            <a:xfrm>
              <a:off x="5139618" y="26226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6" name="pt16236"/>
            <p:cNvSpPr/>
            <p:nvPr/>
          </p:nvSpPr>
          <p:spPr>
            <a:xfrm>
              <a:off x="6120678" y="17663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7" name="pt16237"/>
            <p:cNvSpPr/>
            <p:nvPr/>
          </p:nvSpPr>
          <p:spPr>
            <a:xfrm>
              <a:off x="5516345" y="22163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8" name="pt16238"/>
            <p:cNvSpPr/>
            <p:nvPr/>
          </p:nvSpPr>
          <p:spPr>
            <a:xfrm>
              <a:off x="5208097" y="21544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9" name="pt16239"/>
            <p:cNvSpPr/>
            <p:nvPr/>
          </p:nvSpPr>
          <p:spPr>
            <a:xfrm>
              <a:off x="5273535" y="21103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0" name="pt16240"/>
            <p:cNvSpPr/>
            <p:nvPr/>
          </p:nvSpPr>
          <p:spPr>
            <a:xfrm>
              <a:off x="5101731" y="20584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1" name="pt16241"/>
            <p:cNvSpPr/>
            <p:nvPr/>
          </p:nvSpPr>
          <p:spPr>
            <a:xfrm>
              <a:off x="5881655" y="1840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2" name="pt16242"/>
            <p:cNvSpPr/>
            <p:nvPr/>
          </p:nvSpPr>
          <p:spPr>
            <a:xfrm>
              <a:off x="5656876" y="20953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3" name="pt16243"/>
            <p:cNvSpPr/>
            <p:nvPr/>
          </p:nvSpPr>
          <p:spPr>
            <a:xfrm>
              <a:off x="5240767" y="21597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4" name="pt16244"/>
            <p:cNvSpPr/>
            <p:nvPr/>
          </p:nvSpPr>
          <p:spPr>
            <a:xfrm>
              <a:off x="5261860" y="2124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5" name="pt16245"/>
            <p:cNvSpPr/>
            <p:nvPr/>
          </p:nvSpPr>
          <p:spPr>
            <a:xfrm>
              <a:off x="5050329" y="22715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6" name="pt16246"/>
            <p:cNvSpPr/>
            <p:nvPr/>
          </p:nvSpPr>
          <p:spPr>
            <a:xfrm>
              <a:off x="5613253" y="21787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7" name="pt16247"/>
            <p:cNvSpPr/>
            <p:nvPr/>
          </p:nvSpPr>
          <p:spPr>
            <a:xfrm>
              <a:off x="5583583" y="22427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8" name="pt16248"/>
            <p:cNvSpPr/>
            <p:nvPr/>
          </p:nvSpPr>
          <p:spPr>
            <a:xfrm>
              <a:off x="5374081" y="2272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9" name="pt16249"/>
            <p:cNvSpPr/>
            <p:nvPr/>
          </p:nvSpPr>
          <p:spPr>
            <a:xfrm>
              <a:off x="5736320" y="1776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0" name="pt16250"/>
            <p:cNvSpPr/>
            <p:nvPr/>
          </p:nvSpPr>
          <p:spPr>
            <a:xfrm>
              <a:off x="5356382" y="20460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1" name="pt16251"/>
            <p:cNvSpPr/>
            <p:nvPr/>
          </p:nvSpPr>
          <p:spPr>
            <a:xfrm>
              <a:off x="5957079" y="20397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2" name="pt16252"/>
            <p:cNvSpPr/>
            <p:nvPr/>
          </p:nvSpPr>
          <p:spPr>
            <a:xfrm>
              <a:off x="5520061" y="21826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3" name="pt16253"/>
            <p:cNvSpPr/>
            <p:nvPr/>
          </p:nvSpPr>
          <p:spPr>
            <a:xfrm>
              <a:off x="5282504" y="22118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4" name="pt16254"/>
            <p:cNvSpPr/>
            <p:nvPr/>
          </p:nvSpPr>
          <p:spPr>
            <a:xfrm>
              <a:off x="5528217" y="21805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5" name="pt16255"/>
            <p:cNvSpPr/>
            <p:nvPr/>
          </p:nvSpPr>
          <p:spPr>
            <a:xfrm>
              <a:off x="5439233" y="22044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6" name="pt16256"/>
            <p:cNvSpPr/>
            <p:nvPr/>
          </p:nvSpPr>
          <p:spPr>
            <a:xfrm>
              <a:off x="5758216" y="19442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7" name="pt16257"/>
            <p:cNvSpPr/>
            <p:nvPr/>
          </p:nvSpPr>
          <p:spPr>
            <a:xfrm>
              <a:off x="5277532" y="21492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8" name="pt16258"/>
            <p:cNvSpPr/>
            <p:nvPr/>
          </p:nvSpPr>
          <p:spPr>
            <a:xfrm>
              <a:off x="5331993" y="22400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9" name="pt16259"/>
            <p:cNvSpPr/>
            <p:nvPr/>
          </p:nvSpPr>
          <p:spPr>
            <a:xfrm>
              <a:off x="5481144" y="21317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0" name="pt16260"/>
            <p:cNvSpPr/>
            <p:nvPr/>
          </p:nvSpPr>
          <p:spPr>
            <a:xfrm>
              <a:off x="5147643" y="28084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1" name="pt16261"/>
            <p:cNvSpPr/>
            <p:nvPr/>
          </p:nvSpPr>
          <p:spPr>
            <a:xfrm>
              <a:off x="5408109" y="2230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2" name="pt16262"/>
            <p:cNvSpPr/>
            <p:nvPr/>
          </p:nvSpPr>
          <p:spPr>
            <a:xfrm>
              <a:off x="5475221" y="20981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3" name="pt16263"/>
            <p:cNvSpPr/>
            <p:nvPr/>
          </p:nvSpPr>
          <p:spPr>
            <a:xfrm>
              <a:off x="5651362" y="20291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4" name="pt16264"/>
            <p:cNvSpPr/>
            <p:nvPr/>
          </p:nvSpPr>
          <p:spPr>
            <a:xfrm>
              <a:off x="5216922" y="23756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5" name="pt16265"/>
            <p:cNvSpPr/>
            <p:nvPr/>
          </p:nvSpPr>
          <p:spPr>
            <a:xfrm>
              <a:off x="5414930" y="23032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6" name="pt16266"/>
            <p:cNvSpPr/>
            <p:nvPr/>
          </p:nvSpPr>
          <p:spPr>
            <a:xfrm>
              <a:off x="5211256" y="19918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7" name="pt16267"/>
            <p:cNvSpPr/>
            <p:nvPr/>
          </p:nvSpPr>
          <p:spPr>
            <a:xfrm>
              <a:off x="5617419" y="19978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8" name="pt16268"/>
            <p:cNvSpPr/>
            <p:nvPr/>
          </p:nvSpPr>
          <p:spPr>
            <a:xfrm>
              <a:off x="5365431" y="22927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9" name="pt16269"/>
            <p:cNvSpPr/>
            <p:nvPr/>
          </p:nvSpPr>
          <p:spPr>
            <a:xfrm>
              <a:off x="5358561" y="22045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0" name="pt16270"/>
            <p:cNvSpPr/>
            <p:nvPr/>
          </p:nvSpPr>
          <p:spPr>
            <a:xfrm>
              <a:off x="5469742" y="20154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1" name="pt16271"/>
            <p:cNvSpPr/>
            <p:nvPr/>
          </p:nvSpPr>
          <p:spPr>
            <a:xfrm>
              <a:off x="5384355" y="21952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2" name="pt16272"/>
            <p:cNvSpPr/>
            <p:nvPr/>
          </p:nvSpPr>
          <p:spPr>
            <a:xfrm>
              <a:off x="5530303" y="2110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3" name="pt16273"/>
            <p:cNvSpPr/>
            <p:nvPr/>
          </p:nvSpPr>
          <p:spPr>
            <a:xfrm>
              <a:off x="5784455" y="19648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4" name="pt16274"/>
            <p:cNvSpPr/>
            <p:nvPr/>
          </p:nvSpPr>
          <p:spPr>
            <a:xfrm>
              <a:off x="5462415" y="21079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5" name="pt16275"/>
            <p:cNvSpPr/>
            <p:nvPr/>
          </p:nvSpPr>
          <p:spPr>
            <a:xfrm>
              <a:off x="5585416" y="23451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6" name="pt16276"/>
            <p:cNvSpPr/>
            <p:nvPr/>
          </p:nvSpPr>
          <p:spPr>
            <a:xfrm>
              <a:off x="5380986" y="22326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7" name="pt16277"/>
            <p:cNvSpPr/>
            <p:nvPr/>
          </p:nvSpPr>
          <p:spPr>
            <a:xfrm>
              <a:off x="5265005" y="22334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8" name="pt16278"/>
            <p:cNvSpPr/>
            <p:nvPr/>
          </p:nvSpPr>
          <p:spPr>
            <a:xfrm>
              <a:off x="5343855" y="21735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9" name="pt16279"/>
            <p:cNvSpPr/>
            <p:nvPr/>
          </p:nvSpPr>
          <p:spPr>
            <a:xfrm>
              <a:off x="5808708" y="18475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0" name="pt16280"/>
            <p:cNvSpPr/>
            <p:nvPr/>
          </p:nvSpPr>
          <p:spPr>
            <a:xfrm>
              <a:off x="5465594" y="1831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1" name="pt16281"/>
            <p:cNvSpPr/>
            <p:nvPr/>
          </p:nvSpPr>
          <p:spPr>
            <a:xfrm>
              <a:off x="5408432" y="21995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2" name="pt16282"/>
            <p:cNvSpPr/>
            <p:nvPr/>
          </p:nvSpPr>
          <p:spPr>
            <a:xfrm>
              <a:off x="5236206" y="21227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3" name="pt16283"/>
            <p:cNvSpPr/>
            <p:nvPr/>
          </p:nvSpPr>
          <p:spPr>
            <a:xfrm>
              <a:off x="5427395" y="22896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4" name="pt16284"/>
            <p:cNvSpPr/>
            <p:nvPr/>
          </p:nvSpPr>
          <p:spPr>
            <a:xfrm>
              <a:off x="5211992" y="22526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5" name="pt16285"/>
            <p:cNvSpPr/>
            <p:nvPr/>
          </p:nvSpPr>
          <p:spPr>
            <a:xfrm>
              <a:off x="5490740" y="20443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6" name="pt16286"/>
            <p:cNvSpPr/>
            <p:nvPr/>
          </p:nvSpPr>
          <p:spPr>
            <a:xfrm>
              <a:off x="5070461" y="26314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7" name="pt16287"/>
            <p:cNvSpPr/>
            <p:nvPr/>
          </p:nvSpPr>
          <p:spPr>
            <a:xfrm>
              <a:off x="5588730" y="22651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8" name="pt16288"/>
            <p:cNvSpPr/>
            <p:nvPr/>
          </p:nvSpPr>
          <p:spPr>
            <a:xfrm>
              <a:off x="5697896" y="18656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9" name="pt16289"/>
            <p:cNvSpPr/>
            <p:nvPr/>
          </p:nvSpPr>
          <p:spPr>
            <a:xfrm>
              <a:off x="5771104" y="18717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0" name="pt16290"/>
            <p:cNvSpPr/>
            <p:nvPr/>
          </p:nvSpPr>
          <p:spPr>
            <a:xfrm>
              <a:off x="5584338" y="2289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1" name="pt16291"/>
            <p:cNvSpPr/>
            <p:nvPr/>
          </p:nvSpPr>
          <p:spPr>
            <a:xfrm>
              <a:off x="5696369" y="20550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2" name="pt16292"/>
            <p:cNvSpPr/>
            <p:nvPr/>
          </p:nvSpPr>
          <p:spPr>
            <a:xfrm>
              <a:off x="5067239" y="24667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3" name="pt16293"/>
            <p:cNvSpPr/>
            <p:nvPr/>
          </p:nvSpPr>
          <p:spPr>
            <a:xfrm>
              <a:off x="5536880" y="23487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4" name="pt16294"/>
            <p:cNvSpPr/>
            <p:nvPr/>
          </p:nvSpPr>
          <p:spPr>
            <a:xfrm>
              <a:off x="5667577" y="17674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5" name="pt16295"/>
            <p:cNvSpPr/>
            <p:nvPr/>
          </p:nvSpPr>
          <p:spPr>
            <a:xfrm>
              <a:off x="5501164" y="21816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6" name="pt16296"/>
            <p:cNvSpPr/>
            <p:nvPr/>
          </p:nvSpPr>
          <p:spPr>
            <a:xfrm>
              <a:off x="5693697" y="20252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7" name="pt16297"/>
            <p:cNvSpPr/>
            <p:nvPr/>
          </p:nvSpPr>
          <p:spPr>
            <a:xfrm>
              <a:off x="5732911" y="18822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8" name="pt16298"/>
            <p:cNvSpPr/>
            <p:nvPr/>
          </p:nvSpPr>
          <p:spPr>
            <a:xfrm>
              <a:off x="4950113" y="21664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9" name="pt16299"/>
            <p:cNvSpPr/>
            <p:nvPr/>
          </p:nvSpPr>
          <p:spPr>
            <a:xfrm>
              <a:off x="5538836" y="2031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0" name="pt16300"/>
            <p:cNvSpPr/>
            <p:nvPr/>
          </p:nvSpPr>
          <p:spPr>
            <a:xfrm>
              <a:off x="5106945" y="16740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1" name="pt16301"/>
            <p:cNvSpPr/>
            <p:nvPr/>
          </p:nvSpPr>
          <p:spPr>
            <a:xfrm>
              <a:off x="5661563" y="19951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2" name="pt16302"/>
            <p:cNvSpPr/>
            <p:nvPr/>
          </p:nvSpPr>
          <p:spPr>
            <a:xfrm>
              <a:off x="5750053" y="21203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3" name="pt16303"/>
            <p:cNvSpPr/>
            <p:nvPr/>
          </p:nvSpPr>
          <p:spPr>
            <a:xfrm>
              <a:off x="5715270" y="20942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4" name="pt16304"/>
            <p:cNvSpPr/>
            <p:nvPr/>
          </p:nvSpPr>
          <p:spPr>
            <a:xfrm>
              <a:off x="5093005" y="26536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5" name="pt16305"/>
            <p:cNvSpPr/>
            <p:nvPr/>
          </p:nvSpPr>
          <p:spPr>
            <a:xfrm>
              <a:off x="5534435" y="22592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6" name="pt16306"/>
            <p:cNvSpPr/>
            <p:nvPr/>
          </p:nvSpPr>
          <p:spPr>
            <a:xfrm>
              <a:off x="5359994" y="22557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7" name="pt16307"/>
            <p:cNvSpPr/>
            <p:nvPr/>
          </p:nvSpPr>
          <p:spPr>
            <a:xfrm>
              <a:off x="5233258" y="21689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8" name="pt16308"/>
            <p:cNvSpPr/>
            <p:nvPr/>
          </p:nvSpPr>
          <p:spPr>
            <a:xfrm>
              <a:off x="5390802" y="21652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9" name="pt16309"/>
            <p:cNvSpPr/>
            <p:nvPr/>
          </p:nvSpPr>
          <p:spPr>
            <a:xfrm>
              <a:off x="5531322" y="22850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0" name="pt16310"/>
            <p:cNvSpPr/>
            <p:nvPr/>
          </p:nvSpPr>
          <p:spPr>
            <a:xfrm>
              <a:off x="5500189" y="22094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1" name="pt16311"/>
            <p:cNvSpPr/>
            <p:nvPr/>
          </p:nvSpPr>
          <p:spPr>
            <a:xfrm>
              <a:off x="4853181" y="20682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2" name="pt16312"/>
            <p:cNvSpPr/>
            <p:nvPr/>
          </p:nvSpPr>
          <p:spPr>
            <a:xfrm>
              <a:off x="5360328" y="22410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3" name="pt16313"/>
            <p:cNvSpPr/>
            <p:nvPr/>
          </p:nvSpPr>
          <p:spPr>
            <a:xfrm>
              <a:off x="5409199" y="22131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4" name="pt16314"/>
            <p:cNvSpPr/>
            <p:nvPr/>
          </p:nvSpPr>
          <p:spPr>
            <a:xfrm>
              <a:off x="5622498" y="18652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5" name="pt16315"/>
            <p:cNvSpPr/>
            <p:nvPr/>
          </p:nvSpPr>
          <p:spPr>
            <a:xfrm>
              <a:off x="5737163" y="18488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6" name="pt16316"/>
            <p:cNvSpPr/>
            <p:nvPr/>
          </p:nvSpPr>
          <p:spPr>
            <a:xfrm>
              <a:off x="5578575" y="22099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7" name="pt16317"/>
            <p:cNvSpPr/>
            <p:nvPr/>
          </p:nvSpPr>
          <p:spPr>
            <a:xfrm>
              <a:off x="5249426" y="19981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8" name="pt16318"/>
            <p:cNvSpPr/>
            <p:nvPr/>
          </p:nvSpPr>
          <p:spPr>
            <a:xfrm>
              <a:off x="5549412" y="21615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9" name="pt16319"/>
            <p:cNvSpPr/>
            <p:nvPr/>
          </p:nvSpPr>
          <p:spPr>
            <a:xfrm>
              <a:off x="5886763" y="16756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0" name="pt16320"/>
            <p:cNvSpPr/>
            <p:nvPr/>
          </p:nvSpPr>
          <p:spPr>
            <a:xfrm>
              <a:off x="5414110" y="22634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1" name="pt16321"/>
            <p:cNvSpPr/>
            <p:nvPr/>
          </p:nvSpPr>
          <p:spPr>
            <a:xfrm>
              <a:off x="5230597" y="19938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2" name="pt16322"/>
            <p:cNvSpPr/>
            <p:nvPr/>
          </p:nvSpPr>
          <p:spPr>
            <a:xfrm>
              <a:off x="5420959" y="2248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3" name="pt16323"/>
            <p:cNvSpPr/>
            <p:nvPr/>
          </p:nvSpPr>
          <p:spPr>
            <a:xfrm>
              <a:off x="5352218" y="22031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4" name="pt16324"/>
            <p:cNvSpPr/>
            <p:nvPr/>
          </p:nvSpPr>
          <p:spPr>
            <a:xfrm>
              <a:off x="5641958" y="20821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5" name="pt16325"/>
            <p:cNvSpPr/>
            <p:nvPr/>
          </p:nvSpPr>
          <p:spPr>
            <a:xfrm>
              <a:off x="5557865" y="22091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6" name="pt16326"/>
            <p:cNvSpPr/>
            <p:nvPr/>
          </p:nvSpPr>
          <p:spPr>
            <a:xfrm>
              <a:off x="5220033" y="21665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7" name="pt16327"/>
            <p:cNvSpPr/>
            <p:nvPr/>
          </p:nvSpPr>
          <p:spPr>
            <a:xfrm>
              <a:off x="5206057" y="23288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8" name="pt16328"/>
            <p:cNvSpPr/>
            <p:nvPr/>
          </p:nvSpPr>
          <p:spPr>
            <a:xfrm>
              <a:off x="5716236" y="2164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9" name="pt16329"/>
            <p:cNvSpPr/>
            <p:nvPr/>
          </p:nvSpPr>
          <p:spPr>
            <a:xfrm>
              <a:off x="5365626" y="22610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0" name="pt16330"/>
            <p:cNvSpPr/>
            <p:nvPr/>
          </p:nvSpPr>
          <p:spPr>
            <a:xfrm>
              <a:off x="5675768" y="18189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1" name="pt16331"/>
            <p:cNvSpPr/>
            <p:nvPr/>
          </p:nvSpPr>
          <p:spPr>
            <a:xfrm>
              <a:off x="5068609" y="26287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2" name="pt16332"/>
            <p:cNvSpPr/>
            <p:nvPr/>
          </p:nvSpPr>
          <p:spPr>
            <a:xfrm>
              <a:off x="5289509" y="21576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3" name="pt16333"/>
            <p:cNvSpPr/>
            <p:nvPr/>
          </p:nvSpPr>
          <p:spPr>
            <a:xfrm>
              <a:off x="5409231" y="21690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4" name="pt16334"/>
            <p:cNvSpPr/>
            <p:nvPr/>
          </p:nvSpPr>
          <p:spPr>
            <a:xfrm>
              <a:off x="5371274" y="22573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5" name="pt16335"/>
            <p:cNvSpPr/>
            <p:nvPr/>
          </p:nvSpPr>
          <p:spPr>
            <a:xfrm>
              <a:off x="5172533" y="25925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6" name="pt16336"/>
            <p:cNvSpPr/>
            <p:nvPr/>
          </p:nvSpPr>
          <p:spPr>
            <a:xfrm>
              <a:off x="5324507" y="22820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7" name="pt16337"/>
            <p:cNvSpPr/>
            <p:nvPr/>
          </p:nvSpPr>
          <p:spPr>
            <a:xfrm>
              <a:off x="5181934" y="25648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8" name="pt16338"/>
            <p:cNvSpPr/>
            <p:nvPr/>
          </p:nvSpPr>
          <p:spPr>
            <a:xfrm>
              <a:off x="5544936" y="20070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9" name="pt16339"/>
            <p:cNvSpPr/>
            <p:nvPr/>
          </p:nvSpPr>
          <p:spPr>
            <a:xfrm>
              <a:off x="5757671" y="19883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0" name="pt16340"/>
            <p:cNvSpPr/>
            <p:nvPr/>
          </p:nvSpPr>
          <p:spPr>
            <a:xfrm>
              <a:off x="5107317" y="19570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1" name="pt16341"/>
            <p:cNvSpPr/>
            <p:nvPr/>
          </p:nvSpPr>
          <p:spPr>
            <a:xfrm>
              <a:off x="5483541" y="19765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2" name="pt16342"/>
            <p:cNvSpPr/>
            <p:nvPr/>
          </p:nvSpPr>
          <p:spPr>
            <a:xfrm>
              <a:off x="5171221" y="28632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3" name="pt16343"/>
            <p:cNvSpPr/>
            <p:nvPr/>
          </p:nvSpPr>
          <p:spPr>
            <a:xfrm>
              <a:off x="5498529" y="22120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4" name="pt16344"/>
            <p:cNvSpPr/>
            <p:nvPr/>
          </p:nvSpPr>
          <p:spPr>
            <a:xfrm>
              <a:off x="5289833" y="21619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5" name="pt16345"/>
            <p:cNvSpPr/>
            <p:nvPr/>
          </p:nvSpPr>
          <p:spPr>
            <a:xfrm>
              <a:off x="5591135" y="19964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6" name="pt16346"/>
            <p:cNvSpPr/>
            <p:nvPr/>
          </p:nvSpPr>
          <p:spPr>
            <a:xfrm>
              <a:off x="5478322" y="17181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7" name="pt16347"/>
            <p:cNvSpPr/>
            <p:nvPr/>
          </p:nvSpPr>
          <p:spPr>
            <a:xfrm>
              <a:off x="5751366" y="19779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8" name="pt16348"/>
            <p:cNvSpPr/>
            <p:nvPr/>
          </p:nvSpPr>
          <p:spPr>
            <a:xfrm>
              <a:off x="5096548" y="25231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9" name="pt16349"/>
            <p:cNvSpPr/>
            <p:nvPr/>
          </p:nvSpPr>
          <p:spPr>
            <a:xfrm>
              <a:off x="5508155" y="22742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0" name="pt16350"/>
            <p:cNvSpPr/>
            <p:nvPr/>
          </p:nvSpPr>
          <p:spPr>
            <a:xfrm>
              <a:off x="5798327" y="18066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1" name="pt16351"/>
            <p:cNvSpPr/>
            <p:nvPr/>
          </p:nvSpPr>
          <p:spPr>
            <a:xfrm>
              <a:off x="5495968" y="22053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2" name="pt16352"/>
            <p:cNvSpPr/>
            <p:nvPr/>
          </p:nvSpPr>
          <p:spPr>
            <a:xfrm>
              <a:off x="5703733" y="20072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3" name="pt16353"/>
            <p:cNvSpPr/>
            <p:nvPr/>
          </p:nvSpPr>
          <p:spPr>
            <a:xfrm>
              <a:off x="5294304" y="21190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4" name="pt16354"/>
            <p:cNvSpPr/>
            <p:nvPr/>
          </p:nvSpPr>
          <p:spPr>
            <a:xfrm>
              <a:off x="5351348" y="22615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5" name="pt16355"/>
            <p:cNvSpPr/>
            <p:nvPr/>
          </p:nvSpPr>
          <p:spPr>
            <a:xfrm>
              <a:off x="5424698" y="21872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6" name="pt16356"/>
            <p:cNvSpPr/>
            <p:nvPr/>
          </p:nvSpPr>
          <p:spPr>
            <a:xfrm>
              <a:off x="4992705" y="27921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7" name="pt16357"/>
            <p:cNvSpPr/>
            <p:nvPr/>
          </p:nvSpPr>
          <p:spPr>
            <a:xfrm>
              <a:off x="5884304" y="17372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8" name="pt16358"/>
            <p:cNvSpPr/>
            <p:nvPr/>
          </p:nvSpPr>
          <p:spPr>
            <a:xfrm>
              <a:off x="5510696" y="22519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9" name="pt16359"/>
            <p:cNvSpPr/>
            <p:nvPr/>
          </p:nvSpPr>
          <p:spPr>
            <a:xfrm>
              <a:off x="5244037" y="22069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0" name="pt16360"/>
            <p:cNvSpPr/>
            <p:nvPr/>
          </p:nvSpPr>
          <p:spPr>
            <a:xfrm>
              <a:off x="4954407" y="21041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1" name="pt16361"/>
            <p:cNvSpPr/>
            <p:nvPr/>
          </p:nvSpPr>
          <p:spPr>
            <a:xfrm>
              <a:off x="5426309" y="21967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2" name="pt16362"/>
            <p:cNvSpPr/>
            <p:nvPr/>
          </p:nvSpPr>
          <p:spPr>
            <a:xfrm>
              <a:off x="5671569" y="19480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3" name="pt16363"/>
            <p:cNvSpPr/>
            <p:nvPr/>
          </p:nvSpPr>
          <p:spPr>
            <a:xfrm>
              <a:off x="5310736" y="2016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4" name="pt16364"/>
            <p:cNvSpPr/>
            <p:nvPr/>
          </p:nvSpPr>
          <p:spPr>
            <a:xfrm>
              <a:off x="5305075" y="20310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5" name="pt16365"/>
            <p:cNvSpPr/>
            <p:nvPr/>
          </p:nvSpPr>
          <p:spPr>
            <a:xfrm>
              <a:off x="5344702" y="20932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6" name="pt16366"/>
            <p:cNvSpPr/>
            <p:nvPr/>
          </p:nvSpPr>
          <p:spPr>
            <a:xfrm>
              <a:off x="5650395" y="20931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7" name="pt16367"/>
            <p:cNvSpPr/>
            <p:nvPr/>
          </p:nvSpPr>
          <p:spPr>
            <a:xfrm>
              <a:off x="5510714" y="23090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8" name="pt16368"/>
            <p:cNvSpPr/>
            <p:nvPr/>
          </p:nvSpPr>
          <p:spPr>
            <a:xfrm>
              <a:off x="5498494" y="22529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9" name="pt16369"/>
            <p:cNvSpPr/>
            <p:nvPr/>
          </p:nvSpPr>
          <p:spPr>
            <a:xfrm>
              <a:off x="5446245" y="22939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0" name="pt16370"/>
            <p:cNvSpPr/>
            <p:nvPr/>
          </p:nvSpPr>
          <p:spPr>
            <a:xfrm>
              <a:off x="5464412" y="18552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1" name="pt16371"/>
            <p:cNvSpPr/>
            <p:nvPr/>
          </p:nvSpPr>
          <p:spPr>
            <a:xfrm>
              <a:off x="4937066" y="18811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2" name="pt16372"/>
            <p:cNvSpPr/>
            <p:nvPr/>
          </p:nvSpPr>
          <p:spPr>
            <a:xfrm>
              <a:off x="5564648" y="22454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3" name="pt16373"/>
            <p:cNvSpPr/>
            <p:nvPr/>
          </p:nvSpPr>
          <p:spPr>
            <a:xfrm>
              <a:off x="5614297" y="20182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4" name="pt16374"/>
            <p:cNvSpPr/>
            <p:nvPr/>
          </p:nvSpPr>
          <p:spPr>
            <a:xfrm>
              <a:off x="5413167" y="2102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5" name="pt16375"/>
            <p:cNvSpPr/>
            <p:nvPr/>
          </p:nvSpPr>
          <p:spPr>
            <a:xfrm>
              <a:off x="5697128" y="19862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6" name="pt16376"/>
            <p:cNvSpPr/>
            <p:nvPr/>
          </p:nvSpPr>
          <p:spPr>
            <a:xfrm>
              <a:off x="5736055" y="18468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7" name="pt16377"/>
            <p:cNvSpPr/>
            <p:nvPr/>
          </p:nvSpPr>
          <p:spPr>
            <a:xfrm>
              <a:off x="5236089" y="22425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8" name="pt16378"/>
            <p:cNvSpPr/>
            <p:nvPr/>
          </p:nvSpPr>
          <p:spPr>
            <a:xfrm>
              <a:off x="5179715" y="24786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9" name="pt16379"/>
            <p:cNvSpPr/>
            <p:nvPr/>
          </p:nvSpPr>
          <p:spPr>
            <a:xfrm>
              <a:off x="5560514" y="22764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0" name="pt16380"/>
            <p:cNvSpPr/>
            <p:nvPr/>
          </p:nvSpPr>
          <p:spPr>
            <a:xfrm>
              <a:off x="5645233" y="19744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1" name="pt16381"/>
            <p:cNvSpPr/>
            <p:nvPr/>
          </p:nvSpPr>
          <p:spPr>
            <a:xfrm>
              <a:off x="5060953" y="2396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2" name="pt16382"/>
            <p:cNvSpPr/>
            <p:nvPr/>
          </p:nvSpPr>
          <p:spPr>
            <a:xfrm>
              <a:off x="5506690" y="22256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3" name="pt16383"/>
            <p:cNvSpPr/>
            <p:nvPr/>
          </p:nvSpPr>
          <p:spPr>
            <a:xfrm>
              <a:off x="5145653" y="26275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4" name="pt16384"/>
            <p:cNvSpPr/>
            <p:nvPr/>
          </p:nvSpPr>
          <p:spPr>
            <a:xfrm>
              <a:off x="5531808" y="22916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5" name="pt16385"/>
            <p:cNvSpPr/>
            <p:nvPr/>
          </p:nvSpPr>
          <p:spPr>
            <a:xfrm>
              <a:off x="5416014" y="21743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6" name="pt16386"/>
            <p:cNvSpPr/>
            <p:nvPr/>
          </p:nvSpPr>
          <p:spPr>
            <a:xfrm>
              <a:off x="5475676" y="19115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7" name="pt16387"/>
            <p:cNvSpPr/>
            <p:nvPr/>
          </p:nvSpPr>
          <p:spPr>
            <a:xfrm>
              <a:off x="5755660" y="20135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8" name="pt16388"/>
            <p:cNvSpPr/>
            <p:nvPr/>
          </p:nvSpPr>
          <p:spPr>
            <a:xfrm>
              <a:off x="5543574" y="20367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9" name="pt16389"/>
            <p:cNvSpPr/>
            <p:nvPr/>
          </p:nvSpPr>
          <p:spPr>
            <a:xfrm>
              <a:off x="5394293" y="21141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0" name="pt16390"/>
            <p:cNvSpPr/>
            <p:nvPr/>
          </p:nvSpPr>
          <p:spPr>
            <a:xfrm>
              <a:off x="5333101" y="22029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1" name="pt16391"/>
            <p:cNvSpPr/>
            <p:nvPr/>
          </p:nvSpPr>
          <p:spPr>
            <a:xfrm>
              <a:off x="5465937" y="21202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2" name="pt16392"/>
            <p:cNvSpPr/>
            <p:nvPr/>
          </p:nvSpPr>
          <p:spPr>
            <a:xfrm>
              <a:off x="5246999" y="19264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3" name="pt16393"/>
            <p:cNvSpPr/>
            <p:nvPr/>
          </p:nvSpPr>
          <p:spPr>
            <a:xfrm>
              <a:off x="5496058" y="20057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4" name="pt16394"/>
            <p:cNvSpPr/>
            <p:nvPr/>
          </p:nvSpPr>
          <p:spPr>
            <a:xfrm>
              <a:off x="5499371" y="21138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5" name="pt16395"/>
            <p:cNvSpPr/>
            <p:nvPr/>
          </p:nvSpPr>
          <p:spPr>
            <a:xfrm>
              <a:off x="5544886" y="21191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6" name="pt16396"/>
            <p:cNvSpPr/>
            <p:nvPr/>
          </p:nvSpPr>
          <p:spPr>
            <a:xfrm>
              <a:off x="5548539" y="22385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7" name="pt16397"/>
            <p:cNvSpPr/>
            <p:nvPr/>
          </p:nvSpPr>
          <p:spPr>
            <a:xfrm>
              <a:off x="5421012" y="22462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8" name="pt16398"/>
            <p:cNvSpPr/>
            <p:nvPr/>
          </p:nvSpPr>
          <p:spPr>
            <a:xfrm>
              <a:off x="4821116" y="26009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9" name="pt16399"/>
            <p:cNvSpPr/>
            <p:nvPr/>
          </p:nvSpPr>
          <p:spPr>
            <a:xfrm>
              <a:off x="5504976" y="21126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0" name="pt16400"/>
            <p:cNvSpPr/>
            <p:nvPr/>
          </p:nvSpPr>
          <p:spPr>
            <a:xfrm>
              <a:off x="5498648" y="23031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1" name="pt16401"/>
            <p:cNvSpPr/>
            <p:nvPr/>
          </p:nvSpPr>
          <p:spPr>
            <a:xfrm>
              <a:off x="5382157" y="22279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2" name="pt16402"/>
            <p:cNvSpPr/>
            <p:nvPr/>
          </p:nvSpPr>
          <p:spPr>
            <a:xfrm>
              <a:off x="5626693" y="20088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3" name="pt16403"/>
            <p:cNvSpPr/>
            <p:nvPr/>
          </p:nvSpPr>
          <p:spPr>
            <a:xfrm>
              <a:off x="5569265" y="23668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4" name="pt16404"/>
            <p:cNvSpPr/>
            <p:nvPr/>
          </p:nvSpPr>
          <p:spPr>
            <a:xfrm>
              <a:off x="5448858" y="23675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5" name="pt16405"/>
            <p:cNvSpPr/>
            <p:nvPr/>
          </p:nvSpPr>
          <p:spPr>
            <a:xfrm>
              <a:off x="5459736" y="21592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6" name="pt16406"/>
            <p:cNvSpPr/>
            <p:nvPr/>
          </p:nvSpPr>
          <p:spPr>
            <a:xfrm>
              <a:off x="5488141" y="20236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7" name="pt16407"/>
            <p:cNvSpPr/>
            <p:nvPr/>
          </p:nvSpPr>
          <p:spPr>
            <a:xfrm>
              <a:off x="5864565" y="18119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8" name="pt16408"/>
            <p:cNvSpPr/>
            <p:nvPr/>
          </p:nvSpPr>
          <p:spPr>
            <a:xfrm>
              <a:off x="5463371" y="21486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9" name="pt16409"/>
            <p:cNvSpPr/>
            <p:nvPr/>
          </p:nvSpPr>
          <p:spPr>
            <a:xfrm>
              <a:off x="5821160" y="20045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0" name="pt16410"/>
            <p:cNvSpPr/>
            <p:nvPr/>
          </p:nvSpPr>
          <p:spPr>
            <a:xfrm>
              <a:off x="5473401" y="20093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1" name="pt16411"/>
            <p:cNvSpPr/>
            <p:nvPr/>
          </p:nvSpPr>
          <p:spPr>
            <a:xfrm>
              <a:off x="5346814" y="22107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2" name="pt16412"/>
            <p:cNvSpPr/>
            <p:nvPr/>
          </p:nvSpPr>
          <p:spPr>
            <a:xfrm>
              <a:off x="5117425" y="24504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3" name="pt16413"/>
            <p:cNvSpPr/>
            <p:nvPr/>
          </p:nvSpPr>
          <p:spPr>
            <a:xfrm>
              <a:off x="5416905" y="21508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4" name="pt16414"/>
            <p:cNvSpPr/>
            <p:nvPr/>
          </p:nvSpPr>
          <p:spPr>
            <a:xfrm>
              <a:off x="5534198" y="21937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5" name="pt16415"/>
            <p:cNvSpPr/>
            <p:nvPr/>
          </p:nvSpPr>
          <p:spPr>
            <a:xfrm>
              <a:off x="4844718" y="21323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6" name="pt16416"/>
            <p:cNvSpPr/>
            <p:nvPr/>
          </p:nvSpPr>
          <p:spPr>
            <a:xfrm>
              <a:off x="5598215" y="19186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7" name="pt16417"/>
            <p:cNvSpPr/>
            <p:nvPr/>
          </p:nvSpPr>
          <p:spPr>
            <a:xfrm>
              <a:off x="5711707" y="20002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8" name="pt16418"/>
            <p:cNvSpPr/>
            <p:nvPr/>
          </p:nvSpPr>
          <p:spPr>
            <a:xfrm>
              <a:off x="5838689" y="16977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9" name="pt16419"/>
            <p:cNvSpPr/>
            <p:nvPr/>
          </p:nvSpPr>
          <p:spPr>
            <a:xfrm>
              <a:off x="5537508" y="21238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0" name="pt16420"/>
            <p:cNvSpPr/>
            <p:nvPr/>
          </p:nvSpPr>
          <p:spPr>
            <a:xfrm>
              <a:off x="5431025" y="22093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1" name="pt16421"/>
            <p:cNvSpPr/>
            <p:nvPr/>
          </p:nvSpPr>
          <p:spPr>
            <a:xfrm>
              <a:off x="5442933" y="22530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2" name="pt16422"/>
            <p:cNvSpPr/>
            <p:nvPr/>
          </p:nvSpPr>
          <p:spPr>
            <a:xfrm>
              <a:off x="5560632" y="23211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3" name="pt16423"/>
            <p:cNvSpPr/>
            <p:nvPr/>
          </p:nvSpPr>
          <p:spPr>
            <a:xfrm>
              <a:off x="5220320" y="22534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4" name="pt16424"/>
            <p:cNvSpPr/>
            <p:nvPr/>
          </p:nvSpPr>
          <p:spPr>
            <a:xfrm>
              <a:off x="5297933" y="21452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5" name="pt16425"/>
            <p:cNvSpPr/>
            <p:nvPr/>
          </p:nvSpPr>
          <p:spPr>
            <a:xfrm>
              <a:off x="5206668" y="21784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6" name="pt16426"/>
            <p:cNvSpPr/>
            <p:nvPr/>
          </p:nvSpPr>
          <p:spPr>
            <a:xfrm>
              <a:off x="5199737" y="23754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7" name="pt16427"/>
            <p:cNvSpPr/>
            <p:nvPr/>
          </p:nvSpPr>
          <p:spPr>
            <a:xfrm>
              <a:off x="5864461" y="17803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8" name="pt16428"/>
            <p:cNvSpPr/>
            <p:nvPr/>
          </p:nvSpPr>
          <p:spPr>
            <a:xfrm>
              <a:off x="5718948" y="21581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9" name="pt16429"/>
            <p:cNvSpPr/>
            <p:nvPr/>
          </p:nvSpPr>
          <p:spPr>
            <a:xfrm>
              <a:off x="5334031" y="21672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0" name="pt16430"/>
            <p:cNvSpPr/>
            <p:nvPr/>
          </p:nvSpPr>
          <p:spPr>
            <a:xfrm>
              <a:off x="5413157" y="22720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1" name="pt16431"/>
            <p:cNvSpPr/>
            <p:nvPr/>
          </p:nvSpPr>
          <p:spPr>
            <a:xfrm>
              <a:off x="5649453" y="19779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2" name="pt16432"/>
            <p:cNvSpPr/>
            <p:nvPr/>
          </p:nvSpPr>
          <p:spPr>
            <a:xfrm>
              <a:off x="6124455" y="18427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3" name="pt16433"/>
            <p:cNvSpPr/>
            <p:nvPr/>
          </p:nvSpPr>
          <p:spPr>
            <a:xfrm>
              <a:off x="5853745" y="19112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4" name="pt16434"/>
            <p:cNvSpPr/>
            <p:nvPr/>
          </p:nvSpPr>
          <p:spPr>
            <a:xfrm>
              <a:off x="5549068" y="21201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5" name="pt16435"/>
            <p:cNvSpPr/>
            <p:nvPr/>
          </p:nvSpPr>
          <p:spPr>
            <a:xfrm>
              <a:off x="5666872" y="19566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6" name="pt16436"/>
            <p:cNvSpPr/>
            <p:nvPr/>
          </p:nvSpPr>
          <p:spPr>
            <a:xfrm>
              <a:off x="5511181" y="21937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7" name="pt16437"/>
            <p:cNvSpPr/>
            <p:nvPr/>
          </p:nvSpPr>
          <p:spPr>
            <a:xfrm>
              <a:off x="5552043" y="21853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8" name="pt16438"/>
            <p:cNvSpPr/>
            <p:nvPr/>
          </p:nvSpPr>
          <p:spPr>
            <a:xfrm>
              <a:off x="5202397" y="24931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9" name="pt16439"/>
            <p:cNvSpPr/>
            <p:nvPr/>
          </p:nvSpPr>
          <p:spPr>
            <a:xfrm>
              <a:off x="5497966" y="21882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0" name="pt16440"/>
            <p:cNvSpPr/>
            <p:nvPr/>
          </p:nvSpPr>
          <p:spPr>
            <a:xfrm>
              <a:off x="5134639" y="26655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1" name="pt16441"/>
            <p:cNvSpPr/>
            <p:nvPr/>
          </p:nvSpPr>
          <p:spPr>
            <a:xfrm>
              <a:off x="5407411" y="21810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2" name="pt16442"/>
            <p:cNvSpPr/>
            <p:nvPr/>
          </p:nvSpPr>
          <p:spPr>
            <a:xfrm>
              <a:off x="5484882" y="19196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3" name="pt16443"/>
            <p:cNvSpPr/>
            <p:nvPr/>
          </p:nvSpPr>
          <p:spPr>
            <a:xfrm>
              <a:off x="5149241" y="26394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4" name="pt16444"/>
            <p:cNvSpPr/>
            <p:nvPr/>
          </p:nvSpPr>
          <p:spPr>
            <a:xfrm>
              <a:off x="5436353" y="21878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5" name="pt16445"/>
            <p:cNvSpPr/>
            <p:nvPr/>
          </p:nvSpPr>
          <p:spPr>
            <a:xfrm>
              <a:off x="5572055" y="22994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6" name="pt16446"/>
            <p:cNvSpPr/>
            <p:nvPr/>
          </p:nvSpPr>
          <p:spPr>
            <a:xfrm>
              <a:off x="5045001" y="22964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7" name="pt16447"/>
            <p:cNvSpPr/>
            <p:nvPr/>
          </p:nvSpPr>
          <p:spPr>
            <a:xfrm>
              <a:off x="5416100" y="22252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8" name="pt16448"/>
            <p:cNvSpPr/>
            <p:nvPr/>
          </p:nvSpPr>
          <p:spPr>
            <a:xfrm>
              <a:off x="5059694" y="1993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9" name="pt16449"/>
            <p:cNvSpPr/>
            <p:nvPr/>
          </p:nvSpPr>
          <p:spPr>
            <a:xfrm>
              <a:off x="5556712" y="22664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0" name="pt16450"/>
            <p:cNvSpPr/>
            <p:nvPr/>
          </p:nvSpPr>
          <p:spPr>
            <a:xfrm>
              <a:off x="5621859" y="18419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1" name="pt16451"/>
            <p:cNvSpPr/>
            <p:nvPr/>
          </p:nvSpPr>
          <p:spPr>
            <a:xfrm>
              <a:off x="5738751" y="16340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2" name="pt16452"/>
            <p:cNvSpPr/>
            <p:nvPr/>
          </p:nvSpPr>
          <p:spPr>
            <a:xfrm>
              <a:off x="5769754" y="18831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3" name="pt16453"/>
            <p:cNvSpPr/>
            <p:nvPr/>
          </p:nvSpPr>
          <p:spPr>
            <a:xfrm>
              <a:off x="5845648" y="18236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4" name="pt16454"/>
            <p:cNvSpPr/>
            <p:nvPr/>
          </p:nvSpPr>
          <p:spPr>
            <a:xfrm>
              <a:off x="5604545" y="20843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5" name="pt16455"/>
            <p:cNvSpPr/>
            <p:nvPr/>
          </p:nvSpPr>
          <p:spPr>
            <a:xfrm>
              <a:off x="5303312" y="22187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6" name="pt16456"/>
            <p:cNvSpPr/>
            <p:nvPr/>
          </p:nvSpPr>
          <p:spPr>
            <a:xfrm>
              <a:off x="5159006" y="27361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7" name="pt16457"/>
            <p:cNvSpPr/>
            <p:nvPr/>
          </p:nvSpPr>
          <p:spPr>
            <a:xfrm>
              <a:off x="5192075" y="23648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8" name="pt16458"/>
            <p:cNvSpPr/>
            <p:nvPr/>
          </p:nvSpPr>
          <p:spPr>
            <a:xfrm>
              <a:off x="5072118" y="2484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9" name="pt16459"/>
            <p:cNvSpPr/>
            <p:nvPr/>
          </p:nvSpPr>
          <p:spPr>
            <a:xfrm>
              <a:off x="4786875" y="25634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0" name="pt16460"/>
            <p:cNvSpPr/>
            <p:nvPr/>
          </p:nvSpPr>
          <p:spPr>
            <a:xfrm>
              <a:off x="4710418" y="25812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1" name="pt16461"/>
            <p:cNvSpPr/>
            <p:nvPr/>
          </p:nvSpPr>
          <p:spPr>
            <a:xfrm>
              <a:off x="5442525" y="22894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2" name="pt16462"/>
            <p:cNvSpPr/>
            <p:nvPr/>
          </p:nvSpPr>
          <p:spPr>
            <a:xfrm>
              <a:off x="5630413" y="20914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3" name="pt16463"/>
            <p:cNvSpPr/>
            <p:nvPr/>
          </p:nvSpPr>
          <p:spPr>
            <a:xfrm>
              <a:off x="5432641" y="21023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4" name="pt16464"/>
            <p:cNvSpPr/>
            <p:nvPr/>
          </p:nvSpPr>
          <p:spPr>
            <a:xfrm>
              <a:off x="5742575" y="19160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5" name="pt16465"/>
            <p:cNvSpPr/>
            <p:nvPr/>
          </p:nvSpPr>
          <p:spPr>
            <a:xfrm>
              <a:off x="5390700" y="20730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6" name="pt16466"/>
            <p:cNvSpPr/>
            <p:nvPr/>
          </p:nvSpPr>
          <p:spPr>
            <a:xfrm>
              <a:off x="5868214" y="18048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7" name="pt16467"/>
            <p:cNvSpPr/>
            <p:nvPr/>
          </p:nvSpPr>
          <p:spPr>
            <a:xfrm>
              <a:off x="6084500" y="21602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8" name="pt16468"/>
            <p:cNvSpPr/>
            <p:nvPr/>
          </p:nvSpPr>
          <p:spPr>
            <a:xfrm>
              <a:off x="5794853" y="18306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9" name="pt16469"/>
            <p:cNvSpPr/>
            <p:nvPr/>
          </p:nvSpPr>
          <p:spPr>
            <a:xfrm>
              <a:off x="5495302" y="20520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0" name="pt16470"/>
            <p:cNvSpPr/>
            <p:nvPr/>
          </p:nvSpPr>
          <p:spPr>
            <a:xfrm>
              <a:off x="5640446" y="20522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1" name="pt16471"/>
            <p:cNvSpPr/>
            <p:nvPr/>
          </p:nvSpPr>
          <p:spPr>
            <a:xfrm>
              <a:off x="5271100" y="21885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2" name="pt16472"/>
            <p:cNvSpPr/>
            <p:nvPr/>
          </p:nvSpPr>
          <p:spPr>
            <a:xfrm>
              <a:off x="5265021" y="22426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3" name="pt16473"/>
            <p:cNvSpPr/>
            <p:nvPr/>
          </p:nvSpPr>
          <p:spPr>
            <a:xfrm>
              <a:off x="5478430" y="20068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4" name="pt16474"/>
            <p:cNvSpPr/>
            <p:nvPr/>
          </p:nvSpPr>
          <p:spPr>
            <a:xfrm>
              <a:off x="5186704" y="23599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5" name="pt16475"/>
            <p:cNvSpPr/>
            <p:nvPr/>
          </p:nvSpPr>
          <p:spPr>
            <a:xfrm>
              <a:off x="5714135" y="20418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6" name="pt16476"/>
            <p:cNvSpPr/>
            <p:nvPr/>
          </p:nvSpPr>
          <p:spPr>
            <a:xfrm>
              <a:off x="5509466" y="22166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7" name="pt16477"/>
            <p:cNvSpPr/>
            <p:nvPr/>
          </p:nvSpPr>
          <p:spPr>
            <a:xfrm>
              <a:off x="5002383" y="28881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8" name="pt16478"/>
            <p:cNvSpPr/>
            <p:nvPr/>
          </p:nvSpPr>
          <p:spPr>
            <a:xfrm>
              <a:off x="4837195" y="27048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9" name="pt16479"/>
            <p:cNvSpPr/>
            <p:nvPr/>
          </p:nvSpPr>
          <p:spPr>
            <a:xfrm>
              <a:off x="5157908" y="26800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0" name="pt16480"/>
            <p:cNvSpPr/>
            <p:nvPr/>
          </p:nvSpPr>
          <p:spPr>
            <a:xfrm>
              <a:off x="5267550" y="20819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1" name="pt16481"/>
            <p:cNvSpPr/>
            <p:nvPr/>
          </p:nvSpPr>
          <p:spPr>
            <a:xfrm>
              <a:off x="5519190" y="23067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2" name="pt16482"/>
            <p:cNvSpPr/>
            <p:nvPr/>
          </p:nvSpPr>
          <p:spPr>
            <a:xfrm>
              <a:off x="5221174" y="21889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3" name="pt16483"/>
            <p:cNvSpPr/>
            <p:nvPr/>
          </p:nvSpPr>
          <p:spPr>
            <a:xfrm>
              <a:off x="5745066" y="19775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4" name="pt16484"/>
            <p:cNvSpPr/>
            <p:nvPr/>
          </p:nvSpPr>
          <p:spPr>
            <a:xfrm>
              <a:off x="5584291" y="2292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5" name="pt16485"/>
            <p:cNvSpPr/>
            <p:nvPr/>
          </p:nvSpPr>
          <p:spPr>
            <a:xfrm>
              <a:off x="5046868" y="22422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6" name="pt16486"/>
            <p:cNvSpPr/>
            <p:nvPr/>
          </p:nvSpPr>
          <p:spPr>
            <a:xfrm>
              <a:off x="5467958" y="20077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7" name="pt16487"/>
            <p:cNvSpPr/>
            <p:nvPr/>
          </p:nvSpPr>
          <p:spPr>
            <a:xfrm>
              <a:off x="5256331" y="19203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8" name="pt16488"/>
            <p:cNvSpPr/>
            <p:nvPr/>
          </p:nvSpPr>
          <p:spPr>
            <a:xfrm>
              <a:off x="5862158" y="19568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9" name="pt16489"/>
            <p:cNvSpPr/>
            <p:nvPr/>
          </p:nvSpPr>
          <p:spPr>
            <a:xfrm>
              <a:off x="5088027" y="25457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0" name="pt16490"/>
            <p:cNvSpPr/>
            <p:nvPr/>
          </p:nvSpPr>
          <p:spPr>
            <a:xfrm>
              <a:off x="5648736" y="20735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1" name="pt16491"/>
            <p:cNvSpPr/>
            <p:nvPr/>
          </p:nvSpPr>
          <p:spPr>
            <a:xfrm>
              <a:off x="5409799" y="20734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2" name="pt16492"/>
            <p:cNvSpPr/>
            <p:nvPr/>
          </p:nvSpPr>
          <p:spPr>
            <a:xfrm>
              <a:off x="5445366" y="23283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3" name="pt16493"/>
            <p:cNvSpPr/>
            <p:nvPr/>
          </p:nvSpPr>
          <p:spPr>
            <a:xfrm>
              <a:off x="5628704" y="22390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4" name="pt16494"/>
            <p:cNvSpPr/>
            <p:nvPr/>
          </p:nvSpPr>
          <p:spPr>
            <a:xfrm>
              <a:off x="5252501" y="2035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5" name="pt16495"/>
            <p:cNvSpPr/>
            <p:nvPr/>
          </p:nvSpPr>
          <p:spPr>
            <a:xfrm>
              <a:off x="5442773" y="21275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6" name="pt16496"/>
            <p:cNvSpPr/>
            <p:nvPr/>
          </p:nvSpPr>
          <p:spPr>
            <a:xfrm>
              <a:off x="5383017" y="22525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7" name="pt16497"/>
            <p:cNvSpPr/>
            <p:nvPr/>
          </p:nvSpPr>
          <p:spPr>
            <a:xfrm>
              <a:off x="5074077" y="25971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8" name="pt16498"/>
            <p:cNvSpPr/>
            <p:nvPr/>
          </p:nvSpPr>
          <p:spPr>
            <a:xfrm>
              <a:off x="5302565" y="21860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9" name="pt16499"/>
            <p:cNvSpPr/>
            <p:nvPr/>
          </p:nvSpPr>
          <p:spPr>
            <a:xfrm>
              <a:off x="5432318" y="20675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0" name="pt16500"/>
            <p:cNvSpPr/>
            <p:nvPr/>
          </p:nvSpPr>
          <p:spPr>
            <a:xfrm>
              <a:off x="5728820" y="16714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1" name="pt16501"/>
            <p:cNvSpPr/>
            <p:nvPr/>
          </p:nvSpPr>
          <p:spPr>
            <a:xfrm>
              <a:off x="5690020" y="17852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2" name="pt16502"/>
            <p:cNvSpPr/>
            <p:nvPr/>
          </p:nvSpPr>
          <p:spPr>
            <a:xfrm>
              <a:off x="5377080" y="21828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3" name="pt16503"/>
            <p:cNvSpPr/>
            <p:nvPr/>
          </p:nvSpPr>
          <p:spPr>
            <a:xfrm>
              <a:off x="5107257" y="17689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4" name="pt16504"/>
            <p:cNvSpPr/>
            <p:nvPr/>
          </p:nvSpPr>
          <p:spPr>
            <a:xfrm>
              <a:off x="5755186" y="1864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5" name="pt16505"/>
            <p:cNvSpPr/>
            <p:nvPr/>
          </p:nvSpPr>
          <p:spPr>
            <a:xfrm>
              <a:off x="5848734" y="18535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6" name="pt16506"/>
            <p:cNvSpPr/>
            <p:nvPr/>
          </p:nvSpPr>
          <p:spPr>
            <a:xfrm>
              <a:off x="5175776" y="26950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7" name="pt16507"/>
            <p:cNvSpPr/>
            <p:nvPr/>
          </p:nvSpPr>
          <p:spPr>
            <a:xfrm>
              <a:off x="5766296" y="2027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8" name="pt16508"/>
            <p:cNvSpPr/>
            <p:nvPr/>
          </p:nvSpPr>
          <p:spPr>
            <a:xfrm>
              <a:off x="5540967" y="21417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9" name="pt16509"/>
            <p:cNvSpPr/>
            <p:nvPr/>
          </p:nvSpPr>
          <p:spPr>
            <a:xfrm>
              <a:off x="5200731" y="2407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0" name="pt16510"/>
            <p:cNvSpPr/>
            <p:nvPr/>
          </p:nvSpPr>
          <p:spPr>
            <a:xfrm>
              <a:off x="5949113" y="18427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1" name="pt16511"/>
            <p:cNvSpPr/>
            <p:nvPr/>
          </p:nvSpPr>
          <p:spPr>
            <a:xfrm>
              <a:off x="5440601" y="2147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2" name="pt16512"/>
            <p:cNvSpPr/>
            <p:nvPr/>
          </p:nvSpPr>
          <p:spPr>
            <a:xfrm>
              <a:off x="5431774" y="20613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3" name="pt16513"/>
            <p:cNvSpPr/>
            <p:nvPr/>
          </p:nvSpPr>
          <p:spPr>
            <a:xfrm>
              <a:off x="5838772" y="16803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4" name="pt16514"/>
            <p:cNvSpPr/>
            <p:nvPr/>
          </p:nvSpPr>
          <p:spPr>
            <a:xfrm>
              <a:off x="5448650" y="23027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5" name="pt16515"/>
            <p:cNvSpPr/>
            <p:nvPr/>
          </p:nvSpPr>
          <p:spPr>
            <a:xfrm>
              <a:off x="5078895" y="24429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6" name="pt16516"/>
            <p:cNvSpPr/>
            <p:nvPr/>
          </p:nvSpPr>
          <p:spPr>
            <a:xfrm>
              <a:off x="5512246" y="22343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7" name="pt16517"/>
            <p:cNvSpPr/>
            <p:nvPr/>
          </p:nvSpPr>
          <p:spPr>
            <a:xfrm>
              <a:off x="5363863" y="20581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8" name="pt16518"/>
            <p:cNvSpPr/>
            <p:nvPr/>
          </p:nvSpPr>
          <p:spPr>
            <a:xfrm>
              <a:off x="5813186" y="18454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9" name="pt16519"/>
            <p:cNvSpPr/>
            <p:nvPr/>
          </p:nvSpPr>
          <p:spPr>
            <a:xfrm>
              <a:off x="5252132" y="2103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0" name="pt16520"/>
            <p:cNvSpPr/>
            <p:nvPr/>
          </p:nvSpPr>
          <p:spPr>
            <a:xfrm>
              <a:off x="5467791" y="20299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1" name="pt16521"/>
            <p:cNvSpPr/>
            <p:nvPr/>
          </p:nvSpPr>
          <p:spPr>
            <a:xfrm>
              <a:off x="5048993" y="21484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2" name="pt16522"/>
            <p:cNvSpPr/>
            <p:nvPr/>
          </p:nvSpPr>
          <p:spPr>
            <a:xfrm>
              <a:off x="5614210" y="19389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3" name="pt16523"/>
            <p:cNvSpPr/>
            <p:nvPr/>
          </p:nvSpPr>
          <p:spPr>
            <a:xfrm>
              <a:off x="5323917" y="21572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4" name="pt16524"/>
            <p:cNvSpPr/>
            <p:nvPr/>
          </p:nvSpPr>
          <p:spPr>
            <a:xfrm>
              <a:off x="5348309" y="21707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5" name="pt16525"/>
            <p:cNvSpPr/>
            <p:nvPr/>
          </p:nvSpPr>
          <p:spPr>
            <a:xfrm>
              <a:off x="5320102" y="21389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6" name="pt16526"/>
            <p:cNvSpPr/>
            <p:nvPr/>
          </p:nvSpPr>
          <p:spPr>
            <a:xfrm>
              <a:off x="5712627" y="19158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7" name="pt16527"/>
            <p:cNvSpPr/>
            <p:nvPr/>
          </p:nvSpPr>
          <p:spPr>
            <a:xfrm>
              <a:off x="5594492" y="1983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8" name="pt16528"/>
            <p:cNvSpPr/>
            <p:nvPr/>
          </p:nvSpPr>
          <p:spPr>
            <a:xfrm>
              <a:off x="5239693" y="20418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9" name="pt16529"/>
            <p:cNvSpPr/>
            <p:nvPr/>
          </p:nvSpPr>
          <p:spPr>
            <a:xfrm>
              <a:off x="5610789" y="19797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0" name="pt16530"/>
            <p:cNvSpPr/>
            <p:nvPr/>
          </p:nvSpPr>
          <p:spPr>
            <a:xfrm>
              <a:off x="5631605" y="20304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1" name="pt16531"/>
            <p:cNvSpPr/>
            <p:nvPr/>
          </p:nvSpPr>
          <p:spPr>
            <a:xfrm>
              <a:off x="5604626" y="19941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2" name="pt16532"/>
            <p:cNvSpPr/>
            <p:nvPr/>
          </p:nvSpPr>
          <p:spPr>
            <a:xfrm>
              <a:off x="5368187" y="22462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3" name="pt16533"/>
            <p:cNvSpPr/>
            <p:nvPr/>
          </p:nvSpPr>
          <p:spPr>
            <a:xfrm>
              <a:off x="5545896" y="21102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4" name="pt16534"/>
            <p:cNvSpPr/>
            <p:nvPr/>
          </p:nvSpPr>
          <p:spPr>
            <a:xfrm>
              <a:off x="5313192" y="21578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5" name="pt16535"/>
            <p:cNvSpPr/>
            <p:nvPr/>
          </p:nvSpPr>
          <p:spPr>
            <a:xfrm>
              <a:off x="5592281" y="20284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6" name="pt16536"/>
            <p:cNvSpPr/>
            <p:nvPr/>
          </p:nvSpPr>
          <p:spPr>
            <a:xfrm>
              <a:off x="5155472" y="26481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7" name="pt16537"/>
            <p:cNvSpPr/>
            <p:nvPr/>
          </p:nvSpPr>
          <p:spPr>
            <a:xfrm>
              <a:off x="5610145" y="20834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8" name="pt16538"/>
            <p:cNvSpPr/>
            <p:nvPr/>
          </p:nvSpPr>
          <p:spPr>
            <a:xfrm>
              <a:off x="5795942" y="19178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9" name="pt16539"/>
            <p:cNvSpPr/>
            <p:nvPr/>
          </p:nvSpPr>
          <p:spPr>
            <a:xfrm>
              <a:off x="4823736" y="25939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0" name="pt16540"/>
            <p:cNvSpPr/>
            <p:nvPr/>
          </p:nvSpPr>
          <p:spPr>
            <a:xfrm>
              <a:off x="5460563" y="21408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1" name="pt16541"/>
            <p:cNvSpPr/>
            <p:nvPr/>
          </p:nvSpPr>
          <p:spPr>
            <a:xfrm>
              <a:off x="5385201" y="21728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2" name="pt16542"/>
            <p:cNvSpPr/>
            <p:nvPr/>
          </p:nvSpPr>
          <p:spPr>
            <a:xfrm>
              <a:off x="5533554" y="22908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3" name="pt16543"/>
            <p:cNvSpPr/>
            <p:nvPr/>
          </p:nvSpPr>
          <p:spPr>
            <a:xfrm>
              <a:off x="6000070" y="20716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4" name="pt16544"/>
            <p:cNvSpPr/>
            <p:nvPr/>
          </p:nvSpPr>
          <p:spPr>
            <a:xfrm>
              <a:off x="5618806" y="1980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5" name="pt16545"/>
            <p:cNvSpPr/>
            <p:nvPr/>
          </p:nvSpPr>
          <p:spPr>
            <a:xfrm>
              <a:off x="5376787" y="22741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6" name="pt16546"/>
            <p:cNvSpPr/>
            <p:nvPr/>
          </p:nvSpPr>
          <p:spPr>
            <a:xfrm>
              <a:off x="5338466" y="2239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7" name="pt16547"/>
            <p:cNvSpPr/>
            <p:nvPr/>
          </p:nvSpPr>
          <p:spPr>
            <a:xfrm>
              <a:off x="5683288" y="17319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8" name="pt16548"/>
            <p:cNvSpPr/>
            <p:nvPr/>
          </p:nvSpPr>
          <p:spPr>
            <a:xfrm>
              <a:off x="5456983" y="20621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9" name="pt16549"/>
            <p:cNvSpPr/>
            <p:nvPr/>
          </p:nvSpPr>
          <p:spPr>
            <a:xfrm>
              <a:off x="5456268" y="21416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0" name="pt16550"/>
            <p:cNvSpPr/>
            <p:nvPr/>
          </p:nvSpPr>
          <p:spPr>
            <a:xfrm>
              <a:off x="5646579" y="20675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1" name="pt16551"/>
            <p:cNvSpPr/>
            <p:nvPr/>
          </p:nvSpPr>
          <p:spPr>
            <a:xfrm>
              <a:off x="5408526" y="22203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2" name="pt16552"/>
            <p:cNvSpPr/>
            <p:nvPr/>
          </p:nvSpPr>
          <p:spPr>
            <a:xfrm>
              <a:off x="5263855" y="21304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3" name="pt16553"/>
            <p:cNvSpPr/>
            <p:nvPr/>
          </p:nvSpPr>
          <p:spPr>
            <a:xfrm>
              <a:off x="5466383" y="20208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4" name="pt16554"/>
            <p:cNvSpPr/>
            <p:nvPr/>
          </p:nvSpPr>
          <p:spPr>
            <a:xfrm>
              <a:off x="5434249" y="21420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5" name="pt16555"/>
            <p:cNvSpPr/>
            <p:nvPr/>
          </p:nvSpPr>
          <p:spPr>
            <a:xfrm>
              <a:off x="5631869" y="21425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6" name="pt16556"/>
            <p:cNvSpPr/>
            <p:nvPr/>
          </p:nvSpPr>
          <p:spPr>
            <a:xfrm>
              <a:off x="5005204" y="24271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7" name="pt16557"/>
            <p:cNvSpPr/>
            <p:nvPr/>
          </p:nvSpPr>
          <p:spPr>
            <a:xfrm>
              <a:off x="5516839" y="22801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8" name="pt16558"/>
            <p:cNvSpPr/>
            <p:nvPr/>
          </p:nvSpPr>
          <p:spPr>
            <a:xfrm>
              <a:off x="5656670" y="20911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9" name="pt16559"/>
            <p:cNvSpPr/>
            <p:nvPr/>
          </p:nvSpPr>
          <p:spPr>
            <a:xfrm>
              <a:off x="5068540" y="24583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0" name="pt16560"/>
            <p:cNvSpPr/>
            <p:nvPr/>
          </p:nvSpPr>
          <p:spPr>
            <a:xfrm>
              <a:off x="4737081" y="28355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1" name="pt16561"/>
            <p:cNvSpPr/>
            <p:nvPr/>
          </p:nvSpPr>
          <p:spPr>
            <a:xfrm>
              <a:off x="5506021" y="21545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2" name="pt16562"/>
            <p:cNvSpPr/>
            <p:nvPr/>
          </p:nvSpPr>
          <p:spPr>
            <a:xfrm>
              <a:off x="5540974" y="22521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3" name="pt16563"/>
            <p:cNvSpPr/>
            <p:nvPr/>
          </p:nvSpPr>
          <p:spPr>
            <a:xfrm>
              <a:off x="5394828" y="21055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4" name="pt16564"/>
            <p:cNvSpPr/>
            <p:nvPr/>
          </p:nvSpPr>
          <p:spPr>
            <a:xfrm>
              <a:off x="5144080" y="26755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5" name="pt16565"/>
            <p:cNvSpPr/>
            <p:nvPr/>
          </p:nvSpPr>
          <p:spPr>
            <a:xfrm>
              <a:off x="5439300" y="22854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6" name="pt16566"/>
            <p:cNvSpPr/>
            <p:nvPr/>
          </p:nvSpPr>
          <p:spPr>
            <a:xfrm>
              <a:off x="5427975" y="22715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7" name="pt16567"/>
            <p:cNvSpPr/>
            <p:nvPr/>
          </p:nvSpPr>
          <p:spPr>
            <a:xfrm>
              <a:off x="5478638" y="1805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8" name="pt16568"/>
            <p:cNvSpPr/>
            <p:nvPr/>
          </p:nvSpPr>
          <p:spPr>
            <a:xfrm>
              <a:off x="5455976" y="22322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9" name="pt16569"/>
            <p:cNvSpPr/>
            <p:nvPr/>
          </p:nvSpPr>
          <p:spPr>
            <a:xfrm>
              <a:off x="5512447" y="23865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0" name="pt16570"/>
            <p:cNvSpPr/>
            <p:nvPr/>
          </p:nvSpPr>
          <p:spPr>
            <a:xfrm>
              <a:off x="5256053" y="20690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1" name="pt16571"/>
            <p:cNvSpPr/>
            <p:nvPr/>
          </p:nvSpPr>
          <p:spPr>
            <a:xfrm>
              <a:off x="5234563" y="21543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2" name="pt16572"/>
            <p:cNvSpPr/>
            <p:nvPr/>
          </p:nvSpPr>
          <p:spPr>
            <a:xfrm>
              <a:off x="5833857" y="20937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3" name="pt16573"/>
            <p:cNvSpPr/>
            <p:nvPr/>
          </p:nvSpPr>
          <p:spPr>
            <a:xfrm>
              <a:off x="5154905" y="27114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4" name="pt16574"/>
            <p:cNvSpPr/>
            <p:nvPr/>
          </p:nvSpPr>
          <p:spPr>
            <a:xfrm>
              <a:off x="5429371" y="23724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5" name="pt16575"/>
            <p:cNvSpPr/>
            <p:nvPr/>
          </p:nvSpPr>
          <p:spPr>
            <a:xfrm>
              <a:off x="5213434" y="2181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6" name="pt16576"/>
            <p:cNvSpPr/>
            <p:nvPr/>
          </p:nvSpPr>
          <p:spPr>
            <a:xfrm>
              <a:off x="5105150" y="22445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7" name="pt16577"/>
            <p:cNvSpPr/>
            <p:nvPr/>
          </p:nvSpPr>
          <p:spPr>
            <a:xfrm>
              <a:off x="5210919" y="21566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8" name="pt16578"/>
            <p:cNvSpPr/>
            <p:nvPr/>
          </p:nvSpPr>
          <p:spPr>
            <a:xfrm>
              <a:off x="5575078" y="22855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9" name="pt16579"/>
            <p:cNvSpPr/>
            <p:nvPr/>
          </p:nvSpPr>
          <p:spPr>
            <a:xfrm>
              <a:off x="5274417" y="21220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0" name="pt16580"/>
            <p:cNvSpPr/>
            <p:nvPr/>
          </p:nvSpPr>
          <p:spPr>
            <a:xfrm>
              <a:off x="5633240" y="2009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1" name="pt16581"/>
            <p:cNvSpPr/>
            <p:nvPr/>
          </p:nvSpPr>
          <p:spPr>
            <a:xfrm>
              <a:off x="5313406" y="22097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2" name="pt16582"/>
            <p:cNvSpPr/>
            <p:nvPr/>
          </p:nvSpPr>
          <p:spPr>
            <a:xfrm>
              <a:off x="5307746" y="18484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3" name="pt16583"/>
            <p:cNvSpPr/>
            <p:nvPr/>
          </p:nvSpPr>
          <p:spPr>
            <a:xfrm>
              <a:off x="5402436" y="22630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4" name="pt16584"/>
            <p:cNvSpPr/>
            <p:nvPr/>
          </p:nvSpPr>
          <p:spPr>
            <a:xfrm>
              <a:off x="5007432" y="25589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5" name="pt16585"/>
            <p:cNvSpPr/>
            <p:nvPr/>
          </p:nvSpPr>
          <p:spPr>
            <a:xfrm>
              <a:off x="5234638" y="21480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6" name="pt16586"/>
            <p:cNvSpPr/>
            <p:nvPr/>
          </p:nvSpPr>
          <p:spPr>
            <a:xfrm>
              <a:off x="5105125" y="19969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7" name="pt16587"/>
            <p:cNvSpPr/>
            <p:nvPr/>
          </p:nvSpPr>
          <p:spPr>
            <a:xfrm>
              <a:off x="5130422" y="25989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8" name="pt16588"/>
            <p:cNvSpPr/>
            <p:nvPr/>
          </p:nvSpPr>
          <p:spPr>
            <a:xfrm>
              <a:off x="5740596" y="18915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9" name="pt16589"/>
            <p:cNvSpPr/>
            <p:nvPr/>
          </p:nvSpPr>
          <p:spPr>
            <a:xfrm>
              <a:off x="5396828" y="20073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0" name="pt16590"/>
            <p:cNvSpPr/>
            <p:nvPr/>
          </p:nvSpPr>
          <p:spPr>
            <a:xfrm>
              <a:off x="5418168" y="22481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1" name="pt16591"/>
            <p:cNvSpPr/>
            <p:nvPr/>
          </p:nvSpPr>
          <p:spPr>
            <a:xfrm>
              <a:off x="5338512" y="22342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2" name="pt16592"/>
            <p:cNvSpPr/>
            <p:nvPr/>
          </p:nvSpPr>
          <p:spPr>
            <a:xfrm>
              <a:off x="5466077" y="20805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3" name="pt16593"/>
            <p:cNvSpPr/>
            <p:nvPr/>
          </p:nvSpPr>
          <p:spPr>
            <a:xfrm>
              <a:off x="4936946" y="18608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4" name="pt16594"/>
            <p:cNvSpPr/>
            <p:nvPr/>
          </p:nvSpPr>
          <p:spPr>
            <a:xfrm>
              <a:off x="5503709" y="21676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5" name="pt16595"/>
            <p:cNvSpPr/>
            <p:nvPr/>
          </p:nvSpPr>
          <p:spPr>
            <a:xfrm>
              <a:off x="5369178" y="22716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6" name="pt16596"/>
            <p:cNvSpPr/>
            <p:nvPr/>
          </p:nvSpPr>
          <p:spPr>
            <a:xfrm>
              <a:off x="5581202" y="23642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7" name="pt16597"/>
            <p:cNvSpPr/>
            <p:nvPr/>
          </p:nvSpPr>
          <p:spPr>
            <a:xfrm>
              <a:off x="5013857" y="25149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8" name="pt16598"/>
            <p:cNvSpPr/>
            <p:nvPr/>
          </p:nvSpPr>
          <p:spPr>
            <a:xfrm>
              <a:off x="5563479" y="21920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9" name="pt16599"/>
            <p:cNvSpPr/>
            <p:nvPr/>
          </p:nvSpPr>
          <p:spPr>
            <a:xfrm>
              <a:off x="5661832" y="21058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0" name="pt16600"/>
            <p:cNvSpPr/>
            <p:nvPr/>
          </p:nvSpPr>
          <p:spPr>
            <a:xfrm>
              <a:off x="5501566" y="22110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1" name="pt16601"/>
            <p:cNvSpPr/>
            <p:nvPr/>
          </p:nvSpPr>
          <p:spPr>
            <a:xfrm>
              <a:off x="5711341" y="20679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2" name="pt16602"/>
            <p:cNvSpPr/>
            <p:nvPr/>
          </p:nvSpPr>
          <p:spPr>
            <a:xfrm>
              <a:off x="5764057" y="20120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3" name="pt16603"/>
            <p:cNvSpPr/>
            <p:nvPr/>
          </p:nvSpPr>
          <p:spPr>
            <a:xfrm>
              <a:off x="5386202" y="21283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4" name="pt16604"/>
            <p:cNvSpPr/>
            <p:nvPr/>
          </p:nvSpPr>
          <p:spPr>
            <a:xfrm>
              <a:off x="5419994" y="22225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5" name="pt16605"/>
            <p:cNvSpPr/>
            <p:nvPr/>
          </p:nvSpPr>
          <p:spPr>
            <a:xfrm>
              <a:off x="5706444" y="20731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6" name="pt16606"/>
            <p:cNvSpPr/>
            <p:nvPr/>
          </p:nvSpPr>
          <p:spPr>
            <a:xfrm>
              <a:off x="5535547" y="21305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7" name="pt16607"/>
            <p:cNvSpPr/>
            <p:nvPr/>
          </p:nvSpPr>
          <p:spPr>
            <a:xfrm>
              <a:off x="5562204" y="2326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8" name="pt16608"/>
            <p:cNvSpPr/>
            <p:nvPr/>
          </p:nvSpPr>
          <p:spPr>
            <a:xfrm>
              <a:off x="5583051" y="23346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9" name="pt16609"/>
            <p:cNvSpPr/>
            <p:nvPr/>
          </p:nvSpPr>
          <p:spPr>
            <a:xfrm>
              <a:off x="5241005" y="21236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0" name="pt16610"/>
            <p:cNvSpPr/>
            <p:nvPr/>
          </p:nvSpPr>
          <p:spPr>
            <a:xfrm>
              <a:off x="5649097" y="20408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1" name="pt16611"/>
            <p:cNvSpPr/>
            <p:nvPr/>
          </p:nvSpPr>
          <p:spPr>
            <a:xfrm>
              <a:off x="5099006" y="26474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2" name="pt16612"/>
            <p:cNvSpPr/>
            <p:nvPr/>
          </p:nvSpPr>
          <p:spPr>
            <a:xfrm>
              <a:off x="5197366" y="24466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3" name="pt16613"/>
            <p:cNvSpPr/>
            <p:nvPr/>
          </p:nvSpPr>
          <p:spPr>
            <a:xfrm>
              <a:off x="5676342" y="17546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4" name="pt16614"/>
            <p:cNvSpPr/>
            <p:nvPr/>
          </p:nvSpPr>
          <p:spPr>
            <a:xfrm>
              <a:off x="5455249" y="2133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5" name="pt16615"/>
            <p:cNvSpPr/>
            <p:nvPr/>
          </p:nvSpPr>
          <p:spPr>
            <a:xfrm>
              <a:off x="5423705" y="22770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6" name="pt16616"/>
            <p:cNvSpPr/>
            <p:nvPr/>
          </p:nvSpPr>
          <p:spPr>
            <a:xfrm>
              <a:off x="5200439" y="24268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7" name="pt16617"/>
            <p:cNvSpPr/>
            <p:nvPr/>
          </p:nvSpPr>
          <p:spPr>
            <a:xfrm>
              <a:off x="5608797" y="20583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8" name="pt16618"/>
            <p:cNvSpPr/>
            <p:nvPr/>
          </p:nvSpPr>
          <p:spPr>
            <a:xfrm>
              <a:off x="5708681" y="20669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9" name="pt16619"/>
            <p:cNvSpPr/>
            <p:nvPr/>
          </p:nvSpPr>
          <p:spPr>
            <a:xfrm>
              <a:off x="5385800" y="2171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0" name="pt16620"/>
            <p:cNvSpPr/>
            <p:nvPr/>
          </p:nvSpPr>
          <p:spPr>
            <a:xfrm>
              <a:off x="5118598" y="24285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1" name="pt16621"/>
            <p:cNvSpPr/>
            <p:nvPr/>
          </p:nvSpPr>
          <p:spPr>
            <a:xfrm>
              <a:off x="5484873" y="19774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2" name="pt16622"/>
            <p:cNvSpPr/>
            <p:nvPr/>
          </p:nvSpPr>
          <p:spPr>
            <a:xfrm>
              <a:off x="5535960" y="21873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3" name="pt16623"/>
            <p:cNvSpPr/>
            <p:nvPr/>
          </p:nvSpPr>
          <p:spPr>
            <a:xfrm>
              <a:off x="5218759" y="21659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4" name="pt16624"/>
            <p:cNvSpPr/>
            <p:nvPr/>
          </p:nvSpPr>
          <p:spPr>
            <a:xfrm>
              <a:off x="5471165" y="19788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5" name="pt16625"/>
            <p:cNvSpPr/>
            <p:nvPr/>
          </p:nvSpPr>
          <p:spPr>
            <a:xfrm>
              <a:off x="5473695" y="20169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6" name="pt16626"/>
            <p:cNvSpPr/>
            <p:nvPr/>
          </p:nvSpPr>
          <p:spPr>
            <a:xfrm>
              <a:off x="5616731" y="19731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7" name="pt16627"/>
            <p:cNvSpPr/>
            <p:nvPr/>
          </p:nvSpPr>
          <p:spPr>
            <a:xfrm>
              <a:off x="5617072" y="18972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8" name="pt16628"/>
            <p:cNvSpPr/>
            <p:nvPr/>
          </p:nvSpPr>
          <p:spPr>
            <a:xfrm>
              <a:off x="5645435" y="20580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9" name="pt16629"/>
            <p:cNvSpPr/>
            <p:nvPr/>
          </p:nvSpPr>
          <p:spPr>
            <a:xfrm>
              <a:off x="5596846" y="20010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0" name="pt16630"/>
            <p:cNvSpPr/>
            <p:nvPr/>
          </p:nvSpPr>
          <p:spPr>
            <a:xfrm>
              <a:off x="5729994" y="19277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1" name="pt16631"/>
            <p:cNvSpPr/>
            <p:nvPr/>
          </p:nvSpPr>
          <p:spPr>
            <a:xfrm>
              <a:off x="5543563" y="19997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2" name="pt16632"/>
            <p:cNvSpPr/>
            <p:nvPr/>
          </p:nvSpPr>
          <p:spPr>
            <a:xfrm>
              <a:off x="5368520" y="21730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3" name="pt16633"/>
            <p:cNvSpPr/>
            <p:nvPr/>
          </p:nvSpPr>
          <p:spPr>
            <a:xfrm>
              <a:off x="5747014" y="18982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4" name="pt16634"/>
            <p:cNvSpPr/>
            <p:nvPr/>
          </p:nvSpPr>
          <p:spPr>
            <a:xfrm>
              <a:off x="5705063" y="19252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5" name="pt16635"/>
            <p:cNvSpPr/>
            <p:nvPr/>
          </p:nvSpPr>
          <p:spPr>
            <a:xfrm>
              <a:off x="5453481" y="22024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6" name="pt16636"/>
            <p:cNvSpPr/>
            <p:nvPr/>
          </p:nvSpPr>
          <p:spPr>
            <a:xfrm>
              <a:off x="6067913" y="21896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7" name="pt16637"/>
            <p:cNvSpPr/>
            <p:nvPr/>
          </p:nvSpPr>
          <p:spPr>
            <a:xfrm>
              <a:off x="5677209" y="17064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8" name="pt16638"/>
            <p:cNvSpPr/>
            <p:nvPr/>
          </p:nvSpPr>
          <p:spPr>
            <a:xfrm>
              <a:off x="5727617" y="17083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9" name="pt16639"/>
            <p:cNvSpPr/>
            <p:nvPr/>
          </p:nvSpPr>
          <p:spPr>
            <a:xfrm>
              <a:off x="5021246" y="24951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0" name="pt16640"/>
            <p:cNvSpPr/>
            <p:nvPr/>
          </p:nvSpPr>
          <p:spPr>
            <a:xfrm>
              <a:off x="5106350" y="15259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1" name="pt16641"/>
            <p:cNvSpPr/>
            <p:nvPr/>
          </p:nvSpPr>
          <p:spPr>
            <a:xfrm>
              <a:off x="5278066" y="22063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2" name="pt16642"/>
            <p:cNvSpPr/>
            <p:nvPr/>
          </p:nvSpPr>
          <p:spPr>
            <a:xfrm>
              <a:off x="5756123" y="19238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3" name="pt16643"/>
            <p:cNvSpPr/>
            <p:nvPr/>
          </p:nvSpPr>
          <p:spPr>
            <a:xfrm>
              <a:off x="5145382" y="26314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4" name="pt16644"/>
            <p:cNvSpPr/>
            <p:nvPr/>
          </p:nvSpPr>
          <p:spPr>
            <a:xfrm>
              <a:off x="5248292" y="20029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5" name="pt16645"/>
            <p:cNvSpPr/>
            <p:nvPr/>
          </p:nvSpPr>
          <p:spPr>
            <a:xfrm>
              <a:off x="5388870" y="21355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6" name="pt16646"/>
            <p:cNvSpPr/>
            <p:nvPr/>
          </p:nvSpPr>
          <p:spPr>
            <a:xfrm>
              <a:off x="5414023" y="21814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7" name="pt16647"/>
            <p:cNvSpPr/>
            <p:nvPr/>
          </p:nvSpPr>
          <p:spPr>
            <a:xfrm>
              <a:off x="4934400" y="19548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8" name="pt16648"/>
            <p:cNvSpPr/>
            <p:nvPr/>
          </p:nvSpPr>
          <p:spPr>
            <a:xfrm>
              <a:off x="5353996" y="2261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9" name="pt16649"/>
            <p:cNvSpPr/>
            <p:nvPr/>
          </p:nvSpPr>
          <p:spPr>
            <a:xfrm>
              <a:off x="5039839" y="20714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0" name="pt16650"/>
            <p:cNvSpPr/>
            <p:nvPr/>
          </p:nvSpPr>
          <p:spPr>
            <a:xfrm>
              <a:off x="5596000" y="20847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1" name="pt16651"/>
            <p:cNvSpPr/>
            <p:nvPr/>
          </p:nvSpPr>
          <p:spPr>
            <a:xfrm>
              <a:off x="5379221" y="22752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2" name="pt16652"/>
            <p:cNvSpPr/>
            <p:nvPr/>
          </p:nvSpPr>
          <p:spPr>
            <a:xfrm>
              <a:off x="5133306" y="27628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3" name="pt16653"/>
            <p:cNvSpPr/>
            <p:nvPr/>
          </p:nvSpPr>
          <p:spPr>
            <a:xfrm>
              <a:off x="5652321" y="20061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4" name="pt16654"/>
            <p:cNvSpPr/>
            <p:nvPr/>
          </p:nvSpPr>
          <p:spPr>
            <a:xfrm>
              <a:off x="5245987" y="22609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5" name="pt16655"/>
            <p:cNvSpPr/>
            <p:nvPr/>
          </p:nvSpPr>
          <p:spPr>
            <a:xfrm>
              <a:off x="5310394" y="19936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6" name="pt16656"/>
            <p:cNvSpPr/>
            <p:nvPr/>
          </p:nvSpPr>
          <p:spPr>
            <a:xfrm>
              <a:off x="5457684" y="22172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7" name="pt16657"/>
            <p:cNvSpPr/>
            <p:nvPr/>
          </p:nvSpPr>
          <p:spPr>
            <a:xfrm>
              <a:off x="5100014" y="24859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8" name="pt16658"/>
            <p:cNvSpPr/>
            <p:nvPr/>
          </p:nvSpPr>
          <p:spPr>
            <a:xfrm>
              <a:off x="5744352" y="20353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9" name="pt16659"/>
            <p:cNvSpPr/>
            <p:nvPr/>
          </p:nvSpPr>
          <p:spPr>
            <a:xfrm>
              <a:off x="5774830" y="19592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0" name="pt16660"/>
            <p:cNvSpPr/>
            <p:nvPr/>
          </p:nvSpPr>
          <p:spPr>
            <a:xfrm>
              <a:off x="5588885" y="21293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1" name="pt16661"/>
            <p:cNvSpPr/>
            <p:nvPr/>
          </p:nvSpPr>
          <p:spPr>
            <a:xfrm>
              <a:off x="5613855" y="19526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2" name="pt16662"/>
            <p:cNvSpPr/>
            <p:nvPr/>
          </p:nvSpPr>
          <p:spPr>
            <a:xfrm>
              <a:off x="5660083" y="20433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3" name="pt16663"/>
            <p:cNvSpPr/>
            <p:nvPr/>
          </p:nvSpPr>
          <p:spPr>
            <a:xfrm>
              <a:off x="5480310" y="19105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4" name="pt16664"/>
            <p:cNvSpPr/>
            <p:nvPr/>
          </p:nvSpPr>
          <p:spPr>
            <a:xfrm>
              <a:off x="5890016" y="19262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5" name="pt16665"/>
            <p:cNvSpPr/>
            <p:nvPr/>
          </p:nvSpPr>
          <p:spPr>
            <a:xfrm>
              <a:off x="5086835" y="21487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6" name="pt16666"/>
            <p:cNvSpPr/>
            <p:nvPr/>
          </p:nvSpPr>
          <p:spPr>
            <a:xfrm>
              <a:off x="5828019" y="17293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7" name="pt16667"/>
            <p:cNvSpPr/>
            <p:nvPr/>
          </p:nvSpPr>
          <p:spPr>
            <a:xfrm>
              <a:off x="5227428" y="22308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8" name="pt16668"/>
            <p:cNvSpPr/>
            <p:nvPr/>
          </p:nvSpPr>
          <p:spPr>
            <a:xfrm>
              <a:off x="5533087" y="23187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9" name="pt16669"/>
            <p:cNvSpPr/>
            <p:nvPr/>
          </p:nvSpPr>
          <p:spPr>
            <a:xfrm>
              <a:off x="5038370" y="21362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0" name="pt16670"/>
            <p:cNvSpPr/>
            <p:nvPr/>
          </p:nvSpPr>
          <p:spPr>
            <a:xfrm>
              <a:off x="5135871" y="27058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1" name="pt16671"/>
            <p:cNvSpPr/>
            <p:nvPr/>
          </p:nvSpPr>
          <p:spPr>
            <a:xfrm>
              <a:off x="5474420" y="19677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2" name="pt16672"/>
            <p:cNvSpPr/>
            <p:nvPr/>
          </p:nvSpPr>
          <p:spPr>
            <a:xfrm>
              <a:off x="5480139" y="18141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3" name="pt16673"/>
            <p:cNvSpPr/>
            <p:nvPr/>
          </p:nvSpPr>
          <p:spPr>
            <a:xfrm>
              <a:off x="5457289" y="21802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4" name="pt16674"/>
            <p:cNvSpPr/>
            <p:nvPr/>
          </p:nvSpPr>
          <p:spPr>
            <a:xfrm>
              <a:off x="5765171" y="20769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5" name="pt16675"/>
            <p:cNvSpPr/>
            <p:nvPr/>
          </p:nvSpPr>
          <p:spPr>
            <a:xfrm>
              <a:off x="5777160" y="19514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6" name="pt16676"/>
            <p:cNvSpPr/>
            <p:nvPr/>
          </p:nvSpPr>
          <p:spPr>
            <a:xfrm>
              <a:off x="5508646" y="23119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7" name="pt16677"/>
            <p:cNvSpPr/>
            <p:nvPr/>
          </p:nvSpPr>
          <p:spPr>
            <a:xfrm>
              <a:off x="5560700" y="21967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8" name="pt16678"/>
            <p:cNvSpPr/>
            <p:nvPr/>
          </p:nvSpPr>
          <p:spPr>
            <a:xfrm>
              <a:off x="5061554" y="22643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9" name="pt16679"/>
            <p:cNvSpPr/>
            <p:nvPr/>
          </p:nvSpPr>
          <p:spPr>
            <a:xfrm>
              <a:off x="5799112" y="18985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0" name="pt16680"/>
            <p:cNvSpPr/>
            <p:nvPr/>
          </p:nvSpPr>
          <p:spPr>
            <a:xfrm>
              <a:off x="5859678" y="1822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1" name="pt16681"/>
            <p:cNvSpPr/>
            <p:nvPr/>
          </p:nvSpPr>
          <p:spPr>
            <a:xfrm>
              <a:off x="5741440" y="18945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2" name="pt16682"/>
            <p:cNvSpPr/>
            <p:nvPr/>
          </p:nvSpPr>
          <p:spPr>
            <a:xfrm>
              <a:off x="5334209" y="23247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3" name="pt16683"/>
            <p:cNvSpPr/>
            <p:nvPr/>
          </p:nvSpPr>
          <p:spPr>
            <a:xfrm>
              <a:off x="5666932" y="19976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4" name="pt16684"/>
            <p:cNvSpPr/>
            <p:nvPr/>
          </p:nvSpPr>
          <p:spPr>
            <a:xfrm>
              <a:off x="5332510" y="21351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5" name="pt16685"/>
            <p:cNvSpPr/>
            <p:nvPr/>
          </p:nvSpPr>
          <p:spPr>
            <a:xfrm>
              <a:off x="5543692" y="19613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6" name="pt16686"/>
            <p:cNvSpPr/>
            <p:nvPr/>
          </p:nvSpPr>
          <p:spPr>
            <a:xfrm>
              <a:off x="5742395" y="19524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7" name="pt16687"/>
            <p:cNvSpPr/>
            <p:nvPr/>
          </p:nvSpPr>
          <p:spPr>
            <a:xfrm>
              <a:off x="5482695" y="20444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8" name="pt16688"/>
            <p:cNvSpPr/>
            <p:nvPr/>
          </p:nvSpPr>
          <p:spPr>
            <a:xfrm>
              <a:off x="5406377" y="21918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9" name="pt16689"/>
            <p:cNvSpPr/>
            <p:nvPr/>
          </p:nvSpPr>
          <p:spPr>
            <a:xfrm>
              <a:off x="5509733" y="2237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0" name="pt16690"/>
            <p:cNvSpPr/>
            <p:nvPr/>
          </p:nvSpPr>
          <p:spPr>
            <a:xfrm>
              <a:off x="5118864" y="24204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1" name="pt16691"/>
            <p:cNvSpPr/>
            <p:nvPr/>
          </p:nvSpPr>
          <p:spPr>
            <a:xfrm>
              <a:off x="5558551" y="22365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2" name="pt16692"/>
            <p:cNvSpPr/>
            <p:nvPr/>
          </p:nvSpPr>
          <p:spPr>
            <a:xfrm>
              <a:off x="5401241" y="21135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3" name="pt16693"/>
            <p:cNvSpPr/>
            <p:nvPr/>
          </p:nvSpPr>
          <p:spPr>
            <a:xfrm>
              <a:off x="5135156" y="2593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4" name="pt16694"/>
            <p:cNvSpPr/>
            <p:nvPr/>
          </p:nvSpPr>
          <p:spPr>
            <a:xfrm>
              <a:off x="5754149" y="19050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5" name="pt16695"/>
            <p:cNvSpPr/>
            <p:nvPr/>
          </p:nvSpPr>
          <p:spPr>
            <a:xfrm>
              <a:off x="5014394" y="23986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6" name="pt16696"/>
            <p:cNvSpPr/>
            <p:nvPr/>
          </p:nvSpPr>
          <p:spPr>
            <a:xfrm>
              <a:off x="5406965" y="21917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7" name="pt16697"/>
            <p:cNvSpPr/>
            <p:nvPr/>
          </p:nvSpPr>
          <p:spPr>
            <a:xfrm>
              <a:off x="5306920" y="20204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8" name="pt16698"/>
            <p:cNvSpPr/>
            <p:nvPr/>
          </p:nvSpPr>
          <p:spPr>
            <a:xfrm>
              <a:off x="5608531" y="19561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9" name="pt16699"/>
            <p:cNvSpPr/>
            <p:nvPr/>
          </p:nvSpPr>
          <p:spPr>
            <a:xfrm>
              <a:off x="5266164" y="22108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0" name="pt16700"/>
            <p:cNvSpPr/>
            <p:nvPr/>
          </p:nvSpPr>
          <p:spPr>
            <a:xfrm>
              <a:off x="5668002" y="18126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1" name="pt16701"/>
            <p:cNvSpPr/>
            <p:nvPr/>
          </p:nvSpPr>
          <p:spPr>
            <a:xfrm>
              <a:off x="5899751" y="18096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2" name="pt16702"/>
            <p:cNvSpPr/>
            <p:nvPr/>
          </p:nvSpPr>
          <p:spPr>
            <a:xfrm>
              <a:off x="5286720" y="21248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3" name="pt16703"/>
            <p:cNvSpPr/>
            <p:nvPr/>
          </p:nvSpPr>
          <p:spPr>
            <a:xfrm>
              <a:off x="5350935" y="22434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4" name="pt16704"/>
            <p:cNvSpPr/>
            <p:nvPr/>
          </p:nvSpPr>
          <p:spPr>
            <a:xfrm>
              <a:off x="4991154" y="25325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5" name="pt16705"/>
            <p:cNvSpPr/>
            <p:nvPr/>
          </p:nvSpPr>
          <p:spPr>
            <a:xfrm>
              <a:off x="5571063" y="22047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6" name="pt16706"/>
            <p:cNvSpPr/>
            <p:nvPr/>
          </p:nvSpPr>
          <p:spPr>
            <a:xfrm>
              <a:off x="5391116" y="21275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7" name="pt16707"/>
            <p:cNvSpPr/>
            <p:nvPr/>
          </p:nvSpPr>
          <p:spPr>
            <a:xfrm>
              <a:off x="5076316" y="25200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8" name="pt16708"/>
            <p:cNvSpPr/>
            <p:nvPr/>
          </p:nvSpPr>
          <p:spPr>
            <a:xfrm>
              <a:off x="5660306" y="21038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9" name="pt16709"/>
            <p:cNvSpPr/>
            <p:nvPr/>
          </p:nvSpPr>
          <p:spPr>
            <a:xfrm>
              <a:off x="5726856" y="17593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0" name="pt16710"/>
            <p:cNvSpPr/>
            <p:nvPr/>
          </p:nvSpPr>
          <p:spPr>
            <a:xfrm>
              <a:off x="5400625" y="22680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1" name="pt16711"/>
            <p:cNvSpPr/>
            <p:nvPr/>
          </p:nvSpPr>
          <p:spPr>
            <a:xfrm>
              <a:off x="5516703" y="22285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2" name="pt16712"/>
            <p:cNvSpPr/>
            <p:nvPr/>
          </p:nvSpPr>
          <p:spPr>
            <a:xfrm>
              <a:off x="5473016" y="20664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3" name="pt16713"/>
            <p:cNvSpPr/>
            <p:nvPr/>
          </p:nvSpPr>
          <p:spPr>
            <a:xfrm>
              <a:off x="5329088" y="21269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4" name="pt16714"/>
            <p:cNvSpPr/>
            <p:nvPr/>
          </p:nvSpPr>
          <p:spPr>
            <a:xfrm>
              <a:off x="5700735" y="19816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5" name="pt16715"/>
            <p:cNvSpPr/>
            <p:nvPr/>
          </p:nvSpPr>
          <p:spPr>
            <a:xfrm>
              <a:off x="5561006" y="22620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6" name="pt16716"/>
            <p:cNvSpPr/>
            <p:nvPr/>
          </p:nvSpPr>
          <p:spPr>
            <a:xfrm>
              <a:off x="5284549" y="22711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7" name="pt16717"/>
            <p:cNvSpPr/>
            <p:nvPr/>
          </p:nvSpPr>
          <p:spPr>
            <a:xfrm>
              <a:off x="5299787" y="21512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8" name="pt16718"/>
            <p:cNvSpPr/>
            <p:nvPr/>
          </p:nvSpPr>
          <p:spPr>
            <a:xfrm>
              <a:off x="5604444" y="19504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9" name="pt16719"/>
            <p:cNvSpPr/>
            <p:nvPr/>
          </p:nvSpPr>
          <p:spPr>
            <a:xfrm>
              <a:off x="5361029" y="21995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0" name="pt16720"/>
            <p:cNvSpPr/>
            <p:nvPr/>
          </p:nvSpPr>
          <p:spPr>
            <a:xfrm>
              <a:off x="5624931" y="18972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1" name="pt16721"/>
            <p:cNvSpPr/>
            <p:nvPr/>
          </p:nvSpPr>
          <p:spPr>
            <a:xfrm>
              <a:off x="5081761" y="27010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2" name="pt16722"/>
            <p:cNvSpPr/>
            <p:nvPr/>
          </p:nvSpPr>
          <p:spPr>
            <a:xfrm>
              <a:off x="5407342" y="2239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3" name="pt16723"/>
            <p:cNvSpPr/>
            <p:nvPr/>
          </p:nvSpPr>
          <p:spPr>
            <a:xfrm>
              <a:off x="5006780" y="25320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4" name="pt16724"/>
            <p:cNvSpPr/>
            <p:nvPr/>
          </p:nvSpPr>
          <p:spPr>
            <a:xfrm>
              <a:off x="5186755" y="22189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5" name="pt16725"/>
            <p:cNvSpPr/>
            <p:nvPr/>
          </p:nvSpPr>
          <p:spPr>
            <a:xfrm>
              <a:off x="5408429" y="22211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6" name="pt16726"/>
            <p:cNvSpPr/>
            <p:nvPr/>
          </p:nvSpPr>
          <p:spPr>
            <a:xfrm>
              <a:off x="5330455" y="21235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7" name="pt16727"/>
            <p:cNvSpPr/>
            <p:nvPr/>
          </p:nvSpPr>
          <p:spPr>
            <a:xfrm>
              <a:off x="5373815" y="22624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8" name="pt16728"/>
            <p:cNvSpPr/>
            <p:nvPr/>
          </p:nvSpPr>
          <p:spPr>
            <a:xfrm>
              <a:off x="5367907" y="22262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9" name="pt16729"/>
            <p:cNvSpPr/>
            <p:nvPr/>
          </p:nvSpPr>
          <p:spPr>
            <a:xfrm>
              <a:off x="5684297" y="17595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0" name="pt16730"/>
            <p:cNvSpPr/>
            <p:nvPr/>
          </p:nvSpPr>
          <p:spPr>
            <a:xfrm>
              <a:off x="5276739" y="21979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1" name="pt16731"/>
            <p:cNvSpPr/>
            <p:nvPr/>
          </p:nvSpPr>
          <p:spPr>
            <a:xfrm>
              <a:off x="5499676" y="21845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2" name="pt16732"/>
            <p:cNvSpPr/>
            <p:nvPr/>
          </p:nvSpPr>
          <p:spPr>
            <a:xfrm>
              <a:off x="5677464" y="17072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3" name="pt16733"/>
            <p:cNvSpPr/>
            <p:nvPr/>
          </p:nvSpPr>
          <p:spPr>
            <a:xfrm>
              <a:off x="5433681" y="22973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4" name="pt16734"/>
            <p:cNvSpPr/>
            <p:nvPr/>
          </p:nvSpPr>
          <p:spPr>
            <a:xfrm>
              <a:off x="5627221" y="19116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5" name="pt16735"/>
            <p:cNvSpPr/>
            <p:nvPr/>
          </p:nvSpPr>
          <p:spPr>
            <a:xfrm>
              <a:off x="5517677" y="22470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6" name="pt16736"/>
            <p:cNvSpPr/>
            <p:nvPr/>
          </p:nvSpPr>
          <p:spPr>
            <a:xfrm>
              <a:off x="5275959" y="21930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7" name="pt16737"/>
            <p:cNvSpPr/>
            <p:nvPr/>
          </p:nvSpPr>
          <p:spPr>
            <a:xfrm>
              <a:off x="5481310" y="19542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8" name="pt16738"/>
            <p:cNvSpPr/>
            <p:nvPr/>
          </p:nvSpPr>
          <p:spPr>
            <a:xfrm>
              <a:off x="5225538" y="21235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9" name="pt16739"/>
            <p:cNvSpPr/>
            <p:nvPr/>
          </p:nvSpPr>
          <p:spPr>
            <a:xfrm>
              <a:off x="5455309" y="2062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0" name="pt16740"/>
            <p:cNvSpPr/>
            <p:nvPr/>
          </p:nvSpPr>
          <p:spPr>
            <a:xfrm>
              <a:off x="4886086" y="24727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1" name="pt16741"/>
            <p:cNvSpPr/>
            <p:nvPr/>
          </p:nvSpPr>
          <p:spPr>
            <a:xfrm>
              <a:off x="5202867" y="22377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2" name="pt16742"/>
            <p:cNvSpPr/>
            <p:nvPr/>
          </p:nvSpPr>
          <p:spPr>
            <a:xfrm>
              <a:off x="4926405" y="16907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3" name="pt16743"/>
            <p:cNvSpPr/>
            <p:nvPr/>
          </p:nvSpPr>
          <p:spPr>
            <a:xfrm>
              <a:off x="5621626" y="19024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4" name="pt16744"/>
            <p:cNvSpPr/>
            <p:nvPr/>
          </p:nvSpPr>
          <p:spPr>
            <a:xfrm>
              <a:off x="5349545" y="21943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5" name="pt16745"/>
            <p:cNvSpPr/>
            <p:nvPr/>
          </p:nvSpPr>
          <p:spPr>
            <a:xfrm>
              <a:off x="5157335" y="25556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6" name="pt16746"/>
            <p:cNvSpPr/>
            <p:nvPr/>
          </p:nvSpPr>
          <p:spPr>
            <a:xfrm>
              <a:off x="5279940" y="21977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7" name="pt16747"/>
            <p:cNvSpPr/>
            <p:nvPr/>
          </p:nvSpPr>
          <p:spPr>
            <a:xfrm>
              <a:off x="5429942" y="23125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8" name="pt16748"/>
            <p:cNvSpPr/>
            <p:nvPr/>
          </p:nvSpPr>
          <p:spPr>
            <a:xfrm>
              <a:off x="5575353" y="22839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9" name="pt16749"/>
            <p:cNvSpPr/>
            <p:nvPr/>
          </p:nvSpPr>
          <p:spPr>
            <a:xfrm>
              <a:off x="5428705" y="22494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0" name="pt16750"/>
            <p:cNvSpPr/>
            <p:nvPr/>
          </p:nvSpPr>
          <p:spPr>
            <a:xfrm>
              <a:off x="5509329" y="22318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1" name="pt16751"/>
            <p:cNvSpPr/>
            <p:nvPr/>
          </p:nvSpPr>
          <p:spPr>
            <a:xfrm>
              <a:off x="5483365" y="20765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2" name="pt16752"/>
            <p:cNvSpPr/>
            <p:nvPr/>
          </p:nvSpPr>
          <p:spPr>
            <a:xfrm>
              <a:off x="5339077" y="22158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3" name="pt16753"/>
            <p:cNvSpPr/>
            <p:nvPr/>
          </p:nvSpPr>
          <p:spPr>
            <a:xfrm>
              <a:off x="5050651" y="23105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4" name="pt16754"/>
            <p:cNvSpPr/>
            <p:nvPr/>
          </p:nvSpPr>
          <p:spPr>
            <a:xfrm>
              <a:off x="5430626" y="21212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5" name="pt16755"/>
            <p:cNvSpPr/>
            <p:nvPr/>
          </p:nvSpPr>
          <p:spPr>
            <a:xfrm>
              <a:off x="5513736" y="22147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6" name="pt16756"/>
            <p:cNvSpPr/>
            <p:nvPr/>
          </p:nvSpPr>
          <p:spPr>
            <a:xfrm>
              <a:off x="5448010" y="22874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7" name="pt16757"/>
            <p:cNvSpPr/>
            <p:nvPr/>
          </p:nvSpPr>
          <p:spPr>
            <a:xfrm>
              <a:off x="5141579" y="26722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8" name="pt16758"/>
            <p:cNvSpPr/>
            <p:nvPr/>
          </p:nvSpPr>
          <p:spPr>
            <a:xfrm>
              <a:off x="5563620" y="21398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9" name="pt16759"/>
            <p:cNvSpPr/>
            <p:nvPr/>
          </p:nvSpPr>
          <p:spPr>
            <a:xfrm>
              <a:off x="5703475" y="2014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0" name="pt16760"/>
            <p:cNvSpPr/>
            <p:nvPr/>
          </p:nvSpPr>
          <p:spPr>
            <a:xfrm>
              <a:off x="5459530" y="22360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1" name="pt16761"/>
            <p:cNvSpPr/>
            <p:nvPr/>
          </p:nvSpPr>
          <p:spPr>
            <a:xfrm>
              <a:off x="4886512" y="27140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2" name="pt16762"/>
            <p:cNvSpPr/>
            <p:nvPr/>
          </p:nvSpPr>
          <p:spPr>
            <a:xfrm>
              <a:off x="5503574" y="22404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3" name="pt16763"/>
            <p:cNvSpPr/>
            <p:nvPr/>
          </p:nvSpPr>
          <p:spPr>
            <a:xfrm>
              <a:off x="5579574" y="23167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4" name="pt16764"/>
            <p:cNvSpPr/>
            <p:nvPr/>
          </p:nvSpPr>
          <p:spPr>
            <a:xfrm>
              <a:off x="5213844" y="21770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5" name="pt16765"/>
            <p:cNvSpPr/>
            <p:nvPr/>
          </p:nvSpPr>
          <p:spPr>
            <a:xfrm>
              <a:off x="5743238" y="19087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6" name="pt16766"/>
            <p:cNvSpPr/>
            <p:nvPr/>
          </p:nvSpPr>
          <p:spPr>
            <a:xfrm>
              <a:off x="5704976" y="19495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7" name="pt16767"/>
            <p:cNvSpPr/>
            <p:nvPr/>
          </p:nvSpPr>
          <p:spPr>
            <a:xfrm>
              <a:off x="4673243" y="25731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8" name="pt16768"/>
            <p:cNvSpPr/>
            <p:nvPr/>
          </p:nvSpPr>
          <p:spPr>
            <a:xfrm>
              <a:off x="5530000" y="21280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9" name="pt16769"/>
            <p:cNvSpPr/>
            <p:nvPr/>
          </p:nvSpPr>
          <p:spPr>
            <a:xfrm>
              <a:off x="5064217" y="25858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0" name="pt16770"/>
            <p:cNvSpPr/>
            <p:nvPr/>
          </p:nvSpPr>
          <p:spPr>
            <a:xfrm>
              <a:off x="5755376" y="19247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1" name="pt16771"/>
            <p:cNvSpPr/>
            <p:nvPr/>
          </p:nvSpPr>
          <p:spPr>
            <a:xfrm>
              <a:off x="5235933" y="21799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2" name="pt16772"/>
            <p:cNvSpPr/>
            <p:nvPr/>
          </p:nvSpPr>
          <p:spPr>
            <a:xfrm>
              <a:off x="5487117" y="19568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3" name="pt16773"/>
            <p:cNvSpPr/>
            <p:nvPr/>
          </p:nvSpPr>
          <p:spPr>
            <a:xfrm>
              <a:off x="5803220" y="19667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4" name="pt16774"/>
            <p:cNvSpPr/>
            <p:nvPr/>
          </p:nvSpPr>
          <p:spPr>
            <a:xfrm>
              <a:off x="5377044" y="21969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5" name="pt16775"/>
            <p:cNvSpPr/>
            <p:nvPr/>
          </p:nvSpPr>
          <p:spPr>
            <a:xfrm>
              <a:off x="5576296" y="22903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6" name="pt16776"/>
            <p:cNvSpPr/>
            <p:nvPr/>
          </p:nvSpPr>
          <p:spPr>
            <a:xfrm>
              <a:off x="5360302" y="22156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7" name="pt16777"/>
            <p:cNvSpPr/>
            <p:nvPr/>
          </p:nvSpPr>
          <p:spPr>
            <a:xfrm>
              <a:off x="5638726" y="19782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8" name="pt16778"/>
            <p:cNvSpPr/>
            <p:nvPr/>
          </p:nvSpPr>
          <p:spPr>
            <a:xfrm>
              <a:off x="5471375" y="19569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9" name="pt16779"/>
            <p:cNvSpPr/>
            <p:nvPr/>
          </p:nvSpPr>
          <p:spPr>
            <a:xfrm>
              <a:off x="4998914" y="24545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0" name="pt16780"/>
            <p:cNvSpPr/>
            <p:nvPr/>
          </p:nvSpPr>
          <p:spPr>
            <a:xfrm>
              <a:off x="5708648" y="18176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1" name="pt16781"/>
            <p:cNvSpPr/>
            <p:nvPr/>
          </p:nvSpPr>
          <p:spPr>
            <a:xfrm>
              <a:off x="5382656" y="22310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2" name="pt16782"/>
            <p:cNvSpPr/>
            <p:nvPr/>
          </p:nvSpPr>
          <p:spPr>
            <a:xfrm>
              <a:off x="5349671" y="22611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3" name="pt16783"/>
            <p:cNvSpPr/>
            <p:nvPr/>
          </p:nvSpPr>
          <p:spPr>
            <a:xfrm>
              <a:off x="5198446" y="22594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4" name="pt16784"/>
            <p:cNvSpPr/>
            <p:nvPr/>
          </p:nvSpPr>
          <p:spPr>
            <a:xfrm>
              <a:off x="5313594" y="21320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5" name="pt16785"/>
            <p:cNvSpPr/>
            <p:nvPr/>
          </p:nvSpPr>
          <p:spPr>
            <a:xfrm>
              <a:off x="5316452" y="2107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6" name="pt16786"/>
            <p:cNvSpPr/>
            <p:nvPr/>
          </p:nvSpPr>
          <p:spPr>
            <a:xfrm>
              <a:off x="5492897" y="20135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7" name="pt16787"/>
            <p:cNvSpPr/>
            <p:nvPr/>
          </p:nvSpPr>
          <p:spPr>
            <a:xfrm>
              <a:off x="4862836" y="2291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8" name="pt16788"/>
            <p:cNvSpPr/>
            <p:nvPr/>
          </p:nvSpPr>
          <p:spPr>
            <a:xfrm>
              <a:off x="5724383" y="18122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9" name="pt16789"/>
            <p:cNvSpPr/>
            <p:nvPr/>
          </p:nvSpPr>
          <p:spPr>
            <a:xfrm>
              <a:off x="5738192" y="19242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0" name="pt16790"/>
            <p:cNvSpPr/>
            <p:nvPr/>
          </p:nvSpPr>
          <p:spPr>
            <a:xfrm>
              <a:off x="5298839" y="20234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1" name="pt16791"/>
            <p:cNvSpPr/>
            <p:nvPr/>
          </p:nvSpPr>
          <p:spPr>
            <a:xfrm>
              <a:off x="5297082" y="22748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2" name="pt16792"/>
            <p:cNvSpPr/>
            <p:nvPr/>
          </p:nvSpPr>
          <p:spPr>
            <a:xfrm>
              <a:off x="5589325" y="19872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3" name="pt16793"/>
            <p:cNvSpPr/>
            <p:nvPr/>
          </p:nvSpPr>
          <p:spPr>
            <a:xfrm>
              <a:off x="5088625" y="26175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4" name="pt16794"/>
            <p:cNvSpPr/>
            <p:nvPr/>
          </p:nvSpPr>
          <p:spPr>
            <a:xfrm>
              <a:off x="5626771" y="20520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5" name="pt16795"/>
            <p:cNvSpPr/>
            <p:nvPr/>
          </p:nvSpPr>
          <p:spPr>
            <a:xfrm>
              <a:off x="5654099" y="20347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6" name="pt16796"/>
            <p:cNvSpPr/>
            <p:nvPr/>
          </p:nvSpPr>
          <p:spPr>
            <a:xfrm>
              <a:off x="5021233" y="26907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7" name="pt16797"/>
            <p:cNvSpPr/>
            <p:nvPr/>
          </p:nvSpPr>
          <p:spPr>
            <a:xfrm>
              <a:off x="5750109" y="19517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8" name="pt16798"/>
            <p:cNvSpPr/>
            <p:nvPr/>
          </p:nvSpPr>
          <p:spPr>
            <a:xfrm>
              <a:off x="5212765" y="21923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9" name="pt16799"/>
            <p:cNvSpPr/>
            <p:nvPr/>
          </p:nvSpPr>
          <p:spPr>
            <a:xfrm>
              <a:off x="5878747" y="17721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0" name="pt16800"/>
            <p:cNvSpPr/>
            <p:nvPr/>
          </p:nvSpPr>
          <p:spPr>
            <a:xfrm>
              <a:off x="5681492" y="17807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1" name="pt16801"/>
            <p:cNvSpPr/>
            <p:nvPr/>
          </p:nvSpPr>
          <p:spPr>
            <a:xfrm>
              <a:off x="5566163" y="22557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2" name="pt16802"/>
            <p:cNvSpPr/>
            <p:nvPr/>
          </p:nvSpPr>
          <p:spPr>
            <a:xfrm>
              <a:off x="5603538" y="20127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3" name="pt16803"/>
            <p:cNvSpPr/>
            <p:nvPr/>
          </p:nvSpPr>
          <p:spPr>
            <a:xfrm>
              <a:off x="5142006" y="27921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4" name="pt16804"/>
            <p:cNvSpPr/>
            <p:nvPr/>
          </p:nvSpPr>
          <p:spPr>
            <a:xfrm>
              <a:off x="5239323" y="22242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5" name="pt16805"/>
            <p:cNvSpPr/>
            <p:nvPr/>
          </p:nvSpPr>
          <p:spPr>
            <a:xfrm>
              <a:off x="5062338" y="2480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6" name="pt16806"/>
            <p:cNvSpPr/>
            <p:nvPr/>
          </p:nvSpPr>
          <p:spPr>
            <a:xfrm>
              <a:off x="5652748" y="19975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7" name="pt16807"/>
            <p:cNvSpPr/>
            <p:nvPr/>
          </p:nvSpPr>
          <p:spPr>
            <a:xfrm>
              <a:off x="5404119" y="22031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8" name="pt16808"/>
            <p:cNvSpPr/>
            <p:nvPr/>
          </p:nvSpPr>
          <p:spPr>
            <a:xfrm>
              <a:off x="5321372" y="21617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9" name="pt16809"/>
            <p:cNvSpPr/>
            <p:nvPr/>
          </p:nvSpPr>
          <p:spPr>
            <a:xfrm>
              <a:off x="5443151" y="23280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0" name="pt16810"/>
            <p:cNvSpPr/>
            <p:nvPr/>
          </p:nvSpPr>
          <p:spPr>
            <a:xfrm>
              <a:off x="5773105" y="18775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1" name="pt16811"/>
            <p:cNvSpPr/>
            <p:nvPr/>
          </p:nvSpPr>
          <p:spPr>
            <a:xfrm>
              <a:off x="5714657" y="20509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2" name="pt16812"/>
            <p:cNvSpPr/>
            <p:nvPr/>
          </p:nvSpPr>
          <p:spPr>
            <a:xfrm>
              <a:off x="5856409" y="20467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3" name="pt16813"/>
            <p:cNvSpPr/>
            <p:nvPr/>
          </p:nvSpPr>
          <p:spPr>
            <a:xfrm>
              <a:off x="5071989" y="23769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4" name="pt16814"/>
            <p:cNvSpPr/>
            <p:nvPr/>
          </p:nvSpPr>
          <p:spPr>
            <a:xfrm>
              <a:off x="5229230" y="21369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5" name="pt16815"/>
            <p:cNvSpPr/>
            <p:nvPr/>
          </p:nvSpPr>
          <p:spPr>
            <a:xfrm>
              <a:off x="5388614" y="21767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6" name="pt16816"/>
            <p:cNvSpPr/>
            <p:nvPr/>
          </p:nvSpPr>
          <p:spPr>
            <a:xfrm>
              <a:off x="5636702" y="20538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7" name="pt16817"/>
            <p:cNvSpPr/>
            <p:nvPr/>
          </p:nvSpPr>
          <p:spPr>
            <a:xfrm>
              <a:off x="5581297" y="22810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8" name="pt16818"/>
            <p:cNvSpPr/>
            <p:nvPr/>
          </p:nvSpPr>
          <p:spPr>
            <a:xfrm>
              <a:off x="5689303" y="17817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9" name="pt16819"/>
            <p:cNvSpPr/>
            <p:nvPr/>
          </p:nvSpPr>
          <p:spPr>
            <a:xfrm>
              <a:off x="5521606" y="21198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0" name="pt16820"/>
            <p:cNvSpPr/>
            <p:nvPr/>
          </p:nvSpPr>
          <p:spPr>
            <a:xfrm>
              <a:off x="5210251" y="21714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1" name="pt16821"/>
            <p:cNvSpPr/>
            <p:nvPr/>
          </p:nvSpPr>
          <p:spPr>
            <a:xfrm>
              <a:off x="5458510" y="22055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2" name="pt16822"/>
            <p:cNvSpPr/>
            <p:nvPr/>
          </p:nvSpPr>
          <p:spPr>
            <a:xfrm>
              <a:off x="5596514" y="19978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3" name="pt16823"/>
            <p:cNvSpPr/>
            <p:nvPr/>
          </p:nvSpPr>
          <p:spPr>
            <a:xfrm>
              <a:off x="5097917" y="23397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4" name="pt16824"/>
            <p:cNvSpPr/>
            <p:nvPr/>
          </p:nvSpPr>
          <p:spPr>
            <a:xfrm>
              <a:off x="5240257" y="21406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5" name="pt16825"/>
            <p:cNvSpPr/>
            <p:nvPr/>
          </p:nvSpPr>
          <p:spPr>
            <a:xfrm>
              <a:off x="5119025" y="25605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6" name="pt16826"/>
            <p:cNvSpPr/>
            <p:nvPr/>
          </p:nvSpPr>
          <p:spPr>
            <a:xfrm>
              <a:off x="4836930" y="22395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7" name="pt16827"/>
            <p:cNvSpPr/>
            <p:nvPr/>
          </p:nvSpPr>
          <p:spPr>
            <a:xfrm>
              <a:off x="5714383" y="20350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8" name="pt16828"/>
            <p:cNvSpPr/>
            <p:nvPr/>
          </p:nvSpPr>
          <p:spPr>
            <a:xfrm>
              <a:off x="5384606" y="21077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9" name="pt16829"/>
            <p:cNvSpPr/>
            <p:nvPr/>
          </p:nvSpPr>
          <p:spPr>
            <a:xfrm>
              <a:off x="5237780" y="2102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0" name="pt16830"/>
            <p:cNvSpPr/>
            <p:nvPr/>
          </p:nvSpPr>
          <p:spPr>
            <a:xfrm>
              <a:off x="5410092" y="22598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1" name="pt16831"/>
            <p:cNvSpPr/>
            <p:nvPr/>
          </p:nvSpPr>
          <p:spPr>
            <a:xfrm>
              <a:off x="5736503" y="18557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2" name="pt16832"/>
            <p:cNvSpPr/>
            <p:nvPr/>
          </p:nvSpPr>
          <p:spPr>
            <a:xfrm>
              <a:off x="5184327" y="24847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3" name="pt16833"/>
            <p:cNvSpPr/>
            <p:nvPr/>
          </p:nvSpPr>
          <p:spPr>
            <a:xfrm>
              <a:off x="5415456" y="20966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4" name="pt16834"/>
            <p:cNvSpPr/>
            <p:nvPr/>
          </p:nvSpPr>
          <p:spPr>
            <a:xfrm>
              <a:off x="5708887" y="19887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5" name="pt16835"/>
            <p:cNvSpPr/>
            <p:nvPr/>
          </p:nvSpPr>
          <p:spPr>
            <a:xfrm>
              <a:off x="5374867" y="22026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6" name="pt16836"/>
            <p:cNvSpPr/>
            <p:nvPr/>
          </p:nvSpPr>
          <p:spPr>
            <a:xfrm>
              <a:off x="5693214" y="17425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7" name="pt16837"/>
            <p:cNvSpPr/>
            <p:nvPr/>
          </p:nvSpPr>
          <p:spPr>
            <a:xfrm>
              <a:off x="5604690" y="19673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8" name="pt16838"/>
            <p:cNvSpPr/>
            <p:nvPr/>
          </p:nvSpPr>
          <p:spPr>
            <a:xfrm>
              <a:off x="5833826" y="20043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9" name="pt16839"/>
            <p:cNvSpPr/>
            <p:nvPr/>
          </p:nvSpPr>
          <p:spPr>
            <a:xfrm>
              <a:off x="5563393" y="22540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0" name="pt16840"/>
            <p:cNvSpPr/>
            <p:nvPr/>
          </p:nvSpPr>
          <p:spPr>
            <a:xfrm>
              <a:off x="5536263" y="21684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1" name="pt16841"/>
            <p:cNvSpPr/>
            <p:nvPr/>
          </p:nvSpPr>
          <p:spPr>
            <a:xfrm>
              <a:off x="5396227" y="20467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2" name="pt16842"/>
            <p:cNvSpPr/>
            <p:nvPr/>
          </p:nvSpPr>
          <p:spPr>
            <a:xfrm>
              <a:off x="5893090" y="17491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3" name="pt16843"/>
            <p:cNvSpPr/>
            <p:nvPr/>
          </p:nvSpPr>
          <p:spPr>
            <a:xfrm>
              <a:off x="5382319" y="22498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4" name="pt16844"/>
            <p:cNvSpPr/>
            <p:nvPr/>
          </p:nvSpPr>
          <p:spPr>
            <a:xfrm>
              <a:off x="5711232" y="19572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5" name="pt16845"/>
            <p:cNvSpPr/>
            <p:nvPr/>
          </p:nvSpPr>
          <p:spPr>
            <a:xfrm>
              <a:off x="5529222" y="21099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6" name="pt16846"/>
            <p:cNvSpPr/>
            <p:nvPr/>
          </p:nvSpPr>
          <p:spPr>
            <a:xfrm>
              <a:off x="5315218" y="22275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7" name="pt16847"/>
            <p:cNvSpPr/>
            <p:nvPr/>
          </p:nvSpPr>
          <p:spPr>
            <a:xfrm>
              <a:off x="5596104" y="22213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8" name="pt16848"/>
            <p:cNvSpPr/>
            <p:nvPr/>
          </p:nvSpPr>
          <p:spPr>
            <a:xfrm>
              <a:off x="5030739" y="21567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9" name="pt16849"/>
            <p:cNvSpPr/>
            <p:nvPr/>
          </p:nvSpPr>
          <p:spPr>
            <a:xfrm>
              <a:off x="5753922" y="18950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0" name="pt16850"/>
            <p:cNvSpPr/>
            <p:nvPr/>
          </p:nvSpPr>
          <p:spPr>
            <a:xfrm>
              <a:off x="5286884" y="21076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1" name="pt16851"/>
            <p:cNvSpPr/>
            <p:nvPr/>
          </p:nvSpPr>
          <p:spPr>
            <a:xfrm>
              <a:off x="5186788" y="2350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2" name="pt16852"/>
            <p:cNvSpPr/>
            <p:nvPr/>
          </p:nvSpPr>
          <p:spPr>
            <a:xfrm>
              <a:off x="5134110" y="26414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3" name="pt16853"/>
            <p:cNvSpPr/>
            <p:nvPr/>
          </p:nvSpPr>
          <p:spPr>
            <a:xfrm>
              <a:off x="5524604" y="22049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4" name="pt16854"/>
            <p:cNvSpPr/>
            <p:nvPr/>
          </p:nvSpPr>
          <p:spPr>
            <a:xfrm>
              <a:off x="5621473" y="18150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5" name="pt16855"/>
            <p:cNvSpPr/>
            <p:nvPr/>
          </p:nvSpPr>
          <p:spPr>
            <a:xfrm>
              <a:off x="5487578" y="20693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6" name="pt16856"/>
            <p:cNvSpPr/>
            <p:nvPr/>
          </p:nvSpPr>
          <p:spPr>
            <a:xfrm>
              <a:off x="5318172" y="22467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7" name="pt16857"/>
            <p:cNvSpPr/>
            <p:nvPr/>
          </p:nvSpPr>
          <p:spPr>
            <a:xfrm>
              <a:off x="5512387" y="22239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8" name="pt16858"/>
            <p:cNvSpPr/>
            <p:nvPr/>
          </p:nvSpPr>
          <p:spPr>
            <a:xfrm>
              <a:off x="5237991" y="21339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9" name="pt16859"/>
            <p:cNvSpPr/>
            <p:nvPr/>
          </p:nvSpPr>
          <p:spPr>
            <a:xfrm>
              <a:off x="5141104" y="26619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0" name="pt16860"/>
            <p:cNvSpPr/>
            <p:nvPr/>
          </p:nvSpPr>
          <p:spPr>
            <a:xfrm>
              <a:off x="5524152" y="21497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1" name="pt16861"/>
            <p:cNvSpPr/>
            <p:nvPr/>
          </p:nvSpPr>
          <p:spPr>
            <a:xfrm>
              <a:off x="4935313" y="17913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2" name="pt16862"/>
            <p:cNvSpPr/>
            <p:nvPr/>
          </p:nvSpPr>
          <p:spPr>
            <a:xfrm>
              <a:off x="5671962" y="1874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3" name="pt16863"/>
            <p:cNvSpPr/>
            <p:nvPr/>
          </p:nvSpPr>
          <p:spPr>
            <a:xfrm>
              <a:off x="5276773" y="22601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4" name="pt16864"/>
            <p:cNvSpPr/>
            <p:nvPr/>
          </p:nvSpPr>
          <p:spPr>
            <a:xfrm>
              <a:off x="5100793" y="23801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5" name="pt16865"/>
            <p:cNvSpPr/>
            <p:nvPr/>
          </p:nvSpPr>
          <p:spPr>
            <a:xfrm>
              <a:off x="5440963" y="22070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6" name="pt16866"/>
            <p:cNvSpPr/>
            <p:nvPr/>
          </p:nvSpPr>
          <p:spPr>
            <a:xfrm>
              <a:off x="5473635" y="19500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7" name="pt16867"/>
            <p:cNvSpPr/>
            <p:nvPr/>
          </p:nvSpPr>
          <p:spPr>
            <a:xfrm>
              <a:off x="5425463" y="2250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8" name="pt16868"/>
            <p:cNvSpPr/>
            <p:nvPr/>
          </p:nvSpPr>
          <p:spPr>
            <a:xfrm>
              <a:off x="5319475" y="2181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9" name="pt16869"/>
            <p:cNvSpPr/>
            <p:nvPr/>
          </p:nvSpPr>
          <p:spPr>
            <a:xfrm>
              <a:off x="4974891" y="26552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0" name="pt16870"/>
            <p:cNvSpPr/>
            <p:nvPr/>
          </p:nvSpPr>
          <p:spPr>
            <a:xfrm>
              <a:off x="5471351" y="19430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1" name="pt16871"/>
            <p:cNvSpPr/>
            <p:nvPr/>
          </p:nvSpPr>
          <p:spPr>
            <a:xfrm>
              <a:off x="5239883" y="21395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2" name="pt16872"/>
            <p:cNvSpPr/>
            <p:nvPr/>
          </p:nvSpPr>
          <p:spPr>
            <a:xfrm>
              <a:off x="5131366" y="25028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3" name="pt16873"/>
            <p:cNvSpPr/>
            <p:nvPr/>
          </p:nvSpPr>
          <p:spPr>
            <a:xfrm>
              <a:off x="5735995" y="19171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4" name="pt16874"/>
            <p:cNvSpPr/>
            <p:nvPr/>
          </p:nvSpPr>
          <p:spPr>
            <a:xfrm>
              <a:off x="5022866" y="24342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5" name="pt16875"/>
            <p:cNvSpPr/>
            <p:nvPr/>
          </p:nvSpPr>
          <p:spPr>
            <a:xfrm>
              <a:off x="5823704" y="19598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6" name="pt16876"/>
            <p:cNvSpPr/>
            <p:nvPr/>
          </p:nvSpPr>
          <p:spPr>
            <a:xfrm>
              <a:off x="5520024" y="22297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7" name="pt16877"/>
            <p:cNvSpPr/>
            <p:nvPr/>
          </p:nvSpPr>
          <p:spPr>
            <a:xfrm>
              <a:off x="5719639" y="17412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8" name="pt16878"/>
            <p:cNvSpPr/>
            <p:nvPr/>
          </p:nvSpPr>
          <p:spPr>
            <a:xfrm>
              <a:off x="5819284" y="18782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9" name="pt16879"/>
            <p:cNvSpPr/>
            <p:nvPr/>
          </p:nvSpPr>
          <p:spPr>
            <a:xfrm>
              <a:off x="5505284" y="22448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0" name="pt16880"/>
            <p:cNvSpPr/>
            <p:nvPr/>
          </p:nvSpPr>
          <p:spPr>
            <a:xfrm>
              <a:off x="5105635" y="18276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1" name="pt16881"/>
            <p:cNvSpPr/>
            <p:nvPr/>
          </p:nvSpPr>
          <p:spPr>
            <a:xfrm>
              <a:off x="5621542" y="19665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2" name="pt16882"/>
            <p:cNvSpPr/>
            <p:nvPr/>
          </p:nvSpPr>
          <p:spPr>
            <a:xfrm>
              <a:off x="5031086" y="22284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3" name="pt16883"/>
            <p:cNvSpPr/>
            <p:nvPr/>
          </p:nvSpPr>
          <p:spPr>
            <a:xfrm>
              <a:off x="5673731" y="20309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4" name="pt16884"/>
            <p:cNvSpPr/>
            <p:nvPr/>
          </p:nvSpPr>
          <p:spPr>
            <a:xfrm>
              <a:off x="5291680" y="21461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5" name="pt16885"/>
            <p:cNvSpPr/>
            <p:nvPr/>
          </p:nvSpPr>
          <p:spPr>
            <a:xfrm>
              <a:off x="5767458" y="21036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6" name="pt16886"/>
            <p:cNvSpPr/>
            <p:nvPr/>
          </p:nvSpPr>
          <p:spPr>
            <a:xfrm>
              <a:off x="5045534" y="23128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7" name="pt16887"/>
            <p:cNvSpPr/>
            <p:nvPr/>
          </p:nvSpPr>
          <p:spPr>
            <a:xfrm>
              <a:off x="5485938" y="21115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8" name="pt16888"/>
            <p:cNvSpPr/>
            <p:nvPr/>
          </p:nvSpPr>
          <p:spPr>
            <a:xfrm>
              <a:off x="5203046" y="23118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9" name="pt16889"/>
            <p:cNvSpPr/>
            <p:nvPr/>
          </p:nvSpPr>
          <p:spPr>
            <a:xfrm>
              <a:off x="5349580" y="2207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0" name="pt16890"/>
            <p:cNvSpPr/>
            <p:nvPr/>
          </p:nvSpPr>
          <p:spPr>
            <a:xfrm>
              <a:off x="5368379" y="22469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1" name="pt16891"/>
            <p:cNvSpPr/>
            <p:nvPr/>
          </p:nvSpPr>
          <p:spPr>
            <a:xfrm>
              <a:off x="5044653" y="20178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2" name="pt16892"/>
            <p:cNvSpPr/>
            <p:nvPr/>
          </p:nvSpPr>
          <p:spPr>
            <a:xfrm>
              <a:off x="5422303" y="21927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3" name="pt16893"/>
            <p:cNvSpPr/>
            <p:nvPr/>
          </p:nvSpPr>
          <p:spPr>
            <a:xfrm>
              <a:off x="5543004" y="21374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4" name="pt16894"/>
            <p:cNvSpPr/>
            <p:nvPr/>
          </p:nvSpPr>
          <p:spPr>
            <a:xfrm>
              <a:off x="5259787" y="21942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5" name="pt16895"/>
            <p:cNvSpPr/>
            <p:nvPr/>
          </p:nvSpPr>
          <p:spPr>
            <a:xfrm>
              <a:off x="5623112" y="20986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6" name="pt16896"/>
            <p:cNvSpPr/>
            <p:nvPr/>
          </p:nvSpPr>
          <p:spPr>
            <a:xfrm>
              <a:off x="5367839" y="21001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7" name="pt16897"/>
            <p:cNvSpPr/>
            <p:nvPr/>
          </p:nvSpPr>
          <p:spPr>
            <a:xfrm>
              <a:off x="5330523" y="21073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8" name="pt16898"/>
            <p:cNvSpPr/>
            <p:nvPr/>
          </p:nvSpPr>
          <p:spPr>
            <a:xfrm>
              <a:off x="5760950" y="20273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9" name="pt16899"/>
            <p:cNvSpPr/>
            <p:nvPr/>
          </p:nvSpPr>
          <p:spPr>
            <a:xfrm>
              <a:off x="5511724" y="23178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0" name="pt16900"/>
            <p:cNvSpPr/>
            <p:nvPr/>
          </p:nvSpPr>
          <p:spPr>
            <a:xfrm>
              <a:off x="5716838" y="21077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1" name="pt16901"/>
            <p:cNvSpPr/>
            <p:nvPr/>
          </p:nvSpPr>
          <p:spPr>
            <a:xfrm>
              <a:off x="5187377" y="22242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2" name="pt16902"/>
            <p:cNvSpPr/>
            <p:nvPr/>
          </p:nvSpPr>
          <p:spPr>
            <a:xfrm>
              <a:off x="5197762" y="23611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3" name="pt16903"/>
            <p:cNvSpPr/>
            <p:nvPr/>
          </p:nvSpPr>
          <p:spPr>
            <a:xfrm>
              <a:off x="5382417" y="22472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4" name="pt16904"/>
            <p:cNvSpPr/>
            <p:nvPr/>
          </p:nvSpPr>
          <p:spPr>
            <a:xfrm>
              <a:off x="5766670" y="1936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5" name="pt16905"/>
            <p:cNvSpPr/>
            <p:nvPr/>
          </p:nvSpPr>
          <p:spPr>
            <a:xfrm>
              <a:off x="5730216" y="19051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6" name="pt16906"/>
            <p:cNvSpPr/>
            <p:nvPr/>
          </p:nvSpPr>
          <p:spPr>
            <a:xfrm>
              <a:off x="5435725" y="21491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7" name="pt16907"/>
            <p:cNvSpPr/>
            <p:nvPr/>
          </p:nvSpPr>
          <p:spPr>
            <a:xfrm>
              <a:off x="5239432" y="21392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8" name="pt16908"/>
            <p:cNvSpPr/>
            <p:nvPr/>
          </p:nvSpPr>
          <p:spPr>
            <a:xfrm>
              <a:off x="5495970" y="22253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9" name="pt16909"/>
            <p:cNvSpPr/>
            <p:nvPr/>
          </p:nvSpPr>
          <p:spPr>
            <a:xfrm>
              <a:off x="5373202" y="22188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0" name="pt16910"/>
            <p:cNvSpPr/>
            <p:nvPr/>
          </p:nvSpPr>
          <p:spPr>
            <a:xfrm>
              <a:off x="5530209" y="21186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1" name="pt16911"/>
            <p:cNvSpPr/>
            <p:nvPr/>
          </p:nvSpPr>
          <p:spPr>
            <a:xfrm>
              <a:off x="5660045" y="21762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2" name="pt16912"/>
            <p:cNvSpPr/>
            <p:nvPr/>
          </p:nvSpPr>
          <p:spPr>
            <a:xfrm>
              <a:off x="5204876" y="21419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3" name="pt16913"/>
            <p:cNvSpPr/>
            <p:nvPr/>
          </p:nvSpPr>
          <p:spPr>
            <a:xfrm>
              <a:off x="5567724" y="21849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4" name="pt16914"/>
            <p:cNvSpPr/>
            <p:nvPr/>
          </p:nvSpPr>
          <p:spPr>
            <a:xfrm>
              <a:off x="4905638" y="29611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5" name="pt16915"/>
            <p:cNvSpPr/>
            <p:nvPr/>
          </p:nvSpPr>
          <p:spPr>
            <a:xfrm>
              <a:off x="5645812" y="20322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6" name="pt16916"/>
            <p:cNvSpPr/>
            <p:nvPr/>
          </p:nvSpPr>
          <p:spPr>
            <a:xfrm>
              <a:off x="5446102" y="22816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7" name="pt16917"/>
            <p:cNvSpPr/>
            <p:nvPr/>
          </p:nvSpPr>
          <p:spPr>
            <a:xfrm>
              <a:off x="5443520" y="22287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8" name="pt16918"/>
            <p:cNvSpPr/>
            <p:nvPr/>
          </p:nvSpPr>
          <p:spPr>
            <a:xfrm>
              <a:off x="5593199" y="19865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9" name="pt16919"/>
            <p:cNvSpPr/>
            <p:nvPr/>
          </p:nvSpPr>
          <p:spPr>
            <a:xfrm>
              <a:off x="5353602" y="22831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0" name="pt16920"/>
            <p:cNvSpPr/>
            <p:nvPr/>
          </p:nvSpPr>
          <p:spPr>
            <a:xfrm>
              <a:off x="5609880" y="21742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1" name="pt16921"/>
            <p:cNvSpPr/>
            <p:nvPr/>
          </p:nvSpPr>
          <p:spPr>
            <a:xfrm>
              <a:off x="5556296" y="21669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2" name="pt16922"/>
            <p:cNvSpPr/>
            <p:nvPr/>
          </p:nvSpPr>
          <p:spPr>
            <a:xfrm>
              <a:off x="5373682" y="23154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3" name="pt16923"/>
            <p:cNvSpPr/>
            <p:nvPr/>
          </p:nvSpPr>
          <p:spPr>
            <a:xfrm>
              <a:off x="5664623" y="19045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4" name="pt16924"/>
            <p:cNvSpPr/>
            <p:nvPr/>
          </p:nvSpPr>
          <p:spPr>
            <a:xfrm>
              <a:off x="5283740" y="21948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5" name="pt16925"/>
            <p:cNvSpPr/>
            <p:nvPr/>
          </p:nvSpPr>
          <p:spPr>
            <a:xfrm>
              <a:off x="5614769" y="2200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6" name="pt16926"/>
            <p:cNvSpPr/>
            <p:nvPr/>
          </p:nvSpPr>
          <p:spPr>
            <a:xfrm>
              <a:off x="5431124" y="22955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7" name="pt16927"/>
            <p:cNvSpPr/>
            <p:nvPr/>
          </p:nvSpPr>
          <p:spPr>
            <a:xfrm>
              <a:off x="6033472" y="18780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8" name="pt16928"/>
            <p:cNvSpPr/>
            <p:nvPr/>
          </p:nvSpPr>
          <p:spPr>
            <a:xfrm>
              <a:off x="5288218" y="20755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9" name="pt16929"/>
            <p:cNvSpPr/>
            <p:nvPr/>
          </p:nvSpPr>
          <p:spPr>
            <a:xfrm>
              <a:off x="5491266" y="20324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0" name="pt16930"/>
            <p:cNvSpPr/>
            <p:nvPr/>
          </p:nvSpPr>
          <p:spPr>
            <a:xfrm>
              <a:off x="5604375" y="19236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1" name="pt16931"/>
            <p:cNvSpPr/>
            <p:nvPr/>
          </p:nvSpPr>
          <p:spPr>
            <a:xfrm>
              <a:off x="5439528" y="22434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2" name="pt16932"/>
            <p:cNvSpPr/>
            <p:nvPr/>
          </p:nvSpPr>
          <p:spPr>
            <a:xfrm>
              <a:off x="5840042" y="20150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3" name="pt16933"/>
            <p:cNvSpPr/>
            <p:nvPr/>
          </p:nvSpPr>
          <p:spPr>
            <a:xfrm>
              <a:off x="4729682" y="27605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4" name="pt16934"/>
            <p:cNvSpPr/>
            <p:nvPr/>
          </p:nvSpPr>
          <p:spPr>
            <a:xfrm>
              <a:off x="5328573" y="21854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5" name="pt16935"/>
            <p:cNvSpPr/>
            <p:nvPr/>
          </p:nvSpPr>
          <p:spPr>
            <a:xfrm>
              <a:off x="5376998" y="22556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6" name="pt16936"/>
            <p:cNvSpPr/>
            <p:nvPr/>
          </p:nvSpPr>
          <p:spPr>
            <a:xfrm>
              <a:off x="5145432" y="25064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7" name="pt16937"/>
            <p:cNvSpPr/>
            <p:nvPr/>
          </p:nvSpPr>
          <p:spPr>
            <a:xfrm>
              <a:off x="5121345" y="26160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8" name="pt16938"/>
            <p:cNvSpPr/>
            <p:nvPr/>
          </p:nvSpPr>
          <p:spPr>
            <a:xfrm>
              <a:off x="5383348" y="21895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9" name="pt16939"/>
            <p:cNvSpPr/>
            <p:nvPr/>
          </p:nvSpPr>
          <p:spPr>
            <a:xfrm>
              <a:off x="5504285" y="20234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0" name="pt16940"/>
            <p:cNvSpPr/>
            <p:nvPr/>
          </p:nvSpPr>
          <p:spPr>
            <a:xfrm>
              <a:off x="5376916" y="22570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1" name="pt16941"/>
            <p:cNvSpPr/>
            <p:nvPr/>
          </p:nvSpPr>
          <p:spPr>
            <a:xfrm>
              <a:off x="5157272" y="24738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2" name="pt16942"/>
            <p:cNvSpPr/>
            <p:nvPr/>
          </p:nvSpPr>
          <p:spPr>
            <a:xfrm>
              <a:off x="5451925" y="22707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3" name="pt16943"/>
            <p:cNvSpPr/>
            <p:nvPr/>
          </p:nvSpPr>
          <p:spPr>
            <a:xfrm>
              <a:off x="5176222" y="24264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4" name="pt16944"/>
            <p:cNvSpPr/>
            <p:nvPr/>
          </p:nvSpPr>
          <p:spPr>
            <a:xfrm>
              <a:off x="5466878" y="20996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5" name="pt16945"/>
            <p:cNvSpPr/>
            <p:nvPr/>
          </p:nvSpPr>
          <p:spPr>
            <a:xfrm>
              <a:off x="5490332" y="21481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6" name="pt16946"/>
            <p:cNvSpPr/>
            <p:nvPr/>
          </p:nvSpPr>
          <p:spPr>
            <a:xfrm>
              <a:off x="5302334" y="22868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7" name="pt16947"/>
            <p:cNvSpPr/>
            <p:nvPr/>
          </p:nvSpPr>
          <p:spPr>
            <a:xfrm>
              <a:off x="4911763" y="27481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8" name="pt16948"/>
            <p:cNvSpPr/>
            <p:nvPr/>
          </p:nvSpPr>
          <p:spPr>
            <a:xfrm>
              <a:off x="5434604" y="21639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9" name="pt16949"/>
            <p:cNvSpPr/>
            <p:nvPr/>
          </p:nvSpPr>
          <p:spPr>
            <a:xfrm>
              <a:off x="5009051" y="25569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0" name="pt16950"/>
            <p:cNvSpPr/>
            <p:nvPr/>
          </p:nvSpPr>
          <p:spPr>
            <a:xfrm>
              <a:off x="5409941" y="22382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1" name="pt16951"/>
            <p:cNvSpPr/>
            <p:nvPr/>
          </p:nvSpPr>
          <p:spPr>
            <a:xfrm>
              <a:off x="5543741" y="20767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2" name="pt16952"/>
            <p:cNvSpPr/>
            <p:nvPr/>
          </p:nvSpPr>
          <p:spPr>
            <a:xfrm>
              <a:off x="5070249" y="24941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3" name="pt16953"/>
            <p:cNvSpPr/>
            <p:nvPr/>
          </p:nvSpPr>
          <p:spPr>
            <a:xfrm>
              <a:off x="5846651" y="1890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4" name="pt16954"/>
            <p:cNvSpPr/>
            <p:nvPr/>
          </p:nvSpPr>
          <p:spPr>
            <a:xfrm>
              <a:off x="5450227" y="22854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5" name="pt16955"/>
            <p:cNvSpPr/>
            <p:nvPr/>
          </p:nvSpPr>
          <p:spPr>
            <a:xfrm>
              <a:off x="5293574" y="21305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6" name="pt16956"/>
            <p:cNvSpPr/>
            <p:nvPr/>
          </p:nvSpPr>
          <p:spPr>
            <a:xfrm>
              <a:off x="5569266" y="22978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7" name="pt16957"/>
            <p:cNvSpPr/>
            <p:nvPr/>
          </p:nvSpPr>
          <p:spPr>
            <a:xfrm>
              <a:off x="5239131" y="21251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8" name="pt16958"/>
            <p:cNvSpPr/>
            <p:nvPr/>
          </p:nvSpPr>
          <p:spPr>
            <a:xfrm>
              <a:off x="5561520" y="23077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9" name="pt16959"/>
            <p:cNvSpPr/>
            <p:nvPr/>
          </p:nvSpPr>
          <p:spPr>
            <a:xfrm>
              <a:off x="5185626" y="23073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0" name="pt16960"/>
            <p:cNvSpPr/>
            <p:nvPr/>
          </p:nvSpPr>
          <p:spPr>
            <a:xfrm>
              <a:off x="5568415" y="21690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1" name="pt16961"/>
            <p:cNvSpPr/>
            <p:nvPr/>
          </p:nvSpPr>
          <p:spPr>
            <a:xfrm>
              <a:off x="5459249" y="2085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2" name="pt16962"/>
            <p:cNvSpPr/>
            <p:nvPr/>
          </p:nvSpPr>
          <p:spPr>
            <a:xfrm>
              <a:off x="5396197" y="2184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3" name="pt16963"/>
            <p:cNvSpPr/>
            <p:nvPr/>
          </p:nvSpPr>
          <p:spPr>
            <a:xfrm>
              <a:off x="4963891" y="22795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4" name="pt16964"/>
            <p:cNvSpPr/>
            <p:nvPr/>
          </p:nvSpPr>
          <p:spPr>
            <a:xfrm>
              <a:off x="5561079" y="22060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5" name="pt16965"/>
            <p:cNvSpPr/>
            <p:nvPr/>
          </p:nvSpPr>
          <p:spPr>
            <a:xfrm>
              <a:off x="5308110" y="21214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6" name="pt16966"/>
            <p:cNvSpPr/>
            <p:nvPr/>
          </p:nvSpPr>
          <p:spPr>
            <a:xfrm>
              <a:off x="5806224" y="18910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7" name="pt16967"/>
            <p:cNvSpPr/>
            <p:nvPr/>
          </p:nvSpPr>
          <p:spPr>
            <a:xfrm>
              <a:off x="5402367" y="22728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8" name="pt16968"/>
            <p:cNvSpPr/>
            <p:nvPr/>
          </p:nvSpPr>
          <p:spPr>
            <a:xfrm>
              <a:off x="5574582" y="22309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9" name="pt16969"/>
            <p:cNvSpPr/>
            <p:nvPr/>
          </p:nvSpPr>
          <p:spPr>
            <a:xfrm>
              <a:off x="5374643" y="21476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0" name="pt16970"/>
            <p:cNvSpPr/>
            <p:nvPr/>
          </p:nvSpPr>
          <p:spPr>
            <a:xfrm>
              <a:off x="5596648" y="21624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1" name="pt16971"/>
            <p:cNvSpPr/>
            <p:nvPr/>
          </p:nvSpPr>
          <p:spPr>
            <a:xfrm>
              <a:off x="5542681" y="21365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2" name="pt16972"/>
            <p:cNvSpPr/>
            <p:nvPr/>
          </p:nvSpPr>
          <p:spPr>
            <a:xfrm>
              <a:off x="5601480" y="21255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3" name="pt16973"/>
            <p:cNvSpPr/>
            <p:nvPr/>
          </p:nvSpPr>
          <p:spPr>
            <a:xfrm>
              <a:off x="5620499" y="19673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4" name="pt16974"/>
            <p:cNvSpPr/>
            <p:nvPr/>
          </p:nvSpPr>
          <p:spPr>
            <a:xfrm>
              <a:off x="5397423" y="21268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5" name="pt16975"/>
            <p:cNvSpPr/>
            <p:nvPr/>
          </p:nvSpPr>
          <p:spPr>
            <a:xfrm>
              <a:off x="5771322" y="20987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6" name="pt16976"/>
            <p:cNvSpPr/>
            <p:nvPr/>
          </p:nvSpPr>
          <p:spPr>
            <a:xfrm>
              <a:off x="5302523" y="21266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7" name="pt16977"/>
            <p:cNvSpPr/>
            <p:nvPr/>
          </p:nvSpPr>
          <p:spPr>
            <a:xfrm>
              <a:off x="5882373" y="16910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8" name="pt16978"/>
            <p:cNvSpPr/>
            <p:nvPr/>
          </p:nvSpPr>
          <p:spPr>
            <a:xfrm>
              <a:off x="5172863" y="27187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9" name="pt16979"/>
            <p:cNvSpPr/>
            <p:nvPr/>
          </p:nvSpPr>
          <p:spPr>
            <a:xfrm>
              <a:off x="6109125" y="22079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0" name="pt16980"/>
            <p:cNvSpPr/>
            <p:nvPr/>
          </p:nvSpPr>
          <p:spPr>
            <a:xfrm>
              <a:off x="5211168" y="20792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1" name="pt16981"/>
            <p:cNvSpPr/>
            <p:nvPr/>
          </p:nvSpPr>
          <p:spPr>
            <a:xfrm>
              <a:off x="5570034" y="2256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2" name="pt16982"/>
            <p:cNvSpPr/>
            <p:nvPr/>
          </p:nvSpPr>
          <p:spPr>
            <a:xfrm>
              <a:off x="5421380" y="22081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3" name="pt16983"/>
            <p:cNvSpPr/>
            <p:nvPr/>
          </p:nvSpPr>
          <p:spPr>
            <a:xfrm>
              <a:off x="5383050" y="22928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4" name="pt16984"/>
            <p:cNvSpPr/>
            <p:nvPr/>
          </p:nvSpPr>
          <p:spPr>
            <a:xfrm>
              <a:off x="5327377" y="20982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5" name="pt16985"/>
            <p:cNvSpPr/>
            <p:nvPr/>
          </p:nvSpPr>
          <p:spPr>
            <a:xfrm>
              <a:off x="5223054" y="21346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6" name="pt16986"/>
            <p:cNvSpPr/>
            <p:nvPr/>
          </p:nvSpPr>
          <p:spPr>
            <a:xfrm>
              <a:off x="5366903" y="22995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7" name="pt16987"/>
            <p:cNvSpPr/>
            <p:nvPr/>
          </p:nvSpPr>
          <p:spPr>
            <a:xfrm>
              <a:off x="5231693" y="21286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8" name="pt16988"/>
            <p:cNvSpPr/>
            <p:nvPr/>
          </p:nvSpPr>
          <p:spPr>
            <a:xfrm>
              <a:off x="5371021" y="22613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9" name="pt16989"/>
            <p:cNvSpPr/>
            <p:nvPr/>
          </p:nvSpPr>
          <p:spPr>
            <a:xfrm>
              <a:off x="5134206" y="26148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0" name="pt16990"/>
            <p:cNvSpPr/>
            <p:nvPr/>
          </p:nvSpPr>
          <p:spPr>
            <a:xfrm>
              <a:off x="5533891" y="21623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1" name="pt16991"/>
            <p:cNvSpPr/>
            <p:nvPr/>
          </p:nvSpPr>
          <p:spPr>
            <a:xfrm>
              <a:off x="5550259" y="22410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2" name="pt16992"/>
            <p:cNvSpPr/>
            <p:nvPr/>
          </p:nvSpPr>
          <p:spPr>
            <a:xfrm>
              <a:off x="5235061" y="20689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3" name="pt16993"/>
            <p:cNvSpPr/>
            <p:nvPr/>
          </p:nvSpPr>
          <p:spPr>
            <a:xfrm>
              <a:off x="5062834" y="23332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4" name="pt16994"/>
            <p:cNvSpPr/>
            <p:nvPr/>
          </p:nvSpPr>
          <p:spPr>
            <a:xfrm>
              <a:off x="5569796" y="22609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5" name="pt16995"/>
            <p:cNvSpPr/>
            <p:nvPr/>
          </p:nvSpPr>
          <p:spPr>
            <a:xfrm>
              <a:off x="5192964" y="24809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6" name="pt16996"/>
            <p:cNvSpPr/>
            <p:nvPr/>
          </p:nvSpPr>
          <p:spPr>
            <a:xfrm>
              <a:off x="5629904" y="20988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7" name="pt16997"/>
            <p:cNvSpPr/>
            <p:nvPr/>
          </p:nvSpPr>
          <p:spPr>
            <a:xfrm>
              <a:off x="5567888" y="22063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8" name="pt16998"/>
            <p:cNvSpPr/>
            <p:nvPr/>
          </p:nvSpPr>
          <p:spPr>
            <a:xfrm>
              <a:off x="5596853" y="20576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9" name="pt16999"/>
            <p:cNvSpPr/>
            <p:nvPr/>
          </p:nvSpPr>
          <p:spPr>
            <a:xfrm>
              <a:off x="5505704" y="20480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0" name="pt17000"/>
            <p:cNvSpPr/>
            <p:nvPr/>
          </p:nvSpPr>
          <p:spPr>
            <a:xfrm>
              <a:off x="5047720" y="20716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1" name="pt17001"/>
            <p:cNvSpPr/>
            <p:nvPr/>
          </p:nvSpPr>
          <p:spPr>
            <a:xfrm>
              <a:off x="5761297" y="20269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2" name="pt17002"/>
            <p:cNvSpPr/>
            <p:nvPr/>
          </p:nvSpPr>
          <p:spPr>
            <a:xfrm>
              <a:off x="4878668" y="29035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3" name="pt17003"/>
            <p:cNvSpPr/>
            <p:nvPr/>
          </p:nvSpPr>
          <p:spPr>
            <a:xfrm>
              <a:off x="5336333" y="2192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4" name="pt17004"/>
            <p:cNvSpPr/>
            <p:nvPr/>
          </p:nvSpPr>
          <p:spPr>
            <a:xfrm>
              <a:off x="5509038" y="23123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5" name="pt17005"/>
            <p:cNvSpPr/>
            <p:nvPr/>
          </p:nvSpPr>
          <p:spPr>
            <a:xfrm>
              <a:off x="5541537" y="21527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6" name="pt17006"/>
            <p:cNvSpPr/>
            <p:nvPr/>
          </p:nvSpPr>
          <p:spPr>
            <a:xfrm>
              <a:off x="4895730" y="27334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7" name="pt17007"/>
            <p:cNvSpPr/>
            <p:nvPr/>
          </p:nvSpPr>
          <p:spPr>
            <a:xfrm>
              <a:off x="5347046" y="20794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8" name="pt17008"/>
            <p:cNvSpPr/>
            <p:nvPr/>
          </p:nvSpPr>
          <p:spPr>
            <a:xfrm>
              <a:off x="5321175" y="21638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9" name="pt17009"/>
            <p:cNvSpPr/>
            <p:nvPr/>
          </p:nvSpPr>
          <p:spPr>
            <a:xfrm>
              <a:off x="5846128" y="18878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0" name="pt17010"/>
            <p:cNvSpPr/>
            <p:nvPr/>
          </p:nvSpPr>
          <p:spPr>
            <a:xfrm>
              <a:off x="4895290" y="25649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1" name="pt17011"/>
            <p:cNvSpPr/>
            <p:nvPr/>
          </p:nvSpPr>
          <p:spPr>
            <a:xfrm>
              <a:off x="5361510" y="22117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2" name="pt17012"/>
            <p:cNvSpPr/>
            <p:nvPr/>
          </p:nvSpPr>
          <p:spPr>
            <a:xfrm>
              <a:off x="5665018" y="19921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3" name="pt17013"/>
            <p:cNvSpPr/>
            <p:nvPr/>
          </p:nvSpPr>
          <p:spPr>
            <a:xfrm>
              <a:off x="5240495" y="22352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4" name="pt17014"/>
            <p:cNvSpPr/>
            <p:nvPr/>
          </p:nvSpPr>
          <p:spPr>
            <a:xfrm>
              <a:off x="5570379" y="2185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5" name="pt17015"/>
            <p:cNvSpPr/>
            <p:nvPr/>
          </p:nvSpPr>
          <p:spPr>
            <a:xfrm>
              <a:off x="5298116" y="20802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6" name="pt17016"/>
            <p:cNvSpPr/>
            <p:nvPr/>
          </p:nvSpPr>
          <p:spPr>
            <a:xfrm>
              <a:off x="5449618" y="23533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7" name="pt17017"/>
            <p:cNvSpPr/>
            <p:nvPr/>
          </p:nvSpPr>
          <p:spPr>
            <a:xfrm>
              <a:off x="5491043" y="20172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8" name="pt17018"/>
            <p:cNvSpPr/>
            <p:nvPr/>
          </p:nvSpPr>
          <p:spPr>
            <a:xfrm>
              <a:off x="4857321" y="21796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9" name="pt17019"/>
            <p:cNvSpPr/>
            <p:nvPr/>
          </p:nvSpPr>
          <p:spPr>
            <a:xfrm>
              <a:off x="5758815" y="16909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0" name="pt17020"/>
            <p:cNvSpPr/>
            <p:nvPr/>
          </p:nvSpPr>
          <p:spPr>
            <a:xfrm>
              <a:off x="5432037" y="20777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1" name="pt17021"/>
            <p:cNvSpPr/>
            <p:nvPr/>
          </p:nvSpPr>
          <p:spPr>
            <a:xfrm>
              <a:off x="5819909" y="19307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2" name="pt17022"/>
            <p:cNvSpPr/>
            <p:nvPr/>
          </p:nvSpPr>
          <p:spPr>
            <a:xfrm>
              <a:off x="5271982" y="21497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3" name="pt17023"/>
            <p:cNvSpPr/>
            <p:nvPr/>
          </p:nvSpPr>
          <p:spPr>
            <a:xfrm>
              <a:off x="4919969" y="28358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4" name="pt17024"/>
            <p:cNvSpPr/>
            <p:nvPr/>
          </p:nvSpPr>
          <p:spPr>
            <a:xfrm>
              <a:off x="5623288" y="1913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5" name="pt17025"/>
            <p:cNvSpPr/>
            <p:nvPr/>
          </p:nvSpPr>
          <p:spPr>
            <a:xfrm>
              <a:off x="5677903" y="17734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6" name="pt17026"/>
            <p:cNvSpPr/>
            <p:nvPr/>
          </p:nvSpPr>
          <p:spPr>
            <a:xfrm>
              <a:off x="5279441" y="21789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7" name="pt17027"/>
            <p:cNvSpPr/>
            <p:nvPr/>
          </p:nvSpPr>
          <p:spPr>
            <a:xfrm>
              <a:off x="5499018" y="22590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8" name="pt17028"/>
            <p:cNvSpPr/>
            <p:nvPr/>
          </p:nvSpPr>
          <p:spPr>
            <a:xfrm>
              <a:off x="4850364" y="25877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9" name="pt17029"/>
            <p:cNvSpPr/>
            <p:nvPr/>
          </p:nvSpPr>
          <p:spPr>
            <a:xfrm>
              <a:off x="5169414" y="27215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0" name="pt17030"/>
            <p:cNvSpPr/>
            <p:nvPr/>
          </p:nvSpPr>
          <p:spPr>
            <a:xfrm>
              <a:off x="5690535" y="17672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1" name="pt17031"/>
            <p:cNvSpPr/>
            <p:nvPr/>
          </p:nvSpPr>
          <p:spPr>
            <a:xfrm>
              <a:off x="5636030" y="19511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2" name="pt17032"/>
            <p:cNvSpPr/>
            <p:nvPr/>
          </p:nvSpPr>
          <p:spPr>
            <a:xfrm>
              <a:off x="5459156" y="21819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3" name="pt17033"/>
            <p:cNvSpPr/>
            <p:nvPr/>
          </p:nvSpPr>
          <p:spPr>
            <a:xfrm>
              <a:off x="5595518" y="20601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4" name="pt17034"/>
            <p:cNvSpPr/>
            <p:nvPr/>
          </p:nvSpPr>
          <p:spPr>
            <a:xfrm>
              <a:off x="5648235" y="20277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5" name="pt17035"/>
            <p:cNvSpPr/>
            <p:nvPr/>
          </p:nvSpPr>
          <p:spPr>
            <a:xfrm>
              <a:off x="5639640" y="21154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6" name="pt17036"/>
            <p:cNvSpPr/>
            <p:nvPr/>
          </p:nvSpPr>
          <p:spPr>
            <a:xfrm>
              <a:off x="5255405" y="21438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7" name="pt17037"/>
            <p:cNvSpPr/>
            <p:nvPr/>
          </p:nvSpPr>
          <p:spPr>
            <a:xfrm>
              <a:off x="5490128" y="20212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8" name="pt17038"/>
            <p:cNvSpPr/>
            <p:nvPr/>
          </p:nvSpPr>
          <p:spPr>
            <a:xfrm>
              <a:off x="5622584" y="19776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9" name="pt17039"/>
            <p:cNvSpPr/>
            <p:nvPr/>
          </p:nvSpPr>
          <p:spPr>
            <a:xfrm>
              <a:off x="5269708" y="21231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0" name="pt17040"/>
            <p:cNvSpPr/>
            <p:nvPr/>
          </p:nvSpPr>
          <p:spPr>
            <a:xfrm>
              <a:off x="5471534" y="19788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1" name="pt17041"/>
            <p:cNvSpPr/>
            <p:nvPr/>
          </p:nvSpPr>
          <p:spPr>
            <a:xfrm>
              <a:off x="5563045" y="21669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2" name="pt17042"/>
            <p:cNvSpPr/>
            <p:nvPr/>
          </p:nvSpPr>
          <p:spPr>
            <a:xfrm>
              <a:off x="5531036" y="23084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3" name="pt17043"/>
            <p:cNvSpPr/>
            <p:nvPr/>
          </p:nvSpPr>
          <p:spPr>
            <a:xfrm>
              <a:off x="5896315" y="18399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4" name="pt17044"/>
            <p:cNvSpPr/>
            <p:nvPr/>
          </p:nvSpPr>
          <p:spPr>
            <a:xfrm>
              <a:off x="5305816" y="18682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5" name="pt17045"/>
            <p:cNvSpPr/>
            <p:nvPr/>
          </p:nvSpPr>
          <p:spPr>
            <a:xfrm>
              <a:off x="5494461" y="20427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6" name="pt17046"/>
            <p:cNvSpPr/>
            <p:nvPr/>
          </p:nvSpPr>
          <p:spPr>
            <a:xfrm>
              <a:off x="5138475" y="26566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7" name="pt17047"/>
            <p:cNvSpPr/>
            <p:nvPr/>
          </p:nvSpPr>
          <p:spPr>
            <a:xfrm>
              <a:off x="5645056" y="20951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8" name="pt17048"/>
            <p:cNvSpPr/>
            <p:nvPr/>
          </p:nvSpPr>
          <p:spPr>
            <a:xfrm>
              <a:off x="5509474" y="22075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9" name="pt17049"/>
            <p:cNvSpPr/>
            <p:nvPr/>
          </p:nvSpPr>
          <p:spPr>
            <a:xfrm>
              <a:off x="5183481" y="25062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0" name="pt17050"/>
            <p:cNvSpPr/>
            <p:nvPr/>
          </p:nvSpPr>
          <p:spPr>
            <a:xfrm>
              <a:off x="5375829" y="22111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1" name="pt17051"/>
            <p:cNvSpPr/>
            <p:nvPr/>
          </p:nvSpPr>
          <p:spPr>
            <a:xfrm>
              <a:off x="5278511" y="21194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2" name="pt17052"/>
            <p:cNvSpPr/>
            <p:nvPr/>
          </p:nvSpPr>
          <p:spPr>
            <a:xfrm>
              <a:off x="5577317" y="22781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3" name="pt17053"/>
            <p:cNvSpPr/>
            <p:nvPr/>
          </p:nvSpPr>
          <p:spPr>
            <a:xfrm>
              <a:off x="5609378" y="20157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4" name="pt17054"/>
            <p:cNvSpPr/>
            <p:nvPr/>
          </p:nvSpPr>
          <p:spPr>
            <a:xfrm>
              <a:off x="5656561" y="21776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5" name="pt17055"/>
            <p:cNvSpPr/>
            <p:nvPr/>
          </p:nvSpPr>
          <p:spPr>
            <a:xfrm>
              <a:off x="5202821" y="21797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6" name="pt17056"/>
            <p:cNvSpPr/>
            <p:nvPr/>
          </p:nvSpPr>
          <p:spPr>
            <a:xfrm>
              <a:off x="5400836" y="21247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7" name="pt17057"/>
            <p:cNvSpPr/>
            <p:nvPr/>
          </p:nvSpPr>
          <p:spPr>
            <a:xfrm>
              <a:off x="5683709" y="15724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8" name="pt17058"/>
            <p:cNvSpPr/>
            <p:nvPr/>
          </p:nvSpPr>
          <p:spPr>
            <a:xfrm>
              <a:off x="5658332" y="20463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9" name="pt17059"/>
            <p:cNvSpPr/>
            <p:nvPr/>
          </p:nvSpPr>
          <p:spPr>
            <a:xfrm>
              <a:off x="5432296" y="22358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0" name="pt17060"/>
            <p:cNvSpPr/>
            <p:nvPr/>
          </p:nvSpPr>
          <p:spPr>
            <a:xfrm>
              <a:off x="5242118" y="19444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1" name="pt17061"/>
            <p:cNvSpPr/>
            <p:nvPr/>
          </p:nvSpPr>
          <p:spPr>
            <a:xfrm>
              <a:off x="5201962" y="22704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2" name="pt17062"/>
            <p:cNvSpPr/>
            <p:nvPr/>
          </p:nvSpPr>
          <p:spPr>
            <a:xfrm>
              <a:off x="5402589" y="21840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3" name="pt17063"/>
            <p:cNvSpPr/>
            <p:nvPr/>
          </p:nvSpPr>
          <p:spPr>
            <a:xfrm>
              <a:off x="5477611" y="19401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4" name="pt17064"/>
            <p:cNvSpPr/>
            <p:nvPr/>
          </p:nvSpPr>
          <p:spPr>
            <a:xfrm>
              <a:off x="5514878" y="22343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5" name="pt17065"/>
            <p:cNvSpPr/>
            <p:nvPr/>
          </p:nvSpPr>
          <p:spPr>
            <a:xfrm>
              <a:off x="5392020" y="21373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6" name="pt17066"/>
            <p:cNvSpPr/>
            <p:nvPr/>
          </p:nvSpPr>
          <p:spPr>
            <a:xfrm>
              <a:off x="5306796" y="2088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7" name="pt17067"/>
            <p:cNvSpPr/>
            <p:nvPr/>
          </p:nvSpPr>
          <p:spPr>
            <a:xfrm>
              <a:off x="5664321" y="20029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8" name="pt17068"/>
            <p:cNvSpPr/>
            <p:nvPr/>
          </p:nvSpPr>
          <p:spPr>
            <a:xfrm>
              <a:off x="5508612" y="22103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9" name="pt17069"/>
            <p:cNvSpPr/>
            <p:nvPr/>
          </p:nvSpPr>
          <p:spPr>
            <a:xfrm>
              <a:off x="5686491" y="15719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0" name="pt17070"/>
            <p:cNvSpPr/>
            <p:nvPr/>
          </p:nvSpPr>
          <p:spPr>
            <a:xfrm>
              <a:off x="5521266" y="22138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1" name="pt17071"/>
            <p:cNvSpPr/>
            <p:nvPr/>
          </p:nvSpPr>
          <p:spPr>
            <a:xfrm>
              <a:off x="5252371" y="20952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2" name="pt17072"/>
            <p:cNvSpPr/>
            <p:nvPr/>
          </p:nvSpPr>
          <p:spPr>
            <a:xfrm>
              <a:off x="5024039" y="25703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3" name="pt17073"/>
            <p:cNvSpPr/>
            <p:nvPr/>
          </p:nvSpPr>
          <p:spPr>
            <a:xfrm>
              <a:off x="5085542" y="25338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4" name="pt17074"/>
            <p:cNvSpPr/>
            <p:nvPr/>
          </p:nvSpPr>
          <p:spPr>
            <a:xfrm>
              <a:off x="5373150" y="21189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5" name="pt17075"/>
            <p:cNvSpPr/>
            <p:nvPr/>
          </p:nvSpPr>
          <p:spPr>
            <a:xfrm>
              <a:off x="5271076" y="21440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6" name="pt17076"/>
            <p:cNvSpPr/>
            <p:nvPr/>
          </p:nvSpPr>
          <p:spPr>
            <a:xfrm>
              <a:off x="5452751" y="22103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7" name="pt17077"/>
            <p:cNvSpPr/>
            <p:nvPr/>
          </p:nvSpPr>
          <p:spPr>
            <a:xfrm>
              <a:off x="5350709" y="21749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8" name="pt17078"/>
            <p:cNvSpPr/>
            <p:nvPr/>
          </p:nvSpPr>
          <p:spPr>
            <a:xfrm>
              <a:off x="5291720" y="21598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9" name="pt17079"/>
            <p:cNvSpPr/>
            <p:nvPr/>
          </p:nvSpPr>
          <p:spPr>
            <a:xfrm>
              <a:off x="5477691" y="20518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0" name="pt17080"/>
            <p:cNvSpPr/>
            <p:nvPr/>
          </p:nvSpPr>
          <p:spPr>
            <a:xfrm>
              <a:off x="5070373" y="26121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1" name="pt17081"/>
            <p:cNvSpPr/>
            <p:nvPr/>
          </p:nvSpPr>
          <p:spPr>
            <a:xfrm>
              <a:off x="5453209" y="2191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2" name="pt17082"/>
            <p:cNvSpPr/>
            <p:nvPr/>
          </p:nvSpPr>
          <p:spPr>
            <a:xfrm>
              <a:off x="5805730" y="19869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3" name="pt17083"/>
            <p:cNvSpPr/>
            <p:nvPr/>
          </p:nvSpPr>
          <p:spPr>
            <a:xfrm>
              <a:off x="5107511" y="17487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4" name="pt17084"/>
            <p:cNvSpPr/>
            <p:nvPr/>
          </p:nvSpPr>
          <p:spPr>
            <a:xfrm>
              <a:off x="5404981" y="21803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5" name="pt17085"/>
            <p:cNvSpPr/>
            <p:nvPr/>
          </p:nvSpPr>
          <p:spPr>
            <a:xfrm>
              <a:off x="5332641" y="21313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6" name="pt17086"/>
            <p:cNvSpPr/>
            <p:nvPr/>
          </p:nvSpPr>
          <p:spPr>
            <a:xfrm>
              <a:off x="5540049" y="19501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7" name="pt17087"/>
            <p:cNvSpPr/>
            <p:nvPr/>
          </p:nvSpPr>
          <p:spPr>
            <a:xfrm>
              <a:off x="4927512" y="1791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8" name="pt17088"/>
            <p:cNvSpPr/>
            <p:nvPr/>
          </p:nvSpPr>
          <p:spPr>
            <a:xfrm>
              <a:off x="5424032" y="21912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9" name="pt17089"/>
            <p:cNvSpPr/>
            <p:nvPr/>
          </p:nvSpPr>
          <p:spPr>
            <a:xfrm>
              <a:off x="5059362" y="24514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0" name="pt17090"/>
            <p:cNvSpPr/>
            <p:nvPr/>
          </p:nvSpPr>
          <p:spPr>
            <a:xfrm>
              <a:off x="5794476" y="20572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1" name="pt17091"/>
            <p:cNvSpPr/>
            <p:nvPr/>
          </p:nvSpPr>
          <p:spPr>
            <a:xfrm>
              <a:off x="5310642" y="21096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2" name="pt17092"/>
            <p:cNvSpPr/>
            <p:nvPr/>
          </p:nvSpPr>
          <p:spPr>
            <a:xfrm>
              <a:off x="5413643" y="21574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3" name="pt17093"/>
            <p:cNvSpPr/>
            <p:nvPr/>
          </p:nvSpPr>
          <p:spPr>
            <a:xfrm>
              <a:off x="5062329" y="21042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4" name="pt17094"/>
            <p:cNvSpPr/>
            <p:nvPr/>
          </p:nvSpPr>
          <p:spPr>
            <a:xfrm>
              <a:off x="5336134" y="2194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5" name="pt17095"/>
            <p:cNvSpPr/>
            <p:nvPr/>
          </p:nvSpPr>
          <p:spPr>
            <a:xfrm>
              <a:off x="5173620" y="25778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6" name="pt17096"/>
            <p:cNvSpPr/>
            <p:nvPr/>
          </p:nvSpPr>
          <p:spPr>
            <a:xfrm>
              <a:off x="5619703" y="20730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7" name="pt17097"/>
            <p:cNvSpPr/>
            <p:nvPr/>
          </p:nvSpPr>
          <p:spPr>
            <a:xfrm>
              <a:off x="5679504" y="16985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8" name="pt17098"/>
            <p:cNvSpPr/>
            <p:nvPr/>
          </p:nvSpPr>
          <p:spPr>
            <a:xfrm>
              <a:off x="5443991" y="22413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9" name="pt17099"/>
            <p:cNvSpPr/>
            <p:nvPr/>
          </p:nvSpPr>
          <p:spPr>
            <a:xfrm>
              <a:off x="5285709" y="22984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0" name="pt17100"/>
            <p:cNvSpPr/>
            <p:nvPr/>
          </p:nvSpPr>
          <p:spPr>
            <a:xfrm>
              <a:off x="5624839" y="18938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1" name="pt17101"/>
            <p:cNvSpPr/>
            <p:nvPr/>
          </p:nvSpPr>
          <p:spPr>
            <a:xfrm>
              <a:off x="4958139" y="20162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2" name="pt17102"/>
            <p:cNvSpPr/>
            <p:nvPr/>
          </p:nvSpPr>
          <p:spPr>
            <a:xfrm>
              <a:off x="5432901" y="22577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3" name="pt17103"/>
            <p:cNvSpPr/>
            <p:nvPr/>
          </p:nvSpPr>
          <p:spPr>
            <a:xfrm>
              <a:off x="5456664" y="22327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4" name="pt17104"/>
            <p:cNvSpPr/>
            <p:nvPr/>
          </p:nvSpPr>
          <p:spPr>
            <a:xfrm>
              <a:off x="5497521" y="21218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5" name="pt17105"/>
            <p:cNvSpPr/>
            <p:nvPr/>
          </p:nvSpPr>
          <p:spPr>
            <a:xfrm>
              <a:off x="5220305" y="22179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6" name="pt17106"/>
            <p:cNvSpPr/>
            <p:nvPr/>
          </p:nvSpPr>
          <p:spPr>
            <a:xfrm>
              <a:off x="4782201" y="24509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7" name="pt17107"/>
            <p:cNvSpPr/>
            <p:nvPr/>
          </p:nvSpPr>
          <p:spPr>
            <a:xfrm>
              <a:off x="5568718" y="22737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8" name="pt17108"/>
            <p:cNvSpPr/>
            <p:nvPr/>
          </p:nvSpPr>
          <p:spPr>
            <a:xfrm>
              <a:off x="5570023" y="22470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9" name="pt17109"/>
            <p:cNvSpPr/>
            <p:nvPr/>
          </p:nvSpPr>
          <p:spPr>
            <a:xfrm>
              <a:off x="5329897" y="21094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0" name="pt17110"/>
            <p:cNvSpPr/>
            <p:nvPr/>
          </p:nvSpPr>
          <p:spPr>
            <a:xfrm>
              <a:off x="5629615" y="22298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1" name="pt17111"/>
            <p:cNvSpPr/>
            <p:nvPr/>
          </p:nvSpPr>
          <p:spPr>
            <a:xfrm>
              <a:off x="5217328" y="2122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2" name="pt17112"/>
            <p:cNvSpPr/>
            <p:nvPr/>
          </p:nvSpPr>
          <p:spPr>
            <a:xfrm>
              <a:off x="5319512" y="22116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3" name="pt17113"/>
            <p:cNvSpPr/>
            <p:nvPr/>
          </p:nvSpPr>
          <p:spPr>
            <a:xfrm>
              <a:off x="5377381" y="21582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4" name="pt17114"/>
            <p:cNvSpPr/>
            <p:nvPr/>
          </p:nvSpPr>
          <p:spPr>
            <a:xfrm>
              <a:off x="5520424" y="22390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5" name="pt17115"/>
            <p:cNvSpPr/>
            <p:nvPr/>
          </p:nvSpPr>
          <p:spPr>
            <a:xfrm>
              <a:off x="5452407" y="21790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6" name="pt17116"/>
            <p:cNvSpPr/>
            <p:nvPr/>
          </p:nvSpPr>
          <p:spPr>
            <a:xfrm>
              <a:off x="5391468" y="20175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7" name="pt17117"/>
            <p:cNvSpPr/>
            <p:nvPr/>
          </p:nvSpPr>
          <p:spPr>
            <a:xfrm>
              <a:off x="5569844" y="22234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8" name="pt17118"/>
            <p:cNvSpPr/>
            <p:nvPr/>
          </p:nvSpPr>
          <p:spPr>
            <a:xfrm>
              <a:off x="5716039" y="21003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9" name="pt17119"/>
            <p:cNvSpPr/>
            <p:nvPr/>
          </p:nvSpPr>
          <p:spPr>
            <a:xfrm>
              <a:off x="5189830" y="2207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0" name="pt17120"/>
            <p:cNvSpPr/>
            <p:nvPr/>
          </p:nvSpPr>
          <p:spPr>
            <a:xfrm>
              <a:off x="5397540" y="21136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1" name="pt17121"/>
            <p:cNvSpPr/>
            <p:nvPr/>
          </p:nvSpPr>
          <p:spPr>
            <a:xfrm>
              <a:off x="5692756" y="19088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2" name="pt17122"/>
            <p:cNvSpPr/>
            <p:nvPr/>
          </p:nvSpPr>
          <p:spPr>
            <a:xfrm>
              <a:off x="5775145" y="19193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3" name="pt17123"/>
            <p:cNvSpPr/>
            <p:nvPr/>
          </p:nvSpPr>
          <p:spPr>
            <a:xfrm>
              <a:off x="5369957" y="21601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4" name="pt17124"/>
            <p:cNvSpPr/>
            <p:nvPr/>
          </p:nvSpPr>
          <p:spPr>
            <a:xfrm>
              <a:off x="5258317" y="21819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5" name="pt17125"/>
            <p:cNvSpPr/>
            <p:nvPr/>
          </p:nvSpPr>
          <p:spPr>
            <a:xfrm>
              <a:off x="5589932" y="20899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6" name="pt17126"/>
            <p:cNvSpPr/>
            <p:nvPr/>
          </p:nvSpPr>
          <p:spPr>
            <a:xfrm>
              <a:off x="5026055" y="22887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7" name="pt17127"/>
            <p:cNvSpPr/>
            <p:nvPr/>
          </p:nvSpPr>
          <p:spPr>
            <a:xfrm>
              <a:off x="5429715" y="22931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8" name="pt17128"/>
            <p:cNvSpPr/>
            <p:nvPr/>
          </p:nvSpPr>
          <p:spPr>
            <a:xfrm>
              <a:off x="5774406" y="21383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9" name="pt17129"/>
            <p:cNvSpPr/>
            <p:nvPr/>
          </p:nvSpPr>
          <p:spPr>
            <a:xfrm>
              <a:off x="5219116" y="22934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0" name="pt17130"/>
            <p:cNvSpPr/>
            <p:nvPr/>
          </p:nvSpPr>
          <p:spPr>
            <a:xfrm>
              <a:off x="5335465" y="2192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1" name="pt17131"/>
            <p:cNvSpPr/>
            <p:nvPr/>
          </p:nvSpPr>
          <p:spPr>
            <a:xfrm>
              <a:off x="5210480" y="20556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2" name="pt17132"/>
            <p:cNvSpPr/>
            <p:nvPr/>
          </p:nvSpPr>
          <p:spPr>
            <a:xfrm>
              <a:off x="5207631" y="20427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3" name="pt17133"/>
            <p:cNvSpPr/>
            <p:nvPr/>
          </p:nvSpPr>
          <p:spPr>
            <a:xfrm>
              <a:off x="5696852" y="19234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4" name="pt17134"/>
            <p:cNvSpPr/>
            <p:nvPr/>
          </p:nvSpPr>
          <p:spPr>
            <a:xfrm>
              <a:off x="5390568" y="2153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5" name="pt17135"/>
            <p:cNvSpPr/>
            <p:nvPr/>
          </p:nvSpPr>
          <p:spPr>
            <a:xfrm>
              <a:off x="4995028" y="24997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6" name="pt17136"/>
            <p:cNvSpPr/>
            <p:nvPr/>
          </p:nvSpPr>
          <p:spPr>
            <a:xfrm>
              <a:off x="5582952" y="23536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7" name="pt17137"/>
            <p:cNvSpPr/>
            <p:nvPr/>
          </p:nvSpPr>
          <p:spPr>
            <a:xfrm>
              <a:off x="4991837" y="25789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8" name="pt17138"/>
            <p:cNvSpPr/>
            <p:nvPr/>
          </p:nvSpPr>
          <p:spPr>
            <a:xfrm>
              <a:off x="5723726" y="17907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9" name="pt17139"/>
            <p:cNvSpPr/>
            <p:nvPr/>
          </p:nvSpPr>
          <p:spPr>
            <a:xfrm>
              <a:off x="5452755" y="2136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0" name="pt17140"/>
            <p:cNvSpPr/>
            <p:nvPr/>
          </p:nvSpPr>
          <p:spPr>
            <a:xfrm>
              <a:off x="5543342" y="21175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1" name="pt17141"/>
            <p:cNvSpPr/>
            <p:nvPr/>
          </p:nvSpPr>
          <p:spPr>
            <a:xfrm>
              <a:off x="5610977" y="20245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2" name="pt17142"/>
            <p:cNvSpPr/>
            <p:nvPr/>
          </p:nvSpPr>
          <p:spPr>
            <a:xfrm>
              <a:off x="5496096" y="2296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3" name="pt17143"/>
            <p:cNvSpPr/>
            <p:nvPr/>
          </p:nvSpPr>
          <p:spPr>
            <a:xfrm>
              <a:off x="5425615" y="23226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4" name="pt17144"/>
            <p:cNvSpPr/>
            <p:nvPr/>
          </p:nvSpPr>
          <p:spPr>
            <a:xfrm>
              <a:off x="5670961" y="17976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5" name="pt17145"/>
            <p:cNvSpPr/>
            <p:nvPr/>
          </p:nvSpPr>
          <p:spPr>
            <a:xfrm>
              <a:off x="5582093" y="23767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6" name="pt17146"/>
            <p:cNvSpPr/>
            <p:nvPr/>
          </p:nvSpPr>
          <p:spPr>
            <a:xfrm>
              <a:off x="4919656" y="26973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7" name="pt17147"/>
            <p:cNvSpPr/>
            <p:nvPr/>
          </p:nvSpPr>
          <p:spPr>
            <a:xfrm>
              <a:off x="5391870" y="2022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8" name="pt17148"/>
            <p:cNvSpPr/>
            <p:nvPr/>
          </p:nvSpPr>
          <p:spPr>
            <a:xfrm>
              <a:off x="5460793" y="20561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9" name="pt17149"/>
            <p:cNvSpPr/>
            <p:nvPr/>
          </p:nvSpPr>
          <p:spPr>
            <a:xfrm>
              <a:off x="5707203" y="19433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0" name="pt17150"/>
            <p:cNvSpPr/>
            <p:nvPr/>
          </p:nvSpPr>
          <p:spPr>
            <a:xfrm>
              <a:off x="5461294" y="21143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1" name="pt17151"/>
            <p:cNvSpPr/>
            <p:nvPr/>
          </p:nvSpPr>
          <p:spPr>
            <a:xfrm>
              <a:off x="5293758" y="20991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2" name="pt17152"/>
            <p:cNvSpPr/>
            <p:nvPr/>
          </p:nvSpPr>
          <p:spPr>
            <a:xfrm>
              <a:off x="4975417" y="23644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3" name="pt17153"/>
            <p:cNvSpPr/>
            <p:nvPr/>
          </p:nvSpPr>
          <p:spPr>
            <a:xfrm>
              <a:off x="5295105" y="21026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4" name="pt17154"/>
            <p:cNvSpPr/>
            <p:nvPr/>
          </p:nvSpPr>
          <p:spPr>
            <a:xfrm>
              <a:off x="5523130" y="21618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5" name="pt17155"/>
            <p:cNvSpPr/>
            <p:nvPr/>
          </p:nvSpPr>
          <p:spPr>
            <a:xfrm>
              <a:off x="5626588" y="20237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6" name="pt17156"/>
            <p:cNvSpPr/>
            <p:nvPr/>
          </p:nvSpPr>
          <p:spPr>
            <a:xfrm>
              <a:off x="5375171" y="22131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7" name="pt17157"/>
            <p:cNvSpPr/>
            <p:nvPr/>
          </p:nvSpPr>
          <p:spPr>
            <a:xfrm>
              <a:off x="5618005" y="19683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8" name="pt17158"/>
            <p:cNvSpPr/>
            <p:nvPr/>
          </p:nvSpPr>
          <p:spPr>
            <a:xfrm>
              <a:off x="5454632" y="2214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9" name="pt17159"/>
            <p:cNvSpPr/>
            <p:nvPr/>
          </p:nvSpPr>
          <p:spPr>
            <a:xfrm>
              <a:off x="5207206" y="21935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0" name="pt17160"/>
            <p:cNvSpPr/>
            <p:nvPr/>
          </p:nvSpPr>
          <p:spPr>
            <a:xfrm>
              <a:off x="4982340" y="27209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1" name="pt17161"/>
            <p:cNvSpPr/>
            <p:nvPr/>
          </p:nvSpPr>
          <p:spPr>
            <a:xfrm>
              <a:off x="5697089" y="20589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2" name="pt17162"/>
            <p:cNvSpPr/>
            <p:nvPr/>
          </p:nvSpPr>
          <p:spPr>
            <a:xfrm>
              <a:off x="5286332" y="22265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3" name="pt17163"/>
            <p:cNvSpPr/>
            <p:nvPr/>
          </p:nvSpPr>
          <p:spPr>
            <a:xfrm>
              <a:off x="5105009" y="19758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4" name="pt17164"/>
            <p:cNvSpPr/>
            <p:nvPr/>
          </p:nvSpPr>
          <p:spPr>
            <a:xfrm>
              <a:off x="5018026" y="26120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5" name="pt17165"/>
            <p:cNvSpPr/>
            <p:nvPr/>
          </p:nvSpPr>
          <p:spPr>
            <a:xfrm>
              <a:off x="5811532" y="20154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6" name="pt17166"/>
            <p:cNvSpPr/>
            <p:nvPr/>
          </p:nvSpPr>
          <p:spPr>
            <a:xfrm>
              <a:off x="5145653" y="27216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7" name="pt17167"/>
            <p:cNvSpPr/>
            <p:nvPr/>
          </p:nvSpPr>
          <p:spPr>
            <a:xfrm>
              <a:off x="5777545" y="19212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8" name="pt17168"/>
            <p:cNvSpPr/>
            <p:nvPr/>
          </p:nvSpPr>
          <p:spPr>
            <a:xfrm>
              <a:off x="5459276" y="2132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9" name="pt17169"/>
            <p:cNvSpPr/>
            <p:nvPr/>
          </p:nvSpPr>
          <p:spPr>
            <a:xfrm>
              <a:off x="5351457" y="22102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0" name="pt17170"/>
            <p:cNvSpPr/>
            <p:nvPr/>
          </p:nvSpPr>
          <p:spPr>
            <a:xfrm>
              <a:off x="5880780" y="16453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1" name="pt17171"/>
            <p:cNvSpPr/>
            <p:nvPr/>
          </p:nvSpPr>
          <p:spPr>
            <a:xfrm>
              <a:off x="5549531" y="21286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2" name="pt17172"/>
            <p:cNvSpPr/>
            <p:nvPr/>
          </p:nvSpPr>
          <p:spPr>
            <a:xfrm>
              <a:off x="5884585" y="17747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3" name="pt17173"/>
            <p:cNvSpPr/>
            <p:nvPr/>
          </p:nvSpPr>
          <p:spPr>
            <a:xfrm>
              <a:off x="5428107" y="22929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4" name="pt17174"/>
            <p:cNvSpPr/>
            <p:nvPr/>
          </p:nvSpPr>
          <p:spPr>
            <a:xfrm>
              <a:off x="5187494" y="23650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5" name="pt17175"/>
            <p:cNvSpPr/>
            <p:nvPr/>
          </p:nvSpPr>
          <p:spPr>
            <a:xfrm>
              <a:off x="5344554" y="19173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6" name="pt17176"/>
            <p:cNvSpPr/>
            <p:nvPr/>
          </p:nvSpPr>
          <p:spPr>
            <a:xfrm>
              <a:off x="5291854" y="20705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7" name="pt17177"/>
            <p:cNvSpPr/>
            <p:nvPr/>
          </p:nvSpPr>
          <p:spPr>
            <a:xfrm>
              <a:off x="5582238" y="22737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8" name="pt17178"/>
            <p:cNvSpPr/>
            <p:nvPr/>
          </p:nvSpPr>
          <p:spPr>
            <a:xfrm>
              <a:off x="5565224" y="22058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9" name="pt17179"/>
            <p:cNvSpPr/>
            <p:nvPr/>
          </p:nvSpPr>
          <p:spPr>
            <a:xfrm>
              <a:off x="5276893" y="22314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0" name="pt17180"/>
            <p:cNvSpPr/>
            <p:nvPr/>
          </p:nvSpPr>
          <p:spPr>
            <a:xfrm>
              <a:off x="5296905" y="21824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1" name="pt17181"/>
            <p:cNvSpPr/>
            <p:nvPr/>
          </p:nvSpPr>
          <p:spPr>
            <a:xfrm>
              <a:off x="5662249" y="20466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2" name="pt17182"/>
            <p:cNvSpPr/>
            <p:nvPr/>
          </p:nvSpPr>
          <p:spPr>
            <a:xfrm>
              <a:off x="5001535" y="28092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3" name="pt17183"/>
            <p:cNvSpPr/>
            <p:nvPr/>
          </p:nvSpPr>
          <p:spPr>
            <a:xfrm>
              <a:off x="5079843" y="24432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4" name="pt17184"/>
            <p:cNvSpPr/>
            <p:nvPr/>
          </p:nvSpPr>
          <p:spPr>
            <a:xfrm>
              <a:off x="5564392" y="21732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5" name="pt17185"/>
            <p:cNvSpPr/>
            <p:nvPr/>
          </p:nvSpPr>
          <p:spPr>
            <a:xfrm>
              <a:off x="5188210" y="24233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6" name="pt17186"/>
            <p:cNvSpPr/>
            <p:nvPr/>
          </p:nvSpPr>
          <p:spPr>
            <a:xfrm>
              <a:off x="5476371" y="19689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7" name="pt17187"/>
            <p:cNvSpPr/>
            <p:nvPr/>
          </p:nvSpPr>
          <p:spPr>
            <a:xfrm>
              <a:off x="5388439" y="21517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8" name="pt17188"/>
            <p:cNvSpPr/>
            <p:nvPr/>
          </p:nvSpPr>
          <p:spPr>
            <a:xfrm>
              <a:off x="5621706" y="18763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9" name="pt17189"/>
            <p:cNvSpPr/>
            <p:nvPr/>
          </p:nvSpPr>
          <p:spPr>
            <a:xfrm>
              <a:off x="5585997" y="2337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0" name="pt17190"/>
            <p:cNvSpPr/>
            <p:nvPr/>
          </p:nvSpPr>
          <p:spPr>
            <a:xfrm>
              <a:off x="5684566" y="1758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1" name="pt17191"/>
            <p:cNvSpPr/>
            <p:nvPr/>
          </p:nvSpPr>
          <p:spPr>
            <a:xfrm>
              <a:off x="5397281" y="21618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2" name="pt17192"/>
            <p:cNvSpPr/>
            <p:nvPr/>
          </p:nvSpPr>
          <p:spPr>
            <a:xfrm>
              <a:off x="5078312" y="26308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3" name="pt17193"/>
            <p:cNvSpPr/>
            <p:nvPr/>
          </p:nvSpPr>
          <p:spPr>
            <a:xfrm>
              <a:off x="5032174" y="24585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4" name="pt17194"/>
            <p:cNvSpPr/>
            <p:nvPr/>
          </p:nvSpPr>
          <p:spPr>
            <a:xfrm>
              <a:off x="5693467" y="18862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5" name="pt17195"/>
            <p:cNvSpPr/>
            <p:nvPr/>
          </p:nvSpPr>
          <p:spPr>
            <a:xfrm>
              <a:off x="5559708" y="21919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6" name="pt17196"/>
            <p:cNvSpPr/>
            <p:nvPr/>
          </p:nvSpPr>
          <p:spPr>
            <a:xfrm>
              <a:off x="5614969" y="20384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7" name="pt17197"/>
            <p:cNvSpPr/>
            <p:nvPr/>
          </p:nvSpPr>
          <p:spPr>
            <a:xfrm>
              <a:off x="5044775" y="21304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8" name="pt17198"/>
            <p:cNvSpPr/>
            <p:nvPr/>
          </p:nvSpPr>
          <p:spPr>
            <a:xfrm>
              <a:off x="5646071" y="19397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9" name="pt17199"/>
            <p:cNvSpPr/>
            <p:nvPr/>
          </p:nvSpPr>
          <p:spPr>
            <a:xfrm>
              <a:off x="5514957" y="22501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0" name="pt17200"/>
            <p:cNvSpPr/>
            <p:nvPr/>
          </p:nvSpPr>
          <p:spPr>
            <a:xfrm>
              <a:off x="5678071" y="1540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1" name="pt17201"/>
            <p:cNvSpPr/>
            <p:nvPr/>
          </p:nvSpPr>
          <p:spPr>
            <a:xfrm>
              <a:off x="5255614" y="20358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2" name="pt17202"/>
            <p:cNvSpPr/>
            <p:nvPr/>
          </p:nvSpPr>
          <p:spPr>
            <a:xfrm>
              <a:off x="5111390" y="22772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3" name="pt17203"/>
            <p:cNvSpPr/>
            <p:nvPr/>
          </p:nvSpPr>
          <p:spPr>
            <a:xfrm>
              <a:off x="5518900" y="21282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4" name="pt17204"/>
            <p:cNvSpPr/>
            <p:nvPr/>
          </p:nvSpPr>
          <p:spPr>
            <a:xfrm>
              <a:off x="5250986" y="19835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5" name="pt17205"/>
            <p:cNvSpPr/>
            <p:nvPr/>
          </p:nvSpPr>
          <p:spPr>
            <a:xfrm>
              <a:off x="5106402" y="20209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6" name="pt17206"/>
            <p:cNvSpPr/>
            <p:nvPr/>
          </p:nvSpPr>
          <p:spPr>
            <a:xfrm>
              <a:off x="5377413" y="22249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7" name="pt17207"/>
            <p:cNvSpPr/>
            <p:nvPr/>
          </p:nvSpPr>
          <p:spPr>
            <a:xfrm>
              <a:off x="5410827" y="21958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8" name="pt17208"/>
            <p:cNvSpPr/>
            <p:nvPr/>
          </p:nvSpPr>
          <p:spPr>
            <a:xfrm>
              <a:off x="5198520" y="23143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9" name="pt17209"/>
            <p:cNvSpPr/>
            <p:nvPr/>
          </p:nvSpPr>
          <p:spPr>
            <a:xfrm>
              <a:off x="5232995" y="22970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0" name="pt17210"/>
            <p:cNvSpPr/>
            <p:nvPr/>
          </p:nvSpPr>
          <p:spPr>
            <a:xfrm>
              <a:off x="5061871" y="24560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1" name="pt17211"/>
            <p:cNvSpPr/>
            <p:nvPr/>
          </p:nvSpPr>
          <p:spPr>
            <a:xfrm>
              <a:off x="5161486" y="26798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2" name="pt17212"/>
            <p:cNvSpPr/>
            <p:nvPr/>
          </p:nvSpPr>
          <p:spPr>
            <a:xfrm>
              <a:off x="5640891" y="20411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3" name="pt17213"/>
            <p:cNvSpPr/>
            <p:nvPr/>
          </p:nvSpPr>
          <p:spPr>
            <a:xfrm>
              <a:off x="5373604" y="22619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4" name="pt17214"/>
            <p:cNvSpPr/>
            <p:nvPr/>
          </p:nvSpPr>
          <p:spPr>
            <a:xfrm>
              <a:off x="5754546" y="19696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5" name="pt17215"/>
            <p:cNvSpPr/>
            <p:nvPr/>
          </p:nvSpPr>
          <p:spPr>
            <a:xfrm>
              <a:off x="5785975" y="20484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6" name="pt17216"/>
            <p:cNvSpPr/>
            <p:nvPr/>
          </p:nvSpPr>
          <p:spPr>
            <a:xfrm>
              <a:off x="5441964" y="22690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7" name="pt17217"/>
            <p:cNvSpPr/>
            <p:nvPr/>
          </p:nvSpPr>
          <p:spPr>
            <a:xfrm>
              <a:off x="5259695" y="22008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8" name="pt17218"/>
            <p:cNvSpPr/>
            <p:nvPr/>
          </p:nvSpPr>
          <p:spPr>
            <a:xfrm>
              <a:off x="5255973" y="20937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9" name="pt17219"/>
            <p:cNvSpPr/>
            <p:nvPr/>
          </p:nvSpPr>
          <p:spPr>
            <a:xfrm>
              <a:off x="5727081" y="18138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0" name="pt17220"/>
            <p:cNvSpPr/>
            <p:nvPr/>
          </p:nvSpPr>
          <p:spPr>
            <a:xfrm>
              <a:off x="5709153" y="19208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1" name="pt17221"/>
            <p:cNvSpPr/>
            <p:nvPr/>
          </p:nvSpPr>
          <p:spPr>
            <a:xfrm>
              <a:off x="5373182" y="2199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2" name="pt17222"/>
            <p:cNvSpPr/>
            <p:nvPr/>
          </p:nvSpPr>
          <p:spPr>
            <a:xfrm>
              <a:off x="5543611" y="22349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3" name="pt17223"/>
            <p:cNvSpPr/>
            <p:nvPr/>
          </p:nvSpPr>
          <p:spPr>
            <a:xfrm>
              <a:off x="5557179" y="21145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4" name="pt17224"/>
            <p:cNvSpPr/>
            <p:nvPr/>
          </p:nvSpPr>
          <p:spPr>
            <a:xfrm>
              <a:off x="5296373" y="21295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5" name="pt17225"/>
            <p:cNvSpPr/>
            <p:nvPr/>
          </p:nvSpPr>
          <p:spPr>
            <a:xfrm>
              <a:off x="5463955" y="20687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6" name="pt17226"/>
            <p:cNvSpPr/>
            <p:nvPr/>
          </p:nvSpPr>
          <p:spPr>
            <a:xfrm>
              <a:off x="5567639" y="21425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7" name="pt17227"/>
            <p:cNvSpPr/>
            <p:nvPr/>
          </p:nvSpPr>
          <p:spPr>
            <a:xfrm>
              <a:off x="5723705" y="18319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8" name="pt17228"/>
            <p:cNvSpPr/>
            <p:nvPr/>
          </p:nvSpPr>
          <p:spPr>
            <a:xfrm>
              <a:off x="5295749" y="20652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9" name="pt17229"/>
            <p:cNvSpPr/>
            <p:nvPr/>
          </p:nvSpPr>
          <p:spPr>
            <a:xfrm>
              <a:off x="5659631" y="21172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0" name="pt17230"/>
            <p:cNvSpPr/>
            <p:nvPr/>
          </p:nvSpPr>
          <p:spPr>
            <a:xfrm>
              <a:off x="5226195" y="22095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1" name="pt17231"/>
            <p:cNvSpPr/>
            <p:nvPr/>
          </p:nvSpPr>
          <p:spPr>
            <a:xfrm>
              <a:off x="5694088" y="19957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2" name="pt17232"/>
            <p:cNvSpPr/>
            <p:nvPr/>
          </p:nvSpPr>
          <p:spPr>
            <a:xfrm>
              <a:off x="5497886" y="21347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3" name="pt17233"/>
            <p:cNvSpPr/>
            <p:nvPr/>
          </p:nvSpPr>
          <p:spPr>
            <a:xfrm>
              <a:off x="5268984" y="21406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4" name="pt17234"/>
            <p:cNvSpPr/>
            <p:nvPr/>
          </p:nvSpPr>
          <p:spPr>
            <a:xfrm>
              <a:off x="5069447" y="25361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5" name="pt17235"/>
            <p:cNvSpPr/>
            <p:nvPr/>
          </p:nvSpPr>
          <p:spPr>
            <a:xfrm>
              <a:off x="5333011" y="2215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6" name="pt17236"/>
            <p:cNvSpPr/>
            <p:nvPr/>
          </p:nvSpPr>
          <p:spPr>
            <a:xfrm>
              <a:off x="6016976" y="19998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7" name="pt17237"/>
            <p:cNvSpPr/>
            <p:nvPr/>
          </p:nvSpPr>
          <p:spPr>
            <a:xfrm>
              <a:off x="5540304" y="21137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8" name="pt17238"/>
            <p:cNvSpPr/>
            <p:nvPr/>
          </p:nvSpPr>
          <p:spPr>
            <a:xfrm>
              <a:off x="5544873" y="21306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9" name="pt17239"/>
            <p:cNvSpPr/>
            <p:nvPr/>
          </p:nvSpPr>
          <p:spPr>
            <a:xfrm>
              <a:off x="5774285" y="19685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0" name="pt17240"/>
            <p:cNvSpPr/>
            <p:nvPr/>
          </p:nvSpPr>
          <p:spPr>
            <a:xfrm>
              <a:off x="5776825" y="19807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1" name="pt17241"/>
            <p:cNvSpPr/>
            <p:nvPr/>
          </p:nvSpPr>
          <p:spPr>
            <a:xfrm>
              <a:off x="5410131" y="21515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2" name="pt17242"/>
            <p:cNvSpPr/>
            <p:nvPr/>
          </p:nvSpPr>
          <p:spPr>
            <a:xfrm>
              <a:off x="5282061" y="22437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3" name="pt17243"/>
            <p:cNvSpPr/>
            <p:nvPr/>
          </p:nvSpPr>
          <p:spPr>
            <a:xfrm>
              <a:off x="5336144" y="22025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4" name="pt17244"/>
            <p:cNvSpPr/>
            <p:nvPr/>
          </p:nvSpPr>
          <p:spPr>
            <a:xfrm>
              <a:off x="5476690" y="19198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5" name="pt17245"/>
            <p:cNvSpPr/>
            <p:nvPr/>
          </p:nvSpPr>
          <p:spPr>
            <a:xfrm>
              <a:off x="5514777" y="22629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6" name="pt17246"/>
            <p:cNvSpPr/>
            <p:nvPr/>
          </p:nvSpPr>
          <p:spPr>
            <a:xfrm>
              <a:off x="5310244" y="21654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7" name="pt17247"/>
            <p:cNvSpPr/>
            <p:nvPr/>
          </p:nvSpPr>
          <p:spPr>
            <a:xfrm>
              <a:off x="5497027" y="20309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8" name="pt17248"/>
            <p:cNvSpPr/>
            <p:nvPr/>
          </p:nvSpPr>
          <p:spPr>
            <a:xfrm>
              <a:off x="5519282" y="21977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9" name="pt17249"/>
            <p:cNvSpPr/>
            <p:nvPr/>
          </p:nvSpPr>
          <p:spPr>
            <a:xfrm>
              <a:off x="5522908" y="2090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0" name="pt17250"/>
            <p:cNvSpPr/>
            <p:nvPr/>
          </p:nvSpPr>
          <p:spPr>
            <a:xfrm>
              <a:off x="5305194" y="21428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1" name="pt17251"/>
            <p:cNvSpPr/>
            <p:nvPr/>
          </p:nvSpPr>
          <p:spPr>
            <a:xfrm>
              <a:off x="5658690" y="20768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2" name="pt17252"/>
            <p:cNvSpPr/>
            <p:nvPr/>
          </p:nvSpPr>
          <p:spPr>
            <a:xfrm>
              <a:off x="5354576" y="22264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3" name="pt17253"/>
            <p:cNvSpPr/>
            <p:nvPr/>
          </p:nvSpPr>
          <p:spPr>
            <a:xfrm>
              <a:off x="5401656" y="22159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4" name="pt17254"/>
            <p:cNvSpPr/>
            <p:nvPr/>
          </p:nvSpPr>
          <p:spPr>
            <a:xfrm>
              <a:off x="5710569" y="20940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5" name="pt17255"/>
            <p:cNvSpPr/>
            <p:nvPr/>
          </p:nvSpPr>
          <p:spPr>
            <a:xfrm>
              <a:off x="5478778" y="18801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6" name="pt17256"/>
            <p:cNvSpPr/>
            <p:nvPr/>
          </p:nvSpPr>
          <p:spPr>
            <a:xfrm>
              <a:off x="4894401" y="27969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7" name="pt17257"/>
            <p:cNvSpPr/>
            <p:nvPr/>
          </p:nvSpPr>
          <p:spPr>
            <a:xfrm>
              <a:off x="5613692" y="21686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8" name="pt17258"/>
            <p:cNvSpPr/>
            <p:nvPr/>
          </p:nvSpPr>
          <p:spPr>
            <a:xfrm>
              <a:off x="5732739" y="18252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9" name="pt17259"/>
            <p:cNvSpPr/>
            <p:nvPr/>
          </p:nvSpPr>
          <p:spPr>
            <a:xfrm>
              <a:off x="5571665" y="22839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0" name="pt17260"/>
            <p:cNvSpPr/>
            <p:nvPr/>
          </p:nvSpPr>
          <p:spPr>
            <a:xfrm>
              <a:off x="5327083" y="22547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1" name="pt17261"/>
            <p:cNvSpPr/>
            <p:nvPr/>
          </p:nvSpPr>
          <p:spPr>
            <a:xfrm>
              <a:off x="5176990" y="27247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2" name="pt17262"/>
            <p:cNvSpPr/>
            <p:nvPr/>
          </p:nvSpPr>
          <p:spPr>
            <a:xfrm>
              <a:off x="5644674" y="20363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3" name="pt17263"/>
            <p:cNvSpPr/>
            <p:nvPr/>
          </p:nvSpPr>
          <p:spPr>
            <a:xfrm>
              <a:off x="5441002" y="21995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4" name="pt17264"/>
            <p:cNvSpPr/>
            <p:nvPr/>
          </p:nvSpPr>
          <p:spPr>
            <a:xfrm>
              <a:off x="5134519" y="25257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5" name="pt17265"/>
            <p:cNvSpPr/>
            <p:nvPr/>
          </p:nvSpPr>
          <p:spPr>
            <a:xfrm>
              <a:off x="5567544" y="22035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6" name="pt17266"/>
            <p:cNvSpPr/>
            <p:nvPr/>
          </p:nvSpPr>
          <p:spPr>
            <a:xfrm>
              <a:off x="5621970" y="18659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7" name="pt17267"/>
            <p:cNvSpPr/>
            <p:nvPr/>
          </p:nvSpPr>
          <p:spPr>
            <a:xfrm>
              <a:off x="5699252" y="20140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8" name="pt17268"/>
            <p:cNvSpPr/>
            <p:nvPr/>
          </p:nvSpPr>
          <p:spPr>
            <a:xfrm>
              <a:off x="5770613" y="1954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9" name="pt17269"/>
            <p:cNvSpPr/>
            <p:nvPr/>
          </p:nvSpPr>
          <p:spPr>
            <a:xfrm>
              <a:off x="5578047" y="22397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0" name="pt17270"/>
            <p:cNvSpPr/>
            <p:nvPr/>
          </p:nvSpPr>
          <p:spPr>
            <a:xfrm>
              <a:off x="5362261" y="20537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1" name="pt17271"/>
            <p:cNvSpPr/>
            <p:nvPr/>
          </p:nvSpPr>
          <p:spPr>
            <a:xfrm>
              <a:off x="5246500" y="21258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2" name="pt17272"/>
            <p:cNvSpPr/>
            <p:nvPr/>
          </p:nvSpPr>
          <p:spPr>
            <a:xfrm>
              <a:off x="5587326" y="22089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3" name="pt17273"/>
            <p:cNvSpPr/>
            <p:nvPr/>
          </p:nvSpPr>
          <p:spPr>
            <a:xfrm>
              <a:off x="5698948" y="19881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4" name="pt17274"/>
            <p:cNvSpPr/>
            <p:nvPr/>
          </p:nvSpPr>
          <p:spPr>
            <a:xfrm>
              <a:off x="5173485" y="25348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5" name="pt17275"/>
            <p:cNvSpPr/>
            <p:nvPr/>
          </p:nvSpPr>
          <p:spPr>
            <a:xfrm>
              <a:off x="5121473" y="24656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6" name="pt17276"/>
            <p:cNvSpPr/>
            <p:nvPr/>
          </p:nvSpPr>
          <p:spPr>
            <a:xfrm>
              <a:off x="5633869" y="21447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7" name="pt17277"/>
            <p:cNvSpPr/>
            <p:nvPr/>
          </p:nvSpPr>
          <p:spPr>
            <a:xfrm>
              <a:off x="5144554" y="26513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8" name="pt17278"/>
            <p:cNvSpPr/>
            <p:nvPr/>
          </p:nvSpPr>
          <p:spPr>
            <a:xfrm>
              <a:off x="5425330" y="22456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9" name="pt17279"/>
            <p:cNvSpPr/>
            <p:nvPr/>
          </p:nvSpPr>
          <p:spPr>
            <a:xfrm>
              <a:off x="5489557" y="21028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0" name="pt17280"/>
            <p:cNvSpPr/>
            <p:nvPr/>
          </p:nvSpPr>
          <p:spPr>
            <a:xfrm>
              <a:off x="5722079" y="18824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1" name="pt17281"/>
            <p:cNvSpPr/>
            <p:nvPr/>
          </p:nvSpPr>
          <p:spPr>
            <a:xfrm>
              <a:off x="5615807" y="19668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2" name="pt17282"/>
            <p:cNvSpPr/>
            <p:nvPr/>
          </p:nvSpPr>
          <p:spPr>
            <a:xfrm>
              <a:off x="5636163" y="19881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3" name="pt17283"/>
            <p:cNvSpPr/>
            <p:nvPr/>
          </p:nvSpPr>
          <p:spPr>
            <a:xfrm>
              <a:off x="5093355" y="26462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4" name="pt17284"/>
            <p:cNvSpPr/>
            <p:nvPr/>
          </p:nvSpPr>
          <p:spPr>
            <a:xfrm>
              <a:off x="5814564" y="20575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5" name="pt17285"/>
            <p:cNvSpPr/>
            <p:nvPr/>
          </p:nvSpPr>
          <p:spPr>
            <a:xfrm>
              <a:off x="5876934" y="19238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6" name="pt17286"/>
            <p:cNvSpPr/>
            <p:nvPr/>
          </p:nvSpPr>
          <p:spPr>
            <a:xfrm>
              <a:off x="5389293" y="21210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7" name="pt17287"/>
            <p:cNvSpPr/>
            <p:nvPr/>
          </p:nvSpPr>
          <p:spPr>
            <a:xfrm>
              <a:off x="5046150" y="22423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8" name="pt17288"/>
            <p:cNvSpPr/>
            <p:nvPr/>
          </p:nvSpPr>
          <p:spPr>
            <a:xfrm>
              <a:off x="5257901" y="21680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9" name="pt17289"/>
            <p:cNvSpPr/>
            <p:nvPr/>
          </p:nvSpPr>
          <p:spPr>
            <a:xfrm>
              <a:off x="4987658" y="25800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0" name="pt17290"/>
            <p:cNvSpPr/>
            <p:nvPr/>
          </p:nvSpPr>
          <p:spPr>
            <a:xfrm>
              <a:off x="5535150" y="21350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1" name="pt17291"/>
            <p:cNvSpPr/>
            <p:nvPr/>
          </p:nvSpPr>
          <p:spPr>
            <a:xfrm>
              <a:off x="5302759" y="21626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2" name="pt17292"/>
            <p:cNvSpPr/>
            <p:nvPr/>
          </p:nvSpPr>
          <p:spPr>
            <a:xfrm>
              <a:off x="5287860" y="21407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3" name="pt17293"/>
            <p:cNvSpPr/>
            <p:nvPr/>
          </p:nvSpPr>
          <p:spPr>
            <a:xfrm>
              <a:off x="5780761" y="19932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4" name="pt17294"/>
            <p:cNvSpPr/>
            <p:nvPr/>
          </p:nvSpPr>
          <p:spPr>
            <a:xfrm>
              <a:off x="5390938" y="21780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5" name="pt17295"/>
            <p:cNvSpPr/>
            <p:nvPr/>
          </p:nvSpPr>
          <p:spPr>
            <a:xfrm>
              <a:off x="5321140" y="20734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6" name="pt17296"/>
            <p:cNvSpPr/>
            <p:nvPr/>
          </p:nvSpPr>
          <p:spPr>
            <a:xfrm>
              <a:off x="5520719" y="22268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7" name="pt17297"/>
            <p:cNvSpPr/>
            <p:nvPr/>
          </p:nvSpPr>
          <p:spPr>
            <a:xfrm>
              <a:off x="5537668" y="21566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8" name="pt17298"/>
            <p:cNvSpPr/>
            <p:nvPr/>
          </p:nvSpPr>
          <p:spPr>
            <a:xfrm>
              <a:off x="5589055" y="21968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9" name="pt17299"/>
            <p:cNvSpPr/>
            <p:nvPr/>
          </p:nvSpPr>
          <p:spPr>
            <a:xfrm>
              <a:off x="5367488" y="21932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0" name="pt17300"/>
            <p:cNvSpPr/>
            <p:nvPr/>
          </p:nvSpPr>
          <p:spPr>
            <a:xfrm>
              <a:off x="5382830" y="21948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1" name="pt17301"/>
            <p:cNvSpPr/>
            <p:nvPr/>
          </p:nvSpPr>
          <p:spPr>
            <a:xfrm>
              <a:off x="5655623" y="20331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2" name="pt17302"/>
            <p:cNvSpPr/>
            <p:nvPr/>
          </p:nvSpPr>
          <p:spPr>
            <a:xfrm>
              <a:off x="5333197" y="20707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3" name="pt17303"/>
            <p:cNvSpPr/>
            <p:nvPr/>
          </p:nvSpPr>
          <p:spPr>
            <a:xfrm>
              <a:off x="5292270" y="22089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4" name="pt17304"/>
            <p:cNvSpPr/>
            <p:nvPr/>
          </p:nvSpPr>
          <p:spPr>
            <a:xfrm>
              <a:off x="5247786" y="20082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5" name="pt17305"/>
            <p:cNvSpPr/>
            <p:nvPr/>
          </p:nvSpPr>
          <p:spPr>
            <a:xfrm>
              <a:off x="5268839" y="20449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6" name="pt17306"/>
            <p:cNvSpPr/>
            <p:nvPr/>
          </p:nvSpPr>
          <p:spPr>
            <a:xfrm>
              <a:off x="5639172" y="19700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7" name="pt17307"/>
            <p:cNvSpPr/>
            <p:nvPr/>
          </p:nvSpPr>
          <p:spPr>
            <a:xfrm>
              <a:off x="5314618" y="2191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8" name="pt17308"/>
            <p:cNvSpPr/>
            <p:nvPr/>
          </p:nvSpPr>
          <p:spPr>
            <a:xfrm>
              <a:off x="5583664" y="23693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9" name="pt17309"/>
            <p:cNvSpPr/>
            <p:nvPr/>
          </p:nvSpPr>
          <p:spPr>
            <a:xfrm>
              <a:off x="5241502" y="20934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0" name="pt17310"/>
            <p:cNvSpPr/>
            <p:nvPr/>
          </p:nvSpPr>
          <p:spPr>
            <a:xfrm>
              <a:off x="5384209" y="22130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1" name="pt17311"/>
            <p:cNvSpPr/>
            <p:nvPr/>
          </p:nvSpPr>
          <p:spPr>
            <a:xfrm>
              <a:off x="5275888" y="22258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2" name="pt17312"/>
            <p:cNvSpPr/>
            <p:nvPr/>
          </p:nvSpPr>
          <p:spPr>
            <a:xfrm>
              <a:off x="5403366" y="22452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3" name="pt17313"/>
            <p:cNvSpPr/>
            <p:nvPr/>
          </p:nvSpPr>
          <p:spPr>
            <a:xfrm>
              <a:off x="5362876" y="22802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4" name="pt17314"/>
            <p:cNvSpPr/>
            <p:nvPr/>
          </p:nvSpPr>
          <p:spPr>
            <a:xfrm>
              <a:off x="4973739" y="27882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5" name="pt17315"/>
            <p:cNvSpPr/>
            <p:nvPr/>
          </p:nvSpPr>
          <p:spPr>
            <a:xfrm>
              <a:off x="5777243" y="19049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6" name="pt17316"/>
            <p:cNvSpPr/>
            <p:nvPr/>
          </p:nvSpPr>
          <p:spPr>
            <a:xfrm>
              <a:off x="5331361" y="21252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7" name="pt17317"/>
            <p:cNvSpPr/>
            <p:nvPr/>
          </p:nvSpPr>
          <p:spPr>
            <a:xfrm>
              <a:off x="5549144" y="2243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8" name="pt17318"/>
            <p:cNvSpPr/>
            <p:nvPr/>
          </p:nvSpPr>
          <p:spPr>
            <a:xfrm>
              <a:off x="5635734" y="20398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9" name="pt17319"/>
            <p:cNvSpPr/>
            <p:nvPr/>
          </p:nvSpPr>
          <p:spPr>
            <a:xfrm>
              <a:off x="5464862" y="19407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0" name="pt17320"/>
            <p:cNvSpPr/>
            <p:nvPr/>
          </p:nvSpPr>
          <p:spPr>
            <a:xfrm>
              <a:off x="5433439" y="21603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1" name="pt17321"/>
            <p:cNvSpPr/>
            <p:nvPr/>
          </p:nvSpPr>
          <p:spPr>
            <a:xfrm>
              <a:off x="5756011" y="20012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2" name="pt17322"/>
            <p:cNvSpPr/>
            <p:nvPr/>
          </p:nvSpPr>
          <p:spPr>
            <a:xfrm>
              <a:off x="4986451" y="26276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3" name="pt17323"/>
            <p:cNvSpPr/>
            <p:nvPr/>
          </p:nvSpPr>
          <p:spPr>
            <a:xfrm>
              <a:off x="5542899" y="19835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4" name="pt17324"/>
            <p:cNvSpPr/>
            <p:nvPr/>
          </p:nvSpPr>
          <p:spPr>
            <a:xfrm>
              <a:off x="4991705" y="25689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5" name="pt17325"/>
            <p:cNvSpPr/>
            <p:nvPr/>
          </p:nvSpPr>
          <p:spPr>
            <a:xfrm>
              <a:off x="5410760" y="21374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6" name="pt17326"/>
            <p:cNvSpPr/>
            <p:nvPr/>
          </p:nvSpPr>
          <p:spPr>
            <a:xfrm>
              <a:off x="5402395" y="22088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7" name="pt17327"/>
            <p:cNvSpPr/>
            <p:nvPr/>
          </p:nvSpPr>
          <p:spPr>
            <a:xfrm>
              <a:off x="5650186" y="2014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8" name="pt17328"/>
            <p:cNvSpPr/>
            <p:nvPr/>
          </p:nvSpPr>
          <p:spPr>
            <a:xfrm>
              <a:off x="5602222" y="19793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9" name="pt17329"/>
            <p:cNvSpPr/>
            <p:nvPr/>
          </p:nvSpPr>
          <p:spPr>
            <a:xfrm>
              <a:off x="5215823" y="22837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0" name="pt17330"/>
            <p:cNvSpPr/>
            <p:nvPr/>
          </p:nvSpPr>
          <p:spPr>
            <a:xfrm>
              <a:off x="5611532" y="19259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1" name="pt17331"/>
            <p:cNvSpPr/>
            <p:nvPr/>
          </p:nvSpPr>
          <p:spPr>
            <a:xfrm>
              <a:off x="5295226" y="21348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2" name="pt17332"/>
            <p:cNvSpPr/>
            <p:nvPr/>
          </p:nvSpPr>
          <p:spPr>
            <a:xfrm>
              <a:off x="5269541" y="21557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3" name="pt17333"/>
            <p:cNvSpPr/>
            <p:nvPr/>
          </p:nvSpPr>
          <p:spPr>
            <a:xfrm>
              <a:off x="6063349" y="17892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4" name="pt17334"/>
            <p:cNvSpPr/>
            <p:nvPr/>
          </p:nvSpPr>
          <p:spPr>
            <a:xfrm>
              <a:off x="5419439" y="21887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5" name="pt17335"/>
            <p:cNvSpPr/>
            <p:nvPr/>
          </p:nvSpPr>
          <p:spPr>
            <a:xfrm>
              <a:off x="5806652" y="19667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6" name="pt17336"/>
            <p:cNvSpPr/>
            <p:nvPr/>
          </p:nvSpPr>
          <p:spPr>
            <a:xfrm>
              <a:off x="5547231" y="2226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7" name="pt17337"/>
            <p:cNvSpPr/>
            <p:nvPr/>
          </p:nvSpPr>
          <p:spPr>
            <a:xfrm>
              <a:off x="5802111" y="18428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8" name="pt17338"/>
            <p:cNvSpPr/>
            <p:nvPr/>
          </p:nvSpPr>
          <p:spPr>
            <a:xfrm>
              <a:off x="5390830" y="21217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9" name="pt17339"/>
            <p:cNvSpPr/>
            <p:nvPr/>
          </p:nvSpPr>
          <p:spPr>
            <a:xfrm>
              <a:off x="5584043" y="22698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0" name="pt17340"/>
            <p:cNvSpPr/>
            <p:nvPr/>
          </p:nvSpPr>
          <p:spPr>
            <a:xfrm>
              <a:off x="5566715" y="22648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1" name="pt17341"/>
            <p:cNvSpPr/>
            <p:nvPr/>
          </p:nvSpPr>
          <p:spPr>
            <a:xfrm>
              <a:off x="4944974" y="17240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2" name="pt17342"/>
            <p:cNvSpPr/>
            <p:nvPr/>
          </p:nvSpPr>
          <p:spPr>
            <a:xfrm>
              <a:off x="5612459" y="20205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3" name="pt17343"/>
            <p:cNvSpPr/>
            <p:nvPr/>
          </p:nvSpPr>
          <p:spPr>
            <a:xfrm>
              <a:off x="5464158" y="20567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4" name="pt17344"/>
            <p:cNvSpPr/>
            <p:nvPr/>
          </p:nvSpPr>
          <p:spPr>
            <a:xfrm>
              <a:off x="5294006" y="21658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5" name="pt17345"/>
            <p:cNvSpPr/>
            <p:nvPr/>
          </p:nvSpPr>
          <p:spPr>
            <a:xfrm>
              <a:off x="5707352" y="20981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6" name="pt17346"/>
            <p:cNvSpPr/>
            <p:nvPr/>
          </p:nvSpPr>
          <p:spPr>
            <a:xfrm>
              <a:off x="5629498" y="20419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7" name="pt17347"/>
            <p:cNvSpPr/>
            <p:nvPr/>
          </p:nvSpPr>
          <p:spPr>
            <a:xfrm>
              <a:off x="5571270" y="22562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8" name="pt17348"/>
            <p:cNvSpPr/>
            <p:nvPr/>
          </p:nvSpPr>
          <p:spPr>
            <a:xfrm>
              <a:off x="5452067" y="22054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9" name="pt17349"/>
            <p:cNvSpPr/>
            <p:nvPr/>
          </p:nvSpPr>
          <p:spPr>
            <a:xfrm>
              <a:off x="5537677" y="23020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0" name="pt17350"/>
            <p:cNvSpPr/>
            <p:nvPr/>
          </p:nvSpPr>
          <p:spPr>
            <a:xfrm>
              <a:off x="5657679" y="20855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1" name="pt17351"/>
            <p:cNvSpPr/>
            <p:nvPr/>
          </p:nvSpPr>
          <p:spPr>
            <a:xfrm>
              <a:off x="5230277" y="21867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2" name="pt17352"/>
            <p:cNvSpPr/>
            <p:nvPr/>
          </p:nvSpPr>
          <p:spPr>
            <a:xfrm>
              <a:off x="5331959" y="20979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3" name="pt17353"/>
            <p:cNvSpPr/>
            <p:nvPr/>
          </p:nvSpPr>
          <p:spPr>
            <a:xfrm>
              <a:off x="5256430" y="19654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4" name="pt17354"/>
            <p:cNvSpPr/>
            <p:nvPr/>
          </p:nvSpPr>
          <p:spPr>
            <a:xfrm>
              <a:off x="5466989" y="18847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5" name="pt17355"/>
            <p:cNvSpPr/>
            <p:nvPr/>
          </p:nvSpPr>
          <p:spPr>
            <a:xfrm>
              <a:off x="5291135" y="21696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6" name="pt17356"/>
            <p:cNvSpPr/>
            <p:nvPr/>
          </p:nvSpPr>
          <p:spPr>
            <a:xfrm>
              <a:off x="5751625" y="19313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7" name="pt17357"/>
            <p:cNvSpPr/>
            <p:nvPr/>
          </p:nvSpPr>
          <p:spPr>
            <a:xfrm>
              <a:off x="5557638" y="22303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8" name="pt17358"/>
            <p:cNvSpPr/>
            <p:nvPr/>
          </p:nvSpPr>
          <p:spPr>
            <a:xfrm>
              <a:off x="5555478" y="23066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9" name="pt17359"/>
            <p:cNvSpPr/>
            <p:nvPr/>
          </p:nvSpPr>
          <p:spPr>
            <a:xfrm>
              <a:off x="5267936" y="2124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0" name="pt17360"/>
            <p:cNvSpPr/>
            <p:nvPr/>
          </p:nvSpPr>
          <p:spPr>
            <a:xfrm>
              <a:off x="5404897" y="22578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1" name="pt17361"/>
            <p:cNvSpPr/>
            <p:nvPr/>
          </p:nvSpPr>
          <p:spPr>
            <a:xfrm>
              <a:off x="5608198" y="20327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2" name="pt17362"/>
            <p:cNvSpPr/>
            <p:nvPr/>
          </p:nvSpPr>
          <p:spPr>
            <a:xfrm>
              <a:off x="5539312" y="21988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3" name="pt17363"/>
            <p:cNvSpPr/>
            <p:nvPr/>
          </p:nvSpPr>
          <p:spPr>
            <a:xfrm>
              <a:off x="5457288" y="21595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4" name="pt17364"/>
            <p:cNvSpPr/>
            <p:nvPr/>
          </p:nvSpPr>
          <p:spPr>
            <a:xfrm>
              <a:off x="4762112" y="28259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5" name="pt17365"/>
            <p:cNvSpPr/>
            <p:nvPr/>
          </p:nvSpPr>
          <p:spPr>
            <a:xfrm>
              <a:off x="5504209" y="20724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6" name="pt17366"/>
            <p:cNvSpPr/>
            <p:nvPr/>
          </p:nvSpPr>
          <p:spPr>
            <a:xfrm>
              <a:off x="5671358" y="19063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7" name="pt17367"/>
            <p:cNvSpPr/>
            <p:nvPr/>
          </p:nvSpPr>
          <p:spPr>
            <a:xfrm>
              <a:off x="5407504" y="21758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8" name="pt17368"/>
            <p:cNvSpPr/>
            <p:nvPr/>
          </p:nvSpPr>
          <p:spPr>
            <a:xfrm>
              <a:off x="5078504" y="25645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9" name="pt17369"/>
            <p:cNvSpPr/>
            <p:nvPr/>
          </p:nvSpPr>
          <p:spPr>
            <a:xfrm>
              <a:off x="5667999" y="17957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0" name="pt17370"/>
            <p:cNvSpPr/>
            <p:nvPr/>
          </p:nvSpPr>
          <p:spPr>
            <a:xfrm>
              <a:off x="5541165" y="22494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1" name="pt17371"/>
            <p:cNvSpPr/>
            <p:nvPr/>
          </p:nvSpPr>
          <p:spPr>
            <a:xfrm>
              <a:off x="5260900" y="21952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2" name="pt17372"/>
            <p:cNvSpPr/>
            <p:nvPr/>
          </p:nvSpPr>
          <p:spPr>
            <a:xfrm>
              <a:off x="5463036" y="21090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3" name="pt17373"/>
            <p:cNvSpPr/>
            <p:nvPr/>
          </p:nvSpPr>
          <p:spPr>
            <a:xfrm>
              <a:off x="5589749" y="20228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4" name="pt17374"/>
            <p:cNvSpPr/>
            <p:nvPr/>
          </p:nvSpPr>
          <p:spPr>
            <a:xfrm>
              <a:off x="5436006" y="20983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5" name="pt17375"/>
            <p:cNvSpPr/>
            <p:nvPr/>
          </p:nvSpPr>
          <p:spPr>
            <a:xfrm>
              <a:off x="5096815" y="23994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6" name="pt17376"/>
            <p:cNvSpPr/>
            <p:nvPr/>
          </p:nvSpPr>
          <p:spPr>
            <a:xfrm>
              <a:off x="5294379" y="21705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7" name="pt17377"/>
            <p:cNvSpPr/>
            <p:nvPr/>
          </p:nvSpPr>
          <p:spPr>
            <a:xfrm>
              <a:off x="5179595" y="25237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8" name="pt17378"/>
            <p:cNvSpPr/>
            <p:nvPr/>
          </p:nvSpPr>
          <p:spPr>
            <a:xfrm>
              <a:off x="5530350" y="21767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9" name="pt17379"/>
            <p:cNvSpPr/>
            <p:nvPr/>
          </p:nvSpPr>
          <p:spPr>
            <a:xfrm>
              <a:off x="5318613" y="20841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0" name="pt17380"/>
            <p:cNvSpPr/>
            <p:nvPr/>
          </p:nvSpPr>
          <p:spPr>
            <a:xfrm>
              <a:off x="5598145" y="20023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1" name="pt17381"/>
            <p:cNvSpPr/>
            <p:nvPr/>
          </p:nvSpPr>
          <p:spPr>
            <a:xfrm>
              <a:off x="5640820" y="21353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2" name="pt17382"/>
            <p:cNvSpPr/>
            <p:nvPr/>
          </p:nvSpPr>
          <p:spPr>
            <a:xfrm>
              <a:off x="5805776" y="20665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3" name="pt17383"/>
            <p:cNvSpPr/>
            <p:nvPr/>
          </p:nvSpPr>
          <p:spPr>
            <a:xfrm>
              <a:off x="5543792" y="19604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4" name="pt17384"/>
            <p:cNvSpPr/>
            <p:nvPr/>
          </p:nvSpPr>
          <p:spPr>
            <a:xfrm>
              <a:off x="5684545" y="17840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5" name="pt17385"/>
            <p:cNvSpPr/>
            <p:nvPr/>
          </p:nvSpPr>
          <p:spPr>
            <a:xfrm>
              <a:off x="5524408" y="22336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6" name="pt17386"/>
            <p:cNvSpPr/>
            <p:nvPr/>
          </p:nvSpPr>
          <p:spPr>
            <a:xfrm>
              <a:off x="5269082" y="21290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7" name="pt17387"/>
            <p:cNvSpPr/>
            <p:nvPr/>
          </p:nvSpPr>
          <p:spPr>
            <a:xfrm>
              <a:off x="5674370" y="18008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8" name="pt17388"/>
            <p:cNvSpPr/>
            <p:nvPr/>
          </p:nvSpPr>
          <p:spPr>
            <a:xfrm>
              <a:off x="5246792" y="21599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9" name="pt17389"/>
            <p:cNvSpPr/>
            <p:nvPr/>
          </p:nvSpPr>
          <p:spPr>
            <a:xfrm>
              <a:off x="5799425" y="19623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0" name="pt17390"/>
            <p:cNvSpPr/>
            <p:nvPr/>
          </p:nvSpPr>
          <p:spPr>
            <a:xfrm>
              <a:off x="5394772" y="21154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1" name="pt17391"/>
            <p:cNvSpPr/>
            <p:nvPr/>
          </p:nvSpPr>
          <p:spPr>
            <a:xfrm>
              <a:off x="5356081" y="21894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2" name="pt17392"/>
            <p:cNvSpPr/>
            <p:nvPr/>
          </p:nvSpPr>
          <p:spPr>
            <a:xfrm>
              <a:off x="5251199" y="18993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3" name="pt17393"/>
            <p:cNvSpPr/>
            <p:nvPr/>
          </p:nvSpPr>
          <p:spPr>
            <a:xfrm>
              <a:off x="5341679" y="21256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4" name="pt17394"/>
            <p:cNvSpPr/>
            <p:nvPr/>
          </p:nvSpPr>
          <p:spPr>
            <a:xfrm>
              <a:off x="5255907" y="20426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5" name="pt17395"/>
            <p:cNvSpPr/>
            <p:nvPr/>
          </p:nvSpPr>
          <p:spPr>
            <a:xfrm>
              <a:off x="5150030" y="26398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6" name="pt17396"/>
            <p:cNvSpPr/>
            <p:nvPr/>
          </p:nvSpPr>
          <p:spPr>
            <a:xfrm>
              <a:off x="5351396" y="22312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7" name="pt17397"/>
            <p:cNvSpPr/>
            <p:nvPr/>
          </p:nvSpPr>
          <p:spPr>
            <a:xfrm>
              <a:off x="5136969" y="25164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8" name="pt17398"/>
            <p:cNvSpPr/>
            <p:nvPr/>
          </p:nvSpPr>
          <p:spPr>
            <a:xfrm>
              <a:off x="5603411" y="20199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9" name="pt17399"/>
            <p:cNvSpPr/>
            <p:nvPr/>
          </p:nvSpPr>
          <p:spPr>
            <a:xfrm>
              <a:off x="5035358" y="20692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0" name="pt17400"/>
            <p:cNvSpPr/>
            <p:nvPr/>
          </p:nvSpPr>
          <p:spPr>
            <a:xfrm>
              <a:off x="5408825" y="22279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1" name="pt17401"/>
            <p:cNvSpPr/>
            <p:nvPr/>
          </p:nvSpPr>
          <p:spPr>
            <a:xfrm>
              <a:off x="5262359" y="2037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2" name="pt17402"/>
            <p:cNvSpPr/>
            <p:nvPr/>
          </p:nvSpPr>
          <p:spPr>
            <a:xfrm>
              <a:off x="5062401" y="24100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3" name="pt17403"/>
            <p:cNvSpPr/>
            <p:nvPr/>
          </p:nvSpPr>
          <p:spPr>
            <a:xfrm>
              <a:off x="5382175" y="22020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4" name="pt17404"/>
            <p:cNvSpPr/>
            <p:nvPr/>
          </p:nvSpPr>
          <p:spPr>
            <a:xfrm>
              <a:off x="5704329" y="19612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5" name="pt17405"/>
            <p:cNvSpPr/>
            <p:nvPr/>
          </p:nvSpPr>
          <p:spPr>
            <a:xfrm>
              <a:off x="5490179" y="20554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6" name="pt17406"/>
            <p:cNvSpPr/>
            <p:nvPr/>
          </p:nvSpPr>
          <p:spPr>
            <a:xfrm>
              <a:off x="5398561" y="21698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7" name="pt17407"/>
            <p:cNvSpPr/>
            <p:nvPr/>
          </p:nvSpPr>
          <p:spPr>
            <a:xfrm>
              <a:off x="5619034" y="19570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8" name="pt17408"/>
            <p:cNvSpPr/>
            <p:nvPr/>
          </p:nvSpPr>
          <p:spPr>
            <a:xfrm>
              <a:off x="5281214" y="22843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9" name="pt17409"/>
            <p:cNvSpPr/>
            <p:nvPr/>
          </p:nvSpPr>
          <p:spPr>
            <a:xfrm>
              <a:off x="5172437" y="27412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0" name="pt17410"/>
            <p:cNvSpPr/>
            <p:nvPr/>
          </p:nvSpPr>
          <p:spPr>
            <a:xfrm>
              <a:off x="5864089" y="19751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1" name="pt17411"/>
            <p:cNvSpPr/>
            <p:nvPr/>
          </p:nvSpPr>
          <p:spPr>
            <a:xfrm>
              <a:off x="5524666" y="2248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2" name="pt17412"/>
            <p:cNvSpPr/>
            <p:nvPr/>
          </p:nvSpPr>
          <p:spPr>
            <a:xfrm>
              <a:off x="5250143" y="18777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3" name="pt17413"/>
            <p:cNvSpPr/>
            <p:nvPr/>
          </p:nvSpPr>
          <p:spPr>
            <a:xfrm>
              <a:off x="5418291" y="21807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4" name="pt17414"/>
            <p:cNvSpPr/>
            <p:nvPr/>
          </p:nvSpPr>
          <p:spPr>
            <a:xfrm>
              <a:off x="5319588" y="21740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5" name="pt17415"/>
            <p:cNvSpPr/>
            <p:nvPr/>
          </p:nvSpPr>
          <p:spPr>
            <a:xfrm>
              <a:off x="5689818" y="1737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6" name="pt17416"/>
            <p:cNvSpPr/>
            <p:nvPr/>
          </p:nvSpPr>
          <p:spPr>
            <a:xfrm>
              <a:off x="5396940" y="2121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7" name="pt17417"/>
            <p:cNvSpPr/>
            <p:nvPr/>
          </p:nvSpPr>
          <p:spPr>
            <a:xfrm>
              <a:off x="5313426" y="20681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8" name="pt17418"/>
            <p:cNvSpPr/>
            <p:nvPr/>
          </p:nvSpPr>
          <p:spPr>
            <a:xfrm>
              <a:off x="5026275" y="22788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9" name="pt17419"/>
            <p:cNvSpPr/>
            <p:nvPr/>
          </p:nvSpPr>
          <p:spPr>
            <a:xfrm>
              <a:off x="5716513" y="20097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0" name="pt17420"/>
            <p:cNvSpPr/>
            <p:nvPr/>
          </p:nvSpPr>
          <p:spPr>
            <a:xfrm>
              <a:off x="5751271" y="18831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1" name="pt17421"/>
            <p:cNvSpPr/>
            <p:nvPr/>
          </p:nvSpPr>
          <p:spPr>
            <a:xfrm>
              <a:off x="5407335" y="21869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2" name="pt17422"/>
            <p:cNvSpPr/>
            <p:nvPr/>
          </p:nvSpPr>
          <p:spPr>
            <a:xfrm>
              <a:off x="5479137" y="19927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3" name="pt17423"/>
            <p:cNvSpPr/>
            <p:nvPr/>
          </p:nvSpPr>
          <p:spPr>
            <a:xfrm>
              <a:off x="5687206" y="18517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4" name="pt17424"/>
            <p:cNvSpPr/>
            <p:nvPr/>
          </p:nvSpPr>
          <p:spPr>
            <a:xfrm>
              <a:off x="5748174" y="18636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5" name="pt17425"/>
            <p:cNvSpPr/>
            <p:nvPr/>
          </p:nvSpPr>
          <p:spPr>
            <a:xfrm>
              <a:off x="5676129" y="15827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6" name="pt17426"/>
            <p:cNvSpPr/>
            <p:nvPr/>
          </p:nvSpPr>
          <p:spPr>
            <a:xfrm>
              <a:off x="5063627" y="23034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7" name="pt17427"/>
            <p:cNvSpPr/>
            <p:nvPr/>
          </p:nvSpPr>
          <p:spPr>
            <a:xfrm>
              <a:off x="5285593" y="21442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8" name="pt17428"/>
            <p:cNvSpPr/>
            <p:nvPr/>
          </p:nvSpPr>
          <p:spPr>
            <a:xfrm>
              <a:off x="5445940" y="22729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9" name="pt17429"/>
            <p:cNvSpPr/>
            <p:nvPr/>
          </p:nvSpPr>
          <p:spPr>
            <a:xfrm>
              <a:off x="5262472" y="22086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0" name="pt17430"/>
            <p:cNvSpPr/>
            <p:nvPr/>
          </p:nvSpPr>
          <p:spPr>
            <a:xfrm>
              <a:off x="5563358" y="2157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1" name="pt17431"/>
            <p:cNvSpPr/>
            <p:nvPr/>
          </p:nvSpPr>
          <p:spPr>
            <a:xfrm>
              <a:off x="5361929" y="22042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2" name="pt17432"/>
            <p:cNvSpPr/>
            <p:nvPr/>
          </p:nvSpPr>
          <p:spPr>
            <a:xfrm>
              <a:off x="5398061" y="21340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3" name="pt17433"/>
            <p:cNvSpPr/>
            <p:nvPr/>
          </p:nvSpPr>
          <p:spPr>
            <a:xfrm>
              <a:off x="5528809" y="21550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4" name="pt17434"/>
            <p:cNvSpPr/>
            <p:nvPr/>
          </p:nvSpPr>
          <p:spPr>
            <a:xfrm>
              <a:off x="5642614" y="21627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5" name="pt17435"/>
            <p:cNvSpPr/>
            <p:nvPr/>
          </p:nvSpPr>
          <p:spPr>
            <a:xfrm>
              <a:off x="5364620" y="22689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6" name="pt17436"/>
            <p:cNvSpPr/>
            <p:nvPr/>
          </p:nvSpPr>
          <p:spPr>
            <a:xfrm>
              <a:off x="5699280" y="19849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7" name="pt17437"/>
            <p:cNvSpPr/>
            <p:nvPr/>
          </p:nvSpPr>
          <p:spPr>
            <a:xfrm>
              <a:off x="5673023" y="19613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8" name="pt17438"/>
            <p:cNvSpPr/>
            <p:nvPr/>
          </p:nvSpPr>
          <p:spPr>
            <a:xfrm>
              <a:off x="5462115" y="2065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9" name="pt17439"/>
            <p:cNvSpPr/>
            <p:nvPr/>
          </p:nvSpPr>
          <p:spPr>
            <a:xfrm>
              <a:off x="5579157" y="22228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0" name="pt17440"/>
            <p:cNvSpPr/>
            <p:nvPr/>
          </p:nvSpPr>
          <p:spPr>
            <a:xfrm>
              <a:off x="5607663" y="1994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1" name="pt17441"/>
            <p:cNvSpPr/>
            <p:nvPr/>
          </p:nvSpPr>
          <p:spPr>
            <a:xfrm>
              <a:off x="5120274" y="23040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2" name="pt17442"/>
            <p:cNvSpPr/>
            <p:nvPr/>
          </p:nvSpPr>
          <p:spPr>
            <a:xfrm>
              <a:off x="5743776" y="19039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3" name="pt17443"/>
            <p:cNvSpPr/>
            <p:nvPr/>
          </p:nvSpPr>
          <p:spPr>
            <a:xfrm>
              <a:off x="4930531" y="20008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4" name="pt17444"/>
            <p:cNvSpPr/>
            <p:nvPr/>
          </p:nvSpPr>
          <p:spPr>
            <a:xfrm>
              <a:off x="5404633" y="22058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5" name="pt17445"/>
            <p:cNvSpPr/>
            <p:nvPr/>
          </p:nvSpPr>
          <p:spPr>
            <a:xfrm>
              <a:off x="5072788" y="23622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6" name="pt17446"/>
            <p:cNvSpPr/>
            <p:nvPr/>
          </p:nvSpPr>
          <p:spPr>
            <a:xfrm>
              <a:off x="5252972" y="19665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7" name="pt17447"/>
            <p:cNvSpPr/>
            <p:nvPr/>
          </p:nvSpPr>
          <p:spPr>
            <a:xfrm>
              <a:off x="5883561" y="17446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8" name="pt17448"/>
            <p:cNvSpPr/>
            <p:nvPr/>
          </p:nvSpPr>
          <p:spPr>
            <a:xfrm>
              <a:off x="5185608" y="2315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9" name="pt17449"/>
            <p:cNvSpPr/>
            <p:nvPr/>
          </p:nvSpPr>
          <p:spPr>
            <a:xfrm>
              <a:off x="5222207" y="22633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0" name="pt17450"/>
            <p:cNvSpPr/>
            <p:nvPr/>
          </p:nvSpPr>
          <p:spPr>
            <a:xfrm>
              <a:off x="5402010" y="21229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1" name="pt17451"/>
            <p:cNvSpPr/>
            <p:nvPr/>
          </p:nvSpPr>
          <p:spPr>
            <a:xfrm>
              <a:off x="5542003" y="21075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2" name="pt17452"/>
            <p:cNvSpPr/>
            <p:nvPr/>
          </p:nvSpPr>
          <p:spPr>
            <a:xfrm>
              <a:off x="4936283" y="20702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3" name="pt17453"/>
            <p:cNvSpPr/>
            <p:nvPr/>
          </p:nvSpPr>
          <p:spPr>
            <a:xfrm>
              <a:off x="5143618" y="26233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4" name="pt17454"/>
            <p:cNvSpPr/>
            <p:nvPr/>
          </p:nvSpPr>
          <p:spPr>
            <a:xfrm>
              <a:off x="5484678" y="19591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5" name="pt17455"/>
            <p:cNvSpPr/>
            <p:nvPr/>
          </p:nvSpPr>
          <p:spPr>
            <a:xfrm>
              <a:off x="5329230" y="21939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6" name="pt17456"/>
            <p:cNvSpPr/>
            <p:nvPr/>
          </p:nvSpPr>
          <p:spPr>
            <a:xfrm>
              <a:off x="5434186" y="22338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7" name="pt17457"/>
            <p:cNvSpPr/>
            <p:nvPr/>
          </p:nvSpPr>
          <p:spPr>
            <a:xfrm>
              <a:off x="5049787" y="25028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8" name="pt17458"/>
            <p:cNvSpPr/>
            <p:nvPr/>
          </p:nvSpPr>
          <p:spPr>
            <a:xfrm>
              <a:off x="5706698" y="21002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9" name="pt17459"/>
            <p:cNvSpPr/>
            <p:nvPr/>
          </p:nvSpPr>
          <p:spPr>
            <a:xfrm>
              <a:off x="5103379" y="2348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0" name="pt17460"/>
            <p:cNvSpPr/>
            <p:nvPr/>
          </p:nvSpPr>
          <p:spPr>
            <a:xfrm>
              <a:off x="5593727" y="21297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1" name="pt17461"/>
            <p:cNvSpPr/>
            <p:nvPr/>
          </p:nvSpPr>
          <p:spPr>
            <a:xfrm>
              <a:off x="5158241" y="26091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2" name="pt17462"/>
            <p:cNvSpPr/>
            <p:nvPr/>
          </p:nvSpPr>
          <p:spPr>
            <a:xfrm>
              <a:off x="5490394" y="21423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3" name="pt17463"/>
            <p:cNvSpPr/>
            <p:nvPr/>
          </p:nvSpPr>
          <p:spPr>
            <a:xfrm>
              <a:off x="5245750" y="20720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4" name="pt17464"/>
            <p:cNvSpPr/>
            <p:nvPr/>
          </p:nvSpPr>
          <p:spPr>
            <a:xfrm>
              <a:off x="5418237" y="20680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5" name="pt17465"/>
            <p:cNvSpPr/>
            <p:nvPr/>
          </p:nvSpPr>
          <p:spPr>
            <a:xfrm>
              <a:off x="5533116" y="21888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6" name="pt17466"/>
            <p:cNvSpPr/>
            <p:nvPr/>
          </p:nvSpPr>
          <p:spPr>
            <a:xfrm>
              <a:off x="5548926" y="21914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7" name="pt17467"/>
            <p:cNvSpPr/>
            <p:nvPr/>
          </p:nvSpPr>
          <p:spPr>
            <a:xfrm>
              <a:off x="5640692" y="20967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8" name="pt17468"/>
            <p:cNvSpPr/>
            <p:nvPr/>
          </p:nvSpPr>
          <p:spPr>
            <a:xfrm>
              <a:off x="5403894" y="22100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9" name="pt17469"/>
            <p:cNvSpPr/>
            <p:nvPr/>
          </p:nvSpPr>
          <p:spPr>
            <a:xfrm>
              <a:off x="5196457" y="23935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0" name="pt17470"/>
            <p:cNvSpPr/>
            <p:nvPr/>
          </p:nvSpPr>
          <p:spPr>
            <a:xfrm>
              <a:off x="5524407" y="20396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1" name="pt17471"/>
            <p:cNvSpPr/>
            <p:nvPr/>
          </p:nvSpPr>
          <p:spPr>
            <a:xfrm>
              <a:off x="5616181" y="18206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2" name="pt17472"/>
            <p:cNvSpPr/>
            <p:nvPr/>
          </p:nvSpPr>
          <p:spPr>
            <a:xfrm>
              <a:off x="5198181" y="23478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3" name="pt17473"/>
            <p:cNvSpPr/>
            <p:nvPr/>
          </p:nvSpPr>
          <p:spPr>
            <a:xfrm>
              <a:off x="5789346" y="19681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4" name="pt17474"/>
            <p:cNvSpPr/>
            <p:nvPr/>
          </p:nvSpPr>
          <p:spPr>
            <a:xfrm>
              <a:off x="5676001" y="17889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5" name="pt17475"/>
            <p:cNvSpPr/>
            <p:nvPr/>
          </p:nvSpPr>
          <p:spPr>
            <a:xfrm>
              <a:off x="5732045" y="19281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6" name="pt17476"/>
            <p:cNvSpPr/>
            <p:nvPr/>
          </p:nvSpPr>
          <p:spPr>
            <a:xfrm>
              <a:off x="4921512" y="29719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7" name="pt17477"/>
            <p:cNvSpPr/>
            <p:nvPr/>
          </p:nvSpPr>
          <p:spPr>
            <a:xfrm>
              <a:off x="5303979" y="21492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8" name="pt17478"/>
            <p:cNvSpPr/>
            <p:nvPr/>
          </p:nvSpPr>
          <p:spPr>
            <a:xfrm>
              <a:off x="5422755" y="22604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9" name="pt17479"/>
            <p:cNvSpPr/>
            <p:nvPr/>
          </p:nvSpPr>
          <p:spPr>
            <a:xfrm>
              <a:off x="5072676" y="25967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0" name="pt17480"/>
            <p:cNvSpPr/>
            <p:nvPr/>
          </p:nvSpPr>
          <p:spPr>
            <a:xfrm>
              <a:off x="5361245" y="22313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1" name="pt17481"/>
            <p:cNvSpPr/>
            <p:nvPr/>
          </p:nvSpPr>
          <p:spPr>
            <a:xfrm>
              <a:off x="5294635" y="21161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2" name="pt17482"/>
            <p:cNvSpPr/>
            <p:nvPr/>
          </p:nvSpPr>
          <p:spPr>
            <a:xfrm>
              <a:off x="5117715" y="25010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3" name="pt17483"/>
            <p:cNvSpPr/>
            <p:nvPr/>
          </p:nvSpPr>
          <p:spPr>
            <a:xfrm>
              <a:off x="5621381" y="18170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4" name="pt17484"/>
            <p:cNvSpPr/>
            <p:nvPr/>
          </p:nvSpPr>
          <p:spPr>
            <a:xfrm>
              <a:off x="5652386" y="20996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5" name="pt17485"/>
            <p:cNvSpPr/>
            <p:nvPr/>
          </p:nvSpPr>
          <p:spPr>
            <a:xfrm>
              <a:off x="5031075" y="25891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6" name="pt17486"/>
            <p:cNvSpPr/>
            <p:nvPr/>
          </p:nvSpPr>
          <p:spPr>
            <a:xfrm>
              <a:off x="5978383" y="1908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7" name="pt17487"/>
            <p:cNvSpPr/>
            <p:nvPr/>
          </p:nvSpPr>
          <p:spPr>
            <a:xfrm>
              <a:off x="5007434" y="23063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8" name="pt17488"/>
            <p:cNvSpPr/>
            <p:nvPr/>
          </p:nvSpPr>
          <p:spPr>
            <a:xfrm>
              <a:off x="5546181" y="22019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9" name="pt17489"/>
            <p:cNvSpPr/>
            <p:nvPr/>
          </p:nvSpPr>
          <p:spPr>
            <a:xfrm>
              <a:off x="5283440" y="2227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0" name="pt17490"/>
            <p:cNvSpPr/>
            <p:nvPr/>
          </p:nvSpPr>
          <p:spPr>
            <a:xfrm>
              <a:off x="5469521" y="19716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1" name="pt17491"/>
            <p:cNvSpPr/>
            <p:nvPr/>
          </p:nvSpPr>
          <p:spPr>
            <a:xfrm>
              <a:off x="5530848" y="23226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2" name="pt17492"/>
            <p:cNvSpPr/>
            <p:nvPr/>
          </p:nvSpPr>
          <p:spPr>
            <a:xfrm>
              <a:off x="5364098" y="22439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3" name="pt17493"/>
            <p:cNvSpPr/>
            <p:nvPr/>
          </p:nvSpPr>
          <p:spPr>
            <a:xfrm>
              <a:off x="5078184" y="24796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4" name="pt17494"/>
            <p:cNvSpPr/>
            <p:nvPr/>
          </p:nvSpPr>
          <p:spPr>
            <a:xfrm>
              <a:off x="4991272" y="26425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5" name="pt17495"/>
            <p:cNvSpPr/>
            <p:nvPr/>
          </p:nvSpPr>
          <p:spPr>
            <a:xfrm>
              <a:off x="5193911" y="22511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6" name="pt17496"/>
            <p:cNvSpPr/>
            <p:nvPr/>
          </p:nvSpPr>
          <p:spPr>
            <a:xfrm>
              <a:off x="5521957" y="21907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7" name="pt17497"/>
            <p:cNvSpPr/>
            <p:nvPr/>
          </p:nvSpPr>
          <p:spPr>
            <a:xfrm>
              <a:off x="5342226" y="21719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8" name="pt17498"/>
            <p:cNvSpPr/>
            <p:nvPr/>
          </p:nvSpPr>
          <p:spPr>
            <a:xfrm>
              <a:off x="5446612" y="23305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9" name="pt17499"/>
            <p:cNvSpPr/>
            <p:nvPr/>
          </p:nvSpPr>
          <p:spPr>
            <a:xfrm>
              <a:off x="5526113" y="22506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0" name="pt17500"/>
            <p:cNvSpPr/>
            <p:nvPr/>
          </p:nvSpPr>
          <p:spPr>
            <a:xfrm>
              <a:off x="4861167" y="23352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1" name="pt17501"/>
            <p:cNvSpPr/>
            <p:nvPr/>
          </p:nvSpPr>
          <p:spPr>
            <a:xfrm>
              <a:off x="5692484" y="17556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2" name="pt17502"/>
            <p:cNvSpPr/>
            <p:nvPr/>
          </p:nvSpPr>
          <p:spPr>
            <a:xfrm>
              <a:off x="5227694" y="20099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3" name="pt17503"/>
            <p:cNvSpPr/>
            <p:nvPr/>
          </p:nvSpPr>
          <p:spPr>
            <a:xfrm>
              <a:off x="5117844" y="25170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4" name="pt17504"/>
            <p:cNvSpPr/>
            <p:nvPr/>
          </p:nvSpPr>
          <p:spPr>
            <a:xfrm>
              <a:off x="5568310" y="21768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5" name="pt17505"/>
            <p:cNvSpPr/>
            <p:nvPr/>
          </p:nvSpPr>
          <p:spPr>
            <a:xfrm>
              <a:off x="5435653" y="22289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6" name="pt17506"/>
            <p:cNvSpPr/>
            <p:nvPr/>
          </p:nvSpPr>
          <p:spPr>
            <a:xfrm>
              <a:off x="5485099" y="19647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7" name="pt17507"/>
            <p:cNvSpPr/>
            <p:nvPr/>
          </p:nvSpPr>
          <p:spPr>
            <a:xfrm>
              <a:off x="5484193" y="20808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8" name="pt17508"/>
            <p:cNvSpPr/>
            <p:nvPr/>
          </p:nvSpPr>
          <p:spPr>
            <a:xfrm>
              <a:off x="6091291" y="15932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9" name="pt17509"/>
            <p:cNvSpPr/>
            <p:nvPr/>
          </p:nvSpPr>
          <p:spPr>
            <a:xfrm>
              <a:off x="5878740" y="18092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0" name="pt17510"/>
            <p:cNvSpPr/>
            <p:nvPr/>
          </p:nvSpPr>
          <p:spPr>
            <a:xfrm>
              <a:off x="5254246" y="20440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1" name="pt17511"/>
            <p:cNvSpPr/>
            <p:nvPr/>
          </p:nvSpPr>
          <p:spPr>
            <a:xfrm>
              <a:off x="5621600" y="19616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2" name="pt17512"/>
            <p:cNvSpPr/>
            <p:nvPr/>
          </p:nvSpPr>
          <p:spPr>
            <a:xfrm>
              <a:off x="5254939" y="21438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3" name="pt17513"/>
            <p:cNvSpPr/>
            <p:nvPr/>
          </p:nvSpPr>
          <p:spPr>
            <a:xfrm>
              <a:off x="5420749" y="22219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4" name="pt17514"/>
            <p:cNvSpPr/>
            <p:nvPr/>
          </p:nvSpPr>
          <p:spPr>
            <a:xfrm>
              <a:off x="5324172" y="21415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5" name="pt17515"/>
            <p:cNvSpPr/>
            <p:nvPr/>
          </p:nvSpPr>
          <p:spPr>
            <a:xfrm>
              <a:off x="5181803" y="26399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6" name="pt17516"/>
            <p:cNvSpPr/>
            <p:nvPr/>
          </p:nvSpPr>
          <p:spPr>
            <a:xfrm>
              <a:off x="5127945" y="25811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7" name="pt17517"/>
            <p:cNvSpPr/>
            <p:nvPr/>
          </p:nvSpPr>
          <p:spPr>
            <a:xfrm>
              <a:off x="5305914" y="20416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8" name="pt17518"/>
            <p:cNvSpPr/>
            <p:nvPr/>
          </p:nvSpPr>
          <p:spPr>
            <a:xfrm>
              <a:off x="5304708" y="21732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9" name="pt17519"/>
            <p:cNvSpPr/>
            <p:nvPr/>
          </p:nvSpPr>
          <p:spPr>
            <a:xfrm>
              <a:off x="5683457" y="17458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0" name="pt17520"/>
            <p:cNvSpPr/>
            <p:nvPr/>
          </p:nvSpPr>
          <p:spPr>
            <a:xfrm>
              <a:off x="5380770" y="22248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1" name="pt17521"/>
            <p:cNvSpPr/>
            <p:nvPr/>
          </p:nvSpPr>
          <p:spPr>
            <a:xfrm>
              <a:off x="5256846" y="19937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2" name="pt17522"/>
            <p:cNvSpPr/>
            <p:nvPr/>
          </p:nvSpPr>
          <p:spPr>
            <a:xfrm>
              <a:off x="5378215" y="22311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3" name="pt17523"/>
            <p:cNvSpPr/>
            <p:nvPr/>
          </p:nvSpPr>
          <p:spPr>
            <a:xfrm>
              <a:off x="5303825" y="21837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4" name="pt17524"/>
            <p:cNvSpPr/>
            <p:nvPr/>
          </p:nvSpPr>
          <p:spPr>
            <a:xfrm>
              <a:off x="5080275" y="23380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5" name="pt17525"/>
            <p:cNvSpPr/>
            <p:nvPr/>
          </p:nvSpPr>
          <p:spPr>
            <a:xfrm>
              <a:off x="5568802" y="22107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6" name="pt17526"/>
            <p:cNvSpPr/>
            <p:nvPr/>
          </p:nvSpPr>
          <p:spPr>
            <a:xfrm>
              <a:off x="5566559" y="21644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7" name="pt17527"/>
            <p:cNvSpPr/>
            <p:nvPr/>
          </p:nvSpPr>
          <p:spPr>
            <a:xfrm>
              <a:off x="5406798" y="22370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8" name="pt17528"/>
            <p:cNvSpPr/>
            <p:nvPr/>
          </p:nvSpPr>
          <p:spPr>
            <a:xfrm>
              <a:off x="5325975" y="22169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9" name="pt17529"/>
            <p:cNvSpPr/>
            <p:nvPr/>
          </p:nvSpPr>
          <p:spPr>
            <a:xfrm>
              <a:off x="5183847" y="24842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0" name="pt17530"/>
            <p:cNvSpPr/>
            <p:nvPr/>
          </p:nvSpPr>
          <p:spPr>
            <a:xfrm>
              <a:off x="5580515" y="22451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1" name="pt17531"/>
            <p:cNvSpPr/>
            <p:nvPr/>
          </p:nvSpPr>
          <p:spPr>
            <a:xfrm>
              <a:off x="5197459" y="23795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2" name="pt17532"/>
            <p:cNvSpPr/>
            <p:nvPr/>
          </p:nvSpPr>
          <p:spPr>
            <a:xfrm>
              <a:off x="5418593" y="22150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3" name="pt17533"/>
            <p:cNvSpPr/>
            <p:nvPr/>
          </p:nvSpPr>
          <p:spPr>
            <a:xfrm>
              <a:off x="4772895" y="27667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4" name="pt17534"/>
            <p:cNvSpPr/>
            <p:nvPr/>
          </p:nvSpPr>
          <p:spPr>
            <a:xfrm>
              <a:off x="5319438" y="21519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5" name="pt17535"/>
            <p:cNvSpPr/>
            <p:nvPr/>
          </p:nvSpPr>
          <p:spPr>
            <a:xfrm>
              <a:off x="5509439" y="23074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6" name="pt17536"/>
            <p:cNvSpPr/>
            <p:nvPr/>
          </p:nvSpPr>
          <p:spPr>
            <a:xfrm>
              <a:off x="5797798" y="19933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7" name="pt17537"/>
            <p:cNvSpPr/>
            <p:nvPr/>
          </p:nvSpPr>
          <p:spPr>
            <a:xfrm>
              <a:off x="5706283" y="20752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8" name="pt17538"/>
            <p:cNvSpPr/>
            <p:nvPr/>
          </p:nvSpPr>
          <p:spPr>
            <a:xfrm>
              <a:off x="5533695" y="2171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9" name="pt17539"/>
            <p:cNvSpPr/>
            <p:nvPr/>
          </p:nvSpPr>
          <p:spPr>
            <a:xfrm>
              <a:off x="5146583" y="27375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0" name="pt17540"/>
            <p:cNvSpPr/>
            <p:nvPr/>
          </p:nvSpPr>
          <p:spPr>
            <a:xfrm>
              <a:off x="5261514" y="20873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1" name="pt17541"/>
            <p:cNvSpPr/>
            <p:nvPr/>
          </p:nvSpPr>
          <p:spPr>
            <a:xfrm>
              <a:off x="5498731" y="21246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2" name="pt17542"/>
            <p:cNvSpPr/>
            <p:nvPr/>
          </p:nvSpPr>
          <p:spPr>
            <a:xfrm>
              <a:off x="5455313" y="22372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3" name="pt17543"/>
            <p:cNvSpPr/>
            <p:nvPr/>
          </p:nvSpPr>
          <p:spPr>
            <a:xfrm>
              <a:off x="5554382" y="23504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4" name="pt17544"/>
            <p:cNvSpPr/>
            <p:nvPr/>
          </p:nvSpPr>
          <p:spPr>
            <a:xfrm>
              <a:off x="5130384" y="27113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5" name="pt17545"/>
            <p:cNvSpPr/>
            <p:nvPr/>
          </p:nvSpPr>
          <p:spPr>
            <a:xfrm>
              <a:off x="5528230" y="22396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6" name="pt17546"/>
            <p:cNvSpPr/>
            <p:nvPr/>
          </p:nvSpPr>
          <p:spPr>
            <a:xfrm>
              <a:off x="6041517" y="18181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7" name="pt17547"/>
            <p:cNvSpPr/>
            <p:nvPr/>
          </p:nvSpPr>
          <p:spPr>
            <a:xfrm>
              <a:off x="5373365" y="22011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8" name="pt17548"/>
            <p:cNvSpPr/>
            <p:nvPr/>
          </p:nvSpPr>
          <p:spPr>
            <a:xfrm>
              <a:off x="5634530" y="21826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9" name="pt17549"/>
            <p:cNvSpPr/>
            <p:nvPr/>
          </p:nvSpPr>
          <p:spPr>
            <a:xfrm>
              <a:off x="5321935" y="21026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0" name="pt17550"/>
            <p:cNvSpPr/>
            <p:nvPr/>
          </p:nvSpPr>
          <p:spPr>
            <a:xfrm>
              <a:off x="5446867" y="22150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1" name="pt17551"/>
            <p:cNvSpPr/>
            <p:nvPr/>
          </p:nvSpPr>
          <p:spPr>
            <a:xfrm>
              <a:off x="5427971" y="23121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2" name="pt17552"/>
            <p:cNvSpPr/>
            <p:nvPr/>
          </p:nvSpPr>
          <p:spPr>
            <a:xfrm>
              <a:off x="5331853" y="21135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3" name="pt17553"/>
            <p:cNvSpPr/>
            <p:nvPr/>
          </p:nvSpPr>
          <p:spPr>
            <a:xfrm>
              <a:off x="5772270" y="19936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4" name="pt17554"/>
            <p:cNvSpPr/>
            <p:nvPr/>
          </p:nvSpPr>
          <p:spPr>
            <a:xfrm>
              <a:off x="5401874" y="21717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5" name="pt17555"/>
            <p:cNvSpPr/>
            <p:nvPr/>
          </p:nvSpPr>
          <p:spPr>
            <a:xfrm>
              <a:off x="5239278" y="2141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6" name="pt17556"/>
            <p:cNvSpPr/>
            <p:nvPr/>
          </p:nvSpPr>
          <p:spPr>
            <a:xfrm>
              <a:off x="5173077" y="26161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7" name="pt17557"/>
            <p:cNvSpPr/>
            <p:nvPr/>
          </p:nvSpPr>
          <p:spPr>
            <a:xfrm>
              <a:off x="5130465" y="26157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8" name="pt17558"/>
            <p:cNvSpPr/>
            <p:nvPr/>
          </p:nvSpPr>
          <p:spPr>
            <a:xfrm>
              <a:off x="5365907" y="21276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9" name="pt17559"/>
            <p:cNvSpPr/>
            <p:nvPr/>
          </p:nvSpPr>
          <p:spPr>
            <a:xfrm>
              <a:off x="5579031" y="22720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0" name="pt17560"/>
            <p:cNvSpPr/>
            <p:nvPr/>
          </p:nvSpPr>
          <p:spPr>
            <a:xfrm>
              <a:off x="5209603" y="21372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1" name="pt17561"/>
            <p:cNvSpPr/>
            <p:nvPr/>
          </p:nvSpPr>
          <p:spPr>
            <a:xfrm>
              <a:off x="5212782" y="20584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2" name="pt17562"/>
            <p:cNvSpPr/>
            <p:nvPr/>
          </p:nvSpPr>
          <p:spPr>
            <a:xfrm>
              <a:off x="5134911" y="26206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3" name="pt17563"/>
            <p:cNvSpPr/>
            <p:nvPr/>
          </p:nvSpPr>
          <p:spPr>
            <a:xfrm>
              <a:off x="5293983" y="22105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4" name="pt17564"/>
            <p:cNvSpPr/>
            <p:nvPr/>
          </p:nvSpPr>
          <p:spPr>
            <a:xfrm>
              <a:off x="5511342" y="23197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5" name="pt17565"/>
            <p:cNvSpPr/>
            <p:nvPr/>
          </p:nvSpPr>
          <p:spPr>
            <a:xfrm>
              <a:off x="5605505" y="19176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6" name="pt17566"/>
            <p:cNvSpPr/>
            <p:nvPr/>
          </p:nvSpPr>
          <p:spPr>
            <a:xfrm>
              <a:off x="5356956" y="21927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7" name="pt17567"/>
            <p:cNvSpPr/>
            <p:nvPr/>
          </p:nvSpPr>
          <p:spPr>
            <a:xfrm>
              <a:off x="5303747" y="22486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8" name="pt17568"/>
            <p:cNvSpPr/>
            <p:nvPr/>
          </p:nvSpPr>
          <p:spPr>
            <a:xfrm>
              <a:off x="5544407" y="21109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9" name="pt17569"/>
            <p:cNvSpPr/>
            <p:nvPr/>
          </p:nvSpPr>
          <p:spPr>
            <a:xfrm>
              <a:off x="5488615" y="20302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0" name="pt17570"/>
            <p:cNvSpPr/>
            <p:nvPr/>
          </p:nvSpPr>
          <p:spPr>
            <a:xfrm>
              <a:off x="5454509" y="21986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1" name="pt17571"/>
            <p:cNvSpPr/>
            <p:nvPr/>
          </p:nvSpPr>
          <p:spPr>
            <a:xfrm>
              <a:off x="5526385" y="22013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2" name="pt17572"/>
            <p:cNvSpPr/>
            <p:nvPr/>
          </p:nvSpPr>
          <p:spPr>
            <a:xfrm>
              <a:off x="5841638" y="17672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3" name="pt17573"/>
            <p:cNvSpPr/>
            <p:nvPr/>
          </p:nvSpPr>
          <p:spPr>
            <a:xfrm>
              <a:off x="5470720" y="19021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4" name="pt17574"/>
            <p:cNvSpPr/>
            <p:nvPr/>
          </p:nvSpPr>
          <p:spPr>
            <a:xfrm>
              <a:off x="5629930" y="21121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5" name="pt17575"/>
            <p:cNvSpPr/>
            <p:nvPr/>
          </p:nvSpPr>
          <p:spPr>
            <a:xfrm>
              <a:off x="6063342" y="18391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6" name="pt17576"/>
            <p:cNvSpPr/>
            <p:nvPr/>
          </p:nvSpPr>
          <p:spPr>
            <a:xfrm>
              <a:off x="5451926" y="22525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7" name="pt17577"/>
            <p:cNvSpPr/>
            <p:nvPr/>
          </p:nvSpPr>
          <p:spPr>
            <a:xfrm>
              <a:off x="5689632" y="17164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8" name="pt17578"/>
            <p:cNvSpPr/>
            <p:nvPr/>
          </p:nvSpPr>
          <p:spPr>
            <a:xfrm>
              <a:off x="5522202" y="21065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9" name="pt17579"/>
            <p:cNvSpPr/>
            <p:nvPr/>
          </p:nvSpPr>
          <p:spPr>
            <a:xfrm>
              <a:off x="5631182" y="2107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0" name="pt17580"/>
            <p:cNvSpPr/>
            <p:nvPr/>
          </p:nvSpPr>
          <p:spPr>
            <a:xfrm>
              <a:off x="5535830" y="21613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1" name="pt17581"/>
            <p:cNvSpPr/>
            <p:nvPr/>
          </p:nvSpPr>
          <p:spPr>
            <a:xfrm>
              <a:off x="5187874" y="22853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2" name="pt17582"/>
            <p:cNvSpPr/>
            <p:nvPr/>
          </p:nvSpPr>
          <p:spPr>
            <a:xfrm>
              <a:off x="5412065" y="21761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3" name="pt17583"/>
            <p:cNvSpPr/>
            <p:nvPr/>
          </p:nvSpPr>
          <p:spPr>
            <a:xfrm>
              <a:off x="5550998" y="22620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4" name="pt17584"/>
            <p:cNvSpPr/>
            <p:nvPr/>
          </p:nvSpPr>
          <p:spPr>
            <a:xfrm>
              <a:off x="4871624" y="22214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5" name="pt17585"/>
            <p:cNvSpPr/>
            <p:nvPr/>
          </p:nvSpPr>
          <p:spPr>
            <a:xfrm>
              <a:off x="5668851" y="20122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6" name="pt17586"/>
            <p:cNvSpPr/>
            <p:nvPr/>
          </p:nvSpPr>
          <p:spPr>
            <a:xfrm>
              <a:off x="5363590" y="21517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7" name="pt17587"/>
            <p:cNvSpPr/>
            <p:nvPr/>
          </p:nvSpPr>
          <p:spPr>
            <a:xfrm>
              <a:off x="6000671" y="17055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8" name="pt17588"/>
            <p:cNvSpPr/>
            <p:nvPr/>
          </p:nvSpPr>
          <p:spPr>
            <a:xfrm>
              <a:off x="5679809" y="16129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9" name="pt17589"/>
            <p:cNvSpPr/>
            <p:nvPr/>
          </p:nvSpPr>
          <p:spPr>
            <a:xfrm>
              <a:off x="5637934" y="20640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0" name="pt17590"/>
            <p:cNvSpPr/>
            <p:nvPr/>
          </p:nvSpPr>
          <p:spPr>
            <a:xfrm>
              <a:off x="5420180" y="21949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1" name="pt17591"/>
            <p:cNvSpPr/>
            <p:nvPr/>
          </p:nvSpPr>
          <p:spPr>
            <a:xfrm>
              <a:off x="5204753" y="21630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2" name="pt17592"/>
            <p:cNvSpPr/>
            <p:nvPr/>
          </p:nvSpPr>
          <p:spPr>
            <a:xfrm>
              <a:off x="5050386" y="23203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3" name="pt17593"/>
            <p:cNvSpPr/>
            <p:nvPr/>
          </p:nvSpPr>
          <p:spPr>
            <a:xfrm>
              <a:off x="5471245" y="19258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4" name="pt17594"/>
            <p:cNvSpPr/>
            <p:nvPr/>
          </p:nvSpPr>
          <p:spPr>
            <a:xfrm>
              <a:off x="5637807" y="20902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5" name="pt17595"/>
            <p:cNvSpPr/>
            <p:nvPr/>
          </p:nvSpPr>
          <p:spPr>
            <a:xfrm>
              <a:off x="5276426" y="22469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6" name="pt17596"/>
            <p:cNvSpPr/>
            <p:nvPr/>
          </p:nvSpPr>
          <p:spPr>
            <a:xfrm>
              <a:off x="5619276" y="19489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7" name="pt17597"/>
            <p:cNvSpPr/>
            <p:nvPr/>
          </p:nvSpPr>
          <p:spPr>
            <a:xfrm>
              <a:off x="5398099" y="20388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8" name="pt17598"/>
            <p:cNvSpPr/>
            <p:nvPr/>
          </p:nvSpPr>
          <p:spPr>
            <a:xfrm>
              <a:off x="5665069" y="19684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9" name="pt17599"/>
            <p:cNvSpPr/>
            <p:nvPr/>
          </p:nvSpPr>
          <p:spPr>
            <a:xfrm>
              <a:off x="5216058" y="22000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0" name="pt17600"/>
            <p:cNvSpPr/>
            <p:nvPr/>
          </p:nvSpPr>
          <p:spPr>
            <a:xfrm>
              <a:off x="5007264" y="26296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1" name="pt17601"/>
            <p:cNvSpPr/>
            <p:nvPr/>
          </p:nvSpPr>
          <p:spPr>
            <a:xfrm>
              <a:off x="5516096" y="22193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2" name="pt17602"/>
            <p:cNvSpPr/>
            <p:nvPr/>
          </p:nvSpPr>
          <p:spPr>
            <a:xfrm>
              <a:off x="5241955" y="2185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3" name="pt17603"/>
            <p:cNvSpPr/>
            <p:nvPr/>
          </p:nvSpPr>
          <p:spPr>
            <a:xfrm>
              <a:off x="5440800" y="22160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4" name="pt17604"/>
            <p:cNvSpPr/>
            <p:nvPr/>
          </p:nvSpPr>
          <p:spPr>
            <a:xfrm>
              <a:off x="5184969" y="23923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5" name="pt17605"/>
            <p:cNvSpPr/>
            <p:nvPr/>
          </p:nvSpPr>
          <p:spPr>
            <a:xfrm>
              <a:off x="5424682" y="21933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6" name="pt17606"/>
            <p:cNvSpPr/>
            <p:nvPr/>
          </p:nvSpPr>
          <p:spPr>
            <a:xfrm>
              <a:off x="5438429" y="21824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7" name="pt17607"/>
            <p:cNvSpPr/>
            <p:nvPr/>
          </p:nvSpPr>
          <p:spPr>
            <a:xfrm>
              <a:off x="5459369" y="22332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8" name="pt17608"/>
            <p:cNvSpPr/>
            <p:nvPr/>
          </p:nvSpPr>
          <p:spPr>
            <a:xfrm>
              <a:off x="5881819" y="1889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9" name="pt17609"/>
            <p:cNvSpPr/>
            <p:nvPr/>
          </p:nvSpPr>
          <p:spPr>
            <a:xfrm>
              <a:off x="5381122" y="22323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0" name="pt17610"/>
            <p:cNvSpPr/>
            <p:nvPr/>
          </p:nvSpPr>
          <p:spPr>
            <a:xfrm>
              <a:off x="5678280" y="17617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1" name="pt17611"/>
            <p:cNvSpPr/>
            <p:nvPr/>
          </p:nvSpPr>
          <p:spPr>
            <a:xfrm>
              <a:off x="5178166" y="2573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2" name="pt17612"/>
            <p:cNvSpPr/>
            <p:nvPr/>
          </p:nvSpPr>
          <p:spPr>
            <a:xfrm>
              <a:off x="5334784" y="2193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3" name="pt17613"/>
            <p:cNvSpPr/>
            <p:nvPr/>
          </p:nvSpPr>
          <p:spPr>
            <a:xfrm>
              <a:off x="5428269" y="22682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4" name="pt17614"/>
            <p:cNvSpPr/>
            <p:nvPr/>
          </p:nvSpPr>
          <p:spPr>
            <a:xfrm>
              <a:off x="5408092" y="22058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5" name="pt17615"/>
            <p:cNvSpPr/>
            <p:nvPr/>
          </p:nvSpPr>
          <p:spPr>
            <a:xfrm>
              <a:off x="5783180" y="19622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6" name="pt17616"/>
            <p:cNvSpPr/>
            <p:nvPr/>
          </p:nvSpPr>
          <p:spPr>
            <a:xfrm>
              <a:off x="5399753" y="21394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7" name="pt17617"/>
            <p:cNvSpPr/>
            <p:nvPr/>
          </p:nvSpPr>
          <p:spPr>
            <a:xfrm>
              <a:off x="5155819" y="25219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8" name="pt17618"/>
            <p:cNvSpPr/>
            <p:nvPr/>
          </p:nvSpPr>
          <p:spPr>
            <a:xfrm>
              <a:off x="5800231" y="19022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9" name="pt17619"/>
            <p:cNvSpPr/>
            <p:nvPr/>
          </p:nvSpPr>
          <p:spPr>
            <a:xfrm>
              <a:off x="5104353" y="21421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0" name="pt17620"/>
            <p:cNvSpPr/>
            <p:nvPr/>
          </p:nvSpPr>
          <p:spPr>
            <a:xfrm>
              <a:off x="5358757" y="21118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1" name="pt17621"/>
            <p:cNvSpPr/>
            <p:nvPr/>
          </p:nvSpPr>
          <p:spPr>
            <a:xfrm>
              <a:off x="5387428" y="21852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2" name="pt17622"/>
            <p:cNvSpPr/>
            <p:nvPr/>
          </p:nvSpPr>
          <p:spPr>
            <a:xfrm>
              <a:off x="5416916" y="21635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3" name="pt17623"/>
            <p:cNvSpPr/>
            <p:nvPr/>
          </p:nvSpPr>
          <p:spPr>
            <a:xfrm>
              <a:off x="5690199" y="1725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4" name="pt17624"/>
            <p:cNvSpPr/>
            <p:nvPr/>
          </p:nvSpPr>
          <p:spPr>
            <a:xfrm>
              <a:off x="5279212" y="22876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5" name="pt17625"/>
            <p:cNvSpPr/>
            <p:nvPr/>
          </p:nvSpPr>
          <p:spPr>
            <a:xfrm>
              <a:off x="5755951" y="17356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6" name="pt17626"/>
            <p:cNvSpPr/>
            <p:nvPr/>
          </p:nvSpPr>
          <p:spPr>
            <a:xfrm>
              <a:off x="5644192" y="21189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7" name="pt17627"/>
            <p:cNvSpPr/>
            <p:nvPr/>
          </p:nvSpPr>
          <p:spPr>
            <a:xfrm>
              <a:off x="5560712" y="22112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8" name="pt17628"/>
            <p:cNvSpPr/>
            <p:nvPr/>
          </p:nvSpPr>
          <p:spPr>
            <a:xfrm>
              <a:off x="5090405" y="23781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9" name="pt17629"/>
            <p:cNvSpPr/>
            <p:nvPr/>
          </p:nvSpPr>
          <p:spPr>
            <a:xfrm>
              <a:off x="5386258" y="21717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0" name="pt17630"/>
            <p:cNvSpPr/>
            <p:nvPr/>
          </p:nvSpPr>
          <p:spPr>
            <a:xfrm>
              <a:off x="5663975" y="19625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1" name="pt17631"/>
            <p:cNvSpPr/>
            <p:nvPr/>
          </p:nvSpPr>
          <p:spPr>
            <a:xfrm>
              <a:off x="5541126" y="22409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2" name="pt17632"/>
            <p:cNvSpPr/>
            <p:nvPr/>
          </p:nvSpPr>
          <p:spPr>
            <a:xfrm>
              <a:off x="5453626" y="21359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3" name="pt17633"/>
            <p:cNvSpPr/>
            <p:nvPr/>
          </p:nvSpPr>
          <p:spPr>
            <a:xfrm>
              <a:off x="5704652" y="20007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4" name="pt17634"/>
            <p:cNvSpPr/>
            <p:nvPr/>
          </p:nvSpPr>
          <p:spPr>
            <a:xfrm>
              <a:off x="5537039" y="22748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5" name="pt17635"/>
            <p:cNvSpPr/>
            <p:nvPr/>
          </p:nvSpPr>
          <p:spPr>
            <a:xfrm>
              <a:off x="5504090" y="22763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6" name="pt17636"/>
            <p:cNvSpPr/>
            <p:nvPr/>
          </p:nvSpPr>
          <p:spPr>
            <a:xfrm>
              <a:off x="5627595" y="19177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7" name="pt17637"/>
            <p:cNvSpPr/>
            <p:nvPr/>
          </p:nvSpPr>
          <p:spPr>
            <a:xfrm>
              <a:off x="5712940" y="2035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8" name="pt17638"/>
            <p:cNvSpPr/>
            <p:nvPr/>
          </p:nvSpPr>
          <p:spPr>
            <a:xfrm>
              <a:off x="5312175" y="21244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9" name="pt17639"/>
            <p:cNvSpPr/>
            <p:nvPr/>
          </p:nvSpPr>
          <p:spPr>
            <a:xfrm>
              <a:off x="5334397" y="21391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0" name="pt17640"/>
            <p:cNvSpPr/>
            <p:nvPr/>
          </p:nvSpPr>
          <p:spPr>
            <a:xfrm>
              <a:off x="5209690" y="19851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1" name="pt17641"/>
            <p:cNvSpPr/>
            <p:nvPr/>
          </p:nvSpPr>
          <p:spPr>
            <a:xfrm>
              <a:off x="5476658" y="19715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2" name="pt17642"/>
            <p:cNvSpPr/>
            <p:nvPr/>
          </p:nvSpPr>
          <p:spPr>
            <a:xfrm>
              <a:off x="5870753" y="17694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3" name="pt17643"/>
            <p:cNvSpPr/>
            <p:nvPr/>
          </p:nvSpPr>
          <p:spPr>
            <a:xfrm>
              <a:off x="5461337" y="21800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4" name="pt17644"/>
            <p:cNvSpPr/>
            <p:nvPr/>
          </p:nvSpPr>
          <p:spPr>
            <a:xfrm>
              <a:off x="5651508" y="20577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5" name="pt17645"/>
            <p:cNvSpPr/>
            <p:nvPr/>
          </p:nvSpPr>
          <p:spPr>
            <a:xfrm>
              <a:off x="5243084" y="21627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6" name="pt17646"/>
            <p:cNvSpPr/>
            <p:nvPr/>
          </p:nvSpPr>
          <p:spPr>
            <a:xfrm>
              <a:off x="5245618" y="21771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7" name="pt17647"/>
            <p:cNvSpPr/>
            <p:nvPr/>
          </p:nvSpPr>
          <p:spPr>
            <a:xfrm>
              <a:off x="5311054" y="20462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8" name="pt17648"/>
            <p:cNvSpPr/>
            <p:nvPr/>
          </p:nvSpPr>
          <p:spPr>
            <a:xfrm>
              <a:off x="5451637" y="22758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9" name="pt17649"/>
            <p:cNvSpPr/>
            <p:nvPr/>
          </p:nvSpPr>
          <p:spPr>
            <a:xfrm>
              <a:off x="5452377" y="21817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0" name="pt17650"/>
            <p:cNvSpPr/>
            <p:nvPr/>
          </p:nvSpPr>
          <p:spPr>
            <a:xfrm>
              <a:off x="5446266" y="23987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1" name="pt17651"/>
            <p:cNvSpPr/>
            <p:nvPr/>
          </p:nvSpPr>
          <p:spPr>
            <a:xfrm>
              <a:off x="5614056" y="19723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2" name="pt17652"/>
            <p:cNvSpPr/>
            <p:nvPr/>
          </p:nvSpPr>
          <p:spPr>
            <a:xfrm>
              <a:off x="5403633" y="22328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3" name="pt17653"/>
            <p:cNvSpPr/>
            <p:nvPr/>
          </p:nvSpPr>
          <p:spPr>
            <a:xfrm>
              <a:off x="5577395" y="22105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4" name="pt17654"/>
            <p:cNvSpPr/>
            <p:nvPr/>
          </p:nvSpPr>
          <p:spPr>
            <a:xfrm>
              <a:off x="5470554" y="20214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5" name="pt17655"/>
            <p:cNvSpPr/>
            <p:nvPr/>
          </p:nvSpPr>
          <p:spPr>
            <a:xfrm>
              <a:off x="5627199" y="18903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6" name="pt17656"/>
            <p:cNvSpPr/>
            <p:nvPr/>
          </p:nvSpPr>
          <p:spPr>
            <a:xfrm>
              <a:off x="5430839" y="21213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7" name="pt17657"/>
            <p:cNvSpPr/>
            <p:nvPr/>
          </p:nvSpPr>
          <p:spPr>
            <a:xfrm>
              <a:off x="5308774" y="20458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8" name="pt17658"/>
            <p:cNvSpPr/>
            <p:nvPr/>
          </p:nvSpPr>
          <p:spPr>
            <a:xfrm>
              <a:off x="5688976" y="17558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9" name="pt17659"/>
            <p:cNvSpPr/>
            <p:nvPr/>
          </p:nvSpPr>
          <p:spPr>
            <a:xfrm>
              <a:off x="5837648" y="19888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0" name="pt17660"/>
            <p:cNvSpPr/>
            <p:nvPr/>
          </p:nvSpPr>
          <p:spPr>
            <a:xfrm>
              <a:off x="5417720" y="21988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1" name="pt17661"/>
            <p:cNvSpPr/>
            <p:nvPr/>
          </p:nvSpPr>
          <p:spPr>
            <a:xfrm>
              <a:off x="5558402" y="21686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2" name="pt17662"/>
            <p:cNvSpPr/>
            <p:nvPr/>
          </p:nvSpPr>
          <p:spPr>
            <a:xfrm>
              <a:off x="5723272" y="1772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3" name="pt17663"/>
            <p:cNvSpPr/>
            <p:nvPr/>
          </p:nvSpPr>
          <p:spPr>
            <a:xfrm>
              <a:off x="5847681" y="19651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4" name="pt17664"/>
            <p:cNvSpPr/>
            <p:nvPr/>
          </p:nvSpPr>
          <p:spPr>
            <a:xfrm>
              <a:off x="5363481" y="22126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5" name="pt17665"/>
            <p:cNvSpPr/>
            <p:nvPr/>
          </p:nvSpPr>
          <p:spPr>
            <a:xfrm>
              <a:off x="5495732" y="21385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6" name="pt17666"/>
            <p:cNvSpPr/>
            <p:nvPr/>
          </p:nvSpPr>
          <p:spPr>
            <a:xfrm>
              <a:off x="5085446" y="24706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7" name="pt17667"/>
            <p:cNvSpPr/>
            <p:nvPr/>
          </p:nvSpPr>
          <p:spPr>
            <a:xfrm>
              <a:off x="5500353" y="22215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8" name="pt17668"/>
            <p:cNvSpPr/>
            <p:nvPr/>
          </p:nvSpPr>
          <p:spPr>
            <a:xfrm>
              <a:off x="5305065" y="18800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9" name="pt17669"/>
            <p:cNvSpPr/>
            <p:nvPr/>
          </p:nvSpPr>
          <p:spPr>
            <a:xfrm>
              <a:off x="5236717" y="20439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0" name="pt17670"/>
            <p:cNvSpPr/>
            <p:nvPr/>
          </p:nvSpPr>
          <p:spPr>
            <a:xfrm>
              <a:off x="5531181" y="21836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1" name="pt17671"/>
            <p:cNvSpPr/>
            <p:nvPr/>
          </p:nvSpPr>
          <p:spPr>
            <a:xfrm>
              <a:off x="5242324" y="21288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2" name="pt17672"/>
            <p:cNvSpPr/>
            <p:nvPr/>
          </p:nvSpPr>
          <p:spPr>
            <a:xfrm>
              <a:off x="4805785" y="2400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3" name="pt17673"/>
            <p:cNvSpPr/>
            <p:nvPr/>
          </p:nvSpPr>
          <p:spPr>
            <a:xfrm>
              <a:off x="5140451" y="25778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4" name="pt17674"/>
            <p:cNvSpPr/>
            <p:nvPr/>
          </p:nvSpPr>
          <p:spPr>
            <a:xfrm>
              <a:off x="5179102" y="26661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5" name="pt17675"/>
            <p:cNvSpPr/>
            <p:nvPr/>
          </p:nvSpPr>
          <p:spPr>
            <a:xfrm>
              <a:off x="5232528" y="22156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6" name="pt17676"/>
            <p:cNvSpPr/>
            <p:nvPr/>
          </p:nvSpPr>
          <p:spPr>
            <a:xfrm>
              <a:off x="5076918" y="23893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7" name="pt17677"/>
            <p:cNvSpPr/>
            <p:nvPr/>
          </p:nvSpPr>
          <p:spPr>
            <a:xfrm>
              <a:off x="5456974" y="22220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8" name="pt17678"/>
            <p:cNvSpPr/>
            <p:nvPr/>
          </p:nvSpPr>
          <p:spPr>
            <a:xfrm>
              <a:off x="5093359" y="22769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9" name="pt17679"/>
            <p:cNvSpPr/>
            <p:nvPr/>
          </p:nvSpPr>
          <p:spPr>
            <a:xfrm>
              <a:off x="5474467" y="20127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0" name="pt17680"/>
            <p:cNvSpPr/>
            <p:nvPr/>
          </p:nvSpPr>
          <p:spPr>
            <a:xfrm>
              <a:off x="5497269" y="22238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1" name="pt17681"/>
            <p:cNvSpPr/>
            <p:nvPr/>
          </p:nvSpPr>
          <p:spPr>
            <a:xfrm>
              <a:off x="5487539" y="21266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2" name="pt17682"/>
            <p:cNvSpPr/>
            <p:nvPr/>
          </p:nvSpPr>
          <p:spPr>
            <a:xfrm>
              <a:off x="5309478" y="19956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3" name="pt17683"/>
            <p:cNvSpPr/>
            <p:nvPr/>
          </p:nvSpPr>
          <p:spPr>
            <a:xfrm>
              <a:off x="5917519" y="18285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4" name="pt17684"/>
            <p:cNvSpPr/>
            <p:nvPr/>
          </p:nvSpPr>
          <p:spPr>
            <a:xfrm>
              <a:off x="5719801" y="18516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5" name="pt17685"/>
            <p:cNvSpPr/>
            <p:nvPr/>
          </p:nvSpPr>
          <p:spPr>
            <a:xfrm>
              <a:off x="5547327" y="21904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6" name="pt17686"/>
            <p:cNvSpPr/>
            <p:nvPr/>
          </p:nvSpPr>
          <p:spPr>
            <a:xfrm>
              <a:off x="5568484" y="22107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7" name="pt17687"/>
            <p:cNvSpPr/>
            <p:nvPr/>
          </p:nvSpPr>
          <p:spPr>
            <a:xfrm>
              <a:off x="5481869" y="20051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8" name="pt17688"/>
            <p:cNvSpPr/>
            <p:nvPr/>
          </p:nvSpPr>
          <p:spPr>
            <a:xfrm>
              <a:off x="5297318" y="22668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9" name="pt17689"/>
            <p:cNvSpPr/>
            <p:nvPr/>
          </p:nvSpPr>
          <p:spPr>
            <a:xfrm>
              <a:off x="5143527" y="26897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0" name="pt17690"/>
            <p:cNvSpPr/>
            <p:nvPr/>
          </p:nvSpPr>
          <p:spPr>
            <a:xfrm>
              <a:off x="5487174" y="21187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1" name="pt17691"/>
            <p:cNvSpPr/>
            <p:nvPr/>
          </p:nvSpPr>
          <p:spPr>
            <a:xfrm>
              <a:off x="5392046" y="21307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2" name="pt17692"/>
            <p:cNvSpPr/>
            <p:nvPr/>
          </p:nvSpPr>
          <p:spPr>
            <a:xfrm>
              <a:off x="5404809" y="22197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3" name="pt17693"/>
            <p:cNvSpPr/>
            <p:nvPr/>
          </p:nvSpPr>
          <p:spPr>
            <a:xfrm>
              <a:off x="5556577" y="21851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4" name="pt17694"/>
            <p:cNvSpPr/>
            <p:nvPr/>
          </p:nvSpPr>
          <p:spPr>
            <a:xfrm>
              <a:off x="5569902" y="22825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5" name="pt17695"/>
            <p:cNvSpPr/>
            <p:nvPr/>
          </p:nvSpPr>
          <p:spPr>
            <a:xfrm>
              <a:off x="5762658" y="2060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6" name="pt17696"/>
            <p:cNvSpPr/>
            <p:nvPr/>
          </p:nvSpPr>
          <p:spPr>
            <a:xfrm>
              <a:off x="5423620" y="21668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7" name="pt17697"/>
            <p:cNvSpPr/>
            <p:nvPr/>
          </p:nvSpPr>
          <p:spPr>
            <a:xfrm>
              <a:off x="5317322" y="21951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8" name="pt17698"/>
            <p:cNvSpPr/>
            <p:nvPr/>
          </p:nvSpPr>
          <p:spPr>
            <a:xfrm>
              <a:off x="5627421" y="19284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9" name="pt17699"/>
            <p:cNvSpPr/>
            <p:nvPr/>
          </p:nvSpPr>
          <p:spPr>
            <a:xfrm>
              <a:off x="5590330" y="20123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0" name="pt17700"/>
            <p:cNvSpPr/>
            <p:nvPr/>
          </p:nvSpPr>
          <p:spPr>
            <a:xfrm>
              <a:off x="5629199" y="20475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1" name="pt17701"/>
            <p:cNvSpPr/>
            <p:nvPr/>
          </p:nvSpPr>
          <p:spPr>
            <a:xfrm>
              <a:off x="5382560" y="21450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2" name="pt17702"/>
            <p:cNvSpPr/>
            <p:nvPr/>
          </p:nvSpPr>
          <p:spPr>
            <a:xfrm>
              <a:off x="5163520" y="2681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3" name="pt17703"/>
            <p:cNvSpPr/>
            <p:nvPr/>
          </p:nvSpPr>
          <p:spPr>
            <a:xfrm>
              <a:off x="5411513" y="22602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4" name="pt17704"/>
            <p:cNvSpPr/>
            <p:nvPr/>
          </p:nvSpPr>
          <p:spPr>
            <a:xfrm>
              <a:off x="5448642" y="23578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5" name="pt17705"/>
            <p:cNvSpPr/>
            <p:nvPr/>
          </p:nvSpPr>
          <p:spPr>
            <a:xfrm>
              <a:off x="5651652" y="20361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6" name="pt17706"/>
            <p:cNvSpPr/>
            <p:nvPr/>
          </p:nvSpPr>
          <p:spPr>
            <a:xfrm>
              <a:off x="5605125" y="20654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7" name="pt17707"/>
            <p:cNvSpPr/>
            <p:nvPr/>
          </p:nvSpPr>
          <p:spPr>
            <a:xfrm>
              <a:off x="5185692" y="24414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8" name="pt17708"/>
            <p:cNvSpPr/>
            <p:nvPr/>
          </p:nvSpPr>
          <p:spPr>
            <a:xfrm>
              <a:off x="5052450" y="24525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9" name="pt17709"/>
            <p:cNvSpPr/>
            <p:nvPr/>
          </p:nvSpPr>
          <p:spPr>
            <a:xfrm>
              <a:off x="5517164" y="22429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0" name="pt17710"/>
            <p:cNvSpPr/>
            <p:nvPr/>
          </p:nvSpPr>
          <p:spPr>
            <a:xfrm>
              <a:off x="5353578" y="22274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1" name="pt17711"/>
            <p:cNvSpPr/>
            <p:nvPr/>
          </p:nvSpPr>
          <p:spPr>
            <a:xfrm>
              <a:off x="5561983" y="21639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2" name="pt17712"/>
            <p:cNvSpPr/>
            <p:nvPr/>
          </p:nvSpPr>
          <p:spPr>
            <a:xfrm>
              <a:off x="5210865" y="22248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3" name="pt17713"/>
            <p:cNvSpPr/>
            <p:nvPr/>
          </p:nvSpPr>
          <p:spPr>
            <a:xfrm>
              <a:off x="5693743" y="18967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4" name="pt17714"/>
            <p:cNvSpPr/>
            <p:nvPr/>
          </p:nvSpPr>
          <p:spPr>
            <a:xfrm>
              <a:off x="5786458" y="20457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5" name="pt17715"/>
            <p:cNvSpPr/>
            <p:nvPr/>
          </p:nvSpPr>
          <p:spPr>
            <a:xfrm>
              <a:off x="5652796" y="19784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6" name="pt17716"/>
            <p:cNvSpPr/>
            <p:nvPr/>
          </p:nvSpPr>
          <p:spPr>
            <a:xfrm>
              <a:off x="5409557" y="21933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7" name="pt17717"/>
            <p:cNvSpPr/>
            <p:nvPr/>
          </p:nvSpPr>
          <p:spPr>
            <a:xfrm>
              <a:off x="5355429" y="22247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8" name="pt17718"/>
            <p:cNvSpPr/>
            <p:nvPr/>
          </p:nvSpPr>
          <p:spPr>
            <a:xfrm>
              <a:off x="5094473" y="2519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9" name="pt17719"/>
            <p:cNvSpPr/>
            <p:nvPr/>
          </p:nvSpPr>
          <p:spPr>
            <a:xfrm>
              <a:off x="5616096" y="18661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0" name="pt17720"/>
            <p:cNvSpPr/>
            <p:nvPr/>
          </p:nvSpPr>
          <p:spPr>
            <a:xfrm>
              <a:off x="5591277" y="21940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1" name="pt17721"/>
            <p:cNvSpPr/>
            <p:nvPr/>
          </p:nvSpPr>
          <p:spPr>
            <a:xfrm>
              <a:off x="5598367" y="21543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2" name="pt17722"/>
            <p:cNvSpPr/>
            <p:nvPr/>
          </p:nvSpPr>
          <p:spPr>
            <a:xfrm>
              <a:off x="5081562" y="24528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3" name="pt17723"/>
            <p:cNvSpPr/>
            <p:nvPr/>
          </p:nvSpPr>
          <p:spPr>
            <a:xfrm>
              <a:off x="5352062" y="22145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4" name="pt17724"/>
            <p:cNvSpPr/>
            <p:nvPr/>
          </p:nvSpPr>
          <p:spPr>
            <a:xfrm>
              <a:off x="5306671" y="19187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5" name="pt17725"/>
            <p:cNvSpPr/>
            <p:nvPr/>
          </p:nvSpPr>
          <p:spPr>
            <a:xfrm>
              <a:off x="5493662" y="21037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6" name="pt17726"/>
            <p:cNvSpPr/>
            <p:nvPr/>
          </p:nvSpPr>
          <p:spPr>
            <a:xfrm>
              <a:off x="5265227" y="21156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7" name="pt17727"/>
            <p:cNvSpPr/>
            <p:nvPr/>
          </p:nvSpPr>
          <p:spPr>
            <a:xfrm>
              <a:off x="5420622" y="21970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8" name="pt17728"/>
            <p:cNvSpPr/>
            <p:nvPr/>
          </p:nvSpPr>
          <p:spPr>
            <a:xfrm>
              <a:off x="5412104" y="21257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9" name="pt17729"/>
            <p:cNvSpPr/>
            <p:nvPr/>
          </p:nvSpPr>
          <p:spPr>
            <a:xfrm>
              <a:off x="5659366" y="20870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0" name="pt17730"/>
            <p:cNvSpPr/>
            <p:nvPr/>
          </p:nvSpPr>
          <p:spPr>
            <a:xfrm>
              <a:off x="5467370" y="20508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1" name="pt17731"/>
            <p:cNvSpPr/>
            <p:nvPr/>
          </p:nvSpPr>
          <p:spPr>
            <a:xfrm>
              <a:off x="6059891" y="19320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2" name="pt17732"/>
            <p:cNvSpPr/>
            <p:nvPr/>
          </p:nvSpPr>
          <p:spPr>
            <a:xfrm>
              <a:off x="5385418" y="22153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3" name="pt17733"/>
            <p:cNvSpPr/>
            <p:nvPr/>
          </p:nvSpPr>
          <p:spPr>
            <a:xfrm>
              <a:off x="5506260" y="22516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4" name="pt17734"/>
            <p:cNvSpPr/>
            <p:nvPr/>
          </p:nvSpPr>
          <p:spPr>
            <a:xfrm>
              <a:off x="5617291" y="19308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5" name="pt17735"/>
            <p:cNvSpPr/>
            <p:nvPr/>
          </p:nvSpPr>
          <p:spPr>
            <a:xfrm>
              <a:off x="5459420" y="20497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6" name="pt17736"/>
            <p:cNvSpPr/>
            <p:nvPr/>
          </p:nvSpPr>
          <p:spPr>
            <a:xfrm>
              <a:off x="5406355" y="21900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7" name="pt17737"/>
            <p:cNvSpPr/>
            <p:nvPr/>
          </p:nvSpPr>
          <p:spPr>
            <a:xfrm>
              <a:off x="5633857" y="21257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8" name="pt17738"/>
            <p:cNvSpPr/>
            <p:nvPr/>
          </p:nvSpPr>
          <p:spPr>
            <a:xfrm>
              <a:off x="5236822" y="20674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9" name="pt17739"/>
            <p:cNvSpPr/>
            <p:nvPr/>
          </p:nvSpPr>
          <p:spPr>
            <a:xfrm>
              <a:off x="4875185" y="27014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0" name="pt17740"/>
            <p:cNvSpPr/>
            <p:nvPr/>
          </p:nvSpPr>
          <p:spPr>
            <a:xfrm>
              <a:off x="5422961" y="22414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1" name="pt17741"/>
            <p:cNvSpPr/>
            <p:nvPr/>
          </p:nvSpPr>
          <p:spPr>
            <a:xfrm>
              <a:off x="5341938" y="22171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2" name="pt17742"/>
            <p:cNvSpPr/>
            <p:nvPr/>
          </p:nvSpPr>
          <p:spPr>
            <a:xfrm>
              <a:off x="5997476" y="23286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3" name="pt17743"/>
            <p:cNvSpPr/>
            <p:nvPr/>
          </p:nvSpPr>
          <p:spPr>
            <a:xfrm>
              <a:off x="5284438" y="22883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4" name="pt17744"/>
            <p:cNvSpPr/>
            <p:nvPr/>
          </p:nvSpPr>
          <p:spPr>
            <a:xfrm>
              <a:off x="4758012" y="26959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5" name="pt17745"/>
            <p:cNvSpPr/>
            <p:nvPr/>
          </p:nvSpPr>
          <p:spPr>
            <a:xfrm>
              <a:off x="5236802" y="21711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6" name="pt17746"/>
            <p:cNvSpPr/>
            <p:nvPr/>
          </p:nvSpPr>
          <p:spPr>
            <a:xfrm>
              <a:off x="4941992" y="16764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7" name="pt17747"/>
            <p:cNvSpPr/>
            <p:nvPr/>
          </p:nvSpPr>
          <p:spPr>
            <a:xfrm>
              <a:off x="5916441" y="19846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8" name="pt17748"/>
            <p:cNvSpPr/>
            <p:nvPr/>
          </p:nvSpPr>
          <p:spPr>
            <a:xfrm>
              <a:off x="5240201" y="20983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9" name="pt17749"/>
            <p:cNvSpPr/>
            <p:nvPr/>
          </p:nvSpPr>
          <p:spPr>
            <a:xfrm>
              <a:off x="5403471" y="21736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0" name="pt17750"/>
            <p:cNvSpPr/>
            <p:nvPr/>
          </p:nvSpPr>
          <p:spPr>
            <a:xfrm>
              <a:off x="5382668" y="22703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1" name="pt17751"/>
            <p:cNvSpPr/>
            <p:nvPr/>
          </p:nvSpPr>
          <p:spPr>
            <a:xfrm>
              <a:off x="5259234" y="22170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2" name="pt17752"/>
            <p:cNvSpPr/>
            <p:nvPr/>
          </p:nvSpPr>
          <p:spPr>
            <a:xfrm>
              <a:off x="5602334" y="21396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3" name="pt17753"/>
            <p:cNvSpPr/>
            <p:nvPr/>
          </p:nvSpPr>
          <p:spPr>
            <a:xfrm>
              <a:off x="5006709" y="24949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4" name="pt17754"/>
            <p:cNvSpPr/>
            <p:nvPr/>
          </p:nvSpPr>
          <p:spPr>
            <a:xfrm>
              <a:off x="5814184" y="15971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5" name="pt17755"/>
            <p:cNvSpPr/>
            <p:nvPr/>
          </p:nvSpPr>
          <p:spPr>
            <a:xfrm>
              <a:off x="5524240" y="22780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6" name="pt17756"/>
            <p:cNvSpPr/>
            <p:nvPr/>
          </p:nvSpPr>
          <p:spPr>
            <a:xfrm>
              <a:off x="5673847" y="19397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7" name="pt17757"/>
            <p:cNvSpPr/>
            <p:nvPr/>
          </p:nvSpPr>
          <p:spPr>
            <a:xfrm>
              <a:off x="5358163" y="21677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8" name="pt17758"/>
            <p:cNvSpPr/>
            <p:nvPr/>
          </p:nvSpPr>
          <p:spPr>
            <a:xfrm>
              <a:off x="5159493" y="27951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9" name="pt17759"/>
            <p:cNvSpPr/>
            <p:nvPr/>
          </p:nvSpPr>
          <p:spPr>
            <a:xfrm>
              <a:off x="5436911" y="20300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0" name="pt17760"/>
            <p:cNvSpPr/>
            <p:nvPr/>
          </p:nvSpPr>
          <p:spPr>
            <a:xfrm>
              <a:off x="5349110" y="22030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1" name="pt17761"/>
            <p:cNvSpPr/>
            <p:nvPr/>
          </p:nvSpPr>
          <p:spPr>
            <a:xfrm>
              <a:off x="5512104" y="22426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2" name="pt17762"/>
            <p:cNvSpPr/>
            <p:nvPr/>
          </p:nvSpPr>
          <p:spPr>
            <a:xfrm>
              <a:off x="5029492" y="23687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3" name="pt17763"/>
            <p:cNvSpPr/>
            <p:nvPr/>
          </p:nvSpPr>
          <p:spPr>
            <a:xfrm>
              <a:off x="5446701" y="23002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4" name="pt17764"/>
            <p:cNvSpPr/>
            <p:nvPr/>
          </p:nvSpPr>
          <p:spPr>
            <a:xfrm>
              <a:off x="5100347" y="21301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5" name="pt17765"/>
            <p:cNvSpPr/>
            <p:nvPr/>
          </p:nvSpPr>
          <p:spPr>
            <a:xfrm>
              <a:off x="5594986" y="21590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6" name="pt17766"/>
            <p:cNvSpPr/>
            <p:nvPr/>
          </p:nvSpPr>
          <p:spPr>
            <a:xfrm>
              <a:off x="5934649" y="16069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7" name="pt17767"/>
            <p:cNvSpPr/>
            <p:nvPr/>
          </p:nvSpPr>
          <p:spPr>
            <a:xfrm>
              <a:off x="5525615" y="2138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8" name="pt17768"/>
            <p:cNvSpPr/>
            <p:nvPr/>
          </p:nvSpPr>
          <p:spPr>
            <a:xfrm>
              <a:off x="4922011" y="1696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9" name="pt17769"/>
            <p:cNvSpPr/>
            <p:nvPr/>
          </p:nvSpPr>
          <p:spPr>
            <a:xfrm>
              <a:off x="5100892" y="21838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0" name="pt17770"/>
            <p:cNvSpPr/>
            <p:nvPr/>
          </p:nvSpPr>
          <p:spPr>
            <a:xfrm>
              <a:off x="5486868" y="20289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1" name="pt17771"/>
            <p:cNvSpPr/>
            <p:nvPr/>
          </p:nvSpPr>
          <p:spPr>
            <a:xfrm>
              <a:off x="5022357" y="26654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2" name="pt17772"/>
            <p:cNvSpPr/>
            <p:nvPr/>
          </p:nvSpPr>
          <p:spPr>
            <a:xfrm>
              <a:off x="5448891" y="22897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3" name="pt17773"/>
            <p:cNvSpPr/>
            <p:nvPr/>
          </p:nvSpPr>
          <p:spPr>
            <a:xfrm>
              <a:off x="5049312" y="25166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4" name="pt17774"/>
            <p:cNvSpPr/>
            <p:nvPr/>
          </p:nvSpPr>
          <p:spPr>
            <a:xfrm>
              <a:off x="5494768" y="20461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5" name="pt17775"/>
            <p:cNvSpPr/>
            <p:nvPr/>
          </p:nvSpPr>
          <p:spPr>
            <a:xfrm>
              <a:off x="5789748" y="19591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6" name="pt17776"/>
            <p:cNvSpPr/>
            <p:nvPr/>
          </p:nvSpPr>
          <p:spPr>
            <a:xfrm>
              <a:off x="4884196" y="27922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7" name="pt17777"/>
            <p:cNvSpPr/>
            <p:nvPr/>
          </p:nvSpPr>
          <p:spPr>
            <a:xfrm>
              <a:off x="5183192" y="26105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8" name="pt17778"/>
            <p:cNvSpPr/>
            <p:nvPr/>
          </p:nvSpPr>
          <p:spPr>
            <a:xfrm>
              <a:off x="5041196" y="22651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9" name="pt17779"/>
            <p:cNvSpPr/>
            <p:nvPr/>
          </p:nvSpPr>
          <p:spPr>
            <a:xfrm>
              <a:off x="6012671" y="20469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0" name="pt17780"/>
            <p:cNvSpPr/>
            <p:nvPr/>
          </p:nvSpPr>
          <p:spPr>
            <a:xfrm>
              <a:off x="5229532" y="21520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1" name="pt17781"/>
            <p:cNvSpPr/>
            <p:nvPr/>
          </p:nvSpPr>
          <p:spPr>
            <a:xfrm>
              <a:off x="4941447" y="18323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2" name="pt17782"/>
            <p:cNvSpPr/>
            <p:nvPr/>
          </p:nvSpPr>
          <p:spPr>
            <a:xfrm>
              <a:off x="5518635" y="2299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3" name="pt17783"/>
            <p:cNvSpPr/>
            <p:nvPr/>
          </p:nvSpPr>
          <p:spPr>
            <a:xfrm>
              <a:off x="5447539" y="23983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4" name="pt17784"/>
            <p:cNvSpPr/>
            <p:nvPr/>
          </p:nvSpPr>
          <p:spPr>
            <a:xfrm>
              <a:off x="5483083" y="19485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5" name="pt17785"/>
            <p:cNvSpPr/>
            <p:nvPr/>
          </p:nvSpPr>
          <p:spPr>
            <a:xfrm>
              <a:off x="5414934" y="22165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6" name="pt17786"/>
            <p:cNvSpPr/>
            <p:nvPr/>
          </p:nvSpPr>
          <p:spPr>
            <a:xfrm>
              <a:off x="5533796" y="21540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7" name="pt17787"/>
            <p:cNvSpPr/>
            <p:nvPr/>
          </p:nvSpPr>
          <p:spPr>
            <a:xfrm>
              <a:off x="5746451" y="18791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8" name="pt17788"/>
            <p:cNvSpPr/>
            <p:nvPr/>
          </p:nvSpPr>
          <p:spPr>
            <a:xfrm>
              <a:off x="5313660" y="20688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9" name="pt17789"/>
            <p:cNvSpPr/>
            <p:nvPr/>
          </p:nvSpPr>
          <p:spPr>
            <a:xfrm>
              <a:off x="5574783" y="22390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0" name="pt17790"/>
            <p:cNvSpPr/>
            <p:nvPr/>
          </p:nvSpPr>
          <p:spPr>
            <a:xfrm>
              <a:off x="5336543" y="22069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1" name="pt17791"/>
            <p:cNvSpPr/>
            <p:nvPr/>
          </p:nvSpPr>
          <p:spPr>
            <a:xfrm>
              <a:off x="5211510" y="23768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2" name="pt17792"/>
            <p:cNvSpPr/>
            <p:nvPr/>
          </p:nvSpPr>
          <p:spPr>
            <a:xfrm>
              <a:off x="5292596" y="22462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3" name="pt17793"/>
            <p:cNvSpPr/>
            <p:nvPr/>
          </p:nvSpPr>
          <p:spPr>
            <a:xfrm>
              <a:off x="5507044" y="22154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4" name="pt17794"/>
            <p:cNvSpPr/>
            <p:nvPr/>
          </p:nvSpPr>
          <p:spPr>
            <a:xfrm>
              <a:off x="5756409" y="19832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5" name="pt17795"/>
            <p:cNvSpPr/>
            <p:nvPr/>
          </p:nvSpPr>
          <p:spPr>
            <a:xfrm>
              <a:off x="5300938" y="22131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6" name="pt17796"/>
            <p:cNvSpPr/>
            <p:nvPr/>
          </p:nvSpPr>
          <p:spPr>
            <a:xfrm>
              <a:off x="5221329" y="21339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7" name="pt17797"/>
            <p:cNvSpPr/>
            <p:nvPr/>
          </p:nvSpPr>
          <p:spPr>
            <a:xfrm>
              <a:off x="5409458" y="21783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8" name="pt17798"/>
            <p:cNvSpPr/>
            <p:nvPr/>
          </p:nvSpPr>
          <p:spPr>
            <a:xfrm>
              <a:off x="5824873" y="20825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9" name="pt17799"/>
            <p:cNvSpPr/>
            <p:nvPr/>
          </p:nvSpPr>
          <p:spPr>
            <a:xfrm>
              <a:off x="5360092" y="22537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0" name="pt17800"/>
            <p:cNvSpPr/>
            <p:nvPr/>
          </p:nvSpPr>
          <p:spPr>
            <a:xfrm>
              <a:off x="5724783" y="16947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1" name="pt17801"/>
            <p:cNvSpPr/>
            <p:nvPr/>
          </p:nvSpPr>
          <p:spPr>
            <a:xfrm>
              <a:off x="5583736" y="22589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2" name="pt17802"/>
            <p:cNvSpPr/>
            <p:nvPr/>
          </p:nvSpPr>
          <p:spPr>
            <a:xfrm>
              <a:off x="5291703" y="22047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3" name="pt17803"/>
            <p:cNvSpPr/>
            <p:nvPr/>
          </p:nvSpPr>
          <p:spPr>
            <a:xfrm>
              <a:off x="5573043" y="2195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4" name="pt17804"/>
            <p:cNvSpPr/>
            <p:nvPr/>
          </p:nvSpPr>
          <p:spPr>
            <a:xfrm>
              <a:off x="4928528" y="21431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5" name="pt17805"/>
            <p:cNvSpPr/>
            <p:nvPr/>
          </p:nvSpPr>
          <p:spPr>
            <a:xfrm>
              <a:off x="5555015" y="22952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6" name="pt17806"/>
            <p:cNvSpPr/>
            <p:nvPr/>
          </p:nvSpPr>
          <p:spPr>
            <a:xfrm>
              <a:off x="5161775" y="25865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7" name="pt17807"/>
            <p:cNvSpPr/>
            <p:nvPr/>
          </p:nvSpPr>
          <p:spPr>
            <a:xfrm>
              <a:off x="5090460" y="25364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8" name="pt17808"/>
            <p:cNvSpPr/>
            <p:nvPr/>
          </p:nvSpPr>
          <p:spPr>
            <a:xfrm>
              <a:off x="5357514" y="21675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9" name="pt17809"/>
            <p:cNvSpPr/>
            <p:nvPr/>
          </p:nvSpPr>
          <p:spPr>
            <a:xfrm>
              <a:off x="5228897" y="21689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0" name="pt17810"/>
            <p:cNvSpPr/>
            <p:nvPr/>
          </p:nvSpPr>
          <p:spPr>
            <a:xfrm>
              <a:off x="5340405" y="22224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1" name="pt17811"/>
            <p:cNvSpPr/>
            <p:nvPr/>
          </p:nvSpPr>
          <p:spPr>
            <a:xfrm>
              <a:off x="5160918" y="27751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2" name="pt17812"/>
            <p:cNvSpPr/>
            <p:nvPr/>
          </p:nvSpPr>
          <p:spPr>
            <a:xfrm>
              <a:off x="5043480" y="21548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3" name="pt17813"/>
            <p:cNvSpPr/>
            <p:nvPr/>
          </p:nvSpPr>
          <p:spPr>
            <a:xfrm>
              <a:off x="5410826" y="22295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4" name="pt17814"/>
            <p:cNvSpPr/>
            <p:nvPr/>
          </p:nvSpPr>
          <p:spPr>
            <a:xfrm>
              <a:off x="5963161" y="18293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5" name="pt17815"/>
            <p:cNvSpPr/>
            <p:nvPr/>
          </p:nvSpPr>
          <p:spPr>
            <a:xfrm>
              <a:off x="4951097" y="16642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6" name="pt17816"/>
            <p:cNvSpPr/>
            <p:nvPr/>
          </p:nvSpPr>
          <p:spPr>
            <a:xfrm>
              <a:off x="5186613" y="26053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7" name="pt17817"/>
            <p:cNvSpPr/>
            <p:nvPr/>
          </p:nvSpPr>
          <p:spPr>
            <a:xfrm>
              <a:off x="5303163" y="20414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8" name="pt17818"/>
            <p:cNvSpPr/>
            <p:nvPr/>
          </p:nvSpPr>
          <p:spPr>
            <a:xfrm>
              <a:off x="5634983" y="21352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9" name="pt17819"/>
            <p:cNvSpPr/>
            <p:nvPr/>
          </p:nvSpPr>
          <p:spPr>
            <a:xfrm>
              <a:off x="5251361" y="20478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0" name="pt17820"/>
            <p:cNvSpPr/>
            <p:nvPr/>
          </p:nvSpPr>
          <p:spPr>
            <a:xfrm>
              <a:off x="5725336" y="16600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1" name="pt17821"/>
            <p:cNvSpPr/>
            <p:nvPr/>
          </p:nvSpPr>
          <p:spPr>
            <a:xfrm>
              <a:off x="5280910" y="22502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2" name="pt17822"/>
            <p:cNvSpPr/>
            <p:nvPr/>
          </p:nvSpPr>
          <p:spPr>
            <a:xfrm>
              <a:off x="5406642" y="21559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3" name="pt17823"/>
            <p:cNvSpPr/>
            <p:nvPr/>
          </p:nvSpPr>
          <p:spPr>
            <a:xfrm>
              <a:off x="5863933" y="19632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4" name="pt17824"/>
            <p:cNvSpPr/>
            <p:nvPr/>
          </p:nvSpPr>
          <p:spPr>
            <a:xfrm>
              <a:off x="5056495" y="24067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5" name="pt17825"/>
            <p:cNvSpPr/>
            <p:nvPr/>
          </p:nvSpPr>
          <p:spPr>
            <a:xfrm>
              <a:off x="5787759" y="20288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6" name="pt17826"/>
            <p:cNvSpPr/>
            <p:nvPr/>
          </p:nvSpPr>
          <p:spPr>
            <a:xfrm>
              <a:off x="5087197" y="28458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7" name="pt17827"/>
            <p:cNvSpPr/>
            <p:nvPr/>
          </p:nvSpPr>
          <p:spPr>
            <a:xfrm>
              <a:off x="5689414" y="16049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8" name="pt17828"/>
            <p:cNvSpPr/>
            <p:nvPr/>
          </p:nvSpPr>
          <p:spPr>
            <a:xfrm>
              <a:off x="5453213" y="20289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9" name="pt17829"/>
            <p:cNvSpPr/>
            <p:nvPr/>
          </p:nvSpPr>
          <p:spPr>
            <a:xfrm>
              <a:off x="5627282" y="1857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0" name="pt17830"/>
            <p:cNvSpPr/>
            <p:nvPr/>
          </p:nvSpPr>
          <p:spPr>
            <a:xfrm>
              <a:off x="5408437" y="22266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1" name="pt17831"/>
            <p:cNvSpPr/>
            <p:nvPr/>
          </p:nvSpPr>
          <p:spPr>
            <a:xfrm>
              <a:off x="5517476" y="21982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2" name="pt17832"/>
            <p:cNvSpPr/>
            <p:nvPr/>
          </p:nvSpPr>
          <p:spPr>
            <a:xfrm>
              <a:off x="5524232" y="21203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3" name="pt17833"/>
            <p:cNvSpPr/>
            <p:nvPr/>
          </p:nvSpPr>
          <p:spPr>
            <a:xfrm>
              <a:off x="5381754" y="22336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4" name="pt17834"/>
            <p:cNvSpPr/>
            <p:nvPr/>
          </p:nvSpPr>
          <p:spPr>
            <a:xfrm>
              <a:off x="5290954" y="21017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5" name="pt17835"/>
            <p:cNvSpPr/>
            <p:nvPr/>
          </p:nvSpPr>
          <p:spPr>
            <a:xfrm>
              <a:off x="5490811" y="21420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6" name="pt17836"/>
            <p:cNvSpPr/>
            <p:nvPr/>
          </p:nvSpPr>
          <p:spPr>
            <a:xfrm>
              <a:off x="5802480" y="18063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7" name="pt17837"/>
            <p:cNvSpPr/>
            <p:nvPr/>
          </p:nvSpPr>
          <p:spPr>
            <a:xfrm>
              <a:off x="5630942" y="21305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8" name="pt17838"/>
            <p:cNvSpPr/>
            <p:nvPr/>
          </p:nvSpPr>
          <p:spPr>
            <a:xfrm>
              <a:off x="4929404" y="19259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9" name="pt17839"/>
            <p:cNvSpPr/>
            <p:nvPr/>
          </p:nvSpPr>
          <p:spPr>
            <a:xfrm>
              <a:off x="5640855" y="20369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0" name="pt17840"/>
            <p:cNvSpPr/>
            <p:nvPr/>
          </p:nvSpPr>
          <p:spPr>
            <a:xfrm>
              <a:off x="4874534" y="26671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1" name="pt17841"/>
            <p:cNvSpPr/>
            <p:nvPr/>
          </p:nvSpPr>
          <p:spPr>
            <a:xfrm>
              <a:off x="5189028" y="22325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2" name="pt17842"/>
            <p:cNvSpPr/>
            <p:nvPr/>
          </p:nvSpPr>
          <p:spPr>
            <a:xfrm>
              <a:off x="5476216" y="20146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3" name="pt17843"/>
            <p:cNvSpPr/>
            <p:nvPr/>
          </p:nvSpPr>
          <p:spPr>
            <a:xfrm>
              <a:off x="5505866" y="21972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4" name="pt17844"/>
            <p:cNvSpPr/>
            <p:nvPr/>
          </p:nvSpPr>
          <p:spPr>
            <a:xfrm>
              <a:off x="5622412" y="19238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5" name="pt17845"/>
            <p:cNvSpPr/>
            <p:nvPr/>
          </p:nvSpPr>
          <p:spPr>
            <a:xfrm>
              <a:off x="5134848" y="27095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6" name="pt17846"/>
            <p:cNvSpPr/>
            <p:nvPr/>
          </p:nvSpPr>
          <p:spPr>
            <a:xfrm>
              <a:off x="5066661" y="25497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7" name="pt17847"/>
            <p:cNvSpPr/>
            <p:nvPr/>
          </p:nvSpPr>
          <p:spPr>
            <a:xfrm>
              <a:off x="5225692" y="21547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8" name="pt17848"/>
            <p:cNvSpPr/>
            <p:nvPr/>
          </p:nvSpPr>
          <p:spPr>
            <a:xfrm>
              <a:off x="5457778" y="21096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9" name="pt17849"/>
            <p:cNvSpPr/>
            <p:nvPr/>
          </p:nvSpPr>
          <p:spPr>
            <a:xfrm>
              <a:off x="4883437" y="26235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0" name="pt17850"/>
            <p:cNvSpPr/>
            <p:nvPr/>
          </p:nvSpPr>
          <p:spPr>
            <a:xfrm>
              <a:off x="5392352" y="21346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1" name="pt17851"/>
            <p:cNvSpPr/>
            <p:nvPr/>
          </p:nvSpPr>
          <p:spPr>
            <a:xfrm>
              <a:off x="5443733" y="22519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2" name="pt17852"/>
            <p:cNvSpPr/>
            <p:nvPr/>
          </p:nvSpPr>
          <p:spPr>
            <a:xfrm>
              <a:off x="4958129" y="2145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3" name="pt17853"/>
            <p:cNvSpPr/>
            <p:nvPr/>
          </p:nvSpPr>
          <p:spPr>
            <a:xfrm>
              <a:off x="5377023" y="22249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4" name="pt17854"/>
            <p:cNvSpPr/>
            <p:nvPr/>
          </p:nvSpPr>
          <p:spPr>
            <a:xfrm>
              <a:off x="5856026" y="18886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5" name="pt17855"/>
            <p:cNvSpPr/>
            <p:nvPr/>
          </p:nvSpPr>
          <p:spPr>
            <a:xfrm>
              <a:off x="5251028" y="18290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6" name="pt17856"/>
            <p:cNvSpPr/>
            <p:nvPr/>
          </p:nvSpPr>
          <p:spPr>
            <a:xfrm>
              <a:off x="5128403" y="2744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7" name="pt17857"/>
            <p:cNvSpPr/>
            <p:nvPr/>
          </p:nvSpPr>
          <p:spPr>
            <a:xfrm>
              <a:off x="5482497" y="20102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8" name="pt17858"/>
            <p:cNvSpPr/>
            <p:nvPr/>
          </p:nvSpPr>
          <p:spPr>
            <a:xfrm>
              <a:off x="5425234" y="22742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9" name="pt17859"/>
            <p:cNvSpPr/>
            <p:nvPr/>
          </p:nvSpPr>
          <p:spPr>
            <a:xfrm>
              <a:off x="5478557" y="17876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0" name="pt17860"/>
            <p:cNvSpPr/>
            <p:nvPr/>
          </p:nvSpPr>
          <p:spPr>
            <a:xfrm>
              <a:off x="5363791" y="22305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1" name="pt17861"/>
            <p:cNvSpPr/>
            <p:nvPr/>
          </p:nvSpPr>
          <p:spPr>
            <a:xfrm>
              <a:off x="5300011" y="20862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2" name="pt17862"/>
            <p:cNvSpPr/>
            <p:nvPr/>
          </p:nvSpPr>
          <p:spPr>
            <a:xfrm>
              <a:off x="5945653" y="14979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3" name="pt17863"/>
            <p:cNvSpPr/>
            <p:nvPr/>
          </p:nvSpPr>
          <p:spPr>
            <a:xfrm>
              <a:off x="5106095" y="18741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4" name="pt17864"/>
            <p:cNvSpPr/>
            <p:nvPr/>
          </p:nvSpPr>
          <p:spPr>
            <a:xfrm>
              <a:off x="5581885" y="22649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5" name="pt17865"/>
            <p:cNvSpPr/>
            <p:nvPr/>
          </p:nvSpPr>
          <p:spPr>
            <a:xfrm>
              <a:off x="5431062" y="20855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6" name="pt17866"/>
            <p:cNvSpPr/>
            <p:nvPr/>
          </p:nvSpPr>
          <p:spPr>
            <a:xfrm>
              <a:off x="5814802" y="17223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7" name="pt17867"/>
            <p:cNvSpPr/>
            <p:nvPr/>
          </p:nvSpPr>
          <p:spPr>
            <a:xfrm>
              <a:off x="5662828" y="21505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8" name="pt17868"/>
            <p:cNvSpPr/>
            <p:nvPr/>
          </p:nvSpPr>
          <p:spPr>
            <a:xfrm>
              <a:off x="4897367" y="26882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9" name="pt17869"/>
            <p:cNvSpPr/>
            <p:nvPr/>
          </p:nvSpPr>
          <p:spPr>
            <a:xfrm>
              <a:off x="5753609" y="20043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0" name="pt17870"/>
            <p:cNvSpPr/>
            <p:nvPr/>
          </p:nvSpPr>
          <p:spPr>
            <a:xfrm>
              <a:off x="5679823" y="17766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1" name="pt17871"/>
            <p:cNvSpPr/>
            <p:nvPr/>
          </p:nvSpPr>
          <p:spPr>
            <a:xfrm>
              <a:off x="5481081" y="20306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2" name="pt17872"/>
            <p:cNvSpPr/>
            <p:nvPr/>
          </p:nvSpPr>
          <p:spPr>
            <a:xfrm>
              <a:off x="5660222" y="20230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3" name="pt17873"/>
            <p:cNvSpPr/>
            <p:nvPr/>
          </p:nvSpPr>
          <p:spPr>
            <a:xfrm>
              <a:off x="5555105" y="2154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4" name="pt17874"/>
            <p:cNvSpPr/>
            <p:nvPr/>
          </p:nvSpPr>
          <p:spPr>
            <a:xfrm>
              <a:off x="5490943" y="19776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5" name="pt17875"/>
            <p:cNvSpPr/>
            <p:nvPr/>
          </p:nvSpPr>
          <p:spPr>
            <a:xfrm>
              <a:off x="5767732" y="18929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6" name="pt17876"/>
            <p:cNvSpPr/>
            <p:nvPr/>
          </p:nvSpPr>
          <p:spPr>
            <a:xfrm>
              <a:off x="5457389" y="20480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7" name="pt17877"/>
            <p:cNvSpPr/>
            <p:nvPr/>
          </p:nvSpPr>
          <p:spPr>
            <a:xfrm>
              <a:off x="5670044" y="19884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8" name="pt17878"/>
            <p:cNvSpPr/>
            <p:nvPr/>
          </p:nvSpPr>
          <p:spPr>
            <a:xfrm>
              <a:off x="5229539" y="21543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9" name="pt17879"/>
            <p:cNvSpPr/>
            <p:nvPr/>
          </p:nvSpPr>
          <p:spPr>
            <a:xfrm>
              <a:off x="5381242" y="21955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0" name="pt17880"/>
            <p:cNvSpPr/>
            <p:nvPr/>
          </p:nvSpPr>
          <p:spPr>
            <a:xfrm>
              <a:off x="4936529" y="2020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1" name="pt17881"/>
            <p:cNvSpPr/>
            <p:nvPr/>
          </p:nvSpPr>
          <p:spPr>
            <a:xfrm>
              <a:off x="5409585" y="22286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2" name="pt17882"/>
            <p:cNvSpPr/>
            <p:nvPr/>
          </p:nvSpPr>
          <p:spPr>
            <a:xfrm>
              <a:off x="5346292" y="22074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3" name="pt17883"/>
            <p:cNvSpPr/>
            <p:nvPr/>
          </p:nvSpPr>
          <p:spPr>
            <a:xfrm>
              <a:off x="5647714" y="20689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4" name="pt17884"/>
            <p:cNvSpPr/>
            <p:nvPr/>
          </p:nvSpPr>
          <p:spPr>
            <a:xfrm>
              <a:off x="5253386" y="20804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5" name="pt17885"/>
            <p:cNvSpPr/>
            <p:nvPr/>
          </p:nvSpPr>
          <p:spPr>
            <a:xfrm>
              <a:off x="5350367" y="21772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6" name="pt17886"/>
            <p:cNvSpPr/>
            <p:nvPr/>
          </p:nvSpPr>
          <p:spPr>
            <a:xfrm>
              <a:off x="5292129" y="22279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7" name="pt17887"/>
            <p:cNvSpPr/>
            <p:nvPr/>
          </p:nvSpPr>
          <p:spPr>
            <a:xfrm>
              <a:off x="5119499" y="24363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8" name="pt17888"/>
            <p:cNvSpPr/>
            <p:nvPr/>
          </p:nvSpPr>
          <p:spPr>
            <a:xfrm>
              <a:off x="5258425" y="22484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9" name="pt17889"/>
            <p:cNvSpPr/>
            <p:nvPr/>
          </p:nvSpPr>
          <p:spPr>
            <a:xfrm>
              <a:off x="4963007" y="18585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0" name="pt17890"/>
            <p:cNvSpPr/>
            <p:nvPr/>
          </p:nvSpPr>
          <p:spPr>
            <a:xfrm>
              <a:off x="5940022" y="15901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1" name="pt17891"/>
            <p:cNvSpPr/>
            <p:nvPr/>
          </p:nvSpPr>
          <p:spPr>
            <a:xfrm>
              <a:off x="5468580" y="19667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2" name="pt17892"/>
            <p:cNvSpPr/>
            <p:nvPr/>
          </p:nvSpPr>
          <p:spPr>
            <a:xfrm>
              <a:off x="5723620" y="17729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3" name="pt17893"/>
            <p:cNvSpPr/>
            <p:nvPr/>
          </p:nvSpPr>
          <p:spPr>
            <a:xfrm>
              <a:off x="5719181" y="1939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4" name="pt17894"/>
            <p:cNvSpPr/>
            <p:nvPr/>
          </p:nvSpPr>
          <p:spPr>
            <a:xfrm>
              <a:off x="5614382" y="20083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5" name="pt17895"/>
            <p:cNvSpPr/>
            <p:nvPr/>
          </p:nvSpPr>
          <p:spPr>
            <a:xfrm>
              <a:off x="5612056" y="21121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6" name="pt17896"/>
            <p:cNvSpPr/>
            <p:nvPr/>
          </p:nvSpPr>
          <p:spPr>
            <a:xfrm>
              <a:off x="5535318" y="21846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7" name="pt17897"/>
            <p:cNvSpPr/>
            <p:nvPr/>
          </p:nvSpPr>
          <p:spPr>
            <a:xfrm>
              <a:off x="5750780" y="1997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8" name="pt17898"/>
            <p:cNvSpPr/>
            <p:nvPr/>
          </p:nvSpPr>
          <p:spPr>
            <a:xfrm>
              <a:off x="5693575" y="18594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9" name="pt17899"/>
            <p:cNvSpPr/>
            <p:nvPr/>
          </p:nvSpPr>
          <p:spPr>
            <a:xfrm>
              <a:off x="5427213" y="23365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0" name="pt17900"/>
            <p:cNvSpPr/>
            <p:nvPr/>
          </p:nvSpPr>
          <p:spPr>
            <a:xfrm>
              <a:off x="5374171" y="22647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1" name="pt17901"/>
            <p:cNvSpPr/>
            <p:nvPr/>
          </p:nvSpPr>
          <p:spPr>
            <a:xfrm>
              <a:off x="5425978" y="21175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2" name="pt17902"/>
            <p:cNvSpPr/>
            <p:nvPr/>
          </p:nvSpPr>
          <p:spPr>
            <a:xfrm>
              <a:off x="5700691" y="19347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3" name="pt17903"/>
            <p:cNvSpPr/>
            <p:nvPr/>
          </p:nvSpPr>
          <p:spPr>
            <a:xfrm>
              <a:off x="5049011" y="21890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4" name="pt17904"/>
            <p:cNvSpPr/>
            <p:nvPr/>
          </p:nvSpPr>
          <p:spPr>
            <a:xfrm>
              <a:off x="5939309" y="17292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5" name="pt17905"/>
            <p:cNvSpPr/>
            <p:nvPr/>
          </p:nvSpPr>
          <p:spPr>
            <a:xfrm>
              <a:off x="5210160" y="21867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6" name="pt17906"/>
            <p:cNvSpPr/>
            <p:nvPr/>
          </p:nvSpPr>
          <p:spPr>
            <a:xfrm>
              <a:off x="5239916" y="22112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7" name="pt17907"/>
            <p:cNvSpPr/>
            <p:nvPr/>
          </p:nvSpPr>
          <p:spPr>
            <a:xfrm>
              <a:off x="5777769" y="19207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8" name="pt17908"/>
            <p:cNvSpPr/>
            <p:nvPr/>
          </p:nvSpPr>
          <p:spPr>
            <a:xfrm>
              <a:off x="5400612" y="21703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9" name="pt17909"/>
            <p:cNvSpPr/>
            <p:nvPr/>
          </p:nvSpPr>
          <p:spPr>
            <a:xfrm>
              <a:off x="5097768" y="23014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0" name="pt17910"/>
            <p:cNvSpPr/>
            <p:nvPr/>
          </p:nvSpPr>
          <p:spPr>
            <a:xfrm>
              <a:off x="5328003" y="21854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1" name="pt17911"/>
            <p:cNvSpPr/>
            <p:nvPr/>
          </p:nvSpPr>
          <p:spPr>
            <a:xfrm>
              <a:off x="5374173" y="21312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2" name="pt17912"/>
            <p:cNvSpPr/>
            <p:nvPr/>
          </p:nvSpPr>
          <p:spPr>
            <a:xfrm>
              <a:off x="5729278" y="18448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3" name="pt17913"/>
            <p:cNvSpPr/>
            <p:nvPr/>
          </p:nvSpPr>
          <p:spPr>
            <a:xfrm>
              <a:off x="5204629" y="23576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4" name="pt17914"/>
            <p:cNvSpPr/>
            <p:nvPr/>
          </p:nvSpPr>
          <p:spPr>
            <a:xfrm>
              <a:off x="5567520" y="21204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5" name="pt17915"/>
            <p:cNvSpPr/>
            <p:nvPr/>
          </p:nvSpPr>
          <p:spPr>
            <a:xfrm>
              <a:off x="5408047" y="21854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6" name="pt17916"/>
            <p:cNvSpPr/>
            <p:nvPr/>
          </p:nvSpPr>
          <p:spPr>
            <a:xfrm>
              <a:off x="5705455" y="18690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7" name="pt17917"/>
            <p:cNvSpPr/>
            <p:nvPr/>
          </p:nvSpPr>
          <p:spPr>
            <a:xfrm>
              <a:off x="5597751" y="19859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8" name="pt17918"/>
            <p:cNvSpPr/>
            <p:nvPr/>
          </p:nvSpPr>
          <p:spPr>
            <a:xfrm>
              <a:off x="5575914" y="22595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9" name="pt17919"/>
            <p:cNvSpPr/>
            <p:nvPr/>
          </p:nvSpPr>
          <p:spPr>
            <a:xfrm>
              <a:off x="5790350" y="20566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0" name="pt17920"/>
            <p:cNvSpPr/>
            <p:nvPr/>
          </p:nvSpPr>
          <p:spPr>
            <a:xfrm>
              <a:off x="5292141" y="22133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1" name="pt17921"/>
            <p:cNvSpPr/>
            <p:nvPr/>
          </p:nvSpPr>
          <p:spPr>
            <a:xfrm>
              <a:off x="5243666" y="21248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2" name="pt17922"/>
            <p:cNvSpPr/>
            <p:nvPr/>
          </p:nvSpPr>
          <p:spPr>
            <a:xfrm>
              <a:off x="5339803" y="22485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3" name="pt17923"/>
            <p:cNvSpPr/>
            <p:nvPr/>
          </p:nvSpPr>
          <p:spPr>
            <a:xfrm>
              <a:off x="5323028" y="22412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4" name="pt17924"/>
            <p:cNvSpPr/>
            <p:nvPr/>
          </p:nvSpPr>
          <p:spPr>
            <a:xfrm>
              <a:off x="5304910" y="20666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5" name="pt17925"/>
            <p:cNvSpPr/>
            <p:nvPr/>
          </p:nvSpPr>
          <p:spPr>
            <a:xfrm>
              <a:off x="5440960" y="22091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6" name="pt17926"/>
            <p:cNvSpPr/>
            <p:nvPr/>
          </p:nvSpPr>
          <p:spPr>
            <a:xfrm>
              <a:off x="5580413" y="22700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7" name="pt17927"/>
            <p:cNvSpPr/>
            <p:nvPr/>
          </p:nvSpPr>
          <p:spPr>
            <a:xfrm>
              <a:off x="5623409" y="20313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8" name="pt17928"/>
            <p:cNvSpPr/>
            <p:nvPr/>
          </p:nvSpPr>
          <p:spPr>
            <a:xfrm>
              <a:off x="5724894" y="1836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9" name="pt17929"/>
            <p:cNvSpPr/>
            <p:nvPr/>
          </p:nvSpPr>
          <p:spPr>
            <a:xfrm>
              <a:off x="5614258" y="20387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0" name="pt17930"/>
            <p:cNvSpPr/>
            <p:nvPr/>
          </p:nvSpPr>
          <p:spPr>
            <a:xfrm>
              <a:off x="4868253" y="22927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1" name="pt17931"/>
            <p:cNvSpPr/>
            <p:nvPr/>
          </p:nvSpPr>
          <p:spPr>
            <a:xfrm>
              <a:off x="4943193" y="2243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2" name="pt17932"/>
            <p:cNvSpPr/>
            <p:nvPr/>
          </p:nvSpPr>
          <p:spPr>
            <a:xfrm>
              <a:off x="5632806" y="20892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3" name="pt17933"/>
            <p:cNvSpPr/>
            <p:nvPr/>
          </p:nvSpPr>
          <p:spPr>
            <a:xfrm>
              <a:off x="5827851" y="21666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4" name="pt17934"/>
            <p:cNvSpPr/>
            <p:nvPr/>
          </p:nvSpPr>
          <p:spPr>
            <a:xfrm>
              <a:off x="5797764" y="19810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5" name="pt17935"/>
            <p:cNvSpPr/>
            <p:nvPr/>
          </p:nvSpPr>
          <p:spPr>
            <a:xfrm>
              <a:off x="5383978" y="21882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6" name="pt17936"/>
            <p:cNvSpPr/>
            <p:nvPr/>
          </p:nvSpPr>
          <p:spPr>
            <a:xfrm>
              <a:off x="5251335" y="19248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7" name="pt17937"/>
            <p:cNvSpPr/>
            <p:nvPr/>
          </p:nvSpPr>
          <p:spPr>
            <a:xfrm>
              <a:off x="5369284" y="2224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8" name="pt17938"/>
            <p:cNvSpPr/>
            <p:nvPr/>
          </p:nvSpPr>
          <p:spPr>
            <a:xfrm>
              <a:off x="5507925" y="22208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9" name="pt17939"/>
            <p:cNvSpPr/>
            <p:nvPr/>
          </p:nvSpPr>
          <p:spPr>
            <a:xfrm>
              <a:off x="5369711" y="21595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0" name="pt17940"/>
            <p:cNvSpPr/>
            <p:nvPr/>
          </p:nvSpPr>
          <p:spPr>
            <a:xfrm>
              <a:off x="5442707" y="22843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1" name="pt17941"/>
            <p:cNvSpPr/>
            <p:nvPr/>
          </p:nvSpPr>
          <p:spPr>
            <a:xfrm>
              <a:off x="5757648" y="19808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2" name="pt17942"/>
            <p:cNvSpPr/>
            <p:nvPr/>
          </p:nvSpPr>
          <p:spPr>
            <a:xfrm>
              <a:off x="5358382" y="22443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3" name="pt17943"/>
            <p:cNvSpPr/>
            <p:nvPr/>
          </p:nvSpPr>
          <p:spPr>
            <a:xfrm>
              <a:off x="5283353" y="21351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4" name="pt17944"/>
            <p:cNvSpPr/>
            <p:nvPr/>
          </p:nvSpPr>
          <p:spPr>
            <a:xfrm>
              <a:off x="5453147" y="22236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5" name="pt17945"/>
            <p:cNvSpPr/>
            <p:nvPr/>
          </p:nvSpPr>
          <p:spPr>
            <a:xfrm>
              <a:off x="5796379" y="19732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6" name="pt17946"/>
            <p:cNvSpPr/>
            <p:nvPr/>
          </p:nvSpPr>
          <p:spPr>
            <a:xfrm>
              <a:off x="5752390" y="19001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7" name="pt17947"/>
            <p:cNvSpPr/>
            <p:nvPr/>
          </p:nvSpPr>
          <p:spPr>
            <a:xfrm>
              <a:off x="5270186" y="21729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8" name="pt17948"/>
            <p:cNvSpPr/>
            <p:nvPr/>
          </p:nvSpPr>
          <p:spPr>
            <a:xfrm>
              <a:off x="5341089" y="22484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9" name="pt17949"/>
            <p:cNvSpPr/>
            <p:nvPr/>
          </p:nvSpPr>
          <p:spPr>
            <a:xfrm>
              <a:off x="5083396" y="25628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0" name="pt17950"/>
            <p:cNvSpPr/>
            <p:nvPr/>
          </p:nvSpPr>
          <p:spPr>
            <a:xfrm>
              <a:off x="5624633" y="19810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1" name="pt17951"/>
            <p:cNvSpPr/>
            <p:nvPr/>
          </p:nvSpPr>
          <p:spPr>
            <a:xfrm>
              <a:off x="5099411" y="25564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2" name="pt17952"/>
            <p:cNvSpPr/>
            <p:nvPr/>
          </p:nvSpPr>
          <p:spPr>
            <a:xfrm>
              <a:off x="4834583" y="27799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3" name="pt17953"/>
            <p:cNvSpPr/>
            <p:nvPr/>
          </p:nvSpPr>
          <p:spPr>
            <a:xfrm>
              <a:off x="5276309" y="22107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4" name="pt17954"/>
            <p:cNvSpPr/>
            <p:nvPr/>
          </p:nvSpPr>
          <p:spPr>
            <a:xfrm>
              <a:off x="5405991" y="21972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5" name="pt17955"/>
            <p:cNvSpPr/>
            <p:nvPr/>
          </p:nvSpPr>
          <p:spPr>
            <a:xfrm>
              <a:off x="5601435" y="21608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6" name="pt17956"/>
            <p:cNvSpPr/>
            <p:nvPr/>
          </p:nvSpPr>
          <p:spPr>
            <a:xfrm>
              <a:off x="5349090" y="22081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7" name="pt17957"/>
            <p:cNvSpPr/>
            <p:nvPr/>
          </p:nvSpPr>
          <p:spPr>
            <a:xfrm>
              <a:off x="5423247" y="22067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8" name="pt17958"/>
            <p:cNvSpPr/>
            <p:nvPr/>
          </p:nvSpPr>
          <p:spPr>
            <a:xfrm>
              <a:off x="5348428" y="20054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9" name="pt17959"/>
            <p:cNvSpPr/>
            <p:nvPr/>
          </p:nvSpPr>
          <p:spPr>
            <a:xfrm>
              <a:off x="5284950" y="22891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0" name="pt17960"/>
            <p:cNvSpPr/>
            <p:nvPr/>
          </p:nvSpPr>
          <p:spPr>
            <a:xfrm>
              <a:off x="5088167" y="22841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1" name="pt17961"/>
            <p:cNvSpPr/>
            <p:nvPr/>
          </p:nvSpPr>
          <p:spPr>
            <a:xfrm>
              <a:off x="5272650" y="21145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2" name="pt17962"/>
            <p:cNvSpPr/>
            <p:nvPr/>
          </p:nvSpPr>
          <p:spPr>
            <a:xfrm>
              <a:off x="5395312" y="21585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3" name="pt17963"/>
            <p:cNvSpPr/>
            <p:nvPr/>
          </p:nvSpPr>
          <p:spPr>
            <a:xfrm>
              <a:off x="5091446" y="26494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4" name="pt17964"/>
            <p:cNvSpPr/>
            <p:nvPr/>
          </p:nvSpPr>
          <p:spPr>
            <a:xfrm>
              <a:off x="5520306" y="2218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5" name="pt17965"/>
            <p:cNvSpPr/>
            <p:nvPr/>
          </p:nvSpPr>
          <p:spPr>
            <a:xfrm>
              <a:off x="5658668" y="20334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6" name="pt17966"/>
            <p:cNvSpPr/>
            <p:nvPr/>
          </p:nvSpPr>
          <p:spPr>
            <a:xfrm>
              <a:off x="5239626" y="21681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7" name="pt17967"/>
            <p:cNvSpPr/>
            <p:nvPr/>
          </p:nvSpPr>
          <p:spPr>
            <a:xfrm>
              <a:off x="5387273" y="21935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8" name="pt17968"/>
            <p:cNvSpPr/>
            <p:nvPr/>
          </p:nvSpPr>
          <p:spPr>
            <a:xfrm>
              <a:off x="5567398" y="2139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9" name="pt17969"/>
            <p:cNvSpPr/>
            <p:nvPr/>
          </p:nvSpPr>
          <p:spPr>
            <a:xfrm>
              <a:off x="5178649" y="24070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0" name="pt17970"/>
            <p:cNvSpPr/>
            <p:nvPr/>
          </p:nvSpPr>
          <p:spPr>
            <a:xfrm>
              <a:off x="5752194" y="19382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1" name="pt17971"/>
            <p:cNvSpPr/>
            <p:nvPr/>
          </p:nvSpPr>
          <p:spPr>
            <a:xfrm>
              <a:off x="5656816" y="20273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2" name="pt17972"/>
            <p:cNvSpPr/>
            <p:nvPr/>
          </p:nvSpPr>
          <p:spPr>
            <a:xfrm>
              <a:off x="5743399" y="19845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3" name="pt17973"/>
            <p:cNvSpPr/>
            <p:nvPr/>
          </p:nvSpPr>
          <p:spPr>
            <a:xfrm>
              <a:off x="5459213" y="21977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4" name="pt17974"/>
            <p:cNvSpPr/>
            <p:nvPr/>
          </p:nvSpPr>
          <p:spPr>
            <a:xfrm>
              <a:off x="5683291" y="19197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5" name="pt17975"/>
            <p:cNvSpPr/>
            <p:nvPr/>
          </p:nvSpPr>
          <p:spPr>
            <a:xfrm>
              <a:off x="5317985" y="22482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6" name="pt17976"/>
            <p:cNvSpPr/>
            <p:nvPr/>
          </p:nvSpPr>
          <p:spPr>
            <a:xfrm>
              <a:off x="5350602" y="22136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7" name="pt17977"/>
            <p:cNvSpPr/>
            <p:nvPr/>
          </p:nvSpPr>
          <p:spPr>
            <a:xfrm>
              <a:off x="5538699" y="22467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8" name="pt17978"/>
            <p:cNvSpPr/>
            <p:nvPr/>
          </p:nvSpPr>
          <p:spPr>
            <a:xfrm>
              <a:off x="5562440" y="21511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9" name="pt17979"/>
            <p:cNvSpPr/>
            <p:nvPr/>
          </p:nvSpPr>
          <p:spPr>
            <a:xfrm>
              <a:off x="5099309" y="24638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0" name="pt17980"/>
            <p:cNvSpPr/>
            <p:nvPr/>
          </p:nvSpPr>
          <p:spPr>
            <a:xfrm>
              <a:off x="5640400" y="20093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1" name="pt17981"/>
            <p:cNvSpPr/>
            <p:nvPr/>
          </p:nvSpPr>
          <p:spPr>
            <a:xfrm>
              <a:off x="5189287" y="23240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2" name="pt17982"/>
            <p:cNvSpPr/>
            <p:nvPr/>
          </p:nvSpPr>
          <p:spPr>
            <a:xfrm>
              <a:off x="5491479" y="20686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3" name="pt17983"/>
            <p:cNvSpPr/>
            <p:nvPr/>
          </p:nvSpPr>
          <p:spPr>
            <a:xfrm>
              <a:off x="5313898" y="21796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4" name="pt17984"/>
            <p:cNvSpPr/>
            <p:nvPr/>
          </p:nvSpPr>
          <p:spPr>
            <a:xfrm>
              <a:off x="5556294" y="23545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5" name="pt17985"/>
            <p:cNvSpPr/>
            <p:nvPr/>
          </p:nvSpPr>
          <p:spPr>
            <a:xfrm>
              <a:off x="5140673" y="25680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6" name="pt17986"/>
            <p:cNvSpPr/>
            <p:nvPr/>
          </p:nvSpPr>
          <p:spPr>
            <a:xfrm>
              <a:off x="5559871" y="22596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7" name="pt17987"/>
            <p:cNvSpPr/>
            <p:nvPr/>
          </p:nvSpPr>
          <p:spPr>
            <a:xfrm>
              <a:off x="5523052" y="20945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8" name="pt17988"/>
            <p:cNvSpPr/>
            <p:nvPr/>
          </p:nvSpPr>
          <p:spPr>
            <a:xfrm>
              <a:off x="5520417" y="22916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9" name="pt17989"/>
            <p:cNvSpPr/>
            <p:nvPr/>
          </p:nvSpPr>
          <p:spPr>
            <a:xfrm>
              <a:off x="5394615" y="21893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0" name="pt17990"/>
            <p:cNvSpPr/>
            <p:nvPr/>
          </p:nvSpPr>
          <p:spPr>
            <a:xfrm>
              <a:off x="5404935" y="23094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1" name="pt17991"/>
            <p:cNvSpPr/>
            <p:nvPr/>
          </p:nvSpPr>
          <p:spPr>
            <a:xfrm>
              <a:off x="5194425" y="23619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2" name="pt17992"/>
            <p:cNvSpPr/>
            <p:nvPr/>
          </p:nvSpPr>
          <p:spPr>
            <a:xfrm>
              <a:off x="4906229" y="26547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3" name="pt17993"/>
            <p:cNvSpPr/>
            <p:nvPr/>
          </p:nvSpPr>
          <p:spPr>
            <a:xfrm>
              <a:off x="5381227" y="2274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4" name="pt17994"/>
            <p:cNvSpPr/>
            <p:nvPr/>
          </p:nvSpPr>
          <p:spPr>
            <a:xfrm>
              <a:off x="5315723" y="22355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5" name="pt17995"/>
            <p:cNvSpPr/>
            <p:nvPr/>
          </p:nvSpPr>
          <p:spPr>
            <a:xfrm>
              <a:off x="5530862" y="23186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6" name="pt17996"/>
            <p:cNvSpPr/>
            <p:nvPr/>
          </p:nvSpPr>
          <p:spPr>
            <a:xfrm>
              <a:off x="5579865" y="22150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7" name="pt17997"/>
            <p:cNvSpPr/>
            <p:nvPr/>
          </p:nvSpPr>
          <p:spPr>
            <a:xfrm>
              <a:off x="5264892" y="2109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8" name="pt17998"/>
            <p:cNvSpPr/>
            <p:nvPr/>
          </p:nvSpPr>
          <p:spPr>
            <a:xfrm>
              <a:off x="5201207" y="23795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9" name="pt17999"/>
            <p:cNvSpPr/>
            <p:nvPr/>
          </p:nvSpPr>
          <p:spPr>
            <a:xfrm>
              <a:off x="5064043" y="24830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0" name="pt18000"/>
            <p:cNvSpPr/>
            <p:nvPr/>
          </p:nvSpPr>
          <p:spPr>
            <a:xfrm>
              <a:off x="5313085" y="21092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1" name="pt18001"/>
            <p:cNvSpPr/>
            <p:nvPr/>
          </p:nvSpPr>
          <p:spPr>
            <a:xfrm>
              <a:off x="5179062" y="24131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2" name="pt18002"/>
            <p:cNvSpPr/>
            <p:nvPr/>
          </p:nvSpPr>
          <p:spPr>
            <a:xfrm>
              <a:off x="4731348" y="26094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3" name="pt18003"/>
            <p:cNvSpPr/>
            <p:nvPr/>
          </p:nvSpPr>
          <p:spPr>
            <a:xfrm>
              <a:off x="5388081" y="20187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4" name="pt18004"/>
            <p:cNvSpPr/>
            <p:nvPr/>
          </p:nvSpPr>
          <p:spPr>
            <a:xfrm>
              <a:off x="5024310" y="24892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5" name="pt18005"/>
            <p:cNvSpPr/>
            <p:nvPr/>
          </p:nvSpPr>
          <p:spPr>
            <a:xfrm>
              <a:off x="5557891" y="22293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6" name="pt18006"/>
            <p:cNvSpPr/>
            <p:nvPr/>
          </p:nvSpPr>
          <p:spPr>
            <a:xfrm>
              <a:off x="5625617" y="18356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7" name="pt18007"/>
            <p:cNvSpPr/>
            <p:nvPr/>
          </p:nvSpPr>
          <p:spPr>
            <a:xfrm>
              <a:off x="5461169" y="21530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8" name="pt18008"/>
            <p:cNvSpPr/>
            <p:nvPr/>
          </p:nvSpPr>
          <p:spPr>
            <a:xfrm>
              <a:off x="5058379" y="21088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9" name="pt18009"/>
            <p:cNvSpPr/>
            <p:nvPr/>
          </p:nvSpPr>
          <p:spPr>
            <a:xfrm>
              <a:off x="5632539" y="21334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0" name="pt18010"/>
            <p:cNvSpPr/>
            <p:nvPr/>
          </p:nvSpPr>
          <p:spPr>
            <a:xfrm>
              <a:off x="5359860" y="22451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1" name="pt18011"/>
            <p:cNvSpPr/>
            <p:nvPr/>
          </p:nvSpPr>
          <p:spPr>
            <a:xfrm>
              <a:off x="5770926" y="2075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2" name="pt18012"/>
            <p:cNvSpPr/>
            <p:nvPr/>
          </p:nvSpPr>
          <p:spPr>
            <a:xfrm>
              <a:off x="5598952" y="21816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3" name="pt18013"/>
            <p:cNvSpPr/>
            <p:nvPr/>
          </p:nvSpPr>
          <p:spPr>
            <a:xfrm>
              <a:off x="5038659" y="21967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4" name="pt18014"/>
            <p:cNvSpPr/>
            <p:nvPr/>
          </p:nvSpPr>
          <p:spPr>
            <a:xfrm>
              <a:off x="5201337" y="21421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5" name="pt18015"/>
            <p:cNvSpPr/>
            <p:nvPr/>
          </p:nvSpPr>
          <p:spPr>
            <a:xfrm>
              <a:off x="5768893" y="19984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6" name="pt18016"/>
            <p:cNvSpPr/>
            <p:nvPr/>
          </p:nvSpPr>
          <p:spPr>
            <a:xfrm>
              <a:off x="5597053" y="20217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7" name="pt18017"/>
            <p:cNvSpPr/>
            <p:nvPr/>
          </p:nvSpPr>
          <p:spPr>
            <a:xfrm>
              <a:off x="5656951" y="19955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8" name="pt18018"/>
            <p:cNvSpPr/>
            <p:nvPr/>
          </p:nvSpPr>
          <p:spPr>
            <a:xfrm>
              <a:off x="5827652" y="21679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9" name="pt18019"/>
            <p:cNvSpPr/>
            <p:nvPr/>
          </p:nvSpPr>
          <p:spPr>
            <a:xfrm>
              <a:off x="5209185" y="21385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0" name="pt18020"/>
            <p:cNvSpPr/>
            <p:nvPr/>
          </p:nvSpPr>
          <p:spPr>
            <a:xfrm>
              <a:off x="5870111" y="16599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1" name="pt18021"/>
            <p:cNvSpPr/>
            <p:nvPr/>
          </p:nvSpPr>
          <p:spPr>
            <a:xfrm>
              <a:off x="5686538" y="16892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2" name="pt18022"/>
            <p:cNvSpPr/>
            <p:nvPr/>
          </p:nvSpPr>
          <p:spPr>
            <a:xfrm>
              <a:off x="5369110" y="22003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3" name="pt18023"/>
            <p:cNvSpPr/>
            <p:nvPr/>
          </p:nvSpPr>
          <p:spPr>
            <a:xfrm>
              <a:off x="5675174" y="16199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4" name="pt18024"/>
            <p:cNvSpPr/>
            <p:nvPr/>
          </p:nvSpPr>
          <p:spPr>
            <a:xfrm>
              <a:off x="5232496" y="21355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5" name="pt18025"/>
            <p:cNvSpPr/>
            <p:nvPr/>
          </p:nvSpPr>
          <p:spPr>
            <a:xfrm>
              <a:off x="5625063" y="19528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6" name="pt18026"/>
            <p:cNvSpPr/>
            <p:nvPr/>
          </p:nvSpPr>
          <p:spPr>
            <a:xfrm>
              <a:off x="5328924" y="20742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7" name="pt18027"/>
            <p:cNvSpPr/>
            <p:nvPr/>
          </p:nvSpPr>
          <p:spPr>
            <a:xfrm>
              <a:off x="5518894" y="22996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8" name="pt18028"/>
            <p:cNvSpPr/>
            <p:nvPr/>
          </p:nvSpPr>
          <p:spPr>
            <a:xfrm>
              <a:off x="5536529" y="21915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9" name="pt18029"/>
            <p:cNvSpPr/>
            <p:nvPr/>
          </p:nvSpPr>
          <p:spPr>
            <a:xfrm>
              <a:off x="5582850" y="22542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0" name="pt18030"/>
            <p:cNvSpPr/>
            <p:nvPr/>
          </p:nvSpPr>
          <p:spPr>
            <a:xfrm>
              <a:off x="5272318" y="20036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1" name="pt18031"/>
            <p:cNvSpPr/>
            <p:nvPr/>
          </p:nvSpPr>
          <p:spPr>
            <a:xfrm>
              <a:off x="5502747" y="22312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2" name="pt18032"/>
            <p:cNvSpPr/>
            <p:nvPr/>
          </p:nvSpPr>
          <p:spPr>
            <a:xfrm>
              <a:off x="5264422" y="21458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3" name="pt18033"/>
            <p:cNvSpPr/>
            <p:nvPr/>
          </p:nvSpPr>
          <p:spPr>
            <a:xfrm>
              <a:off x="5555914" y="22090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4" name="pt18034"/>
            <p:cNvSpPr/>
            <p:nvPr/>
          </p:nvSpPr>
          <p:spPr>
            <a:xfrm>
              <a:off x="5277243" y="22469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5" name="pt18035"/>
            <p:cNvSpPr/>
            <p:nvPr/>
          </p:nvSpPr>
          <p:spPr>
            <a:xfrm>
              <a:off x="5452655" y="2246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6" name="pt18036"/>
            <p:cNvSpPr/>
            <p:nvPr/>
          </p:nvSpPr>
          <p:spPr>
            <a:xfrm>
              <a:off x="5260707" y="2200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7" name="pt18037"/>
            <p:cNvSpPr/>
            <p:nvPr/>
          </p:nvSpPr>
          <p:spPr>
            <a:xfrm>
              <a:off x="5133712" y="27296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8" name="pt18038"/>
            <p:cNvSpPr/>
            <p:nvPr/>
          </p:nvSpPr>
          <p:spPr>
            <a:xfrm>
              <a:off x="5465927" y="19188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9" name="pt18039"/>
            <p:cNvSpPr/>
            <p:nvPr/>
          </p:nvSpPr>
          <p:spPr>
            <a:xfrm>
              <a:off x="5407371" y="21937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0" name="pt18040"/>
            <p:cNvSpPr/>
            <p:nvPr/>
          </p:nvSpPr>
          <p:spPr>
            <a:xfrm>
              <a:off x="5817087" y="18907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1" name="pt18041"/>
            <p:cNvSpPr/>
            <p:nvPr/>
          </p:nvSpPr>
          <p:spPr>
            <a:xfrm>
              <a:off x="5830376" y="20900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2" name="pt18042"/>
            <p:cNvSpPr/>
            <p:nvPr/>
          </p:nvSpPr>
          <p:spPr>
            <a:xfrm>
              <a:off x="4722895" y="25424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3" name="pt18043"/>
            <p:cNvSpPr/>
            <p:nvPr/>
          </p:nvSpPr>
          <p:spPr>
            <a:xfrm>
              <a:off x="5384403" y="21436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4" name="pt18044"/>
            <p:cNvSpPr/>
            <p:nvPr/>
          </p:nvSpPr>
          <p:spPr>
            <a:xfrm>
              <a:off x="5565327" y="21353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5" name="pt18045"/>
            <p:cNvSpPr/>
            <p:nvPr/>
          </p:nvSpPr>
          <p:spPr>
            <a:xfrm>
              <a:off x="5569163" y="22060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6" name="pt18046"/>
            <p:cNvSpPr/>
            <p:nvPr/>
          </p:nvSpPr>
          <p:spPr>
            <a:xfrm>
              <a:off x="5470935" y="19112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7" name="pt18047"/>
            <p:cNvSpPr/>
            <p:nvPr/>
          </p:nvSpPr>
          <p:spPr>
            <a:xfrm>
              <a:off x="5244908" y="22663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8" name="pt18048"/>
            <p:cNvSpPr/>
            <p:nvPr/>
          </p:nvSpPr>
          <p:spPr>
            <a:xfrm>
              <a:off x="5441711" y="22321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9" name="pt18049"/>
            <p:cNvSpPr/>
            <p:nvPr/>
          </p:nvSpPr>
          <p:spPr>
            <a:xfrm>
              <a:off x="5513067" y="22282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0" name="pt18050"/>
            <p:cNvSpPr/>
            <p:nvPr/>
          </p:nvSpPr>
          <p:spPr>
            <a:xfrm>
              <a:off x="5668029" y="20388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1" name="pt18051"/>
            <p:cNvSpPr/>
            <p:nvPr/>
          </p:nvSpPr>
          <p:spPr>
            <a:xfrm>
              <a:off x="5592471" y="21571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2" name="pt18052"/>
            <p:cNvSpPr/>
            <p:nvPr/>
          </p:nvSpPr>
          <p:spPr>
            <a:xfrm>
              <a:off x="5655317" y="20195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3" name="pt18053"/>
            <p:cNvSpPr/>
            <p:nvPr/>
          </p:nvSpPr>
          <p:spPr>
            <a:xfrm>
              <a:off x="5208746" y="22873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4" name="pt18054"/>
            <p:cNvSpPr/>
            <p:nvPr/>
          </p:nvSpPr>
          <p:spPr>
            <a:xfrm>
              <a:off x="5245327" y="21554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5" name="pt18055"/>
            <p:cNvSpPr/>
            <p:nvPr/>
          </p:nvSpPr>
          <p:spPr>
            <a:xfrm>
              <a:off x="5152298" y="2669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6" name="pt18056"/>
            <p:cNvSpPr/>
            <p:nvPr/>
          </p:nvSpPr>
          <p:spPr>
            <a:xfrm>
              <a:off x="5263748" y="21242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7" name="pt18057"/>
            <p:cNvSpPr/>
            <p:nvPr/>
          </p:nvSpPr>
          <p:spPr>
            <a:xfrm>
              <a:off x="5628438" y="19112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8" name="pt18058"/>
            <p:cNvSpPr/>
            <p:nvPr/>
          </p:nvSpPr>
          <p:spPr>
            <a:xfrm>
              <a:off x="5675577" y="18793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9" name="pt18059"/>
            <p:cNvSpPr/>
            <p:nvPr/>
          </p:nvSpPr>
          <p:spPr>
            <a:xfrm>
              <a:off x="5114294" y="19656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0" name="pt18060"/>
            <p:cNvSpPr/>
            <p:nvPr/>
          </p:nvSpPr>
          <p:spPr>
            <a:xfrm>
              <a:off x="4772531" y="25581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1" name="pt18061"/>
            <p:cNvSpPr/>
            <p:nvPr/>
          </p:nvSpPr>
          <p:spPr>
            <a:xfrm>
              <a:off x="5534518" y="22491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2" name="pt18062"/>
            <p:cNvSpPr/>
            <p:nvPr/>
          </p:nvSpPr>
          <p:spPr>
            <a:xfrm>
              <a:off x="5591750" y="21805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3" name="pt18063"/>
            <p:cNvSpPr/>
            <p:nvPr/>
          </p:nvSpPr>
          <p:spPr>
            <a:xfrm>
              <a:off x="5401865" y="21468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4" name="pt18064"/>
            <p:cNvSpPr/>
            <p:nvPr/>
          </p:nvSpPr>
          <p:spPr>
            <a:xfrm>
              <a:off x="5359341" y="22226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5" name="pt18065"/>
            <p:cNvSpPr/>
            <p:nvPr/>
          </p:nvSpPr>
          <p:spPr>
            <a:xfrm>
              <a:off x="5394973" y="21277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6" name="pt18066"/>
            <p:cNvSpPr/>
            <p:nvPr/>
          </p:nvSpPr>
          <p:spPr>
            <a:xfrm>
              <a:off x="5575758" y="21954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7" name="pt18067"/>
            <p:cNvSpPr/>
            <p:nvPr/>
          </p:nvSpPr>
          <p:spPr>
            <a:xfrm>
              <a:off x="5655968" y="21050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8" name="pt18068"/>
            <p:cNvSpPr/>
            <p:nvPr/>
          </p:nvSpPr>
          <p:spPr>
            <a:xfrm>
              <a:off x="5539681" y="21175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9" name="pt18069"/>
            <p:cNvSpPr/>
            <p:nvPr/>
          </p:nvSpPr>
          <p:spPr>
            <a:xfrm>
              <a:off x="5822680" y="20191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0" name="pt18070"/>
            <p:cNvSpPr/>
            <p:nvPr/>
          </p:nvSpPr>
          <p:spPr>
            <a:xfrm>
              <a:off x="5210514" y="21671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1" name="pt18071"/>
            <p:cNvSpPr/>
            <p:nvPr/>
          </p:nvSpPr>
          <p:spPr>
            <a:xfrm>
              <a:off x="5299380" y="22710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2" name="pt18072"/>
            <p:cNvSpPr/>
            <p:nvPr/>
          </p:nvSpPr>
          <p:spPr>
            <a:xfrm>
              <a:off x="5631257" y="22321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3" name="pt18073"/>
            <p:cNvSpPr/>
            <p:nvPr/>
          </p:nvSpPr>
          <p:spPr>
            <a:xfrm>
              <a:off x="5517739" y="2167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4" name="pt18074"/>
            <p:cNvSpPr/>
            <p:nvPr/>
          </p:nvSpPr>
          <p:spPr>
            <a:xfrm>
              <a:off x="5370524" y="22749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5" name="pt18075"/>
            <p:cNvSpPr/>
            <p:nvPr/>
          </p:nvSpPr>
          <p:spPr>
            <a:xfrm>
              <a:off x="5088368" y="24179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6" name="pt18076"/>
            <p:cNvSpPr/>
            <p:nvPr/>
          </p:nvSpPr>
          <p:spPr>
            <a:xfrm>
              <a:off x="5368707" y="22559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7" name="pt18077"/>
            <p:cNvSpPr/>
            <p:nvPr/>
          </p:nvSpPr>
          <p:spPr>
            <a:xfrm>
              <a:off x="5578986" y="22584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8" name="pt18078"/>
            <p:cNvSpPr/>
            <p:nvPr/>
          </p:nvSpPr>
          <p:spPr>
            <a:xfrm>
              <a:off x="5573610" y="22127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9" name="pt18079"/>
            <p:cNvSpPr/>
            <p:nvPr/>
          </p:nvSpPr>
          <p:spPr>
            <a:xfrm>
              <a:off x="5493983" y="19112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0" name="pt18080"/>
            <p:cNvSpPr/>
            <p:nvPr/>
          </p:nvSpPr>
          <p:spPr>
            <a:xfrm>
              <a:off x="5559998" y="2279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1" name="pt18081"/>
            <p:cNvSpPr/>
            <p:nvPr/>
          </p:nvSpPr>
          <p:spPr>
            <a:xfrm>
              <a:off x="5489707" y="21412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2" name="pt18082"/>
            <p:cNvSpPr/>
            <p:nvPr/>
          </p:nvSpPr>
          <p:spPr>
            <a:xfrm>
              <a:off x="5754943" y="18958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3" name="pt18083"/>
            <p:cNvSpPr/>
            <p:nvPr/>
          </p:nvSpPr>
          <p:spPr>
            <a:xfrm>
              <a:off x="5420362" y="21554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4" name="pt18084"/>
            <p:cNvSpPr/>
            <p:nvPr/>
          </p:nvSpPr>
          <p:spPr>
            <a:xfrm>
              <a:off x="5377796" y="23014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5" name="pt18085"/>
            <p:cNvSpPr/>
            <p:nvPr/>
          </p:nvSpPr>
          <p:spPr>
            <a:xfrm>
              <a:off x="5171828" y="24904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6" name="pt18086"/>
            <p:cNvSpPr/>
            <p:nvPr/>
          </p:nvSpPr>
          <p:spPr>
            <a:xfrm>
              <a:off x="5345663" y="21947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7" name="pt18087"/>
            <p:cNvSpPr/>
            <p:nvPr/>
          </p:nvSpPr>
          <p:spPr>
            <a:xfrm>
              <a:off x="5380909" y="22259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8" name="pt18088"/>
            <p:cNvSpPr/>
            <p:nvPr/>
          </p:nvSpPr>
          <p:spPr>
            <a:xfrm>
              <a:off x="5709527" y="19937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9" name="pt18089"/>
            <p:cNvSpPr/>
            <p:nvPr/>
          </p:nvSpPr>
          <p:spPr>
            <a:xfrm>
              <a:off x="5405302" y="2184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0" name="pt18090"/>
            <p:cNvSpPr/>
            <p:nvPr/>
          </p:nvSpPr>
          <p:spPr>
            <a:xfrm>
              <a:off x="5451915" y="22692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1" name="pt18091"/>
            <p:cNvSpPr/>
            <p:nvPr/>
          </p:nvSpPr>
          <p:spPr>
            <a:xfrm>
              <a:off x="5625499" y="18576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2" name="pt18092"/>
            <p:cNvSpPr/>
            <p:nvPr/>
          </p:nvSpPr>
          <p:spPr>
            <a:xfrm>
              <a:off x="5599318" y="21240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3" name="pt18093"/>
            <p:cNvSpPr/>
            <p:nvPr/>
          </p:nvSpPr>
          <p:spPr>
            <a:xfrm>
              <a:off x="5106622" y="17671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4" name="pt18094"/>
            <p:cNvSpPr/>
            <p:nvPr/>
          </p:nvSpPr>
          <p:spPr>
            <a:xfrm>
              <a:off x="5410935" y="21947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5" name="pt18095"/>
            <p:cNvSpPr/>
            <p:nvPr/>
          </p:nvSpPr>
          <p:spPr>
            <a:xfrm>
              <a:off x="5540220" y="19867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6" name="pt18096"/>
            <p:cNvSpPr/>
            <p:nvPr/>
          </p:nvSpPr>
          <p:spPr>
            <a:xfrm>
              <a:off x="5585174" y="23340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7" name="pt18097"/>
            <p:cNvSpPr/>
            <p:nvPr/>
          </p:nvSpPr>
          <p:spPr>
            <a:xfrm>
              <a:off x="5355852" y="20489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8" name="pt18098"/>
            <p:cNvSpPr/>
            <p:nvPr/>
          </p:nvSpPr>
          <p:spPr>
            <a:xfrm>
              <a:off x="5374889" y="22664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9" name="pt18099"/>
            <p:cNvSpPr/>
            <p:nvPr/>
          </p:nvSpPr>
          <p:spPr>
            <a:xfrm>
              <a:off x="5193425" y="22284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0" name="pt18100"/>
            <p:cNvSpPr/>
            <p:nvPr/>
          </p:nvSpPr>
          <p:spPr>
            <a:xfrm>
              <a:off x="5889728" y="18876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1" name="pt18101"/>
            <p:cNvSpPr/>
            <p:nvPr/>
          </p:nvSpPr>
          <p:spPr>
            <a:xfrm>
              <a:off x="5696896" y="19166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2" name="pt18102"/>
            <p:cNvSpPr/>
            <p:nvPr/>
          </p:nvSpPr>
          <p:spPr>
            <a:xfrm>
              <a:off x="5357289" y="22439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3" name="pt18103"/>
            <p:cNvSpPr/>
            <p:nvPr/>
          </p:nvSpPr>
          <p:spPr>
            <a:xfrm>
              <a:off x="5578996" y="23145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4" name="pt18104"/>
            <p:cNvSpPr/>
            <p:nvPr/>
          </p:nvSpPr>
          <p:spPr>
            <a:xfrm>
              <a:off x="5553727" y="22233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5" name="pt18105"/>
            <p:cNvSpPr/>
            <p:nvPr/>
          </p:nvSpPr>
          <p:spPr>
            <a:xfrm>
              <a:off x="6021855" y="21970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6" name="pt18106"/>
            <p:cNvSpPr/>
            <p:nvPr/>
          </p:nvSpPr>
          <p:spPr>
            <a:xfrm>
              <a:off x="5460768" y="21583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7" name="pt18107"/>
            <p:cNvSpPr/>
            <p:nvPr/>
          </p:nvSpPr>
          <p:spPr>
            <a:xfrm>
              <a:off x="5670381" y="18419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8" name="pt18108"/>
            <p:cNvSpPr/>
            <p:nvPr/>
          </p:nvSpPr>
          <p:spPr>
            <a:xfrm>
              <a:off x="5443312" y="23176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9" name="pt18109"/>
            <p:cNvSpPr/>
            <p:nvPr/>
          </p:nvSpPr>
          <p:spPr>
            <a:xfrm>
              <a:off x="5331681" y="21054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0" name="pt18110"/>
            <p:cNvSpPr/>
            <p:nvPr/>
          </p:nvSpPr>
          <p:spPr>
            <a:xfrm>
              <a:off x="5206634" y="22393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1" name="pt18111"/>
            <p:cNvSpPr/>
            <p:nvPr/>
          </p:nvSpPr>
          <p:spPr>
            <a:xfrm>
              <a:off x="5564694" y="22024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2" name="pt18112"/>
            <p:cNvSpPr/>
            <p:nvPr/>
          </p:nvSpPr>
          <p:spPr>
            <a:xfrm>
              <a:off x="5420893" y="2191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3" name="pt18113"/>
            <p:cNvSpPr/>
            <p:nvPr/>
          </p:nvSpPr>
          <p:spPr>
            <a:xfrm>
              <a:off x="5262418" y="22067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4" name="pt18114"/>
            <p:cNvSpPr/>
            <p:nvPr/>
          </p:nvSpPr>
          <p:spPr>
            <a:xfrm>
              <a:off x="5433073" y="21337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5" name="pt18115"/>
            <p:cNvSpPr/>
            <p:nvPr/>
          </p:nvSpPr>
          <p:spPr>
            <a:xfrm>
              <a:off x="5467170" y="20071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6" name="pt18116"/>
            <p:cNvSpPr/>
            <p:nvPr/>
          </p:nvSpPr>
          <p:spPr>
            <a:xfrm>
              <a:off x="5589979" y="20140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7" name="pt18117"/>
            <p:cNvSpPr/>
            <p:nvPr/>
          </p:nvSpPr>
          <p:spPr>
            <a:xfrm>
              <a:off x="5673710" y="18728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8" name="pt18118"/>
            <p:cNvSpPr/>
            <p:nvPr/>
          </p:nvSpPr>
          <p:spPr>
            <a:xfrm>
              <a:off x="5720998" y="18186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9" name="pt18119"/>
            <p:cNvSpPr/>
            <p:nvPr/>
          </p:nvSpPr>
          <p:spPr>
            <a:xfrm>
              <a:off x="5675143" y="17578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0" name="pt18120"/>
            <p:cNvSpPr/>
            <p:nvPr/>
          </p:nvSpPr>
          <p:spPr>
            <a:xfrm>
              <a:off x="5348872" y="22261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1" name="pt18121"/>
            <p:cNvSpPr/>
            <p:nvPr/>
          </p:nvSpPr>
          <p:spPr>
            <a:xfrm>
              <a:off x="5124449" y="25512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2" name="pt18122"/>
            <p:cNvSpPr/>
            <p:nvPr/>
          </p:nvSpPr>
          <p:spPr>
            <a:xfrm>
              <a:off x="5537891" y="22802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3" name="pt18123"/>
            <p:cNvSpPr/>
            <p:nvPr/>
          </p:nvSpPr>
          <p:spPr>
            <a:xfrm>
              <a:off x="5229790" y="20820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4" name="pt18124"/>
            <p:cNvSpPr/>
            <p:nvPr/>
          </p:nvSpPr>
          <p:spPr>
            <a:xfrm>
              <a:off x="5208372" y="21740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5" name="pt18125"/>
            <p:cNvSpPr/>
            <p:nvPr/>
          </p:nvSpPr>
          <p:spPr>
            <a:xfrm>
              <a:off x="5772557" y="20742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6" name="pt18126"/>
            <p:cNvSpPr/>
            <p:nvPr/>
          </p:nvSpPr>
          <p:spPr>
            <a:xfrm>
              <a:off x="5550313" y="22121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7" name="pt18127"/>
            <p:cNvSpPr/>
            <p:nvPr/>
          </p:nvSpPr>
          <p:spPr>
            <a:xfrm>
              <a:off x="5454776" y="22033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8" name="pt18128"/>
            <p:cNvSpPr/>
            <p:nvPr/>
          </p:nvSpPr>
          <p:spPr>
            <a:xfrm>
              <a:off x="5130989" y="26394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9" name="pt18129"/>
            <p:cNvSpPr/>
            <p:nvPr/>
          </p:nvSpPr>
          <p:spPr>
            <a:xfrm>
              <a:off x="5556986" y="21808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0" name="pt18130"/>
            <p:cNvSpPr/>
            <p:nvPr/>
          </p:nvSpPr>
          <p:spPr>
            <a:xfrm>
              <a:off x="5276703" y="22067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1" name="pt18131"/>
            <p:cNvSpPr/>
            <p:nvPr/>
          </p:nvSpPr>
          <p:spPr>
            <a:xfrm>
              <a:off x="5779467" y="19395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2" name="pt18132"/>
            <p:cNvSpPr/>
            <p:nvPr/>
          </p:nvSpPr>
          <p:spPr>
            <a:xfrm>
              <a:off x="5480489" y="20462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3" name="pt18133"/>
            <p:cNvSpPr/>
            <p:nvPr/>
          </p:nvSpPr>
          <p:spPr>
            <a:xfrm>
              <a:off x="5167872" y="26000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4" name="pt18134"/>
            <p:cNvSpPr/>
            <p:nvPr/>
          </p:nvSpPr>
          <p:spPr>
            <a:xfrm>
              <a:off x="5381269" y="21763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5" name="pt18135"/>
            <p:cNvSpPr/>
            <p:nvPr/>
          </p:nvSpPr>
          <p:spPr>
            <a:xfrm>
              <a:off x="5135833" y="26881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6" name="pt18136"/>
            <p:cNvSpPr/>
            <p:nvPr/>
          </p:nvSpPr>
          <p:spPr>
            <a:xfrm>
              <a:off x="5630194" y="21491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7" name="pt18137"/>
            <p:cNvSpPr/>
            <p:nvPr/>
          </p:nvSpPr>
          <p:spPr>
            <a:xfrm>
              <a:off x="5684881" y="17920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8" name="pt18138"/>
            <p:cNvSpPr/>
            <p:nvPr/>
          </p:nvSpPr>
          <p:spPr>
            <a:xfrm>
              <a:off x="5065058" y="24517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9" name="pt18139"/>
            <p:cNvSpPr/>
            <p:nvPr/>
          </p:nvSpPr>
          <p:spPr>
            <a:xfrm>
              <a:off x="5972127" y="17186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0" name="pt18140"/>
            <p:cNvSpPr/>
            <p:nvPr/>
          </p:nvSpPr>
          <p:spPr>
            <a:xfrm>
              <a:off x="5800027" y="20811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1" name="pt18141"/>
            <p:cNvSpPr/>
            <p:nvPr/>
          </p:nvSpPr>
          <p:spPr>
            <a:xfrm>
              <a:off x="5370753" y="22670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2" name="pt18142"/>
            <p:cNvSpPr/>
            <p:nvPr/>
          </p:nvSpPr>
          <p:spPr>
            <a:xfrm>
              <a:off x="5515282" y="22166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3" name="pt18143"/>
            <p:cNvSpPr/>
            <p:nvPr/>
          </p:nvSpPr>
          <p:spPr>
            <a:xfrm>
              <a:off x="5372615" y="22627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4" name="pt18144"/>
            <p:cNvSpPr/>
            <p:nvPr/>
          </p:nvSpPr>
          <p:spPr>
            <a:xfrm>
              <a:off x="4973927" y="24282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5" name="pt18145"/>
            <p:cNvSpPr/>
            <p:nvPr/>
          </p:nvSpPr>
          <p:spPr>
            <a:xfrm>
              <a:off x="5737613" y="18325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6" name="pt18146"/>
            <p:cNvSpPr/>
            <p:nvPr/>
          </p:nvSpPr>
          <p:spPr>
            <a:xfrm>
              <a:off x="5231321" y="21783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7" name="pt18147"/>
            <p:cNvSpPr/>
            <p:nvPr/>
          </p:nvSpPr>
          <p:spPr>
            <a:xfrm>
              <a:off x="5238454" y="21195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8" name="pt18148"/>
            <p:cNvSpPr/>
            <p:nvPr/>
          </p:nvSpPr>
          <p:spPr>
            <a:xfrm>
              <a:off x="5012094" y="27309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9" name="pt18149"/>
            <p:cNvSpPr/>
            <p:nvPr/>
          </p:nvSpPr>
          <p:spPr>
            <a:xfrm>
              <a:off x="5183446" y="24644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0" name="pt18150"/>
            <p:cNvSpPr/>
            <p:nvPr/>
          </p:nvSpPr>
          <p:spPr>
            <a:xfrm>
              <a:off x="4980704" y="24318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1" name="pt18151"/>
            <p:cNvSpPr/>
            <p:nvPr/>
          </p:nvSpPr>
          <p:spPr>
            <a:xfrm>
              <a:off x="5565385" y="2144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2" name="pt18152"/>
            <p:cNvSpPr/>
            <p:nvPr/>
          </p:nvSpPr>
          <p:spPr>
            <a:xfrm>
              <a:off x="5501516" y="21657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3" name="pt18153"/>
            <p:cNvSpPr/>
            <p:nvPr/>
          </p:nvSpPr>
          <p:spPr>
            <a:xfrm>
              <a:off x="5369783" y="22092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4" name="pt18154"/>
            <p:cNvSpPr/>
            <p:nvPr/>
          </p:nvSpPr>
          <p:spPr>
            <a:xfrm>
              <a:off x="5382092" y="2253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5" name="pt18155"/>
            <p:cNvSpPr/>
            <p:nvPr/>
          </p:nvSpPr>
          <p:spPr>
            <a:xfrm>
              <a:off x="5549062" y="22301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6" name="pt18156"/>
            <p:cNvSpPr/>
            <p:nvPr/>
          </p:nvSpPr>
          <p:spPr>
            <a:xfrm>
              <a:off x="5360779" y="21207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7" name="pt18157"/>
            <p:cNvSpPr/>
            <p:nvPr/>
          </p:nvSpPr>
          <p:spPr>
            <a:xfrm>
              <a:off x="4776588" y="25017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8" name="pt18158"/>
            <p:cNvSpPr/>
            <p:nvPr/>
          </p:nvSpPr>
          <p:spPr>
            <a:xfrm>
              <a:off x="5568400" y="21891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9" name="pt18159"/>
            <p:cNvSpPr/>
            <p:nvPr/>
          </p:nvSpPr>
          <p:spPr>
            <a:xfrm>
              <a:off x="5290108" y="21207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0" name="pt18160"/>
            <p:cNvSpPr/>
            <p:nvPr/>
          </p:nvSpPr>
          <p:spPr>
            <a:xfrm>
              <a:off x="5618174" y="19538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1" name="pt18161"/>
            <p:cNvSpPr/>
            <p:nvPr/>
          </p:nvSpPr>
          <p:spPr>
            <a:xfrm>
              <a:off x="5686889" y="18069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2" name="pt18162"/>
            <p:cNvSpPr/>
            <p:nvPr/>
          </p:nvSpPr>
          <p:spPr>
            <a:xfrm>
              <a:off x="5320037" y="22836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3" name="pt18163"/>
            <p:cNvSpPr/>
            <p:nvPr/>
          </p:nvSpPr>
          <p:spPr>
            <a:xfrm>
              <a:off x="5665542" y="2044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4" name="pt18164"/>
            <p:cNvSpPr/>
            <p:nvPr/>
          </p:nvSpPr>
          <p:spPr>
            <a:xfrm>
              <a:off x="5820732" y="20530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5" name="pt18165"/>
            <p:cNvSpPr/>
            <p:nvPr/>
          </p:nvSpPr>
          <p:spPr>
            <a:xfrm>
              <a:off x="5073318" y="24120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6" name="pt18166"/>
            <p:cNvSpPr/>
            <p:nvPr/>
          </p:nvSpPr>
          <p:spPr>
            <a:xfrm>
              <a:off x="5380451" y="22770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7" name="pt18167"/>
            <p:cNvSpPr/>
            <p:nvPr/>
          </p:nvSpPr>
          <p:spPr>
            <a:xfrm>
              <a:off x="5038506" y="22491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8" name="pt18168"/>
            <p:cNvSpPr/>
            <p:nvPr/>
          </p:nvSpPr>
          <p:spPr>
            <a:xfrm>
              <a:off x="5143761" y="24751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9" name="pt18169"/>
            <p:cNvSpPr/>
            <p:nvPr/>
          </p:nvSpPr>
          <p:spPr>
            <a:xfrm>
              <a:off x="5638735" y="20607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0" name="pt18170"/>
            <p:cNvSpPr/>
            <p:nvPr/>
          </p:nvSpPr>
          <p:spPr>
            <a:xfrm>
              <a:off x="5161007" y="27547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1" name="pt18171"/>
            <p:cNvSpPr/>
            <p:nvPr/>
          </p:nvSpPr>
          <p:spPr>
            <a:xfrm>
              <a:off x="5182709" y="26372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2" name="pt18172"/>
            <p:cNvSpPr/>
            <p:nvPr/>
          </p:nvSpPr>
          <p:spPr>
            <a:xfrm>
              <a:off x="5386621" y="22170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3" name="pt18173"/>
            <p:cNvSpPr/>
            <p:nvPr/>
          </p:nvSpPr>
          <p:spPr>
            <a:xfrm>
              <a:off x="5858510" y="18724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4" name="pt18174"/>
            <p:cNvSpPr/>
            <p:nvPr/>
          </p:nvSpPr>
          <p:spPr>
            <a:xfrm>
              <a:off x="5650106" y="2058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5" name="pt18175"/>
            <p:cNvSpPr/>
            <p:nvPr/>
          </p:nvSpPr>
          <p:spPr>
            <a:xfrm>
              <a:off x="5262045" y="21052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6" name="pt18176"/>
            <p:cNvSpPr/>
            <p:nvPr/>
          </p:nvSpPr>
          <p:spPr>
            <a:xfrm>
              <a:off x="5331410" y="22480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7" name="pt18177"/>
            <p:cNvSpPr/>
            <p:nvPr/>
          </p:nvSpPr>
          <p:spPr>
            <a:xfrm>
              <a:off x="5252152" y="20096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8" name="pt18178"/>
            <p:cNvSpPr/>
            <p:nvPr/>
          </p:nvSpPr>
          <p:spPr>
            <a:xfrm>
              <a:off x="5382178" y="22421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9" name="pt18179"/>
            <p:cNvSpPr/>
            <p:nvPr/>
          </p:nvSpPr>
          <p:spPr>
            <a:xfrm>
              <a:off x="5467867" y="19271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0" name="pt18180"/>
            <p:cNvSpPr/>
            <p:nvPr/>
          </p:nvSpPr>
          <p:spPr>
            <a:xfrm>
              <a:off x="5149965" y="27138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1" name="pt18181"/>
            <p:cNvSpPr/>
            <p:nvPr/>
          </p:nvSpPr>
          <p:spPr>
            <a:xfrm>
              <a:off x="5422557" y="21503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2" name="pt18182"/>
            <p:cNvSpPr/>
            <p:nvPr/>
          </p:nvSpPr>
          <p:spPr>
            <a:xfrm>
              <a:off x="5305528" y="19334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3" name="pt18183"/>
            <p:cNvSpPr/>
            <p:nvPr/>
          </p:nvSpPr>
          <p:spPr>
            <a:xfrm>
              <a:off x="5437314" y="22465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4" name="pt18184"/>
            <p:cNvSpPr/>
            <p:nvPr/>
          </p:nvSpPr>
          <p:spPr>
            <a:xfrm>
              <a:off x="5231423" y="21559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5" name="pt18185"/>
            <p:cNvSpPr/>
            <p:nvPr/>
          </p:nvSpPr>
          <p:spPr>
            <a:xfrm>
              <a:off x="5659669" y="20172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6" name="pt18186"/>
            <p:cNvSpPr/>
            <p:nvPr/>
          </p:nvSpPr>
          <p:spPr>
            <a:xfrm>
              <a:off x="5233404" y="21844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7" name="pt18187"/>
            <p:cNvSpPr/>
            <p:nvPr/>
          </p:nvSpPr>
          <p:spPr>
            <a:xfrm>
              <a:off x="5598011" y="20154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8" name="pt18188"/>
            <p:cNvSpPr/>
            <p:nvPr/>
          </p:nvSpPr>
          <p:spPr>
            <a:xfrm>
              <a:off x="5773710" y="19197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9" name="pt18189"/>
            <p:cNvSpPr/>
            <p:nvPr/>
          </p:nvSpPr>
          <p:spPr>
            <a:xfrm>
              <a:off x="5521671" y="21262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0" name="pt18190"/>
            <p:cNvSpPr/>
            <p:nvPr/>
          </p:nvSpPr>
          <p:spPr>
            <a:xfrm>
              <a:off x="5690493" y="18329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1" name="pt18191"/>
            <p:cNvSpPr/>
            <p:nvPr/>
          </p:nvSpPr>
          <p:spPr>
            <a:xfrm>
              <a:off x="5522602" y="21254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2" name="pt18192"/>
            <p:cNvSpPr/>
            <p:nvPr/>
          </p:nvSpPr>
          <p:spPr>
            <a:xfrm>
              <a:off x="4623061" y="25892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3" name="pt18193"/>
            <p:cNvSpPr/>
            <p:nvPr/>
          </p:nvSpPr>
          <p:spPr>
            <a:xfrm>
              <a:off x="5733872" y="19071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4" name="pt18194"/>
            <p:cNvSpPr/>
            <p:nvPr/>
          </p:nvSpPr>
          <p:spPr>
            <a:xfrm>
              <a:off x="4912677" y="27428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5" name="pt18195"/>
            <p:cNvSpPr/>
            <p:nvPr/>
          </p:nvSpPr>
          <p:spPr>
            <a:xfrm>
              <a:off x="5293382" y="21277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6" name="pt18196"/>
            <p:cNvSpPr/>
            <p:nvPr/>
          </p:nvSpPr>
          <p:spPr>
            <a:xfrm>
              <a:off x="5470926" y="20263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7" name="pt18197"/>
            <p:cNvSpPr/>
            <p:nvPr/>
          </p:nvSpPr>
          <p:spPr>
            <a:xfrm>
              <a:off x="5295677" y="21263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8" name="pt18198"/>
            <p:cNvSpPr/>
            <p:nvPr/>
          </p:nvSpPr>
          <p:spPr>
            <a:xfrm>
              <a:off x="5133502" y="26188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9" name="pt18199"/>
            <p:cNvSpPr/>
            <p:nvPr/>
          </p:nvSpPr>
          <p:spPr>
            <a:xfrm>
              <a:off x="5403521" y="21955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0" name="pt18200"/>
            <p:cNvSpPr/>
            <p:nvPr/>
          </p:nvSpPr>
          <p:spPr>
            <a:xfrm>
              <a:off x="5286388" y="22800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1" name="pt18201"/>
            <p:cNvSpPr/>
            <p:nvPr/>
          </p:nvSpPr>
          <p:spPr>
            <a:xfrm>
              <a:off x="5108081" y="17584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2" name="pt18202"/>
            <p:cNvSpPr/>
            <p:nvPr/>
          </p:nvSpPr>
          <p:spPr>
            <a:xfrm>
              <a:off x="6009432" y="20804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3" name="pt18203"/>
            <p:cNvSpPr/>
            <p:nvPr/>
          </p:nvSpPr>
          <p:spPr>
            <a:xfrm>
              <a:off x="5415639" y="21499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4" name="pt18204"/>
            <p:cNvSpPr/>
            <p:nvPr/>
          </p:nvSpPr>
          <p:spPr>
            <a:xfrm>
              <a:off x="5647873" y="21397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5" name="pt18205"/>
            <p:cNvSpPr/>
            <p:nvPr/>
          </p:nvSpPr>
          <p:spPr>
            <a:xfrm>
              <a:off x="5314034" y="20811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6" name="pt18206"/>
            <p:cNvSpPr/>
            <p:nvPr/>
          </p:nvSpPr>
          <p:spPr>
            <a:xfrm>
              <a:off x="5257024" y="21078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7" name="pt18207"/>
            <p:cNvSpPr/>
            <p:nvPr/>
          </p:nvSpPr>
          <p:spPr>
            <a:xfrm>
              <a:off x="5811182" y="20757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8" name="pt18208"/>
            <p:cNvSpPr/>
            <p:nvPr/>
          </p:nvSpPr>
          <p:spPr>
            <a:xfrm>
              <a:off x="5447397" y="23322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9" name="pt18209"/>
            <p:cNvSpPr/>
            <p:nvPr/>
          </p:nvSpPr>
          <p:spPr>
            <a:xfrm>
              <a:off x="5409287" y="22414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0" name="pt18210"/>
            <p:cNvSpPr/>
            <p:nvPr/>
          </p:nvSpPr>
          <p:spPr>
            <a:xfrm>
              <a:off x="4921639" y="2790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1" name="pt18211"/>
            <p:cNvSpPr/>
            <p:nvPr/>
          </p:nvSpPr>
          <p:spPr>
            <a:xfrm>
              <a:off x="5038502" y="2179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2" name="pt18212"/>
            <p:cNvSpPr/>
            <p:nvPr/>
          </p:nvSpPr>
          <p:spPr>
            <a:xfrm>
              <a:off x="5076570" y="24495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3" name="pt18213"/>
            <p:cNvSpPr/>
            <p:nvPr/>
          </p:nvSpPr>
          <p:spPr>
            <a:xfrm>
              <a:off x="5218057" y="20639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4" name="pt18214"/>
            <p:cNvSpPr/>
            <p:nvPr/>
          </p:nvSpPr>
          <p:spPr>
            <a:xfrm>
              <a:off x="5550162" y="22096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5" name="pt18215"/>
            <p:cNvSpPr/>
            <p:nvPr/>
          </p:nvSpPr>
          <p:spPr>
            <a:xfrm>
              <a:off x="5565691" y="22804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6" name="pt18216"/>
            <p:cNvSpPr/>
            <p:nvPr/>
          </p:nvSpPr>
          <p:spPr>
            <a:xfrm>
              <a:off x="5387244" y="21742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7" name="pt18217"/>
            <p:cNvSpPr/>
            <p:nvPr/>
          </p:nvSpPr>
          <p:spPr>
            <a:xfrm>
              <a:off x="5230288" y="2139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8" name="pt18218"/>
            <p:cNvSpPr/>
            <p:nvPr/>
          </p:nvSpPr>
          <p:spPr>
            <a:xfrm>
              <a:off x="5474318" y="19885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9" name="pt18219"/>
            <p:cNvSpPr/>
            <p:nvPr/>
          </p:nvSpPr>
          <p:spPr>
            <a:xfrm>
              <a:off x="5445223" y="22809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0" name="pt18220"/>
            <p:cNvSpPr/>
            <p:nvPr/>
          </p:nvSpPr>
          <p:spPr>
            <a:xfrm>
              <a:off x="5246057" y="21748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1" name="pt18221"/>
            <p:cNvSpPr/>
            <p:nvPr/>
          </p:nvSpPr>
          <p:spPr>
            <a:xfrm>
              <a:off x="5292956" y="21712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2" name="pt18222"/>
            <p:cNvSpPr/>
            <p:nvPr/>
          </p:nvSpPr>
          <p:spPr>
            <a:xfrm>
              <a:off x="5715894" y="19435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3" name="pt18223"/>
            <p:cNvSpPr/>
            <p:nvPr/>
          </p:nvSpPr>
          <p:spPr>
            <a:xfrm>
              <a:off x="5705782" y="19589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4" name="pt18224"/>
            <p:cNvSpPr/>
            <p:nvPr/>
          </p:nvSpPr>
          <p:spPr>
            <a:xfrm>
              <a:off x="5187567" y="24080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5" name="pt18225"/>
            <p:cNvSpPr/>
            <p:nvPr/>
          </p:nvSpPr>
          <p:spPr>
            <a:xfrm>
              <a:off x="5039806" y="21017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6" name="pt18226"/>
            <p:cNvSpPr/>
            <p:nvPr/>
          </p:nvSpPr>
          <p:spPr>
            <a:xfrm>
              <a:off x="5625482" y="19397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7" name="pt18227"/>
            <p:cNvSpPr/>
            <p:nvPr/>
          </p:nvSpPr>
          <p:spPr>
            <a:xfrm>
              <a:off x="5460333" y="21557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8" name="pt18228"/>
            <p:cNvSpPr/>
            <p:nvPr/>
          </p:nvSpPr>
          <p:spPr>
            <a:xfrm>
              <a:off x="5499279" y="23014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9" name="pt18229"/>
            <p:cNvSpPr/>
            <p:nvPr/>
          </p:nvSpPr>
          <p:spPr>
            <a:xfrm>
              <a:off x="4980403" y="27763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0" name="pt18230"/>
            <p:cNvSpPr/>
            <p:nvPr/>
          </p:nvSpPr>
          <p:spPr>
            <a:xfrm>
              <a:off x="5528985" y="21452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1" name="pt18231"/>
            <p:cNvSpPr/>
            <p:nvPr/>
          </p:nvSpPr>
          <p:spPr>
            <a:xfrm>
              <a:off x="5368452" y="22236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2" name="pt18232"/>
            <p:cNvSpPr/>
            <p:nvPr/>
          </p:nvSpPr>
          <p:spPr>
            <a:xfrm>
              <a:off x="5418818" y="2171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3" name="pt18233"/>
            <p:cNvSpPr/>
            <p:nvPr/>
          </p:nvSpPr>
          <p:spPr>
            <a:xfrm>
              <a:off x="5479357" y="18513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4" name="pt18234"/>
            <p:cNvSpPr/>
            <p:nvPr/>
          </p:nvSpPr>
          <p:spPr>
            <a:xfrm>
              <a:off x="5599178" y="20673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5" name="pt18235"/>
            <p:cNvSpPr/>
            <p:nvPr/>
          </p:nvSpPr>
          <p:spPr>
            <a:xfrm>
              <a:off x="5310994" y="22125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6" name="pt18236"/>
            <p:cNvSpPr/>
            <p:nvPr/>
          </p:nvSpPr>
          <p:spPr>
            <a:xfrm>
              <a:off x="5284438" y="22538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7" name="pt18237"/>
            <p:cNvSpPr/>
            <p:nvPr/>
          </p:nvSpPr>
          <p:spPr>
            <a:xfrm>
              <a:off x="5307168" y="17972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8" name="pt18238"/>
            <p:cNvSpPr/>
            <p:nvPr/>
          </p:nvSpPr>
          <p:spPr>
            <a:xfrm>
              <a:off x="5366484" y="21569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9" name="pt18239"/>
            <p:cNvSpPr/>
            <p:nvPr/>
          </p:nvSpPr>
          <p:spPr>
            <a:xfrm>
              <a:off x="5220744" y="22583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0" name="pt18240"/>
            <p:cNvSpPr/>
            <p:nvPr/>
          </p:nvSpPr>
          <p:spPr>
            <a:xfrm>
              <a:off x="5051493" y="23949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1" name="pt18241"/>
            <p:cNvSpPr/>
            <p:nvPr/>
          </p:nvSpPr>
          <p:spPr>
            <a:xfrm>
              <a:off x="5565142" y="21922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2" name="pt18242"/>
            <p:cNvSpPr/>
            <p:nvPr/>
          </p:nvSpPr>
          <p:spPr>
            <a:xfrm>
              <a:off x="5311359" y="21250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3" name="pt18243"/>
            <p:cNvSpPr/>
            <p:nvPr/>
          </p:nvSpPr>
          <p:spPr>
            <a:xfrm>
              <a:off x="5391449" y="21565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4" name="pt18244"/>
            <p:cNvSpPr/>
            <p:nvPr/>
          </p:nvSpPr>
          <p:spPr>
            <a:xfrm>
              <a:off x="5387732" y="22199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5" name="pt18245"/>
            <p:cNvSpPr/>
            <p:nvPr/>
          </p:nvSpPr>
          <p:spPr>
            <a:xfrm>
              <a:off x="5374694" y="22697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6" name="pt18246"/>
            <p:cNvSpPr/>
            <p:nvPr/>
          </p:nvSpPr>
          <p:spPr>
            <a:xfrm>
              <a:off x="5350936" y="2220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7" name="pt18247"/>
            <p:cNvSpPr/>
            <p:nvPr/>
          </p:nvSpPr>
          <p:spPr>
            <a:xfrm>
              <a:off x="5502313" y="22555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8" name="pt18248"/>
            <p:cNvSpPr/>
            <p:nvPr/>
          </p:nvSpPr>
          <p:spPr>
            <a:xfrm>
              <a:off x="5410415" y="22391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9" name="pt18249"/>
            <p:cNvSpPr/>
            <p:nvPr/>
          </p:nvSpPr>
          <p:spPr>
            <a:xfrm>
              <a:off x="5258382" y="22459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0" name="pt18250"/>
            <p:cNvSpPr/>
            <p:nvPr/>
          </p:nvSpPr>
          <p:spPr>
            <a:xfrm>
              <a:off x="5282560" y="22411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1" name="pt18251"/>
            <p:cNvSpPr/>
            <p:nvPr/>
          </p:nvSpPr>
          <p:spPr>
            <a:xfrm>
              <a:off x="4825159" y="24891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2" name="pt18252"/>
            <p:cNvSpPr/>
            <p:nvPr/>
          </p:nvSpPr>
          <p:spPr>
            <a:xfrm>
              <a:off x="5524862" y="21886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3" name="pt18253"/>
            <p:cNvSpPr/>
            <p:nvPr/>
          </p:nvSpPr>
          <p:spPr>
            <a:xfrm>
              <a:off x="5543968" y="21141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4" name="pt18254"/>
            <p:cNvSpPr/>
            <p:nvPr/>
          </p:nvSpPr>
          <p:spPr>
            <a:xfrm>
              <a:off x="5483025" y="20497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5" name="pt18255"/>
            <p:cNvSpPr/>
            <p:nvPr/>
          </p:nvSpPr>
          <p:spPr>
            <a:xfrm>
              <a:off x="5623559" y="18862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6" name="pt18256"/>
            <p:cNvSpPr/>
            <p:nvPr/>
          </p:nvSpPr>
          <p:spPr>
            <a:xfrm>
              <a:off x="5357301" y="21542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7" name="pt18257"/>
            <p:cNvSpPr/>
            <p:nvPr/>
          </p:nvSpPr>
          <p:spPr>
            <a:xfrm>
              <a:off x="5238114" y="22514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8" name="pt18258"/>
            <p:cNvSpPr/>
            <p:nvPr/>
          </p:nvSpPr>
          <p:spPr>
            <a:xfrm>
              <a:off x="5111942" y="21626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9" name="pt18259"/>
            <p:cNvSpPr/>
            <p:nvPr/>
          </p:nvSpPr>
          <p:spPr>
            <a:xfrm>
              <a:off x="5800872" y="1874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0" name="pt18260"/>
            <p:cNvSpPr/>
            <p:nvPr/>
          </p:nvSpPr>
          <p:spPr>
            <a:xfrm>
              <a:off x="5851998" y="17739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1" name="pt18261"/>
            <p:cNvSpPr/>
            <p:nvPr/>
          </p:nvSpPr>
          <p:spPr>
            <a:xfrm>
              <a:off x="5603707" y="1946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2" name="pt18262"/>
            <p:cNvSpPr/>
            <p:nvPr/>
          </p:nvSpPr>
          <p:spPr>
            <a:xfrm>
              <a:off x="5274603" y="20183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3" name="pt18263"/>
            <p:cNvSpPr/>
            <p:nvPr/>
          </p:nvSpPr>
          <p:spPr>
            <a:xfrm>
              <a:off x="5532085" y="2199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4" name="pt18264"/>
            <p:cNvSpPr/>
            <p:nvPr/>
          </p:nvSpPr>
          <p:spPr>
            <a:xfrm>
              <a:off x="5667849" y="18886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5" name="pt18265"/>
            <p:cNvSpPr/>
            <p:nvPr/>
          </p:nvSpPr>
          <p:spPr>
            <a:xfrm>
              <a:off x="5698097" y="19472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6" name="pt18266"/>
            <p:cNvSpPr/>
            <p:nvPr/>
          </p:nvSpPr>
          <p:spPr>
            <a:xfrm>
              <a:off x="5630435" y="20697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7" name="pt18267"/>
            <p:cNvSpPr/>
            <p:nvPr/>
          </p:nvSpPr>
          <p:spPr>
            <a:xfrm>
              <a:off x="5280149" y="22319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8" name="pt18268"/>
            <p:cNvSpPr/>
            <p:nvPr/>
          </p:nvSpPr>
          <p:spPr>
            <a:xfrm>
              <a:off x="5494432" y="20934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9" name="pt18269"/>
            <p:cNvSpPr/>
            <p:nvPr/>
          </p:nvSpPr>
          <p:spPr>
            <a:xfrm>
              <a:off x="5419878" y="22076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0" name="pt18270"/>
            <p:cNvSpPr/>
            <p:nvPr/>
          </p:nvSpPr>
          <p:spPr>
            <a:xfrm>
              <a:off x="5297065" y="21563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1" name="pt18271"/>
            <p:cNvSpPr/>
            <p:nvPr/>
          </p:nvSpPr>
          <p:spPr>
            <a:xfrm>
              <a:off x="5402044" y="21568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2" name="pt18272"/>
            <p:cNvSpPr/>
            <p:nvPr/>
          </p:nvSpPr>
          <p:spPr>
            <a:xfrm>
              <a:off x="5263228" y="21716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3" name="pt18273"/>
            <p:cNvSpPr/>
            <p:nvPr/>
          </p:nvSpPr>
          <p:spPr>
            <a:xfrm>
              <a:off x="5383801" y="22261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4" name="pt18274"/>
            <p:cNvSpPr/>
            <p:nvPr/>
          </p:nvSpPr>
          <p:spPr>
            <a:xfrm>
              <a:off x="5426369" y="22388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5" name="pt18275"/>
            <p:cNvSpPr/>
            <p:nvPr/>
          </p:nvSpPr>
          <p:spPr>
            <a:xfrm>
              <a:off x="6000827" y="18887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6" name="pt18276"/>
            <p:cNvSpPr/>
            <p:nvPr/>
          </p:nvSpPr>
          <p:spPr>
            <a:xfrm>
              <a:off x="5452384" y="22002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7" name="pt18277"/>
            <p:cNvSpPr/>
            <p:nvPr/>
          </p:nvSpPr>
          <p:spPr>
            <a:xfrm>
              <a:off x="5232341" y="21884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8" name="pt18278"/>
            <p:cNvSpPr/>
            <p:nvPr/>
          </p:nvSpPr>
          <p:spPr>
            <a:xfrm>
              <a:off x="5267138" y="20937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9" name="pt18279"/>
            <p:cNvSpPr/>
            <p:nvPr/>
          </p:nvSpPr>
          <p:spPr>
            <a:xfrm>
              <a:off x="5502772" y="22965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0" name="pt18280"/>
            <p:cNvSpPr/>
            <p:nvPr/>
          </p:nvSpPr>
          <p:spPr>
            <a:xfrm>
              <a:off x="5432146" y="21205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1" name="pt18281"/>
            <p:cNvSpPr/>
            <p:nvPr/>
          </p:nvSpPr>
          <p:spPr>
            <a:xfrm>
              <a:off x="5309349" y="21438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2" name="pt18282"/>
            <p:cNvSpPr/>
            <p:nvPr/>
          </p:nvSpPr>
          <p:spPr>
            <a:xfrm>
              <a:off x="5768676" y="19617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3" name="pt18283"/>
            <p:cNvSpPr/>
            <p:nvPr/>
          </p:nvSpPr>
          <p:spPr>
            <a:xfrm>
              <a:off x="5410072" y="22678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4" name="pt18284"/>
            <p:cNvSpPr/>
            <p:nvPr/>
          </p:nvSpPr>
          <p:spPr>
            <a:xfrm>
              <a:off x="5131823" y="25122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5" name="pt18285"/>
            <p:cNvSpPr/>
            <p:nvPr/>
          </p:nvSpPr>
          <p:spPr>
            <a:xfrm>
              <a:off x="5558524" y="21545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6" name="pt18286"/>
            <p:cNvSpPr/>
            <p:nvPr/>
          </p:nvSpPr>
          <p:spPr>
            <a:xfrm>
              <a:off x="5376717" y="22859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7" name="pt18287"/>
            <p:cNvSpPr/>
            <p:nvPr/>
          </p:nvSpPr>
          <p:spPr>
            <a:xfrm>
              <a:off x="5348887" y="22301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8" name="pt18288"/>
            <p:cNvSpPr/>
            <p:nvPr/>
          </p:nvSpPr>
          <p:spPr>
            <a:xfrm>
              <a:off x="5374333" y="22424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9" name="pt18289"/>
            <p:cNvSpPr/>
            <p:nvPr/>
          </p:nvSpPr>
          <p:spPr>
            <a:xfrm>
              <a:off x="5512669" y="22441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0" name="pt18290"/>
            <p:cNvSpPr/>
            <p:nvPr/>
          </p:nvSpPr>
          <p:spPr>
            <a:xfrm>
              <a:off x="5845959" y="19798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1" name="pt18291"/>
            <p:cNvSpPr/>
            <p:nvPr/>
          </p:nvSpPr>
          <p:spPr>
            <a:xfrm>
              <a:off x="5367361" y="22851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2" name="pt18292"/>
            <p:cNvSpPr/>
            <p:nvPr/>
          </p:nvSpPr>
          <p:spPr>
            <a:xfrm>
              <a:off x="5096980" y="23141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3" name="pt18293"/>
            <p:cNvSpPr/>
            <p:nvPr/>
          </p:nvSpPr>
          <p:spPr>
            <a:xfrm>
              <a:off x="5277712" y="21312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4" name="pt18294"/>
            <p:cNvSpPr/>
            <p:nvPr/>
          </p:nvSpPr>
          <p:spPr>
            <a:xfrm>
              <a:off x="5355392" y="22070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5" name="pt18295"/>
            <p:cNvSpPr/>
            <p:nvPr/>
          </p:nvSpPr>
          <p:spPr>
            <a:xfrm>
              <a:off x="5614689" y="21817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6" name="pt18296"/>
            <p:cNvSpPr/>
            <p:nvPr/>
          </p:nvSpPr>
          <p:spPr>
            <a:xfrm>
              <a:off x="4983156" y="24220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7" name="pt18297"/>
            <p:cNvSpPr/>
            <p:nvPr/>
          </p:nvSpPr>
          <p:spPr>
            <a:xfrm>
              <a:off x="5255194" y="20566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8" name="pt18298"/>
            <p:cNvSpPr/>
            <p:nvPr/>
          </p:nvSpPr>
          <p:spPr>
            <a:xfrm>
              <a:off x="5320718" y="22309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9" name="pt18299"/>
            <p:cNvSpPr/>
            <p:nvPr/>
          </p:nvSpPr>
          <p:spPr>
            <a:xfrm>
              <a:off x="4877360" y="27073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0" name="pt18300"/>
            <p:cNvSpPr/>
            <p:nvPr/>
          </p:nvSpPr>
          <p:spPr>
            <a:xfrm>
              <a:off x="5236135" y="19944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1" name="pt18301"/>
            <p:cNvSpPr/>
            <p:nvPr/>
          </p:nvSpPr>
          <p:spPr>
            <a:xfrm>
              <a:off x="5350736" y="2297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2" name="pt18302"/>
            <p:cNvSpPr/>
            <p:nvPr/>
          </p:nvSpPr>
          <p:spPr>
            <a:xfrm>
              <a:off x="5335303" y="22466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3" name="pt18303"/>
            <p:cNvSpPr/>
            <p:nvPr/>
          </p:nvSpPr>
          <p:spPr>
            <a:xfrm>
              <a:off x="5685455" y="18731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4" name="pt18304"/>
            <p:cNvSpPr/>
            <p:nvPr/>
          </p:nvSpPr>
          <p:spPr>
            <a:xfrm>
              <a:off x="5159251" y="24751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5" name="pt18305"/>
            <p:cNvSpPr/>
            <p:nvPr/>
          </p:nvSpPr>
          <p:spPr>
            <a:xfrm>
              <a:off x="5759487" y="16351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6" name="pt18306"/>
            <p:cNvSpPr/>
            <p:nvPr/>
          </p:nvSpPr>
          <p:spPr>
            <a:xfrm>
              <a:off x="5646381" y="19309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7" name="pt18307"/>
            <p:cNvSpPr/>
            <p:nvPr/>
          </p:nvSpPr>
          <p:spPr>
            <a:xfrm>
              <a:off x="5353670" y="21531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8" name="pt18308"/>
            <p:cNvSpPr/>
            <p:nvPr/>
          </p:nvSpPr>
          <p:spPr>
            <a:xfrm>
              <a:off x="5236864" y="20354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9" name="pt18309"/>
            <p:cNvSpPr/>
            <p:nvPr/>
          </p:nvSpPr>
          <p:spPr>
            <a:xfrm>
              <a:off x="5600468" y="21916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0" name="pt18310"/>
            <p:cNvSpPr/>
            <p:nvPr/>
          </p:nvSpPr>
          <p:spPr>
            <a:xfrm>
              <a:off x="5193831" y="22119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1" name="pt18311"/>
            <p:cNvSpPr/>
            <p:nvPr/>
          </p:nvSpPr>
          <p:spPr>
            <a:xfrm>
              <a:off x="5066594" y="23953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2" name="pt18312"/>
            <p:cNvSpPr/>
            <p:nvPr/>
          </p:nvSpPr>
          <p:spPr>
            <a:xfrm>
              <a:off x="5645835" y="19677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3" name="pt18313"/>
            <p:cNvSpPr/>
            <p:nvPr/>
          </p:nvSpPr>
          <p:spPr>
            <a:xfrm>
              <a:off x="5451973" y="2121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4" name="pt18314"/>
            <p:cNvSpPr/>
            <p:nvPr/>
          </p:nvSpPr>
          <p:spPr>
            <a:xfrm>
              <a:off x="5493058" y="21829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5" name="pt18315"/>
            <p:cNvSpPr/>
            <p:nvPr/>
          </p:nvSpPr>
          <p:spPr>
            <a:xfrm>
              <a:off x="5632334" y="20932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6" name="pt18316"/>
            <p:cNvSpPr/>
            <p:nvPr/>
          </p:nvSpPr>
          <p:spPr>
            <a:xfrm>
              <a:off x="5821414" y="19310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7" name="pt18317"/>
            <p:cNvSpPr/>
            <p:nvPr/>
          </p:nvSpPr>
          <p:spPr>
            <a:xfrm>
              <a:off x="5544406" y="20323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8" name="pt18318"/>
            <p:cNvSpPr/>
            <p:nvPr/>
          </p:nvSpPr>
          <p:spPr>
            <a:xfrm>
              <a:off x="5648269" y="20705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9" name="pt18319"/>
            <p:cNvSpPr/>
            <p:nvPr/>
          </p:nvSpPr>
          <p:spPr>
            <a:xfrm>
              <a:off x="5177907" y="26299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0" name="pt18320"/>
            <p:cNvSpPr/>
            <p:nvPr/>
          </p:nvSpPr>
          <p:spPr>
            <a:xfrm>
              <a:off x="5359438" y="22304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1" name="pt18321"/>
            <p:cNvSpPr/>
            <p:nvPr/>
          </p:nvSpPr>
          <p:spPr>
            <a:xfrm>
              <a:off x="5721943" y="18881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2" name="pt18322"/>
            <p:cNvSpPr/>
            <p:nvPr/>
          </p:nvSpPr>
          <p:spPr>
            <a:xfrm>
              <a:off x="5087734" y="26208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3" name="pt18323"/>
            <p:cNvSpPr/>
            <p:nvPr/>
          </p:nvSpPr>
          <p:spPr>
            <a:xfrm>
              <a:off x="5128370" y="27112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4" name="pt18324"/>
            <p:cNvSpPr/>
            <p:nvPr/>
          </p:nvSpPr>
          <p:spPr>
            <a:xfrm>
              <a:off x="5158860" y="26146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5" name="pt18325"/>
            <p:cNvSpPr/>
            <p:nvPr/>
          </p:nvSpPr>
          <p:spPr>
            <a:xfrm>
              <a:off x="5223656" y="22576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6" name="pt18326"/>
            <p:cNvSpPr/>
            <p:nvPr/>
          </p:nvSpPr>
          <p:spPr>
            <a:xfrm>
              <a:off x="5878867" y="18716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7" name="pt18327"/>
            <p:cNvSpPr/>
            <p:nvPr/>
          </p:nvSpPr>
          <p:spPr>
            <a:xfrm>
              <a:off x="5566924" y="21296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8" name="pt18328"/>
            <p:cNvSpPr/>
            <p:nvPr/>
          </p:nvSpPr>
          <p:spPr>
            <a:xfrm>
              <a:off x="5603436" y="19738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9" name="pt18329"/>
            <p:cNvSpPr/>
            <p:nvPr/>
          </p:nvSpPr>
          <p:spPr>
            <a:xfrm>
              <a:off x="5467680" y="20136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0" name="pt18330"/>
            <p:cNvSpPr/>
            <p:nvPr/>
          </p:nvSpPr>
          <p:spPr>
            <a:xfrm>
              <a:off x="5551309" y="22059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1" name="pt18331"/>
            <p:cNvSpPr/>
            <p:nvPr/>
          </p:nvSpPr>
          <p:spPr>
            <a:xfrm>
              <a:off x="6029328" y="18588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2" name="pt18332"/>
            <p:cNvSpPr/>
            <p:nvPr/>
          </p:nvSpPr>
          <p:spPr>
            <a:xfrm>
              <a:off x="5127359" y="25513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3" name="pt18333"/>
            <p:cNvSpPr/>
            <p:nvPr/>
          </p:nvSpPr>
          <p:spPr>
            <a:xfrm>
              <a:off x="5232445" y="22358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4" name="pt18334"/>
            <p:cNvSpPr/>
            <p:nvPr/>
          </p:nvSpPr>
          <p:spPr>
            <a:xfrm>
              <a:off x="5164819" y="25880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5" name="pt18335"/>
            <p:cNvSpPr/>
            <p:nvPr/>
          </p:nvSpPr>
          <p:spPr>
            <a:xfrm>
              <a:off x="5779812" y="17078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6" name="pt18336"/>
            <p:cNvSpPr/>
            <p:nvPr/>
          </p:nvSpPr>
          <p:spPr>
            <a:xfrm>
              <a:off x="5669800" y="19977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7" name="pt18337"/>
            <p:cNvSpPr/>
            <p:nvPr/>
          </p:nvSpPr>
          <p:spPr>
            <a:xfrm>
              <a:off x="5852103" y="15271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8" name="pt18338"/>
            <p:cNvSpPr/>
            <p:nvPr/>
          </p:nvSpPr>
          <p:spPr>
            <a:xfrm>
              <a:off x="5436697" y="20760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9" name="pt18339"/>
            <p:cNvSpPr/>
            <p:nvPr/>
          </p:nvSpPr>
          <p:spPr>
            <a:xfrm>
              <a:off x="5238970" y="21733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0" name="pt18340"/>
            <p:cNvSpPr/>
            <p:nvPr/>
          </p:nvSpPr>
          <p:spPr>
            <a:xfrm>
              <a:off x="4676199" y="22985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1" name="pt18341"/>
            <p:cNvSpPr/>
            <p:nvPr/>
          </p:nvSpPr>
          <p:spPr>
            <a:xfrm>
              <a:off x="5656092" y="20204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2" name="pt18342"/>
            <p:cNvSpPr/>
            <p:nvPr/>
          </p:nvSpPr>
          <p:spPr>
            <a:xfrm>
              <a:off x="5340528" y="21191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3" name="pt18343"/>
            <p:cNvSpPr/>
            <p:nvPr/>
          </p:nvSpPr>
          <p:spPr>
            <a:xfrm>
              <a:off x="5461477" y="19390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4" name="pt18344"/>
            <p:cNvSpPr/>
            <p:nvPr/>
          </p:nvSpPr>
          <p:spPr>
            <a:xfrm>
              <a:off x="5008988" y="25688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5" name="pt18345"/>
            <p:cNvSpPr/>
            <p:nvPr/>
          </p:nvSpPr>
          <p:spPr>
            <a:xfrm>
              <a:off x="5214592" y="22270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6" name="pt18346"/>
            <p:cNvSpPr/>
            <p:nvPr/>
          </p:nvSpPr>
          <p:spPr>
            <a:xfrm>
              <a:off x="5271088" y="21925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7" name="pt18347"/>
            <p:cNvSpPr/>
            <p:nvPr/>
          </p:nvSpPr>
          <p:spPr>
            <a:xfrm>
              <a:off x="5509322" y="23000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8" name="pt18348"/>
            <p:cNvSpPr/>
            <p:nvPr/>
          </p:nvSpPr>
          <p:spPr>
            <a:xfrm>
              <a:off x="5247852" y="19820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9" name="pt18349"/>
            <p:cNvSpPr/>
            <p:nvPr/>
          </p:nvSpPr>
          <p:spPr>
            <a:xfrm>
              <a:off x="5488155" y="20326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0" name="pt18350"/>
            <p:cNvSpPr/>
            <p:nvPr/>
          </p:nvSpPr>
          <p:spPr>
            <a:xfrm>
              <a:off x="5949547" y="17657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1" name="pt18351"/>
            <p:cNvSpPr/>
            <p:nvPr/>
          </p:nvSpPr>
          <p:spPr>
            <a:xfrm>
              <a:off x="5390294" y="21773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2" name="pt18352"/>
            <p:cNvSpPr/>
            <p:nvPr/>
          </p:nvSpPr>
          <p:spPr>
            <a:xfrm>
              <a:off x="5664744" y="18953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3" name="pt18353"/>
            <p:cNvSpPr/>
            <p:nvPr/>
          </p:nvSpPr>
          <p:spPr>
            <a:xfrm>
              <a:off x="5807988" y="19230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4" name="pt18354"/>
            <p:cNvSpPr/>
            <p:nvPr/>
          </p:nvSpPr>
          <p:spPr>
            <a:xfrm>
              <a:off x="5138458" y="24670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5" name="pt18355"/>
            <p:cNvSpPr/>
            <p:nvPr/>
          </p:nvSpPr>
          <p:spPr>
            <a:xfrm>
              <a:off x="5923469" y="13216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6" name="pt18356"/>
            <p:cNvSpPr/>
            <p:nvPr/>
          </p:nvSpPr>
          <p:spPr>
            <a:xfrm>
              <a:off x="5654857" y="20464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7" name="pt18357"/>
            <p:cNvSpPr/>
            <p:nvPr/>
          </p:nvSpPr>
          <p:spPr>
            <a:xfrm>
              <a:off x="5734038" y="18296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8" name="pt18358"/>
            <p:cNvSpPr/>
            <p:nvPr/>
          </p:nvSpPr>
          <p:spPr>
            <a:xfrm>
              <a:off x="5532058" y="2300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9" name="pt18359"/>
            <p:cNvSpPr/>
            <p:nvPr/>
          </p:nvSpPr>
          <p:spPr>
            <a:xfrm>
              <a:off x="5251133" y="20461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0" name="pt18360"/>
            <p:cNvSpPr/>
            <p:nvPr/>
          </p:nvSpPr>
          <p:spPr>
            <a:xfrm>
              <a:off x="5428959" y="22097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1" name="pt18361"/>
            <p:cNvSpPr/>
            <p:nvPr/>
          </p:nvSpPr>
          <p:spPr>
            <a:xfrm>
              <a:off x="5639521" y="19588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2" name="pt18362"/>
            <p:cNvSpPr/>
            <p:nvPr/>
          </p:nvSpPr>
          <p:spPr>
            <a:xfrm>
              <a:off x="5429040" y="22912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3" name="pt18363"/>
            <p:cNvSpPr/>
            <p:nvPr/>
          </p:nvSpPr>
          <p:spPr>
            <a:xfrm>
              <a:off x="5618943" y="20116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4" name="pt18364"/>
            <p:cNvSpPr/>
            <p:nvPr/>
          </p:nvSpPr>
          <p:spPr>
            <a:xfrm>
              <a:off x="5629383" y="20924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5" name="pt18365"/>
            <p:cNvSpPr/>
            <p:nvPr/>
          </p:nvSpPr>
          <p:spPr>
            <a:xfrm>
              <a:off x="5562582" y="22110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6" name="pt18366"/>
            <p:cNvSpPr/>
            <p:nvPr/>
          </p:nvSpPr>
          <p:spPr>
            <a:xfrm>
              <a:off x="5432463" y="22707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7" name="pt18367"/>
            <p:cNvSpPr/>
            <p:nvPr/>
          </p:nvSpPr>
          <p:spPr>
            <a:xfrm>
              <a:off x="5588010" y="22557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8" name="pt18368"/>
            <p:cNvSpPr/>
            <p:nvPr/>
          </p:nvSpPr>
          <p:spPr>
            <a:xfrm>
              <a:off x="5406499" y="22230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9" name="pt18369"/>
            <p:cNvSpPr/>
            <p:nvPr/>
          </p:nvSpPr>
          <p:spPr>
            <a:xfrm>
              <a:off x="5853416" y="21647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0" name="pt18370"/>
            <p:cNvSpPr/>
            <p:nvPr/>
          </p:nvSpPr>
          <p:spPr>
            <a:xfrm>
              <a:off x="5435329" y="21651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1" name="pt18371"/>
            <p:cNvSpPr/>
            <p:nvPr/>
          </p:nvSpPr>
          <p:spPr>
            <a:xfrm>
              <a:off x="5477709" y="20388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2" name="pt18372"/>
            <p:cNvSpPr/>
            <p:nvPr/>
          </p:nvSpPr>
          <p:spPr>
            <a:xfrm>
              <a:off x="5345998" y="22019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3" name="pt18373"/>
            <p:cNvSpPr/>
            <p:nvPr/>
          </p:nvSpPr>
          <p:spPr>
            <a:xfrm>
              <a:off x="5365813" y="22881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4" name="pt18374"/>
            <p:cNvSpPr/>
            <p:nvPr/>
          </p:nvSpPr>
          <p:spPr>
            <a:xfrm>
              <a:off x="5045292" y="24132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5" name="pt18375"/>
            <p:cNvSpPr/>
            <p:nvPr/>
          </p:nvSpPr>
          <p:spPr>
            <a:xfrm>
              <a:off x="5745874" y="19653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6" name="pt18376"/>
            <p:cNvSpPr/>
            <p:nvPr/>
          </p:nvSpPr>
          <p:spPr>
            <a:xfrm>
              <a:off x="5289839" y="20949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7" name="pt18377"/>
            <p:cNvSpPr/>
            <p:nvPr/>
          </p:nvSpPr>
          <p:spPr>
            <a:xfrm>
              <a:off x="5128426" y="25288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8" name="pt18378"/>
            <p:cNvSpPr/>
            <p:nvPr/>
          </p:nvSpPr>
          <p:spPr>
            <a:xfrm>
              <a:off x="5265776" y="21781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9" name="pt18379"/>
            <p:cNvSpPr/>
            <p:nvPr/>
          </p:nvSpPr>
          <p:spPr>
            <a:xfrm>
              <a:off x="5358185" y="22140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0" name="pt18380"/>
            <p:cNvSpPr/>
            <p:nvPr/>
          </p:nvSpPr>
          <p:spPr>
            <a:xfrm>
              <a:off x="5808801" y="19521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1" name="pt18381"/>
            <p:cNvSpPr/>
            <p:nvPr/>
          </p:nvSpPr>
          <p:spPr>
            <a:xfrm>
              <a:off x="5503557" y="20581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2" name="pt18382"/>
            <p:cNvSpPr/>
            <p:nvPr/>
          </p:nvSpPr>
          <p:spPr>
            <a:xfrm>
              <a:off x="5086127" y="25811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3" name="pt18383"/>
            <p:cNvSpPr/>
            <p:nvPr/>
          </p:nvSpPr>
          <p:spPr>
            <a:xfrm>
              <a:off x="5250267" y="19481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4" name="pt18384"/>
            <p:cNvSpPr/>
            <p:nvPr/>
          </p:nvSpPr>
          <p:spPr>
            <a:xfrm>
              <a:off x="5756353" y="19712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5" name="pt18385"/>
            <p:cNvSpPr/>
            <p:nvPr/>
          </p:nvSpPr>
          <p:spPr>
            <a:xfrm>
              <a:off x="5110934" y="21027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6" name="pt18386"/>
            <p:cNvSpPr/>
            <p:nvPr/>
          </p:nvSpPr>
          <p:spPr>
            <a:xfrm>
              <a:off x="5522675" y="21514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7" name="pt18387"/>
            <p:cNvSpPr/>
            <p:nvPr/>
          </p:nvSpPr>
          <p:spPr>
            <a:xfrm>
              <a:off x="5125406" y="25583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8" name="pt18388"/>
            <p:cNvSpPr/>
            <p:nvPr/>
          </p:nvSpPr>
          <p:spPr>
            <a:xfrm>
              <a:off x="5444948" y="22819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9" name="pt18389"/>
            <p:cNvSpPr/>
            <p:nvPr/>
          </p:nvSpPr>
          <p:spPr>
            <a:xfrm>
              <a:off x="5529299" y="21945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0" name="pt18390"/>
            <p:cNvSpPr/>
            <p:nvPr/>
          </p:nvSpPr>
          <p:spPr>
            <a:xfrm>
              <a:off x="5706752" y="20082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1" name="pt18391"/>
            <p:cNvSpPr/>
            <p:nvPr/>
          </p:nvSpPr>
          <p:spPr>
            <a:xfrm>
              <a:off x="5423779" y="21601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2" name="pt18392"/>
            <p:cNvSpPr/>
            <p:nvPr/>
          </p:nvSpPr>
          <p:spPr>
            <a:xfrm>
              <a:off x="5185783" y="25787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3" name="pt18393"/>
            <p:cNvSpPr/>
            <p:nvPr/>
          </p:nvSpPr>
          <p:spPr>
            <a:xfrm>
              <a:off x="5187049" y="23211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4" name="pt18394"/>
            <p:cNvSpPr/>
            <p:nvPr/>
          </p:nvSpPr>
          <p:spPr>
            <a:xfrm>
              <a:off x="5682878" y="17926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5" name="pt18395"/>
            <p:cNvSpPr/>
            <p:nvPr/>
          </p:nvSpPr>
          <p:spPr>
            <a:xfrm>
              <a:off x="5455594" y="22214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6" name="pt18396"/>
            <p:cNvSpPr/>
            <p:nvPr/>
          </p:nvSpPr>
          <p:spPr>
            <a:xfrm>
              <a:off x="5026682" y="22915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7" name="pt18397"/>
            <p:cNvSpPr/>
            <p:nvPr/>
          </p:nvSpPr>
          <p:spPr>
            <a:xfrm>
              <a:off x="5049375" y="24601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8" name="pt18398"/>
            <p:cNvSpPr/>
            <p:nvPr/>
          </p:nvSpPr>
          <p:spPr>
            <a:xfrm>
              <a:off x="5489821" y="21585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9" name="pt18399"/>
            <p:cNvSpPr/>
            <p:nvPr/>
          </p:nvSpPr>
          <p:spPr>
            <a:xfrm>
              <a:off x="5432822" y="22277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0" name="pt18400"/>
            <p:cNvSpPr/>
            <p:nvPr/>
          </p:nvSpPr>
          <p:spPr>
            <a:xfrm>
              <a:off x="5447018" y="22598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1" name="pt18401"/>
            <p:cNvSpPr/>
            <p:nvPr/>
          </p:nvSpPr>
          <p:spPr>
            <a:xfrm>
              <a:off x="5701102" y="19527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2" name="pt18402"/>
            <p:cNvSpPr/>
            <p:nvPr/>
          </p:nvSpPr>
          <p:spPr>
            <a:xfrm>
              <a:off x="5572485" y="22487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3" name="pt18403"/>
            <p:cNvSpPr/>
            <p:nvPr/>
          </p:nvSpPr>
          <p:spPr>
            <a:xfrm>
              <a:off x="5939031" y="17784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4" name="pt18404"/>
            <p:cNvSpPr/>
            <p:nvPr/>
          </p:nvSpPr>
          <p:spPr>
            <a:xfrm>
              <a:off x="5707078" y="21819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5" name="pt18405"/>
            <p:cNvSpPr/>
            <p:nvPr/>
          </p:nvSpPr>
          <p:spPr>
            <a:xfrm>
              <a:off x="5011569" y="27946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6" name="pt18406"/>
            <p:cNvSpPr/>
            <p:nvPr/>
          </p:nvSpPr>
          <p:spPr>
            <a:xfrm>
              <a:off x="5401340" y="2176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7" name="pt18407"/>
            <p:cNvSpPr/>
            <p:nvPr/>
          </p:nvSpPr>
          <p:spPr>
            <a:xfrm>
              <a:off x="5789756" y="19528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8" name="pt18408"/>
            <p:cNvSpPr/>
            <p:nvPr/>
          </p:nvSpPr>
          <p:spPr>
            <a:xfrm>
              <a:off x="6111279" y="16830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9" name="pt18409"/>
            <p:cNvSpPr/>
            <p:nvPr/>
          </p:nvSpPr>
          <p:spPr>
            <a:xfrm>
              <a:off x="5349867" y="22111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0" name="pt18410"/>
            <p:cNvSpPr/>
            <p:nvPr/>
          </p:nvSpPr>
          <p:spPr>
            <a:xfrm>
              <a:off x="5550886" y="2224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1" name="pt18411"/>
            <p:cNvSpPr/>
            <p:nvPr/>
          </p:nvSpPr>
          <p:spPr>
            <a:xfrm>
              <a:off x="5418709" y="2224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2" name="pt18412"/>
            <p:cNvSpPr/>
            <p:nvPr/>
          </p:nvSpPr>
          <p:spPr>
            <a:xfrm>
              <a:off x="5777737" y="19725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3" name="pt18413"/>
            <p:cNvSpPr/>
            <p:nvPr/>
          </p:nvSpPr>
          <p:spPr>
            <a:xfrm>
              <a:off x="5753957" y="18435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4" name="pt18414"/>
            <p:cNvSpPr/>
            <p:nvPr/>
          </p:nvSpPr>
          <p:spPr>
            <a:xfrm>
              <a:off x="5798174" y="18689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5" name="pt18415"/>
            <p:cNvSpPr/>
            <p:nvPr/>
          </p:nvSpPr>
          <p:spPr>
            <a:xfrm>
              <a:off x="5128328" y="27809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6" name="pt18416"/>
            <p:cNvSpPr/>
            <p:nvPr/>
          </p:nvSpPr>
          <p:spPr>
            <a:xfrm>
              <a:off x="5757414" y="20146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7" name="pt18417"/>
            <p:cNvSpPr/>
            <p:nvPr/>
          </p:nvSpPr>
          <p:spPr>
            <a:xfrm>
              <a:off x="5014271" y="26996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8" name="pt18418"/>
            <p:cNvSpPr/>
            <p:nvPr/>
          </p:nvSpPr>
          <p:spPr>
            <a:xfrm>
              <a:off x="5051975" y="22691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9" name="pt18419"/>
            <p:cNvSpPr/>
            <p:nvPr/>
          </p:nvSpPr>
          <p:spPr>
            <a:xfrm>
              <a:off x="5845214" y="17439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0" name="pt18420"/>
            <p:cNvSpPr/>
            <p:nvPr/>
          </p:nvSpPr>
          <p:spPr>
            <a:xfrm>
              <a:off x="5564067" y="2288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1" name="pt18421"/>
            <p:cNvSpPr/>
            <p:nvPr/>
          </p:nvSpPr>
          <p:spPr>
            <a:xfrm>
              <a:off x="4681575" y="24655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2" name="pt18422"/>
            <p:cNvSpPr/>
            <p:nvPr/>
          </p:nvSpPr>
          <p:spPr>
            <a:xfrm>
              <a:off x="5328134" y="21674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3" name="pt18423"/>
            <p:cNvSpPr/>
            <p:nvPr/>
          </p:nvSpPr>
          <p:spPr>
            <a:xfrm>
              <a:off x="5252965" y="20376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4" name="pt18424"/>
            <p:cNvSpPr/>
            <p:nvPr/>
          </p:nvSpPr>
          <p:spPr>
            <a:xfrm>
              <a:off x="5523805" y="20905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5" name="pt18425"/>
            <p:cNvSpPr/>
            <p:nvPr/>
          </p:nvSpPr>
          <p:spPr>
            <a:xfrm>
              <a:off x="5928212" y="12765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6" name="pt18426"/>
            <p:cNvSpPr/>
            <p:nvPr/>
          </p:nvSpPr>
          <p:spPr>
            <a:xfrm>
              <a:off x="5565629" y="21742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7" name="pt18427"/>
            <p:cNvSpPr/>
            <p:nvPr/>
          </p:nvSpPr>
          <p:spPr>
            <a:xfrm>
              <a:off x="5814396" y="18429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8" name="pt18428"/>
            <p:cNvSpPr/>
            <p:nvPr/>
          </p:nvSpPr>
          <p:spPr>
            <a:xfrm>
              <a:off x="5545796" y="20788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9" name="pt18429"/>
            <p:cNvSpPr/>
            <p:nvPr/>
          </p:nvSpPr>
          <p:spPr>
            <a:xfrm>
              <a:off x="5386607" y="21901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0" name="pt18430"/>
            <p:cNvSpPr/>
            <p:nvPr/>
          </p:nvSpPr>
          <p:spPr>
            <a:xfrm>
              <a:off x="5277834" y="23045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1" name="pt18431"/>
            <p:cNvSpPr/>
            <p:nvPr/>
          </p:nvSpPr>
          <p:spPr>
            <a:xfrm>
              <a:off x="5310740" y="19511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2" name="pt18432"/>
            <p:cNvSpPr/>
            <p:nvPr/>
          </p:nvSpPr>
          <p:spPr>
            <a:xfrm>
              <a:off x="5127756" y="25071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3" name="pt18433"/>
            <p:cNvSpPr/>
            <p:nvPr/>
          </p:nvSpPr>
          <p:spPr>
            <a:xfrm>
              <a:off x="5014810" y="25256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4" name="pt18434"/>
            <p:cNvSpPr/>
            <p:nvPr/>
          </p:nvSpPr>
          <p:spPr>
            <a:xfrm>
              <a:off x="5454957" y="21951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5" name="pt18435"/>
            <p:cNvSpPr/>
            <p:nvPr/>
          </p:nvSpPr>
          <p:spPr>
            <a:xfrm>
              <a:off x="5473935" y="19597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6" name="pt18436"/>
            <p:cNvSpPr/>
            <p:nvPr/>
          </p:nvSpPr>
          <p:spPr>
            <a:xfrm>
              <a:off x="5776296" y="19916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7" name="pt18437"/>
            <p:cNvSpPr/>
            <p:nvPr/>
          </p:nvSpPr>
          <p:spPr>
            <a:xfrm>
              <a:off x="5308142" y="20700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8" name="pt18438"/>
            <p:cNvSpPr/>
            <p:nvPr/>
          </p:nvSpPr>
          <p:spPr>
            <a:xfrm>
              <a:off x="5070939" y="2627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9" name="pt18439"/>
            <p:cNvSpPr/>
            <p:nvPr/>
          </p:nvSpPr>
          <p:spPr>
            <a:xfrm>
              <a:off x="5239877" y="22226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0" name="pt18440"/>
            <p:cNvSpPr/>
            <p:nvPr/>
          </p:nvSpPr>
          <p:spPr>
            <a:xfrm>
              <a:off x="5120572" y="25106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1" name="pt18441"/>
            <p:cNvSpPr/>
            <p:nvPr/>
          </p:nvSpPr>
          <p:spPr>
            <a:xfrm>
              <a:off x="5103195" y="19775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2" name="pt18442"/>
            <p:cNvSpPr/>
            <p:nvPr/>
          </p:nvSpPr>
          <p:spPr>
            <a:xfrm>
              <a:off x="5315582" y="22927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3" name="pt18443"/>
            <p:cNvSpPr/>
            <p:nvPr/>
          </p:nvSpPr>
          <p:spPr>
            <a:xfrm>
              <a:off x="4990177" y="26799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4" name="pt18444"/>
            <p:cNvSpPr/>
            <p:nvPr/>
          </p:nvSpPr>
          <p:spPr>
            <a:xfrm>
              <a:off x="5224249" y="23111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5" name="pt18445"/>
            <p:cNvSpPr/>
            <p:nvPr/>
          </p:nvSpPr>
          <p:spPr>
            <a:xfrm>
              <a:off x="5522517" y="21869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6" name="pt18446"/>
            <p:cNvSpPr/>
            <p:nvPr/>
          </p:nvSpPr>
          <p:spPr>
            <a:xfrm>
              <a:off x="5106201" y="16936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7" name="pt18447"/>
            <p:cNvSpPr/>
            <p:nvPr/>
          </p:nvSpPr>
          <p:spPr>
            <a:xfrm>
              <a:off x="5812253" y="20094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8" name="pt18448"/>
            <p:cNvSpPr/>
            <p:nvPr/>
          </p:nvSpPr>
          <p:spPr>
            <a:xfrm>
              <a:off x="5801092" y="17681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9" name="pt18449"/>
            <p:cNvSpPr/>
            <p:nvPr/>
          </p:nvSpPr>
          <p:spPr>
            <a:xfrm>
              <a:off x="5366487" y="23032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0" name="pt18450"/>
            <p:cNvSpPr/>
            <p:nvPr/>
          </p:nvSpPr>
          <p:spPr>
            <a:xfrm>
              <a:off x="5364984" y="22270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1" name="pt18451"/>
            <p:cNvSpPr/>
            <p:nvPr/>
          </p:nvSpPr>
          <p:spPr>
            <a:xfrm>
              <a:off x="5037824" y="20143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2" name="pt18452"/>
            <p:cNvSpPr/>
            <p:nvPr/>
          </p:nvSpPr>
          <p:spPr>
            <a:xfrm>
              <a:off x="5731200" y="19259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3" name="pt18453"/>
            <p:cNvSpPr/>
            <p:nvPr/>
          </p:nvSpPr>
          <p:spPr>
            <a:xfrm>
              <a:off x="5654959" y="20360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4" name="pt18454"/>
            <p:cNvSpPr/>
            <p:nvPr/>
          </p:nvSpPr>
          <p:spPr>
            <a:xfrm>
              <a:off x="5199428" y="23257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5" name="pt18455"/>
            <p:cNvSpPr/>
            <p:nvPr/>
          </p:nvSpPr>
          <p:spPr>
            <a:xfrm>
              <a:off x="5094057" y="24739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6" name="pt18456"/>
            <p:cNvSpPr/>
            <p:nvPr/>
          </p:nvSpPr>
          <p:spPr>
            <a:xfrm>
              <a:off x="5284277" y="22765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7" name="pt18457"/>
            <p:cNvSpPr/>
            <p:nvPr/>
          </p:nvSpPr>
          <p:spPr>
            <a:xfrm>
              <a:off x="5652844" y="20533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8" name="pt18458"/>
            <p:cNvSpPr/>
            <p:nvPr/>
          </p:nvSpPr>
          <p:spPr>
            <a:xfrm>
              <a:off x="5440386" y="22027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9" name="pt18459"/>
            <p:cNvSpPr/>
            <p:nvPr/>
          </p:nvSpPr>
          <p:spPr>
            <a:xfrm>
              <a:off x="5596561" y="20740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0" name="pt18460"/>
            <p:cNvSpPr/>
            <p:nvPr/>
          </p:nvSpPr>
          <p:spPr>
            <a:xfrm>
              <a:off x="5724841" y="17298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1" name="pt18461"/>
            <p:cNvSpPr/>
            <p:nvPr/>
          </p:nvSpPr>
          <p:spPr>
            <a:xfrm>
              <a:off x="5454650" y="22054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2" name="pt18462"/>
            <p:cNvSpPr/>
            <p:nvPr/>
          </p:nvSpPr>
          <p:spPr>
            <a:xfrm>
              <a:off x="5123082" y="24347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3" name="pt18463"/>
            <p:cNvSpPr/>
            <p:nvPr/>
          </p:nvSpPr>
          <p:spPr>
            <a:xfrm>
              <a:off x="5361525" y="21186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4" name="pt18464"/>
            <p:cNvSpPr/>
            <p:nvPr/>
          </p:nvSpPr>
          <p:spPr>
            <a:xfrm>
              <a:off x="5709012" y="19692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5" name="pt18465"/>
            <p:cNvSpPr/>
            <p:nvPr/>
          </p:nvSpPr>
          <p:spPr>
            <a:xfrm>
              <a:off x="5423258" y="20512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6" name="pt18466"/>
            <p:cNvSpPr/>
            <p:nvPr/>
          </p:nvSpPr>
          <p:spPr>
            <a:xfrm>
              <a:off x="5522850" y="21115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7" name="pt18467"/>
            <p:cNvSpPr/>
            <p:nvPr/>
          </p:nvSpPr>
          <p:spPr>
            <a:xfrm>
              <a:off x="5475533" y="20515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8" name="pt18468"/>
            <p:cNvSpPr/>
            <p:nvPr/>
          </p:nvSpPr>
          <p:spPr>
            <a:xfrm>
              <a:off x="5163914" y="27118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9" name="pt18469"/>
            <p:cNvSpPr/>
            <p:nvPr/>
          </p:nvSpPr>
          <p:spPr>
            <a:xfrm>
              <a:off x="5785003" y="17465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0" name="pt18470"/>
            <p:cNvSpPr/>
            <p:nvPr/>
          </p:nvSpPr>
          <p:spPr>
            <a:xfrm>
              <a:off x="5404626" y="21916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1" name="pt18471"/>
            <p:cNvSpPr/>
            <p:nvPr/>
          </p:nvSpPr>
          <p:spPr>
            <a:xfrm>
              <a:off x="5364938" y="22157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2" name="pt18472"/>
            <p:cNvSpPr/>
            <p:nvPr/>
          </p:nvSpPr>
          <p:spPr>
            <a:xfrm>
              <a:off x="5560084" y="23705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3" name="pt18473"/>
            <p:cNvSpPr/>
            <p:nvPr/>
          </p:nvSpPr>
          <p:spPr>
            <a:xfrm>
              <a:off x="5197454" y="23443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4" name="pt18474"/>
            <p:cNvSpPr/>
            <p:nvPr/>
          </p:nvSpPr>
          <p:spPr>
            <a:xfrm>
              <a:off x="5428842" y="22088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5" name="pt18475"/>
            <p:cNvSpPr/>
            <p:nvPr/>
          </p:nvSpPr>
          <p:spPr>
            <a:xfrm>
              <a:off x="5407805" y="22364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6" name="pt18476"/>
            <p:cNvSpPr/>
            <p:nvPr/>
          </p:nvSpPr>
          <p:spPr>
            <a:xfrm>
              <a:off x="5361079" y="21621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7" name="pt18477"/>
            <p:cNvSpPr/>
            <p:nvPr/>
          </p:nvSpPr>
          <p:spPr>
            <a:xfrm>
              <a:off x="4707574" y="23872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8" name="pt18478"/>
            <p:cNvSpPr/>
            <p:nvPr/>
          </p:nvSpPr>
          <p:spPr>
            <a:xfrm>
              <a:off x="5306719" y="21290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9" name="pt18479"/>
            <p:cNvSpPr/>
            <p:nvPr/>
          </p:nvSpPr>
          <p:spPr>
            <a:xfrm>
              <a:off x="5251550" y="20411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0" name="pt18480"/>
            <p:cNvSpPr/>
            <p:nvPr/>
          </p:nvSpPr>
          <p:spPr>
            <a:xfrm>
              <a:off x="5937685" y="19633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1" name="pt18481"/>
            <p:cNvSpPr/>
            <p:nvPr/>
          </p:nvSpPr>
          <p:spPr>
            <a:xfrm>
              <a:off x="5155830" y="26045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2" name="pt18482"/>
            <p:cNvSpPr/>
            <p:nvPr/>
          </p:nvSpPr>
          <p:spPr>
            <a:xfrm>
              <a:off x="5223404" y="21673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3" name="pt18483"/>
            <p:cNvSpPr/>
            <p:nvPr/>
          </p:nvSpPr>
          <p:spPr>
            <a:xfrm>
              <a:off x="5583461" y="23027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4" name="pt18484"/>
            <p:cNvSpPr/>
            <p:nvPr/>
          </p:nvSpPr>
          <p:spPr>
            <a:xfrm>
              <a:off x="5610738" y="20208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5" name="pt18485"/>
            <p:cNvSpPr/>
            <p:nvPr/>
          </p:nvSpPr>
          <p:spPr>
            <a:xfrm>
              <a:off x="5211243" y="20858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6" name="pt18486"/>
            <p:cNvSpPr/>
            <p:nvPr/>
          </p:nvSpPr>
          <p:spPr>
            <a:xfrm>
              <a:off x="4978773" y="27319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7" name="pt18487"/>
            <p:cNvSpPr/>
            <p:nvPr/>
          </p:nvSpPr>
          <p:spPr>
            <a:xfrm>
              <a:off x="5960083" y="16656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8" name="pt18488"/>
            <p:cNvSpPr/>
            <p:nvPr/>
          </p:nvSpPr>
          <p:spPr>
            <a:xfrm>
              <a:off x="5384706" y="2185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9" name="pt18489"/>
            <p:cNvSpPr/>
            <p:nvPr/>
          </p:nvSpPr>
          <p:spPr>
            <a:xfrm>
              <a:off x="5465036" y="20230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0" name="pt18490"/>
            <p:cNvSpPr/>
            <p:nvPr/>
          </p:nvSpPr>
          <p:spPr>
            <a:xfrm>
              <a:off x="5493152" y="21810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1" name="pt18491"/>
            <p:cNvSpPr/>
            <p:nvPr/>
          </p:nvSpPr>
          <p:spPr>
            <a:xfrm>
              <a:off x="5359131" y="22424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2" name="pt18492"/>
            <p:cNvSpPr/>
            <p:nvPr/>
          </p:nvSpPr>
          <p:spPr>
            <a:xfrm>
              <a:off x="5224986" y="21034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3" name="pt18493"/>
            <p:cNvSpPr/>
            <p:nvPr/>
          </p:nvSpPr>
          <p:spPr>
            <a:xfrm>
              <a:off x="5211889" y="19681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4" name="pt18494"/>
            <p:cNvSpPr/>
            <p:nvPr/>
          </p:nvSpPr>
          <p:spPr>
            <a:xfrm>
              <a:off x="5574735" y="22052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5" name="pt18495"/>
            <p:cNvSpPr/>
            <p:nvPr/>
          </p:nvSpPr>
          <p:spPr>
            <a:xfrm>
              <a:off x="5377536" y="22099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6" name="pt18496"/>
            <p:cNvSpPr/>
            <p:nvPr/>
          </p:nvSpPr>
          <p:spPr>
            <a:xfrm>
              <a:off x="5159149" y="25395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7" name="pt18497"/>
            <p:cNvSpPr/>
            <p:nvPr/>
          </p:nvSpPr>
          <p:spPr>
            <a:xfrm>
              <a:off x="5346103" y="22217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8" name="pt18498"/>
            <p:cNvSpPr/>
            <p:nvPr/>
          </p:nvSpPr>
          <p:spPr>
            <a:xfrm>
              <a:off x="5126828" y="26069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9" name="pt18499"/>
            <p:cNvSpPr/>
            <p:nvPr/>
          </p:nvSpPr>
          <p:spPr>
            <a:xfrm>
              <a:off x="5060477" y="24270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0" name="pt18500"/>
            <p:cNvSpPr/>
            <p:nvPr/>
          </p:nvSpPr>
          <p:spPr>
            <a:xfrm>
              <a:off x="5082532" y="25453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1" name="pt18501"/>
            <p:cNvSpPr/>
            <p:nvPr/>
          </p:nvSpPr>
          <p:spPr>
            <a:xfrm>
              <a:off x="5359549" y="21945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2" name="pt18502"/>
            <p:cNvSpPr/>
            <p:nvPr/>
          </p:nvSpPr>
          <p:spPr>
            <a:xfrm>
              <a:off x="5166438" y="26348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3" name="pt18503"/>
            <p:cNvSpPr/>
            <p:nvPr/>
          </p:nvSpPr>
          <p:spPr>
            <a:xfrm>
              <a:off x="5453134" y="21471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4" name="pt18504"/>
            <p:cNvSpPr/>
            <p:nvPr/>
          </p:nvSpPr>
          <p:spPr>
            <a:xfrm>
              <a:off x="5254680" y="20666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5" name="pt18505"/>
            <p:cNvSpPr/>
            <p:nvPr/>
          </p:nvSpPr>
          <p:spPr>
            <a:xfrm>
              <a:off x="5701941" y="19744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6" name="pt18506"/>
            <p:cNvSpPr/>
            <p:nvPr/>
          </p:nvSpPr>
          <p:spPr>
            <a:xfrm>
              <a:off x="5344302" y="22066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7" name="pt18507"/>
            <p:cNvSpPr/>
            <p:nvPr/>
          </p:nvSpPr>
          <p:spPr>
            <a:xfrm>
              <a:off x="5700787" y="18179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8" name="pt18508"/>
            <p:cNvSpPr/>
            <p:nvPr/>
          </p:nvSpPr>
          <p:spPr>
            <a:xfrm>
              <a:off x="5125993" y="27690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9" name="pt18509"/>
            <p:cNvSpPr/>
            <p:nvPr/>
          </p:nvSpPr>
          <p:spPr>
            <a:xfrm>
              <a:off x="5677028" y="18883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0" name="pt18510"/>
            <p:cNvSpPr/>
            <p:nvPr/>
          </p:nvSpPr>
          <p:spPr>
            <a:xfrm>
              <a:off x="5207564" y="22199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1" name="pt18511"/>
            <p:cNvSpPr/>
            <p:nvPr/>
          </p:nvSpPr>
          <p:spPr>
            <a:xfrm>
              <a:off x="5233675" y="21691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2" name="pt18512"/>
            <p:cNvSpPr/>
            <p:nvPr/>
          </p:nvSpPr>
          <p:spPr>
            <a:xfrm>
              <a:off x="5542308" y="19643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3" name="pt18513"/>
            <p:cNvSpPr/>
            <p:nvPr/>
          </p:nvSpPr>
          <p:spPr>
            <a:xfrm>
              <a:off x="5930383" y="15658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4" name="pt18514"/>
            <p:cNvSpPr/>
            <p:nvPr/>
          </p:nvSpPr>
          <p:spPr>
            <a:xfrm>
              <a:off x="5506761" y="21732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5" name="pt18515"/>
            <p:cNvSpPr/>
            <p:nvPr/>
          </p:nvSpPr>
          <p:spPr>
            <a:xfrm>
              <a:off x="5531209" y="21761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6" name="pt18516"/>
            <p:cNvSpPr/>
            <p:nvPr/>
          </p:nvSpPr>
          <p:spPr>
            <a:xfrm>
              <a:off x="5535101" y="21038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7" name="pt18517"/>
            <p:cNvSpPr/>
            <p:nvPr/>
          </p:nvSpPr>
          <p:spPr>
            <a:xfrm>
              <a:off x="6129976" y="17750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8" name="pt18518"/>
            <p:cNvSpPr/>
            <p:nvPr/>
          </p:nvSpPr>
          <p:spPr>
            <a:xfrm>
              <a:off x="5559573" y="21950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9" name="pt18519"/>
            <p:cNvSpPr/>
            <p:nvPr/>
          </p:nvSpPr>
          <p:spPr>
            <a:xfrm>
              <a:off x="5429800" y="22140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0" name="pt18520"/>
            <p:cNvSpPr/>
            <p:nvPr/>
          </p:nvSpPr>
          <p:spPr>
            <a:xfrm>
              <a:off x="5630365" y="20595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1" name="pt18521"/>
            <p:cNvSpPr/>
            <p:nvPr/>
          </p:nvSpPr>
          <p:spPr>
            <a:xfrm>
              <a:off x="5667025" y="19299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2" name="pt18522"/>
            <p:cNvSpPr/>
            <p:nvPr/>
          </p:nvSpPr>
          <p:spPr>
            <a:xfrm>
              <a:off x="5531068" y="21732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3" name="pt18523"/>
            <p:cNvSpPr/>
            <p:nvPr/>
          </p:nvSpPr>
          <p:spPr>
            <a:xfrm>
              <a:off x="5202828" y="21284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4" name="pt18524"/>
            <p:cNvSpPr/>
            <p:nvPr/>
          </p:nvSpPr>
          <p:spPr>
            <a:xfrm>
              <a:off x="5827885" y="17773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5" name="pt18525"/>
            <p:cNvSpPr/>
            <p:nvPr/>
          </p:nvSpPr>
          <p:spPr>
            <a:xfrm>
              <a:off x="5798751" y="18664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6" name="pt18526"/>
            <p:cNvSpPr/>
            <p:nvPr/>
          </p:nvSpPr>
          <p:spPr>
            <a:xfrm>
              <a:off x="5230963" y="20753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7" name="pt18527"/>
            <p:cNvSpPr/>
            <p:nvPr/>
          </p:nvSpPr>
          <p:spPr>
            <a:xfrm>
              <a:off x="5382755" y="21756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8" name="pt18528"/>
            <p:cNvSpPr/>
            <p:nvPr/>
          </p:nvSpPr>
          <p:spPr>
            <a:xfrm>
              <a:off x="5846022" y="19817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9" name="pt18529"/>
            <p:cNvSpPr/>
            <p:nvPr/>
          </p:nvSpPr>
          <p:spPr>
            <a:xfrm>
              <a:off x="5293506" y="21691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0" name="pt18530"/>
            <p:cNvSpPr/>
            <p:nvPr/>
          </p:nvSpPr>
          <p:spPr>
            <a:xfrm>
              <a:off x="5407630" y="21443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1" name="pt18531"/>
            <p:cNvSpPr/>
            <p:nvPr/>
          </p:nvSpPr>
          <p:spPr>
            <a:xfrm>
              <a:off x="5344619" y="22084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2" name="pt18532"/>
            <p:cNvSpPr/>
            <p:nvPr/>
          </p:nvSpPr>
          <p:spPr>
            <a:xfrm>
              <a:off x="5249383" y="17265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3" name="pt18533"/>
            <p:cNvSpPr/>
            <p:nvPr/>
          </p:nvSpPr>
          <p:spPr>
            <a:xfrm>
              <a:off x="5569918" y="21824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4" name="pt18534"/>
            <p:cNvSpPr/>
            <p:nvPr/>
          </p:nvSpPr>
          <p:spPr>
            <a:xfrm>
              <a:off x="4939501" y="17596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5" name="pt18535"/>
            <p:cNvSpPr/>
            <p:nvPr/>
          </p:nvSpPr>
          <p:spPr>
            <a:xfrm>
              <a:off x="5524478" y="20879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6" name="pt18536"/>
            <p:cNvSpPr/>
            <p:nvPr/>
          </p:nvSpPr>
          <p:spPr>
            <a:xfrm>
              <a:off x="5344390" y="2151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7" name="pt18537"/>
            <p:cNvSpPr/>
            <p:nvPr/>
          </p:nvSpPr>
          <p:spPr>
            <a:xfrm>
              <a:off x="5346472" y="21499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8" name="pt18538"/>
            <p:cNvSpPr/>
            <p:nvPr/>
          </p:nvSpPr>
          <p:spPr>
            <a:xfrm>
              <a:off x="5569724" y="22396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9" name="pt18539"/>
            <p:cNvSpPr/>
            <p:nvPr/>
          </p:nvSpPr>
          <p:spPr>
            <a:xfrm>
              <a:off x="5588480" y="23206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0" name="pt18540"/>
            <p:cNvSpPr/>
            <p:nvPr/>
          </p:nvSpPr>
          <p:spPr>
            <a:xfrm>
              <a:off x="5152777" y="27713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1" name="pt18541"/>
            <p:cNvSpPr/>
            <p:nvPr/>
          </p:nvSpPr>
          <p:spPr>
            <a:xfrm>
              <a:off x="5484884" y="20163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2" name="pt18542"/>
            <p:cNvSpPr/>
            <p:nvPr/>
          </p:nvSpPr>
          <p:spPr>
            <a:xfrm>
              <a:off x="5382427" y="22371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3" name="pt18543"/>
            <p:cNvSpPr/>
            <p:nvPr/>
          </p:nvSpPr>
          <p:spPr>
            <a:xfrm>
              <a:off x="5609247" y="20665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4" name="pt18544"/>
            <p:cNvSpPr/>
            <p:nvPr/>
          </p:nvSpPr>
          <p:spPr>
            <a:xfrm>
              <a:off x="5406975" y="23068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5" name="pt18545"/>
            <p:cNvSpPr/>
            <p:nvPr/>
          </p:nvSpPr>
          <p:spPr>
            <a:xfrm>
              <a:off x="5594363" y="22146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6" name="pt18546"/>
            <p:cNvSpPr/>
            <p:nvPr/>
          </p:nvSpPr>
          <p:spPr>
            <a:xfrm>
              <a:off x="5717715" y="21389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7" name="pt18547"/>
            <p:cNvSpPr/>
            <p:nvPr/>
          </p:nvSpPr>
          <p:spPr>
            <a:xfrm>
              <a:off x="5411922" y="2244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8" name="pt18548"/>
            <p:cNvSpPr/>
            <p:nvPr/>
          </p:nvSpPr>
          <p:spPr>
            <a:xfrm>
              <a:off x="5296664" y="21491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9" name="pt18549"/>
            <p:cNvSpPr/>
            <p:nvPr/>
          </p:nvSpPr>
          <p:spPr>
            <a:xfrm>
              <a:off x="5818630" y="18491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0" name="pt18550"/>
            <p:cNvSpPr/>
            <p:nvPr/>
          </p:nvSpPr>
          <p:spPr>
            <a:xfrm>
              <a:off x="5186955" y="23107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1" name="pt18551"/>
            <p:cNvSpPr/>
            <p:nvPr/>
          </p:nvSpPr>
          <p:spPr>
            <a:xfrm>
              <a:off x="5435675" y="22745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2" name="pt18552"/>
            <p:cNvSpPr/>
            <p:nvPr/>
          </p:nvSpPr>
          <p:spPr>
            <a:xfrm>
              <a:off x="5567082" y="21690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3" name="pt18553"/>
            <p:cNvSpPr/>
            <p:nvPr/>
          </p:nvSpPr>
          <p:spPr>
            <a:xfrm>
              <a:off x="5476106" y="20279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4" name="pt18554"/>
            <p:cNvSpPr/>
            <p:nvPr/>
          </p:nvSpPr>
          <p:spPr>
            <a:xfrm>
              <a:off x="5568587" y="22654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5" name="pt18555"/>
            <p:cNvSpPr/>
            <p:nvPr/>
          </p:nvSpPr>
          <p:spPr>
            <a:xfrm>
              <a:off x="5471450" y="19479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6" name="pt18556"/>
            <p:cNvSpPr/>
            <p:nvPr/>
          </p:nvSpPr>
          <p:spPr>
            <a:xfrm>
              <a:off x="5041747" y="21325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7" name="pt18557"/>
            <p:cNvSpPr/>
            <p:nvPr/>
          </p:nvSpPr>
          <p:spPr>
            <a:xfrm>
              <a:off x="5407324" y="22408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8" name="pt18558"/>
            <p:cNvSpPr/>
            <p:nvPr/>
          </p:nvSpPr>
          <p:spPr>
            <a:xfrm>
              <a:off x="5898382" y="17901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9" name="pt18559"/>
            <p:cNvSpPr/>
            <p:nvPr/>
          </p:nvSpPr>
          <p:spPr>
            <a:xfrm>
              <a:off x="5461627" y="21981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0" name="pt18560"/>
            <p:cNvSpPr/>
            <p:nvPr/>
          </p:nvSpPr>
          <p:spPr>
            <a:xfrm>
              <a:off x="5500129" y="23092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1" name="pt18561"/>
            <p:cNvSpPr/>
            <p:nvPr/>
          </p:nvSpPr>
          <p:spPr>
            <a:xfrm>
              <a:off x="5130218" y="25773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2" name="pt18562"/>
            <p:cNvSpPr/>
            <p:nvPr/>
          </p:nvSpPr>
          <p:spPr>
            <a:xfrm>
              <a:off x="5180748" y="25425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3" name="pt18563"/>
            <p:cNvSpPr/>
            <p:nvPr/>
          </p:nvSpPr>
          <p:spPr>
            <a:xfrm>
              <a:off x="5497382" y="20421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4" name="pt18564"/>
            <p:cNvSpPr/>
            <p:nvPr/>
          </p:nvSpPr>
          <p:spPr>
            <a:xfrm>
              <a:off x="5279016" y="22438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5" name="pt18565"/>
            <p:cNvSpPr/>
            <p:nvPr/>
          </p:nvSpPr>
          <p:spPr>
            <a:xfrm>
              <a:off x="5030977" y="22413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6" name="pt18566"/>
            <p:cNvSpPr/>
            <p:nvPr/>
          </p:nvSpPr>
          <p:spPr>
            <a:xfrm>
              <a:off x="5116588" y="26252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7" name="pt18567"/>
            <p:cNvSpPr/>
            <p:nvPr/>
          </p:nvSpPr>
          <p:spPr>
            <a:xfrm>
              <a:off x="5442871" y="22336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8" name="pt18568"/>
            <p:cNvSpPr/>
            <p:nvPr/>
          </p:nvSpPr>
          <p:spPr>
            <a:xfrm>
              <a:off x="5239687" y="22185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9" name="pt18569"/>
            <p:cNvSpPr/>
            <p:nvPr/>
          </p:nvSpPr>
          <p:spPr>
            <a:xfrm>
              <a:off x="5164199" y="24914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0" name="pt18570"/>
            <p:cNvSpPr/>
            <p:nvPr/>
          </p:nvSpPr>
          <p:spPr>
            <a:xfrm>
              <a:off x="5473503" y="19653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1" name="pt18571"/>
            <p:cNvSpPr/>
            <p:nvPr/>
          </p:nvSpPr>
          <p:spPr>
            <a:xfrm>
              <a:off x="5539161" y="20079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2" name="pt18572"/>
            <p:cNvSpPr/>
            <p:nvPr/>
          </p:nvSpPr>
          <p:spPr>
            <a:xfrm>
              <a:off x="5600344" y="21413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3" name="pt18573"/>
            <p:cNvSpPr/>
            <p:nvPr/>
          </p:nvSpPr>
          <p:spPr>
            <a:xfrm>
              <a:off x="5391427" y="21495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4" name="pt18574"/>
            <p:cNvSpPr/>
            <p:nvPr/>
          </p:nvSpPr>
          <p:spPr>
            <a:xfrm>
              <a:off x="5181997" y="2549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5" name="pt18575"/>
            <p:cNvSpPr/>
            <p:nvPr/>
          </p:nvSpPr>
          <p:spPr>
            <a:xfrm>
              <a:off x="5829800" y="1848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6" name="pt18576"/>
            <p:cNvSpPr/>
            <p:nvPr/>
          </p:nvSpPr>
          <p:spPr>
            <a:xfrm>
              <a:off x="5686308" y="17810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7" name="pt18577"/>
            <p:cNvSpPr/>
            <p:nvPr/>
          </p:nvSpPr>
          <p:spPr>
            <a:xfrm>
              <a:off x="5729025" y="17465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8" name="pt18578"/>
            <p:cNvSpPr/>
            <p:nvPr/>
          </p:nvSpPr>
          <p:spPr>
            <a:xfrm>
              <a:off x="5136979" y="25081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9" name="pt18579"/>
            <p:cNvSpPr/>
            <p:nvPr/>
          </p:nvSpPr>
          <p:spPr>
            <a:xfrm>
              <a:off x="5849938" y="19982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0" name="pt18580"/>
            <p:cNvSpPr/>
            <p:nvPr/>
          </p:nvSpPr>
          <p:spPr>
            <a:xfrm>
              <a:off x="5960650" y="15995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1" name="pt18581"/>
            <p:cNvSpPr/>
            <p:nvPr/>
          </p:nvSpPr>
          <p:spPr>
            <a:xfrm>
              <a:off x="5422998" y="21650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2" name="pt18582"/>
            <p:cNvSpPr/>
            <p:nvPr/>
          </p:nvSpPr>
          <p:spPr>
            <a:xfrm>
              <a:off x="5731198" y="18270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3" name="pt18583"/>
            <p:cNvSpPr/>
            <p:nvPr/>
          </p:nvSpPr>
          <p:spPr>
            <a:xfrm>
              <a:off x="5430101" y="23684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4" name="pt18584"/>
            <p:cNvSpPr/>
            <p:nvPr/>
          </p:nvSpPr>
          <p:spPr>
            <a:xfrm>
              <a:off x="5847599" y="18173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5" name="pt18585"/>
            <p:cNvSpPr/>
            <p:nvPr/>
          </p:nvSpPr>
          <p:spPr>
            <a:xfrm>
              <a:off x="5574004" y="23053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6" name="pt18586"/>
            <p:cNvSpPr/>
            <p:nvPr/>
          </p:nvSpPr>
          <p:spPr>
            <a:xfrm>
              <a:off x="5469210" y="20028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7" name="pt18587"/>
            <p:cNvSpPr/>
            <p:nvPr/>
          </p:nvSpPr>
          <p:spPr>
            <a:xfrm>
              <a:off x="5122503" y="26931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8" name="pt18588"/>
            <p:cNvSpPr/>
            <p:nvPr/>
          </p:nvSpPr>
          <p:spPr>
            <a:xfrm>
              <a:off x="5452909" y="21958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9" name="pt18589"/>
            <p:cNvSpPr/>
            <p:nvPr/>
          </p:nvSpPr>
          <p:spPr>
            <a:xfrm>
              <a:off x="5501897" y="23012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0" name="pt18590"/>
            <p:cNvSpPr/>
            <p:nvPr/>
          </p:nvSpPr>
          <p:spPr>
            <a:xfrm>
              <a:off x="5823061" y="19272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1" name="pt18591"/>
            <p:cNvSpPr/>
            <p:nvPr/>
          </p:nvSpPr>
          <p:spPr>
            <a:xfrm>
              <a:off x="5624497" y="18305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2" name="pt18592"/>
            <p:cNvSpPr/>
            <p:nvPr/>
          </p:nvSpPr>
          <p:spPr>
            <a:xfrm>
              <a:off x="5112565" y="22590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3" name="pt18593"/>
            <p:cNvSpPr/>
            <p:nvPr/>
          </p:nvSpPr>
          <p:spPr>
            <a:xfrm>
              <a:off x="5226097" y="21909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4" name="pt18594"/>
            <p:cNvSpPr/>
            <p:nvPr/>
          </p:nvSpPr>
          <p:spPr>
            <a:xfrm>
              <a:off x="5725411" y="18193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5" name="pt18595"/>
            <p:cNvSpPr/>
            <p:nvPr/>
          </p:nvSpPr>
          <p:spPr>
            <a:xfrm>
              <a:off x="5374004" y="2244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6" name="pt18596"/>
            <p:cNvSpPr/>
            <p:nvPr/>
          </p:nvSpPr>
          <p:spPr>
            <a:xfrm>
              <a:off x="5152603" y="26112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7" name="pt18597"/>
            <p:cNvSpPr/>
            <p:nvPr/>
          </p:nvSpPr>
          <p:spPr>
            <a:xfrm>
              <a:off x="5560530" y="22869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8" name="pt18598"/>
            <p:cNvSpPr/>
            <p:nvPr/>
          </p:nvSpPr>
          <p:spPr>
            <a:xfrm>
              <a:off x="5768487" y="19771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9" name="pt18599"/>
            <p:cNvSpPr/>
            <p:nvPr/>
          </p:nvSpPr>
          <p:spPr>
            <a:xfrm>
              <a:off x="5964335" y="16522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0" name="pt18600"/>
            <p:cNvSpPr/>
            <p:nvPr/>
          </p:nvSpPr>
          <p:spPr>
            <a:xfrm>
              <a:off x="5630329" y="21983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1" name="pt18601"/>
            <p:cNvSpPr/>
            <p:nvPr/>
          </p:nvSpPr>
          <p:spPr>
            <a:xfrm>
              <a:off x="5020378" y="25574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2" name="pt18602"/>
            <p:cNvSpPr/>
            <p:nvPr/>
          </p:nvSpPr>
          <p:spPr>
            <a:xfrm>
              <a:off x="5605199" y="2061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3" name="pt18603"/>
            <p:cNvSpPr/>
            <p:nvPr/>
          </p:nvSpPr>
          <p:spPr>
            <a:xfrm>
              <a:off x="5547270" y="22020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4" name="pt18604"/>
            <p:cNvSpPr/>
            <p:nvPr/>
          </p:nvSpPr>
          <p:spPr>
            <a:xfrm>
              <a:off x="5565146" y="22038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5" name="pt18605"/>
            <p:cNvSpPr/>
            <p:nvPr/>
          </p:nvSpPr>
          <p:spPr>
            <a:xfrm>
              <a:off x="5667831" y="18524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6" name="pt18606"/>
            <p:cNvSpPr/>
            <p:nvPr/>
          </p:nvSpPr>
          <p:spPr>
            <a:xfrm>
              <a:off x="5535062" y="22997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7" name="pt18607"/>
            <p:cNvSpPr/>
            <p:nvPr/>
          </p:nvSpPr>
          <p:spPr>
            <a:xfrm>
              <a:off x="5185788" y="25355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8" name="pt18608"/>
            <p:cNvSpPr/>
            <p:nvPr/>
          </p:nvSpPr>
          <p:spPr>
            <a:xfrm>
              <a:off x="5256754" y="21831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9" name="pt18609"/>
            <p:cNvSpPr/>
            <p:nvPr/>
          </p:nvSpPr>
          <p:spPr>
            <a:xfrm>
              <a:off x="5483749" y="19988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0" name="pt18610"/>
            <p:cNvSpPr/>
            <p:nvPr/>
          </p:nvSpPr>
          <p:spPr>
            <a:xfrm>
              <a:off x="5791510" y="19801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1" name="pt18611"/>
            <p:cNvSpPr/>
            <p:nvPr/>
          </p:nvSpPr>
          <p:spPr>
            <a:xfrm>
              <a:off x="5367217" y="22170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2" name="pt18612"/>
            <p:cNvSpPr/>
            <p:nvPr/>
          </p:nvSpPr>
          <p:spPr>
            <a:xfrm>
              <a:off x="5174337" y="26909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3" name="pt18613"/>
            <p:cNvSpPr/>
            <p:nvPr/>
          </p:nvSpPr>
          <p:spPr>
            <a:xfrm>
              <a:off x="5621986" y="20478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4" name="pt18614"/>
            <p:cNvSpPr/>
            <p:nvPr/>
          </p:nvSpPr>
          <p:spPr>
            <a:xfrm>
              <a:off x="5296029" y="21573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5" name="pt18615"/>
            <p:cNvSpPr/>
            <p:nvPr/>
          </p:nvSpPr>
          <p:spPr>
            <a:xfrm>
              <a:off x="5204682" y="22146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6" name="pt18616"/>
            <p:cNvSpPr/>
            <p:nvPr/>
          </p:nvSpPr>
          <p:spPr>
            <a:xfrm>
              <a:off x="5312998" y="20765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7" name="pt18617"/>
            <p:cNvSpPr/>
            <p:nvPr/>
          </p:nvSpPr>
          <p:spPr>
            <a:xfrm>
              <a:off x="5601550" y="19826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8" name="pt18618"/>
            <p:cNvSpPr/>
            <p:nvPr/>
          </p:nvSpPr>
          <p:spPr>
            <a:xfrm>
              <a:off x="5440622" y="23247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9" name="pt18619"/>
            <p:cNvSpPr/>
            <p:nvPr/>
          </p:nvSpPr>
          <p:spPr>
            <a:xfrm>
              <a:off x="5510450" y="23385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0" name="pt18620"/>
            <p:cNvSpPr/>
            <p:nvPr/>
          </p:nvSpPr>
          <p:spPr>
            <a:xfrm>
              <a:off x="5683912" y="16097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1" name="pt18621"/>
            <p:cNvSpPr/>
            <p:nvPr/>
          </p:nvSpPr>
          <p:spPr>
            <a:xfrm>
              <a:off x="5291494" y="21555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2" name="pt18622"/>
            <p:cNvSpPr/>
            <p:nvPr/>
          </p:nvSpPr>
          <p:spPr>
            <a:xfrm>
              <a:off x="5572024" y="22004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3" name="pt18623"/>
            <p:cNvSpPr/>
            <p:nvPr/>
          </p:nvSpPr>
          <p:spPr>
            <a:xfrm>
              <a:off x="5307490" y="1565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4" name="pt18624"/>
            <p:cNvSpPr/>
            <p:nvPr/>
          </p:nvSpPr>
          <p:spPr>
            <a:xfrm>
              <a:off x="5341518" y="21537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5" name="pt18625"/>
            <p:cNvSpPr/>
            <p:nvPr/>
          </p:nvSpPr>
          <p:spPr>
            <a:xfrm>
              <a:off x="5691598" y="17614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6" name="pt18626"/>
            <p:cNvSpPr/>
            <p:nvPr/>
          </p:nvSpPr>
          <p:spPr>
            <a:xfrm>
              <a:off x="5647715" y="19752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7" name="pt18627"/>
            <p:cNvSpPr/>
            <p:nvPr/>
          </p:nvSpPr>
          <p:spPr>
            <a:xfrm>
              <a:off x="5878838" y="19779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8" name="pt18628"/>
            <p:cNvSpPr/>
            <p:nvPr/>
          </p:nvSpPr>
          <p:spPr>
            <a:xfrm>
              <a:off x="5460226" y="21012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9" name="pt18629"/>
            <p:cNvSpPr/>
            <p:nvPr/>
          </p:nvSpPr>
          <p:spPr>
            <a:xfrm>
              <a:off x="5292563" y="22321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0" name="pt18630"/>
            <p:cNvSpPr/>
            <p:nvPr/>
          </p:nvSpPr>
          <p:spPr>
            <a:xfrm>
              <a:off x="5295766" y="21017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1" name="pt18631"/>
            <p:cNvSpPr/>
            <p:nvPr/>
          </p:nvSpPr>
          <p:spPr>
            <a:xfrm>
              <a:off x="5449212" y="22775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2" name="pt18632"/>
            <p:cNvSpPr/>
            <p:nvPr/>
          </p:nvSpPr>
          <p:spPr>
            <a:xfrm>
              <a:off x="5564623" y="21788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3" name="pt18633"/>
            <p:cNvSpPr/>
            <p:nvPr/>
          </p:nvSpPr>
          <p:spPr>
            <a:xfrm>
              <a:off x="5464516" y="1980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4" name="pt18634"/>
            <p:cNvSpPr/>
            <p:nvPr/>
          </p:nvSpPr>
          <p:spPr>
            <a:xfrm>
              <a:off x="5747821" y="22496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5" name="pt18635"/>
            <p:cNvSpPr/>
            <p:nvPr/>
          </p:nvSpPr>
          <p:spPr>
            <a:xfrm>
              <a:off x="4933042" y="15847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6" name="pt18636"/>
            <p:cNvSpPr/>
            <p:nvPr/>
          </p:nvSpPr>
          <p:spPr>
            <a:xfrm>
              <a:off x="5207269" y="23225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7" name="pt18637"/>
            <p:cNvSpPr/>
            <p:nvPr/>
          </p:nvSpPr>
          <p:spPr>
            <a:xfrm>
              <a:off x="5347315" y="21596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8" name="pt18638"/>
            <p:cNvSpPr/>
            <p:nvPr/>
          </p:nvSpPr>
          <p:spPr>
            <a:xfrm>
              <a:off x="5292543" y="22596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9" name="pt18639"/>
            <p:cNvSpPr/>
            <p:nvPr/>
          </p:nvSpPr>
          <p:spPr>
            <a:xfrm>
              <a:off x="5137204" y="26319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0" name="pt18640"/>
            <p:cNvSpPr/>
            <p:nvPr/>
          </p:nvSpPr>
          <p:spPr>
            <a:xfrm>
              <a:off x="5637390" y="20035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1" name="pt18641"/>
            <p:cNvSpPr/>
            <p:nvPr/>
          </p:nvSpPr>
          <p:spPr>
            <a:xfrm>
              <a:off x="5705193" y="20114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2" name="pt18642"/>
            <p:cNvSpPr/>
            <p:nvPr/>
          </p:nvSpPr>
          <p:spPr>
            <a:xfrm>
              <a:off x="5436606" y="22746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3" name="pt18643"/>
            <p:cNvSpPr/>
            <p:nvPr/>
          </p:nvSpPr>
          <p:spPr>
            <a:xfrm>
              <a:off x="5286500" y="21045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4" name="pt18644"/>
            <p:cNvSpPr/>
            <p:nvPr/>
          </p:nvSpPr>
          <p:spPr>
            <a:xfrm>
              <a:off x="5706941" y="20123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5" name="pt18645"/>
            <p:cNvSpPr/>
            <p:nvPr/>
          </p:nvSpPr>
          <p:spPr>
            <a:xfrm>
              <a:off x="5371243" y="22479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6" name="pt18646"/>
            <p:cNvSpPr/>
            <p:nvPr/>
          </p:nvSpPr>
          <p:spPr>
            <a:xfrm>
              <a:off x="4988951" y="25476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7" name="pt18647"/>
            <p:cNvSpPr/>
            <p:nvPr/>
          </p:nvSpPr>
          <p:spPr>
            <a:xfrm>
              <a:off x="5249580" y="17546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8" name="pt18648"/>
            <p:cNvSpPr/>
            <p:nvPr/>
          </p:nvSpPr>
          <p:spPr>
            <a:xfrm>
              <a:off x="5237826" y="2151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9" name="pt18649"/>
            <p:cNvSpPr/>
            <p:nvPr/>
          </p:nvSpPr>
          <p:spPr>
            <a:xfrm>
              <a:off x="5392769" y="20801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0" name="pt18650"/>
            <p:cNvSpPr/>
            <p:nvPr/>
          </p:nvSpPr>
          <p:spPr>
            <a:xfrm>
              <a:off x="5303138" y="2169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1" name="pt18651"/>
            <p:cNvSpPr/>
            <p:nvPr/>
          </p:nvSpPr>
          <p:spPr>
            <a:xfrm>
              <a:off x="4952410" y="18859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2" name="pt18652"/>
            <p:cNvSpPr/>
            <p:nvPr/>
          </p:nvSpPr>
          <p:spPr>
            <a:xfrm>
              <a:off x="5647713" y="20528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3" name="pt18653"/>
            <p:cNvSpPr/>
            <p:nvPr/>
          </p:nvSpPr>
          <p:spPr>
            <a:xfrm>
              <a:off x="5789056" y="18768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4" name="pt18654"/>
            <p:cNvSpPr/>
            <p:nvPr/>
          </p:nvSpPr>
          <p:spPr>
            <a:xfrm>
              <a:off x="4978923" y="24268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5" name="pt18655"/>
            <p:cNvSpPr/>
            <p:nvPr/>
          </p:nvSpPr>
          <p:spPr>
            <a:xfrm>
              <a:off x="5408789" y="21733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6" name="pt18656"/>
            <p:cNvSpPr/>
            <p:nvPr/>
          </p:nvSpPr>
          <p:spPr>
            <a:xfrm>
              <a:off x="5801434" y="20908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7" name="pt18657"/>
            <p:cNvSpPr/>
            <p:nvPr/>
          </p:nvSpPr>
          <p:spPr>
            <a:xfrm>
              <a:off x="5856593" y="18356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8" name="pt18658"/>
            <p:cNvSpPr/>
            <p:nvPr/>
          </p:nvSpPr>
          <p:spPr>
            <a:xfrm>
              <a:off x="5487141" y="20895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9" name="pt18659"/>
            <p:cNvSpPr/>
            <p:nvPr/>
          </p:nvSpPr>
          <p:spPr>
            <a:xfrm>
              <a:off x="5401213" y="21542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0" name="pt18660"/>
            <p:cNvSpPr/>
            <p:nvPr/>
          </p:nvSpPr>
          <p:spPr>
            <a:xfrm>
              <a:off x="5135651" y="25632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1" name="pt18661"/>
            <p:cNvSpPr/>
            <p:nvPr/>
          </p:nvSpPr>
          <p:spPr>
            <a:xfrm>
              <a:off x="5091331" y="28642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2" name="pt18662"/>
            <p:cNvSpPr/>
            <p:nvPr/>
          </p:nvSpPr>
          <p:spPr>
            <a:xfrm>
              <a:off x="4910884" y="26602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3" name="pt18663"/>
            <p:cNvSpPr/>
            <p:nvPr/>
          </p:nvSpPr>
          <p:spPr>
            <a:xfrm>
              <a:off x="5838626" y="18937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4" name="pt18664"/>
            <p:cNvSpPr/>
            <p:nvPr/>
          </p:nvSpPr>
          <p:spPr>
            <a:xfrm>
              <a:off x="5455097" y="21352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5" name="pt18665"/>
            <p:cNvSpPr/>
            <p:nvPr/>
          </p:nvSpPr>
          <p:spPr>
            <a:xfrm>
              <a:off x="5083806" y="25427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6" name="pt18666"/>
            <p:cNvSpPr/>
            <p:nvPr/>
          </p:nvSpPr>
          <p:spPr>
            <a:xfrm>
              <a:off x="5342325" y="22259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7" name="pt18667"/>
            <p:cNvSpPr/>
            <p:nvPr/>
          </p:nvSpPr>
          <p:spPr>
            <a:xfrm>
              <a:off x="5027819" y="23667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8" name="pt18668"/>
            <p:cNvSpPr/>
            <p:nvPr/>
          </p:nvSpPr>
          <p:spPr>
            <a:xfrm>
              <a:off x="5703103" y="19489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9" name="pt18669"/>
            <p:cNvSpPr/>
            <p:nvPr/>
          </p:nvSpPr>
          <p:spPr>
            <a:xfrm>
              <a:off x="5274008" y="21244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0" name="pt18670"/>
            <p:cNvSpPr/>
            <p:nvPr/>
          </p:nvSpPr>
          <p:spPr>
            <a:xfrm>
              <a:off x="5330422" y="21469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1" name="pt18671"/>
            <p:cNvSpPr/>
            <p:nvPr/>
          </p:nvSpPr>
          <p:spPr>
            <a:xfrm>
              <a:off x="5548410" y="22726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2" name="pt18672"/>
            <p:cNvSpPr/>
            <p:nvPr/>
          </p:nvSpPr>
          <p:spPr>
            <a:xfrm>
              <a:off x="5603695" y="19430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3" name="pt18673"/>
            <p:cNvSpPr/>
            <p:nvPr/>
          </p:nvSpPr>
          <p:spPr>
            <a:xfrm>
              <a:off x="5943834" y="1803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4" name="pt18674"/>
            <p:cNvSpPr/>
            <p:nvPr/>
          </p:nvSpPr>
          <p:spPr>
            <a:xfrm>
              <a:off x="5104942" y="21606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5" name="pt18675"/>
            <p:cNvSpPr/>
            <p:nvPr/>
          </p:nvSpPr>
          <p:spPr>
            <a:xfrm>
              <a:off x="5623462" y="18926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6" name="pt18676"/>
            <p:cNvSpPr/>
            <p:nvPr/>
          </p:nvSpPr>
          <p:spPr>
            <a:xfrm>
              <a:off x="5234741" y="21714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7" name="pt18677"/>
            <p:cNvSpPr/>
            <p:nvPr/>
          </p:nvSpPr>
          <p:spPr>
            <a:xfrm>
              <a:off x="5495064" y="21125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8" name="pt18678"/>
            <p:cNvSpPr/>
            <p:nvPr/>
          </p:nvSpPr>
          <p:spPr>
            <a:xfrm>
              <a:off x="5430892" y="23169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9" name="pt18679"/>
            <p:cNvSpPr/>
            <p:nvPr/>
          </p:nvSpPr>
          <p:spPr>
            <a:xfrm>
              <a:off x="5346734" y="21202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0" name="pt18680"/>
            <p:cNvSpPr/>
            <p:nvPr/>
          </p:nvSpPr>
          <p:spPr>
            <a:xfrm>
              <a:off x="5634480" y="2083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1" name="pt18681"/>
            <p:cNvSpPr/>
            <p:nvPr/>
          </p:nvSpPr>
          <p:spPr>
            <a:xfrm>
              <a:off x="5523647" y="2117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2" name="pt18682"/>
            <p:cNvSpPr/>
            <p:nvPr/>
          </p:nvSpPr>
          <p:spPr>
            <a:xfrm>
              <a:off x="5723830" y="17194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3" name="pt18683"/>
            <p:cNvSpPr/>
            <p:nvPr/>
          </p:nvSpPr>
          <p:spPr>
            <a:xfrm>
              <a:off x="5395250" y="21680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4" name="pt18684"/>
            <p:cNvSpPr/>
            <p:nvPr/>
          </p:nvSpPr>
          <p:spPr>
            <a:xfrm>
              <a:off x="5398886" y="21175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5" name="pt18685"/>
            <p:cNvSpPr/>
            <p:nvPr/>
          </p:nvSpPr>
          <p:spPr>
            <a:xfrm>
              <a:off x="5325526" y="21136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6" name="pt18686"/>
            <p:cNvSpPr/>
            <p:nvPr/>
          </p:nvSpPr>
          <p:spPr>
            <a:xfrm>
              <a:off x="5349906" y="21953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7" name="pt18687"/>
            <p:cNvSpPr/>
            <p:nvPr/>
          </p:nvSpPr>
          <p:spPr>
            <a:xfrm>
              <a:off x="5078217" y="23888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8" name="pt18688"/>
            <p:cNvSpPr/>
            <p:nvPr/>
          </p:nvSpPr>
          <p:spPr>
            <a:xfrm>
              <a:off x="5076674" y="24071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9" name="pt18689"/>
            <p:cNvSpPr/>
            <p:nvPr/>
          </p:nvSpPr>
          <p:spPr>
            <a:xfrm>
              <a:off x="5736879" y="19747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0" name="pt18690"/>
            <p:cNvSpPr/>
            <p:nvPr/>
          </p:nvSpPr>
          <p:spPr>
            <a:xfrm>
              <a:off x="5673101" y="17726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1" name="pt18691"/>
            <p:cNvSpPr/>
            <p:nvPr/>
          </p:nvSpPr>
          <p:spPr>
            <a:xfrm>
              <a:off x="5429055" y="22752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2" name="pt18692"/>
            <p:cNvSpPr/>
            <p:nvPr/>
          </p:nvSpPr>
          <p:spPr>
            <a:xfrm>
              <a:off x="5361611" y="22237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3" name="pt18693"/>
            <p:cNvSpPr/>
            <p:nvPr/>
          </p:nvSpPr>
          <p:spPr>
            <a:xfrm>
              <a:off x="5299484" y="22545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4" name="pt18694"/>
            <p:cNvSpPr/>
            <p:nvPr/>
          </p:nvSpPr>
          <p:spPr>
            <a:xfrm>
              <a:off x="5156553" y="25953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5" name="pt18695"/>
            <p:cNvSpPr/>
            <p:nvPr/>
          </p:nvSpPr>
          <p:spPr>
            <a:xfrm>
              <a:off x="5426036" y="22691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6" name="pt18696"/>
            <p:cNvSpPr/>
            <p:nvPr/>
          </p:nvSpPr>
          <p:spPr>
            <a:xfrm>
              <a:off x="5599100" y="20170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7" name="pt18697"/>
            <p:cNvSpPr/>
            <p:nvPr/>
          </p:nvSpPr>
          <p:spPr>
            <a:xfrm>
              <a:off x="5448971" y="21793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8" name="pt18698"/>
            <p:cNvSpPr/>
            <p:nvPr/>
          </p:nvSpPr>
          <p:spPr>
            <a:xfrm>
              <a:off x="5278174" y="22730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9" name="pt18699"/>
            <p:cNvSpPr/>
            <p:nvPr/>
          </p:nvSpPr>
          <p:spPr>
            <a:xfrm>
              <a:off x="5485616" y="20427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0" name="pt18700"/>
            <p:cNvSpPr/>
            <p:nvPr/>
          </p:nvSpPr>
          <p:spPr>
            <a:xfrm>
              <a:off x="5353690" y="21821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1" name="pt18701"/>
            <p:cNvSpPr/>
            <p:nvPr/>
          </p:nvSpPr>
          <p:spPr>
            <a:xfrm>
              <a:off x="5624527" y="20584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2" name="pt18702"/>
            <p:cNvSpPr/>
            <p:nvPr/>
          </p:nvSpPr>
          <p:spPr>
            <a:xfrm>
              <a:off x="5537117" y="21771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3" name="pt18703"/>
            <p:cNvSpPr/>
            <p:nvPr/>
          </p:nvSpPr>
          <p:spPr>
            <a:xfrm>
              <a:off x="5469100" y="19425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4" name="pt18704"/>
            <p:cNvSpPr/>
            <p:nvPr/>
          </p:nvSpPr>
          <p:spPr>
            <a:xfrm>
              <a:off x="5430464" y="23318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5" name="pt18705"/>
            <p:cNvSpPr/>
            <p:nvPr/>
          </p:nvSpPr>
          <p:spPr>
            <a:xfrm>
              <a:off x="5084981" y="25606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6" name="pt18706"/>
            <p:cNvSpPr/>
            <p:nvPr/>
          </p:nvSpPr>
          <p:spPr>
            <a:xfrm>
              <a:off x="5083116" y="25955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7" name="pt18707"/>
            <p:cNvSpPr/>
            <p:nvPr/>
          </p:nvSpPr>
          <p:spPr>
            <a:xfrm>
              <a:off x="5636082" y="20397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8" name="pt18708"/>
            <p:cNvSpPr/>
            <p:nvPr/>
          </p:nvSpPr>
          <p:spPr>
            <a:xfrm>
              <a:off x="4757495" y="28556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9" name="pt18709"/>
            <p:cNvSpPr/>
            <p:nvPr/>
          </p:nvSpPr>
          <p:spPr>
            <a:xfrm>
              <a:off x="5180795" y="25182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0" name="pt18710"/>
            <p:cNvSpPr/>
            <p:nvPr/>
          </p:nvSpPr>
          <p:spPr>
            <a:xfrm>
              <a:off x="5681544" y="15825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1" name="pt18711"/>
            <p:cNvSpPr/>
            <p:nvPr/>
          </p:nvSpPr>
          <p:spPr>
            <a:xfrm>
              <a:off x="5392079" y="21626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2" name="pt18712"/>
            <p:cNvSpPr/>
            <p:nvPr/>
          </p:nvSpPr>
          <p:spPr>
            <a:xfrm>
              <a:off x="5217531" y="21675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3" name="pt18713"/>
            <p:cNvSpPr/>
            <p:nvPr/>
          </p:nvSpPr>
          <p:spPr>
            <a:xfrm>
              <a:off x="5074611" y="25250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4" name="pt18714"/>
            <p:cNvSpPr/>
            <p:nvPr/>
          </p:nvSpPr>
          <p:spPr>
            <a:xfrm>
              <a:off x="5306560" y="18036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5" name="pt18715"/>
            <p:cNvSpPr/>
            <p:nvPr/>
          </p:nvSpPr>
          <p:spPr>
            <a:xfrm>
              <a:off x="5503022" y="22389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6" name="pt18716"/>
            <p:cNvSpPr/>
            <p:nvPr/>
          </p:nvSpPr>
          <p:spPr>
            <a:xfrm>
              <a:off x="5443654" y="23152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7" name="pt18717"/>
            <p:cNvSpPr/>
            <p:nvPr/>
          </p:nvSpPr>
          <p:spPr>
            <a:xfrm>
              <a:off x="6111732" y="22283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8" name="pt18718"/>
            <p:cNvSpPr/>
            <p:nvPr/>
          </p:nvSpPr>
          <p:spPr>
            <a:xfrm>
              <a:off x="5536235" y="21400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9" name="pt18719"/>
            <p:cNvSpPr/>
            <p:nvPr/>
          </p:nvSpPr>
          <p:spPr>
            <a:xfrm>
              <a:off x="5663355" y="19723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0" name="pt18720"/>
            <p:cNvSpPr/>
            <p:nvPr/>
          </p:nvSpPr>
          <p:spPr>
            <a:xfrm>
              <a:off x="5443283" y="23430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1" name="pt18721"/>
            <p:cNvSpPr/>
            <p:nvPr/>
          </p:nvSpPr>
          <p:spPr>
            <a:xfrm>
              <a:off x="5711733" y="1942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2" name="pt18722"/>
            <p:cNvSpPr/>
            <p:nvPr/>
          </p:nvSpPr>
          <p:spPr>
            <a:xfrm>
              <a:off x="5135940" y="26878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3" name="pt18723"/>
            <p:cNvSpPr/>
            <p:nvPr/>
          </p:nvSpPr>
          <p:spPr>
            <a:xfrm>
              <a:off x="5603032" y="20134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4" name="pt18724"/>
            <p:cNvSpPr/>
            <p:nvPr/>
          </p:nvSpPr>
          <p:spPr>
            <a:xfrm>
              <a:off x="5073308" y="26306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5" name="pt18725"/>
            <p:cNvSpPr/>
            <p:nvPr/>
          </p:nvSpPr>
          <p:spPr>
            <a:xfrm>
              <a:off x="5483803" y="19931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6" name="pt18726"/>
            <p:cNvSpPr/>
            <p:nvPr/>
          </p:nvSpPr>
          <p:spPr>
            <a:xfrm>
              <a:off x="5552268" y="22506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7" name="pt18727"/>
            <p:cNvSpPr/>
            <p:nvPr/>
          </p:nvSpPr>
          <p:spPr>
            <a:xfrm>
              <a:off x="5367091" y="22673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8" name="pt18728"/>
            <p:cNvSpPr/>
            <p:nvPr/>
          </p:nvSpPr>
          <p:spPr>
            <a:xfrm>
              <a:off x="5251436" y="21456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9" name="pt18729"/>
            <p:cNvSpPr/>
            <p:nvPr/>
          </p:nvSpPr>
          <p:spPr>
            <a:xfrm>
              <a:off x="5476974" y="20458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0" name="pt18730"/>
            <p:cNvSpPr/>
            <p:nvPr/>
          </p:nvSpPr>
          <p:spPr>
            <a:xfrm>
              <a:off x="5273154" y="21491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1" name="pt18731"/>
            <p:cNvSpPr/>
            <p:nvPr/>
          </p:nvSpPr>
          <p:spPr>
            <a:xfrm>
              <a:off x="5457723" y="21881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2" name="pt18732"/>
            <p:cNvSpPr/>
            <p:nvPr/>
          </p:nvSpPr>
          <p:spPr>
            <a:xfrm>
              <a:off x="5401635" y="21244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3" name="pt18733"/>
            <p:cNvSpPr/>
            <p:nvPr/>
          </p:nvSpPr>
          <p:spPr>
            <a:xfrm>
              <a:off x="5782375" y="2088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4" name="pt18734"/>
            <p:cNvSpPr/>
            <p:nvPr/>
          </p:nvSpPr>
          <p:spPr>
            <a:xfrm>
              <a:off x="5089537" y="25182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5" name="pt18735"/>
            <p:cNvSpPr/>
            <p:nvPr/>
          </p:nvSpPr>
          <p:spPr>
            <a:xfrm>
              <a:off x="5347589" y="20913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6" name="pt18736"/>
            <p:cNvSpPr/>
            <p:nvPr/>
          </p:nvSpPr>
          <p:spPr>
            <a:xfrm>
              <a:off x="5648217" y="22108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7" name="pt18737"/>
            <p:cNvSpPr/>
            <p:nvPr/>
          </p:nvSpPr>
          <p:spPr>
            <a:xfrm>
              <a:off x="4989281" y="27553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8" name="pt18738"/>
            <p:cNvSpPr/>
            <p:nvPr/>
          </p:nvSpPr>
          <p:spPr>
            <a:xfrm>
              <a:off x="5315523" y="20869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9" name="pt18739"/>
            <p:cNvSpPr/>
            <p:nvPr/>
          </p:nvSpPr>
          <p:spPr>
            <a:xfrm>
              <a:off x="5276967" y="21535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0" name="pt18740"/>
            <p:cNvSpPr/>
            <p:nvPr/>
          </p:nvSpPr>
          <p:spPr>
            <a:xfrm>
              <a:off x="4934833" y="20374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1" name="pt18741"/>
            <p:cNvSpPr/>
            <p:nvPr/>
          </p:nvSpPr>
          <p:spPr>
            <a:xfrm>
              <a:off x="5478312" y="18906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2" name="pt18742"/>
            <p:cNvSpPr/>
            <p:nvPr/>
          </p:nvSpPr>
          <p:spPr>
            <a:xfrm>
              <a:off x="5198261" y="24044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3" name="pt18743"/>
            <p:cNvSpPr/>
            <p:nvPr/>
          </p:nvSpPr>
          <p:spPr>
            <a:xfrm>
              <a:off x="5174274" y="26273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4" name="pt18744"/>
            <p:cNvSpPr/>
            <p:nvPr/>
          </p:nvSpPr>
          <p:spPr>
            <a:xfrm>
              <a:off x="5509477" y="23126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5" name="pt18745"/>
            <p:cNvSpPr/>
            <p:nvPr/>
          </p:nvSpPr>
          <p:spPr>
            <a:xfrm>
              <a:off x="5333906" y="21966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6" name="pt18746"/>
            <p:cNvSpPr/>
            <p:nvPr/>
          </p:nvSpPr>
          <p:spPr>
            <a:xfrm>
              <a:off x="4988445" y="25441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7" name="pt18747"/>
            <p:cNvSpPr/>
            <p:nvPr/>
          </p:nvSpPr>
          <p:spPr>
            <a:xfrm>
              <a:off x="5310468" y="20182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8" name="pt18748"/>
            <p:cNvSpPr/>
            <p:nvPr/>
          </p:nvSpPr>
          <p:spPr>
            <a:xfrm>
              <a:off x="5554573" y="22860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9" name="pt18749"/>
            <p:cNvSpPr/>
            <p:nvPr/>
          </p:nvSpPr>
          <p:spPr>
            <a:xfrm>
              <a:off x="5385312" y="21886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0" name="pt18750"/>
            <p:cNvSpPr/>
            <p:nvPr/>
          </p:nvSpPr>
          <p:spPr>
            <a:xfrm>
              <a:off x="5226223" y="23175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1" name="pt18751"/>
            <p:cNvSpPr/>
            <p:nvPr/>
          </p:nvSpPr>
          <p:spPr>
            <a:xfrm>
              <a:off x="5303731" y="21687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2" name="pt18752"/>
            <p:cNvSpPr/>
            <p:nvPr/>
          </p:nvSpPr>
          <p:spPr>
            <a:xfrm>
              <a:off x="5354625" y="20358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3" name="pt18753"/>
            <p:cNvSpPr/>
            <p:nvPr/>
          </p:nvSpPr>
          <p:spPr>
            <a:xfrm>
              <a:off x="5446787" y="22440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4" name="pt18754"/>
            <p:cNvSpPr/>
            <p:nvPr/>
          </p:nvSpPr>
          <p:spPr>
            <a:xfrm>
              <a:off x="5468381" y="20016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5" name="pt18755"/>
            <p:cNvSpPr/>
            <p:nvPr/>
          </p:nvSpPr>
          <p:spPr>
            <a:xfrm>
              <a:off x="5333563" y="22125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6" name="pt18756"/>
            <p:cNvSpPr/>
            <p:nvPr/>
          </p:nvSpPr>
          <p:spPr>
            <a:xfrm>
              <a:off x="5193029" y="21851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7" name="pt18757"/>
            <p:cNvSpPr/>
            <p:nvPr/>
          </p:nvSpPr>
          <p:spPr>
            <a:xfrm>
              <a:off x="5448948" y="22995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8" name="pt18758"/>
            <p:cNvSpPr/>
            <p:nvPr/>
          </p:nvSpPr>
          <p:spPr>
            <a:xfrm>
              <a:off x="5017546" y="24183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9" name="pt18759"/>
            <p:cNvSpPr/>
            <p:nvPr/>
          </p:nvSpPr>
          <p:spPr>
            <a:xfrm>
              <a:off x="5645511" y="20356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0" name="pt18760"/>
            <p:cNvSpPr/>
            <p:nvPr/>
          </p:nvSpPr>
          <p:spPr>
            <a:xfrm>
              <a:off x="5385224" y="21143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1" name="pt18761"/>
            <p:cNvSpPr/>
            <p:nvPr/>
          </p:nvSpPr>
          <p:spPr>
            <a:xfrm>
              <a:off x="5719426" y="19886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2" name="pt18762"/>
            <p:cNvSpPr/>
            <p:nvPr/>
          </p:nvSpPr>
          <p:spPr>
            <a:xfrm>
              <a:off x="5140623" y="28034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3" name="pt18763"/>
            <p:cNvSpPr/>
            <p:nvPr/>
          </p:nvSpPr>
          <p:spPr>
            <a:xfrm>
              <a:off x="5118064" y="24797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4" name="pt18764"/>
            <p:cNvSpPr/>
            <p:nvPr/>
          </p:nvSpPr>
          <p:spPr>
            <a:xfrm>
              <a:off x="5626383" y="20138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5" name="pt18765"/>
            <p:cNvSpPr/>
            <p:nvPr/>
          </p:nvSpPr>
          <p:spPr>
            <a:xfrm>
              <a:off x="5244146" y="21176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6" name="pt18766"/>
            <p:cNvSpPr/>
            <p:nvPr/>
          </p:nvSpPr>
          <p:spPr>
            <a:xfrm>
              <a:off x="5138028" y="26301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7" name="pt18767"/>
            <p:cNvSpPr/>
            <p:nvPr/>
          </p:nvSpPr>
          <p:spPr>
            <a:xfrm>
              <a:off x="5270250" y="21192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8" name="pt18768"/>
            <p:cNvSpPr/>
            <p:nvPr/>
          </p:nvSpPr>
          <p:spPr>
            <a:xfrm>
              <a:off x="5714134" y="20735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9" name="pt18769"/>
            <p:cNvSpPr/>
            <p:nvPr/>
          </p:nvSpPr>
          <p:spPr>
            <a:xfrm>
              <a:off x="5079042" y="24560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0" name="pt18770"/>
            <p:cNvSpPr/>
            <p:nvPr/>
          </p:nvSpPr>
          <p:spPr>
            <a:xfrm>
              <a:off x="5399809" y="21344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1" name="pt18771"/>
            <p:cNvSpPr/>
            <p:nvPr/>
          </p:nvSpPr>
          <p:spPr>
            <a:xfrm>
              <a:off x="5839791" y="18767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2" name="pt18772"/>
            <p:cNvSpPr/>
            <p:nvPr/>
          </p:nvSpPr>
          <p:spPr>
            <a:xfrm>
              <a:off x="5247523" y="16745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3" name="pt18773"/>
            <p:cNvSpPr/>
            <p:nvPr/>
          </p:nvSpPr>
          <p:spPr>
            <a:xfrm>
              <a:off x="5343203" y="21280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4" name="pt18774"/>
            <p:cNvSpPr/>
            <p:nvPr/>
          </p:nvSpPr>
          <p:spPr>
            <a:xfrm>
              <a:off x="5452851" y="22615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5" name="pt18775"/>
            <p:cNvSpPr/>
            <p:nvPr/>
          </p:nvSpPr>
          <p:spPr>
            <a:xfrm>
              <a:off x="5391359" y="21970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6" name="pt18776"/>
            <p:cNvSpPr/>
            <p:nvPr/>
          </p:nvSpPr>
          <p:spPr>
            <a:xfrm>
              <a:off x="5451034" y="23173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7" name="pt18777"/>
            <p:cNvSpPr/>
            <p:nvPr/>
          </p:nvSpPr>
          <p:spPr>
            <a:xfrm>
              <a:off x="5436569" y="22571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8" name="pt18778"/>
            <p:cNvSpPr/>
            <p:nvPr/>
          </p:nvSpPr>
          <p:spPr>
            <a:xfrm>
              <a:off x="5676507" y="15997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9" name="pt18779"/>
            <p:cNvSpPr/>
            <p:nvPr/>
          </p:nvSpPr>
          <p:spPr>
            <a:xfrm>
              <a:off x="5148157" y="26422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0" name="pt18780"/>
            <p:cNvSpPr/>
            <p:nvPr/>
          </p:nvSpPr>
          <p:spPr>
            <a:xfrm>
              <a:off x="5586079" y="22577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1" name="pt18781"/>
            <p:cNvSpPr/>
            <p:nvPr/>
          </p:nvSpPr>
          <p:spPr>
            <a:xfrm>
              <a:off x="5357010" y="21631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2" name="pt18782"/>
            <p:cNvSpPr/>
            <p:nvPr/>
          </p:nvSpPr>
          <p:spPr>
            <a:xfrm>
              <a:off x="5463145" y="21541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3" name="pt18783"/>
            <p:cNvSpPr/>
            <p:nvPr/>
          </p:nvSpPr>
          <p:spPr>
            <a:xfrm>
              <a:off x="5179397" y="24180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4" name="pt18784"/>
            <p:cNvSpPr/>
            <p:nvPr/>
          </p:nvSpPr>
          <p:spPr>
            <a:xfrm>
              <a:off x="5748546" y="19680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5" name="pt18785"/>
            <p:cNvSpPr/>
            <p:nvPr/>
          </p:nvSpPr>
          <p:spPr>
            <a:xfrm>
              <a:off x="5218183" y="23111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6" name="pt18786"/>
            <p:cNvSpPr/>
            <p:nvPr/>
          </p:nvSpPr>
          <p:spPr>
            <a:xfrm>
              <a:off x="5425469" y="22062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7" name="pt18787"/>
            <p:cNvSpPr/>
            <p:nvPr/>
          </p:nvSpPr>
          <p:spPr>
            <a:xfrm>
              <a:off x="5320448" y="21517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8" name="pt18788"/>
            <p:cNvSpPr/>
            <p:nvPr/>
          </p:nvSpPr>
          <p:spPr>
            <a:xfrm>
              <a:off x="5194866" y="23233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9" name="pt18789"/>
            <p:cNvSpPr/>
            <p:nvPr/>
          </p:nvSpPr>
          <p:spPr>
            <a:xfrm>
              <a:off x="5137716" y="26260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0" name="pt18790"/>
            <p:cNvSpPr/>
            <p:nvPr/>
          </p:nvSpPr>
          <p:spPr>
            <a:xfrm>
              <a:off x="5371352" y="22445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1" name="pt18791"/>
            <p:cNvSpPr/>
            <p:nvPr/>
          </p:nvSpPr>
          <p:spPr>
            <a:xfrm>
              <a:off x="5439177" y="23141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2" name="pt18792"/>
            <p:cNvSpPr/>
            <p:nvPr/>
          </p:nvSpPr>
          <p:spPr>
            <a:xfrm>
              <a:off x="5036268" y="20578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3" name="pt18793"/>
            <p:cNvSpPr/>
            <p:nvPr/>
          </p:nvSpPr>
          <p:spPr>
            <a:xfrm>
              <a:off x="5434879" y="22505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4" name="pt18794"/>
            <p:cNvSpPr/>
            <p:nvPr/>
          </p:nvSpPr>
          <p:spPr>
            <a:xfrm>
              <a:off x="5791186" y="20286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5" name="pt18795"/>
            <p:cNvSpPr/>
            <p:nvPr/>
          </p:nvSpPr>
          <p:spPr>
            <a:xfrm>
              <a:off x="5451754" y="22479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6" name="pt18796"/>
            <p:cNvSpPr/>
            <p:nvPr/>
          </p:nvSpPr>
          <p:spPr>
            <a:xfrm>
              <a:off x="5701071" y="19204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7" name="pt18797"/>
            <p:cNvSpPr/>
            <p:nvPr/>
          </p:nvSpPr>
          <p:spPr>
            <a:xfrm>
              <a:off x="5074162" y="25263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8" name="pt18798"/>
            <p:cNvSpPr/>
            <p:nvPr/>
          </p:nvSpPr>
          <p:spPr>
            <a:xfrm>
              <a:off x="5315845" y="21256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9" name="pt18799"/>
            <p:cNvSpPr/>
            <p:nvPr/>
          </p:nvSpPr>
          <p:spPr>
            <a:xfrm>
              <a:off x="5323770" y="21552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0" name="pt18800"/>
            <p:cNvSpPr/>
            <p:nvPr/>
          </p:nvSpPr>
          <p:spPr>
            <a:xfrm>
              <a:off x="5514566" y="22331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1" name="pt18801"/>
            <p:cNvSpPr/>
            <p:nvPr/>
          </p:nvSpPr>
          <p:spPr>
            <a:xfrm>
              <a:off x="5598909" y="19991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2" name="pt18802"/>
            <p:cNvSpPr/>
            <p:nvPr/>
          </p:nvSpPr>
          <p:spPr>
            <a:xfrm>
              <a:off x="5136464" y="26164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3" name="pt18803"/>
            <p:cNvSpPr/>
            <p:nvPr/>
          </p:nvSpPr>
          <p:spPr>
            <a:xfrm>
              <a:off x="5491309" y="20011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4" name="pt18804"/>
            <p:cNvSpPr/>
            <p:nvPr/>
          </p:nvSpPr>
          <p:spPr>
            <a:xfrm>
              <a:off x="5033849" y="20174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5" name="pt18805"/>
            <p:cNvSpPr/>
            <p:nvPr/>
          </p:nvSpPr>
          <p:spPr>
            <a:xfrm>
              <a:off x="6003359" y="20080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6" name="pt18806"/>
            <p:cNvSpPr/>
            <p:nvPr/>
          </p:nvSpPr>
          <p:spPr>
            <a:xfrm>
              <a:off x="5625252" y="18753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7" name="pt18807"/>
            <p:cNvSpPr/>
            <p:nvPr/>
          </p:nvSpPr>
          <p:spPr>
            <a:xfrm>
              <a:off x="5492866" y="20284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8" name="pt18808"/>
            <p:cNvSpPr/>
            <p:nvPr/>
          </p:nvSpPr>
          <p:spPr>
            <a:xfrm>
              <a:off x="5728032" y="18489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9" name="pt18809"/>
            <p:cNvSpPr/>
            <p:nvPr/>
          </p:nvSpPr>
          <p:spPr>
            <a:xfrm>
              <a:off x="5460435" y="21931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0" name="pt18810"/>
            <p:cNvSpPr/>
            <p:nvPr/>
          </p:nvSpPr>
          <p:spPr>
            <a:xfrm>
              <a:off x="5669999" y="18607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1" name="pt18811"/>
            <p:cNvSpPr/>
            <p:nvPr/>
          </p:nvSpPr>
          <p:spPr>
            <a:xfrm>
              <a:off x="5247724" y="18088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2" name="pt18812"/>
            <p:cNvSpPr/>
            <p:nvPr/>
          </p:nvSpPr>
          <p:spPr>
            <a:xfrm>
              <a:off x="5128050" y="27620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3" name="pt18813"/>
            <p:cNvSpPr/>
            <p:nvPr/>
          </p:nvSpPr>
          <p:spPr>
            <a:xfrm>
              <a:off x="5261989" y="22018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4" name="pt18814"/>
            <p:cNvSpPr/>
            <p:nvPr/>
          </p:nvSpPr>
          <p:spPr>
            <a:xfrm>
              <a:off x="5517165" y="22815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5" name="pt18815"/>
            <p:cNvSpPr/>
            <p:nvPr/>
          </p:nvSpPr>
          <p:spPr>
            <a:xfrm>
              <a:off x="5421678" y="21439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6" name="pt18816"/>
            <p:cNvSpPr/>
            <p:nvPr/>
          </p:nvSpPr>
          <p:spPr>
            <a:xfrm>
              <a:off x="5447123" y="22545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7" name="pt18817"/>
            <p:cNvSpPr/>
            <p:nvPr/>
          </p:nvSpPr>
          <p:spPr>
            <a:xfrm>
              <a:off x="5338639" y="20903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8" name="pt18818"/>
            <p:cNvSpPr/>
            <p:nvPr/>
          </p:nvSpPr>
          <p:spPr>
            <a:xfrm>
              <a:off x="5576359" y="22425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9" name="pt18819"/>
            <p:cNvSpPr/>
            <p:nvPr/>
          </p:nvSpPr>
          <p:spPr>
            <a:xfrm>
              <a:off x="5086514" y="24218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0" name="pt18820"/>
            <p:cNvSpPr/>
            <p:nvPr/>
          </p:nvSpPr>
          <p:spPr>
            <a:xfrm>
              <a:off x="5069015" y="25859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1" name="pt18821"/>
            <p:cNvSpPr/>
            <p:nvPr/>
          </p:nvSpPr>
          <p:spPr>
            <a:xfrm>
              <a:off x="5158305" y="2638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2" name="pt18822"/>
            <p:cNvSpPr/>
            <p:nvPr/>
          </p:nvSpPr>
          <p:spPr>
            <a:xfrm>
              <a:off x="5730007" y="20039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3" name="pt18823"/>
            <p:cNvSpPr/>
            <p:nvPr/>
          </p:nvSpPr>
          <p:spPr>
            <a:xfrm>
              <a:off x="5527002" y="22412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4" name="pt18824"/>
            <p:cNvSpPr/>
            <p:nvPr/>
          </p:nvSpPr>
          <p:spPr>
            <a:xfrm>
              <a:off x="5186003" y="25208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5" name="pt18825"/>
            <p:cNvSpPr/>
            <p:nvPr/>
          </p:nvSpPr>
          <p:spPr>
            <a:xfrm>
              <a:off x="5507607" y="22211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6" name="pt18826"/>
            <p:cNvSpPr/>
            <p:nvPr/>
          </p:nvSpPr>
          <p:spPr>
            <a:xfrm>
              <a:off x="5443746" y="23097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7" name="pt18827"/>
            <p:cNvSpPr/>
            <p:nvPr/>
          </p:nvSpPr>
          <p:spPr>
            <a:xfrm>
              <a:off x="4827014" y="24468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8" name="pt18828"/>
            <p:cNvSpPr/>
            <p:nvPr/>
          </p:nvSpPr>
          <p:spPr>
            <a:xfrm>
              <a:off x="5296893" y="20696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9" name="pt18829"/>
            <p:cNvSpPr/>
            <p:nvPr/>
          </p:nvSpPr>
          <p:spPr>
            <a:xfrm>
              <a:off x="5514674" y="22026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0" name="pt18830"/>
            <p:cNvSpPr/>
            <p:nvPr/>
          </p:nvSpPr>
          <p:spPr>
            <a:xfrm>
              <a:off x="5669640" y="19449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1" name="pt18831"/>
            <p:cNvSpPr/>
            <p:nvPr/>
          </p:nvSpPr>
          <p:spPr>
            <a:xfrm>
              <a:off x="5358545" y="21426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2" name="pt18832"/>
            <p:cNvSpPr/>
            <p:nvPr/>
          </p:nvSpPr>
          <p:spPr>
            <a:xfrm>
              <a:off x="5444224" y="23203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3" name="pt18833"/>
            <p:cNvSpPr/>
            <p:nvPr/>
          </p:nvSpPr>
          <p:spPr>
            <a:xfrm>
              <a:off x="5549238" y="2220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4" name="pt18834"/>
            <p:cNvSpPr/>
            <p:nvPr/>
          </p:nvSpPr>
          <p:spPr>
            <a:xfrm>
              <a:off x="5140105" y="25790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5" name="pt18835"/>
            <p:cNvSpPr/>
            <p:nvPr/>
          </p:nvSpPr>
          <p:spPr>
            <a:xfrm>
              <a:off x="5284356" y="22357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6" name="pt18836"/>
            <p:cNvSpPr/>
            <p:nvPr/>
          </p:nvSpPr>
          <p:spPr>
            <a:xfrm>
              <a:off x="5656538" y="20095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7" name="pt18837"/>
            <p:cNvSpPr/>
            <p:nvPr/>
          </p:nvSpPr>
          <p:spPr>
            <a:xfrm>
              <a:off x="5685572" y="1816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8" name="pt18838"/>
            <p:cNvSpPr/>
            <p:nvPr/>
          </p:nvSpPr>
          <p:spPr>
            <a:xfrm>
              <a:off x="6112418" y="21884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9" name="pt18839"/>
            <p:cNvSpPr/>
            <p:nvPr/>
          </p:nvSpPr>
          <p:spPr>
            <a:xfrm>
              <a:off x="5125577" y="27658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0" name="pt18840"/>
            <p:cNvSpPr/>
            <p:nvPr/>
          </p:nvSpPr>
          <p:spPr>
            <a:xfrm>
              <a:off x="5725248" y="17522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1" name="pt18841"/>
            <p:cNvSpPr/>
            <p:nvPr/>
          </p:nvSpPr>
          <p:spPr>
            <a:xfrm>
              <a:off x="5800581" y="19096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2" name="pt18842"/>
            <p:cNvSpPr/>
            <p:nvPr/>
          </p:nvSpPr>
          <p:spPr>
            <a:xfrm>
              <a:off x="5257345" y="20620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3" name="pt18843"/>
            <p:cNvSpPr/>
            <p:nvPr/>
          </p:nvSpPr>
          <p:spPr>
            <a:xfrm>
              <a:off x="5711661" y="19665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4" name="pt18844"/>
            <p:cNvSpPr/>
            <p:nvPr/>
          </p:nvSpPr>
          <p:spPr>
            <a:xfrm>
              <a:off x="5605090" y="19877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5" name="pt18845"/>
            <p:cNvSpPr/>
            <p:nvPr/>
          </p:nvSpPr>
          <p:spPr>
            <a:xfrm>
              <a:off x="5520899" y="20842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6" name="pt18846"/>
            <p:cNvSpPr/>
            <p:nvPr/>
          </p:nvSpPr>
          <p:spPr>
            <a:xfrm>
              <a:off x="5512281" y="22982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7" name="pt18847"/>
            <p:cNvSpPr/>
            <p:nvPr/>
          </p:nvSpPr>
          <p:spPr>
            <a:xfrm>
              <a:off x="4939030" y="19268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8" name="pt18848"/>
            <p:cNvSpPr/>
            <p:nvPr/>
          </p:nvSpPr>
          <p:spPr>
            <a:xfrm>
              <a:off x="5402855" y="21596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9" name="pt18849"/>
            <p:cNvSpPr/>
            <p:nvPr/>
          </p:nvSpPr>
          <p:spPr>
            <a:xfrm>
              <a:off x="5748927" y="18488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0" name="pt18850"/>
            <p:cNvSpPr/>
            <p:nvPr/>
          </p:nvSpPr>
          <p:spPr>
            <a:xfrm>
              <a:off x="5471789" y="19866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1" name="pt18851"/>
            <p:cNvSpPr/>
            <p:nvPr/>
          </p:nvSpPr>
          <p:spPr>
            <a:xfrm>
              <a:off x="5426161" y="22566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2" name="pt18852"/>
            <p:cNvSpPr/>
            <p:nvPr/>
          </p:nvSpPr>
          <p:spPr>
            <a:xfrm>
              <a:off x="5277194" y="21477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3" name="pt18853"/>
            <p:cNvSpPr/>
            <p:nvPr/>
          </p:nvSpPr>
          <p:spPr>
            <a:xfrm>
              <a:off x="5616809" y="19078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4" name="pt18854"/>
            <p:cNvSpPr/>
            <p:nvPr/>
          </p:nvSpPr>
          <p:spPr>
            <a:xfrm>
              <a:off x="5707904" y="19256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5" name="pt18855"/>
            <p:cNvSpPr/>
            <p:nvPr/>
          </p:nvSpPr>
          <p:spPr>
            <a:xfrm>
              <a:off x="5534376" y="22531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6" name="pt18856"/>
            <p:cNvSpPr/>
            <p:nvPr/>
          </p:nvSpPr>
          <p:spPr>
            <a:xfrm>
              <a:off x="5164788" y="27101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7" name="pt18857"/>
            <p:cNvSpPr/>
            <p:nvPr/>
          </p:nvSpPr>
          <p:spPr>
            <a:xfrm>
              <a:off x="5291482" y="22596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8" name="pt18858"/>
            <p:cNvSpPr/>
            <p:nvPr/>
          </p:nvSpPr>
          <p:spPr>
            <a:xfrm>
              <a:off x="5480519" y="21426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9" name="pt18859"/>
            <p:cNvSpPr/>
            <p:nvPr/>
          </p:nvSpPr>
          <p:spPr>
            <a:xfrm>
              <a:off x="5077725" y="26331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0" name="pt18860"/>
            <p:cNvSpPr/>
            <p:nvPr/>
          </p:nvSpPr>
          <p:spPr>
            <a:xfrm>
              <a:off x="5210077" y="21760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1" name="pt18861"/>
            <p:cNvSpPr/>
            <p:nvPr/>
          </p:nvSpPr>
          <p:spPr>
            <a:xfrm>
              <a:off x="5038017" y="22090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2" name="pt18862"/>
            <p:cNvSpPr/>
            <p:nvPr/>
          </p:nvSpPr>
          <p:spPr>
            <a:xfrm>
              <a:off x="5805438" y="20594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3" name="pt18863"/>
            <p:cNvSpPr/>
            <p:nvPr/>
          </p:nvSpPr>
          <p:spPr>
            <a:xfrm>
              <a:off x="5724717" y="17750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4" name="pt18864"/>
            <p:cNvSpPr/>
            <p:nvPr/>
          </p:nvSpPr>
          <p:spPr>
            <a:xfrm>
              <a:off x="5419110" y="21822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5" name="pt18865"/>
            <p:cNvSpPr/>
            <p:nvPr/>
          </p:nvSpPr>
          <p:spPr>
            <a:xfrm>
              <a:off x="5541232" y="20018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6" name="pt18866"/>
            <p:cNvSpPr/>
            <p:nvPr/>
          </p:nvSpPr>
          <p:spPr>
            <a:xfrm>
              <a:off x="5065089" y="26890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7" name="pt18867"/>
            <p:cNvSpPr/>
            <p:nvPr/>
          </p:nvSpPr>
          <p:spPr>
            <a:xfrm>
              <a:off x="5391158" y="21577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8" name="pt18868"/>
            <p:cNvSpPr/>
            <p:nvPr/>
          </p:nvSpPr>
          <p:spPr>
            <a:xfrm>
              <a:off x="5263859" y="22312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9" name="pt18869"/>
            <p:cNvSpPr/>
            <p:nvPr/>
          </p:nvSpPr>
          <p:spPr>
            <a:xfrm>
              <a:off x="5421462" y="22109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0" name="pt18870"/>
            <p:cNvSpPr/>
            <p:nvPr/>
          </p:nvSpPr>
          <p:spPr>
            <a:xfrm>
              <a:off x="5891043" y="18021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1" name="pt18871"/>
            <p:cNvSpPr/>
            <p:nvPr/>
          </p:nvSpPr>
          <p:spPr>
            <a:xfrm>
              <a:off x="5784773" y="1867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2" name="pt18872"/>
            <p:cNvSpPr/>
            <p:nvPr/>
          </p:nvSpPr>
          <p:spPr>
            <a:xfrm>
              <a:off x="5200085" y="22988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3" name="pt18873"/>
            <p:cNvSpPr/>
            <p:nvPr/>
          </p:nvSpPr>
          <p:spPr>
            <a:xfrm>
              <a:off x="5799796" y="22899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4" name="pt18874"/>
            <p:cNvSpPr/>
            <p:nvPr/>
          </p:nvSpPr>
          <p:spPr>
            <a:xfrm>
              <a:off x="5565633" y="22097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5" name="pt18875"/>
            <p:cNvSpPr/>
            <p:nvPr/>
          </p:nvSpPr>
          <p:spPr>
            <a:xfrm>
              <a:off x="5447617" y="23769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6" name="pt18876"/>
            <p:cNvSpPr/>
            <p:nvPr/>
          </p:nvSpPr>
          <p:spPr>
            <a:xfrm>
              <a:off x="5910364" y="18830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7" name="pt18877"/>
            <p:cNvSpPr/>
            <p:nvPr/>
          </p:nvSpPr>
          <p:spPr>
            <a:xfrm>
              <a:off x="5794689" y="19379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8" name="pt18878"/>
            <p:cNvSpPr/>
            <p:nvPr/>
          </p:nvSpPr>
          <p:spPr>
            <a:xfrm>
              <a:off x="5371753" y="21071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9" name="pt18879"/>
            <p:cNvSpPr/>
            <p:nvPr/>
          </p:nvSpPr>
          <p:spPr>
            <a:xfrm>
              <a:off x="5668385" y="20134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0" name="pt18880"/>
            <p:cNvSpPr/>
            <p:nvPr/>
          </p:nvSpPr>
          <p:spPr>
            <a:xfrm>
              <a:off x="5216142" y="22211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1" name="pt18881"/>
            <p:cNvSpPr/>
            <p:nvPr/>
          </p:nvSpPr>
          <p:spPr>
            <a:xfrm>
              <a:off x="5389102" y="2114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2" name="pt18882"/>
            <p:cNvSpPr/>
            <p:nvPr/>
          </p:nvSpPr>
          <p:spPr>
            <a:xfrm>
              <a:off x="5329646" y="22047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3" name="pt18883"/>
            <p:cNvSpPr/>
            <p:nvPr/>
          </p:nvSpPr>
          <p:spPr>
            <a:xfrm>
              <a:off x="5341719" y="22358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4" name="pt18884"/>
            <p:cNvSpPr/>
            <p:nvPr/>
          </p:nvSpPr>
          <p:spPr>
            <a:xfrm>
              <a:off x="5564095" y="21764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5" name="pt18885"/>
            <p:cNvSpPr/>
            <p:nvPr/>
          </p:nvSpPr>
          <p:spPr>
            <a:xfrm>
              <a:off x="5588702" y="22442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6" name="pt18886"/>
            <p:cNvSpPr/>
            <p:nvPr/>
          </p:nvSpPr>
          <p:spPr>
            <a:xfrm>
              <a:off x="5473263" y="19970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7" name="pt18887"/>
            <p:cNvSpPr/>
            <p:nvPr/>
          </p:nvSpPr>
          <p:spPr>
            <a:xfrm>
              <a:off x="5656910" y="20249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8" name="pt18888"/>
            <p:cNvSpPr/>
            <p:nvPr/>
          </p:nvSpPr>
          <p:spPr>
            <a:xfrm>
              <a:off x="5361573" y="2265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9" name="pt18889"/>
            <p:cNvSpPr/>
            <p:nvPr/>
          </p:nvSpPr>
          <p:spPr>
            <a:xfrm>
              <a:off x="5443852" y="22530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0" name="pt18890"/>
            <p:cNvSpPr/>
            <p:nvPr/>
          </p:nvSpPr>
          <p:spPr>
            <a:xfrm>
              <a:off x="5072186" y="23613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1" name="pt18891"/>
            <p:cNvSpPr/>
            <p:nvPr/>
          </p:nvSpPr>
          <p:spPr>
            <a:xfrm>
              <a:off x="4896330" y="27891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2" name="pt18892"/>
            <p:cNvSpPr/>
            <p:nvPr/>
          </p:nvSpPr>
          <p:spPr>
            <a:xfrm>
              <a:off x="4962166" y="21115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3" name="pt18893"/>
            <p:cNvSpPr/>
            <p:nvPr/>
          </p:nvSpPr>
          <p:spPr>
            <a:xfrm>
              <a:off x="5567440" y="21481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4" name="pt18894"/>
            <p:cNvSpPr/>
            <p:nvPr/>
          </p:nvSpPr>
          <p:spPr>
            <a:xfrm>
              <a:off x="5785155" y="20616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5" name="pt18895"/>
            <p:cNvSpPr/>
            <p:nvPr/>
          </p:nvSpPr>
          <p:spPr>
            <a:xfrm>
              <a:off x="5480495" y="20134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6" name="pt18896"/>
            <p:cNvSpPr/>
            <p:nvPr/>
          </p:nvSpPr>
          <p:spPr>
            <a:xfrm>
              <a:off x="5653645" y="20229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7" name="pt18897"/>
            <p:cNvSpPr/>
            <p:nvPr/>
          </p:nvSpPr>
          <p:spPr>
            <a:xfrm>
              <a:off x="5330844" y="2220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8" name="pt18898"/>
            <p:cNvSpPr/>
            <p:nvPr/>
          </p:nvSpPr>
          <p:spPr>
            <a:xfrm>
              <a:off x="5066792" y="23799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9" name="pt18899"/>
            <p:cNvSpPr/>
            <p:nvPr/>
          </p:nvSpPr>
          <p:spPr>
            <a:xfrm>
              <a:off x="5430300" y="22098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0" name="pt18900"/>
            <p:cNvSpPr/>
            <p:nvPr/>
          </p:nvSpPr>
          <p:spPr>
            <a:xfrm>
              <a:off x="5652200" y="20154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1" name="pt18901"/>
            <p:cNvSpPr/>
            <p:nvPr/>
          </p:nvSpPr>
          <p:spPr>
            <a:xfrm>
              <a:off x="5516657" y="22491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2" name="pt18902"/>
            <p:cNvSpPr/>
            <p:nvPr/>
          </p:nvSpPr>
          <p:spPr>
            <a:xfrm>
              <a:off x="4894112" y="24309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3" name="pt18903"/>
            <p:cNvSpPr/>
            <p:nvPr/>
          </p:nvSpPr>
          <p:spPr>
            <a:xfrm>
              <a:off x="5212705" y="21146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4" name="pt18904"/>
            <p:cNvSpPr/>
            <p:nvPr/>
          </p:nvSpPr>
          <p:spPr>
            <a:xfrm>
              <a:off x="5609302" y="19488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5" name="pt18905"/>
            <p:cNvSpPr/>
            <p:nvPr/>
          </p:nvSpPr>
          <p:spPr>
            <a:xfrm>
              <a:off x="5525912" y="2121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6" name="pt18906"/>
            <p:cNvSpPr/>
            <p:nvPr/>
          </p:nvSpPr>
          <p:spPr>
            <a:xfrm>
              <a:off x="5366462" y="22308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7" name="pt18907"/>
            <p:cNvSpPr/>
            <p:nvPr/>
          </p:nvSpPr>
          <p:spPr>
            <a:xfrm>
              <a:off x="5302632" y="21589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8" name="pt18908"/>
            <p:cNvSpPr/>
            <p:nvPr/>
          </p:nvSpPr>
          <p:spPr>
            <a:xfrm>
              <a:off x="5710628" y="19701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9" name="pt18909"/>
            <p:cNvSpPr/>
            <p:nvPr/>
          </p:nvSpPr>
          <p:spPr>
            <a:xfrm>
              <a:off x="5283573" y="22603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0" name="pt18910"/>
            <p:cNvSpPr/>
            <p:nvPr/>
          </p:nvSpPr>
          <p:spPr>
            <a:xfrm>
              <a:off x="5576327" y="22825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1" name="pt18911"/>
            <p:cNvSpPr/>
            <p:nvPr/>
          </p:nvSpPr>
          <p:spPr>
            <a:xfrm>
              <a:off x="4662283" y="26790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2" name="pt18912"/>
            <p:cNvSpPr/>
            <p:nvPr/>
          </p:nvSpPr>
          <p:spPr>
            <a:xfrm>
              <a:off x="5629939" y="21102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3" name="pt18913"/>
            <p:cNvSpPr/>
            <p:nvPr/>
          </p:nvSpPr>
          <p:spPr>
            <a:xfrm>
              <a:off x="5640338" y="20251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4" name="pt18914"/>
            <p:cNvSpPr/>
            <p:nvPr/>
          </p:nvSpPr>
          <p:spPr>
            <a:xfrm>
              <a:off x="5269542" y="21775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5" name="pt18915"/>
            <p:cNvSpPr/>
            <p:nvPr/>
          </p:nvSpPr>
          <p:spPr>
            <a:xfrm>
              <a:off x="5102613" y="21238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6" name="pt18916"/>
            <p:cNvSpPr/>
            <p:nvPr/>
          </p:nvSpPr>
          <p:spPr>
            <a:xfrm>
              <a:off x="5826831" y="19474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7" name="pt18917"/>
            <p:cNvSpPr/>
            <p:nvPr/>
          </p:nvSpPr>
          <p:spPr>
            <a:xfrm>
              <a:off x="5325055" y="20571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8" name="pt18918"/>
            <p:cNvSpPr/>
            <p:nvPr/>
          </p:nvSpPr>
          <p:spPr>
            <a:xfrm>
              <a:off x="5390670" y="21618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9" name="pt18919"/>
            <p:cNvSpPr/>
            <p:nvPr/>
          </p:nvSpPr>
          <p:spPr>
            <a:xfrm>
              <a:off x="5649667" y="2132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0" name="pt18920"/>
            <p:cNvSpPr/>
            <p:nvPr/>
          </p:nvSpPr>
          <p:spPr>
            <a:xfrm>
              <a:off x="4882909" y="29885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1" name="pt18921"/>
            <p:cNvSpPr/>
            <p:nvPr/>
          </p:nvSpPr>
          <p:spPr>
            <a:xfrm>
              <a:off x="5710430" y="19241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2" name="pt18922"/>
            <p:cNvSpPr/>
            <p:nvPr/>
          </p:nvSpPr>
          <p:spPr>
            <a:xfrm>
              <a:off x="5408304" y="22278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3" name="pt18923"/>
            <p:cNvSpPr/>
            <p:nvPr/>
          </p:nvSpPr>
          <p:spPr>
            <a:xfrm>
              <a:off x="5260524" y="22444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4" name="pt18924"/>
            <p:cNvSpPr/>
            <p:nvPr/>
          </p:nvSpPr>
          <p:spPr>
            <a:xfrm>
              <a:off x="4955499" y="17943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5" name="pt18925"/>
            <p:cNvSpPr/>
            <p:nvPr/>
          </p:nvSpPr>
          <p:spPr>
            <a:xfrm>
              <a:off x="5359042" y="22192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6" name="pt18926"/>
            <p:cNvSpPr/>
            <p:nvPr/>
          </p:nvSpPr>
          <p:spPr>
            <a:xfrm>
              <a:off x="5540106" y="19936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7" name="pt18927"/>
            <p:cNvSpPr/>
            <p:nvPr/>
          </p:nvSpPr>
          <p:spPr>
            <a:xfrm>
              <a:off x="5489119" y="20717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8" name="pt18928"/>
            <p:cNvSpPr/>
            <p:nvPr/>
          </p:nvSpPr>
          <p:spPr>
            <a:xfrm>
              <a:off x="5233133" y="21958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9" name="pt18929"/>
            <p:cNvSpPr/>
            <p:nvPr/>
          </p:nvSpPr>
          <p:spPr>
            <a:xfrm>
              <a:off x="5832677" y="18532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0" name="pt18930"/>
            <p:cNvSpPr/>
            <p:nvPr/>
          </p:nvSpPr>
          <p:spPr>
            <a:xfrm>
              <a:off x="5476800" y="19879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1" name="pt18931"/>
            <p:cNvSpPr/>
            <p:nvPr/>
          </p:nvSpPr>
          <p:spPr>
            <a:xfrm>
              <a:off x="5309046" y="20415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2" name="pt18932"/>
            <p:cNvSpPr/>
            <p:nvPr/>
          </p:nvSpPr>
          <p:spPr>
            <a:xfrm>
              <a:off x="5298595" y="22345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3" name="pt18933"/>
            <p:cNvSpPr/>
            <p:nvPr/>
          </p:nvSpPr>
          <p:spPr>
            <a:xfrm>
              <a:off x="5372107" y="22776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4" name="pt18934"/>
            <p:cNvSpPr/>
            <p:nvPr/>
          </p:nvSpPr>
          <p:spPr>
            <a:xfrm>
              <a:off x="5488246" y="21716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5" name="pt18935"/>
            <p:cNvSpPr/>
            <p:nvPr/>
          </p:nvSpPr>
          <p:spPr>
            <a:xfrm>
              <a:off x="5711961" y="19729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6" name="pt18936"/>
            <p:cNvSpPr/>
            <p:nvPr/>
          </p:nvSpPr>
          <p:spPr>
            <a:xfrm>
              <a:off x="5093004" y="27130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7" name="pt18937"/>
            <p:cNvSpPr/>
            <p:nvPr/>
          </p:nvSpPr>
          <p:spPr>
            <a:xfrm>
              <a:off x="5599074" y="21552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8" name="pt18938"/>
            <p:cNvSpPr/>
            <p:nvPr/>
          </p:nvSpPr>
          <p:spPr>
            <a:xfrm>
              <a:off x="5681035" y="17482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9" name="pt18939"/>
            <p:cNvSpPr/>
            <p:nvPr/>
          </p:nvSpPr>
          <p:spPr>
            <a:xfrm>
              <a:off x="5407006" y="2184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0" name="pt18940"/>
            <p:cNvSpPr/>
            <p:nvPr/>
          </p:nvSpPr>
          <p:spPr>
            <a:xfrm>
              <a:off x="5694812" y="20150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1" name="pt18941"/>
            <p:cNvSpPr/>
            <p:nvPr/>
          </p:nvSpPr>
          <p:spPr>
            <a:xfrm>
              <a:off x="5002699" y="25072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2" name="pt18942"/>
            <p:cNvSpPr/>
            <p:nvPr/>
          </p:nvSpPr>
          <p:spPr>
            <a:xfrm>
              <a:off x="5415829" y="2193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3" name="pt18943"/>
            <p:cNvSpPr/>
            <p:nvPr/>
          </p:nvSpPr>
          <p:spPr>
            <a:xfrm>
              <a:off x="5269564" y="21485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4" name="pt18944"/>
            <p:cNvSpPr/>
            <p:nvPr/>
          </p:nvSpPr>
          <p:spPr>
            <a:xfrm>
              <a:off x="5415258" y="21013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5" name="pt18945"/>
            <p:cNvSpPr/>
            <p:nvPr/>
          </p:nvSpPr>
          <p:spPr>
            <a:xfrm>
              <a:off x="5801235" y="17465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6" name="pt18946"/>
            <p:cNvSpPr/>
            <p:nvPr/>
          </p:nvSpPr>
          <p:spPr>
            <a:xfrm>
              <a:off x="5286275" y="22210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7" name="pt18947"/>
            <p:cNvSpPr/>
            <p:nvPr/>
          </p:nvSpPr>
          <p:spPr>
            <a:xfrm>
              <a:off x="5014403" y="25753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8" name="pt18948"/>
            <p:cNvSpPr/>
            <p:nvPr/>
          </p:nvSpPr>
          <p:spPr>
            <a:xfrm>
              <a:off x="5488147" y="21977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9" name="pt18949"/>
            <p:cNvSpPr/>
            <p:nvPr/>
          </p:nvSpPr>
          <p:spPr>
            <a:xfrm>
              <a:off x="5534868" y="21490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0" name="pt18950"/>
            <p:cNvSpPr/>
            <p:nvPr/>
          </p:nvSpPr>
          <p:spPr>
            <a:xfrm>
              <a:off x="5611819" y="19959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1" name="pt18951"/>
            <p:cNvSpPr/>
            <p:nvPr/>
          </p:nvSpPr>
          <p:spPr>
            <a:xfrm>
              <a:off x="5259516" y="22062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2" name="pt18952"/>
            <p:cNvSpPr/>
            <p:nvPr/>
          </p:nvSpPr>
          <p:spPr>
            <a:xfrm>
              <a:off x="5186634" y="25638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3" name="pt18953"/>
            <p:cNvSpPr/>
            <p:nvPr/>
          </p:nvSpPr>
          <p:spPr>
            <a:xfrm>
              <a:off x="5293890" y="21724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4" name="pt18954"/>
            <p:cNvSpPr/>
            <p:nvPr/>
          </p:nvSpPr>
          <p:spPr>
            <a:xfrm>
              <a:off x="5476977" y="19560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5" name="pt18955"/>
            <p:cNvSpPr/>
            <p:nvPr/>
          </p:nvSpPr>
          <p:spPr>
            <a:xfrm>
              <a:off x="5419896" y="22353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6" name="pt18956"/>
            <p:cNvSpPr/>
            <p:nvPr/>
          </p:nvSpPr>
          <p:spPr>
            <a:xfrm>
              <a:off x="5571624" y="23280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7" name="pt18957"/>
            <p:cNvSpPr/>
            <p:nvPr/>
          </p:nvSpPr>
          <p:spPr>
            <a:xfrm>
              <a:off x="5533452" y="22012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8" name="pt18958"/>
            <p:cNvSpPr/>
            <p:nvPr/>
          </p:nvSpPr>
          <p:spPr>
            <a:xfrm>
              <a:off x="5590884" y="21657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9" name="pt18959"/>
            <p:cNvSpPr/>
            <p:nvPr/>
          </p:nvSpPr>
          <p:spPr>
            <a:xfrm>
              <a:off x="5654856" y="21577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0" name="pt18960"/>
            <p:cNvSpPr/>
            <p:nvPr/>
          </p:nvSpPr>
          <p:spPr>
            <a:xfrm>
              <a:off x="5517324" y="21688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1" name="pt18961"/>
            <p:cNvSpPr/>
            <p:nvPr/>
          </p:nvSpPr>
          <p:spPr>
            <a:xfrm>
              <a:off x="5400757" y="21528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2" name="pt18962"/>
            <p:cNvSpPr/>
            <p:nvPr/>
          </p:nvSpPr>
          <p:spPr>
            <a:xfrm>
              <a:off x="5636416" y="20516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3" name="pt18963"/>
            <p:cNvSpPr/>
            <p:nvPr/>
          </p:nvSpPr>
          <p:spPr>
            <a:xfrm>
              <a:off x="5663309" y="21216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4" name="pt18964"/>
            <p:cNvSpPr/>
            <p:nvPr/>
          </p:nvSpPr>
          <p:spPr>
            <a:xfrm>
              <a:off x="5540044" y="19634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5" name="pt18965"/>
            <p:cNvSpPr/>
            <p:nvPr/>
          </p:nvSpPr>
          <p:spPr>
            <a:xfrm>
              <a:off x="5302674" y="21585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6" name="pt18966"/>
            <p:cNvSpPr/>
            <p:nvPr/>
          </p:nvSpPr>
          <p:spPr>
            <a:xfrm>
              <a:off x="5668999" y="20129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7" name="pt18967"/>
            <p:cNvSpPr/>
            <p:nvPr/>
          </p:nvSpPr>
          <p:spPr>
            <a:xfrm>
              <a:off x="5360682" y="20902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8" name="pt18968"/>
            <p:cNvSpPr/>
            <p:nvPr/>
          </p:nvSpPr>
          <p:spPr>
            <a:xfrm>
              <a:off x="4708256" y="26852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9" name="pt18969"/>
            <p:cNvSpPr/>
            <p:nvPr/>
          </p:nvSpPr>
          <p:spPr>
            <a:xfrm>
              <a:off x="5576274" y="21893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0" name="pt18970"/>
            <p:cNvSpPr/>
            <p:nvPr/>
          </p:nvSpPr>
          <p:spPr>
            <a:xfrm>
              <a:off x="5468953" y="19457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1" name="pt18971"/>
            <p:cNvSpPr/>
            <p:nvPr/>
          </p:nvSpPr>
          <p:spPr>
            <a:xfrm>
              <a:off x="4886060" y="24936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2" name="pt18972"/>
            <p:cNvSpPr/>
            <p:nvPr/>
          </p:nvSpPr>
          <p:spPr>
            <a:xfrm>
              <a:off x="5375033" y="22208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3" name="pt18973"/>
            <p:cNvSpPr/>
            <p:nvPr/>
          </p:nvSpPr>
          <p:spPr>
            <a:xfrm>
              <a:off x="5158565" y="27376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4" name="pt18974"/>
            <p:cNvSpPr/>
            <p:nvPr/>
          </p:nvSpPr>
          <p:spPr>
            <a:xfrm>
              <a:off x="5703535" y="19523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5" name="pt18975"/>
            <p:cNvSpPr/>
            <p:nvPr/>
          </p:nvSpPr>
          <p:spPr>
            <a:xfrm>
              <a:off x="5624395" y="19052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6" name="pt18976"/>
            <p:cNvSpPr/>
            <p:nvPr/>
          </p:nvSpPr>
          <p:spPr>
            <a:xfrm>
              <a:off x="5557565" y="22908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7" name="pt18977"/>
            <p:cNvSpPr/>
            <p:nvPr/>
          </p:nvSpPr>
          <p:spPr>
            <a:xfrm>
              <a:off x="5367073" y="23301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8" name="pt18978"/>
            <p:cNvSpPr/>
            <p:nvPr/>
          </p:nvSpPr>
          <p:spPr>
            <a:xfrm>
              <a:off x="5490423" y="21837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9" name="pt18979"/>
            <p:cNvSpPr/>
            <p:nvPr/>
          </p:nvSpPr>
          <p:spPr>
            <a:xfrm>
              <a:off x="5681979" y="16029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0" name="pt18980"/>
            <p:cNvSpPr/>
            <p:nvPr/>
          </p:nvSpPr>
          <p:spPr>
            <a:xfrm>
              <a:off x="5303466" y="21634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1" name="pt18981"/>
            <p:cNvSpPr/>
            <p:nvPr/>
          </p:nvSpPr>
          <p:spPr>
            <a:xfrm>
              <a:off x="5640949" y="20640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2" name="pt18982"/>
            <p:cNvSpPr/>
            <p:nvPr/>
          </p:nvSpPr>
          <p:spPr>
            <a:xfrm>
              <a:off x="5524314" y="21367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3" name="pt18983"/>
            <p:cNvSpPr/>
            <p:nvPr/>
          </p:nvSpPr>
          <p:spPr>
            <a:xfrm>
              <a:off x="5302596" y="21739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4" name="pt18984"/>
            <p:cNvSpPr/>
            <p:nvPr/>
          </p:nvSpPr>
          <p:spPr>
            <a:xfrm>
              <a:off x="4688536" y="24251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5" name="pt18985"/>
            <p:cNvSpPr/>
            <p:nvPr/>
          </p:nvSpPr>
          <p:spPr>
            <a:xfrm>
              <a:off x="5630093" y="19864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6" name="pt18986"/>
            <p:cNvSpPr/>
            <p:nvPr/>
          </p:nvSpPr>
          <p:spPr>
            <a:xfrm>
              <a:off x="5837280" y="19726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7" name="pt18987"/>
            <p:cNvSpPr/>
            <p:nvPr/>
          </p:nvSpPr>
          <p:spPr>
            <a:xfrm>
              <a:off x="5547497" y="22067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8" name="pt18988"/>
            <p:cNvSpPr/>
            <p:nvPr/>
          </p:nvSpPr>
          <p:spPr>
            <a:xfrm>
              <a:off x="5189992" y="22131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9" name="pt18989"/>
            <p:cNvSpPr/>
            <p:nvPr/>
          </p:nvSpPr>
          <p:spPr>
            <a:xfrm>
              <a:off x="5277955" y="22236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0" name="pt18990"/>
            <p:cNvSpPr/>
            <p:nvPr/>
          </p:nvSpPr>
          <p:spPr>
            <a:xfrm>
              <a:off x="5675300" y="18757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1" name="pt18991"/>
            <p:cNvSpPr/>
            <p:nvPr/>
          </p:nvSpPr>
          <p:spPr>
            <a:xfrm>
              <a:off x="5597997" y="21657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2" name="pt18992"/>
            <p:cNvSpPr/>
            <p:nvPr/>
          </p:nvSpPr>
          <p:spPr>
            <a:xfrm>
              <a:off x="5866759" y="17596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3" name="pt18993"/>
            <p:cNvSpPr/>
            <p:nvPr/>
          </p:nvSpPr>
          <p:spPr>
            <a:xfrm>
              <a:off x="5785264" y="20088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4" name="pt18994"/>
            <p:cNvSpPr/>
            <p:nvPr/>
          </p:nvSpPr>
          <p:spPr>
            <a:xfrm>
              <a:off x="5477722" y="19850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5" name="pt18995"/>
            <p:cNvSpPr/>
            <p:nvPr/>
          </p:nvSpPr>
          <p:spPr>
            <a:xfrm>
              <a:off x="5676112" y="15659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6" name="pt18996"/>
            <p:cNvSpPr/>
            <p:nvPr/>
          </p:nvSpPr>
          <p:spPr>
            <a:xfrm>
              <a:off x="5299350" y="21806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7" name="pt18997"/>
            <p:cNvSpPr/>
            <p:nvPr/>
          </p:nvSpPr>
          <p:spPr>
            <a:xfrm>
              <a:off x="5204403" y="21010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8" name="pt18998"/>
            <p:cNvSpPr/>
            <p:nvPr/>
          </p:nvSpPr>
          <p:spPr>
            <a:xfrm>
              <a:off x="5007836" y="2558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9" name="pt18999"/>
            <p:cNvSpPr/>
            <p:nvPr/>
          </p:nvSpPr>
          <p:spPr>
            <a:xfrm>
              <a:off x="5168639" y="26901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0" name="pt19000"/>
            <p:cNvSpPr/>
            <p:nvPr/>
          </p:nvSpPr>
          <p:spPr>
            <a:xfrm>
              <a:off x="6054443" y="16341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1" name="pt19001"/>
            <p:cNvSpPr/>
            <p:nvPr/>
          </p:nvSpPr>
          <p:spPr>
            <a:xfrm>
              <a:off x="5304191" y="22004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2" name="pt19002"/>
            <p:cNvSpPr/>
            <p:nvPr/>
          </p:nvSpPr>
          <p:spPr>
            <a:xfrm>
              <a:off x="5466640" y="20291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3" name="pt19003"/>
            <p:cNvSpPr/>
            <p:nvPr/>
          </p:nvSpPr>
          <p:spPr>
            <a:xfrm>
              <a:off x="5785282" y="18681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4" name="pt19004"/>
            <p:cNvSpPr/>
            <p:nvPr/>
          </p:nvSpPr>
          <p:spPr>
            <a:xfrm>
              <a:off x="6148887" y="18049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5" name="pt19005"/>
            <p:cNvSpPr/>
            <p:nvPr/>
          </p:nvSpPr>
          <p:spPr>
            <a:xfrm>
              <a:off x="5580432" y="22338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6" name="pt19006"/>
            <p:cNvSpPr/>
            <p:nvPr/>
          </p:nvSpPr>
          <p:spPr>
            <a:xfrm>
              <a:off x="5236740" y="20354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7" name="pt19007"/>
            <p:cNvSpPr/>
            <p:nvPr/>
          </p:nvSpPr>
          <p:spPr>
            <a:xfrm>
              <a:off x="5703508" y="19249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8" name="pt19008"/>
            <p:cNvSpPr/>
            <p:nvPr/>
          </p:nvSpPr>
          <p:spPr>
            <a:xfrm>
              <a:off x="5531817" y="21295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9" name="pt19009"/>
            <p:cNvSpPr/>
            <p:nvPr/>
          </p:nvSpPr>
          <p:spPr>
            <a:xfrm>
              <a:off x="5517718" y="2179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0" name="pt19010"/>
            <p:cNvSpPr/>
            <p:nvPr/>
          </p:nvSpPr>
          <p:spPr>
            <a:xfrm>
              <a:off x="5371375" y="22222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1" name="pt19011"/>
            <p:cNvSpPr/>
            <p:nvPr/>
          </p:nvSpPr>
          <p:spPr>
            <a:xfrm>
              <a:off x="5246610" y="21710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2" name="pt19012"/>
            <p:cNvSpPr/>
            <p:nvPr/>
          </p:nvSpPr>
          <p:spPr>
            <a:xfrm>
              <a:off x="5290622" y="23022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3" name="pt19013"/>
            <p:cNvSpPr/>
            <p:nvPr/>
          </p:nvSpPr>
          <p:spPr>
            <a:xfrm>
              <a:off x="5993714" y="19789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4" name="pt19014"/>
            <p:cNvSpPr/>
            <p:nvPr/>
          </p:nvSpPr>
          <p:spPr>
            <a:xfrm>
              <a:off x="5097446" y="24966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5" name="pt19015"/>
            <p:cNvSpPr/>
            <p:nvPr/>
          </p:nvSpPr>
          <p:spPr>
            <a:xfrm>
              <a:off x="4677872" y="28476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6" name="pt19016"/>
            <p:cNvSpPr/>
            <p:nvPr/>
          </p:nvSpPr>
          <p:spPr>
            <a:xfrm>
              <a:off x="5015879" y="26415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7" name="pt19017"/>
            <p:cNvSpPr/>
            <p:nvPr/>
          </p:nvSpPr>
          <p:spPr>
            <a:xfrm>
              <a:off x="5709656" y="20783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8" name="pt19018"/>
            <p:cNvSpPr/>
            <p:nvPr/>
          </p:nvSpPr>
          <p:spPr>
            <a:xfrm>
              <a:off x="5242478" y="21150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9" name="pt19019"/>
            <p:cNvSpPr/>
            <p:nvPr/>
          </p:nvSpPr>
          <p:spPr>
            <a:xfrm>
              <a:off x="5777053" y="20152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0" name="pt19020"/>
            <p:cNvSpPr/>
            <p:nvPr/>
          </p:nvSpPr>
          <p:spPr>
            <a:xfrm>
              <a:off x="5466591" y="19880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1" name="pt19021"/>
            <p:cNvSpPr/>
            <p:nvPr/>
          </p:nvSpPr>
          <p:spPr>
            <a:xfrm>
              <a:off x="4977839" y="25729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2" name="pt19022"/>
            <p:cNvSpPr/>
            <p:nvPr/>
          </p:nvSpPr>
          <p:spPr>
            <a:xfrm>
              <a:off x="4965301" y="20303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3" name="pt19023"/>
            <p:cNvSpPr/>
            <p:nvPr/>
          </p:nvSpPr>
          <p:spPr>
            <a:xfrm>
              <a:off x="4888063" y="28765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4" name="pt19024"/>
            <p:cNvSpPr/>
            <p:nvPr/>
          </p:nvSpPr>
          <p:spPr>
            <a:xfrm>
              <a:off x="5804521" y="2064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5" name="pt19025"/>
            <p:cNvSpPr/>
            <p:nvPr/>
          </p:nvSpPr>
          <p:spPr>
            <a:xfrm>
              <a:off x="5718700" y="19828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6" name="pt19026"/>
            <p:cNvSpPr/>
            <p:nvPr/>
          </p:nvSpPr>
          <p:spPr>
            <a:xfrm>
              <a:off x="5340258" y="21120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7" name="pt19027"/>
            <p:cNvSpPr/>
            <p:nvPr/>
          </p:nvSpPr>
          <p:spPr>
            <a:xfrm>
              <a:off x="5891712" y="16813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8" name="pt19028"/>
            <p:cNvSpPr/>
            <p:nvPr/>
          </p:nvSpPr>
          <p:spPr>
            <a:xfrm>
              <a:off x="5071505" y="25944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9" name="pt19029"/>
            <p:cNvSpPr/>
            <p:nvPr/>
          </p:nvSpPr>
          <p:spPr>
            <a:xfrm>
              <a:off x="4734462" y="25165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0" name="pt19030"/>
            <p:cNvSpPr/>
            <p:nvPr/>
          </p:nvSpPr>
          <p:spPr>
            <a:xfrm>
              <a:off x="5297159" y="22123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1" name="pt19031"/>
            <p:cNvSpPr/>
            <p:nvPr/>
          </p:nvSpPr>
          <p:spPr>
            <a:xfrm>
              <a:off x="5440737" y="22302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2" name="pt19032"/>
            <p:cNvSpPr/>
            <p:nvPr/>
          </p:nvSpPr>
          <p:spPr>
            <a:xfrm>
              <a:off x="5633388" y="20739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3" name="pt19033"/>
            <p:cNvSpPr/>
            <p:nvPr/>
          </p:nvSpPr>
          <p:spPr>
            <a:xfrm>
              <a:off x="5616766" y="19375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4" name="pt19034"/>
            <p:cNvSpPr/>
            <p:nvPr/>
          </p:nvSpPr>
          <p:spPr>
            <a:xfrm>
              <a:off x="4967470" y="19832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5" name="pt19035"/>
            <p:cNvSpPr/>
            <p:nvPr/>
          </p:nvSpPr>
          <p:spPr>
            <a:xfrm>
              <a:off x="5371533" y="22456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6" name="pt19036"/>
            <p:cNvSpPr/>
            <p:nvPr/>
          </p:nvSpPr>
          <p:spPr>
            <a:xfrm>
              <a:off x="5355400" y="21651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7" name="pt19037"/>
            <p:cNvSpPr/>
            <p:nvPr/>
          </p:nvSpPr>
          <p:spPr>
            <a:xfrm>
              <a:off x="5252629" y="20871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8" name="pt19038"/>
            <p:cNvSpPr/>
            <p:nvPr/>
          </p:nvSpPr>
          <p:spPr>
            <a:xfrm>
              <a:off x="5835610" y="17798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9" name="pt19039"/>
            <p:cNvSpPr/>
            <p:nvPr/>
          </p:nvSpPr>
          <p:spPr>
            <a:xfrm>
              <a:off x="5638276" y="21594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0" name="pt19040"/>
            <p:cNvSpPr/>
            <p:nvPr/>
          </p:nvSpPr>
          <p:spPr>
            <a:xfrm>
              <a:off x="5703192" y="18598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1" name="pt19041"/>
            <p:cNvSpPr/>
            <p:nvPr/>
          </p:nvSpPr>
          <p:spPr>
            <a:xfrm>
              <a:off x="5459636" y="21411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2" name="pt19042"/>
            <p:cNvSpPr/>
            <p:nvPr/>
          </p:nvSpPr>
          <p:spPr>
            <a:xfrm>
              <a:off x="5302223" y="22773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3" name="pt19043"/>
            <p:cNvSpPr/>
            <p:nvPr/>
          </p:nvSpPr>
          <p:spPr>
            <a:xfrm>
              <a:off x="5614503" y="19299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4" name="pt19044"/>
            <p:cNvSpPr/>
            <p:nvPr/>
          </p:nvSpPr>
          <p:spPr>
            <a:xfrm>
              <a:off x="5308763" y="19844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5" name="pt19045"/>
            <p:cNvSpPr/>
            <p:nvPr/>
          </p:nvSpPr>
          <p:spPr>
            <a:xfrm>
              <a:off x="5469805" y="20295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6" name="pt19046"/>
            <p:cNvSpPr/>
            <p:nvPr/>
          </p:nvSpPr>
          <p:spPr>
            <a:xfrm>
              <a:off x="5643680" y="2084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7" name="pt19047"/>
            <p:cNvSpPr/>
            <p:nvPr/>
          </p:nvSpPr>
          <p:spPr>
            <a:xfrm>
              <a:off x="5806275" y="19478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8" name="pt19048"/>
            <p:cNvSpPr/>
            <p:nvPr/>
          </p:nvSpPr>
          <p:spPr>
            <a:xfrm>
              <a:off x="5744583" y="18683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9" name="pt19049"/>
            <p:cNvSpPr/>
            <p:nvPr/>
          </p:nvSpPr>
          <p:spPr>
            <a:xfrm>
              <a:off x="5686458" y="18731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0" name="pt19050"/>
            <p:cNvSpPr/>
            <p:nvPr/>
          </p:nvSpPr>
          <p:spPr>
            <a:xfrm>
              <a:off x="5665473" y="20489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1" name="pt19051"/>
            <p:cNvSpPr/>
            <p:nvPr/>
          </p:nvSpPr>
          <p:spPr>
            <a:xfrm>
              <a:off x="5640816" y="19798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2" name="pt19052"/>
            <p:cNvSpPr/>
            <p:nvPr/>
          </p:nvSpPr>
          <p:spPr>
            <a:xfrm>
              <a:off x="5280640" y="2262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3" name="pt19053"/>
            <p:cNvSpPr/>
            <p:nvPr/>
          </p:nvSpPr>
          <p:spPr>
            <a:xfrm>
              <a:off x="5896625" y="17098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4" name="pt19054"/>
            <p:cNvSpPr/>
            <p:nvPr/>
          </p:nvSpPr>
          <p:spPr>
            <a:xfrm>
              <a:off x="5296815" y="22078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5" name="pt19055"/>
            <p:cNvSpPr/>
            <p:nvPr/>
          </p:nvSpPr>
          <p:spPr>
            <a:xfrm>
              <a:off x="5501491" y="22730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6" name="pt19056"/>
            <p:cNvSpPr/>
            <p:nvPr/>
          </p:nvSpPr>
          <p:spPr>
            <a:xfrm>
              <a:off x="5126235" y="25460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7" name="pt19057"/>
            <p:cNvSpPr/>
            <p:nvPr/>
          </p:nvSpPr>
          <p:spPr>
            <a:xfrm>
              <a:off x="5685665" y="17323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8" name="pt19058"/>
            <p:cNvSpPr/>
            <p:nvPr/>
          </p:nvSpPr>
          <p:spPr>
            <a:xfrm>
              <a:off x="5801317" y="20625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9" name="pt19059"/>
            <p:cNvSpPr/>
            <p:nvPr/>
          </p:nvSpPr>
          <p:spPr>
            <a:xfrm>
              <a:off x="4912711" y="24793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0" name="pt19060"/>
            <p:cNvSpPr/>
            <p:nvPr/>
          </p:nvSpPr>
          <p:spPr>
            <a:xfrm>
              <a:off x="5106929" y="15917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1" name="pt19061"/>
            <p:cNvSpPr/>
            <p:nvPr/>
          </p:nvSpPr>
          <p:spPr>
            <a:xfrm>
              <a:off x="5531018" y="21535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2" name="pt19062"/>
            <p:cNvSpPr/>
            <p:nvPr/>
          </p:nvSpPr>
          <p:spPr>
            <a:xfrm>
              <a:off x="5519522" y="21716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3" name="pt19063"/>
            <p:cNvSpPr/>
            <p:nvPr/>
          </p:nvSpPr>
          <p:spPr>
            <a:xfrm>
              <a:off x="5377484" y="22851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4" name="pt19064"/>
            <p:cNvSpPr/>
            <p:nvPr/>
          </p:nvSpPr>
          <p:spPr>
            <a:xfrm>
              <a:off x="5880501" y="17952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5" name="pt19065"/>
            <p:cNvSpPr/>
            <p:nvPr/>
          </p:nvSpPr>
          <p:spPr>
            <a:xfrm>
              <a:off x="5631092" y="21444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6" name="pt19066"/>
            <p:cNvSpPr/>
            <p:nvPr/>
          </p:nvSpPr>
          <p:spPr>
            <a:xfrm>
              <a:off x="5407435" y="22519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7" name="pt19067"/>
            <p:cNvSpPr/>
            <p:nvPr/>
          </p:nvSpPr>
          <p:spPr>
            <a:xfrm>
              <a:off x="5317473" y="21150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8" name="pt19068"/>
            <p:cNvSpPr/>
            <p:nvPr/>
          </p:nvSpPr>
          <p:spPr>
            <a:xfrm>
              <a:off x="5600582" y="20331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9" name="pt19069"/>
            <p:cNvSpPr/>
            <p:nvPr/>
          </p:nvSpPr>
          <p:spPr>
            <a:xfrm>
              <a:off x="5461984" y="20930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0" name="pt19070"/>
            <p:cNvSpPr/>
            <p:nvPr/>
          </p:nvSpPr>
          <p:spPr>
            <a:xfrm>
              <a:off x="5644056" y="20483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1" name="pt19071"/>
            <p:cNvSpPr/>
            <p:nvPr/>
          </p:nvSpPr>
          <p:spPr>
            <a:xfrm>
              <a:off x="5343702" y="20958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2" name="pt19072"/>
            <p:cNvSpPr/>
            <p:nvPr/>
          </p:nvSpPr>
          <p:spPr>
            <a:xfrm>
              <a:off x="5177594" y="25493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3" name="pt19073"/>
            <p:cNvSpPr/>
            <p:nvPr/>
          </p:nvSpPr>
          <p:spPr>
            <a:xfrm>
              <a:off x="5435450" y="21529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4" name="pt19074"/>
            <p:cNvSpPr/>
            <p:nvPr/>
          </p:nvSpPr>
          <p:spPr>
            <a:xfrm>
              <a:off x="5413846" y="21871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5" name="pt19075"/>
            <p:cNvSpPr/>
            <p:nvPr/>
          </p:nvSpPr>
          <p:spPr>
            <a:xfrm>
              <a:off x="4907909" y="28211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6" name="pt19076"/>
            <p:cNvSpPr/>
            <p:nvPr/>
          </p:nvSpPr>
          <p:spPr>
            <a:xfrm>
              <a:off x="5619824" y="18662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7" name="pt19077"/>
            <p:cNvSpPr/>
            <p:nvPr/>
          </p:nvSpPr>
          <p:spPr>
            <a:xfrm>
              <a:off x="5402923" y="22099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8" name="pt19078"/>
            <p:cNvSpPr/>
            <p:nvPr/>
          </p:nvSpPr>
          <p:spPr>
            <a:xfrm>
              <a:off x="5146352" y="24895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9" name="pt19079"/>
            <p:cNvSpPr/>
            <p:nvPr/>
          </p:nvSpPr>
          <p:spPr>
            <a:xfrm>
              <a:off x="5618138" y="19310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0" name="pt19080"/>
            <p:cNvSpPr/>
            <p:nvPr/>
          </p:nvSpPr>
          <p:spPr>
            <a:xfrm>
              <a:off x="5628551" y="18631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1" name="pt19081"/>
            <p:cNvSpPr/>
            <p:nvPr/>
          </p:nvSpPr>
          <p:spPr>
            <a:xfrm>
              <a:off x="5207528" y="22134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2" name="pt19082"/>
            <p:cNvSpPr/>
            <p:nvPr/>
          </p:nvSpPr>
          <p:spPr>
            <a:xfrm>
              <a:off x="5732737" y="18546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3" name="pt19083"/>
            <p:cNvSpPr/>
            <p:nvPr/>
          </p:nvSpPr>
          <p:spPr>
            <a:xfrm>
              <a:off x="5842171" y="17509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4" name="pt19084"/>
            <p:cNvSpPr/>
            <p:nvPr/>
          </p:nvSpPr>
          <p:spPr>
            <a:xfrm>
              <a:off x="5571409" y="23417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5" name="pt19085"/>
            <p:cNvSpPr/>
            <p:nvPr/>
          </p:nvSpPr>
          <p:spPr>
            <a:xfrm>
              <a:off x="5531190" y="21466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6" name="pt19086"/>
            <p:cNvSpPr/>
            <p:nvPr/>
          </p:nvSpPr>
          <p:spPr>
            <a:xfrm>
              <a:off x="5544911" y="19648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7" name="pt19087"/>
            <p:cNvSpPr/>
            <p:nvPr/>
          </p:nvSpPr>
          <p:spPr>
            <a:xfrm>
              <a:off x="5441633" y="22751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8" name="pt19088"/>
            <p:cNvSpPr/>
            <p:nvPr/>
          </p:nvSpPr>
          <p:spPr>
            <a:xfrm>
              <a:off x="5609995" y="19839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9" name="pt19089"/>
            <p:cNvSpPr/>
            <p:nvPr/>
          </p:nvSpPr>
          <p:spPr>
            <a:xfrm>
              <a:off x="5758004" y="18709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0" name="pt19090"/>
            <p:cNvSpPr/>
            <p:nvPr/>
          </p:nvSpPr>
          <p:spPr>
            <a:xfrm>
              <a:off x="5713133" y="20087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1" name="pt19091"/>
            <p:cNvSpPr/>
            <p:nvPr/>
          </p:nvSpPr>
          <p:spPr>
            <a:xfrm>
              <a:off x="5610121" y="21333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2" name="pt19092"/>
            <p:cNvSpPr/>
            <p:nvPr/>
          </p:nvSpPr>
          <p:spPr>
            <a:xfrm>
              <a:off x="5717842" y="19581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3" name="pt19093"/>
            <p:cNvSpPr/>
            <p:nvPr/>
          </p:nvSpPr>
          <p:spPr>
            <a:xfrm>
              <a:off x="5441168" y="22864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4" name="pt19094"/>
            <p:cNvSpPr/>
            <p:nvPr/>
          </p:nvSpPr>
          <p:spPr>
            <a:xfrm>
              <a:off x="5421113" y="21755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5" name="pt19095"/>
            <p:cNvSpPr/>
            <p:nvPr/>
          </p:nvSpPr>
          <p:spPr>
            <a:xfrm>
              <a:off x="5450250" y="22948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6" name="pt19096"/>
            <p:cNvSpPr/>
            <p:nvPr/>
          </p:nvSpPr>
          <p:spPr>
            <a:xfrm>
              <a:off x="5650936" y="20161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7" name="pt19097"/>
            <p:cNvSpPr/>
            <p:nvPr/>
          </p:nvSpPr>
          <p:spPr>
            <a:xfrm>
              <a:off x="5214982" y="21952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8" name="pt19098"/>
            <p:cNvSpPr/>
            <p:nvPr/>
          </p:nvSpPr>
          <p:spPr>
            <a:xfrm>
              <a:off x="5485181" y="19807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9" name="pt19099"/>
            <p:cNvSpPr/>
            <p:nvPr/>
          </p:nvSpPr>
          <p:spPr>
            <a:xfrm>
              <a:off x="5969806" y="17368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0" name="pt19100"/>
            <p:cNvSpPr/>
            <p:nvPr/>
          </p:nvSpPr>
          <p:spPr>
            <a:xfrm>
              <a:off x="5163384" y="27481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1" name="pt19101"/>
            <p:cNvSpPr/>
            <p:nvPr/>
          </p:nvSpPr>
          <p:spPr>
            <a:xfrm>
              <a:off x="5307319" y="20717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2" name="pt19102"/>
            <p:cNvSpPr/>
            <p:nvPr/>
          </p:nvSpPr>
          <p:spPr>
            <a:xfrm>
              <a:off x="5627334" y="18644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3" name="pt19103"/>
            <p:cNvSpPr/>
            <p:nvPr/>
          </p:nvSpPr>
          <p:spPr>
            <a:xfrm>
              <a:off x="5475888" y="18338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4" name="pt19104"/>
            <p:cNvSpPr/>
            <p:nvPr/>
          </p:nvSpPr>
          <p:spPr>
            <a:xfrm>
              <a:off x="5645330" y="20893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5" name="pt19105"/>
            <p:cNvSpPr/>
            <p:nvPr/>
          </p:nvSpPr>
          <p:spPr>
            <a:xfrm>
              <a:off x="5903676" y="15629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6" name="pt19106"/>
            <p:cNvSpPr/>
            <p:nvPr/>
          </p:nvSpPr>
          <p:spPr>
            <a:xfrm>
              <a:off x="5007320" y="26504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7" name="pt19107"/>
            <p:cNvSpPr/>
            <p:nvPr/>
          </p:nvSpPr>
          <p:spPr>
            <a:xfrm>
              <a:off x="5537346" y="23505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8" name="pt19108"/>
            <p:cNvSpPr/>
            <p:nvPr/>
          </p:nvSpPr>
          <p:spPr>
            <a:xfrm>
              <a:off x="5430716" y="22413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9" name="pt19109"/>
            <p:cNvSpPr/>
            <p:nvPr/>
          </p:nvSpPr>
          <p:spPr>
            <a:xfrm>
              <a:off x="5400387" y="22059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0" name="pt19110"/>
            <p:cNvSpPr/>
            <p:nvPr/>
          </p:nvSpPr>
          <p:spPr>
            <a:xfrm>
              <a:off x="5710443" y="20216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1" name="pt19111"/>
            <p:cNvSpPr/>
            <p:nvPr/>
          </p:nvSpPr>
          <p:spPr>
            <a:xfrm>
              <a:off x="5433202" y="2102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2" name="pt19112"/>
            <p:cNvSpPr/>
            <p:nvPr/>
          </p:nvSpPr>
          <p:spPr>
            <a:xfrm>
              <a:off x="5097446" y="25393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3" name="pt19113"/>
            <p:cNvSpPr/>
            <p:nvPr/>
          </p:nvSpPr>
          <p:spPr>
            <a:xfrm>
              <a:off x="5586669" y="22731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4" name="pt19114"/>
            <p:cNvSpPr/>
            <p:nvPr/>
          </p:nvSpPr>
          <p:spPr>
            <a:xfrm>
              <a:off x="5551452" y="22062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5" name="pt19115"/>
            <p:cNvSpPr/>
            <p:nvPr/>
          </p:nvSpPr>
          <p:spPr>
            <a:xfrm>
              <a:off x="5268272" y="21348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6" name="pt19116"/>
            <p:cNvSpPr/>
            <p:nvPr/>
          </p:nvSpPr>
          <p:spPr>
            <a:xfrm>
              <a:off x="5424544" y="21072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7" name="pt19117"/>
            <p:cNvSpPr/>
            <p:nvPr/>
          </p:nvSpPr>
          <p:spPr>
            <a:xfrm>
              <a:off x="5826784" y="20483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8" name="pt19118"/>
            <p:cNvSpPr/>
            <p:nvPr/>
          </p:nvSpPr>
          <p:spPr>
            <a:xfrm>
              <a:off x="5288286" y="21163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9" name="pt19119"/>
            <p:cNvSpPr/>
            <p:nvPr/>
          </p:nvSpPr>
          <p:spPr>
            <a:xfrm>
              <a:off x="5588948" y="19160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0" name="pt19120"/>
            <p:cNvSpPr/>
            <p:nvPr/>
          </p:nvSpPr>
          <p:spPr>
            <a:xfrm>
              <a:off x="5505697" y="21350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1" name="pt19121"/>
            <p:cNvSpPr/>
            <p:nvPr/>
          </p:nvSpPr>
          <p:spPr>
            <a:xfrm>
              <a:off x="5134525" y="27795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2" name="pt19122"/>
            <p:cNvSpPr/>
            <p:nvPr/>
          </p:nvSpPr>
          <p:spPr>
            <a:xfrm>
              <a:off x="5747858" y="19425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3" name="pt19123"/>
            <p:cNvSpPr/>
            <p:nvPr/>
          </p:nvSpPr>
          <p:spPr>
            <a:xfrm>
              <a:off x="4888008" y="26544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4" name="pt19124"/>
            <p:cNvSpPr/>
            <p:nvPr/>
          </p:nvSpPr>
          <p:spPr>
            <a:xfrm>
              <a:off x="5466524" y="19554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5" name="pt19125"/>
            <p:cNvSpPr/>
            <p:nvPr/>
          </p:nvSpPr>
          <p:spPr>
            <a:xfrm>
              <a:off x="5395975" y="21417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6" name="pt19126"/>
            <p:cNvSpPr/>
            <p:nvPr/>
          </p:nvSpPr>
          <p:spPr>
            <a:xfrm>
              <a:off x="5376690" y="2212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7" name="pt19127"/>
            <p:cNvSpPr/>
            <p:nvPr/>
          </p:nvSpPr>
          <p:spPr>
            <a:xfrm>
              <a:off x="5224544" y="22017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8" name="pt19128"/>
            <p:cNvSpPr/>
            <p:nvPr/>
          </p:nvSpPr>
          <p:spPr>
            <a:xfrm>
              <a:off x="5421560" y="23025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9" name="pt19129"/>
            <p:cNvSpPr/>
            <p:nvPr/>
          </p:nvSpPr>
          <p:spPr>
            <a:xfrm>
              <a:off x="5720437" y="17830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0" name="pt19130"/>
            <p:cNvSpPr/>
            <p:nvPr/>
          </p:nvSpPr>
          <p:spPr>
            <a:xfrm>
              <a:off x="4983314" y="27172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1" name="pt19131"/>
            <p:cNvSpPr/>
            <p:nvPr/>
          </p:nvSpPr>
          <p:spPr>
            <a:xfrm>
              <a:off x="5459274" y="20660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2" name="pt19132"/>
            <p:cNvSpPr/>
            <p:nvPr/>
          </p:nvSpPr>
          <p:spPr>
            <a:xfrm>
              <a:off x="5399531" y="21516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3" name="pt19133"/>
            <p:cNvSpPr/>
            <p:nvPr/>
          </p:nvSpPr>
          <p:spPr>
            <a:xfrm>
              <a:off x="5521974" y="21445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4" name="pt19134"/>
            <p:cNvSpPr/>
            <p:nvPr/>
          </p:nvSpPr>
          <p:spPr>
            <a:xfrm>
              <a:off x="5099921" y="24815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5" name="pt19135"/>
            <p:cNvSpPr/>
            <p:nvPr/>
          </p:nvSpPr>
          <p:spPr>
            <a:xfrm>
              <a:off x="6162271" y="20417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6" name="pt19136"/>
            <p:cNvSpPr/>
            <p:nvPr/>
          </p:nvSpPr>
          <p:spPr>
            <a:xfrm>
              <a:off x="5394421" y="21738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7" name="pt19137"/>
            <p:cNvSpPr/>
            <p:nvPr/>
          </p:nvSpPr>
          <p:spPr>
            <a:xfrm>
              <a:off x="5746193" y="21120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8" name="pt19138"/>
            <p:cNvSpPr/>
            <p:nvPr/>
          </p:nvSpPr>
          <p:spPr>
            <a:xfrm>
              <a:off x="5600037" y="19719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9" name="pt19139"/>
            <p:cNvSpPr/>
            <p:nvPr/>
          </p:nvSpPr>
          <p:spPr>
            <a:xfrm>
              <a:off x="5457701" y="21809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0" name="pt19140"/>
            <p:cNvSpPr/>
            <p:nvPr/>
          </p:nvSpPr>
          <p:spPr>
            <a:xfrm>
              <a:off x="5434529" y="20379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1" name="pt19141"/>
            <p:cNvSpPr/>
            <p:nvPr/>
          </p:nvSpPr>
          <p:spPr>
            <a:xfrm>
              <a:off x="5748619" y="17729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2" name="pt19142"/>
            <p:cNvSpPr/>
            <p:nvPr/>
          </p:nvSpPr>
          <p:spPr>
            <a:xfrm>
              <a:off x="5422207" y="21792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3" name="pt19143"/>
            <p:cNvSpPr/>
            <p:nvPr/>
          </p:nvSpPr>
          <p:spPr>
            <a:xfrm>
              <a:off x="5270210" y="21330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4" name="pt19144"/>
            <p:cNvSpPr/>
            <p:nvPr/>
          </p:nvSpPr>
          <p:spPr>
            <a:xfrm>
              <a:off x="5818891" y="19412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5" name="pt19145"/>
            <p:cNvSpPr/>
            <p:nvPr/>
          </p:nvSpPr>
          <p:spPr>
            <a:xfrm>
              <a:off x="5632963" y="20723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6" name="pt19146"/>
            <p:cNvSpPr/>
            <p:nvPr/>
          </p:nvSpPr>
          <p:spPr>
            <a:xfrm>
              <a:off x="5492723" y="20200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7" name="pt19147"/>
            <p:cNvSpPr/>
            <p:nvPr/>
          </p:nvSpPr>
          <p:spPr>
            <a:xfrm>
              <a:off x="5192055" y="2348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8" name="pt19148"/>
            <p:cNvSpPr/>
            <p:nvPr/>
          </p:nvSpPr>
          <p:spPr>
            <a:xfrm>
              <a:off x="5251158" y="20744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9" name="pt19149"/>
            <p:cNvSpPr/>
            <p:nvPr/>
          </p:nvSpPr>
          <p:spPr>
            <a:xfrm>
              <a:off x="5819369" y="19368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0" name="pt19150"/>
            <p:cNvSpPr/>
            <p:nvPr/>
          </p:nvSpPr>
          <p:spPr>
            <a:xfrm>
              <a:off x="5428615" y="21739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1" name="pt19151"/>
            <p:cNvSpPr/>
            <p:nvPr/>
          </p:nvSpPr>
          <p:spPr>
            <a:xfrm>
              <a:off x="5120076" y="24844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2" name="pt19152"/>
            <p:cNvSpPr/>
            <p:nvPr/>
          </p:nvSpPr>
          <p:spPr>
            <a:xfrm>
              <a:off x="5270382" y="21913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3" name="pt19153"/>
            <p:cNvSpPr/>
            <p:nvPr/>
          </p:nvSpPr>
          <p:spPr>
            <a:xfrm>
              <a:off x="5715598" y="20455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4" name="pt19154"/>
            <p:cNvSpPr/>
            <p:nvPr/>
          </p:nvSpPr>
          <p:spPr>
            <a:xfrm>
              <a:off x="5069645" y="21694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5" name="pt19155"/>
            <p:cNvSpPr/>
            <p:nvPr/>
          </p:nvSpPr>
          <p:spPr>
            <a:xfrm>
              <a:off x="5796633" y="19635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6" name="pt19156"/>
            <p:cNvSpPr/>
            <p:nvPr/>
          </p:nvSpPr>
          <p:spPr>
            <a:xfrm>
              <a:off x="5420852" y="21990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7" name="pt19157"/>
            <p:cNvSpPr/>
            <p:nvPr/>
          </p:nvSpPr>
          <p:spPr>
            <a:xfrm>
              <a:off x="5632587" y="20014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8" name="pt19158"/>
            <p:cNvSpPr/>
            <p:nvPr/>
          </p:nvSpPr>
          <p:spPr>
            <a:xfrm>
              <a:off x="5567774" y="22002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9" name="pt19159"/>
            <p:cNvSpPr/>
            <p:nvPr/>
          </p:nvSpPr>
          <p:spPr>
            <a:xfrm>
              <a:off x="5420053" y="21673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0" name="pt19160"/>
            <p:cNvSpPr/>
            <p:nvPr/>
          </p:nvSpPr>
          <p:spPr>
            <a:xfrm>
              <a:off x="5455364" y="22093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1" name="pt19161"/>
            <p:cNvSpPr/>
            <p:nvPr/>
          </p:nvSpPr>
          <p:spPr>
            <a:xfrm>
              <a:off x="5490469" y="21330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2" name="pt19162"/>
            <p:cNvSpPr/>
            <p:nvPr/>
          </p:nvSpPr>
          <p:spPr>
            <a:xfrm>
              <a:off x="5755164" y="19667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3" name="pt19163"/>
            <p:cNvSpPr/>
            <p:nvPr/>
          </p:nvSpPr>
          <p:spPr>
            <a:xfrm>
              <a:off x="5788989" y="19502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4" name="pt19164"/>
            <p:cNvSpPr/>
            <p:nvPr/>
          </p:nvSpPr>
          <p:spPr>
            <a:xfrm>
              <a:off x="5586086" y="23370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5" name="pt19165"/>
            <p:cNvSpPr/>
            <p:nvPr/>
          </p:nvSpPr>
          <p:spPr>
            <a:xfrm>
              <a:off x="5371448" y="22494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6" name="pt19166"/>
            <p:cNvSpPr/>
            <p:nvPr/>
          </p:nvSpPr>
          <p:spPr>
            <a:xfrm>
              <a:off x="5523975" y="21601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7" name="pt19167"/>
            <p:cNvSpPr/>
            <p:nvPr/>
          </p:nvSpPr>
          <p:spPr>
            <a:xfrm>
              <a:off x="5589447" y="20002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8" name="pt19168"/>
            <p:cNvSpPr/>
            <p:nvPr/>
          </p:nvSpPr>
          <p:spPr>
            <a:xfrm>
              <a:off x="5325565" y="20596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9" name="pt19169"/>
            <p:cNvSpPr/>
            <p:nvPr/>
          </p:nvSpPr>
          <p:spPr>
            <a:xfrm>
              <a:off x="5756463" y="20001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0" name="pt19170"/>
            <p:cNvSpPr/>
            <p:nvPr/>
          </p:nvSpPr>
          <p:spPr>
            <a:xfrm>
              <a:off x="5403913" y="21465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1" name="pt19171"/>
            <p:cNvSpPr/>
            <p:nvPr/>
          </p:nvSpPr>
          <p:spPr>
            <a:xfrm>
              <a:off x="5185485" y="25208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2" name="pt19172"/>
            <p:cNvSpPr/>
            <p:nvPr/>
          </p:nvSpPr>
          <p:spPr>
            <a:xfrm>
              <a:off x="5571178" y="23095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3" name="pt19173"/>
            <p:cNvSpPr/>
            <p:nvPr/>
          </p:nvSpPr>
          <p:spPr>
            <a:xfrm>
              <a:off x="5292737" y="22059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4" name="pt19174"/>
            <p:cNvSpPr/>
            <p:nvPr/>
          </p:nvSpPr>
          <p:spPr>
            <a:xfrm>
              <a:off x="5068501" y="24535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5" name="pt19175"/>
            <p:cNvSpPr/>
            <p:nvPr/>
          </p:nvSpPr>
          <p:spPr>
            <a:xfrm>
              <a:off x="5115209" y="19828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6" name="pt19176"/>
            <p:cNvSpPr/>
            <p:nvPr/>
          </p:nvSpPr>
          <p:spPr>
            <a:xfrm>
              <a:off x="5250576" y="18598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7" name="pt19177"/>
            <p:cNvSpPr/>
            <p:nvPr/>
          </p:nvSpPr>
          <p:spPr>
            <a:xfrm>
              <a:off x="5379753" y="22417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8" name="pt19178"/>
            <p:cNvSpPr/>
            <p:nvPr/>
          </p:nvSpPr>
          <p:spPr>
            <a:xfrm>
              <a:off x="5619524" y="18935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9" name="pt19179"/>
            <p:cNvSpPr/>
            <p:nvPr/>
          </p:nvSpPr>
          <p:spPr>
            <a:xfrm>
              <a:off x="5511330" y="23114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0" name="pt19180"/>
            <p:cNvSpPr/>
            <p:nvPr/>
          </p:nvSpPr>
          <p:spPr>
            <a:xfrm>
              <a:off x="5610944" y="20444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1" name="pt19181"/>
            <p:cNvSpPr/>
            <p:nvPr/>
          </p:nvSpPr>
          <p:spPr>
            <a:xfrm>
              <a:off x="5497574" y="20832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2" name="pt19182"/>
            <p:cNvSpPr/>
            <p:nvPr/>
          </p:nvSpPr>
          <p:spPr>
            <a:xfrm>
              <a:off x="5523982" y="21322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3" name="pt19183"/>
            <p:cNvSpPr/>
            <p:nvPr/>
          </p:nvSpPr>
          <p:spPr>
            <a:xfrm>
              <a:off x="5422198" y="21835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4" name="pt19184"/>
            <p:cNvSpPr/>
            <p:nvPr/>
          </p:nvSpPr>
          <p:spPr>
            <a:xfrm>
              <a:off x="5549321" y="21409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5" name="pt19185"/>
            <p:cNvSpPr/>
            <p:nvPr/>
          </p:nvSpPr>
          <p:spPr>
            <a:xfrm>
              <a:off x="5299146" y="21011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6" name="pt19186"/>
            <p:cNvSpPr/>
            <p:nvPr/>
          </p:nvSpPr>
          <p:spPr>
            <a:xfrm>
              <a:off x="5799242" y="18778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7" name="pt19187"/>
            <p:cNvSpPr/>
            <p:nvPr/>
          </p:nvSpPr>
          <p:spPr>
            <a:xfrm>
              <a:off x="5698528" y="19231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8" name="pt19188"/>
            <p:cNvSpPr/>
            <p:nvPr/>
          </p:nvSpPr>
          <p:spPr>
            <a:xfrm>
              <a:off x="5414649" y="22408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9" name="pt19189"/>
            <p:cNvSpPr/>
            <p:nvPr/>
          </p:nvSpPr>
          <p:spPr>
            <a:xfrm>
              <a:off x="5701571" y="20140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0" name="pt19190"/>
            <p:cNvSpPr/>
            <p:nvPr/>
          </p:nvSpPr>
          <p:spPr>
            <a:xfrm>
              <a:off x="5352910" y="22437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1" name="pt19191"/>
            <p:cNvSpPr/>
            <p:nvPr/>
          </p:nvSpPr>
          <p:spPr>
            <a:xfrm>
              <a:off x="5155007" y="26655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2" name="pt19192"/>
            <p:cNvSpPr/>
            <p:nvPr/>
          </p:nvSpPr>
          <p:spPr>
            <a:xfrm>
              <a:off x="5159485" y="26419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3" name="pt19193"/>
            <p:cNvSpPr/>
            <p:nvPr/>
          </p:nvSpPr>
          <p:spPr>
            <a:xfrm>
              <a:off x="5510648" y="22050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4" name="pt19194"/>
            <p:cNvSpPr/>
            <p:nvPr/>
          </p:nvSpPr>
          <p:spPr>
            <a:xfrm>
              <a:off x="5425048" y="22112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5" name="pt19195"/>
            <p:cNvSpPr/>
            <p:nvPr/>
          </p:nvSpPr>
          <p:spPr>
            <a:xfrm>
              <a:off x="5244236" y="22620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6" name="pt19196"/>
            <p:cNvSpPr/>
            <p:nvPr/>
          </p:nvSpPr>
          <p:spPr>
            <a:xfrm>
              <a:off x="5868751" y="18080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7" name="pt19197"/>
            <p:cNvSpPr/>
            <p:nvPr/>
          </p:nvSpPr>
          <p:spPr>
            <a:xfrm>
              <a:off x="5293616" y="21800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8" name="pt19198"/>
            <p:cNvSpPr/>
            <p:nvPr/>
          </p:nvSpPr>
          <p:spPr>
            <a:xfrm>
              <a:off x="5554892" y="2278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9" name="pt19199"/>
            <p:cNvSpPr/>
            <p:nvPr/>
          </p:nvSpPr>
          <p:spPr>
            <a:xfrm>
              <a:off x="5410632" y="2171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0" name="pt19200"/>
            <p:cNvSpPr/>
            <p:nvPr/>
          </p:nvSpPr>
          <p:spPr>
            <a:xfrm>
              <a:off x="5670938" y="19450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1" name="pt19201"/>
            <p:cNvSpPr/>
            <p:nvPr/>
          </p:nvSpPr>
          <p:spPr>
            <a:xfrm>
              <a:off x="5115040" y="21153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2" name="pt19202"/>
            <p:cNvSpPr/>
            <p:nvPr/>
          </p:nvSpPr>
          <p:spPr>
            <a:xfrm>
              <a:off x="4980661" y="27948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3" name="pt19203"/>
            <p:cNvSpPr/>
            <p:nvPr/>
          </p:nvSpPr>
          <p:spPr>
            <a:xfrm>
              <a:off x="5064538" y="26019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4" name="pt19204"/>
            <p:cNvSpPr/>
            <p:nvPr/>
          </p:nvSpPr>
          <p:spPr>
            <a:xfrm>
              <a:off x="5644770" y="20344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5" name="pt19205"/>
            <p:cNvSpPr/>
            <p:nvPr/>
          </p:nvSpPr>
          <p:spPr>
            <a:xfrm>
              <a:off x="5166909" y="26727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6" name="pt19206"/>
            <p:cNvSpPr/>
            <p:nvPr/>
          </p:nvSpPr>
          <p:spPr>
            <a:xfrm>
              <a:off x="5668009" y="19536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7" name="pt19207"/>
            <p:cNvSpPr/>
            <p:nvPr/>
          </p:nvSpPr>
          <p:spPr>
            <a:xfrm>
              <a:off x="5414805" y="21613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8" name="pt19208"/>
            <p:cNvSpPr/>
            <p:nvPr/>
          </p:nvSpPr>
          <p:spPr>
            <a:xfrm>
              <a:off x="5531351" y="21251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9" name="pt19209"/>
            <p:cNvSpPr/>
            <p:nvPr/>
          </p:nvSpPr>
          <p:spPr>
            <a:xfrm>
              <a:off x="5708722" y="2091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0" name="pt19210"/>
            <p:cNvSpPr/>
            <p:nvPr/>
          </p:nvSpPr>
          <p:spPr>
            <a:xfrm>
              <a:off x="5105292" y="21136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1" name="pt19211"/>
            <p:cNvSpPr/>
            <p:nvPr/>
          </p:nvSpPr>
          <p:spPr>
            <a:xfrm>
              <a:off x="5305686" y="19528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2" name="pt19212"/>
            <p:cNvSpPr/>
            <p:nvPr/>
          </p:nvSpPr>
          <p:spPr>
            <a:xfrm>
              <a:off x="5355438" y="22267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3" name="pt19213"/>
            <p:cNvSpPr/>
            <p:nvPr/>
          </p:nvSpPr>
          <p:spPr>
            <a:xfrm>
              <a:off x="5409207" y="22057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4" name="pt19214"/>
            <p:cNvSpPr/>
            <p:nvPr/>
          </p:nvSpPr>
          <p:spPr>
            <a:xfrm>
              <a:off x="5320382" y="21014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5" name="pt19215"/>
            <p:cNvSpPr/>
            <p:nvPr/>
          </p:nvSpPr>
          <p:spPr>
            <a:xfrm>
              <a:off x="5292698" y="22372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6" name="pt19216"/>
            <p:cNvSpPr/>
            <p:nvPr/>
          </p:nvSpPr>
          <p:spPr>
            <a:xfrm>
              <a:off x="5521230" y="20974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7" name="pt19217"/>
            <p:cNvSpPr/>
            <p:nvPr/>
          </p:nvSpPr>
          <p:spPr>
            <a:xfrm>
              <a:off x="5811607" y="18813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8" name="pt19218"/>
            <p:cNvSpPr/>
            <p:nvPr/>
          </p:nvSpPr>
          <p:spPr>
            <a:xfrm>
              <a:off x="5516254" y="22037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9" name="pt19219"/>
            <p:cNvSpPr/>
            <p:nvPr/>
          </p:nvSpPr>
          <p:spPr>
            <a:xfrm>
              <a:off x="5107919" y="15034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0" name="pt19220"/>
            <p:cNvSpPr/>
            <p:nvPr/>
          </p:nvSpPr>
          <p:spPr>
            <a:xfrm>
              <a:off x="5327421" y="21440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1" name="pt19221"/>
            <p:cNvSpPr/>
            <p:nvPr/>
          </p:nvSpPr>
          <p:spPr>
            <a:xfrm>
              <a:off x="5279070" y="21887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2" name="pt19222"/>
            <p:cNvSpPr/>
            <p:nvPr/>
          </p:nvSpPr>
          <p:spPr>
            <a:xfrm>
              <a:off x="5581755" y="22268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3" name="pt19223"/>
            <p:cNvSpPr/>
            <p:nvPr/>
          </p:nvSpPr>
          <p:spPr>
            <a:xfrm>
              <a:off x="5299559" y="20832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4" name="pt19224"/>
            <p:cNvSpPr/>
            <p:nvPr/>
          </p:nvSpPr>
          <p:spPr>
            <a:xfrm>
              <a:off x="5596681" y="20525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5" name="pt19225"/>
            <p:cNvSpPr/>
            <p:nvPr/>
          </p:nvSpPr>
          <p:spPr>
            <a:xfrm>
              <a:off x="5319945" y="22681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6" name="pt19226"/>
            <p:cNvSpPr/>
            <p:nvPr/>
          </p:nvSpPr>
          <p:spPr>
            <a:xfrm>
              <a:off x="5926805" y="16575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7" name="pt19227"/>
            <p:cNvSpPr/>
            <p:nvPr/>
          </p:nvSpPr>
          <p:spPr>
            <a:xfrm>
              <a:off x="5869350" y="16424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8" name="pt19228"/>
            <p:cNvSpPr/>
            <p:nvPr/>
          </p:nvSpPr>
          <p:spPr>
            <a:xfrm>
              <a:off x="5190267" y="22990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9" name="pt19229"/>
            <p:cNvSpPr/>
            <p:nvPr/>
          </p:nvSpPr>
          <p:spPr>
            <a:xfrm>
              <a:off x="5373299" y="22240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0" name="pt19230"/>
            <p:cNvSpPr/>
            <p:nvPr/>
          </p:nvSpPr>
          <p:spPr>
            <a:xfrm>
              <a:off x="5024294" y="24677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1" name="pt19231"/>
            <p:cNvSpPr/>
            <p:nvPr/>
          </p:nvSpPr>
          <p:spPr>
            <a:xfrm>
              <a:off x="5690143" y="18556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2" name="pt19232"/>
            <p:cNvSpPr/>
            <p:nvPr/>
          </p:nvSpPr>
          <p:spPr>
            <a:xfrm>
              <a:off x="5364803" y="22811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3" name="pt19233"/>
            <p:cNvSpPr/>
            <p:nvPr/>
          </p:nvSpPr>
          <p:spPr>
            <a:xfrm>
              <a:off x="5479934" y="18653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4" name="pt19234"/>
            <p:cNvSpPr/>
            <p:nvPr/>
          </p:nvSpPr>
          <p:spPr>
            <a:xfrm>
              <a:off x="5147875" y="25882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5" name="pt19235"/>
            <p:cNvSpPr/>
            <p:nvPr/>
          </p:nvSpPr>
          <p:spPr>
            <a:xfrm>
              <a:off x="5478702" y="18904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6" name="pt19236"/>
            <p:cNvSpPr/>
            <p:nvPr/>
          </p:nvSpPr>
          <p:spPr>
            <a:xfrm>
              <a:off x="5117486" y="24896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7" name="pt19237"/>
            <p:cNvSpPr/>
            <p:nvPr/>
          </p:nvSpPr>
          <p:spPr>
            <a:xfrm>
              <a:off x="5524182" y="22781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8" name="pt19238"/>
            <p:cNvSpPr/>
            <p:nvPr/>
          </p:nvSpPr>
          <p:spPr>
            <a:xfrm>
              <a:off x="5163910" y="26909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9" name="pt19239"/>
            <p:cNvSpPr/>
            <p:nvPr/>
          </p:nvSpPr>
          <p:spPr>
            <a:xfrm>
              <a:off x="5261878" y="22069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0" name="pt19240"/>
            <p:cNvSpPr/>
            <p:nvPr/>
          </p:nvSpPr>
          <p:spPr>
            <a:xfrm>
              <a:off x="5165315" y="26791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1" name="pt19241"/>
            <p:cNvSpPr/>
            <p:nvPr/>
          </p:nvSpPr>
          <p:spPr>
            <a:xfrm>
              <a:off x="5361868" y="22564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2" name="pt19242"/>
            <p:cNvSpPr/>
            <p:nvPr/>
          </p:nvSpPr>
          <p:spPr>
            <a:xfrm>
              <a:off x="5376008" y="22409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3" name="pt19243"/>
            <p:cNvSpPr/>
            <p:nvPr/>
          </p:nvSpPr>
          <p:spPr>
            <a:xfrm>
              <a:off x="5408346" y="22075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4" name="pt19244"/>
            <p:cNvSpPr/>
            <p:nvPr/>
          </p:nvSpPr>
          <p:spPr>
            <a:xfrm>
              <a:off x="5406246" y="22136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5" name="pt19245"/>
            <p:cNvSpPr/>
            <p:nvPr/>
          </p:nvSpPr>
          <p:spPr>
            <a:xfrm>
              <a:off x="5744114" y="19380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6" name="pt19246"/>
            <p:cNvSpPr/>
            <p:nvPr/>
          </p:nvSpPr>
          <p:spPr>
            <a:xfrm>
              <a:off x="5729375" y="18883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7" name="pt19247"/>
            <p:cNvSpPr/>
            <p:nvPr/>
          </p:nvSpPr>
          <p:spPr>
            <a:xfrm>
              <a:off x="5695994" y="18584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8" name="pt19248"/>
            <p:cNvSpPr/>
            <p:nvPr/>
          </p:nvSpPr>
          <p:spPr>
            <a:xfrm>
              <a:off x="5201865" y="2261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9" name="pt19249"/>
            <p:cNvSpPr/>
            <p:nvPr/>
          </p:nvSpPr>
          <p:spPr>
            <a:xfrm>
              <a:off x="4824140" y="26390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0" name="pt19250"/>
            <p:cNvSpPr/>
            <p:nvPr/>
          </p:nvSpPr>
          <p:spPr>
            <a:xfrm>
              <a:off x="5599403" y="19989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1" name="pt19251"/>
            <p:cNvSpPr/>
            <p:nvPr/>
          </p:nvSpPr>
          <p:spPr>
            <a:xfrm>
              <a:off x="5634438" y="22009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2" name="pt19252"/>
            <p:cNvSpPr/>
            <p:nvPr/>
          </p:nvSpPr>
          <p:spPr>
            <a:xfrm>
              <a:off x="5445624" y="22601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3" name="pt19253"/>
            <p:cNvSpPr/>
            <p:nvPr/>
          </p:nvSpPr>
          <p:spPr>
            <a:xfrm>
              <a:off x="5594652" y="2105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4" name="pt19254"/>
            <p:cNvSpPr/>
            <p:nvPr/>
          </p:nvSpPr>
          <p:spPr>
            <a:xfrm>
              <a:off x="5012092" y="27426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5" name="pt19255"/>
            <p:cNvSpPr/>
            <p:nvPr/>
          </p:nvSpPr>
          <p:spPr>
            <a:xfrm>
              <a:off x="5688280" y="17403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6" name="pt19256"/>
            <p:cNvSpPr/>
            <p:nvPr/>
          </p:nvSpPr>
          <p:spPr>
            <a:xfrm>
              <a:off x="6039847" y="22120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7" name="pt19257"/>
            <p:cNvSpPr/>
            <p:nvPr/>
          </p:nvSpPr>
          <p:spPr>
            <a:xfrm>
              <a:off x="5891348" y="16648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8" name="pt19258"/>
            <p:cNvSpPr/>
            <p:nvPr/>
          </p:nvSpPr>
          <p:spPr>
            <a:xfrm>
              <a:off x="5261688" y="21662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9" name="pt19259"/>
            <p:cNvSpPr/>
            <p:nvPr/>
          </p:nvSpPr>
          <p:spPr>
            <a:xfrm>
              <a:off x="5708920" y="19829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0" name="pt19260"/>
            <p:cNvSpPr/>
            <p:nvPr/>
          </p:nvSpPr>
          <p:spPr>
            <a:xfrm>
              <a:off x="6147334" y="16890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1" name="pt19261"/>
            <p:cNvSpPr/>
            <p:nvPr/>
          </p:nvSpPr>
          <p:spPr>
            <a:xfrm>
              <a:off x="5518205" y="21954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2" name="pt19262"/>
            <p:cNvSpPr/>
            <p:nvPr/>
          </p:nvSpPr>
          <p:spPr>
            <a:xfrm>
              <a:off x="5458431" y="22261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3" name="pt19263"/>
            <p:cNvSpPr/>
            <p:nvPr/>
          </p:nvSpPr>
          <p:spPr>
            <a:xfrm>
              <a:off x="5229244" y="21339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4" name="pt19264"/>
            <p:cNvSpPr/>
            <p:nvPr/>
          </p:nvSpPr>
          <p:spPr>
            <a:xfrm>
              <a:off x="5602514" y="20963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5" name="pt19265"/>
            <p:cNvSpPr/>
            <p:nvPr/>
          </p:nvSpPr>
          <p:spPr>
            <a:xfrm>
              <a:off x="5615690" y="2096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6" name="pt19266"/>
            <p:cNvSpPr/>
            <p:nvPr/>
          </p:nvSpPr>
          <p:spPr>
            <a:xfrm>
              <a:off x="5522032" y="21221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7" name="pt19267"/>
            <p:cNvSpPr/>
            <p:nvPr/>
          </p:nvSpPr>
          <p:spPr>
            <a:xfrm>
              <a:off x="5655870" y="20794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8" name="pt19268"/>
            <p:cNvSpPr/>
            <p:nvPr/>
          </p:nvSpPr>
          <p:spPr>
            <a:xfrm>
              <a:off x="5452564" y="21952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9" name="pt19269"/>
            <p:cNvSpPr/>
            <p:nvPr/>
          </p:nvSpPr>
          <p:spPr>
            <a:xfrm>
              <a:off x="5185733" y="25747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0" name="pt19270"/>
            <p:cNvSpPr/>
            <p:nvPr/>
          </p:nvSpPr>
          <p:spPr>
            <a:xfrm>
              <a:off x="5391205" y="21681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1" name="pt19271"/>
            <p:cNvSpPr/>
            <p:nvPr/>
          </p:nvSpPr>
          <p:spPr>
            <a:xfrm>
              <a:off x="5648516" y="20462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2" name="pt19272"/>
            <p:cNvSpPr/>
            <p:nvPr/>
          </p:nvSpPr>
          <p:spPr>
            <a:xfrm>
              <a:off x="5707781" y="20740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3" name="pt19273"/>
            <p:cNvSpPr/>
            <p:nvPr/>
          </p:nvSpPr>
          <p:spPr>
            <a:xfrm>
              <a:off x="5582637" y="22606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4" name="pt19274"/>
            <p:cNvSpPr/>
            <p:nvPr/>
          </p:nvSpPr>
          <p:spPr>
            <a:xfrm>
              <a:off x="5516885" y="23191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5" name="pt19275"/>
            <p:cNvSpPr/>
            <p:nvPr/>
          </p:nvSpPr>
          <p:spPr>
            <a:xfrm>
              <a:off x="5682467" y="18584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6" name="pt19276"/>
            <p:cNvSpPr/>
            <p:nvPr/>
          </p:nvSpPr>
          <p:spPr>
            <a:xfrm>
              <a:off x="5340800" y="22060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7" name="pt19277"/>
            <p:cNvSpPr/>
            <p:nvPr/>
          </p:nvSpPr>
          <p:spPr>
            <a:xfrm>
              <a:off x="5505554" y="20939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8" name="pt19278"/>
            <p:cNvSpPr/>
            <p:nvPr/>
          </p:nvSpPr>
          <p:spPr>
            <a:xfrm>
              <a:off x="5096791" y="26657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9" name="pt19279"/>
            <p:cNvSpPr/>
            <p:nvPr/>
          </p:nvSpPr>
          <p:spPr>
            <a:xfrm>
              <a:off x="5596987" y="2052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0" name="pt19280"/>
            <p:cNvSpPr/>
            <p:nvPr/>
          </p:nvSpPr>
          <p:spPr>
            <a:xfrm>
              <a:off x="5206349" y="21703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1" name="pt19281"/>
            <p:cNvSpPr/>
            <p:nvPr/>
          </p:nvSpPr>
          <p:spPr>
            <a:xfrm>
              <a:off x="5777457" y="19116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2" name="pt19282"/>
            <p:cNvSpPr/>
            <p:nvPr/>
          </p:nvSpPr>
          <p:spPr>
            <a:xfrm>
              <a:off x="5497956" y="21727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3" name="pt19283"/>
            <p:cNvSpPr/>
            <p:nvPr/>
          </p:nvSpPr>
          <p:spPr>
            <a:xfrm>
              <a:off x="5498635" y="22769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4" name="pt19284"/>
            <p:cNvSpPr/>
            <p:nvPr/>
          </p:nvSpPr>
          <p:spPr>
            <a:xfrm>
              <a:off x="5181686" y="24004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5" name="pt19285"/>
            <p:cNvSpPr/>
            <p:nvPr/>
          </p:nvSpPr>
          <p:spPr>
            <a:xfrm>
              <a:off x="5261537" y="22388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6" name="pt19286"/>
            <p:cNvSpPr/>
            <p:nvPr/>
          </p:nvSpPr>
          <p:spPr>
            <a:xfrm>
              <a:off x="5732427" y="19547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7" name="pt19287"/>
            <p:cNvSpPr/>
            <p:nvPr/>
          </p:nvSpPr>
          <p:spPr>
            <a:xfrm>
              <a:off x="5554256" y="21996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8" name="pt19288"/>
            <p:cNvSpPr/>
            <p:nvPr/>
          </p:nvSpPr>
          <p:spPr>
            <a:xfrm>
              <a:off x="5193759" y="22557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9" name="pt19289"/>
            <p:cNvSpPr/>
            <p:nvPr/>
          </p:nvSpPr>
          <p:spPr>
            <a:xfrm>
              <a:off x="5358555" y="22049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0" name="pt19290"/>
            <p:cNvSpPr/>
            <p:nvPr/>
          </p:nvSpPr>
          <p:spPr>
            <a:xfrm>
              <a:off x="5426006" y="22740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1" name="pt19291"/>
            <p:cNvSpPr/>
            <p:nvPr/>
          </p:nvSpPr>
          <p:spPr>
            <a:xfrm>
              <a:off x="5463185" y="20469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2" name="pt19292"/>
            <p:cNvSpPr/>
            <p:nvPr/>
          </p:nvSpPr>
          <p:spPr>
            <a:xfrm>
              <a:off x="5390714" y="21434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3" name="pt19293"/>
            <p:cNvSpPr/>
            <p:nvPr/>
          </p:nvSpPr>
          <p:spPr>
            <a:xfrm>
              <a:off x="5290365" y="20951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4" name="pt19294"/>
            <p:cNvSpPr/>
            <p:nvPr/>
          </p:nvSpPr>
          <p:spPr>
            <a:xfrm>
              <a:off x="5613019" y="20334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5" name="pt19295"/>
            <p:cNvSpPr/>
            <p:nvPr/>
          </p:nvSpPr>
          <p:spPr>
            <a:xfrm>
              <a:off x="5281884" y="22167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6" name="pt19296"/>
            <p:cNvSpPr/>
            <p:nvPr/>
          </p:nvSpPr>
          <p:spPr>
            <a:xfrm>
              <a:off x="5122375" y="26600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7" name="pt19297"/>
            <p:cNvSpPr/>
            <p:nvPr/>
          </p:nvSpPr>
          <p:spPr>
            <a:xfrm>
              <a:off x="4953311" y="22092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8" name="pt19298"/>
            <p:cNvSpPr/>
            <p:nvPr/>
          </p:nvSpPr>
          <p:spPr>
            <a:xfrm>
              <a:off x="5269505" y="20959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9" name="pt19299"/>
            <p:cNvSpPr/>
            <p:nvPr/>
          </p:nvSpPr>
          <p:spPr>
            <a:xfrm>
              <a:off x="4812333" y="24064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0" name="pt19300"/>
            <p:cNvSpPr/>
            <p:nvPr/>
          </p:nvSpPr>
          <p:spPr>
            <a:xfrm>
              <a:off x="5083393" y="22827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1" name="pt19301"/>
            <p:cNvSpPr/>
            <p:nvPr/>
          </p:nvSpPr>
          <p:spPr>
            <a:xfrm>
              <a:off x="5593257" y="20637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2" name="pt19302"/>
            <p:cNvSpPr/>
            <p:nvPr/>
          </p:nvSpPr>
          <p:spPr>
            <a:xfrm>
              <a:off x="5822792" y="22772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3" name="pt19303"/>
            <p:cNvSpPr/>
            <p:nvPr/>
          </p:nvSpPr>
          <p:spPr>
            <a:xfrm>
              <a:off x="5403041" y="2300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4" name="pt19304"/>
            <p:cNvSpPr/>
            <p:nvPr/>
          </p:nvSpPr>
          <p:spPr>
            <a:xfrm>
              <a:off x="5276946" y="22228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5" name="pt19305"/>
            <p:cNvSpPr/>
            <p:nvPr/>
          </p:nvSpPr>
          <p:spPr>
            <a:xfrm>
              <a:off x="5241140" y="22182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6" name="pt19306"/>
            <p:cNvSpPr/>
            <p:nvPr/>
          </p:nvSpPr>
          <p:spPr>
            <a:xfrm>
              <a:off x="5536176" y="22789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7" name="pt19307"/>
            <p:cNvSpPr/>
            <p:nvPr/>
          </p:nvSpPr>
          <p:spPr>
            <a:xfrm>
              <a:off x="5379852" y="21962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8" name="pt19308"/>
            <p:cNvSpPr/>
            <p:nvPr/>
          </p:nvSpPr>
          <p:spPr>
            <a:xfrm>
              <a:off x="5817488" y="19731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9" name="pt19309"/>
            <p:cNvSpPr/>
            <p:nvPr/>
          </p:nvSpPr>
          <p:spPr>
            <a:xfrm>
              <a:off x="5500013" y="21135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0" name="pt19310"/>
            <p:cNvSpPr/>
            <p:nvPr/>
          </p:nvSpPr>
          <p:spPr>
            <a:xfrm>
              <a:off x="5423423" y="22287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1" name="pt19311"/>
            <p:cNvSpPr/>
            <p:nvPr/>
          </p:nvSpPr>
          <p:spPr>
            <a:xfrm>
              <a:off x="5406191" y="22442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2" name="pt19312"/>
            <p:cNvSpPr/>
            <p:nvPr/>
          </p:nvSpPr>
          <p:spPr>
            <a:xfrm>
              <a:off x="5447256" y="22848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3" name="pt19313"/>
            <p:cNvSpPr/>
            <p:nvPr/>
          </p:nvSpPr>
          <p:spPr>
            <a:xfrm>
              <a:off x="5199016" y="23313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4" name="pt19314"/>
            <p:cNvSpPr/>
            <p:nvPr/>
          </p:nvSpPr>
          <p:spPr>
            <a:xfrm>
              <a:off x="5779331" y="19534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5" name="pt19315"/>
            <p:cNvSpPr/>
            <p:nvPr/>
          </p:nvSpPr>
          <p:spPr>
            <a:xfrm>
              <a:off x="5521871" y="20902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6" name="pt19316"/>
            <p:cNvSpPr/>
            <p:nvPr/>
          </p:nvSpPr>
          <p:spPr>
            <a:xfrm>
              <a:off x="5858553" y="1797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7" name="pt19317"/>
            <p:cNvSpPr/>
            <p:nvPr/>
          </p:nvSpPr>
          <p:spPr>
            <a:xfrm>
              <a:off x="5485710" y="21734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8" name="pt19318"/>
            <p:cNvSpPr/>
            <p:nvPr/>
          </p:nvSpPr>
          <p:spPr>
            <a:xfrm>
              <a:off x="5692937" y="16737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9" name="pt19319"/>
            <p:cNvSpPr/>
            <p:nvPr/>
          </p:nvSpPr>
          <p:spPr>
            <a:xfrm>
              <a:off x="6024608" y="20126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0" name="pt19320"/>
            <p:cNvSpPr/>
            <p:nvPr/>
          </p:nvSpPr>
          <p:spPr>
            <a:xfrm>
              <a:off x="5317655" y="22393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1" name="pt19321"/>
            <p:cNvSpPr/>
            <p:nvPr/>
          </p:nvSpPr>
          <p:spPr>
            <a:xfrm>
              <a:off x="5432942" y="22341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2" name="pt19322"/>
            <p:cNvSpPr/>
            <p:nvPr/>
          </p:nvSpPr>
          <p:spPr>
            <a:xfrm>
              <a:off x="5313937" y="20207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3" name="pt19323"/>
            <p:cNvSpPr/>
            <p:nvPr/>
          </p:nvSpPr>
          <p:spPr>
            <a:xfrm>
              <a:off x="5093665" y="25742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4" name="pt19324"/>
            <p:cNvSpPr/>
            <p:nvPr/>
          </p:nvSpPr>
          <p:spPr>
            <a:xfrm>
              <a:off x="5631333" y="20972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5" name="pt19325"/>
            <p:cNvSpPr/>
            <p:nvPr/>
          </p:nvSpPr>
          <p:spPr>
            <a:xfrm>
              <a:off x="5241373" y="20906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6" name="pt19326"/>
            <p:cNvSpPr/>
            <p:nvPr/>
          </p:nvSpPr>
          <p:spPr>
            <a:xfrm>
              <a:off x="5522770" y="21445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7" name="pt19327"/>
            <p:cNvSpPr/>
            <p:nvPr/>
          </p:nvSpPr>
          <p:spPr>
            <a:xfrm>
              <a:off x="5465102" y="19128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8" name="pt19328"/>
            <p:cNvSpPr/>
            <p:nvPr/>
          </p:nvSpPr>
          <p:spPr>
            <a:xfrm>
              <a:off x="5106316" y="16465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9" name="pt19329"/>
            <p:cNvSpPr/>
            <p:nvPr/>
          </p:nvSpPr>
          <p:spPr>
            <a:xfrm>
              <a:off x="5367490" y="22476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0" name="pt19330"/>
            <p:cNvSpPr/>
            <p:nvPr/>
          </p:nvSpPr>
          <p:spPr>
            <a:xfrm>
              <a:off x="5496801" y="20290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1" name="pt19331"/>
            <p:cNvSpPr/>
            <p:nvPr/>
          </p:nvSpPr>
          <p:spPr>
            <a:xfrm>
              <a:off x="5291815" y="21745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2" name="pt19332"/>
            <p:cNvSpPr/>
            <p:nvPr/>
          </p:nvSpPr>
          <p:spPr>
            <a:xfrm>
              <a:off x="5204033" y="21975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3" name="pt19333"/>
            <p:cNvSpPr/>
            <p:nvPr/>
          </p:nvSpPr>
          <p:spPr>
            <a:xfrm>
              <a:off x="5214401" y="2278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4" name="pt19334"/>
            <p:cNvSpPr/>
            <p:nvPr/>
          </p:nvSpPr>
          <p:spPr>
            <a:xfrm>
              <a:off x="5176042" y="24532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5" name="pt19335"/>
            <p:cNvSpPr/>
            <p:nvPr/>
          </p:nvSpPr>
          <p:spPr>
            <a:xfrm>
              <a:off x="5226387" y="20412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6" name="pt19336"/>
            <p:cNvSpPr/>
            <p:nvPr/>
          </p:nvSpPr>
          <p:spPr>
            <a:xfrm>
              <a:off x="5520564" y="21453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7" name="pt19337"/>
            <p:cNvSpPr/>
            <p:nvPr/>
          </p:nvSpPr>
          <p:spPr>
            <a:xfrm>
              <a:off x="5527729" y="20758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8" name="pt19338"/>
            <p:cNvSpPr/>
            <p:nvPr/>
          </p:nvSpPr>
          <p:spPr>
            <a:xfrm>
              <a:off x="5689898" y="18170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9" name="pt19339"/>
            <p:cNvSpPr/>
            <p:nvPr/>
          </p:nvSpPr>
          <p:spPr>
            <a:xfrm>
              <a:off x="5202881" y="22104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0" name="pt19340"/>
            <p:cNvSpPr/>
            <p:nvPr/>
          </p:nvSpPr>
          <p:spPr>
            <a:xfrm>
              <a:off x="5611263" y="20478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1" name="pt19341"/>
            <p:cNvSpPr/>
            <p:nvPr/>
          </p:nvSpPr>
          <p:spPr>
            <a:xfrm>
              <a:off x="5521477" y="2097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2" name="pt19342"/>
            <p:cNvSpPr/>
            <p:nvPr/>
          </p:nvSpPr>
          <p:spPr>
            <a:xfrm>
              <a:off x="5369044" y="22792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3" name="pt19343"/>
            <p:cNvSpPr/>
            <p:nvPr/>
          </p:nvSpPr>
          <p:spPr>
            <a:xfrm>
              <a:off x="5527225" y="20580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4" name="pt19344"/>
            <p:cNvSpPr/>
            <p:nvPr/>
          </p:nvSpPr>
          <p:spPr>
            <a:xfrm>
              <a:off x="5691686" y="18821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5" name="pt19345"/>
            <p:cNvSpPr/>
            <p:nvPr/>
          </p:nvSpPr>
          <p:spPr>
            <a:xfrm>
              <a:off x="5321214" y="20372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6" name="pt19346"/>
            <p:cNvSpPr/>
            <p:nvPr/>
          </p:nvSpPr>
          <p:spPr>
            <a:xfrm>
              <a:off x="5657300" y="21273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7" name="pt19347"/>
            <p:cNvSpPr/>
            <p:nvPr/>
          </p:nvSpPr>
          <p:spPr>
            <a:xfrm>
              <a:off x="5073514" y="24165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8" name="pt19348"/>
            <p:cNvSpPr/>
            <p:nvPr/>
          </p:nvSpPr>
          <p:spPr>
            <a:xfrm>
              <a:off x="5424739" y="2208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9" name="pt19349"/>
            <p:cNvSpPr/>
            <p:nvPr/>
          </p:nvSpPr>
          <p:spPr>
            <a:xfrm>
              <a:off x="5514577" y="21991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0" name="pt19350"/>
            <p:cNvSpPr/>
            <p:nvPr/>
          </p:nvSpPr>
          <p:spPr>
            <a:xfrm>
              <a:off x="5681777" y="17877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1" name="pt19351"/>
            <p:cNvSpPr/>
            <p:nvPr/>
          </p:nvSpPr>
          <p:spPr>
            <a:xfrm>
              <a:off x="5531676" y="2193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2" name="pt19352"/>
            <p:cNvSpPr/>
            <p:nvPr/>
          </p:nvSpPr>
          <p:spPr>
            <a:xfrm>
              <a:off x="5093067" y="27085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3" name="pt19353"/>
            <p:cNvSpPr/>
            <p:nvPr/>
          </p:nvSpPr>
          <p:spPr>
            <a:xfrm>
              <a:off x="5599217" y="20712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4" name="pt19354"/>
            <p:cNvSpPr/>
            <p:nvPr/>
          </p:nvSpPr>
          <p:spPr>
            <a:xfrm>
              <a:off x="5587481" y="22285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5" name="pt19355"/>
            <p:cNvSpPr/>
            <p:nvPr/>
          </p:nvSpPr>
          <p:spPr>
            <a:xfrm>
              <a:off x="5368359" y="22693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6" name="pt19356"/>
            <p:cNvSpPr/>
            <p:nvPr/>
          </p:nvSpPr>
          <p:spPr>
            <a:xfrm>
              <a:off x="5391298" y="21516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7" name="pt19357"/>
            <p:cNvSpPr/>
            <p:nvPr/>
          </p:nvSpPr>
          <p:spPr>
            <a:xfrm>
              <a:off x="5303750" y="21642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8" name="pt19358"/>
            <p:cNvSpPr/>
            <p:nvPr/>
          </p:nvSpPr>
          <p:spPr>
            <a:xfrm>
              <a:off x="5470209" y="19809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9" name="pt19359"/>
            <p:cNvSpPr/>
            <p:nvPr/>
          </p:nvSpPr>
          <p:spPr>
            <a:xfrm>
              <a:off x="5372111" y="22491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0" name="pt19360"/>
            <p:cNvSpPr/>
            <p:nvPr/>
          </p:nvSpPr>
          <p:spPr>
            <a:xfrm>
              <a:off x="5591470" y="20347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1" name="pt19361"/>
            <p:cNvSpPr/>
            <p:nvPr/>
          </p:nvSpPr>
          <p:spPr>
            <a:xfrm>
              <a:off x="5733397" y="17087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2" name="pt19362"/>
            <p:cNvSpPr/>
            <p:nvPr/>
          </p:nvSpPr>
          <p:spPr>
            <a:xfrm>
              <a:off x="4943193" y="20966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3" name="pt19363"/>
            <p:cNvSpPr/>
            <p:nvPr/>
          </p:nvSpPr>
          <p:spPr>
            <a:xfrm>
              <a:off x="5198512" y="24207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4" name="pt19364"/>
            <p:cNvSpPr/>
            <p:nvPr/>
          </p:nvSpPr>
          <p:spPr>
            <a:xfrm>
              <a:off x="5524343" y="20863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5" name="pt19365"/>
            <p:cNvSpPr/>
            <p:nvPr/>
          </p:nvSpPr>
          <p:spPr>
            <a:xfrm>
              <a:off x="5343509" y="20701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6" name="pt19366"/>
            <p:cNvSpPr/>
            <p:nvPr/>
          </p:nvSpPr>
          <p:spPr>
            <a:xfrm>
              <a:off x="5365848" y="21084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7" name="pt19367"/>
            <p:cNvSpPr/>
            <p:nvPr/>
          </p:nvSpPr>
          <p:spPr>
            <a:xfrm>
              <a:off x="5438086" y="21316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8" name="pt19368"/>
            <p:cNvSpPr/>
            <p:nvPr/>
          </p:nvSpPr>
          <p:spPr>
            <a:xfrm>
              <a:off x="5344343" y="21303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9" name="pt19369"/>
            <p:cNvSpPr/>
            <p:nvPr/>
          </p:nvSpPr>
          <p:spPr>
            <a:xfrm>
              <a:off x="5491699" y="21286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0" name="pt19370"/>
            <p:cNvSpPr/>
            <p:nvPr/>
          </p:nvSpPr>
          <p:spPr>
            <a:xfrm>
              <a:off x="5825411" y="20307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1" name="pt19371"/>
            <p:cNvSpPr/>
            <p:nvPr/>
          </p:nvSpPr>
          <p:spPr>
            <a:xfrm>
              <a:off x="5653601" y="19672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2" name="pt19372"/>
            <p:cNvSpPr/>
            <p:nvPr/>
          </p:nvSpPr>
          <p:spPr>
            <a:xfrm>
              <a:off x="5227523" y="22768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3" name="pt19373"/>
            <p:cNvSpPr/>
            <p:nvPr/>
          </p:nvSpPr>
          <p:spPr>
            <a:xfrm>
              <a:off x="5279232" y="21193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4" name="pt19374"/>
            <p:cNvSpPr/>
            <p:nvPr/>
          </p:nvSpPr>
          <p:spPr>
            <a:xfrm>
              <a:off x="5721066" y="17535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5" name="pt19375"/>
            <p:cNvSpPr/>
            <p:nvPr/>
          </p:nvSpPr>
          <p:spPr>
            <a:xfrm>
              <a:off x="5412864" y="21542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6" name="pt19376"/>
            <p:cNvSpPr/>
            <p:nvPr/>
          </p:nvSpPr>
          <p:spPr>
            <a:xfrm>
              <a:off x="6166321" y="22124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7" name="pt19377"/>
            <p:cNvSpPr/>
            <p:nvPr/>
          </p:nvSpPr>
          <p:spPr>
            <a:xfrm>
              <a:off x="5134016" y="26601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8" name="pt19378"/>
            <p:cNvSpPr/>
            <p:nvPr/>
          </p:nvSpPr>
          <p:spPr>
            <a:xfrm>
              <a:off x="5542731" y="20359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9" name="pt19379"/>
            <p:cNvSpPr/>
            <p:nvPr/>
          </p:nvSpPr>
          <p:spPr>
            <a:xfrm>
              <a:off x="4960284" y="19898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0" name="pt19380"/>
            <p:cNvSpPr/>
            <p:nvPr/>
          </p:nvSpPr>
          <p:spPr>
            <a:xfrm>
              <a:off x="5430136" y="23308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1" name="pt19381"/>
            <p:cNvSpPr/>
            <p:nvPr/>
          </p:nvSpPr>
          <p:spPr>
            <a:xfrm>
              <a:off x="5364252" y="22518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2" name="pt19382"/>
            <p:cNvSpPr/>
            <p:nvPr/>
          </p:nvSpPr>
          <p:spPr>
            <a:xfrm>
              <a:off x="5581521" y="22531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3" name="pt19383"/>
            <p:cNvSpPr/>
            <p:nvPr/>
          </p:nvSpPr>
          <p:spPr>
            <a:xfrm>
              <a:off x="5113279" y="22956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4" name="pt19384"/>
            <p:cNvSpPr/>
            <p:nvPr/>
          </p:nvSpPr>
          <p:spPr>
            <a:xfrm>
              <a:off x="5537667" y="21304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5" name="pt19385"/>
            <p:cNvSpPr/>
            <p:nvPr/>
          </p:nvSpPr>
          <p:spPr>
            <a:xfrm>
              <a:off x="5205416" y="20680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6" name="pt19386"/>
            <p:cNvSpPr/>
            <p:nvPr/>
          </p:nvSpPr>
          <p:spPr>
            <a:xfrm>
              <a:off x="5526150" y="21036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7" name="pt19387"/>
            <p:cNvSpPr/>
            <p:nvPr/>
          </p:nvSpPr>
          <p:spPr>
            <a:xfrm>
              <a:off x="5585625" y="22385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8" name="pt19388"/>
            <p:cNvSpPr/>
            <p:nvPr/>
          </p:nvSpPr>
          <p:spPr>
            <a:xfrm>
              <a:off x="5403819" y="22350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9" name="pt19389"/>
            <p:cNvSpPr/>
            <p:nvPr/>
          </p:nvSpPr>
          <p:spPr>
            <a:xfrm>
              <a:off x="5486132" y="20942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0" name="pt19390"/>
            <p:cNvSpPr/>
            <p:nvPr/>
          </p:nvSpPr>
          <p:spPr>
            <a:xfrm>
              <a:off x="5263044" y="22070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1" name="pt19391"/>
            <p:cNvSpPr/>
            <p:nvPr/>
          </p:nvSpPr>
          <p:spPr>
            <a:xfrm>
              <a:off x="5360609" y="22937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2" name="pt19392"/>
            <p:cNvSpPr/>
            <p:nvPr/>
          </p:nvSpPr>
          <p:spPr>
            <a:xfrm>
              <a:off x="5226732" y="20933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3" name="pt19393"/>
            <p:cNvSpPr/>
            <p:nvPr/>
          </p:nvSpPr>
          <p:spPr>
            <a:xfrm>
              <a:off x="5325444" y="21554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4" name="pt19394"/>
            <p:cNvSpPr/>
            <p:nvPr/>
          </p:nvSpPr>
          <p:spPr>
            <a:xfrm>
              <a:off x="5221602" y="23238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5" name="pt19395"/>
            <p:cNvSpPr/>
            <p:nvPr/>
          </p:nvSpPr>
          <p:spPr>
            <a:xfrm>
              <a:off x="5675820" y="18364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6" name="pt19396"/>
            <p:cNvSpPr/>
            <p:nvPr/>
          </p:nvSpPr>
          <p:spPr>
            <a:xfrm>
              <a:off x="5704633" y="18959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7" name="pt19397"/>
            <p:cNvSpPr/>
            <p:nvPr/>
          </p:nvSpPr>
          <p:spPr>
            <a:xfrm>
              <a:off x="5150758" y="28084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8" name="pt19398"/>
            <p:cNvSpPr/>
            <p:nvPr/>
          </p:nvSpPr>
          <p:spPr>
            <a:xfrm>
              <a:off x="5345503" y="21994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9" name="pt19399"/>
            <p:cNvSpPr/>
            <p:nvPr/>
          </p:nvSpPr>
          <p:spPr>
            <a:xfrm>
              <a:off x="5453911" y="22160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0" name="pt19400"/>
            <p:cNvSpPr/>
            <p:nvPr/>
          </p:nvSpPr>
          <p:spPr>
            <a:xfrm>
              <a:off x="4941695" y="18808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1" name="pt19401"/>
            <p:cNvSpPr/>
            <p:nvPr/>
          </p:nvSpPr>
          <p:spPr>
            <a:xfrm>
              <a:off x="4995424" y="24459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2" name="pt19402"/>
            <p:cNvSpPr/>
            <p:nvPr/>
          </p:nvSpPr>
          <p:spPr>
            <a:xfrm>
              <a:off x="5408775" y="2263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3" name="pt19403"/>
            <p:cNvSpPr/>
            <p:nvPr/>
          </p:nvSpPr>
          <p:spPr>
            <a:xfrm>
              <a:off x="5503335" y="21507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4" name="pt19404"/>
            <p:cNvSpPr/>
            <p:nvPr/>
          </p:nvSpPr>
          <p:spPr>
            <a:xfrm>
              <a:off x="5270289" y="20854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5" name="pt19405"/>
            <p:cNvSpPr/>
            <p:nvPr/>
          </p:nvSpPr>
          <p:spPr>
            <a:xfrm>
              <a:off x="5739951" y="19915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6" name="pt19406"/>
            <p:cNvSpPr/>
            <p:nvPr/>
          </p:nvSpPr>
          <p:spPr>
            <a:xfrm>
              <a:off x="5598644" y="19139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7" name="pt19407"/>
            <p:cNvSpPr/>
            <p:nvPr/>
          </p:nvSpPr>
          <p:spPr>
            <a:xfrm>
              <a:off x="5209226" y="23316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8" name="pt19408"/>
            <p:cNvSpPr/>
            <p:nvPr/>
          </p:nvSpPr>
          <p:spPr>
            <a:xfrm>
              <a:off x="5717870" y="20111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9" name="pt19409"/>
            <p:cNvSpPr/>
            <p:nvPr/>
          </p:nvSpPr>
          <p:spPr>
            <a:xfrm>
              <a:off x="5956616" y="16024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0" name="pt19410"/>
            <p:cNvSpPr/>
            <p:nvPr/>
          </p:nvSpPr>
          <p:spPr>
            <a:xfrm>
              <a:off x="5563612" y="21157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1" name="pt19411"/>
            <p:cNvSpPr/>
            <p:nvPr/>
          </p:nvSpPr>
          <p:spPr>
            <a:xfrm>
              <a:off x="5949117" y="18967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2" name="pt19412"/>
            <p:cNvSpPr/>
            <p:nvPr/>
          </p:nvSpPr>
          <p:spPr>
            <a:xfrm>
              <a:off x="5669299" y="17255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3" name="pt19413"/>
            <p:cNvSpPr/>
            <p:nvPr/>
          </p:nvSpPr>
          <p:spPr>
            <a:xfrm>
              <a:off x="5500373" y="21817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4" name="pt19414"/>
            <p:cNvSpPr/>
            <p:nvPr/>
          </p:nvSpPr>
          <p:spPr>
            <a:xfrm>
              <a:off x="5448813" y="23580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5" name="pt19415"/>
            <p:cNvSpPr/>
            <p:nvPr/>
          </p:nvSpPr>
          <p:spPr>
            <a:xfrm>
              <a:off x="5627020" y="18684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6" name="pt19416"/>
            <p:cNvSpPr/>
            <p:nvPr/>
          </p:nvSpPr>
          <p:spPr>
            <a:xfrm>
              <a:off x="5447568" y="22740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7" name="pt19417"/>
            <p:cNvSpPr/>
            <p:nvPr/>
          </p:nvSpPr>
          <p:spPr>
            <a:xfrm>
              <a:off x="5337431" y="2110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8" name="pt19418"/>
            <p:cNvSpPr/>
            <p:nvPr/>
          </p:nvSpPr>
          <p:spPr>
            <a:xfrm>
              <a:off x="5298286" y="21774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9" name="pt19419"/>
            <p:cNvSpPr/>
            <p:nvPr/>
          </p:nvSpPr>
          <p:spPr>
            <a:xfrm>
              <a:off x="5516905" y="21819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0" name="pt19420"/>
            <p:cNvSpPr/>
            <p:nvPr/>
          </p:nvSpPr>
          <p:spPr>
            <a:xfrm>
              <a:off x="5409403" y="21761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1" name="pt19421"/>
            <p:cNvSpPr/>
            <p:nvPr/>
          </p:nvSpPr>
          <p:spPr>
            <a:xfrm>
              <a:off x="5336608" y="22161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2" name="pt19422"/>
            <p:cNvSpPr/>
            <p:nvPr/>
          </p:nvSpPr>
          <p:spPr>
            <a:xfrm>
              <a:off x="5489036" y="21091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3" name="pt19423"/>
            <p:cNvSpPr/>
            <p:nvPr/>
          </p:nvSpPr>
          <p:spPr>
            <a:xfrm>
              <a:off x="5312455" y="21805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4" name="pt19424"/>
            <p:cNvSpPr/>
            <p:nvPr/>
          </p:nvSpPr>
          <p:spPr>
            <a:xfrm>
              <a:off x="5204190" y="21737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5" name="pt19425"/>
            <p:cNvSpPr/>
            <p:nvPr/>
          </p:nvSpPr>
          <p:spPr>
            <a:xfrm>
              <a:off x="5475960" y="20319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6" name="pt19426"/>
            <p:cNvSpPr/>
            <p:nvPr/>
          </p:nvSpPr>
          <p:spPr>
            <a:xfrm>
              <a:off x="5406062" y="22212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7" name="pt19427"/>
            <p:cNvSpPr/>
            <p:nvPr/>
          </p:nvSpPr>
          <p:spPr>
            <a:xfrm>
              <a:off x="5543018" y="2215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8" name="pt19428"/>
            <p:cNvSpPr/>
            <p:nvPr/>
          </p:nvSpPr>
          <p:spPr>
            <a:xfrm>
              <a:off x="5443614" y="22766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9" name="pt19429"/>
            <p:cNvSpPr/>
            <p:nvPr/>
          </p:nvSpPr>
          <p:spPr>
            <a:xfrm>
              <a:off x="5535435" y="21919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0" name="pt19430"/>
            <p:cNvSpPr/>
            <p:nvPr/>
          </p:nvSpPr>
          <p:spPr>
            <a:xfrm>
              <a:off x="5557094" y="21666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1" name="pt19431"/>
            <p:cNvSpPr/>
            <p:nvPr/>
          </p:nvSpPr>
          <p:spPr>
            <a:xfrm>
              <a:off x="5227153" y="19398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2" name="pt19432"/>
            <p:cNvSpPr/>
            <p:nvPr/>
          </p:nvSpPr>
          <p:spPr>
            <a:xfrm>
              <a:off x="5328361" y="21679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3" name="pt19433"/>
            <p:cNvSpPr/>
            <p:nvPr/>
          </p:nvSpPr>
          <p:spPr>
            <a:xfrm>
              <a:off x="5695015" y="20054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4" name="pt19434"/>
            <p:cNvSpPr/>
            <p:nvPr/>
          </p:nvSpPr>
          <p:spPr>
            <a:xfrm>
              <a:off x="5345498" y="22011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5" name="pt19435"/>
            <p:cNvSpPr/>
            <p:nvPr/>
          </p:nvSpPr>
          <p:spPr>
            <a:xfrm>
              <a:off x="5499706" y="21146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6" name="pt19436"/>
            <p:cNvSpPr/>
            <p:nvPr/>
          </p:nvSpPr>
          <p:spPr>
            <a:xfrm>
              <a:off x="5272798" y="21582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7" name="pt19437"/>
            <p:cNvSpPr/>
            <p:nvPr/>
          </p:nvSpPr>
          <p:spPr>
            <a:xfrm>
              <a:off x="5655166" y="20164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8" name="pt19438"/>
            <p:cNvSpPr/>
            <p:nvPr/>
          </p:nvSpPr>
          <p:spPr>
            <a:xfrm>
              <a:off x="5139578" y="26748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9" name="pt19439"/>
            <p:cNvSpPr/>
            <p:nvPr/>
          </p:nvSpPr>
          <p:spPr>
            <a:xfrm>
              <a:off x="5690404" y="19477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0" name="pt19440"/>
            <p:cNvSpPr/>
            <p:nvPr/>
          </p:nvSpPr>
          <p:spPr>
            <a:xfrm>
              <a:off x="5347969" y="22008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1" name="pt19441"/>
            <p:cNvSpPr/>
            <p:nvPr/>
          </p:nvSpPr>
          <p:spPr>
            <a:xfrm>
              <a:off x="5289673" y="20758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2" name="pt19442"/>
            <p:cNvSpPr/>
            <p:nvPr/>
          </p:nvSpPr>
          <p:spPr>
            <a:xfrm>
              <a:off x="5439166" y="2300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3" name="pt19443"/>
            <p:cNvSpPr/>
            <p:nvPr/>
          </p:nvSpPr>
          <p:spPr>
            <a:xfrm>
              <a:off x="5278740" y="22749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4" name="pt19444"/>
            <p:cNvSpPr/>
            <p:nvPr/>
          </p:nvSpPr>
          <p:spPr>
            <a:xfrm>
              <a:off x="5270536" y="21693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5" name="pt19445"/>
            <p:cNvSpPr/>
            <p:nvPr/>
          </p:nvSpPr>
          <p:spPr>
            <a:xfrm>
              <a:off x="5148998" y="25821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6" name="pt19446"/>
            <p:cNvSpPr/>
            <p:nvPr/>
          </p:nvSpPr>
          <p:spPr>
            <a:xfrm>
              <a:off x="5511975" y="21889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7" name="pt19447"/>
            <p:cNvSpPr/>
            <p:nvPr/>
          </p:nvSpPr>
          <p:spPr>
            <a:xfrm>
              <a:off x="5377595" y="22532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8" name="pt19448"/>
            <p:cNvSpPr/>
            <p:nvPr/>
          </p:nvSpPr>
          <p:spPr>
            <a:xfrm>
              <a:off x="5389717" y="21162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9" name="pt19449"/>
            <p:cNvSpPr/>
            <p:nvPr/>
          </p:nvSpPr>
          <p:spPr>
            <a:xfrm>
              <a:off x="5448290" y="22631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0" name="pt19450"/>
            <p:cNvSpPr/>
            <p:nvPr/>
          </p:nvSpPr>
          <p:spPr>
            <a:xfrm>
              <a:off x="5469016" y="17961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1" name="pt19451"/>
            <p:cNvSpPr/>
            <p:nvPr/>
          </p:nvSpPr>
          <p:spPr>
            <a:xfrm>
              <a:off x="5273654" y="21962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2" name="pt19452"/>
            <p:cNvSpPr/>
            <p:nvPr/>
          </p:nvSpPr>
          <p:spPr>
            <a:xfrm>
              <a:off x="5147444" y="26273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3" name="pt19453"/>
            <p:cNvSpPr/>
            <p:nvPr/>
          </p:nvSpPr>
          <p:spPr>
            <a:xfrm>
              <a:off x="5069542" y="24123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4" name="pt19454"/>
            <p:cNvSpPr/>
            <p:nvPr/>
          </p:nvSpPr>
          <p:spPr>
            <a:xfrm>
              <a:off x="5578465" y="22485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5" name="pt19455"/>
            <p:cNvSpPr/>
            <p:nvPr/>
          </p:nvSpPr>
          <p:spPr>
            <a:xfrm>
              <a:off x="5478879" y="18596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6" name="pt19456"/>
            <p:cNvSpPr/>
            <p:nvPr/>
          </p:nvSpPr>
          <p:spPr>
            <a:xfrm>
              <a:off x="5668553" y="19037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7" name="pt19457"/>
            <p:cNvSpPr/>
            <p:nvPr/>
          </p:nvSpPr>
          <p:spPr>
            <a:xfrm>
              <a:off x="5372678" y="23195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8" name="pt19458"/>
            <p:cNvSpPr/>
            <p:nvPr/>
          </p:nvSpPr>
          <p:spPr>
            <a:xfrm>
              <a:off x="5504112" y="20705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9" name="pt19459"/>
            <p:cNvSpPr/>
            <p:nvPr/>
          </p:nvSpPr>
          <p:spPr>
            <a:xfrm>
              <a:off x="5736256" y="1692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0" name="pt19460"/>
            <p:cNvSpPr/>
            <p:nvPr/>
          </p:nvSpPr>
          <p:spPr>
            <a:xfrm>
              <a:off x="5398590" y="21871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1" name="pt19461"/>
            <p:cNvSpPr/>
            <p:nvPr/>
          </p:nvSpPr>
          <p:spPr>
            <a:xfrm>
              <a:off x="5562156" y="21730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2" name="pt19462"/>
            <p:cNvSpPr/>
            <p:nvPr/>
          </p:nvSpPr>
          <p:spPr>
            <a:xfrm>
              <a:off x="5201544" y="22756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3" name="pt19463"/>
            <p:cNvSpPr/>
            <p:nvPr/>
          </p:nvSpPr>
          <p:spPr>
            <a:xfrm>
              <a:off x="5211403" y="22665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4" name="pt19464"/>
            <p:cNvSpPr/>
            <p:nvPr/>
          </p:nvSpPr>
          <p:spPr>
            <a:xfrm>
              <a:off x="5296142" y="21414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5" name="pt19465"/>
            <p:cNvSpPr/>
            <p:nvPr/>
          </p:nvSpPr>
          <p:spPr>
            <a:xfrm>
              <a:off x="5275832" y="22671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6" name="pt19466"/>
            <p:cNvSpPr/>
            <p:nvPr/>
          </p:nvSpPr>
          <p:spPr>
            <a:xfrm>
              <a:off x="5855005" y="17767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7" name="pt19467"/>
            <p:cNvSpPr/>
            <p:nvPr/>
          </p:nvSpPr>
          <p:spPr>
            <a:xfrm>
              <a:off x="5683405" y="16459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8" name="pt19468"/>
            <p:cNvSpPr/>
            <p:nvPr/>
          </p:nvSpPr>
          <p:spPr>
            <a:xfrm>
              <a:off x="5741101" y="18764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9" name="pt19469"/>
            <p:cNvSpPr/>
            <p:nvPr/>
          </p:nvSpPr>
          <p:spPr>
            <a:xfrm>
              <a:off x="4969766" y="28223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0" name="pt19470"/>
            <p:cNvSpPr/>
            <p:nvPr/>
          </p:nvSpPr>
          <p:spPr>
            <a:xfrm>
              <a:off x="5031191" y="24255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1" name="pt19471"/>
            <p:cNvSpPr/>
            <p:nvPr/>
          </p:nvSpPr>
          <p:spPr>
            <a:xfrm>
              <a:off x="5488222" y="20108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2" name="pt19472"/>
            <p:cNvSpPr/>
            <p:nvPr/>
          </p:nvSpPr>
          <p:spPr>
            <a:xfrm>
              <a:off x="5276727" y="21760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3" name="pt19473"/>
            <p:cNvSpPr/>
            <p:nvPr/>
          </p:nvSpPr>
          <p:spPr>
            <a:xfrm>
              <a:off x="5083448" y="24736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4" name="pt19474"/>
            <p:cNvSpPr/>
            <p:nvPr/>
          </p:nvSpPr>
          <p:spPr>
            <a:xfrm>
              <a:off x="5322573" y="22512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5" name="pt19475"/>
            <p:cNvSpPr/>
            <p:nvPr/>
          </p:nvSpPr>
          <p:spPr>
            <a:xfrm>
              <a:off x="5712207" y="19299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6" name="pt19476"/>
            <p:cNvSpPr/>
            <p:nvPr/>
          </p:nvSpPr>
          <p:spPr>
            <a:xfrm>
              <a:off x="5504487" y="22212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7" name="pt19477"/>
            <p:cNvSpPr/>
            <p:nvPr/>
          </p:nvSpPr>
          <p:spPr>
            <a:xfrm>
              <a:off x="5312681" y="21423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8" name="pt19478"/>
            <p:cNvSpPr/>
            <p:nvPr/>
          </p:nvSpPr>
          <p:spPr>
            <a:xfrm>
              <a:off x="5541473" y="20522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9" name="pt19479"/>
            <p:cNvSpPr/>
            <p:nvPr/>
          </p:nvSpPr>
          <p:spPr>
            <a:xfrm>
              <a:off x="5329099" y="21157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0" name="pt19480"/>
            <p:cNvSpPr/>
            <p:nvPr/>
          </p:nvSpPr>
          <p:spPr>
            <a:xfrm>
              <a:off x="5670074" y="19276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1" name="pt19481"/>
            <p:cNvSpPr/>
            <p:nvPr/>
          </p:nvSpPr>
          <p:spPr>
            <a:xfrm>
              <a:off x="5467046" y="20738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2" name="pt19482"/>
            <p:cNvSpPr/>
            <p:nvPr/>
          </p:nvSpPr>
          <p:spPr>
            <a:xfrm>
              <a:off x="5468878" y="19689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3" name="pt19483"/>
            <p:cNvSpPr/>
            <p:nvPr/>
          </p:nvSpPr>
          <p:spPr>
            <a:xfrm>
              <a:off x="6008644" y="20466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4" name="pt19484"/>
            <p:cNvSpPr/>
            <p:nvPr/>
          </p:nvSpPr>
          <p:spPr>
            <a:xfrm>
              <a:off x="5261567" y="22250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5" name="pt19485"/>
            <p:cNvSpPr/>
            <p:nvPr/>
          </p:nvSpPr>
          <p:spPr>
            <a:xfrm>
              <a:off x="5210842" y="20418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6" name="pt19486"/>
            <p:cNvSpPr/>
            <p:nvPr/>
          </p:nvSpPr>
          <p:spPr>
            <a:xfrm>
              <a:off x="4774160" y="28393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7" name="pt19487"/>
            <p:cNvSpPr/>
            <p:nvPr/>
          </p:nvSpPr>
          <p:spPr>
            <a:xfrm>
              <a:off x="5363873" y="22770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8" name="pt19488"/>
            <p:cNvSpPr/>
            <p:nvPr/>
          </p:nvSpPr>
          <p:spPr>
            <a:xfrm>
              <a:off x="5600685" y="21810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9" name="pt19489"/>
            <p:cNvSpPr/>
            <p:nvPr/>
          </p:nvSpPr>
          <p:spPr>
            <a:xfrm>
              <a:off x="5353384" y="21956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0" name="pt19490"/>
            <p:cNvSpPr/>
            <p:nvPr/>
          </p:nvSpPr>
          <p:spPr>
            <a:xfrm>
              <a:off x="5269694" y="21616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1" name="pt19491"/>
            <p:cNvSpPr/>
            <p:nvPr/>
          </p:nvSpPr>
          <p:spPr>
            <a:xfrm>
              <a:off x="5624734" y="19117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2" name="pt19492"/>
            <p:cNvSpPr/>
            <p:nvPr/>
          </p:nvSpPr>
          <p:spPr>
            <a:xfrm>
              <a:off x="5496375" y="22799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3" name="pt19493"/>
            <p:cNvSpPr/>
            <p:nvPr/>
          </p:nvSpPr>
          <p:spPr>
            <a:xfrm>
              <a:off x="5512473" y="22314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4" name="pt19494"/>
            <p:cNvSpPr/>
            <p:nvPr/>
          </p:nvSpPr>
          <p:spPr>
            <a:xfrm>
              <a:off x="5551384" y="22311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5" name="pt19495"/>
            <p:cNvSpPr/>
            <p:nvPr/>
          </p:nvSpPr>
          <p:spPr>
            <a:xfrm>
              <a:off x="5007119" y="25585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6" name="pt19496"/>
            <p:cNvSpPr/>
            <p:nvPr/>
          </p:nvSpPr>
          <p:spPr>
            <a:xfrm>
              <a:off x="5717284" y="19271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7" name="pt19497"/>
            <p:cNvSpPr/>
            <p:nvPr/>
          </p:nvSpPr>
          <p:spPr>
            <a:xfrm>
              <a:off x="5198846" y="23485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8" name="pt19498"/>
            <p:cNvSpPr/>
            <p:nvPr/>
          </p:nvSpPr>
          <p:spPr>
            <a:xfrm>
              <a:off x="5073050" y="241573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9" name="pt19499"/>
            <p:cNvSpPr/>
            <p:nvPr/>
          </p:nvSpPr>
          <p:spPr>
            <a:xfrm>
              <a:off x="5737169" y="17977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0" name="pt19500"/>
            <p:cNvSpPr/>
            <p:nvPr/>
          </p:nvSpPr>
          <p:spPr>
            <a:xfrm>
              <a:off x="5725109" y="17063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1" name="pt19501"/>
            <p:cNvSpPr/>
            <p:nvPr/>
          </p:nvSpPr>
          <p:spPr>
            <a:xfrm>
              <a:off x="5528099" y="20501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2" name="pt19502"/>
            <p:cNvSpPr/>
            <p:nvPr/>
          </p:nvSpPr>
          <p:spPr>
            <a:xfrm>
              <a:off x="5575826" y="22961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3" name="pt19503"/>
            <p:cNvSpPr/>
            <p:nvPr/>
          </p:nvSpPr>
          <p:spPr>
            <a:xfrm>
              <a:off x="5846672" y="19573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4" name="pt19504"/>
            <p:cNvSpPr/>
            <p:nvPr/>
          </p:nvSpPr>
          <p:spPr>
            <a:xfrm>
              <a:off x="5477744" y="19718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5" name="pt19505"/>
            <p:cNvSpPr/>
            <p:nvPr/>
          </p:nvSpPr>
          <p:spPr>
            <a:xfrm>
              <a:off x="5496884" y="22177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6" name="pt19506"/>
            <p:cNvSpPr/>
            <p:nvPr/>
          </p:nvSpPr>
          <p:spPr>
            <a:xfrm>
              <a:off x="5437597" y="20677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7" name="pt19507"/>
            <p:cNvSpPr/>
            <p:nvPr/>
          </p:nvSpPr>
          <p:spPr>
            <a:xfrm>
              <a:off x="5741939" y="19893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8" name="pt19508"/>
            <p:cNvSpPr/>
            <p:nvPr/>
          </p:nvSpPr>
          <p:spPr>
            <a:xfrm>
              <a:off x="5442337" y="22464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9" name="pt19509"/>
            <p:cNvSpPr/>
            <p:nvPr/>
          </p:nvSpPr>
          <p:spPr>
            <a:xfrm>
              <a:off x="5525185" y="21036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0" name="pt19510"/>
            <p:cNvSpPr/>
            <p:nvPr/>
          </p:nvSpPr>
          <p:spPr>
            <a:xfrm>
              <a:off x="5166568" y="27174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1" name="pt19511"/>
            <p:cNvSpPr/>
            <p:nvPr/>
          </p:nvSpPr>
          <p:spPr>
            <a:xfrm>
              <a:off x="5548478" y="22073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2" name="pt19512"/>
            <p:cNvSpPr/>
            <p:nvPr/>
          </p:nvSpPr>
          <p:spPr>
            <a:xfrm>
              <a:off x="5862127" y="16703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3" name="pt19513"/>
            <p:cNvSpPr/>
            <p:nvPr/>
          </p:nvSpPr>
          <p:spPr>
            <a:xfrm>
              <a:off x="5625608" y="18025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4" name="pt19514"/>
            <p:cNvSpPr/>
            <p:nvPr/>
          </p:nvSpPr>
          <p:spPr>
            <a:xfrm>
              <a:off x="5219444" y="22813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5" name="pt19515"/>
            <p:cNvSpPr/>
            <p:nvPr/>
          </p:nvSpPr>
          <p:spPr>
            <a:xfrm>
              <a:off x="5464616" y="19298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6" name="pt19516"/>
            <p:cNvSpPr/>
            <p:nvPr/>
          </p:nvSpPr>
          <p:spPr>
            <a:xfrm>
              <a:off x="5495218" y="22027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7" name="pt19517"/>
            <p:cNvSpPr/>
            <p:nvPr/>
          </p:nvSpPr>
          <p:spPr>
            <a:xfrm>
              <a:off x="5330205" y="2134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8" name="pt19518"/>
            <p:cNvSpPr/>
            <p:nvPr/>
          </p:nvSpPr>
          <p:spPr>
            <a:xfrm>
              <a:off x="5572452" y="2222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9" name="pt19519"/>
            <p:cNvSpPr/>
            <p:nvPr/>
          </p:nvSpPr>
          <p:spPr>
            <a:xfrm>
              <a:off x="5089782" y="24761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0" name="pt19520"/>
            <p:cNvSpPr/>
            <p:nvPr/>
          </p:nvSpPr>
          <p:spPr>
            <a:xfrm>
              <a:off x="5626701" y="19374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1" name="pt19521"/>
            <p:cNvSpPr/>
            <p:nvPr/>
          </p:nvSpPr>
          <p:spPr>
            <a:xfrm>
              <a:off x="5621190" y="18968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2" name="pt19522"/>
            <p:cNvSpPr/>
            <p:nvPr/>
          </p:nvSpPr>
          <p:spPr>
            <a:xfrm>
              <a:off x="5548698" y="21046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3" name="pt19523"/>
            <p:cNvSpPr/>
            <p:nvPr/>
          </p:nvSpPr>
          <p:spPr>
            <a:xfrm>
              <a:off x="5779867" y="20894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4" name="pt19524"/>
            <p:cNvSpPr/>
            <p:nvPr/>
          </p:nvSpPr>
          <p:spPr>
            <a:xfrm>
              <a:off x="5446993" y="20243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5" name="pt19525"/>
            <p:cNvSpPr/>
            <p:nvPr/>
          </p:nvSpPr>
          <p:spPr>
            <a:xfrm>
              <a:off x="5371671" y="224189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6" name="pt19526"/>
            <p:cNvSpPr/>
            <p:nvPr/>
          </p:nvSpPr>
          <p:spPr>
            <a:xfrm>
              <a:off x="4970015" y="27604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7" name="pt19527"/>
            <p:cNvSpPr/>
            <p:nvPr/>
          </p:nvSpPr>
          <p:spPr>
            <a:xfrm>
              <a:off x="5111816" y="2185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8" name="pt19528"/>
            <p:cNvSpPr/>
            <p:nvPr/>
          </p:nvSpPr>
          <p:spPr>
            <a:xfrm>
              <a:off x="5366117" y="22746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9" name="pt19529"/>
            <p:cNvSpPr/>
            <p:nvPr/>
          </p:nvSpPr>
          <p:spPr>
            <a:xfrm>
              <a:off x="5226879" y="21229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0" name="pt19530"/>
            <p:cNvSpPr/>
            <p:nvPr/>
          </p:nvSpPr>
          <p:spPr>
            <a:xfrm>
              <a:off x="5505858" y="21008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1" name="pt19531"/>
            <p:cNvSpPr/>
            <p:nvPr/>
          </p:nvSpPr>
          <p:spPr>
            <a:xfrm>
              <a:off x="5511260" y="22112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2" name="pt19532"/>
            <p:cNvSpPr/>
            <p:nvPr/>
          </p:nvSpPr>
          <p:spPr>
            <a:xfrm>
              <a:off x="5446217" y="22778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3" name="pt19533"/>
            <p:cNvSpPr/>
            <p:nvPr/>
          </p:nvSpPr>
          <p:spPr>
            <a:xfrm>
              <a:off x="5459227" y="21435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4" name="pt19534"/>
            <p:cNvSpPr/>
            <p:nvPr/>
          </p:nvSpPr>
          <p:spPr>
            <a:xfrm>
              <a:off x="5866158" y="17134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5" name="pt19535"/>
            <p:cNvSpPr/>
            <p:nvPr/>
          </p:nvSpPr>
          <p:spPr>
            <a:xfrm>
              <a:off x="5509814" y="22355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6" name="pt19536"/>
            <p:cNvSpPr/>
            <p:nvPr/>
          </p:nvSpPr>
          <p:spPr>
            <a:xfrm>
              <a:off x="5587490" y="2190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7" name="pt19537"/>
            <p:cNvSpPr/>
            <p:nvPr/>
          </p:nvSpPr>
          <p:spPr>
            <a:xfrm>
              <a:off x="5599721" y="20178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8" name="pt19538"/>
            <p:cNvSpPr/>
            <p:nvPr/>
          </p:nvSpPr>
          <p:spPr>
            <a:xfrm>
              <a:off x="5475826" y="19176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9" name="pt19539"/>
            <p:cNvSpPr/>
            <p:nvPr/>
          </p:nvSpPr>
          <p:spPr>
            <a:xfrm>
              <a:off x="5618544" y="19683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0" name="pt19540"/>
            <p:cNvSpPr/>
            <p:nvPr/>
          </p:nvSpPr>
          <p:spPr>
            <a:xfrm>
              <a:off x="5676402" y="15611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1" name="pt19541"/>
            <p:cNvSpPr/>
            <p:nvPr/>
          </p:nvSpPr>
          <p:spPr>
            <a:xfrm>
              <a:off x="5494388" y="18849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2" name="pt19542"/>
            <p:cNvSpPr/>
            <p:nvPr/>
          </p:nvSpPr>
          <p:spPr>
            <a:xfrm>
              <a:off x="5244219" y="22302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3" name="pt19543"/>
            <p:cNvSpPr/>
            <p:nvPr/>
          </p:nvSpPr>
          <p:spPr>
            <a:xfrm>
              <a:off x="5587063" y="22927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4" name="pt19544"/>
            <p:cNvSpPr/>
            <p:nvPr/>
          </p:nvSpPr>
          <p:spPr>
            <a:xfrm>
              <a:off x="5190352" y="21710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5" name="pt19545"/>
            <p:cNvSpPr/>
            <p:nvPr/>
          </p:nvSpPr>
          <p:spPr>
            <a:xfrm>
              <a:off x="5199248" y="240098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6" name="pt19546"/>
            <p:cNvSpPr/>
            <p:nvPr/>
          </p:nvSpPr>
          <p:spPr>
            <a:xfrm>
              <a:off x="5492877" y="20199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7" name="pt19547"/>
            <p:cNvSpPr/>
            <p:nvPr/>
          </p:nvSpPr>
          <p:spPr>
            <a:xfrm>
              <a:off x="4896737" y="24447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8" name="pt19548"/>
            <p:cNvSpPr/>
            <p:nvPr/>
          </p:nvSpPr>
          <p:spPr>
            <a:xfrm>
              <a:off x="5596688" y="20566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9" name="pt19549"/>
            <p:cNvSpPr/>
            <p:nvPr/>
          </p:nvSpPr>
          <p:spPr>
            <a:xfrm>
              <a:off x="5756970" y="17743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0" name="pt19550"/>
            <p:cNvSpPr/>
            <p:nvPr/>
          </p:nvSpPr>
          <p:spPr>
            <a:xfrm>
              <a:off x="5639200" y="20063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1" name="pt19551"/>
            <p:cNvSpPr/>
            <p:nvPr/>
          </p:nvSpPr>
          <p:spPr>
            <a:xfrm>
              <a:off x="5343370" y="22022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2" name="pt19552"/>
            <p:cNvSpPr/>
            <p:nvPr/>
          </p:nvSpPr>
          <p:spPr>
            <a:xfrm>
              <a:off x="5177600" y="25785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3" name="pt19553"/>
            <p:cNvSpPr/>
            <p:nvPr/>
          </p:nvSpPr>
          <p:spPr>
            <a:xfrm>
              <a:off x="5335677" y="22009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4" name="pt19554"/>
            <p:cNvSpPr/>
            <p:nvPr/>
          </p:nvSpPr>
          <p:spPr>
            <a:xfrm>
              <a:off x="5680683" y="16830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5" name="pt19555"/>
            <p:cNvSpPr/>
            <p:nvPr/>
          </p:nvSpPr>
          <p:spPr>
            <a:xfrm>
              <a:off x="5529488" y="22618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6" name="pt19556"/>
            <p:cNvSpPr/>
            <p:nvPr/>
          </p:nvSpPr>
          <p:spPr>
            <a:xfrm>
              <a:off x="5275986" y="22171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7" name="pt19557"/>
            <p:cNvSpPr/>
            <p:nvPr/>
          </p:nvSpPr>
          <p:spPr>
            <a:xfrm>
              <a:off x="5554573" y="21665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8" name="pt19558"/>
            <p:cNvSpPr/>
            <p:nvPr/>
          </p:nvSpPr>
          <p:spPr>
            <a:xfrm>
              <a:off x="5348574" y="21795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9" name="pt19559"/>
            <p:cNvSpPr/>
            <p:nvPr/>
          </p:nvSpPr>
          <p:spPr>
            <a:xfrm>
              <a:off x="5403292" y="21937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0" name="pt19560"/>
            <p:cNvSpPr/>
            <p:nvPr/>
          </p:nvSpPr>
          <p:spPr>
            <a:xfrm>
              <a:off x="5173418" y="28556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1" name="pt19561"/>
            <p:cNvSpPr/>
            <p:nvPr/>
          </p:nvSpPr>
          <p:spPr>
            <a:xfrm>
              <a:off x="5781361" y="19744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2" name="pt19562"/>
            <p:cNvSpPr/>
            <p:nvPr/>
          </p:nvSpPr>
          <p:spPr>
            <a:xfrm>
              <a:off x="5726969" y="16975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3" name="pt19563"/>
            <p:cNvSpPr/>
            <p:nvPr/>
          </p:nvSpPr>
          <p:spPr>
            <a:xfrm>
              <a:off x="5227808" y="21594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4" name="pt19564"/>
            <p:cNvSpPr/>
            <p:nvPr/>
          </p:nvSpPr>
          <p:spPr>
            <a:xfrm>
              <a:off x="4980703" y="24466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5" name="pt19565"/>
            <p:cNvSpPr/>
            <p:nvPr/>
          </p:nvSpPr>
          <p:spPr>
            <a:xfrm>
              <a:off x="5337300" y="20006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6" name="pt19566"/>
            <p:cNvSpPr/>
            <p:nvPr/>
          </p:nvSpPr>
          <p:spPr>
            <a:xfrm>
              <a:off x="5492496" y="19508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7" name="pt19567"/>
            <p:cNvSpPr/>
            <p:nvPr/>
          </p:nvSpPr>
          <p:spPr>
            <a:xfrm>
              <a:off x="5207702" y="21416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8" name="pt19568"/>
            <p:cNvSpPr/>
            <p:nvPr/>
          </p:nvSpPr>
          <p:spPr>
            <a:xfrm>
              <a:off x="5348163" y="21417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9" name="pt19569"/>
            <p:cNvSpPr/>
            <p:nvPr/>
          </p:nvSpPr>
          <p:spPr>
            <a:xfrm>
              <a:off x="5407639" y="22194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0" name="pt19570"/>
            <p:cNvSpPr/>
            <p:nvPr/>
          </p:nvSpPr>
          <p:spPr>
            <a:xfrm>
              <a:off x="5301948" y="22071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1" name="pt19571"/>
            <p:cNvSpPr/>
            <p:nvPr/>
          </p:nvSpPr>
          <p:spPr>
            <a:xfrm>
              <a:off x="5289873" y="20861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2" name="pt19572"/>
            <p:cNvSpPr/>
            <p:nvPr/>
          </p:nvSpPr>
          <p:spPr>
            <a:xfrm>
              <a:off x="5533457" y="21202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3" name="pt19573"/>
            <p:cNvSpPr/>
            <p:nvPr/>
          </p:nvSpPr>
          <p:spPr>
            <a:xfrm>
              <a:off x="5230950" y="21586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4" name="pt19574"/>
            <p:cNvSpPr/>
            <p:nvPr/>
          </p:nvSpPr>
          <p:spPr>
            <a:xfrm>
              <a:off x="5422453" y="21105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5" name="pt19575"/>
            <p:cNvSpPr/>
            <p:nvPr/>
          </p:nvSpPr>
          <p:spPr>
            <a:xfrm>
              <a:off x="5348880" y="21984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6" name="pt19576"/>
            <p:cNvSpPr/>
            <p:nvPr/>
          </p:nvSpPr>
          <p:spPr>
            <a:xfrm>
              <a:off x="5883972" y="16041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7" name="pt19577"/>
            <p:cNvSpPr/>
            <p:nvPr/>
          </p:nvSpPr>
          <p:spPr>
            <a:xfrm>
              <a:off x="5536722" y="22330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8" name="pt19578"/>
            <p:cNvSpPr/>
            <p:nvPr/>
          </p:nvSpPr>
          <p:spPr>
            <a:xfrm>
              <a:off x="5422625" y="22099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9" name="pt19579"/>
            <p:cNvSpPr/>
            <p:nvPr/>
          </p:nvSpPr>
          <p:spPr>
            <a:xfrm>
              <a:off x="5501855" y="2127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0" name="pt19580"/>
            <p:cNvSpPr/>
            <p:nvPr/>
          </p:nvSpPr>
          <p:spPr>
            <a:xfrm>
              <a:off x="5515290" y="22508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1" name="pt19581"/>
            <p:cNvSpPr/>
            <p:nvPr/>
          </p:nvSpPr>
          <p:spPr>
            <a:xfrm>
              <a:off x="5351521" y="22632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2" name="pt19582"/>
            <p:cNvSpPr/>
            <p:nvPr/>
          </p:nvSpPr>
          <p:spPr>
            <a:xfrm>
              <a:off x="5735192" y="20386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3" name="pt19583"/>
            <p:cNvSpPr/>
            <p:nvPr/>
          </p:nvSpPr>
          <p:spPr>
            <a:xfrm>
              <a:off x="5565140" y="21213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4" name="pt19584"/>
            <p:cNvSpPr/>
            <p:nvPr/>
          </p:nvSpPr>
          <p:spPr>
            <a:xfrm>
              <a:off x="5857382" y="18163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5" name="pt19585"/>
            <p:cNvSpPr/>
            <p:nvPr/>
          </p:nvSpPr>
          <p:spPr>
            <a:xfrm>
              <a:off x="4848589" y="27091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6" name="pt19586"/>
            <p:cNvSpPr/>
            <p:nvPr/>
          </p:nvSpPr>
          <p:spPr>
            <a:xfrm>
              <a:off x="5626388" y="19970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7" name="pt19587"/>
            <p:cNvSpPr/>
            <p:nvPr/>
          </p:nvSpPr>
          <p:spPr>
            <a:xfrm>
              <a:off x="5591965" y="210759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8" name="pt19588"/>
            <p:cNvSpPr/>
            <p:nvPr/>
          </p:nvSpPr>
          <p:spPr>
            <a:xfrm>
              <a:off x="5338347" y="22431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9" name="pt19589"/>
            <p:cNvSpPr/>
            <p:nvPr/>
          </p:nvSpPr>
          <p:spPr>
            <a:xfrm>
              <a:off x="5378054" y="22764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0" name="pt19590"/>
            <p:cNvSpPr/>
            <p:nvPr/>
          </p:nvSpPr>
          <p:spPr>
            <a:xfrm>
              <a:off x="5422974" y="2134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1" name="pt19591"/>
            <p:cNvSpPr/>
            <p:nvPr/>
          </p:nvSpPr>
          <p:spPr>
            <a:xfrm>
              <a:off x="5589597" y="20220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2" name="pt19592"/>
            <p:cNvSpPr/>
            <p:nvPr/>
          </p:nvSpPr>
          <p:spPr>
            <a:xfrm>
              <a:off x="5035720" y="20055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3" name="pt19593"/>
            <p:cNvSpPr/>
            <p:nvPr/>
          </p:nvSpPr>
          <p:spPr>
            <a:xfrm>
              <a:off x="5681505" y="16856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4" name="pt19594"/>
            <p:cNvSpPr/>
            <p:nvPr/>
          </p:nvSpPr>
          <p:spPr>
            <a:xfrm>
              <a:off x="5671260" y="19169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5" name="pt19595"/>
            <p:cNvSpPr/>
            <p:nvPr/>
          </p:nvSpPr>
          <p:spPr>
            <a:xfrm>
              <a:off x="5720671" y="17974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6" name="pt19596"/>
            <p:cNvSpPr/>
            <p:nvPr/>
          </p:nvSpPr>
          <p:spPr>
            <a:xfrm>
              <a:off x="5402282" y="22144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7" name="pt19597"/>
            <p:cNvSpPr/>
            <p:nvPr/>
          </p:nvSpPr>
          <p:spPr>
            <a:xfrm>
              <a:off x="5386307" y="20265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8" name="pt19598"/>
            <p:cNvSpPr/>
            <p:nvPr/>
          </p:nvSpPr>
          <p:spPr>
            <a:xfrm>
              <a:off x="5282727" y="22330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9" name="pt19599"/>
            <p:cNvSpPr/>
            <p:nvPr/>
          </p:nvSpPr>
          <p:spPr>
            <a:xfrm>
              <a:off x="5109729" y="18507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0" name="pt19600"/>
            <p:cNvSpPr/>
            <p:nvPr/>
          </p:nvSpPr>
          <p:spPr>
            <a:xfrm>
              <a:off x="5349963" y="22618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1" name="pt19601"/>
            <p:cNvSpPr/>
            <p:nvPr/>
          </p:nvSpPr>
          <p:spPr>
            <a:xfrm>
              <a:off x="5013767" y="28165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2" name="pt19602"/>
            <p:cNvSpPr/>
            <p:nvPr/>
          </p:nvSpPr>
          <p:spPr>
            <a:xfrm>
              <a:off x="5627283" y="19012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3" name="pt19603"/>
            <p:cNvSpPr/>
            <p:nvPr/>
          </p:nvSpPr>
          <p:spPr>
            <a:xfrm>
              <a:off x="5821406" y="1890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4" name="pt19604"/>
            <p:cNvSpPr/>
            <p:nvPr/>
          </p:nvSpPr>
          <p:spPr>
            <a:xfrm>
              <a:off x="5260732" y="22421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5" name="pt19605"/>
            <p:cNvSpPr/>
            <p:nvPr/>
          </p:nvSpPr>
          <p:spPr>
            <a:xfrm>
              <a:off x="5233889" y="22105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6" name="pt19606"/>
            <p:cNvSpPr/>
            <p:nvPr/>
          </p:nvSpPr>
          <p:spPr>
            <a:xfrm>
              <a:off x="5971258" y="14685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7" name="pt19607"/>
            <p:cNvSpPr/>
            <p:nvPr/>
          </p:nvSpPr>
          <p:spPr>
            <a:xfrm>
              <a:off x="5079654" y="22343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8" name="pt19608"/>
            <p:cNvSpPr/>
            <p:nvPr/>
          </p:nvSpPr>
          <p:spPr>
            <a:xfrm>
              <a:off x="5406155" y="21730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9" name="pt19609"/>
            <p:cNvSpPr/>
            <p:nvPr/>
          </p:nvSpPr>
          <p:spPr>
            <a:xfrm>
              <a:off x="5270172" y="21688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0" name="pt19610"/>
            <p:cNvSpPr/>
            <p:nvPr/>
          </p:nvSpPr>
          <p:spPr>
            <a:xfrm>
              <a:off x="5598953" y="19943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1" name="pt19611"/>
            <p:cNvSpPr/>
            <p:nvPr/>
          </p:nvSpPr>
          <p:spPr>
            <a:xfrm>
              <a:off x="5259213" y="22018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2" name="pt19612"/>
            <p:cNvSpPr/>
            <p:nvPr/>
          </p:nvSpPr>
          <p:spPr>
            <a:xfrm>
              <a:off x="5090692" y="24249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3" name="pt19613"/>
            <p:cNvSpPr/>
            <p:nvPr/>
          </p:nvSpPr>
          <p:spPr>
            <a:xfrm>
              <a:off x="5856651" y="17211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4" name="pt19614"/>
            <p:cNvSpPr/>
            <p:nvPr/>
          </p:nvSpPr>
          <p:spPr>
            <a:xfrm>
              <a:off x="5576586" y="22337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5" name="pt19615"/>
            <p:cNvSpPr/>
            <p:nvPr/>
          </p:nvSpPr>
          <p:spPr>
            <a:xfrm>
              <a:off x="5172924" y="27159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6" name="pt19616"/>
            <p:cNvSpPr/>
            <p:nvPr/>
          </p:nvSpPr>
          <p:spPr>
            <a:xfrm>
              <a:off x="5286621" y="23062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7" name="pt19617"/>
            <p:cNvSpPr/>
            <p:nvPr/>
          </p:nvSpPr>
          <p:spPr>
            <a:xfrm>
              <a:off x="5379037" y="22296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8" name="pt19618"/>
            <p:cNvSpPr/>
            <p:nvPr/>
          </p:nvSpPr>
          <p:spPr>
            <a:xfrm>
              <a:off x="5521626" y="21639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9" name="pt19619"/>
            <p:cNvSpPr/>
            <p:nvPr/>
          </p:nvSpPr>
          <p:spPr>
            <a:xfrm>
              <a:off x="5679890" y="17805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0" name="pt19620"/>
            <p:cNvSpPr/>
            <p:nvPr/>
          </p:nvSpPr>
          <p:spPr>
            <a:xfrm>
              <a:off x="5150028" y="2700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1" name="pt19621"/>
            <p:cNvSpPr/>
            <p:nvPr/>
          </p:nvSpPr>
          <p:spPr>
            <a:xfrm>
              <a:off x="5844957" y="17659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2" name="pt19622"/>
            <p:cNvSpPr/>
            <p:nvPr/>
          </p:nvSpPr>
          <p:spPr>
            <a:xfrm>
              <a:off x="5624889" y="19184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3" name="pt19623"/>
            <p:cNvSpPr/>
            <p:nvPr/>
          </p:nvSpPr>
          <p:spPr>
            <a:xfrm>
              <a:off x="5256239" y="19627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4" name="pt19624"/>
            <p:cNvSpPr/>
            <p:nvPr/>
          </p:nvSpPr>
          <p:spPr>
            <a:xfrm>
              <a:off x="5333115" y="20860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5" name="pt19625"/>
            <p:cNvSpPr/>
            <p:nvPr/>
          </p:nvSpPr>
          <p:spPr>
            <a:xfrm>
              <a:off x="5570221" y="21789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6" name="pt19626"/>
            <p:cNvSpPr/>
            <p:nvPr/>
          </p:nvSpPr>
          <p:spPr>
            <a:xfrm>
              <a:off x="5379892" y="21868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7" name="pt19627"/>
            <p:cNvSpPr/>
            <p:nvPr/>
          </p:nvSpPr>
          <p:spPr>
            <a:xfrm>
              <a:off x="5662952" y="20464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8" name="pt19628"/>
            <p:cNvSpPr/>
            <p:nvPr/>
          </p:nvSpPr>
          <p:spPr>
            <a:xfrm>
              <a:off x="5723379" y="17453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9" name="pt19629"/>
            <p:cNvSpPr/>
            <p:nvPr/>
          </p:nvSpPr>
          <p:spPr>
            <a:xfrm>
              <a:off x="5489933" y="193068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0" name="pt19630"/>
            <p:cNvSpPr/>
            <p:nvPr/>
          </p:nvSpPr>
          <p:spPr>
            <a:xfrm>
              <a:off x="5670375" y="18635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1" name="pt19631"/>
            <p:cNvSpPr/>
            <p:nvPr/>
          </p:nvSpPr>
          <p:spPr>
            <a:xfrm>
              <a:off x="5189984" y="22066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2" name="pt19632"/>
            <p:cNvSpPr/>
            <p:nvPr/>
          </p:nvSpPr>
          <p:spPr>
            <a:xfrm>
              <a:off x="5450130" y="23208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3" name="pt19633"/>
            <p:cNvSpPr/>
            <p:nvPr/>
          </p:nvSpPr>
          <p:spPr>
            <a:xfrm>
              <a:off x="5885918" y="1755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4" name="pt19634"/>
            <p:cNvSpPr/>
            <p:nvPr/>
          </p:nvSpPr>
          <p:spPr>
            <a:xfrm>
              <a:off x="5479062" y="18121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5" name="pt19635"/>
            <p:cNvSpPr/>
            <p:nvPr/>
          </p:nvSpPr>
          <p:spPr>
            <a:xfrm>
              <a:off x="5272338" y="20357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6" name="pt19636"/>
            <p:cNvSpPr/>
            <p:nvPr/>
          </p:nvSpPr>
          <p:spPr>
            <a:xfrm>
              <a:off x="5486503" y="20575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7" name="pt19637"/>
            <p:cNvSpPr/>
            <p:nvPr/>
          </p:nvSpPr>
          <p:spPr>
            <a:xfrm>
              <a:off x="5468793" y="19999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8" name="pt19638"/>
            <p:cNvSpPr/>
            <p:nvPr/>
          </p:nvSpPr>
          <p:spPr>
            <a:xfrm>
              <a:off x="5214011" y="21845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9" name="pt19639"/>
            <p:cNvSpPr/>
            <p:nvPr/>
          </p:nvSpPr>
          <p:spPr>
            <a:xfrm>
              <a:off x="5641399" y="20827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0" name="pt19640"/>
            <p:cNvSpPr/>
            <p:nvPr/>
          </p:nvSpPr>
          <p:spPr>
            <a:xfrm>
              <a:off x="5262881" y="22312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1" name="pt19641"/>
            <p:cNvSpPr/>
            <p:nvPr/>
          </p:nvSpPr>
          <p:spPr>
            <a:xfrm>
              <a:off x="5260609" y="22070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2" name="pt19642"/>
            <p:cNvSpPr/>
            <p:nvPr/>
          </p:nvSpPr>
          <p:spPr>
            <a:xfrm>
              <a:off x="5334245" y="21265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3" name="pt19643"/>
            <p:cNvSpPr/>
            <p:nvPr/>
          </p:nvSpPr>
          <p:spPr>
            <a:xfrm>
              <a:off x="5899456" y="16182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4" name="pt19644"/>
            <p:cNvSpPr/>
            <p:nvPr/>
          </p:nvSpPr>
          <p:spPr>
            <a:xfrm>
              <a:off x="5544170" y="20663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5" name="pt19645"/>
            <p:cNvSpPr/>
            <p:nvPr/>
          </p:nvSpPr>
          <p:spPr>
            <a:xfrm>
              <a:off x="5227483" y="22070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6" name="pt19646"/>
            <p:cNvSpPr/>
            <p:nvPr/>
          </p:nvSpPr>
          <p:spPr>
            <a:xfrm>
              <a:off x="5006297" y="25817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7" name="pt19647"/>
            <p:cNvSpPr/>
            <p:nvPr/>
          </p:nvSpPr>
          <p:spPr>
            <a:xfrm>
              <a:off x="5710494" y="19748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8" name="pt19648"/>
            <p:cNvSpPr/>
            <p:nvPr/>
          </p:nvSpPr>
          <p:spPr>
            <a:xfrm>
              <a:off x="5531613" y="21686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9" name="pt19649"/>
            <p:cNvSpPr/>
            <p:nvPr/>
          </p:nvSpPr>
          <p:spPr>
            <a:xfrm>
              <a:off x="5155585" y="25733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0" name="pt19650"/>
            <p:cNvSpPr/>
            <p:nvPr/>
          </p:nvSpPr>
          <p:spPr>
            <a:xfrm>
              <a:off x="5554042" y="22312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1" name="pt19651"/>
            <p:cNvSpPr/>
            <p:nvPr/>
          </p:nvSpPr>
          <p:spPr>
            <a:xfrm>
              <a:off x="5661823" y="21258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2" name="pt19652"/>
            <p:cNvSpPr/>
            <p:nvPr/>
          </p:nvSpPr>
          <p:spPr>
            <a:xfrm>
              <a:off x="5540301" y="19654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3" name="pt19653"/>
            <p:cNvSpPr/>
            <p:nvPr/>
          </p:nvSpPr>
          <p:spPr>
            <a:xfrm>
              <a:off x="5453628" y="22003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4" name="pt19654"/>
            <p:cNvSpPr/>
            <p:nvPr/>
          </p:nvSpPr>
          <p:spPr>
            <a:xfrm>
              <a:off x="5523346" y="21554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5" name="pt19655"/>
            <p:cNvSpPr/>
            <p:nvPr/>
          </p:nvSpPr>
          <p:spPr>
            <a:xfrm>
              <a:off x="5429878" y="22685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6" name="pt19656"/>
            <p:cNvSpPr/>
            <p:nvPr/>
          </p:nvSpPr>
          <p:spPr>
            <a:xfrm>
              <a:off x="5233811" y="21502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7" name="pt19657"/>
            <p:cNvSpPr/>
            <p:nvPr/>
          </p:nvSpPr>
          <p:spPr>
            <a:xfrm>
              <a:off x="5133758" y="24551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8" name="pt19658"/>
            <p:cNvSpPr/>
            <p:nvPr/>
          </p:nvSpPr>
          <p:spPr>
            <a:xfrm>
              <a:off x="5719547" y="18959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9" name="pt19659"/>
            <p:cNvSpPr/>
            <p:nvPr/>
          </p:nvSpPr>
          <p:spPr>
            <a:xfrm>
              <a:off x="5281442" y="20754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0" name="pt19660"/>
            <p:cNvSpPr/>
            <p:nvPr/>
          </p:nvSpPr>
          <p:spPr>
            <a:xfrm>
              <a:off x="5186128" y="25997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1" name="pt19661"/>
            <p:cNvSpPr/>
            <p:nvPr/>
          </p:nvSpPr>
          <p:spPr>
            <a:xfrm>
              <a:off x="5420780" y="21983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2" name="pt19662"/>
            <p:cNvSpPr/>
            <p:nvPr/>
          </p:nvSpPr>
          <p:spPr>
            <a:xfrm>
              <a:off x="5548742" y="21290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3" name="pt19663"/>
            <p:cNvSpPr/>
            <p:nvPr/>
          </p:nvSpPr>
          <p:spPr>
            <a:xfrm>
              <a:off x="5142394" y="27613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4" name="pt19664"/>
            <p:cNvSpPr/>
            <p:nvPr/>
          </p:nvSpPr>
          <p:spPr>
            <a:xfrm>
              <a:off x="5018829" y="25805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5" name="pt19665"/>
            <p:cNvSpPr/>
            <p:nvPr/>
          </p:nvSpPr>
          <p:spPr>
            <a:xfrm>
              <a:off x="5613688" y="19623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6" name="pt19666"/>
            <p:cNvSpPr/>
            <p:nvPr/>
          </p:nvSpPr>
          <p:spPr>
            <a:xfrm>
              <a:off x="5568766" y="21601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7" name="pt19667"/>
            <p:cNvSpPr/>
            <p:nvPr/>
          </p:nvSpPr>
          <p:spPr>
            <a:xfrm>
              <a:off x="5666100" y="19058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8" name="pt19668"/>
            <p:cNvSpPr/>
            <p:nvPr/>
          </p:nvSpPr>
          <p:spPr>
            <a:xfrm>
              <a:off x="5726262" y="18513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9" name="pt19669"/>
            <p:cNvSpPr/>
            <p:nvPr/>
          </p:nvSpPr>
          <p:spPr>
            <a:xfrm>
              <a:off x="5405153" y="22832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0" name="pt19670"/>
            <p:cNvSpPr/>
            <p:nvPr/>
          </p:nvSpPr>
          <p:spPr>
            <a:xfrm>
              <a:off x="5103449" y="192243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1" name="pt19671"/>
            <p:cNvSpPr/>
            <p:nvPr/>
          </p:nvSpPr>
          <p:spPr>
            <a:xfrm>
              <a:off x="5472454" y="19708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2" name="pt19672"/>
            <p:cNvSpPr/>
            <p:nvPr/>
          </p:nvSpPr>
          <p:spPr>
            <a:xfrm>
              <a:off x="5620079" y="18286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3" name="pt19673"/>
            <p:cNvSpPr/>
            <p:nvPr/>
          </p:nvSpPr>
          <p:spPr>
            <a:xfrm>
              <a:off x="5420916" y="19615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4" name="pt19674"/>
            <p:cNvSpPr/>
            <p:nvPr/>
          </p:nvSpPr>
          <p:spPr>
            <a:xfrm>
              <a:off x="5215942" y="22457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5" name="pt19675"/>
            <p:cNvSpPr/>
            <p:nvPr/>
          </p:nvSpPr>
          <p:spPr>
            <a:xfrm>
              <a:off x="5944458" y="17675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6" name="pt19676"/>
            <p:cNvSpPr/>
            <p:nvPr/>
          </p:nvSpPr>
          <p:spPr>
            <a:xfrm>
              <a:off x="5434855" y="22358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7" name="pt19677"/>
            <p:cNvSpPr/>
            <p:nvPr/>
          </p:nvSpPr>
          <p:spPr>
            <a:xfrm>
              <a:off x="4995006" y="25340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8" name="pt19678"/>
            <p:cNvSpPr/>
            <p:nvPr/>
          </p:nvSpPr>
          <p:spPr>
            <a:xfrm>
              <a:off x="5784867" y="193861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9" name="pt19679"/>
            <p:cNvSpPr/>
            <p:nvPr/>
          </p:nvSpPr>
          <p:spPr>
            <a:xfrm>
              <a:off x="5143820" y="26999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0" name="pt19680"/>
            <p:cNvSpPr/>
            <p:nvPr/>
          </p:nvSpPr>
          <p:spPr>
            <a:xfrm>
              <a:off x="5225445" y="21381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1" name="pt19681"/>
            <p:cNvSpPr/>
            <p:nvPr/>
          </p:nvSpPr>
          <p:spPr>
            <a:xfrm>
              <a:off x="5548248" y="22402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2" name="pt19682"/>
            <p:cNvSpPr/>
            <p:nvPr/>
          </p:nvSpPr>
          <p:spPr>
            <a:xfrm>
              <a:off x="5345409" y="22314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3" name="pt19683"/>
            <p:cNvSpPr/>
            <p:nvPr/>
          </p:nvSpPr>
          <p:spPr>
            <a:xfrm>
              <a:off x="5680474" y="18532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4" name="pt19684"/>
            <p:cNvSpPr/>
            <p:nvPr/>
          </p:nvSpPr>
          <p:spPr>
            <a:xfrm>
              <a:off x="5411275" y="217782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5" name="pt19685"/>
            <p:cNvSpPr/>
            <p:nvPr/>
          </p:nvSpPr>
          <p:spPr>
            <a:xfrm>
              <a:off x="5203688" y="21168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6" name="pt19686"/>
            <p:cNvSpPr/>
            <p:nvPr/>
          </p:nvSpPr>
          <p:spPr>
            <a:xfrm>
              <a:off x="5543895" y="20514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7" name="pt19687"/>
            <p:cNvSpPr/>
            <p:nvPr/>
          </p:nvSpPr>
          <p:spPr>
            <a:xfrm>
              <a:off x="5530947" y="2279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8" name="pt19688"/>
            <p:cNvSpPr/>
            <p:nvPr/>
          </p:nvSpPr>
          <p:spPr>
            <a:xfrm>
              <a:off x="5412800" y="21836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9" name="pt19689"/>
            <p:cNvSpPr/>
            <p:nvPr/>
          </p:nvSpPr>
          <p:spPr>
            <a:xfrm>
              <a:off x="5471973" y="19623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0" name="pt19690"/>
            <p:cNvSpPr/>
            <p:nvPr/>
          </p:nvSpPr>
          <p:spPr>
            <a:xfrm>
              <a:off x="5524412" y="20690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1" name="pt19691"/>
            <p:cNvSpPr/>
            <p:nvPr/>
          </p:nvSpPr>
          <p:spPr>
            <a:xfrm>
              <a:off x="5355980" y="21939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2" name="pt19692"/>
            <p:cNvSpPr/>
            <p:nvPr/>
          </p:nvSpPr>
          <p:spPr>
            <a:xfrm>
              <a:off x="5413908" y="22380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3" name="pt19693"/>
            <p:cNvSpPr/>
            <p:nvPr/>
          </p:nvSpPr>
          <p:spPr>
            <a:xfrm>
              <a:off x="5429727" y="22504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4" name="pt19694"/>
            <p:cNvSpPr/>
            <p:nvPr/>
          </p:nvSpPr>
          <p:spPr>
            <a:xfrm>
              <a:off x="5791695" y="20036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5" name="pt19695"/>
            <p:cNvSpPr/>
            <p:nvPr/>
          </p:nvSpPr>
          <p:spPr>
            <a:xfrm>
              <a:off x="5519722" y="21749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6" name="pt19696"/>
            <p:cNvSpPr/>
            <p:nvPr/>
          </p:nvSpPr>
          <p:spPr>
            <a:xfrm>
              <a:off x="5225614" y="21040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7" name="pt19697"/>
            <p:cNvSpPr/>
            <p:nvPr/>
          </p:nvSpPr>
          <p:spPr>
            <a:xfrm>
              <a:off x="5494598" y="19465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8" name="pt19698"/>
            <p:cNvSpPr/>
            <p:nvPr/>
          </p:nvSpPr>
          <p:spPr>
            <a:xfrm>
              <a:off x="5034871" y="229289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9" name="pt19699"/>
            <p:cNvSpPr/>
            <p:nvPr/>
          </p:nvSpPr>
          <p:spPr>
            <a:xfrm>
              <a:off x="5241192" y="22393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0" name="pt19700"/>
            <p:cNvSpPr/>
            <p:nvPr/>
          </p:nvSpPr>
          <p:spPr>
            <a:xfrm>
              <a:off x="5166680" y="24886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1" name="pt19701"/>
            <p:cNvSpPr/>
            <p:nvPr/>
          </p:nvSpPr>
          <p:spPr>
            <a:xfrm>
              <a:off x="5402242" y="21993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2" name="pt19702"/>
            <p:cNvSpPr/>
            <p:nvPr/>
          </p:nvSpPr>
          <p:spPr>
            <a:xfrm>
              <a:off x="5585624" y="23272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3" name="pt19703"/>
            <p:cNvSpPr/>
            <p:nvPr/>
          </p:nvSpPr>
          <p:spPr>
            <a:xfrm>
              <a:off x="5335391" y="219304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4" name="pt19704"/>
            <p:cNvSpPr/>
            <p:nvPr/>
          </p:nvSpPr>
          <p:spPr>
            <a:xfrm>
              <a:off x="5663944" y="19263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5" name="pt19705"/>
            <p:cNvSpPr/>
            <p:nvPr/>
          </p:nvSpPr>
          <p:spPr>
            <a:xfrm>
              <a:off x="5626395" y="183865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6" name="pt19706"/>
            <p:cNvSpPr/>
            <p:nvPr/>
          </p:nvSpPr>
          <p:spPr>
            <a:xfrm>
              <a:off x="5030896" y="25247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7" name="pt19707"/>
            <p:cNvSpPr/>
            <p:nvPr/>
          </p:nvSpPr>
          <p:spPr>
            <a:xfrm>
              <a:off x="5388132" y="21210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8" name="pt19708"/>
            <p:cNvSpPr/>
            <p:nvPr/>
          </p:nvSpPr>
          <p:spPr>
            <a:xfrm>
              <a:off x="5606780" y="19275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9" name="pt19709"/>
            <p:cNvSpPr/>
            <p:nvPr/>
          </p:nvSpPr>
          <p:spPr>
            <a:xfrm>
              <a:off x="5732583" y="17582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0" name="pt19710"/>
            <p:cNvSpPr/>
            <p:nvPr/>
          </p:nvSpPr>
          <p:spPr>
            <a:xfrm>
              <a:off x="5324400" y="21328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1" name="pt19711"/>
            <p:cNvSpPr/>
            <p:nvPr/>
          </p:nvSpPr>
          <p:spPr>
            <a:xfrm>
              <a:off x="5635232" y="20629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2" name="pt19712"/>
            <p:cNvSpPr/>
            <p:nvPr/>
          </p:nvSpPr>
          <p:spPr>
            <a:xfrm>
              <a:off x="5182335" y="25928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3" name="pt19713"/>
            <p:cNvSpPr/>
            <p:nvPr/>
          </p:nvSpPr>
          <p:spPr>
            <a:xfrm>
              <a:off x="5131574" y="26850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4" name="pt19714"/>
            <p:cNvSpPr/>
            <p:nvPr/>
          </p:nvSpPr>
          <p:spPr>
            <a:xfrm>
              <a:off x="5540190" y="22617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5" name="pt19715"/>
            <p:cNvSpPr/>
            <p:nvPr/>
          </p:nvSpPr>
          <p:spPr>
            <a:xfrm>
              <a:off x="5195799" y="233122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6" name="pt19716"/>
            <p:cNvSpPr/>
            <p:nvPr/>
          </p:nvSpPr>
          <p:spPr>
            <a:xfrm>
              <a:off x="5139703" y="26353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7" name="pt19717"/>
            <p:cNvSpPr/>
            <p:nvPr/>
          </p:nvSpPr>
          <p:spPr>
            <a:xfrm>
              <a:off x="5327865" y="21914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8" name="pt19718"/>
            <p:cNvSpPr/>
            <p:nvPr/>
          </p:nvSpPr>
          <p:spPr>
            <a:xfrm>
              <a:off x="5502727" y="224040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9" name="pt19719"/>
            <p:cNvSpPr/>
            <p:nvPr/>
          </p:nvSpPr>
          <p:spPr>
            <a:xfrm>
              <a:off x="5411824" y="220765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0" name="pt19720"/>
            <p:cNvSpPr/>
            <p:nvPr/>
          </p:nvSpPr>
          <p:spPr>
            <a:xfrm>
              <a:off x="5129491" y="26782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1" name="pt19721"/>
            <p:cNvSpPr/>
            <p:nvPr/>
          </p:nvSpPr>
          <p:spPr>
            <a:xfrm>
              <a:off x="5025158" y="27244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2" name="pt19722"/>
            <p:cNvSpPr/>
            <p:nvPr/>
          </p:nvSpPr>
          <p:spPr>
            <a:xfrm>
              <a:off x="5017643" y="23400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3" name="pt19723"/>
            <p:cNvSpPr/>
            <p:nvPr/>
          </p:nvSpPr>
          <p:spPr>
            <a:xfrm>
              <a:off x="5197929" y="22597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4" name="pt19724"/>
            <p:cNvSpPr/>
            <p:nvPr/>
          </p:nvSpPr>
          <p:spPr>
            <a:xfrm>
              <a:off x="5366713" y="22848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5" name="pt19725"/>
            <p:cNvSpPr/>
            <p:nvPr/>
          </p:nvSpPr>
          <p:spPr>
            <a:xfrm>
              <a:off x="5040931" y="225533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6" name="pt19726"/>
            <p:cNvSpPr/>
            <p:nvPr/>
          </p:nvSpPr>
          <p:spPr>
            <a:xfrm>
              <a:off x="5382080" y="20566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7" name="pt19727"/>
            <p:cNvSpPr/>
            <p:nvPr/>
          </p:nvSpPr>
          <p:spPr>
            <a:xfrm>
              <a:off x="5668134" y="18978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8" name="pt19728"/>
            <p:cNvSpPr/>
            <p:nvPr/>
          </p:nvSpPr>
          <p:spPr>
            <a:xfrm>
              <a:off x="5203725" y="22076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9" name="pt19729"/>
            <p:cNvSpPr/>
            <p:nvPr/>
          </p:nvSpPr>
          <p:spPr>
            <a:xfrm>
              <a:off x="5283558" y="22345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0" name="pt19730"/>
            <p:cNvSpPr/>
            <p:nvPr/>
          </p:nvSpPr>
          <p:spPr>
            <a:xfrm>
              <a:off x="5322821" y="22088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1" name="pt19731"/>
            <p:cNvSpPr/>
            <p:nvPr/>
          </p:nvSpPr>
          <p:spPr>
            <a:xfrm>
              <a:off x="5488785" y="21264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2" name="pt19732"/>
            <p:cNvSpPr/>
            <p:nvPr/>
          </p:nvSpPr>
          <p:spPr>
            <a:xfrm>
              <a:off x="5289850" y="2079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3" name="pt19733"/>
            <p:cNvSpPr/>
            <p:nvPr/>
          </p:nvSpPr>
          <p:spPr>
            <a:xfrm>
              <a:off x="5704525" y="18438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4" name="pt19734"/>
            <p:cNvSpPr/>
            <p:nvPr/>
          </p:nvSpPr>
          <p:spPr>
            <a:xfrm>
              <a:off x="5276263" y="22437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5" name="pt19735"/>
            <p:cNvSpPr/>
            <p:nvPr/>
          </p:nvSpPr>
          <p:spPr>
            <a:xfrm>
              <a:off x="5102946" y="22702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6" name="pt19736"/>
            <p:cNvSpPr/>
            <p:nvPr/>
          </p:nvSpPr>
          <p:spPr>
            <a:xfrm>
              <a:off x="4982740" y="25530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7" name="pt19737"/>
            <p:cNvSpPr/>
            <p:nvPr/>
          </p:nvSpPr>
          <p:spPr>
            <a:xfrm>
              <a:off x="5439281" y="21162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8" name="pt19738"/>
            <p:cNvSpPr/>
            <p:nvPr/>
          </p:nvSpPr>
          <p:spPr>
            <a:xfrm>
              <a:off x="5837877" y="18153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9" name="pt19739"/>
            <p:cNvSpPr/>
            <p:nvPr/>
          </p:nvSpPr>
          <p:spPr>
            <a:xfrm>
              <a:off x="5361178" y="22522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0" name="pt19740"/>
            <p:cNvSpPr/>
            <p:nvPr/>
          </p:nvSpPr>
          <p:spPr>
            <a:xfrm>
              <a:off x="5134638" y="25417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1" name="pt19741"/>
            <p:cNvSpPr/>
            <p:nvPr/>
          </p:nvSpPr>
          <p:spPr>
            <a:xfrm>
              <a:off x="5122624" y="24217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2" name="pt19742"/>
            <p:cNvSpPr/>
            <p:nvPr/>
          </p:nvSpPr>
          <p:spPr>
            <a:xfrm>
              <a:off x="5746526" y="17698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3" name="pt19743"/>
            <p:cNvSpPr/>
            <p:nvPr/>
          </p:nvSpPr>
          <p:spPr>
            <a:xfrm>
              <a:off x="5207744" y="226385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4" name="pt19744"/>
            <p:cNvSpPr/>
            <p:nvPr/>
          </p:nvSpPr>
          <p:spPr>
            <a:xfrm>
              <a:off x="5698585" y="19758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5" name="pt19745"/>
            <p:cNvSpPr/>
            <p:nvPr/>
          </p:nvSpPr>
          <p:spPr>
            <a:xfrm>
              <a:off x="5272119" y="22139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6" name="pt19746"/>
            <p:cNvSpPr/>
            <p:nvPr/>
          </p:nvSpPr>
          <p:spPr>
            <a:xfrm>
              <a:off x="4831453" y="28588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7" name="pt19747"/>
            <p:cNvSpPr/>
            <p:nvPr/>
          </p:nvSpPr>
          <p:spPr>
            <a:xfrm>
              <a:off x="5465824" y="19976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8" name="pt19748"/>
            <p:cNvSpPr/>
            <p:nvPr/>
          </p:nvSpPr>
          <p:spPr>
            <a:xfrm>
              <a:off x="5263734" y="21655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9" name="pt19749"/>
            <p:cNvSpPr/>
            <p:nvPr/>
          </p:nvSpPr>
          <p:spPr>
            <a:xfrm>
              <a:off x="5413540" y="218184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0" name="pt19750"/>
            <p:cNvSpPr/>
            <p:nvPr/>
          </p:nvSpPr>
          <p:spPr>
            <a:xfrm>
              <a:off x="5662800" y="20552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1" name="pt19751"/>
            <p:cNvSpPr/>
            <p:nvPr/>
          </p:nvSpPr>
          <p:spPr>
            <a:xfrm>
              <a:off x="5758859" y="210550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2" name="pt19752"/>
            <p:cNvSpPr/>
            <p:nvPr/>
          </p:nvSpPr>
          <p:spPr>
            <a:xfrm>
              <a:off x="5885706" y="15201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3" name="pt19753"/>
            <p:cNvSpPr/>
            <p:nvPr/>
          </p:nvSpPr>
          <p:spPr>
            <a:xfrm>
              <a:off x="4942101" y="22362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4" name="pt19754"/>
            <p:cNvSpPr/>
            <p:nvPr/>
          </p:nvSpPr>
          <p:spPr>
            <a:xfrm>
              <a:off x="5543599" y="20557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5" name="pt19755"/>
            <p:cNvSpPr/>
            <p:nvPr/>
          </p:nvSpPr>
          <p:spPr>
            <a:xfrm>
              <a:off x="5624642" y="19365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6" name="pt19756"/>
            <p:cNvSpPr/>
            <p:nvPr/>
          </p:nvSpPr>
          <p:spPr>
            <a:xfrm>
              <a:off x="5238121" y="19783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7" name="pt19757"/>
            <p:cNvSpPr/>
            <p:nvPr/>
          </p:nvSpPr>
          <p:spPr>
            <a:xfrm>
              <a:off x="5283462" y="21559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8" name="pt19758"/>
            <p:cNvSpPr/>
            <p:nvPr/>
          </p:nvSpPr>
          <p:spPr>
            <a:xfrm>
              <a:off x="5665733" y="202498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9" name="pt19759"/>
            <p:cNvSpPr/>
            <p:nvPr/>
          </p:nvSpPr>
          <p:spPr>
            <a:xfrm>
              <a:off x="5385220" y="21677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0" name="pt19760"/>
            <p:cNvSpPr/>
            <p:nvPr/>
          </p:nvSpPr>
          <p:spPr>
            <a:xfrm>
              <a:off x="5742625" y="187851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1" name="pt19761"/>
            <p:cNvSpPr/>
            <p:nvPr/>
          </p:nvSpPr>
          <p:spPr>
            <a:xfrm>
              <a:off x="5481893" y="20877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2" name="pt19762"/>
            <p:cNvSpPr/>
            <p:nvPr/>
          </p:nvSpPr>
          <p:spPr>
            <a:xfrm>
              <a:off x="5289962" y="21761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3" name="pt19763"/>
            <p:cNvSpPr/>
            <p:nvPr/>
          </p:nvSpPr>
          <p:spPr>
            <a:xfrm>
              <a:off x="5601159" y="19847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4" name="pt19764"/>
            <p:cNvSpPr/>
            <p:nvPr/>
          </p:nvSpPr>
          <p:spPr>
            <a:xfrm>
              <a:off x="5155518" y="28217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5" name="pt19765"/>
            <p:cNvSpPr/>
            <p:nvPr/>
          </p:nvSpPr>
          <p:spPr>
            <a:xfrm>
              <a:off x="5457785" y="21156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6" name="pt19766"/>
            <p:cNvSpPr/>
            <p:nvPr/>
          </p:nvSpPr>
          <p:spPr>
            <a:xfrm>
              <a:off x="5121249" y="24691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7" name="pt19767"/>
            <p:cNvSpPr/>
            <p:nvPr/>
          </p:nvSpPr>
          <p:spPr>
            <a:xfrm>
              <a:off x="5663881" y="19363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8" name="pt19768"/>
            <p:cNvSpPr/>
            <p:nvPr/>
          </p:nvSpPr>
          <p:spPr>
            <a:xfrm>
              <a:off x="4889691" y="27250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9" name="pt19769"/>
            <p:cNvSpPr/>
            <p:nvPr/>
          </p:nvSpPr>
          <p:spPr>
            <a:xfrm>
              <a:off x="5966593" y="1708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0" name="pt19770"/>
            <p:cNvSpPr/>
            <p:nvPr/>
          </p:nvSpPr>
          <p:spPr>
            <a:xfrm>
              <a:off x="5365172" y="224932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1" name="pt19771"/>
            <p:cNvSpPr/>
            <p:nvPr/>
          </p:nvSpPr>
          <p:spPr>
            <a:xfrm>
              <a:off x="5916822" y="170996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2" name="pt19772"/>
            <p:cNvSpPr/>
            <p:nvPr/>
          </p:nvSpPr>
          <p:spPr>
            <a:xfrm>
              <a:off x="5607333" y="19313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3" name="pt19773"/>
            <p:cNvSpPr/>
            <p:nvPr/>
          </p:nvSpPr>
          <p:spPr>
            <a:xfrm>
              <a:off x="5876811" y="17543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4" name="pt19774"/>
            <p:cNvSpPr/>
            <p:nvPr/>
          </p:nvSpPr>
          <p:spPr>
            <a:xfrm>
              <a:off x="5246703" y="21909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5" name="pt19775"/>
            <p:cNvSpPr/>
            <p:nvPr/>
          </p:nvSpPr>
          <p:spPr>
            <a:xfrm>
              <a:off x="5521097" y="20972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6" name="pt19776"/>
            <p:cNvSpPr/>
            <p:nvPr/>
          </p:nvSpPr>
          <p:spPr>
            <a:xfrm>
              <a:off x="5291088" y="21995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7" name="pt19777"/>
            <p:cNvSpPr/>
            <p:nvPr/>
          </p:nvSpPr>
          <p:spPr>
            <a:xfrm>
              <a:off x="5318918" y="21082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8" name="pt19778"/>
            <p:cNvSpPr/>
            <p:nvPr/>
          </p:nvSpPr>
          <p:spPr>
            <a:xfrm>
              <a:off x="5396352" y="20731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9" name="pt19779"/>
            <p:cNvSpPr/>
            <p:nvPr/>
          </p:nvSpPr>
          <p:spPr>
            <a:xfrm>
              <a:off x="5209039" y="22245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0" name="pt19780"/>
            <p:cNvSpPr/>
            <p:nvPr/>
          </p:nvSpPr>
          <p:spPr>
            <a:xfrm>
              <a:off x="5342613" y="20483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1" name="pt19781"/>
            <p:cNvSpPr/>
            <p:nvPr/>
          </p:nvSpPr>
          <p:spPr>
            <a:xfrm>
              <a:off x="5497927" y="23132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2" name="pt19782"/>
            <p:cNvSpPr/>
            <p:nvPr/>
          </p:nvSpPr>
          <p:spPr>
            <a:xfrm>
              <a:off x="5773661" y="1706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3" name="pt19783"/>
            <p:cNvSpPr/>
            <p:nvPr/>
          </p:nvSpPr>
          <p:spPr>
            <a:xfrm>
              <a:off x="5693376" y="2004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4" name="pt19784"/>
            <p:cNvSpPr/>
            <p:nvPr/>
          </p:nvSpPr>
          <p:spPr>
            <a:xfrm>
              <a:off x="5032694" y="21738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5" name="pt19785"/>
            <p:cNvSpPr/>
            <p:nvPr/>
          </p:nvSpPr>
          <p:spPr>
            <a:xfrm>
              <a:off x="5170043" y="259461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6" name="pt19786"/>
            <p:cNvSpPr/>
            <p:nvPr/>
          </p:nvSpPr>
          <p:spPr>
            <a:xfrm>
              <a:off x="5240123" y="209322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7" name="pt19787"/>
            <p:cNvSpPr/>
            <p:nvPr/>
          </p:nvSpPr>
          <p:spPr>
            <a:xfrm>
              <a:off x="5140356" y="26027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8" name="pt19788"/>
            <p:cNvSpPr/>
            <p:nvPr/>
          </p:nvSpPr>
          <p:spPr>
            <a:xfrm>
              <a:off x="4997931" y="26296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9" name="pt19789"/>
            <p:cNvSpPr/>
            <p:nvPr/>
          </p:nvSpPr>
          <p:spPr>
            <a:xfrm>
              <a:off x="5440388" y="22351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0" name="pt19790"/>
            <p:cNvSpPr/>
            <p:nvPr/>
          </p:nvSpPr>
          <p:spPr>
            <a:xfrm>
              <a:off x="5124980" y="25090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1" name="pt19791"/>
            <p:cNvSpPr/>
            <p:nvPr/>
          </p:nvSpPr>
          <p:spPr>
            <a:xfrm>
              <a:off x="5288327" y="21657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2" name="pt19792"/>
            <p:cNvSpPr/>
            <p:nvPr/>
          </p:nvSpPr>
          <p:spPr>
            <a:xfrm>
              <a:off x="5828861" y="197998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3" name="pt19793"/>
            <p:cNvSpPr/>
            <p:nvPr/>
          </p:nvSpPr>
          <p:spPr>
            <a:xfrm>
              <a:off x="5112615" y="20892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4" name="pt19794"/>
            <p:cNvSpPr/>
            <p:nvPr/>
          </p:nvSpPr>
          <p:spPr>
            <a:xfrm>
              <a:off x="5206378" y="23254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5" name="pt19795"/>
            <p:cNvSpPr/>
            <p:nvPr/>
          </p:nvSpPr>
          <p:spPr>
            <a:xfrm>
              <a:off x="5127043" y="24780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6" name="pt19796"/>
            <p:cNvSpPr/>
            <p:nvPr/>
          </p:nvSpPr>
          <p:spPr>
            <a:xfrm>
              <a:off x="5160275" y="24336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7" name="pt19797"/>
            <p:cNvSpPr/>
            <p:nvPr/>
          </p:nvSpPr>
          <p:spPr>
            <a:xfrm>
              <a:off x="5294524" y="199065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8" name="pt19798"/>
            <p:cNvSpPr/>
            <p:nvPr/>
          </p:nvSpPr>
          <p:spPr>
            <a:xfrm>
              <a:off x="5196351" y="22431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9" name="pt19799"/>
            <p:cNvSpPr/>
            <p:nvPr/>
          </p:nvSpPr>
          <p:spPr>
            <a:xfrm>
              <a:off x="5601185" y="22047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0" name="pt19800"/>
            <p:cNvSpPr/>
            <p:nvPr/>
          </p:nvSpPr>
          <p:spPr>
            <a:xfrm>
              <a:off x="5754090" y="195540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1" name="pt19801"/>
            <p:cNvSpPr/>
            <p:nvPr/>
          </p:nvSpPr>
          <p:spPr>
            <a:xfrm>
              <a:off x="5383684" y="22712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2" name="pt19802"/>
            <p:cNvSpPr/>
            <p:nvPr/>
          </p:nvSpPr>
          <p:spPr>
            <a:xfrm>
              <a:off x="5726564" y="17972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3" name="pt19803"/>
            <p:cNvSpPr/>
            <p:nvPr/>
          </p:nvSpPr>
          <p:spPr>
            <a:xfrm>
              <a:off x="5220148" y="21806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4" name="pt19804"/>
            <p:cNvSpPr/>
            <p:nvPr/>
          </p:nvSpPr>
          <p:spPr>
            <a:xfrm>
              <a:off x="5510597" y="22464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5" name="pt19805"/>
            <p:cNvSpPr/>
            <p:nvPr/>
          </p:nvSpPr>
          <p:spPr>
            <a:xfrm>
              <a:off x="5507963" y="22015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6" name="pt19806"/>
            <p:cNvSpPr/>
            <p:nvPr/>
          </p:nvSpPr>
          <p:spPr>
            <a:xfrm>
              <a:off x="5111520" y="215433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7" name="pt19807"/>
            <p:cNvSpPr/>
            <p:nvPr/>
          </p:nvSpPr>
          <p:spPr>
            <a:xfrm>
              <a:off x="5600166" y="19968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8" name="pt19808"/>
            <p:cNvSpPr/>
            <p:nvPr/>
          </p:nvSpPr>
          <p:spPr>
            <a:xfrm>
              <a:off x="5421889" y="22403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9" name="pt19809"/>
            <p:cNvSpPr/>
            <p:nvPr/>
          </p:nvSpPr>
          <p:spPr>
            <a:xfrm>
              <a:off x="5139825" y="25777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0" name="pt19810"/>
            <p:cNvSpPr/>
            <p:nvPr/>
          </p:nvSpPr>
          <p:spPr>
            <a:xfrm>
              <a:off x="5407035" y="22959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1" name="pt19811"/>
            <p:cNvSpPr/>
            <p:nvPr/>
          </p:nvSpPr>
          <p:spPr>
            <a:xfrm>
              <a:off x="5236828" y="20978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2" name="pt19812"/>
            <p:cNvSpPr/>
            <p:nvPr/>
          </p:nvSpPr>
          <p:spPr>
            <a:xfrm>
              <a:off x="5366651" y="22283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3" name="pt19813"/>
            <p:cNvSpPr/>
            <p:nvPr/>
          </p:nvSpPr>
          <p:spPr>
            <a:xfrm>
              <a:off x="5478637" y="17074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4" name="pt19814"/>
            <p:cNvSpPr/>
            <p:nvPr/>
          </p:nvSpPr>
          <p:spPr>
            <a:xfrm>
              <a:off x="5105638" y="22408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5" name="pt19815"/>
            <p:cNvSpPr/>
            <p:nvPr/>
          </p:nvSpPr>
          <p:spPr>
            <a:xfrm>
              <a:off x="5298347" y="21294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6" name="pt19816"/>
            <p:cNvSpPr/>
            <p:nvPr/>
          </p:nvSpPr>
          <p:spPr>
            <a:xfrm>
              <a:off x="5294440" y="21682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7" name="pt19817"/>
            <p:cNvSpPr/>
            <p:nvPr/>
          </p:nvSpPr>
          <p:spPr>
            <a:xfrm>
              <a:off x="5641188" y="20481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8" name="pt19818"/>
            <p:cNvSpPr/>
            <p:nvPr/>
          </p:nvSpPr>
          <p:spPr>
            <a:xfrm>
              <a:off x="5670778" y="183842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9" name="pt19819"/>
            <p:cNvSpPr/>
            <p:nvPr/>
          </p:nvSpPr>
          <p:spPr>
            <a:xfrm>
              <a:off x="4931195" y="22350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0" name="pt19820"/>
            <p:cNvSpPr/>
            <p:nvPr/>
          </p:nvSpPr>
          <p:spPr>
            <a:xfrm>
              <a:off x="5419042" y="22013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1" name="pt19821"/>
            <p:cNvSpPr/>
            <p:nvPr/>
          </p:nvSpPr>
          <p:spPr>
            <a:xfrm>
              <a:off x="5273470" y="214547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2" name="pt19822"/>
            <p:cNvSpPr/>
            <p:nvPr/>
          </p:nvSpPr>
          <p:spPr>
            <a:xfrm>
              <a:off x="5563431" y="21407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3" name="pt19823"/>
            <p:cNvSpPr/>
            <p:nvPr/>
          </p:nvSpPr>
          <p:spPr>
            <a:xfrm>
              <a:off x="5605384" y="21142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4" name="pt19824"/>
            <p:cNvSpPr/>
            <p:nvPr/>
          </p:nvSpPr>
          <p:spPr>
            <a:xfrm>
              <a:off x="5640747" y="20879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5" name="pt19825"/>
            <p:cNvSpPr/>
            <p:nvPr/>
          </p:nvSpPr>
          <p:spPr>
            <a:xfrm>
              <a:off x="5987367" y="19780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6" name="pt19826"/>
            <p:cNvSpPr/>
            <p:nvPr/>
          </p:nvSpPr>
          <p:spPr>
            <a:xfrm>
              <a:off x="5123306" y="272574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7" name="pt19827"/>
            <p:cNvSpPr/>
            <p:nvPr/>
          </p:nvSpPr>
          <p:spPr>
            <a:xfrm>
              <a:off x="5646750" y="21451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8" name="pt19828"/>
            <p:cNvSpPr/>
            <p:nvPr/>
          </p:nvSpPr>
          <p:spPr>
            <a:xfrm>
              <a:off x="5359355" y="22792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9" name="pt19829"/>
            <p:cNvSpPr/>
            <p:nvPr/>
          </p:nvSpPr>
          <p:spPr>
            <a:xfrm>
              <a:off x="5508365" y="22938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0" name="pt19830"/>
            <p:cNvSpPr/>
            <p:nvPr/>
          </p:nvSpPr>
          <p:spPr>
            <a:xfrm>
              <a:off x="5728766" y="18800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1" name="pt19831"/>
            <p:cNvSpPr/>
            <p:nvPr/>
          </p:nvSpPr>
          <p:spPr>
            <a:xfrm>
              <a:off x="4751126" y="24456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2" name="pt19832"/>
            <p:cNvSpPr/>
            <p:nvPr/>
          </p:nvSpPr>
          <p:spPr>
            <a:xfrm>
              <a:off x="5522019" y="21588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3" name="pt19833"/>
            <p:cNvSpPr/>
            <p:nvPr/>
          </p:nvSpPr>
          <p:spPr>
            <a:xfrm>
              <a:off x="5080374" y="26663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4" name="pt19834"/>
            <p:cNvSpPr/>
            <p:nvPr/>
          </p:nvSpPr>
          <p:spPr>
            <a:xfrm>
              <a:off x="5656598" y="20536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5" name="pt19835"/>
            <p:cNvSpPr/>
            <p:nvPr/>
          </p:nvSpPr>
          <p:spPr>
            <a:xfrm>
              <a:off x="5707123" y="209692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6" name="pt19836"/>
            <p:cNvSpPr/>
            <p:nvPr/>
          </p:nvSpPr>
          <p:spPr>
            <a:xfrm>
              <a:off x="5388403" y="207599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7" name="pt19837"/>
            <p:cNvSpPr/>
            <p:nvPr/>
          </p:nvSpPr>
          <p:spPr>
            <a:xfrm>
              <a:off x="5652210" y="20831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8" name="pt19838"/>
            <p:cNvSpPr/>
            <p:nvPr/>
          </p:nvSpPr>
          <p:spPr>
            <a:xfrm>
              <a:off x="5080434" y="22836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9" name="pt19839"/>
            <p:cNvSpPr/>
            <p:nvPr/>
          </p:nvSpPr>
          <p:spPr>
            <a:xfrm>
              <a:off x="5659823" y="21227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0" name="pt19840"/>
            <p:cNvSpPr/>
            <p:nvPr/>
          </p:nvSpPr>
          <p:spPr>
            <a:xfrm>
              <a:off x="5681412" y="18378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1" name="pt19841"/>
            <p:cNvSpPr/>
            <p:nvPr/>
          </p:nvSpPr>
          <p:spPr>
            <a:xfrm>
              <a:off x="5208644" y="22275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2" name="pt19842"/>
            <p:cNvSpPr/>
            <p:nvPr/>
          </p:nvSpPr>
          <p:spPr>
            <a:xfrm>
              <a:off x="5366855" y="22432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3" name="pt19843"/>
            <p:cNvSpPr/>
            <p:nvPr/>
          </p:nvSpPr>
          <p:spPr>
            <a:xfrm>
              <a:off x="5172285" y="261463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4" name="pt19844"/>
            <p:cNvSpPr/>
            <p:nvPr/>
          </p:nvSpPr>
          <p:spPr>
            <a:xfrm>
              <a:off x="5432896" y="218839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5" name="pt19845"/>
            <p:cNvSpPr/>
            <p:nvPr/>
          </p:nvSpPr>
          <p:spPr>
            <a:xfrm>
              <a:off x="5333687" y="21020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6" name="pt19846"/>
            <p:cNvSpPr/>
            <p:nvPr/>
          </p:nvSpPr>
          <p:spPr>
            <a:xfrm>
              <a:off x="5052243" y="21954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7" name="pt19847"/>
            <p:cNvSpPr/>
            <p:nvPr/>
          </p:nvSpPr>
          <p:spPr>
            <a:xfrm>
              <a:off x="5799739" y="18485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8" name="pt19848"/>
            <p:cNvSpPr/>
            <p:nvPr/>
          </p:nvSpPr>
          <p:spPr>
            <a:xfrm>
              <a:off x="5593375" y="22321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9" name="pt19849"/>
            <p:cNvSpPr/>
            <p:nvPr/>
          </p:nvSpPr>
          <p:spPr>
            <a:xfrm>
              <a:off x="5394178" y="216881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0" name="pt19850"/>
            <p:cNvSpPr/>
            <p:nvPr/>
          </p:nvSpPr>
          <p:spPr>
            <a:xfrm>
              <a:off x="5476824" y="191867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1" name="pt19851"/>
            <p:cNvSpPr/>
            <p:nvPr/>
          </p:nvSpPr>
          <p:spPr>
            <a:xfrm>
              <a:off x="5515449" y="219360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2" name="pt19852"/>
            <p:cNvSpPr/>
            <p:nvPr/>
          </p:nvSpPr>
          <p:spPr>
            <a:xfrm>
              <a:off x="5599822" y="220454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3" name="pt19853"/>
            <p:cNvSpPr/>
            <p:nvPr/>
          </p:nvSpPr>
          <p:spPr>
            <a:xfrm>
              <a:off x="5009780" y="25837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4" name="pt19854"/>
            <p:cNvSpPr/>
            <p:nvPr/>
          </p:nvSpPr>
          <p:spPr>
            <a:xfrm>
              <a:off x="5534247" y="22189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5" name="pt19855"/>
            <p:cNvSpPr/>
            <p:nvPr/>
          </p:nvSpPr>
          <p:spPr>
            <a:xfrm>
              <a:off x="5321191" y="21970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6" name="pt19856"/>
            <p:cNvSpPr/>
            <p:nvPr/>
          </p:nvSpPr>
          <p:spPr>
            <a:xfrm>
              <a:off x="5189729" y="217767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7" name="pt19857"/>
            <p:cNvSpPr/>
            <p:nvPr/>
          </p:nvSpPr>
          <p:spPr>
            <a:xfrm>
              <a:off x="5053275" y="24532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8" name="pt19858"/>
            <p:cNvSpPr/>
            <p:nvPr/>
          </p:nvSpPr>
          <p:spPr>
            <a:xfrm>
              <a:off x="5371732" y="22828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9" name="pt19859"/>
            <p:cNvSpPr/>
            <p:nvPr/>
          </p:nvSpPr>
          <p:spPr>
            <a:xfrm>
              <a:off x="5686100" y="17649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0" name="pt19860"/>
            <p:cNvSpPr/>
            <p:nvPr/>
          </p:nvSpPr>
          <p:spPr>
            <a:xfrm>
              <a:off x="5053079" y="222838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1" name="pt19861"/>
            <p:cNvSpPr/>
            <p:nvPr/>
          </p:nvSpPr>
          <p:spPr>
            <a:xfrm>
              <a:off x="5169319" y="275535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2" name="pt19862"/>
            <p:cNvSpPr/>
            <p:nvPr/>
          </p:nvSpPr>
          <p:spPr>
            <a:xfrm>
              <a:off x="5238691" y="20880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3" name="pt19863"/>
            <p:cNvSpPr/>
            <p:nvPr/>
          </p:nvSpPr>
          <p:spPr>
            <a:xfrm>
              <a:off x="5316330" y="21051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4" name="pt19864"/>
            <p:cNvSpPr/>
            <p:nvPr/>
          </p:nvSpPr>
          <p:spPr>
            <a:xfrm>
              <a:off x="5514057" y="21706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5" name="pt19865"/>
            <p:cNvSpPr/>
            <p:nvPr/>
          </p:nvSpPr>
          <p:spPr>
            <a:xfrm>
              <a:off x="5946604" y="162855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6" name="pt19866"/>
            <p:cNvSpPr/>
            <p:nvPr/>
          </p:nvSpPr>
          <p:spPr>
            <a:xfrm>
              <a:off x="5574096" y="22843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7" name="pt19867"/>
            <p:cNvSpPr/>
            <p:nvPr/>
          </p:nvSpPr>
          <p:spPr>
            <a:xfrm>
              <a:off x="5712228" y="21572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8" name="pt19868"/>
            <p:cNvSpPr/>
            <p:nvPr/>
          </p:nvSpPr>
          <p:spPr>
            <a:xfrm>
              <a:off x="5088008" y="24677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9" name="pt19869"/>
            <p:cNvSpPr/>
            <p:nvPr/>
          </p:nvSpPr>
          <p:spPr>
            <a:xfrm>
              <a:off x="5724610" y="20422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0" name="pt19870"/>
            <p:cNvSpPr/>
            <p:nvPr/>
          </p:nvSpPr>
          <p:spPr>
            <a:xfrm>
              <a:off x="5540567" y="21379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1" name="pt19871"/>
            <p:cNvSpPr/>
            <p:nvPr/>
          </p:nvSpPr>
          <p:spPr>
            <a:xfrm>
              <a:off x="5322098" y="211212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2" name="pt19872"/>
            <p:cNvSpPr/>
            <p:nvPr/>
          </p:nvSpPr>
          <p:spPr>
            <a:xfrm>
              <a:off x="5108195" y="167524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3" name="pt19873"/>
            <p:cNvSpPr/>
            <p:nvPr/>
          </p:nvSpPr>
          <p:spPr>
            <a:xfrm>
              <a:off x="4864253" y="219224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4" name="pt19874"/>
            <p:cNvSpPr/>
            <p:nvPr/>
          </p:nvSpPr>
          <p:spPr>
            <a:xfrm>
              <a:off x="5553931" y="23449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5" name="pt19875"/>
            <p:cNvSpPr/>
            <p:nvPr/>
          </p:nvSpPr>
          <p:spPr>
            <a:xfrm>
              <a:off x="5054018" y="228070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6" name="pt19876"/>
            <p:cNvSpPr/>
            <p:nvPr/>
          </p:nvSpPr>
          <p:spPr>
            <a:xfrm>
              <a:off x="5751577" y="18992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7" name="pt19877"/>
            <p:cNvSpPr/>
            <p:nvPr/>
          </p:nvSpPr>
          <p:spPr>
            <a:xfrm>
              <a:off x="5579693" y="23467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8" name="pt19878"/>
            <p:cNvSpPr/>
            <p:nvPr/>
          </p:nvSpPr>
          <p:spPr>
            <a:xfrm>
              <a:off x="5382529" y="223623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9" name="pt19879"/>
            <p:cNvSpPr/>
            <p:nvPr/>
          </p:nvSpPr>
          <p:spPr>
            <a:xfrm>
              <a:off x="5257434" y="216490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0" name="pt19880"/>
            <p:cNvSpPr/>
            <p:nvPr/>
          </p:nvSpPr>
          <p:spPr>
            <a:xfrm>
              <a:off x="5342578" y="221381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1" name="pt19881"/>
            <p:cNvSpPr/>
            <p:nvPr/>
          </p:nvSpPr>
          <p:spPr>
            <a:xfrm>
              <a:off x="5577728" y="23069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2" name="pt19882"/>
            <p:cNvSpPr/>
            <p:nvPr/>
          </p:nvSpPr>
          <p:spPr>
            <a:xfrm>
              <a:off x="5579381" y="22460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3" name="pt19883"/>
            <p:cNvSpPr/>
            <p:nvPr/>
          </p:nvSpPr>
          <p:spPr>
            <a:xfrm>
              <a:off x="4964955" y="213478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4" name="pt19884"/>
            <p:cNvSpPr/>
            <p:nvPr/>
          </p:nvSpPr>
          <p:spPr>
            <a:xfrm>
              <a:off x="5026438" y="22078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5" name="pt19885"/>
            <p:cNvSpPr/>
            <p:nvPr/>
          </p:nvSpPr>
          <p:spPr>
            <a:xfrm>
              <a:off x="4917712" y="28800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6" name="pt19886"/>
            <p:cNvSpPr/>
            <p:nvPr/>
          </p:nvSpPr>
          <p:spPr>
            <a:xfrm>
              <a:off x="5506629" y="215876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7" name="pt19887"/>
            <p:cNvSpPr/>
            <p:nvPr/>
          </p:nvSpPr>
          <p:spPr>
            <a:xfrm>
              <a:off x="5115181" y="22768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8" name="pt19888"/>
            <p:cNvSpPr/>
            <p:nvPr/>
          </p:nvSpPr>
          <p:spPr>
            <a:xfrm>
              <a:off x="5259081" y="231725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9" name="pt19889"/>
            <p:cNvSpPr/>
            <p:nvPr/>
          </p:nvSpPr>
          <p:spPr>
            <a:xfrm>
              <a:off x="5644771" y="21062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0" name="pt19890"/>
            <p:cNvSpPr/>
            <p:nvPr/>
          </p:nvSpPr>
          <p:spPr>
            <a:xfrm>
              <a:off x="4682719" y="259240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1" name="pt19891"/>
            <p:cNvSpPr/>
            <p:nvPr/>
          </p:nvSpPr>
          <p:spPr>
            <a:xfrm>
              <a:off x="5639265" y="21067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2" name="pt19892"/>
            <p:cNvSpPr/>
            <p:nvPr/>
          </p:nvSpPr>
          <p:spPr>
            <a:xfrm>
              <a:off x="5550198" y="2169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3" name="pt19893"/>
            <p:cNvSpPr/>
            <p:nvPr/>
          </p:nvSpPr>
          <p:spPr>
            <a:xfrm>
              <a:off x="5096343" y="24093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4" name="pt19894"/>
            <p:cNvSpPr/>
            <p:nvPr/>
          </p:nvSpPr>
          <p:spPr>
            <a:xfrm>
              <a:off x="5728116" y="177809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5" name="pt19895"/>
            <p:cNvSpPr/>
            <p:nvPr/>
          </p:nvSpPr>
          <p:spPr>
            <a:xfrm>
              <a:off x="5053783" y="229904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6" name="pt19896"/>
            <p:cNvSpPr/>
            <p:nvPr/>
          </p:nvSpPr>
          <p:spPr>
            <a:xfrm>
              <a:off x="5054792" y="226227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7" name="pt19897"/>
            <p:cNvSpPr/>
            <p:nvPr/>
          </p:nvSpPr>
          <p:spPr>
            <a:xfrm>
              <a:off x="5474466" y="19847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8" name="pt19898"/>
            <p:cNvSpPr/>
            <p:nvPr/>
          </p:nvSpPr>
          <p:spPr>
            <a:xfrm>
              <a:off x="5412917" y="214392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9" name="pt19899"/>
            <p:cNvSpPr/>
            <p:nvPr/>
          </p:nvSpPr>
          <p:spPr>
            <a:xfrm>
              <a:off x="5309448" y="200217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0" name="pt19900"/>
            <p:cNvSpPr/>
            <p:nvPr/>
          </p:nvSpPr>
          <p:spPr>
            <a:xfrm>
              <a:off x="5411774" y="21635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1" name="pt19901"/>
            <p:cNvSpPr/>
            <p:nvPr/>
          </p:nvSpPr>
          <p:spPr>
            <a:xfrm>
              <a:off x="5415041" y="21349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2" name="pt19902"/>
            <p:cNvSpPr/>
            <p:nvPr/>
          </p:nvSpPr>
          <p:spPr>
            <a:xfrm>
              <a:off x="5369209" y="22741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3" name="pt19903"/>
            <p:cNvSpPr/>
            <p:nvPr/>
          </p:nvSpPr>
          <p:spPr>
            <a:xfrm>
              <a:off x="5856105" y="178626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4" name="pt19904"/>
            <p:cNvSpPr/>
            <p:nvPr/>
          </p:nvSpPr>
          <p:spPr>
            <a:xfrm>
              <a:off x="5318095" y="213774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5" name="pt19905"/>
            <p:cNvSpPr/>
            <p:nvPr/>
          </p:nvSpPr>
          <p:spPr>
            <a:xfrm>
              <a:off x="5304817" y="19834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6" name="pt19906"/>
            <p:cNvSpPr/>
            <p:nvPr/>
          </p:nvSpPr>
          <p:spPr>
            <a:xfrm>
              <a:off x="5471299" y="196011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7" name="pt19907"/>
            <p:cNvSpPr/>
            <p:nvPr/>
          </p:nvSpPr>
          <p:spPr>
            <a:xfrm>
              <a:off x="5374014" y="22106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8" name="pt19908"/>
            <p:cNvSpPr/>
            <p:nvPr/>
          </p:nvSpPr>
          <p:spPr>
            <a:xfrm>
              <a:off x="5592241" y="212979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9" name="pt19909"/>
            <p:cNvSpPr/>
            <p:nvPr/>
          </p:nvSpPr>
          <p:spPr>
            <a:xfrm>
              <a:off x="5111091" y="223140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0" name="pt19910"/>
            <p:cNvSpPr/>
            <p:nvPr/>
          </p:nvSpPr>
          <p:spPr>
            <a:xfrm>
              <a:off x="5606773" y="191021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1" name="pt19911"/>
            <p:cNvSpPr/>
            <p:nvPr/>
          </p:nvSpPr>
          <p:spPr>
            <a:xfrm>
              <a:off x="5328351" y="21876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2" name="pt19912"/>
            <p:cNvSpPr/>
            <p:nvPr/>
          </p:nvSpPr>
          <p:spPr>
            <a:xfrm>
              <a:off x="5383449" y="22819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3" name="pt19913"/>
            <p:cNvSpPr/>
            <p:nvPr/>
          </p:nvSpPr>
          <p:spPr>
            <a:xfrm>
              <a:off x="5031179" y="20324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4" name="pt19914"/>
            <p:cNvSpPr/>
            <p:nvPr/>
          </p:nvSpPr>
          <p:spPr>
            <a:xfrm>
              <a:off x="5271576" y="2136560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5" name="pt19915"/>
            <p:cNvSpPr/>
            <p:nvPr/>
          </p:nvSpPr>
          <p:spPr>
            <a:xfrm>
              <a:off x="5405451" y="195936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6" name="pt19916"/>
            <p:cNvSpPr/>
            <p:nvPr/>
          </p:nvSpPr>
          <p:spPr>
            <a:xfrm>
              <a:off x="5136693" y="272461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7" name="pt19917"/>
            <p:cNvSpPr/>
            <p:nvPr/>
          </p:nvSpPr>
          <p:spPr>
            <a:xfrm>
              <a:off x="4752735" y="214199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8" name="pt19918"/>
            <p:cNvSpPr/>
            <p:nvPr/>
          </p:nvSpPr>
          <p:spPr>
            <a:xfrm>
              <a:off x="5152456" y="26685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9" name="pt19919"/>
            <p:cNvSpPr/>
            <p:nvPr/>
          </p:nvSpPr>
          <p:spPr>
            <a:xfrm>
              <a:off x="5705935" y="187350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0" name="pt19920"/>
            <p:cNvSpPr/>
            <p:nvPr/>
          </p:nvSpPr>
          <p:spPr>
            <a:xfrm>
              <a:off x="5759369" y="19235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1" name="pt19921"/>
            <p:cNvSpPr/>
            <p:nvPr/>
          </p:nvSpPr>
          <p:spPr>
            <a:xfrm>
              <a:off x="5411771" y="21671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2" name="pt19922"/>
            <p:cNvSpPr/>
            <p:nvPr/>
          </p:nvSpPr>
          <p:spPr>
            <a:xfrm>
              <a:off x="5106895" y="209159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3" name="pt19923"/>
            <p:cNvSpPr/>
            <p:nvPr/>
          </p:nvSpPr>
          <p:spPr>
            <a:xfrm>
              <a:off x="5250324" y="178925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4" name="pt19924"/>
            <p:cNvSpPr/>
            <p:nvPr/>
          </p:nvSpPr>
          <p:spPr>
            <a:xfrm>
              <a:off x="5794719" y="180671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5" name="pt19925"/>
            <p:cNvSpPr/>
            <p:nvPr/>
          </p:nvSpPr>
          <p:spPr>
            <a:xfrm>
              <a:off x="5614860" y="209822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6" name="pt19926"/>
            <p:cNvSpPr/>
            <p:nvPr/>
          </p:nvSpPr>
          <p:spPr>
            <a:xfrm>
              <a:off x="5772033" y="208283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7" name="pt19927"/>
            <p:cNvSpPr/>
            <p:nvPr/>
          </p:nvSpPr>
          <p:spPr>
            <a:xfrm>
              <a:off x="5083762" y="2668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8" name="pt19928"/>
            <p:cNvSpPr/>
            <p:nvPr/>
          </p:nvSpPr>
          <p:spPr>
            <a:xfrm>
              <a:off x="5418171" y="214144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9" name="pt19929"/>
            <p:cNvSpPr/>
            <p:nvPr/>
          </p:nvSpPr>
          <p:spPr>
            <a:xfrm>
              <a:off x="5586725" y="225676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0" name="pt19930"/>
            <p:cNvSpPr/>
            <p:nvPr/>
          </p:nvSpPr>
          <p:spPr>
            <a:xfrm>
              <a:off x="5103479" y="224810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1" name="pt19931"/>
            <p:cNvSpPr/>
            <p:nvPr/>
          </p:nvSpPr>
          <p:spPr>
            <a:xfrm>
              <a:off x="5439168" y="225787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2" name="pt19932"/>
            <p:cNvSpPr/>
            <p:nvPr/>
          </p:nvSpPr>
          <p:spPr>
            <a:xfrm>
              <a:off x="5997932" y="208683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3" name="pt19933"/>
            <p:cNvSpPr/>
            <p:nvPr/>
          </p:nvSpPr>
          <p:spPr>
            <a:xfrm>
              <a:off x="5588747" y="232705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4" name="pt19934"/>
            <p:cNvSpPr/>
            <p:nvPr/>
          </p:nvSpPr>
          <p:spPr>
            <a:xfrm>
              <a:off x="5654824" y="197857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5" name="pt19935"/>
            <p:cNvSpPr/>
            <p:nvPr/>
          </p:nvSpPr>
          <p:spPr>
            <a:xfrm>
              <a:off x="5601359" y="211496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6" name="pt19936"/>
            <p:cNvSpPr/>
            <p:nvPr/>
          </p:nvSpPr>
          <p:spPr>
            <a:xfrm>
              <a:off x="5168089" y="28195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7" name="pt19937"/>
            <p:cNvSpPr/>
            <p:nvPr/>
          </p:nvSpPr>
          <p:spPr>
            <a:xfrm>
              <a:off x="5286191" y="230297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8" name="pt19938"/>
            <p:cNvSpPr/>
            <p:nvPr/>
          </p:nvSpPr>
          <p:spPr>
            <a:xfrm>
              <a:off x="5531648" y="220032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9" name="pt19939"/>
            <p:cNvSpPr/>
            <p:nvPr/>
          </p:nvSpPr>
          <p:spPr>
            <a:xfrm>
              <a:off x="5650400" y="2037812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0" name="pt19940"/>
            <p:cNvSpPr/>
            <p:nvPr/>
          </p:nvSpPr>
          <p:spPr>
            <a:xfrm>
              <a:off x="5199056" y="228317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1" name="pt19941"/>
            <p:cNvSpPr/>
            <p:nvPr/>
          </p:nvSpPr>
          <p:spPr>
            <a:xfrm>
              <a:off x="5547576" y="2148064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2" name="pt19942"/>
            <p:cNvSpPr/>
            <p:nvPr/>
          </p:nvSpPr>
          <p:spPr>
            <a:xfrm>
              <a:off x="5199636" y="252643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3" name="pt19943"/>
            <p:cNvSpPr/>
            <p:nvPr/>
          </p:nvSpPr>
          <p:spPr>
            <a:xfrm>
              <a:off x="5603383" y="1936845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4" name="pt19944"/>
            <p:cNvSpPr/>
            <p:nvPr/>
          </p:nvSpPr>
          <p:spPr>
            <a:xfrm>
              <a:off x="5654783" y="201138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5" name="pt19945"/>
            <p:cNvSpPr/>
            <p:nvPr/>
          </p:nvSpPr>
          <p:spPr>
            <a:xfrm>
              <a:off x="5424357" y="210913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6" name="pt19946"/>
            <p:cNvSpPr/>
            <p:nvPr/>
          </p:nvSpPr>
          <p:spPr>
            <a:xfrm>
              <a:off x="5536527" y="2190751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7" name="pt19947"/>
            <p:cNvSpPr/>
            <p:nvPr/>
          </p:nvSpPr>
          <p:spPr>
            <a:xfrm>
              <a:off x="5048351" y="2126296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8" name="pt19948"/>
            <p:cNvSpPr/>
            <p:nvPr/>
          </p:nvSpPr>
          <p:spPr>
            <a:xfrm>
              <a:off x="5464201" y="1943878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9" name="pt19949"/>
            <p:cNvSpPr/>
            <p:nvPr/>
          </p:nvSpPr>
          <p:spPr>
            <a:xfrm>
              <a:off x="4994345" y="250738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0" name="pt19950"/>
            <p:cNvSpPr/>
            <p:nvPr/>
          </p:nvSpPr>
          <p:spPr>
            <a:xfrm>
              <a:off x="5359054" y="2044589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1" name="pt19951"/>
            <p:cNvSpPr/>
            <p:nvPr/>
          </p:nvSpPr>
          <p:spPr>
            <a:xfrm>
              <a:off x="5549071" y="221886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2" name="pt19952"/>
            <p:cNvSpPr/>
            <p:nvPr/>
          </p:nvSpPr>
          <p:spPr>
            <a:xfrm>
              <a:off x="5782897" y="1884463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3" name="pt19953"/>
            <p:cNvSpPr/>
            <p:nvPr/>
          </p:nvSpPr>
          <p:spPr>
            <a:xfrm>
              <a:off x="5270273" y="2226287"/>
              <a:ext cx="17667" cy="17667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8181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4" name="pl19954"/>
            <p:cNvSpPr/>
            <p:nvPr/>
          </p:nvSpPr>
          <p:spPr>
            <a:xfrm>
              <a:off x="4528874" y="1876575"/>
              <a:ext cx="1666175" cy="738773"/>
            </a:xfrm>
            <a:custGeom>
              <a:avLst/>
              <a:pathLst>
                <a:path w="1666175" h="738773">
                  <a:moveTo>
                    <a:pt x="0" y="738773"/>
                  </a:moveTo>
                  <a:lnTo>
                    <a:pt x="21090" y="729579"/>
                  </a:lnTo>
                  <a:lnTo>
                    <a:pt x="42181" y="720402"/>
                  </a:lnTo>
                  <a:lnTo>
                    <a:pt x="63272" y="711257"/>
                  </a:lnTo>
                  <a:lnTo>
                    <a:pt x="84363" y="702160"/>
                  </a:lnTo>
                  <a:lnTo>
                    <a:pt x="105454" y="693129"/>
                  </a:lnTo>
                  <a:lnTo>
                    <a:pt x="126544" y="684179"/>
                  </a:lnTo>
                  <a:lnTo>
                    <a:pt x="147635" y="675326"/>
                  </a:lnTo>
                  <a:lnTo>
                    <a:pt x="168726" y="666586"/>
                  </a:lnTo>
                  <a:lnTo>
                    <a:pt x="189817" y="657977"/>
                  </a:lnTo>
                  <a:lnTo>
                    <a:pt x="210908" y="649514"/>
                  </a:lnTo>
                  <a:lnTo>
                    <a:pt x="231999" y="641213"/>
                  </a:lnTo>
                  <a:lnTo>
                    <a:pt x="253089" y="633090"/>
                  </a:lnTo>
                  <a:lnTo>
                    <a:pt x="274180" y="625162"/>
                  </a:lnTo>
                  <a:lnTo>
                    <a:pt x="295271" y="617446"/>
                  </a:lnTo>
                  <a:lnTo>
                    <a:pt x="316362" y="609956"/>
                  </a:lnTo>
                  <a:lnTo>
                    <a:pt x="337453" y="602710"/>
                  </a:lnTo>
                  <a:lnTo>
                    <a:pt x="358544" y="595724"/>
                  </a:lnTo>
                  <a:lnTo>
                    <a:pt x="379634" y="589013"/>
                  </a:lnTo>
                  <a:lnTo>
                    <a:pt x="400725" y="582595"/>
                  </a:lnTo>
                  <a:lnTo>
                    <a:pt x="421816" y="576485"/>
                  </a:lnTo>
                  <a:lnTo>
                    <a:pt x="442907" y="570700"/>
                  </a:lnTo>
                  <a:lnTo>
                    <a:pt x="463998" y="565255"/>
                  </a:lnTo>
                  <a:lnTo>
                    <a:pt x="485089" y="560168"/>
                  </a:lnTo>
                  <a:lnTo>
                    <a:pt x="506179" y="555454"/>
                  </a:lnTo>
                  <a:lnTo>
                    <a:pt x="527270" y="551129"/>
                  </a:lnTo>
                  <a:lnTo>
                    <a:pt x="548361" y="547210"/>
                  </a:lnTo>
                  <a:lnTo>
                    <a:pt x="569452" y="543713"/>
                  </a:lnTo>
                  <a:lnTo>
                    <a:pt x="590543" y="540655"/>
                  </a:lnTo>
                  <a:lnTo>
                    <a:pt x="611634" y="537859"/>
                  </a:lnTo>
                  <a:lnTo>
                    <a:pt x="632724" y="533039"/>
                  </a:lnTo>
                  <a:lnTo>
                    <a:pt x="653815" y="522600"/>
                  </a:lnTo>
                  <a:lnTo>
                    <a:pt x="674906" y="502925"/>
                  </a:lnTo>
                  <a:lnTo>
                    <a:pt x="695997" y="470398"/>
                  </a:lnTo>
                  <a:lnTo>
                    <a:pt x="717088" y="421420"/>
                  </a:lnTo>
                  <a:lnTo>
                    <a:pt x="738179" y="357699"/>
                  </a:lnTo>
                  <a:lnTo>
                    <a:pt x="759269" y="294093"/>
                  </a:lnTo>
                  <a:lnTo>
                    <a:pt x="780360" y="247462"/>
                  </a:lnTo>
                  <a:lnTo>
                    <a:pt x="801451" y="234664"/>
                  </a:lnTo>
                  <a:lnTo>
                    <a:pt x="822542" y="266993"/>
                  </a:lnTo>
                  <a:lnTo>
                    <a:pt x="843633" y="322702"/>
                  </a:lnTo>
                  <a:lnTo>
                    <a:pt x="864724" y="367893"/>
                  </a:lnTo>
                  <a:lnTo>
                    <a:pt x="885814" y="368882"/>
                  </a:lnTo>
                  <a:lnTo>
                    <a:pt x="906905" y="317240"/>
                  </a:lnTo>
                  <a:lnTo>
                    <a:pt x="927996" y="252264"/>
                  </a:lnTo>
                  <a:lnTo>
                    <a:pt x="949087" y="218529"/>
                  </a:lnTo>
                  <a:lnTo>
                    <a:pt x="970178" y="241279"/>
                  </a:lnTo>
                  <a:lnTo>
                    <a:pt x="991268" y="292850"/>
                  </a:lnTo>
                  <a:lnTo>
                    <a:pt x="1012359" y="336602"/>
                  </a:lnTo>
                  <a:lnTo>
                    <a:pt x="1033450" y="339359"/>
                  </a:lnTo>
                  <a:lnTo>
                    <a:pt x="1054541" y="301266"/>
                  </a:lnTo>
                  <a:lnTo>
                    <a:pt x="1075632" y="241089"/>
                  </a:lnTo>
                  <a:lnTo>
                    <a:pt x="1096723" y="177792"/>
                  </a:lnTo>
                  <a:lnTo>
                    <a:pt x="1117813" y="127523"/>
                  </a:lnTo>
                  <a:lnTo>
                    <a:pt x="1138904" y="91795"/>
                  </a:lnTo>
                  <a:lnTo>
                    <a:pt x="1159995" y="67388"/>
                  </a:lnTo>
                  <a:lnTo>
                    <a:pt x="1181086" y="51082"/>
                  </a:lnTo>
                  <a:lnTo>
                    <a:pt x="1202177" y="39656"/>
                  </a:lnTo>
                  <a:lnTo>
                    <a:pt x="1223268" y="30319"/>
                  </a:lnTo>
                  <a:lnTo>
                    <a:pt x="1244358" y="22369"/>
                  </a:lnTo>
                  <a:lnTo>
                    <a:pt x="1265449" y="15739"/>
                  </a:lnTo>
                  <a:lnTo>
                    <a:pt x="1286540" y="10364"/>
                  </a:lnTo>
                  <a:lnTo>
                    <a:pt x="1307631" y="6178"/>
                  </a:lnTo>
                  <a:lnTo>
                    <a:pt x="1328722" y="3114"/>
                  </a:lnTo>
                  <a:lnTo>
                    <a:pt x="1349813" y="1107"/>
                  </a:lnTo>
                  <a:lnTo>
                    <a:pt x="1370903" y="91"/>
                  </a:lnTo>
                  <a:lnTo>
                    <a:pt x="1391994" y="0"/>
                  </a:lnTo>
                  <a:lnTo>
                    <a:pt x="1413085" y="766"/>
                  </a:lnTo>
                  <a:lnTo>
                    <a:pt x="1434176" y="2326"/>
                  </a:lnTo>
                  <a:lnTo>
                    <a:pt x="1455267" y="4611"/>
                  </a:lnTo>
                  <a:lnTo>
                    <a:pt x="1476358" y="7557"/>
                  </a:lnTo>
                  <a:lnTo>
                    <a:pt x="1497448" y="11098"/>
                  </a:lnTo>
                  <a:lnTo>
                    <a:pt x="1518539" y="15167"/>
                  </a:lnTo>
                  <a:lnTo>
                    <a:pt x="1539630" y="19698"/>
                  </a:lnTo>
                  <a:lnTo>
                    <a:pt x="1560721" y="24625"/>
                  </a:lnTo>
                  <a:lnTo>
                    <a:pt x="1581812" y="29882"/>
                  </a:lnTo>
                  <a:lnTo>
                    <a:pt x="1602903" y="35404"/>
                  </a:lnTo>
                  <a:lnTo>
                    <a:pt x="1623993" y="41124"/>
                  </a:lnTo>
                  <a:lnTo>
                    <a:pt x="1645084" y="46976"/>
                  </a:lnTo>
                  <a:lnTo>
                    <a:pt x="1666175" y="52894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5" name="rc19955"/>
            <p:cNvSpPr/>
            <p:nvPr/>
          </p:nvSpPr>
          <p:spPr>
            <a:xfrm>
              <a:off x="6341621" y="1064445"/>
              <a:ext cx="1832793" cy="2147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56" name="pl19956"/>
            <p:cNvSpPr/>
            <p:nvPr/>
          </p:nvSpPr>
          <p:spPr>
            <a:xfrm>
              <a:off x="6341621" y="3157601"/>
              <a:ext cx="1832793" cy="0"/>
            </a:xfrm>
            <a:custGeom>
              <a:avLst/>
              <a:pathLst>
                <a:path w="1832793" h="0">
                  <a:moveTo>
                    <a:pt x="0" y="0"/>
                  </a:moveTo>
                  <a:lnTo>
                    <a:pt x="1832793" y="0"/>
                  </a:lnTo>
                  <a:lnTo>
                    <a:pt x="18327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7" name="pl19957"/>
            <p:cNvSpPr/>
            <p:nvPr/>
          </p:nvSpPr>
          <p:spPr>
            <a:xfrm>
              <a:off x="6341621" y="2637874"/>
              <a:ext cx="1832793" cy="0"/>
            </a:xfrm>
            <a:custGeom>
              <a:avLst/>
              <a:pathLst>
                <a:path w="1832793" h="0">
                  <a:moveTo>
                    <a:pt x="0" y="0"/>
                  </a:moveTo>
                  <a:lnTo>
                    <a:pt x="1832793" y="0"/>
                  </a:lnTo>
                  <a:lnTo>
                    <a:pt x="18327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8" name="pl19958"/>
            <p:cNvSpPr/>
            <p:nvPr/>
          </p:nvSpPr>
          <p:spPr>
            <a:xfrm>
              <a:off x="6341621" y="2118147"/>
              <a:ext cx="1832793" cy="0"/>
            </a:xfrm>
            <a:custGeom>
              <a:avLst/>
              <a:pathLst>
                <a:path w="1832793" h="0">
                  <a:moveTo>
                    <a:pt x="0" y="0"/>
                  </a:moveTo>
                  <a:lnTo>
                    <a:pt x="1832793" y="0"/>
                  </a:lnTo>
                  <a:lnTo>
                    <a:pt x="18327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9" name="pl19959"/>
            <p:cNvSpPr/>
            <p:nvPr/>
          </p:nvSpPr>
          <p:spPr>
            <a:xfrm>
              <a:off x="6341621" y="1598420"/>
              <a:ext cx="1832793" cy="0"/>
            </a:xfrm>
            <a:custGeom>
              <a:avLst/>
              <a:pathLst>
                <a:path w="1832793" h="0">
                  <a:moveTo>
                    <a:pt x="0" y="0"/>
                  </a:moveTo>
                  <a:lnTo>
                    <a:pt x="1832793" y="0"/>
                  </a:lnTo>
                  <a:lnTo>
                    <a:pt x="18327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0" name="pl19960"/>
            <p:cNvSpPr/>
            <p:nvPr/>
          </p:nvSpPr>
          <p:spPr>
            <a:xfrm>
              <a:off x="6341621" y="1078693"/>
              <a:ext cx="1832793" cy="0"/>
            </a:xfrm>
            <a:custGeom>
              <a:avLst/>
              <a:pathLst>
                <a:path w="1832793" h="0">
                  <a:moveTo>
                    <a:pt x="0" y="0"/>
                  </a:moveTo>
                  <a:lnTo>
                    <a:pt x="1832793" y="0"/>
                  </a:lnTo>
                  <a:lnTo>
                    <a:pt x="18327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1" name="pl19961"/>
            <p:cNvSpPr/>
            <p:nvPr/>
          </p:nvSpPr>
          <p:spPr>
            <a:xfrm>
              <a:off x="6341621" y="2118147"/>
              <a:ext cx="1832793" cy="0"/>
            </a:xfrm>
            <a:custGeom>
              <a:avLst/>
              <a:pathLst>
                <a:path w="1832793" h="0">
                  <a:moveTo>
                    <a:pt x="0" y="0"/>
                  </a:moveTo>
                  <a:lnTo>
                    <a:pt x="1832793" y="0"/>
                  </a:lnTo>
                  <a:lnTo>
                    <a:pt x="1832793" y="0"/>
                  </a:lnTo>
                </a:path>
              </a:pathLst>
            </a:custGeom>
            <a:ln w="813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2" name="pt19962"/>
            <p:cNvSpPr/>
            <p:nvPr/>
          </p:nvSpPr>
          <p:spPr>
            <a:xfrm>
              <a:off x="7047684" y="18058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3" name="pt19963"/>
            <p:cNvSpPr/>
            <p:nvPr/>
          </p:nvSpPr>
          <p:spPr>
            <a:xfrm>
              <a:off x="7298009" y="19761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4" name="pt19964"/>
            <p:cNvSpPr/>
            <p:nvPr/>
          </p:nvSpPr>
          <p:spPr>
            <a:xfrm>
              <a:off x="7141045" y="22264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5" name="pt19965"/>
            <p:cNvSpPr/>
            <p:nvPr/>
          </p:nvSpPr>
          <p:spPr>
            <a:xfrm>
              <a:off x="7391137" y="26442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6" name="pt19966"/>
            <p:cNvSpPr/>
            <p:nvPr/>
          </p:nvSpPr>
          <p:spPr>
            <a:xfrm>
              <a:off x="7139889" y="23737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7" name="pt19967"/>
            <p:cNvSpPr/>
            <p:nvPr/>
          </p:nvSpPr>
          <p:spPr>
            <a:xfrm>
              <a:off x="6962768" y="20007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8" name="pt19968"/>
            <p:cNvSpPr/>
            <p:nvPr/>
          </p:nvSpPr>
          <p:spPr>
            <a:xfrm>
              <a:off x="7087224" y="2237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9" name="pt19969"/>
            <p:cNvSpPr/>
            <p:nvPr/>
          </p:nvSpPr>
          <p:spPr>
            <a:xfrm>
              <a:off x="6956205" y="19875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0" name="pt19970"/>
            <p:cNvSpPr/>
            <p:nvPr/>
          </p:nvSpPr>
          <p:spPr>
            <a:xfrm>
              <a:off x="7412790" y="24883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1" name="pt19971"/>
            <p:cNvSpPr/>
            <p:nvPr/>
          </p:nvSpPr>
          <p:spPr>
            <a:xfrm>
              <a:off x="7044721" y="22569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2" name="pt19972"/>
            <p:cNvSpPr/>
            <p:nvPr/>
          </p:nvSpPr>
          <p:spPr>
            <a:xfrm>
              <a:off x="7029275" y="21250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3" name="pt19973"/>
            <p:cNvSpPr/>
            <p:nvPr/>
          </p:nvSpPr>
          <p:spPr>
            <a:xfrm>
              <a:off x="7085820" y="22304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4" name="pt19974"/>
            <p:cNvSpPr/>
            <p:nvPr/>
          </p:nvSpPr>
          <p:spPr>
            <a:xfrm>
              <a:off x="7110892" y="21174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5" name="pt19975"/>
            <p:cNvSpPr/>
            <p:nvPr/>
          </p:nvSpPr>
          <p:spPr>
            <a:xfrm>
              <a:off x="7236305" y="21792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6" name="pt19976"/>
            <p:cNvSpPr/>
            <p:nvPr/>
          </p:nvSpPr>
          <p:spPr>
            <a:xfrm>
              <a:off x="7077314" y="21455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7" name="pt19977"/>
            <p:cNvSpPr/>
            <p:nvPr/>
          </p:nvSpPr>
          <p:spPr>
            <a:xfrm>
              <a:off x="7216528" y="19726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8" name="pt19978"/>
            <p:cNvSpPr/>
            <p:nvPr/>
          </p:nvSpPr>
          <p:spPr>
            <a:xfrm>
              <a:off x="7316590" y="20998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9" name="pt19979"/>
            <p:cNvSpPr/>
            <p:nvPr/>
          </p:nvSpPr>
          <p:spPr>
            <a:xfrm>
              <a:off x="7053978" y="21730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0" name="pt19980"/>
            <p:cNvSpPr/>
            <p:nvPr/>
          </p:nvSpPr>
          <p:spPr>
            <a:xfrm>
              <a:off x="7068201" y="19444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1" name="pt19981"/>
            <p:cNvSpPr/>
            <p:nvPr/>
          </p:nvSpPr>
          <p:spPr>
            <a:xfrm>
              <a:off x="6947170" y="21157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2" name="pt19982"/>
            <p:cNvSpPr/>
            <p:nvPr/>
          </p:nvSpPr>
          <p:spPr>
            <a:xfrm>
              <a:off x="7100199" y="20516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3" name="pt19983"/>
            <p:cNvSpPr/>
            <p:nvPr/>
          </p:nvSpPr>
          <p:spPr>
            <a:xfrm>
              <a:off x="7184784" y="21233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4" name="pt19984"/>
            <p:cNvSpPr/>
            <p:nvPr/>
          </p:nvSpPr>
          <p:spPr>
            <a:xfrm>
              <a:off x="6973036" y="19766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5" name="pt19985"/>
            <p:cNvSpPr/>
            <p:nvPr/>
          </p:nvSpPr>
          <p:spPr>
            <a:xfrm>
              <a:off x="6860068" y="22573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6" name="pt19986"/>
            <p:cNvSpPr/>
            <p:nvPr/>
          </p:nvSpPr>
          <p:spPr>
            <a:xfrm>
              <a:off x="7476530" y="25151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7" name="pt19987"/>
            <p:cNvSpPr/>
            <p:nvPr/>
          </p:nvSpPr>
          <p:spPr>
            <a:xfrm>
              <a:off x="7035017" y="22118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8" name="pt19988"/>
            <p:cNvSpPr/>
            <p:nvPr/>
          </p:nvSpPr>
          <p:spPr>
            <a:xfrm>
              <a:off x="7141030" y="22063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9" name="pt19989"/>
            <p:cNvSpPr/>
            <p:nvPr/>
          </p:nvSpPr>
          <p:spPr>
            <a:xfrm>
              <a:off x="7165110" y="22001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0" name="pt19990"/>
            <p:cNvSpPr/>
            <p:nvPr/>
          </p:nvSpPr>
          <p:spPr>
            <a:xfrm>
              <a:off x="6994457" y="19019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1" name="pt19991"/>
            <p:cNvSpPr/>
            <p:nvPr/>
          </p:nvSpPr>
          <p:spPr>
            <a:xfrm>
              <a:off x="7201913" y="21564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2" name="pt19992"/>
            <p:cNvSpPr/>
            <p:nvPr/>
          </p:nvSpPr>
          <p:spPr>
            <a:xfrm>
              <a:off x="7308670" y="20688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3" name="pt19993"/>
            <p:cNvSpPr/>
            <p:nvPr/>
          </p:nvSpPr>
          <p:spPr>
            <a:xfrm>
              <a:off x="7079681" y="21892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4" name="pt19994"/>
            <p:cNvSpPr/>
            <p:nvPr/>
          </p:nvSpPr>
          <p:spPr>
            <a:xfrm>
              <a:off x="7209037" y="20958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5" name="pt19995"/>
            <p:cNvSpPr/>
            <p:nvPr/>
          </p:nvSpPr>
          <p:spPr>
            <a:xfrm>
              <a:off x="6781775" y="26617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6" name="pt19996"/>
            <p:cNvSpPr/>
            <p:nvPr/>
          </p:nvSpPr>
          <p:spPr>
            <a:xfrm>
              <a:off x="7213929" y="21642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7" name="pt19997"/>
            <p:cNvSpPr/>
            <p:nvPr/>
          </p:nvSpPr>
          <p:spPr>
            <a:xfrm>
              <a:off x="7259371" y="20962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8" name="pt19998"/>
            <p:cNvSpPr/>
            <p:nvPr/>
          </p:nvSpPr>
          <p:spPr>
            <a:xfrm>
              <a:off x="7420330" y="28346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9" name="pt19999"/>
            <p:cNvSpPr/>
            <p:nvPr/>
          </p:nvSpPr>
          <p:spPr>
            <a:xfrm>
              <a:off x="7458329" y="26323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0" name="pt20000"/>
            <p:cNvSpPr/>
            <p:nvPr/>
          </p:nvSpPr>
          <p:spPr>
            <a:xfrm>
              <a:off x="7081736" y="22010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1" name="pt20001"/>
            <p:cNvSpPr/>
            <p:nvPr/>
          </p:nvSpPr>
          <p:spPr>
            <a:xfrm>
              <a:off x="7175939" y="19881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2" name="pt20002"/>
            <p:cNvSpPr/>
            <p:nvPr/>
          </p:nvSpPr>
          <p:spPr>
            <a:xfrm>
              <a:off x="7157335" y="2053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3" name="pt20003"/>
            <p:cNvSpPr/>
            <p:nvPr/>
          </p:nvSpPr>
          <p:spPr>
            <a:xfrm>
              <a:off x="6894927" y="22949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4" name="pt20004"/>
            <p:cNvSpPr/>
            <p:nvPr/>
          </p:nvSpPr>
          <p:spPr>
            <a:xfrm>
              <a:off x="6959560" y="20003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5" name="pt20005"/>
            <p:cNvSpPr/>
            <p:nvPr/>
          </p:nvSpPr>
          <p:spPr>
            <a:xfrm>
              <a:off x="6666345" y="2346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6" name="pt20006"/>
            <p:cNvSpPr/>
            <p:nvPr/>
          </p:nvSpPr>
          <p:spPr>
            <a:xfrm>
              <a:off x="7189553" y="21028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7" name="pt20007"/>
            <p:cNvSpPr/>
            <p:nvPr/>
          </p:nvSpPr>
          <p:spPr>
            <a:xfrm>
              <a:off x="7104243" y="21141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8" name="pt20008"/>
            <p:cNvSpPr/>
            <p:nvPr/>
          </p:nvSpPr>
          <p:spPr>
            <a:xfrm>
              <a:off x="7187233" y="19879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9" name="pt20009"/>
            <p:cNvSpPr/>
            <p:nvPr/>
          </p:nvSpPr>
          <p:spPr>
            <a:xfrm>
              <a:off x="7034708" y="23271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0" name="pt20010"/>
            <p:cNvSpPr/>
            <p:nvPr/>
          </p:nvSpPr>
          <p:spPr>
            <a:xfrm>
              <a:off x="6919826" y="23235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1" name="pt20011"/>
            <p:cNvSpPr/>
            <p:nvPr/>
          </p:nvSpPr>
          <p:spPr>
            <a:xfrm>
              <a:off x="7131232" y="23451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2" name="pt20012"/>
            <p:cNvSpPr/>
            <p:nvPr/>
          </p:nvSpPr>
          <p:spPr>
            <a:xfrm>
              <a:off x="6873637" y="18224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3" name="pt20013"/>
            <p:cNvSpPr/>
            <p:nvPr/>
          </p:nvSpPr>
          <p:spPr>
            <a:xfrm>
              <a:off x="6929601" y="22928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4" name="pt20014"/>
            <p:cNvSpPr/>
            <p:nvPr/>
          </p:nvSpPr>
          <p:spPr>
            <a:xfrm>
              <a:off x="7070732" y="20945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5" name="pt20015"/>
            <p:cNvSpPr/>
            <p:nvPr/>
          </p:nvSpPr>
          <p:spPr>
            <a:xfrm>
              <a:off x="6995847" y="19824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6" name="pt20016"/>
            <p:cNvSpPr/>
            <p:nvPr/>
          </p:nvSpPr>
          <p:spPr>
            <a:xfrm>
              <a:off x="6950804" y="20254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7" name="pt20017"/>
            <p:cNvSpPr/>
            <p:nvPr/>
          </p:nvSpPr>
          <p:spPr>
            <a:xfrm>
              <a:off x="7365082" y="21609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8" name="pt20018"/>
            <p:cNvSpPr/>
            <p:nvPr/>
          </p:nvSpPr>
          <p:spPr>
            <a:xfrm>
              <a:off x="6925040" y="22247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9" name="pt20019"/>
            <p:cNvSpPr/>
            <p:nvPr/>
          </p:nvSpPr>
          <p:spPr>
            <a:xfrm>
              <a:off x="7382954" y="19692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0" name="pt20020"/>
            <p:cNvSpPr/>
            <p:nvPr/>
          </p:nvSpPr>
          <p:spPr>
            <a:xfrm>
              <a:off x="7484659" y="23084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1" name="pt20021"/>
            <p:cNvSpPr/>
            <p:nvPr/>
          </p:nvSpPr>
          <p:spPr>
            <a:xfrm>
              <a:off x="6940801" y="20696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2" name="pt20022"/>
            <p:cNvSpPr/>
            <p:nvPr/>
          </p:nvSpPr>
          <p:spPr>
            <a:xfrm>
              <a:off x="7139078" y="22775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3" name="pt20023"/>
            <p:cNvSpPr/>
            <p:nvPr/>
          </p:nvSpPr>
          <p:spPr>
            <a:xfrm>
              <a:off x="7132545" y="22352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4" name="pt20024"/>
            <p:cNvSpPr/>
            <p:nvPr/>
          </p:nvSpPr>
          <p:spPr>
            <a:xfrm>
              <a:off x="7349406" y="24476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5" name="pt20025"/>
            <p:cNvSpPr/>
            <p:nvPr/>
          </p:nvSpPr>
          <p:spPr>
            <a:xfrm>
              <a:off x="7227815" y="22069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6" name="pt20026"/>
            <p:cNvSpPr/>
            <p:nvPr/>
          </p:nvSpPr>
          <p:spPr>
            <a:xfrm>
              <a:off x="7100444" y="21436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7" name="pt20027"/>
            <p:cNvSpPr/>
            <p:nvPr/>
          </p:nvSpPr>
          <p:spPr>
            <a:xfrm>
              <a:off x="7313562" y="17294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8" name="pt20028"/>
            <p:cNvSpPr/>
            <p:nvPr/>
          </p:nvSpPr>
          <p:spPr>
            <a:xfrm>
              <a:off x="7114614" y="21258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9" name="pt20029"/>
            <p:cNvSpPr/>
            <p:nvPr/>
          </p:nvSpPr>
          <p:spPr>
            <a:xfrm>
              <a:off x="7128537" y="2313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0" name="pt20030"/>
            <p:cNvSpPr/>
            <p:nvPr/>
          </p:nvSpPr>
          <p:spPr>
            <a:xfrm>
              <a:off x="7281646" y="20503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1" name="pt20031"/>
            <p:cNvSpPr/>
            <p:nvPr/>
          </p:nvSpPr>
          <p:spPr>
            <a:xfrm>
              <a:off x="6866662" y="22748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2" name="pt20032"/>
            <p:cNvSpPr/>
            <p:nvPr/>
          </p:nvSpPr>
          <p:spPr>
            <a:xfrm>
              <a:off x="7076672" y="2236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3" name="pt20033"/>
            <p:cNvSpPr/>
            <p:nvPr/>
          </p:nvSpPr>
          <p:spPr>
            <a:xfrm>
              <a:off x="7072924" y="22009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4" name="pt20034"/>
            <p:cNvSpPr/>
            <p:nvPr/>
          </p:nvSpPr>
          <p:spPr>
            <a:xfrm>
              <a:off x="7106922" y="21194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5" name="pt20035"/>
            <p:cNvSpPr/>
            <p:nvPr/>
          </p:nvSpPr>
          <p:spPr>
            <a:xfrm>
              <a:off x="7116729" y="21893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6" name="pt20036"/>
            <p:cNvSpPr/>
            <p:nvPr/>
          </p:nvSpPr>
          <p:spPr>
            <a:xfrm>
              <a:off x="7114773" y="21804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7" name="pt20037"/>
            <p:cNvSpPr/>
            <p:nvPr/>
          </p:nvSpPr>
          <p:spPr>
            <a:xfrm>
              <a:off x="6825346" y="22680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8" name="pt20038"/>
            <p:cNvSpPr/>
            <p:nvPr/>
          </p:nvSpPr>
          <p:spPr>
            <a:xfrm>
              <a:off x="7053654" y="20922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9" name="pt20039"/>
            <p:cNvSpPr/>
            <p:nvPr/>
          </p:nvSpPr>
          <p:spPr>
            <a:xfrm>
              <a:off x="7029122" y="21675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0" name="pt20040"/>
            <p:cNvSpPr/>
            <p:nvPr/>
          </p:nvSpPr>
          <p:spPr>
            <a:xfrm>
              <a:off x="7137092" y="22717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1" name="pt20041"/>
            <p:cNvSpPr/>
            <p:nvPr/>
          </p:nvSpPr>
          <p:spPr>
            <a:xfrm>
              <a:off x="7445079" y="29501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2" name="pt20042"/>
            <p:cNvSpPr/>
            <p:nvPr/>
          </p:nvSpPr>
          <p:spPr>
            <a:xfrm>
              <a:off x="7274719" y="20939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3" name="pt20043"/>
            <p:cNvSpPr/>
            <p:nvPr/>
          </p:nvSpPr>
          <p:spPr>
            <a:xfrm>
              <a:off x="7095529" y="21186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4" name="pt20044"/>
            <p:cNvSpPr/>
            <p:nvPr/>
          </p:nvSpPr>
          <p:spPr>
            <a:xfrm>
              <a:off x="7273144" y="20189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5" name="pt20045"/>
            <p:cNvSpPr/>
            <p:nvPr/>
          </p:nvSpPr>
          <p:spPr>
            <a:xfrm>
              <a:off x="7001420" y="18210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6" name="pt20046"/>
            <p:cNvSpPr/>
            <p:nvPr/>
          </p:nvSpPr>
          <p:spPr>
            <a:xfrm>
              <a:off x="7102226" y="21365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7" name="pt20047"/>
            <p:cNvSpPr/>
            <p:nvPr/>
          </p:nvSpPr>
          <p:spPr>
            <a:xfrm>
              <a:off x="7257909" y="20546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8" name="pt20048"/>
            <p:cNvSpPr/>
            <p:nvPr/>
          </p:nvSpPr>
          <p:spPr>
            <a:xfrm>
              <a:off x="7213084" y="22839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9" name="pt20049"/>
            <p:cNvSpPr/>
            <p:nvPr/>
          </p:nvSpPr>
          <p:spPr>
            <a:xfrm>
              <a:off x="7166175" y="21980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0" name="pt20050"/>
            <p:cNvSpPr/>
            <p:nvPr/>
          </p:nvSpPr>
          <p:spPr>
            <a:xfrm>
              <a:off x="7161942" y="20678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1" name="pt20051"/>
            <p:cNvSpPr/>
            <p:nvPr/>
          </p:nvSpPr>
          <p:spPr>
            <a:xfrm>
              <a:off x="7208678" y="22326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2" name="pt20052"/>
            <p:cNvSpPr/>
            <p:nvPr/>
          </p:nvSpPr>
          <p:spPr>
            <a:xfrm>
              <a:off x="7379118" y="2324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3" name="pt20053"/>
            <p:cNvSpPr/>
            <p:nvPr/>
          </p:nvSpPr>
          <p:spPr>
            <a:xfrm>
              <a:off x="7033776" y="21777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4" name="pt20054"/>
            <p:cNvSpPr/>
            <p:nvPr/>
          </p:nvSpPr>
          <p:spPr>
            <a:xfrm>
              <a:off x="7169258" y="21807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5" name="pt20055"/>
            <p:cNvSpPr/>
            <p:nvPr/>
          </p:nvSpPr>
          <p:spPr>
            <a:xfrm>
              <a:off x="7259945" y="21712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6" name="pt20056"/>
            <p:cNvSpPr/>
            <p:nvPr/>
          </p:nvSpPr>
          <p:spPr>
            <a:xfrm>
              <a:off x="7009194" y="1890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7" name="pt20057"/>
            <p:cNvSpPr/>
            <p:nvPr/>
          </p:nvSpPr>
          <p:spPr>
            <a:xfrm>
              <a:off x="7044662" y="22260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8" name="pt20058"/>
            <p:cNvSpPr/>
            <p:nvPr/>
          </p:nvSpPr>
          <p:spPr>
            <a:xfrm>
              <a:off x="6870369" y="18365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9" name="pt20059"/>
            <p:cNvSpPr/>
            <p:nvPr/>
          </p:nvSpPr>
          <p:spPr>
            <a:xfrm>
              <a:off x="7175714" y="20761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0" name="pt20060"/>
            <p:cNvSpPr/>
            <p:nvPr/>
          </p:nvSpPr>
          <p:spPr>
            <a:xfrm>
              <a:off x="7030787" y="22374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1" name="pt20061"/>
            <p:cNvSpPr/>
            <p:nvPr/>
          </p:nvSpPr>
          <p:spPr>
            <a:xfrm>
              <a:off x="7303901" y="19944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2" name="pt20062"/>
            <p:cNvSpPr/>
            <p:nvPr/>
          </p:nvSpPr>
          <p:spPr>
            <a:xfrm>
              <a:off x="7240763" y="19678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3" name="pt20063"/>
            <p:cNvSpPr/>
            <p:nvPr/>
          </p:nvSpPr>
          <p:spPr>
            <a:xfrm>
              <a:off x="7226500" y="20404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4" name="pt20064"/>
            <p:cNvSpPr/>
            <p:nvPr/>
          </p:nvSpPr>
          <p:spPr>
            <a:xfrm>
              <a:off x="7176611" y="20655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5" name="pt20065"/>
            <p:cNvSpPr/>
            <p:nvPr/>
          </p:nvSpPr>
          <p:spPr>
            <a:xfrm>
              <a:off x="7179314" y="21043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6" name="pt20066"/>
            <p:cNvSpPr/>
            <p:nvPr/>
          </p:nvSpPr>
          <p:spPr>
            <a:xfrm>
              <a:off x="7055662" y="20937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7" name="pt20067"/>
            <p:cNvSpPr/>
            <p:nvPr/>
          </p:nvSpPr>
          <p:spPr>
            <a:xfrm>
              <a:off x="7323895" y="20831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8" name="pt20068"/>
            <p:cNvSpPr/>
            <p:nvPr/>
          </p:nvSpPr>
          <p:spPr>
            <a:xfrm>
              <a:off x="7221080" y="19054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9" name="pt20069"/>
            <p:cNvSpPr/>
            <p:nvPr/>
          </p:nvSpPr>
          <p:spPr>
            <a:xfrm>
              <a:off x="7280184" y="19380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0" name="pt20070"/>
            <p:cNvSpPr/>
            <p:nvPr/>
          </p:nvSpPr>
          <p:spPr>
            <a:xfrm>
              <a:off x="7131812" y="2279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1" name="pt20071"/>
            <p:cNvSpPr/>
            <p:nvPr/>
          </p:nvSpPr>
          <p:spPr>
            <a:xfrm>
              <a:off x="7232673" y="22568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2" name="pt20072"/>
            <p:cNvSpPr/>
            <p:nvPr/>
          </p:nvSpPr>
          <p:spPr>
            <a:xfrm>
              <a:off x="6886854" y="20493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3" name="pt20073"/>
            <p:cNvSpPr/>
            <p:nvPr/>
          </p:nvSpPr>
          <p:spPr>
            <a:xfrm>
              <a:off x="6932202" y="21280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4" name="pt20074"/>
            <p:cNvSpPr/>
            <p:nvPr/>
          </p:nvSpPr>
          <p:spPr>
            <a:xfrm>
              <a:off x="7069585" y="21570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5" name="pt20075"/>
            <p:cNvSpPr/>
            <p:nvPr/>
          </p:nvSpPr>
          <p:spPr>
            <a:xfrm>
              <a:off x="7178295" y="20832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6" name="pt20076"/>
            <p:cNvSpPr/>
            <p:nvPr/>
          </p:nvSpPr>
          <p:spPr>
            <a:xfrm>
              <a:off x="7104717" y="21458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7" name="pt20077"/>
            <p:cNvSpPr/>
            <p:nvPr/>
          </p:nvSpPr>
          <p:spPr>
            <a:xfrm>
              <a:off x="7081756" y="21473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8" name="pt20078"/>
            <p:cNvSpPr/>
            <p:nvPr/>
          </p:nvSpPr>
          <p:spPr>
            <a:xfrm>
              <a:off x="7138840" y="22217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9" name="pt20079"/>
            <p:cNvSpPr/>
            <p:nvPr/>
          </p:nvSpPr>
          <p:spPr>
            <a:xfrm>
              <a:off x="7126118" y="22081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0" name="pt20080"/>
            <p:cNvSpPr/>
            <p:nvPr/>
          </p:nvSpPr>
          <p:spPr>
            <a:xfrm>
              <a:off x="7201225" y="21859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1" name="pt20081"/>
            <p:cNvSpPr/>
            <p:nvPr/>
          </p:nvSpPr>
          <p:spPr>
            <a:xfrm>
              <a:off x="6858283" y="21895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2" name="pt20082"/>
            <p:cNvSpPr/>
            <p:nvPr/>
          </p:nvSpPr>
          <p:spPr>
            <a:xfrm>
              <a:off x="7095951" y="21115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3" name="pt20083"/>
            <p:cNvSpPr/>
            <p:nvPr/>
          </p:nvSpPr>
          <p:spPr>
            <a:xfrm>
              <a:off x="7308856" y="19426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4" name="pt20084"/>
            <p:cNvSpPr/>
            <p:nvPr/>
          </p:nvSpPr>
          <p:spPr>
            <a:xfrm>
              <a:off x="7183447" y="19773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5" name="pt20085"/>
            <p:cNvSpPr/>
            <p:nvPr/>
          </p:nvSpPr>
          <p:spPr>
            <a:xfrm>
              <a:off x="7099695" y="21122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6" name="pt20086"/>
            <p:cNvSpPr/>
            <p:nvPr/>
          </p:nvSpPr>
          <p:spPr>
            <a:xfrm>
              <a:off x="6866095" y="22116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7" name="pt20087"/>
            <p:cNvSpPr/>
            <p:nvPr/>
          </p:nvSpPr>
          <p:spPr>
            <a:xfrm>
              <a:off x="7015598" y="19342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8" name="pt20088"/>
            <p:cNvSpPr/>
            <p:nvPr/>
          </p:nvSpPr>
          <p:spPr>
            <a:xfrm>
              <a:off x="7047728" y="17535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9" name="pt20089"/>
            <p:cNvSpPr/>
            <p:nvPr/>
          </p:nvSpPr>
          <p:spPr>
            <a:xfrm>
              <a:off x="7186852" y="20879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0" name="pt20090"/>
            <p:cNvSpPr/>
            <p:nvPr/>
          </p:nvSpPr>
          <p:spPr>
            <a:xfrm>
              <a:off x="7107094" y="2129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1" name="pt20091"/>
            <p:cNvSpPr/>
            <p:nvPr/>
          </p:nvSpPr>
          <p:spPr>
            <a:xfrm>
              <a:off x="7109361" y="21182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2" name="pt20092"/>
            <p:cNvSpPr/>
            <p:nvPr/>
          </p:nvSpPr>
          <p:spPr>
            <a:xfrm>
              <a:off x="7096053" y="22041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3" name="pt20093"/>
            <p:cNvSpPr/>
            <p:nvPr/>
          </p:nvSpPr>
          <p:spPr>
            <a:xfrm>
              <a:off x="7269908" y="19939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4" name="pt20094"/>
            <p:cNvSpPr/>
            <p:nvPr/>
          </p:nvSpPr>
          <p:spPr>
            <a:xfrm>
              <a:off x="7018122" y="19624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5" name="pt20095"/>
            <p:cNvSpPr/>
            <p:nvPr/>
          </p:nvSpPr>
          <p:spPr>
            <a:xfrm>
              <a:off x="7403853" y="22604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6" name="pt20096"/>
            <p:cNvSpPr/>
            <p:nvPr/>
          </p:nvSpPr>
          <p:spPr>
            <a:xfrm>
              <a:off x="7085037" y="22852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7" name="pt20097"/>
            <p:cNvSpPr/>
            <p:nvPr/>
          </p:nvSpPr>
          <p:spPr>
            <a:xfrm>
              <a:off x="7234396" y="2174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8" name="pt20098"/>
            <p:cNvSpPr/>
            <p:nvPr/>
          </p:nvSpPr>
          <p:spPr>
            <a:xfrm>
              <a:off x="7193278" y="23333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9" name="pt20099"/>
            <p:cNvSpPr/>
            <p:nvPr/>
          </p:nvSpPr>
          <p:spPr>
            <a:xfrm>
              <a:off x="7417460" y="24505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0" name="pt20100"/>
            <p:cNvSpPr/>
            <p:nvPr/>
          </p:nvSpPr>
          <p:spPr>
            <a:xfrm>
              <a:off x="7373521" y="22116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1" name="pt20101"/>
            <p:cNvSpPr/>
            <p:nvPr/>
          </p:nvSpPr>
          <p:spPr>
            <a:xfrm>
              <a:off x="7099239" y="20484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2" name="pt20102"/>
            <p:cNvSpPr/>
            <p:nvPr/>
          </p:nvSpPr>
          <p:spPr>
            <a:xfrm>
              <a:off x="7132926" y="23760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3" name="pt20103"/>
            <p:cNvSpPr/>
            <p:nvPr/>
          </p:nvSpPr>
          <p:spPr>
            <a:xfrm>
              <a:off x="7130140" y="23520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4" name="pt20104"/>
            <p:cNvSpPr/>
            <p:nvPr/>
          </p:nvSpPr>
          <p:spPr>
            <a:xfrm>
              <a:off x="6881017" y="17533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5" name="pt20105"/>
            <p:cNvSpPr/>
            <p:nvPr/>
          </p:nvSpPr>
          <p:spPr>
            <a:xfrm>
              <a:off x="6932239" y="20293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6" name="pt20106"/>
            <p:cNvSpPr/>
            <p:nvPr/>
          </p:nvSpPr>
          <p:spPr>
            <a:xfrm>
              <a:off x="7013421" y="16889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7" name="pt20107"/>
            <p:cNvSpPr/>
            <p:nvPr/>
          </p:nvSpPr>
          <p:spPr>
            <a:xfrm>
              <a:off x="7134610" y="23043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8" name="pt20108"/>
            <p:cNvSpPr/>
            <p:nvPr/>
          </p:nvSpPr>
          <p:spPr>
            <a:xfrm>
              <a:off x="7249368" y="2055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9" name="pt20109"/>
            <p:cNvSpPr/>
            <p:nvPr/>
          </p:nvSpPr>
          <p:spPr>
            <a:xfrm>
              <a:off x="7480689" y="22770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0" name="pt20110"/>
            <p:cNvSpPr/>
            <p:nvPr/>
          </p:nvSpPr>
          <p:spPr>
            <a:xfrm>
              <a:off x="7088649" y="21489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1" name="pt20111"/>
            <p:cNvSpPr/>
            <p:nvPr/>
          </p:nvSpPr>
          <p:spPr>
            <a:xfrm>
              <a:off x="7287445" y="23051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2" name="pt20112"/>
            <p:cNvSpPr/>
            <p:nvPr/>
          </p:nvSpPr>
          <p:spPr>
            <a:xfrm>
              <a:off x="7132119" y="21973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3" name="pt20113"/>
            <p:cNvSpPr/>
            <p:nvPr/>
          </p:nvSpPr>
          <p:spPr>
            <a:xfrm>
              <a:off x="6817179" y="20880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4" name="pt20114"/>
            <p:cNvSpPr/>
            <p:nvPr/>
          </p:nvSpPr>
          <p:spPr>
            <a:xfrm>
              <a:off x="7131528" y="22353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5" name="pt20115"/>
            <p:cNvSpPr/>
            <p:nvPr/>
          </p:nvSpPr>
          <p:spPr>
            <a:xfrm>
              <a:off x="7134343" y="23019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6" name="pt20116"/>
            <p:cNvSpPr/>
            <p:nvPr/>
          </p:nvSpPr>
          <p:spPr>
            <a:xfrm>
              <a:off x="7263319" y="21450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7" name="pt20117"/>
            <p:cNvSpPr/>
            <p:nvPr/>
          </p:nvSpPr>
          <p:spPr>
            <a:xfrm>
              <a:off x="7291395" y="22107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8" name="pt20118"/>
            <p:cNvSpPr/>
            <p:nvPr/>
          </p:nvSpPr>
          <p:spPr>
            <a:xfrm>
              <a:off x="7127615" y="22875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9" name="pt20119"/>
            <p:cNvSpPr/>
            <p:nvPr/>
          </p:nvSpPr>
          <p:spPr>
            <a:xfrm>
              <a:off x="6966947" y="2016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0" name="pt20120"/>
            <p:cNvSpPr/>
            <p:nvPr/>
          </p:nvSpPr>
          <p:spPr>
            <a:xfrm>
              <a:off x="7045399" y="18303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1" name="pt20121"/>
            <p:cNvSpPr/>
            <p:nvPr/>
          </p:nvSpPr>
          <p:spPr>
            <a:xfrm>
              <a:off x="6984969" y="19635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2" name="pt20122"/>
            <p:cNvSpPr/>
            <p:nvPr/>
          </p:nvSpPr>
          <p:spPr>
            <a:xfrm>
              <a:off x="7077999" y="2189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3" name="pt20123"/>
            <p:cNvSpPr/>
            <p:nvPr/>
          </p:nvSpPr>
          <p:spPr>
            <a:xfrm>
              <a:off x="7152990" y="19777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4" name="pt20124"/>
            <p:cNvSpPr/>
            <p:nvPr/>
          </p:nvSpPr>
          <p:spPr>
            <a:xfrm>
              <a:off x="7190446" y="22527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5" name="pt20125"/>
            <p:cNvSpPr/>
            <p:nvPr/>
          </p:nvSpPr>
          <p:spPr>
            <a:xfrm>
              <a:off x="7414861" y="22927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6" name="pt20126"/>
            <p:cNvSpPr/>
            <p:nvPr/>
          </p:nvSpPr>
          <p:spPr>
            <a:xfrm>
              <a:off x="7406749" y="25881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7" name="pt20127"/>
            <p:cNvSpPr/>
            <p:nvPr/>
          </p:nvSpPr>
          <p:spPr>
            <a:xfrm>
              <a:off x="7248304" y="22073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8" name="pt20128"/>
            <p:cNvSpPr/>
            <p:nvPr/>
          </p:nvSpPr>
          <p:spPr>
            <a:xfrm>
              <a:off x="7127910" y="22078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9" name="pt20129"/>
            <p:cNvSpPr/>
            <p:nvPr/>
          </p:nvSpPr>
          <p:spPr>
            <a:xfrm>
              <a:off x="7224040" y="21349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0" name="pt20130"/>
            <p:cNvSpPr/>
            <p:nvPr/>
          </p:nvSpPr>
          <p:spPr>
            <a:xfrm>
              <a:off x="7045353" y="21848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1" name="pt20131"/>
            <p:cNvSpPr/>
            <p:nvPr/>
          </p:nvSpPr>
          <p:spPr>
            <a:xfrm>
              <a:off x="7238914" y="19593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2" name="pt20132"/>
            <p:cNvSpPr/>
            <p:nvPr/>
          </p:nvSpPr>
          <p:spPr>
            <a:xfrm>
              <a:off x="7380402" y="24466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3" name="pt20133"/>
            <p:cNvSpPr/>
            <p:nvPr/>
          </p:nvSpPr>
          <p:spPr>
            <a:xfrm>
              <a:off x="7357790" y="19075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4" name="pt20134"/>
            <p:cNvSpPr/>
            <p:nvPr/>
          </p:nvSpPr>
          <p:spPr>
            <a:xfrm>
              <a:off x="7242602" y="20946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5" name="pt20135"/>
            <p:cNvSpPr/>
            <p:nvPr/>
          </p:nvSpPr>
          <p:spPr>
            <a:xfrm>
              <a:off x="7073281" y="2171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6" name="pt20136"/>
            <p:cNvSpPr/>
            <p:nvPr/>
          </p:nvSpPr>
          <p:spPr>
            <a:xfrm>
              <a:off x="7096814" y="20803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7" name="pt20137"/>
            <p:cNvSpPr/>
            <p:nvPr/>
          </p:nvSpPr>
          <p:spPr>
            <a:xfrm>
              <a:off x="7242205" y="20707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8" name="pt20138"/>
            <p:cNvSpPr/>
            <p:nvPr/>
          </p:nvSpPr>
          <p:spPr>
            <a:xfrm>
              <a:off x="7484297" y="2870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9" name="pt20139"/>
            <p:cNvSpPr/>
            <p:nvPr/>
          </p:nvSpPr>
          <p:spPr>
            <a:xfrm>
              <a:off x="6973443" y="19508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0" name="pt20140"/>
            <p:cNvSpPr/>
            <p:nvPr/>
          </p:nvSpPr>
          <p:spPr>
            <a:xfrm>
              <a:off x="7105248" y="20913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1" name="pt20141"/>
            <p:cNvSpPr/>
            <p:nvPr/>
          </p:nvSpPr>
          <p:spPr>
            <a:xfrm>
              <a:off x="7073581" y="2246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2" name="pt20142"/>
            <p:cNvSpPr/>
            <p:nvPr/>
          </p:nvSpPr>
          <p:spPr>
            <a:xfrm>
              <a:off x="7955101" y="24280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3" name="pt20143"/>
            <p:cNvSpPr/>
            <p:nvPr/>
          </p:nvSpPr>
          <p:spPr>
            <a:xfrm>
              <a:off x="7002633" y="20294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4" name="pt20144"/>
            <p:cNvSpPr/>
            <p:nvPr/>
          </p:nvSpPr>
          <p:spPr>
            <a:xfrm>
              <a:off x="7162762" y="21149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5" name="pt20145"/>
            <p:cNvSpPr/>
            <p:nvPr/>
          </p:nvSpPr>
          <p:spPr>
            <a:xfrm>
              <a:off x="7042309" y="21393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6" name="pt20146"/>
            <p:cNvSpPr/>
            <p:nvPr/>
          </p:nvSpPr>
          <p:spPr>
            <a:xfrm>
              <a:off x="6613653" y="21190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7" name="pt20147"/>
            <p:cNvSpPr/>
            <p:nvPr/>
          </p:nvSpPr>
          <p:spPr>
            <a:xfrm>
              <a:off x="7171544" y="21568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8" name="pt20148"/>
            <p:cNvSpPr/>
            <p:nvPr/>
          </p:nvSpPr>
          <p:spPr>
            <a:xfrm>
              <a:off x="6922507" y="21267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9" name="pt20149"/>
            <p:cNvSpPr/>
            <p:nvPr/>
          </p:nvSpPr>
          <p:spPr>
            <a:xfrm>
              <a:off x="6951191" y="19838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0" name="pt20150"/>
            <p:cNvSpPr/>
            <p:nvPr/>
          </p:nvSpPr>
          <p:spPr>
            <a:xfrm>
              <a:off x="7153916" y="20342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1" name="pt20151"/>
            <p:cNvSpPr/>
            <p:nvPr/>
          </p:nvSpPr>
          <p:spPr>
            <a:xfrm>
              <a:off x="7154001" y="20188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2" name="pt20152"/>
            <p:cNvSpPr/>
            <p:nvPr/>
          </p:nvSpPr>
          <p:spPr>
            <a:xfrm>
              <a:off x="6930043" y="21820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3" name="pt20153"/>
            <p:cNvSpPr/>
            <p:nvPr/>
          </p:nvSpPr>
          <p:spPr>
            <a:xfrm>
              <a:off x="7094160" y="2120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4" name="pt20154"/>
            <p:cNvSpPr/>
            <p:nvPr/>
          </p:nvSpPr>
          <p:spPr>
            <a:xfrm>
              <a:off x="7272923" y="20212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5" name="pt20155"/>
            <p:cNvSpPr/>
            <p:nvPr/>
          </p:nvSpPr>
          <p:spPr>
            <a:xfrm>
              <a:off x="7121776" y="22676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6" name="pt20156"/>
            <p:cNvSpPr/>
            <p:nvPr/>
          </p:nvSpPr>
          <p:spPr>
            <a:xfrm>
              <a:off x="6930371" y="22291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7" name="pt20157"/>
            <p:cNvSpPr/>
            <p:nvPr/>
          </p:nvSpPr>
          <p:spPr>
            <a:xfrm>
              <a:off x="7174384" y="20072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8" name="pt20158"/>
            <p:cNvSpPr/>
            <p:nvPr/>
          </p:nvSpPr>
          <p:spPr>
            <a:xfrm>
              <a:off x="6914740" y="2115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9" name="pt20159"/>
            <p:cNvSpPr/>
            <p:nvPr/>
          </p:nvSpPr>
          <p:spPr>
            <a:xfrm>
              <a:off x="7096354" y="21887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0" name="pt20160"/>
            <p:cNvSpPr/>
            <p:nvPr/>
          </p:nvSpPr>
          <p:spPr>
            <a:xfrm>
              <a:off x="6519989" y="15316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1" name="pt20161"/>
            <p:cNvSpPr/>
            <p:nvPr/>
          </p:nvSpPr>
          <p:spPr>
            <a:xfrm>
              <a:off x="6658173" y="22878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2" name="pt20162"/>
            <p:cNvSpPr/>
            <p:nvPr/>
          </p:nvSpPr>
          <p:spPr>
            <a:xfrm>
              <a:off x="6961260" y="21074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3" name="pt20163"/>
            <p:cNvSpPr/>
            <p:nvPr/>
          </p:nvSpPr>
          <p:spPr>
            <a:xfrm>
              <a:off x="7120432" y="21626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4" name="pt20164"/>
            <p:cNvSpPr/>
            <p:nvPr/>
          </p:nvSpPr>
          <p:spPr>
            <a:xfrm>
              <a:off x="7568846" y="26999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5" name="pt20165"/>
            <p:cNvSpPr/>
            <p:nvPr/>
          </p:nvSpPr>
          <p:spPr>
            <a:xfrm>
              <a:off x="7099917" y="21180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6" name="pt20166"/>
            <p:cNvSpPr/>
            <p:nvPr/>
          </p:nvSpPr>
          <p:spPr>
            <a:xfrm>
              <a:off x="7117242" y="21317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7" name="pt20167"/>
            <p:cNvSpPr/>
            <p:nvPr/>
          </p:nvSpPr>
          <p:spPr>
            <a:xfrm>
              <a:off x="7110430" y="21314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8" name="pt20168"/>
            <p:cNvSpPr/>
            <p:nvPr/>
          </p:nvSpPr>
          <p:spPr>
            <a:xfrm>
              <a:off x="7114658" y="20999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9" name="pt20169"/>
            <p:cNvSpPr/>
            <p:nvPr/>
          </p:nvSpPr>
          <p:spPr>
            <a:xfrm>
              <a:off x="6928862" y="21327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0" name="pt20170"/>
            <p:cNvSpPr/>
            <p:nvPr/>
          </p:nvSpPr>
          <p:spPr>
            <a:xfrm>
              <a:off x="6929431" y="21989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1" name="pt20171"/>
            <p:cNvSpPr/>
            <p:nvPr/>
          </p:nvSpPr>
          <p:spPr>
            <a:xfrm>
              <a:off x="6821854" y="18361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2" name="pt20172"/>
            <p:cNvSpPr/>
            <p:nvPr/>
          </p:nvSpPr>
          <p:spPr>
            <a:xfrm>
              <a:off x="6773381" y="23286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3" name="pt20173"/>
            <p:cNvSpPr/>
            <p:nvPr/>
          </p:nvSpPr>
          <p:spPr>
            <a:xfrm>
              <a:off x="7168221" y="21755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4" name="pt20174"/>
            <p:cNvSpPr/>
            <p:nvPr/>
          </p:nvSpPr>
          <p:spPr>
            <a:xfrm>
              <a:off x="6774644" y="25428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5" name="pt20175"/>
            <p:cNvSpPr/>
            <p:nvPr/>
          </p:nvSpPr>
          <p:spPr>
            <a:xfrm>
              <a:off x="6727975" y="17412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6" name="pt20176"/>
            <p:cNvSpPr/>
            <p:nvPr/>
          </p:nvSpPr>
          <p:spPr>
            <a:xfrm>
              <a:off x="7078476" y="22190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7" name="pt20177"/>
            <p:cNvSpPr/>
            <p:nvPr/>
          </p:nvSpPr>
          <p:spPr>
            <a:xfrm>
              <a:off x="7070004" y="22022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8" name="pt20178"/>
            <p:cNvSpPr/>
            <p:nvPr/>
          </p:nvSpPr>
          <p:spPr>
            <a:xfrm>
              <a:off x="6989169" y="19288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9" name="pt20179"/>
            <p:cNvSpPr/>
            <p:nvPr/>
          </p:nvSpPr>
          <p:spPr>
            <a:xfrm>
              <a:off x="6897861" y="22420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0" name="pt20180"/>
            <p:cNvSpPr/>
            <p:nvPr/>
          </p:nvSpPr>
          <p:spPr>
            <a:xfrm>
              <a:off x="6994915" y="20494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1" name="pt20181"/>
            <p:cNvSpPr/>
            <p:nvPr/>
          </p:nvSpPr>
          <p:spPr>
            <a:xfrm>
              <a:off x="7348967" y="26413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2" name="pt20182"/>
            <p:cNvSpPr/>
            <p:nvPr/>
          </p:nvSpPr>
          <p:spPr>
            <a:xfrm>
              <a:off x="7072381" y="21346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3" name="pt20183"/>
            <p:cNvSpPr/>
            <p:nvPr/>
          </p:nvSpPr>
          <p:spPr>
            <a:xfrm>
              <a:off x="7063425" y="21472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4" name="pt20184"/>
            <p:cNvSpPr/>
            <p:nvPr/>
          </p:nvSpPr>
          <p:spPr>
            <a:xfrm>
              <a:off x="7178164" y="21164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5" name="pt20185"/>
            <p:cNvSpPr/>
            <p:nvPr/>
          </p:nvSpPr>
          <p:spPr>
            <a:xfrm>
              <a:off x="7249808" y="2002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6" name="pt20186"/>
            <p:cNvSpPr/>
            <p:nvPr/>
          </p:nvSpPr>
          <p:spPr>
            <a:xfrm>
              <a:off x="7375318" y="20699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7" name="pt20187"/>
            <p:cNvSpPr/>
            <p:nvPr/>
          </p:nvSpPr>
          <p:spPr>
            <a:xfrm>
              <a:off x="7020845" y="20859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8" name="pt20188"/>
            <p:cNvSpPr/>
            <p:nvPr/>
          </p:nvSpPr>
          <p:spPr>
            <a:xfrm>
              <a:off x="7133529" y="23305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9" name="pt20189"/>
            <p:cNvSpPr/>
            <p:nvPr/>
          </p:nvSpPr>
          <p:spPr>
            <a:xfrm>
              <a:off x="7113021" y="21688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0" name="pt20190"/>
            <p:cNvSpPr/>
            <p:nvPr/>
          </p:nvSpPr>
          <p:spPr>
            <a:xfrm>
              <a:off x="7404394" y="27284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1" name="pt20191"/>
            <p:cNvSpPr/>
            <p:nvPr/>
          </p:nvSpPr>
          <p:spPr>
            <a:xfrm>
              <a:off x="7130665" y="21559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2" name="pt20192"/>
            <p:cNvSpPr/>
            <p:nvPr/>
          </p:nvSpPr>
          <p:spPr>
            <a:xfrm>
              <a:off x="7282453" y="18786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3" name="pt20193"/>
            <p:cNvSpPr/>
            <p:nvPr/>
          </p:nvSpPr>
          <p:spPr>
            <a:xfrm>
              <a:off x="7022468" y="23548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4" name="pt20194"/>
            <p:cNvSpPr/>
            <p:nvPr/>
          </p:nvSpPr>
          <p:spPr>
            <a:xfrm>
              <a:off x="7220172" y="20238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5" name="pt20195"/>
            <p:cNvSpPr/>
            <p:nvPr/>
          </p:nvSpPr>
          <p:spPr>
            <a:xfrm>
              <a:off x="7090227" y="21311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6" name="pt20196"/>
            <p:cNvSpPr/>
            <p:nvPr/>
          </p:nvSpPr>
          <p:spPr>
            <a:xfrm>
              <a:off x="6899771" y="22249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7" name="pt20197"/>
            <p:cNvSpPr/>
            <p:nvPr/>
          </p:nvSpPr>
          <p:spPr>
            <a:xfrm>
              <a:off x="7155244" y="20440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8" name="pt20198"/>
            <p:cNvSpPr/>
            <p:nvPr/>
          </p:nvSpPr>
          <p:spPr>
            <a:xfrm>
              <a:off x="7102234" y="21354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9" name="pt20199"/>
            <p:cNvSpPr/>
            <p:nvPr/>
          </p:nvSpPr>
          <p:spPr>
            <a:xfrm>
              <a:off x="7179023" y="20477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0" name="pt20200"/>
            <p:cNvSpPr/>
            <p:nvPr/>
          </p:nvSpPr>
          <p:spPr>
            <a:xfrm>
              <a:off x="6672899" y="22563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1" name="pt20201"/>
            <p:cNvSpPr/>
            <p:nvPr/>
          </p:nvSpPr>
          <p:spPr>
            <a:xfrm>
              <a:off x="7063215" y="20408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2" name="pt20202"/>
            <p:cNvSpPr/>
            <p:nvPr/>
          </p:nvSpPr>
          <p:spPr>
            <a:xfrm>
              <a:off x="7292773" y="19713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3" name="pt20203"/>
            <p:cNvSpPr/>
            <p:nvPr/>
          </p:nvSpPr>
          <p:spPr>
            <a:xfrm>
              <a:off x="6964930" y="1959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4" name="pt20204"/>
            <p:cNvSpPr/>
            <p:nvPr/>
          </p:nvSpPr>
          <p:spPr>
            <a:xfrm>
              <a:off x="7385617" y="23168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5" name="pt20205"/>
            <p:cNvSpPr/>
            <p:nvPr/>
          </p:nvSpPr>
          <p:spPr>
            <a:xfrm>
              <a:off x="7177883" y="20628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6" name="pt20206"/>
            <p:cNvSpPr/>
            <p:nvPr/>
          </p:nvSpPr>
          <p:spPr>
            <a:xfrm>
              <a:off x="7251580" y="20103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7" name="pt20207"/>
            <p:cNvSpPr/>
            <p:nvPr/>
          </p:nvSpPr>
          <p:spPr>
            <a:xfrm>
              <a:off x="7158742" y="20725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8" name="pt20208"/>
            <p:cNvSpPr/>
            <p:nvPr/>
          </p:nvSpPr>
          <p:spPr>
            <a:xfrm>
              <a:off x="7118258" y="21744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9" name="pt20209"/>
            <p:cNvSpPr/>
            <p:nvPr/>
          </p:nvSpPr>
          <p:spPr>
            <a:xfrm>
              <a:off x="6899508" y="22814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0" name="pt20210"/>
            <p:cNvSpPr/>
            <p:nvPr/>
          </p:nvSpPr>
          <p:spPr>
            <a:xfrm>
              <a:off x="7125279" y="21767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1" name="pt20211"/>
            <p:cNvSpPr/>
            <p:nvPr/>
          </p:nvSpPr>
          <p:spPr>
            <a:xfrm>
              <a:off x="6685737" y="1639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2" name="pt20212"/>
            <p:cNvSpPr/>
            <p:nvPr/>
          </p:nvSpPr>
          <p:spPr>
            <a:xfrm>
              <a:off x="7266494" y="20036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3" name="pt20213"/>
            <p:cNvSpPr/>
            <p:nvPr/>
          </p:nvSpPr>
          <p:spPr>
            <a:xfrm>
              <a:off x="7202463" y="20831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4" name="pt20214"/>
            <p:cNvSpPr/>
            <p:nvPr/>
          </p:nvSpPr>
          <p:spPr>
            <a:xfrm>
              <a:off x="7180174" y="2121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5" name="pt20215"/>
            <p:cNvSpPr/>
            <p:nvPr/>
          </p:nvSpPr>
          <p:spPr>
            <a:xfrm>
              <a:off x="7027846" y="22303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6" name="pt20216"/>
            <p:cNvSpPr/>
            <p:nvPr/>
          </p:nvSpPr>
          <p:spPr>
            <a:xfrm>
              <a:off x="7090957" y="22325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7" name="pt20217"/>
            <p:cNvSpPr/>
            <p:nvPr/>
          </p:nvSpPr>
          <p:spPr>
            <a:xfrm>
              <a:off x="7182631" y="20771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8" name="pt20218"/>
            <p:cNvSpPr/>
            <p:nvPr/>
          </p:nvSpPr>
          <p:spPr>
            <a:xfrm>
              <a:off x="6973589" y="19078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9" name="pt20219"/>
            <p:cNvSpPr/>
            <p:nvPr/>
          </p:nvSpPr>
          <p:spPr>
            <a:xfrm>
              <a:off x="7219421" y="21322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0" name="pt20220"/>
            <p:cNvSpPr/>
            <p:nvPr/>
          </p:nvSpPr>
          <p:spPr>
            <a:xfrm>
              <a:off x="6941633" y="21244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1" name="pt20221"/>
            <p:cNvSpPr/>
            <p:nvPr/>
          </p:nvSpPr>
          <p:spPr>
            <a:xfrm>
              <a:off x="7668204" y="25710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2" name="pt20222"/>
            <p:cNvSpPr/>
            <p:nvPr/>
          </p:nvSpPr>
          <p:spPr>
            <a:xfrm>
              <a:off x="7330088" y="21752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3" name="pt20223"/>
            <p:cNvSpPr/>
            <p:nvPr/>
          </p:nvSpPr>
          <p:spPr>
            <a:xfrm>
              <a:off x="7379648" y="26159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4" name="pt20224"/>
            <p:cNvSpPr/>
            <p:nvPr/>
          </p:nvSpPr>
          <p:spPr>
            <a:xfrm>
              <a:off x="7146128" y="20547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5" name="pt20225"/>
            <p:cNvSpPr/>
            <p:nvPr/>
          </p:nvSpPr>
          <p:spPr>
            <a:xfrm>
              <a:off x="7362520" y="21069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6" name="pt20226"/>
            <p:cNvSpPr/>
            <p:nvPr/>
          </p:nvSpPr>
          <p:spPr>
            <a:xfrm>
              <a:off x="7270259" y="1986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7" name="pt20227"/>
            <p:cNvSpPr/>
            <p:nvPr/>
          </p:nvSpPr>
          <p:spPr>
            <a:xfrm>
              <a:off x="7419235" y="27315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8" name="pt20228"/>
            <p:cNvSpPr/>
            <p:nvPr/>
          </p:nvSpPr>
          <p:spPr>
            <a:xfrm>
              <a:off x="6798308" y="2307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9" name="pt20229"/>
            <p:cNvSpPr/>
            <p:nvPr/>
          </p:nvSpPr>
          <p:spPr>
            <a:xfrm>
              <a:off x="7645685" y="24132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0" name="pt20230"/>
            <p:cNvSpPr/>
            <p:nvPr/>
          </p:nvSpPr>
          <p:spPr>
            <a:xfrm>
              <a:off x="6881937" y="18358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1" name="pt20231"/>
            <p:cNvSpPr/>
            <p:nvPr/>
          </p:nvSpPr>
          <p:spPr>
            <a:xfrm>
              <a:off x="7057773" y="23169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2" name="pt20232"/>
            <p:cNvSpPr/>
            <p:nvPr/>
          </p:nvSpPr>
          <p:spPr>
            <a:xfrm>
              <a:off x="7312277" y="19830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3" name="pt20233"/>
            <p:cNvSpPr/>
            <p:nvPr/>
          </p:nvSpPr>
          <p:spPr>
            <a:xfrm>
              <a:off x="7284946" y="2007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4" name="pt20234"/>
            <p:cNvSpPr/>
            <p:nvPr/>
          </p:nvSpPr>
          <p:spPr>
            <a:xfrm>
              <a:off x="6947669" y="20616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5" name="pt20235"/>
            <p:cNvSpPr/>
            <p:nvPr/>
          </p:nvSpPr>
          <p:spPr>
            <a:xfrm>
              <a:off x="7066275" y="21395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6" name="pt20236"/>
            <p:cNvSpPr/>
            <p:nvPr/>
          </p:nvSpPr>
          <p:spPr>
            <a:xfrm>
              <a:off x="7179645" y="21189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7" name="pt20237"/>
            <p:cNvSpPr/>
            <p:nvPr/>
          </p:nvSpPr>
          <p:spPr>
            <a:xfrm>
              <a:off x="7104923" y="21676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8" name="pt20238"/>
            <p:cNvSpPr/>
            <p:nvPr/>
          </p:nvSpPr>
          <p:spPr>
            <a:xfrm>
              <a:off x="7098857" y="1959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9" name="pt20239"/>
            <p:cNvSpPr/>
            <p:nvPr/>
          </p:nvSpPr>
          <p:spPr>
            <a:xfrm>
              <a:off x="6923518" y="20243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0" name="pt20240"/>
            <p:cNvSpPr/>
            <p:nvPr/>
          </p:nvSpPr>
          <p:spPr>
            <a:xfrm>
              <a:off x="6906009" y="22695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1" name="pt20241"/>
            <p:cNvSpPr/>
            <p:nvPr/>
          </p:nvSpPr>
          <p:spPr>
            <a:xfrm>
              <a:off x="7193500" y="22718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2" name="pt20242"/>
            <p:cNvSpPr/>
            <p:nvPr/>
          </p:nvSpPr>
          <p:spPr>
            <a:xfrm>
              <a:off x="7191112" y="23464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3" name="pt20243"/>
            <p:cNvSpPr/>
            <p:nvPr/>
          </p:nvSpPr>
          <p:spPr>
            <a:xfrm>
              <a:off x="7050568" y="17170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4" name="pt20244"/>
            <p:cNvSpPr/>
            <p:nvPr/>
          </p:nvSpPr>
          <p:spPr>
            <a:xfrm>
              <a:off x="7055314" y="21477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5" name="pt20245"/>
            <p:cNvSpPr/>
            <p:nvPr/>
          </p:nvSpPr>
          <p:spPr>
            <a:xfrm>
              <a:off x="7153829" y="20442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6" name="pt20246"/>
            <p:cNvSpPr/>
            <p:nvPr/>
          </p:nvSpPr>
          <p:spPr>
            <a:xfrm>
              <a:off x="7210907" y="21370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7" name="pt20247"/>
            <p:cNvSpPr/>
            <p:nvPr/>
          </p:nvSpPr>
          <p:spPr>
            <a:xfrm>
              <a:off x="7267216" y="20848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8" name="pt20248"/>
            <p:cNvSpPr/>
            <p:nvPr/>
          </p:nvSpPr>
          <p:spPr>
            <a:xfrm>
              <a:off x="7171293" y="20774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9" name="pt20249"/>
            <p:cNvSpPr/>
            <p:nvPr/>
          </p:nvSpPr>
          <p:spPr>
            <a:xfrm>
              <a:off x="7133600" y="23562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0" name="pt20250"/>
            <p:cNvSpPr/>
            <p:nvPr/>
          </p:nvSpPr>
          <p:spPr>
            <a:xfrm>
              <a:off x="7090682" y="21961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1" name="pt20251"/>
            <p:cNvSpPr/>
            <p:nvPr/>
          </p:nvSpPr>
          <p:spPr>
            <a:xfrm>
              <a:off x="6922169" y="21682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2" name="pt20252"/>
            <p:cNvSpPr/>
            <p:nvPr/>
          </p:nvSpPr>
          <p:spPr>
            <a:xfrm>
              <a:off x="7215322" y="21322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3" name="pt20253"/>
            <p:cNvSpPr/>
            <p:nvPr/>
          </p:nvSpPr>
          <p:spPr>
            <a:xfrm>
              <a:off x="7241588" y="20784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4" name="pt20254"/>
            <p:cNvSpPr/>
            <p:nvPr/>
          </p:nvSpPr>
          <p:spPr>
            <a:xfrm>
              <a:off x="7137354" y="22428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5" name="pt20255"/>
            <p:cNvSpPr/>
            <p:nvPr/>
          </p:nvSpPr>
          <p:spPr>
            <a:xfrm>
              <a:off x="6653125" y="21104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6" name="pt20256"/>
            <p:cNvSpPr/>
            <p:nvPr/>
          </p:nvSpPr>
          <p:spPr>
            <a:xfrm>
              <a:off x="6851387" y="22535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7" name="pt20257"/>
            <p:cNvSpPr/>
            <p:nvPr/>
          </p:nvSpPr>
          <p:spPr>
            <a:xfrm>
              <a:off x="7276032" y="20278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8" name="pt20258"/>
            <p:cNvSpPr/>
            <p:nvPr/>
          </p:nvSpPr>
          <p:spPr>
            <a:xfrm>
              <a:off x="7065605" y="20919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9" name="pt20259"/>
            <p:cNvSpPr/>
            <p:nvPr/>
          </p:nvSpPr>
          <p:spPr>
            <a:xfrm>
              <a:off x="7236912" y="21579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0" name="pt20260"/>
            <p:cNvSpPr/>
            <p:nvPr/>
          </p:nvSpPr>
          <p:spPr>
            <a:xfrm>
              <a:off x="7038409" y="24128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1" name="pt20261"/>
            <p:cNvSpPr/>
            <p:nvPr/>
          </p:nvSpPr>
          <p:spPr>
            <a:xfrm>
              <a:off x="7153059" y="19685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2" name="pt20262"/>
            <p:cNvSpPr/>
            <p:nvPr/>
          </p:nvSpPr>
          <p:spPr>
            <a:xfrm>
              <a:off x="7109130" y="21075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3" name="pt20263"/>
            <p:cNvSpPr/>
            <p:nvPr/>
          </p:nvSpPr>
          <p:spPr>
            <a:xfrm>
              <a:off x="6903098" y="21391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4" name="pt20264"/>
            <p:cNvSpPr/>
            <p:nvPr/>
          </p:nvSpPr>
          <p:spPr>
            <a:xfrm>
              <a:off x="7218358" y="20074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5" name="pt20265"/>
            <p:cNvSpPr/>
            <p:nvPr/>
          </p:nvSpPr>
          <p:spPr>
            <a:xfrm>
              <a:off x="7262579" y="21133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6" name="pt20266"/>
            <p:cNvSpPr/>
            <p:nvPr/>
          </p:nvSpPr>
          <p:spPr>
            <a:xfrm>
              <a:off x="7055273" y="20782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7" name="pt20267"/>
            <p:cNvSpPr/>
            <p:nvPr/>
          </p:nvSpPr>
          <p:spPr>
            <a:xfrm>
              <a:off x="7250782" y="21575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8" name="pt20268"/>
            <p:cNvSpPr/>
            <p:nvPr/>
          </p:nvSpPr>
          <p:spPr>
            <a:xfrm>
              <a:off x="7128759" y="22910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9" name="pt20269"/>
            <p:cNvSpPr/>
            <p:nvPr/>
          </p:nvSpPr>
          <p:spPr>
            <a:xfrm>
              <a:off x="7201335" y="21926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0" name="pt20270"/>
            <p:cNvSpPr/>
            <p:nvPr/>
          </p:nvSpPr>
          <p:spPr>
            <a:xfrm>
              <a:off x="7046790" y="17021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1" name="pt20271"/>
            <p:cNvSpPr/>
            <p:nvPr/>
          </p:nvSpPr>
          <p:spPr>
            <a:xfrm>
              <a:off x="7055686" y="21141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2" name="pt20272"/>
            <p:cNvSpPr/>
            <p:nvPr/>
          </p:nvSpPr>
          <p:spPr>
            <a:xfrm>
              <a:off x="7180111" y="20684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3" name="pt20273"/>
            <p:cNvSpPr/>
            <p:nvPr/>
          </p:nvSpPr>
          <p:spPr>
            <a:xfrm>
              <a:off x="6963275" y="20461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4" name="pt20274"/>
            <p:cNvSpPr/>
            <p:nvPr/>
          </p:nvSpPr>
          <p:spPr>
            <a:xfrm>
              <a:off x="7099371" y="20533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5" name="pt20275"/>
            <p:cNvSpPr/>
            <p:nvPr/>
          </p:nvSpPr>
          <p:spPr>
            <a:xfrm>
              <a:off x="7095476" y="21592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6" name="pt20276"/>
            <p:cNvSpPr/>
            <p:nvPr/>
          </p:nvSpPr>
          <p:spPr>
            <a:xfrm>
              <a:off x="7148899" y="21068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7" name="pt20277"/>
            <p:cNvSpPr/>
            <p:nvPr/>
          </p:nvSpPr>
          <p:spPr>
            <a:xfrm>
              <a:off x="7128652" y="22470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8" name="pt20278"/>
            <p:cNvSpPr/>
            <p:nvPr/>
          </p:nvSpPr>
          <p:spPr>
            <a:xfrm>
              <a:off x="7216715" y="20924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9" name="pt20279"/>
            <p:cNvSpPr/>
            <p:nvPr/>
          </p:nvSpPr>
          <p:spPr>
            <a:xfrm>
              <a:off x="7088301" y="21464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0" name="pt20280"/>
            <p:cNvSpPr/>
            <p:nvPr/>
          </p:nvSpPr>
          <p:spPr>
            <a:xfrm>
              <a:off x="7223052" y="19444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1" name="pt20281"/>
            <p:cNvSpPr/>
            <p:nvPr/>
          </p:nvSpPr>
          <p:spPr>
            <a:xfrm>
              <a:off x="7345586" y="2455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2" name="pt20282"/>
            <p:cNvSpPr/>
            <p:nvPr/>
          </p:nvSpPr>
          <p:spPr>
            <a:xfrm>
              <a:off x="7037777" y="22465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3" name="pt20283"/>
            <p:cNvSpPr/>
            <p:nvPr/>
          </p:nvSpPr>
          <p:spPr>
            <a:xfrm>
              <a:off x="7133259" y="23610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4" name="pt20284"/>
            <p:cNvSpPr/>
            <p:nvPr/>
          </p:nvSpPr>
          <p:spPr>
            <a:xfrm>
              <a:off x="6987065" y="18702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5" name="pt20285"/>
            <p:cNvSpPr/>
            <p:nvPr/>
          </p:nvSpPr>
          <p:spPr>
            <a:xfrm>
              <a:off x="6904478" y="21259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6" name="pt20286"/>
            <p:cNvSpPr/>
            <p:nvPr/>
          </p:nvSpPr>
          <p:spPr>
            <a:xfrm>
              <a:off x="6952117" y="19837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7" name="pt20287"/>
            <p:cNvSpPr/>
            <p:nvPr/>
          </p:nvSpPr>
          <p:spPr>
            <a:xfrm>
              <a:off x="7309377" y="21004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8" name="pt20288"/>
            <p:cNvSpPr/>
            <p:nvPr/>
          </p:nvSpPr>
          <p:spPr>
            <a:xfrm>
              <a:off x="6954333" y="20034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9" name="pt20289"/>
            <p:cNvSpPr/>
            <p:nvPr/>
          </p:nvSpPr>
          <p:spPr>
            <a:xfrm>
              <a:off x="7155594" y="19658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0" name="pt20290"/>
            <p:cNvSpPr/>
            <p:nvPr/>
          </p:nvSpPr>
          <p:spPr>
            <a:xfrm>
              <a:off x="7065630" y="2061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1" name="pt20291"/>
            <p:cNvSpPr/>
            <p:nvPr/>
          </p:nvSpPr>
          <p:spPr>
            <a:xfrm>
              <a:off x="7191246" y="22744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2" name="pt20292"/>
            <p:cNvSpPr/>
            <p:nvPr/>
          </p:nvSpPr>
          <p:spPr>
            <a:xfrm>
              <a:off x="7567429" y="24938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3" name="pt20293"/>
            <p:cNvSpPr/>
            <p:nvPr/>
          </p:nvSpPr>
          <p:spPr>
            <a:xfrm>
              <a:off x="7418442" y="23596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4" name="pt20294"/>
            <p:cNvSpPr/>
            <p:nvPr/>
          </p:nvSpPr>
          <p:spPr>
            <a:xfrm>
              <a:off x="7093630" y="21607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5" name="pt20295"/>
            <p:cNvSpPr/>
            <p:nvPr/>
          </p:nvSpPr>
          <p:spPr>
            <a:xfrm>
              <a:off x="7279743" y="20223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6" name="pt20296"/>
            <p:cNvSpPr/>
            <p:nvPr/>
          </p:nvSpPr>
          <p:spPr>
            <a:xfrm>
              <a:off x="7117415" y="21694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7" name="pt20297"/>
            <p:cNvSpPr/>
            <p:nvPr/>
          </p:nvSpPr>
          <p:spPr>
            <a:xfrm>
              <a:off x="7176171" y="20814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8" name="pt20298"/>
            <p:cNvSpPr/>
            <p:nvPr/>
          </p:nvSpPr>
          <p:spPr>
            <a:xfrm>
              <a:off x="7159827" y="20280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9" name="pt20299"/>
            <p:cNvSpPr/>
            <p:nvPr/>
          </p:nvSpPr>
          <p:spPr>
            <a:xfrm>
              <a:off x="7206383" y="2272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0" name="pt20300"/>
            <p:cNvSpPr/>
            <p:nvPr/>
          </p:nvSpPr>
          <p:spPr>
            <a:xfrm>
              <a:off x="7215219" y="20738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1" name="pt20301"/>
            <p:cNvSpPr/>
            <p:nvPr/>
          </p:nvSpPr>
          <p:spPr>
            <a:xfrm>
              <a:off x="7191653" y="22426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2" name="pt20302"/>
            <p:cNvSpPr/>
            <p:nvPr/>
          </p:nvSpPr>
          <p:spPr>
            <a:xfrm>
              <a:off x="6939037" y="20898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3" name="pt20303"/>
            <p:cNvSpPr/>
            <p:nvPr/>
          </p:nvSpPr>
          <p:spPr>
            <a:xfrm>
              <a:off x="7048351" y="18089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4" name="pt20304"/>
            <p:cNvSpPr/>
            <p:nvPr/>
          </p:nvSpPr>
          <p:spPr>
            <a:xfrm>
              <a:off x="7600834" y="23483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5" name="pt20305"/>
            <p:cNvSpPr/>
            <p:nvPr/>
          </p:nvSpPr>
          <p:spPr>
            <a:xfrm>
              <a:off x="6953845" y="20784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6" name="pt20306"/>
            <p:cNvSpPr/>
            <p:nvPr/>
          </p:nvSpPr>
          <p:spPr>
            <a:xfrm>
              <a:off x="7119378" y="22089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7" name="pt20307"/>
            <p:cNvSpPr/>
            <p:nvPr/>
          </p:nvSpPr>
          <p:spPr>
            <a:xfrm>
              <a:off x="7197920" y="22497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8" name="pt20308"/>
            <p:cNvSpPr/>
            <p:nvPr/>
          </p:nvSpPr>
          <p:spPr>
            <a:xfrm>
              <a:off x="7195608" y="21921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9" name="pt20309"/>
            <p:cNvSpPr/>
            <p:nvPr/>
          </p:nvSpPr>
          <p:spPr>
            <a:xfrm>
              <a:off x="7134228" y="23441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0" name="pt20310"/>
            <p:cNvSpPr/>
            <p:nvPr/>
          </p:nvSpPr>
          <p:spPr>
            <a:xfrm>
              <a:off x="6930835" y="21907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1" name="pt20311"/>
            <p:cNvSpPr/>
            <p:nvPr/>
          </p:nvSpPr>
          <p:spPr>
            <a:xfrm>
              <a:off x="7726572" y="21947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2" name="pt20312"/>
            <p:cNvSpPr/>
            <p:nvPr/>
          </p:nvSpPr>
          <p:spPr>
            <a:xfrm>
              <a:off x="7294679" y="20472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3" name="pt20313"/>
            <p:cNvSpPr/>
            <p:nvPr/>
          </p:nvSpPr>
          <p:spPr>
            <a:xfrm>
              <a:off x="6976388" y="18973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4" name="pt20314"/>
            <p:cNvSpPr/>
            <p:nvPr/>
          </p:nvSpPr>
          <p:spPr>
            <a:xfrm>
              <a:off x="6926498" y="19561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5" name="pt20315"/>
            <p:cNvSpPr/>
            <p:nvPr/>
          </p:nvSpPr>
          <p:spPr>
            <a:xfrm>
              <a:off x="7112944" y="22048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6" name="pt20316"/>
            <p:cNvSpPr/>
            <p:nvPr/>
          </p:nvSpPr>
          <p:spPr>
            <a:xfrm>
              <a:off x="7223101" y="15982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7" name="pt20317"/>
            <p:cNvSpPr/>
            <p:nvPr/>
          </p:nvSpPr>
          <p:spPr>
            <a:xfrm>
              <a:off x="6991683" y="19999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8" name="pt20318"/>
            <p:cNvSpPr/>
            <p:nvPr/>
          </p:nvSpPr>
          <p:spPr>
            <a:xfrm>
              <a:off x="7276680" y="19859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9" name="pt20319"/>
            <p:cNvSpPr/>
            <p:nvPr/>
          </p:nvSpPr>
          <p:spPr>
            <a:xfrm>
              <a:off x="7040598" y="22661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0" name="pt20320"/>
            <p:cNvSpPr/>
            <p:nvPr/>
          </p:nvSpPr>
          <p:spPr>
            <a:xfrm>
              <a:off x="6967007" y="19650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1" name="pt20321"/>
            <p:cNvSpPr/>
            <p:nvPr/>
          </p:nvSpPr>
          <p:spPr>
            <a:xfrm>
              <a:off x="7402201" y="28697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2" name="pt20322"/>
            <p:cNvSpPr/>
            <p:nvPr/>
          </p:nvSpPr>
          <p:spPr>
            <a:xfrm>
              <a:off x="7143135" y="21714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3" name="pt20323"/>
            <p:cNvSpPr/>
            <p:nvPr/>
          </p:nvSpPr>
          <p:spPr>
            <a:xfrm>
              <a:off x="7261299" y="21581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4" name="pt20324"/>
            <p:cNvSpPr/>
            <p:nvPr/>
          </p:nvSpPr>
          <p:spPr>
            <a:xfrm>
              <a:off x="7358425" y="21434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5" name="pt20325"/>
            <p:cNvSpPr/>
            <p:nvPr/>
          </p:nvSpPr>
          <p:spPr>
            <a:xfrm>
              <a:off x="7115067" y="21535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6" name="pt20326"/>
            <p:cNvSpPr/>
            <p:nvPr/>
          </p:nvSpPr>
          <p:spPr>
            <a:xfrm>
              <a:off x="7403703" y="2283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7" name="pt20327"/>
            <p:cNvSpPr/>
            <p:nvPr/>
          </p:nvSpPr>
          <p:spPr>
            <a:xfrm>
              <a:off x="7123138" y="2192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8" name="pt20328"/>
            <p:cNvSpPr/>
            <p:nvPr/>
          </p:nvSpPr>
          <p:spPr>
            <a:xfrm>
              <a:off x="7460134" y="23744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9" name="pt20329"/>
            <p:cNvSpPr/>
            <p:nvPr/>
          </p:nvSpPr>
          <p:spPr>
            <a:xfrm>
              <a:off x="7187291" y="22467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0" name="pt20330"/>
            <p:cNvSpPr/>
            <p:nvPr/>
          </p:nvSpPr>
          <p:spPr>
            <a:xfrm>
              <a:off x="7049454" y="17827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1" name="pt20331"/>
            <p:cNvSpPr/>
            <p:nvPr/>
          </p:nvSpPr>
          <p:spPr>
            <a:xfrm>
              <a:off x="7054611" y="21383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2" name="pt20332"/>
            <p:cNvSpPr/>
            <p:nvPr/>
          </p:nvSpPr>
          <p:spPr>
            <a:xfrm>
              <a:off x="7110586" y="22237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3" name="pt20333"/>
            <p:cNvSpPr/>
            <p:nvPr/>
          </p:nvSpPr>
          <p:spPr>
            <a:xfrm>
              <a:off x="7266199" y="20022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4" name="pt20334"/>
            <p:cNvSpPr/>
            <p:nvPr/>
          </p:nvSpPr>
          <p:spPr>
            <a:xfrm>
              <a:off x="7120662" y="21327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5" name="pt20335"/>
            <p:cNvSpPr/>
            <p:nvPr/>
          </p:nvSpPr>
          <p:spPr>
            <a:xfrm>
              <a:off x="7227119" y="22114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6" name="pt20336"/>
            <p:cNvSpPr/>
            <p:nvPr/>
          </p:nvSpPr>
          <p:spPr>
            <a:xfrm>
              <a:off x="7178659" y="20312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7" name="pt20337"/>
            <p:cNvSpPr/>
            <p:nvPr/>
          </p:nvSpPr>
          <p:spPr>
            <a:xfrm>
              <a:off x="7333552" y="21200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8" name="pt20338"/>
            <p:cNvSpPr/>
            <p:nvPr/>
          </p:nvSpPr>
          <p:spPr>
            <a:xfrm>
              <a:off x="6938401" y="2148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9" name="pt20339"/>
            <p:cNvSpPr/>
            <p:nvPr/>
          </p:nvSpPr>
          <p:spPr>
            <a:xfrm>
              <a:off x="7190038" y="23684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0" name="pt20340"/>
            <p:cNvSpPr/>
            <p:nvPr/>
          </p:nvSpPr>
          <p:spPr>
            <a:xfrm>
              <a:off x="7712312" y="20540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1" name="pt20341"/>
            <p:cNvSpPr/>
            <p:nvPr/>
          </p:nvSpPr>
          <p:spPr>
            <a:xfrm>
              <a:off x="7145809" y="21100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2" name="pt20342"/>
            <p:cNvSpPr/>
            <p:nvPr/>
          </p:nvSpPr>
          <p:spPr>
            <a:xfrm>
              <a:off x="6846978" y="25218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3" name="pt20343"/>
            <p:cNvSpPr/>
            <p:nvPr/>
          </p:nvSpPr>
          <p:spPr>
            <a:xfrm>
              <a:off x="7081018" y="22435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4" name="pt20344"/>
            <p:cNvSpPr/>
            <p:nvPr/>
          </p:nvSpPr>
          <p:spPr>
            <a:xfrm>
              <a:off x="7352322" y="24610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5" name="pt20345"/>
            <p:cNvSpPr/>
            <p:nvPr/>
          </p:nvSpPr>
          <p:spPr>
            <a:xfrm>
              <a:off x="7220303" y="18143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6" name="pt20346"/>
            <p:cNvSpPr/>
            <p:nvPr/>
          </p:nvSpPr>
          <p:spPr>
            <a:xfrm>
              <a:off x="7108922" y="20606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7" name="pt20347"/>
            <p:cNvSpPr/>
            <p:nvPr/>
          </p:nvSpPr>
          <p:spPr>
            <a:xfrm>
              <a:off x="6908278" y="22632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8" name="pt20348"/>
            <p:cNvSpPr/>
            <p:nvPr/>
          </p:nvSpPr>
          <p:spPr>
            <a:xfrm>
              <a:off x="6970727" y="21033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9" name="pt20349"/>
            <p:cNvSpPr/>
            <p:nvPr/>
          </p:nvSpPr>
          <p:spPr>
            <a:xfrm>
              <a:off x="7142143" y="21859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0" name="pt20350"/>
            <p:cNvSpPr/>
            <p:nvPr/>
          </p:nvSpPr>
          <p:spPr>
            <a:xfrm>
              <a:off x="7005207" y="19820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1" name="pt20351"/>
            <p:cNvSpPr/>
            <p:nvPr/>
          </p:nvSpPr>
          <p:spPr>
            <a:xfrm>
              <a:off x="6893540" y="16347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2" name="pt20352"/>
            <p:cNvSpPr/>
            <p:nvPr/>
          </p:nvSpPr>
          <p:spPr>
            <a:xfrm>
              <a:off x="7098714" y="21019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3" name="pt20353"/>
            <p:cNvSpPr/>
            <p:nvPr/>
          </p:nvSpPr>
          <p:spPr>
            <a:xfrm>
              <a:off x="7236342" y="20065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4" name="pt20354"/>
            <p:cNvSpPr/>
            <p:nvPr/>
          </p:nvSpPr>
          <p:spPr>
            <a:xfrm>
              <a:off x="7171605" y="2070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5" name="pt20355"/>
            <p:cNvSpPr/>
            <p:nvPr/>
          </p:nvSpPr>
          <p:spPr>
            <a:xfrm>
              <a:off x="7111772" y="21253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6" name="pt20356"/>
            <p:cNvSpPr/>
            <p:nvPr/>
          </p:nvSpPr>
          <p:spPr>
            <a:xfrm>
              <a:off x="7169349" y="21672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7" name="pt20357"/>
            <p:cNvSpPr/>
            <p:nvPr/>
          </p:nvSpPr>
          <p:spPr>
            <a:xfrm>
              <a:off x="7255524" y="20545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8" name="pt20358"/>
            <p:cNvSpPr/>
            <p:nvPr/>
          </p:nvSpPr>
          <p:spPr>
            <a:xfrm>
              <a:off x="7377580" y="22397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9" name="pt20359"/>
            <p:cNvSpPr/>
            <p:nvPr/>
          </p:nvSpPr>
          <p:spPr>
            <a:xfrm>
              <a:off x="6940747" y="22407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0" name="pt20360"/>
            <p:cNvSpPr/>
            <p:nvPr/>
          </p:nvSpPr>
          <p:spPr>
            <a:xfrm>
              <a:off x="7076620" y="23096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1" name="pt20361"/>
            <p:cNvSpPr/>
            <p:nvPr/>
          </p:nvSpPr>
          <p:spPr>
            <a:xfrm>
              <a:off x="7238723" y="22154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2" name="pt20362"/>
            <p:cNvSpPr/>
            <p:nvPr/>
          </p:nvSpPr>
          <p:spPr>
            <a:xfrm>
              <a:off x="7280194" y="20256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3" name="pt20363"/>
            <p:cNvSpPr/>
            <p:nvPr/>
          </p:nvSpPr>
          <p:spPr>
            <a:xfrm>
              <a:off x="7315823" y="19869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4" name="pt20364"/>
            <p:cNvSpPr/>
            <p:nvPr/>
          </p:nvSpPr>
          <p:spPr>
            <a:xfrm>
              <a:off x="7092644" y="2153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5" name="pt20365"/>
            <p:cNvSpPr/>
            <p:nvPr/>
          </p:nvSpPr>
          <p:spPr>
            <a:xfrm>
              <a:off x="6783016" y="24927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6" name="pt20366"/>
            <p:cNvSpPr/>
            <p:nvPr/>
          </p:nvSpPr>
          <p:spPr>
            <a:xfrm>
              <a:off x="7614083" y="24808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7" name="pt20367"/>
            <p:cNvSpPr/>
            <p:nvPr/>
          </p:nvSpPr>
          <p:spPr>
            <a:xfrm>
              <a:off x="6798638" y="21110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8" name="pt20368"/>
            <p:cNvSpPr/>
            <p:nvPr/>
          </p:nvSpPr>
          <p:spPr>
            <a:xfrm>
              <a:off x="7459395" y="27815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9" name="pt20369"/>
            <p:cNvSpPr/>
            <p:nvPr/>
          </p:nvSpPr>
          <p:spPr>
            <a:xfrm>
              <a:off x="7004998" y="19619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0" name="pt20370"/>
            <p:cNvSpPr/>
            <p:nvPr/>
          </p:nvSpPr>
          <p:spPr>
            <a:xfrm>
              <a:off x="6626059" y="21681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1" name="pt20371"/>
            <p:cNvSpPr/>
            <p:nvPr/>
          </p:nvSpPr>
          <p:spPr>
            <a:xfrm>
              <a:off x="7180575" y="21367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2" name="pt20372"/>
            <p:cNvSpPr/>
            <p:nvPr/>
          </p:nvSpPr>
          <p:spPr>
            <a:xfrm>
              <a:off x="7284294" y="20813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3" name="pt20373"/>
            <p:cNvSpPr/>
            <p:nvPr/>
          </p:nvSpPr>
          <p:spPr>
            <a:xfrm>
              <a:off x="6873085" y="1696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4" name="pt20374"/>
            <p:cNvSpPr/>
            <p:nvPr/>
          </p:nvSpPr>
          <p:spPr>
            <a:xfrm>
              <a:off x="7190741" y="22275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5" name="pt20375"/>
            <p:cNvSpPr/>
            <p:nvPr/>
          </p:nvSpPr>
          <p:spPr>
            <a:xfrm>
              <a:off x="6948155" y="21280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6" name="pt20376"/>
            <p:cNvSpPr/>
            <p:nvPr/>
          </p:nvSpPr>
          <p:spPr>
            <a:xfrm>
              <a:off x="7458410" y="24278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7" name="pt20377"/>
            <p:cNvSpPr/>
            <p:nvPr/>
          </p:nvSpPr>
          <p:spPr>
            <a:xfrm>
              <a:off x="7397806" y="25514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8" name="pt20378"/>
            <p:cNvSpPr/>
            <p:nvPr/>
          </p:nvSpPr>
          <p:spPr>
            <a:xfrm>
              <a:off x="7156018" y="20135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9" name="pt20379"/>
            <p:cNvSpPr/>
            <p:nvPr/>
          </p:nvSpPr>
          <p:spPr>
            <a:xfrm>
              <a:off x="6966529" y="19634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0" name="pt20380"/>
            <p:cNvSpPr/>
            <p:nvPr/>
          </p:nvSpPr>
          <p:spPr>
            <a:xfrm>
              <a:off x="7046389" y="20374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1" name="pt20381"/>
            <p:cNvSpPr/>
            <p:nvPr/>
          </p:nvSpPr>
          <p:spPr>
            <a:xfrm>
              <a:off x="7188707" y="20186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2" name="pt20382"/>
            <p:cNvSpPr/>
            <p:nvPr/>
          </p:nvSpPr>
          <p:spPr>
            <a:xfrm>
              <a:off x="7044425" y="19343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3" name="pt20383"/>
            <p:cNvSpPr/>
            <p:nvPr/>
          </p:nvSpPr>
          <p:spPr>
            <a:xfrm>
              <a:off x="7214342" y="2165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4" name="pt20384"/>
            <p:cNvSpPr/>
            <p:nvPr/>
          </p:nvSpPr>
          <p:spPr>
            <a:xfrm>
              <a:off x="7211437" y="20956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5" name="pt20385"/>
            <p:cNvSpPr/>
            <p:nvPr/>
          </p:nvSpPr>
          <p:spPr>
            <a:xfrm>
              <a:off x="6924907" y="21331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6" name="pt20386"/>
            <p:cNvSpPr/>
            <p:nvPr/>
          </p:nvSpPr>
          <p:spPr>
            <a:xfrm>
              <a:off x="7213512" y="20915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7" name="pt20387"/>
            <p:cNvSpPr/>
            <p:nvPr/>
          </p:nvSpPr>
          <p:spPr>
            <a:xfrm>
              <a:off x="7098737" y="20955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8" name="pt20388"/>
            <p:cNvSpPr/>
            <p:nvPr/>
          </p:nvSpPr>
          <p:spPr>
            <a:xfrm>
              <a:off x="7038600" y="23869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9" name="pt20389"/>
            <p:cNvSpPr/>
            <p:nvPr/>
          </p:nvSpPr>
          <p:spPr>
            <a:xfrm>
              <a:off x="6818614" y="20015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0" name="pt20390"/>
            <p:cNvSpPr/>
            <p:nvPr/>
          </p:nvSpPr>
          <p:spPr>
            <a:xfrm>
              <a:off x="7073237" y="21929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1" name="pt20391"/>
            <p:cNvSpPr/>
            <p:nvPr/>
          </p:nvSpPr>
          <p:spPr>
            <a:xfrm>
              <a:off x="7155002" y="20209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2" name="pt20392"/>
            <p:cNvSpPr/>
            <p:nvPr/>
          </p:nvSpPr>
          <p:spPr>
            <a:xfrm>
              <a:off x="6974862" y="20354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3" name="pt20393"/>
            <p:cNvSpPr/>
            <p:nvPr/>
          </p:nvSpPr>
          <p:spPr>
            <a:xfrm>
              <a:off x="7112087" y="21641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4" name="pt20394"/>
            <p:cNvSpPr/>
            <p:nvPr/>
          </p:nvSpPr>
          <p:spPr>
            <a:xfrm>
              <a:off x="7258886" y="23044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5" name="pt20395"/>
            <p:cNvSpPr/>
            <p:nvPr/>
          </p:nvSpPr>
          <p:spPr>
            <a:xfrm>
              <a:off x="7124492" y="20546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6" name="pt20396"/>
            <p:cNvSpPr/>
            <p:nvPr/>
          </p:nvSpPr>
          <p:spPr>
            <a:xfrm>
              <a:off x="7338752" y="21625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7" name="pt20397"/>
            <p:cNvSpPr/>
            <p:nvPr/>
          </p:nvSpPr>
          <p:spPr>
            <a:xfrm>
              <a:off x="7256994" y="21118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8" name="pt20398"/>
            <p:cNvSpPr/>
            <p:nvPr/>
          </p:nvSpPr>
          <p:spPr>
            <a:xfrm>
              <a:off x="7024607" y="21639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9" name="pt20399"/>
            <p:cNvSpPr/>
            <p:nvPr/>
          </p:nvSpPr>
          <p:spPr>
            <a:xfrm>
              <a:off x="7214793" y="21512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0" name="pt20400"/>
            <p:cNvSpPr/>
            <p:nvPr/>
          </p:nvSpPr>
          <p:spPr>
            <a:xfrm>
              <a:off x="7095697" y="21314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1" name="pt20401"/>
            <p:cNvSpPr/>
            <p:nvPr/>
          </p:nvSpPr>
          <p:spPr>
            <a:xfrm>
              <a:off x="7108952" y="21221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2" name="pt20402"/>
            <p:cNvSpPr/>
            <p:nvPr/>
          </p:nvSpPr>
          <p:spPr>
            <a:xfrm>
              <a:off x="7287209" y="19469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3" name="pt20403"/>
            <p:cNvSpPr/>
            <p:nvPr/>
          </p:nvSpPr>
          <p:spPr>
            <a:xfrm>
              <a:off x="7127007" y="23138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4" name="pt20404"/>
            <p:cNvSpPr/>
            <p:nvPr/>
          </p:nvSpPr>
          <p:spPr>
            <a:xfrm>
              <a:off x="6861455" y="21717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5" name="pt20405"/>
            <p:cNvSpPr/>
            <p:nvPr/>
          </p:nvSpPr>
          <p:spPr>
            <a:xfrm>
              <a:off x="7033694" y="23569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6" name="pt20406"/>
            <p:cNvSpPr/>
            <p:nvPr/>
          </p:nvSpPr>
          <p:spPr>
            <a:xfrm>
              <a:off x="6849279" y="24030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7" name="pt20407"/>
            <p:cNvSpPr/>
            <p:nvPr/>
          </p:nvSpPr>
          <p:spPr>
            <a:xfrm>
              <a:off x="7068506" y="21614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8" name="pt20408"/>
            <p:cNvSpPr/>
            <p:nvPr/>
          </p:nvSpPr>
          <p:spPr>
            <a:xfrm>
              <a:off x="7046737" y="20197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9" name="pt20409"/>
            <p:cNvSpPr/>
            <p:nvPr/>
          </p:nvSpPr>
          <p:spPr>
            <a:xfrm>
              <a:off x="7138844" y="22960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0" name="pt20410"/>
            <p:cNvSpPr/>
            <p:nvPr/>
          </p:nvSpPr>
          <p:spPr>
            <a:xfrm>
              <a:off x="7050333" y="17953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1" name="pt20411"/>
            <p:cNvSpPr/>
            <p:nvPr/>
          </p:nvSpPr>
          <p:spPr>
            <a:xfrm>
              <a:off x="7108891" y="21871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2" name="pt20412"/>
            <p:cNvSpPr/>
            <p:nvPr/>
          </p:nvSpPr>
          <p:spPr>
            <a:xfrm>
              <a:off x="7172530" y="2120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3" name="pt20413"/>
            <p:cNvSpPr/>
            <p:nvPr/>
          </p:nvSpPr>
          <p:spPr>
            <a:xfrm>
              <a:off x="7019666" y="21041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4" name="pt20414"/>
            <p:cNvSpPr/>
            <p:nvPr/>
          </p:nvSpPr>
          <p:spPr>
            <a:xfrm>
              <a:off x="7171268" y="2072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5" name="pt20415"/>
            <p:cNvSpPr/>
            <p:nvPr/>
          </p:nvSpPr>
          <p:spPr>
            <a:xfrm>
              <a:off x="6926727" y="21695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6" name="pt20416"/>
            <p:cNvSpPr/>
            <p:nvPr/>
          </p:nvSpPr>
          <p:spPr>
            <a:xfrm>
              <a:off x="6962597" y="20348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7" name="pt20417"/>
            <p:cNvSpPr/>
            <p:nvPr/>
          </p:nvSpPr>
          <p:spPr>
            <a:xfrm>
              <a:off x="7059309" y="23293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8" name="pt20418"/>
            <p:cNvSpPr/>
            <p:nvPr/>
          </p:nvSpPr>
          <p:spPr>
            <a:xfrm>
              <a:off x="7351096" y="24936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9" name="pt20419"/>
            <p:cNvSpPr/>
            <p:nvPr/>
          </p:nvSpPr>
          <p:spPr>
            <a:xfrm>
              <a:off x="7296777" y="19719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0" name="pt20420"/>
            <p:cNvSpPr/>
            <p:nvPr/>
          </p:nvSpPr>
          <p:spPr>
            <a:xfrm>
              <a:off x="6896301" y="20986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1" name="pt20421"/>
            <p:cNvSpPr/>
            <p:nvPr/>
          </p:nvSpPr>
          <p:spPr>
            <a:xfrm>
              <a:off x="7010459" y="1985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2" name="pt20422"/>
            <p:cNvSpPr/>
            <p:nvPr/>
          </p:nvSpPr>
          <p:spPr>
            <a:xfrm>
              <a:off x="6923693" y="21676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3" name="pt20423"/>
            <p:cNvSpPr/>
            <p:nvPr/>
          </p:nvSpPr>
          <p:spPr>
            <a:xfrm>
              <a:off x="7365178" y="19161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4" name="pt20424"/>
            <p:cNvSpPr/>
            <p:nvPr/>
          </p:nvSpPr>
          <p:spPr>
            <a:xfrm>
              <a:off x="6877450" y="19630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5" name="pt20425"/>
            <p:cNvSpPr/>
            <p:nvPr/>
          </p:nvSpPr>
          <p:spPr>
            <a:xfrm>
              <a:off x="7034990" y="23607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6" name="pt20426"/>
            <p:cNvSpPr/>
            <p:nvPr/>
          </p:nvSpPr>
          <p:spPr>
            <a:xfrm>
              <a:off x="6784420" y="23413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7" name="pt20427"/>
            <p:cNvSpPr/>
            <p:nvPr/>
          </p:nvSpPr>
          <p:spPr>
            <a:xfrm>
              <a:off x="7014047" y="19145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8" name="pt20428"/>
            <p:cNvSpPr/>
            <p:nvPr/>
          </p:nvSpPr>
          <p:spPr>
            <a:xfrm>
              <a:off x="7210881" y="22267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9" name="pt20429"/>
            <p:cNvSpPr/>
            <p:nvPr/>
          </p:nvSpPr>
          <p:spPr>
            <a:xfrm>
              <a:off x="7133353" y="22871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0" name="pt20430"/>
            <p:cNvSpPr/>
            <p:nvPr/>
          </p:nvSpPr>
          <p:spPr>
            <a:xfrm>
              <a:off x="7146253" y="20865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1" name="pt20431"/>
            <p:cNvSpPr/>
            <p:nvPr/>
          </p:nvSpPr>
          <p:spPr>
            <a:xfrm>
              <a:off x="7203671" y="20758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2" name="pt20432"/>
            <p:cNvSpPr/>
            <p:nvPr/>
          </p:nvSpPr>
          <p:spPr>
            <a:xfrm>
              <a:off x="7177430" y="20426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3" name="pt20433"/>
            <p:cNvSpPr/>
            <p:nvPr/>
          </p:nvSpPr>
          <p:spPr>
            <a:xfrm>
              <a:off x="7188146" y="21400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4" name="pt20434"/>
            <p:cNvSpPr/>
            <p:nvPr/>
          </p:nvSpPr>
          <p:spPr>
            <a:xfrm>
              <a:off x="7124345" y="21096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5" name="pt20435"/>
            <p:cNvSpPr/>
            <p:nvPr/>
          </p:nvSpPr>
          <p:spPr>
            <a:xfrm>
              <a:off x="7156493" y="2021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6" name="pt20436"/>
            <p:cNvSpPr/>
            <p:nvPr/>
          </p:nvSpPr>
          <p:spPr>
            <a:xfrm>
              <a:off x="7380833" y="22082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7" name="pt20437"/>
            <p:cNvSpPr/>
            <p:nvPr/>
          </p:nvSpPr>
          <p:spPr>
            <a:xfrm>
              <a:off x="6946391" y="20061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8" name="pt20438"/>
            <p:cNvSpPr/>
            <p:nvPr/>
          </p:nvSpPr>
          <p:spPr>
            <a:xfrm>
              <a:off x="7365746" y="22199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9" name="pt20439"/>
            <p:cNvSpPr/>
            <p:nvPr/>
          </p:nvSpPr>
          <p:spPr>
            <a:xfrm>
              <a:off x="7236923" y="20422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0" name="pt20440"/>
            <p:cNvSpPr/>
            <p:nvPr/>
          </p:nvSpPr>
          <p:spPr>
            <a:xfrm>
              <a:off x="7024913" y="21338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1" name="pt20441"/>
            <p:cNvSpPr/>
            <p:nvPr/>
          </p:nvSpPr>
          <p:spPr>
            <a:xfrm>
              <a:off x="7203458" y="21554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2" name="pt20442"/>
            <p:cNvSpPr/>
            <p:nvPr/>
          </p:nvSpPr>
          <p:spPr>
            <a:xfrm>
              <a:off x="7517121" y="23996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3" name="pt20443"/>
            <p:cNvSpPr/>
            <p:nvPr/>
          </p:nvSpPr>
          <p:spPr>
            <a:xfrm>
              <a:off x="7082141" y="21634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4" name="pt20444"/>
            <p:cNvSpPr/>
            <p:nvPr/>
          </p:nvSpPr>
          <p:spPr>
            <a:xfrm>
              <a:off x="6849769" y="21543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5" name="pt20445"/>
            <p:cNvSpPr/>
            <p:nvPr/>
          </p:nvSpPr>
          <p:spPr>
            <a:xfrm>
              <a:off x="7256025" y="20553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6" name="pt20446"/>
            <p:cNvSpPr/>
            <p:nvPr/>
          </p:nvSpPr>
          <p:spPr>
            <a:xfrm>
              <a:off x="6769516" y="27819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7" name="pt20447"/>
            <p:cNvSpPr/>
            <p:nvPr/>
          </p:nvSpPr>
          <p:spPr>
            <a:xfrm>
              <a:off x="7416567" y="24934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8" name="pt20448"/>
            <p:cNvSpPr/>
            <p:nvPr/>
          </p:nvSpPr>
          <p:spPr>
            <a:xfrm>
              <a:off x="7043811" y="22577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9" name="pt20449"/>
            <p:cNvSpPr/>
            <p:nvPr/>
          </p:nvSpPr>
          <p:spPr>
            <a:xfrm>
              <a:off x="7190428" y="23438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0" name="pt20450"/>
            <p:cNvSpPr/>
            <p:nvPr/>
          </p:nvSpPr>
          <p:spPr>
            <a:xfrm>
              <a:off x="7066700" y="21274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1" name="pt20451"/>
            <p:cNvSpPr/>
            <p:nvPr/>
          </p:nvSpPr>
          <p:spPr>
            <a:xfrm>
              <a:off x="7431697" y="27898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2" name="pt20452"/>
            <p:cNvSpPr/>
            <p:nvPr/>
          </p:nvSpPr>
          <p:spPr>
            <a:xfrm>
              <a:off x="7219592" y="19780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3" name="pt20453"/>
            <p:cNvSpPr/>
            <p:nvPr/>
          </p:nvSpPr>
          <p:spPr>
            <a:xfrm>
              <a:off x="7124807" y="22669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4" name="pt20454"/>
            <p:cNvSpPr/>
            <p:nvPr/>
          </p:nvSpPr>
          <p:spPr>
            <a:xfrm>
              <a:off x="6875100" y="17077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5" name="pt20455"/>
            <p:cNvSpPr/>
            <p:nvPr/>
          </p:nvSpPr>
          <p:spPr>
            <a:xfrm>
              <a:off x="7345376" y="24156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6" name="pt20456"/>
            <p:cNvSpPr/>
            <p:nvPr/>
          </p:nvSpPr>
          <p:spPr>
            <a:xfrm>
              <a:off x="7170878" y="20903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7" name="pt20457"/>
            <p:cNvSpPr/>
            <p:nvPr/>
          </p:nvSpPr>
          <p:spPr>
            <a:xfrm>
              <a:off x="7259044" y="19522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8" name="pt20458"/>
            <p:cNvSpPr/>
            <p:nvPr/>
          </p:nvSpPr>
          <p:spPr>
            <a:xfrm>
              <a:off x="7238003" y="21801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9" name="pt20459"/>
            <p:cNvSpPr/>
            <p:nvPr/>
          </p:nvSpPr>
          <p:spPr>
            <a:xfrm>
              <a:off x="7344619" y="26209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0" name="pt20460"/>
            <p:cNvSpPr/>
            <p:nvPr/>
          </p:nvSpPr>
          <p:spPr>
            <a:xfrm>
              <a:off x="7304028" y="20907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1" name="pt20461"/>
            <p:cNvSpPr/>
            <p:nvPr/>
          </p:nvSpPr>
          <p:spPr>
            <a:xfrm>
              <a:off x="7286466" y="1958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2" name="pt20462"/>
            <p:cNvSpPr/>
            <p:nvPr/>
          </p:nvSpPr>
          <p:spPr>
            <a:xfrm>
              <a:off x="7209091" y="21790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3" name="pt20463"/>
            <p:cNvSpPr/>
            <p:nvPr/>
          </p:nvSpPr>
          <p:spPr>
            <a:xfrm>
              <a:off x="7159112" y="20570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4" name="pt20464"/>
            <p:cNvSpPr/>
            <p:nvPr/>
          </p:nvSpPr>
          <p:spPr>
            <a:xfrm>
              <a:off x="7193310" y="21889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5" name="pt20465"/>
            <p:cNvSpPr/>
            <p:nvPr/>
          </p:nvSpPr>
          <p:spPr>
            <a:xfrm>
              <a:off x="7159009" y="20300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6" name="pt20466"/>
            <p:cNvSpPr/>
            <p:nvPr/>
          </p:nvSpPr>
          <p:spPr>
            <a:xfrm>
              <a:off x="7095387" y="20748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7" name="pt20467"/>
            <p:cNvSpPr/>
            <p:nvPr/>
          </p:nvSpPr>
          <p:spPr>
            <a:xfrm>
              <a:off x="7170709" y="21759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8" name="pt20468"/>
            <p:cNvSpPr/>
            <p:nvPr/>
          </p:nvSpPr>
          <p:spPr>
            <a:xfrm>
              <a:off x="7082057" y="22171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9" name="pt20469"/>
            <p:cNvSpPr/>
            <p:nvPr/>
          </p:nvSpPr>
          <p:spPr>
            <a:xfrm>
              <a:off x="7224283" y="22660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0" name="pt20470"/>
            <p:cNvSpPr/>
            <p:nvPr/>
          </p:nvSpPr>
          <p:spPr>
            <a:xfrm>
              <a:off x="6876829" y="20322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1" name="pt20471"/>
            <p:cNvSpPr/>
            <p:nvPr/>
          </p:nvSpPr>
          <p:spPr>
            <a:xfrm>
              <a:off x="6971334" y="20139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2" name="pt20472"/>
            <p:cNvSpPr/>
            <p:nvPr/>
          </p:nvSpPr>
          <p:spPr>
            <a:xfrm>
              <a:off x="7029969" y="22100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3" name="pt20473"/>
            <p:cNvSpPr/>
            <p:nvPr/>
          </p:nvSpPr>
          <p:spPr>
            <a:xfrm>
              <a:off x="7406913" y="25131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4" name="pt20474"/>
            <p:cNvSpPr/>
            <p:nvPr/>
          </p:nvSpPr>
          <p:spPr>
            <a:xfrm>
              <a:off x="7106295" y="21283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5" name="pt20475"/>
            <p:cNvSpPr/>
            <p:nvPr/>
          </p:nvSpPr>
          <p:spPr>
            <a:xfrm>
              <a:off x="7130957" y="22244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6" name="pt20476"/>
            <p:cNvSpPr/>
            <p:nvPr/>
          </p:nvSpPr>
          <p:spPr>
            <a:xfrm>
              <a:off x="7172809" y="20977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7" name="pt20477"/>
            <p:cNvSpPr/>
            <p:nvPr/>
          </p:nvSpPr>
          <p:spPr>
            <a:xfrm>
              <a:off x="7360105" y="21952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8" name="pt20478"/>
            <p:cNvSpPr/>
            <p:nvPr/>
          </p:nvSpPr>
          <p:spPr>
            <a:xfrm>
              <a:off x="7152216" y="18971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9" name="pt20479"/>
            <p:cNvSpPr/>
            <p:nvPr/>
          </p:nvSpPr>
          <p:spPr>
            <a:xfrm>
              <a:off x="7134314" y="22052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0" name="pt20480"/>
            <p:cNvSpPr/>
            <p:nvPr/>
          </p:nvSpPr>
          <p:spPr>
            <a:xfrm>
              <a:off x="7127761" y="22672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1" name="pt20481"/>
            <p:cNvSpPr/>
            <p:nvPr/>
          </p:nvSpPr>
          <p:spPr>
            <a:xfrm>
              <a:off x="7070948" y="22100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2" name="pt20482"/>
            <p:cNvSpPr/>
            <p:nvPr/>
          </p:nvSpPr>
          <p:spPr>
            <a:xfrm>
              <a:off x="7147770" y="20864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3" name="pt20483"/>
            <p:cNvSpPr/>
            <p:nvPr/>
          </p:nvSpPr>
          <p:spPr>
            <a:xfrm>
              <a:off x="7111141" y="21404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4" name="pt20484"/>
            <p:cNvSpPr/>
            <p:nvPr/>
          </p:nvSpPr>
          <p:spPr>
            <a:xfrm>
              <a:off x="7204639" y="2214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5" name="pt20485"/>
            <p:cNvSpPr/>
            <p:nvPr/>
          </p:nvSpPr>
          <p:spPr>
            <a:xfrm>
              <a:off x="7236004" y="21636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6" name="pt20486"/>
            <p:cNvSpPr/>
            <p:nvPr/>
          </p:nvSpPr>
          <p:spPr>
            <a:xfrm>
              <a:off x="6867183" y="21002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7" name="pt20487"/>
            <p:cNvSpPr/>
            <p:nvPr/>
          </p:nvSpPr>
          <p:spPr>
            <a:xfrm>
              <a:off x="7365440" y="21388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8" name="pt20488"/>
            <p:cNvSpPr/>
            <p:nvPr/>
          </p:nvSpPr>
          <p:spPr>
            <a:xfrm>
              <a:off x="7304698" y="20814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9" name="pt20489"/>
            <p:cNvSpPr/>
            <p:nvPr/>
          </p:nvSpPr>
          <p:spPr>
            <a:xfrm>
              <a:off x="7296309" y="19309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0" name="pt20490"/>
            <p:cNvSpPr/>
            <p:nvPr/>
          </p:nvSpPr>
          <p:spPr>
            <a:xfrm>
              <a:off x="7212301" y="20423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1" name="pt20491"/>
            <p:cNvSpPr/>
            <p:nvPr/>
          </p:nvSpPr>
          <p:spPr>
            <a:xfrm>
              <a:off x="7085454" y="22145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2" name="pt20492"/>
            <p:cNvSpPr/>
            <p:nvPr/>
          </p:nvSpPr>
          <p:spPr>
            <a:xfrm>
              <a:off x="6820143" y="20127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3" name="pt20493"/>
            <p:cNvSpPr/>
            <p:nvPr/>
          </p:nvSpPr>
          <p:spPr>
            <a:xfrm>
              <a:off x="7089686" y="21957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4" name="pt20494"/>
            <p:cNvSpPr/>
            <p:nvPr/>
          </p:nvSpPr>
          <p:spPr>
            <a:xfrm>
              <a:off x="6854779" y="21456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5" name="pt20495"/>
            <p:cNvSpPr/>
            <p:nvPr/>
          </p:nvSpPr>
          <p:spPr>
            <a:xfrm>
              <a:off x="7153198" y="20037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6" name="pt20496"/>
            <p:cNvSpPr/>
            <p:nvPr/>
          </p:nvSpPr>
          <p:spPr>
            <a:xfrm>
              <a:off x="7187667" y="20728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7" name="pt20497"/>
            <p:cNvSpPr/>
            <p:nvPr/>
          </p:nvSpPr>
          <p:spPr>
            <a:xfrm>
              <a:off x="7112299" y="21775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8" name="pt20498"/>
            <p:cNvSpPr/>
            <p:nvPr/>
          </p:nvSpPr>
          <p:spPr>
            <a:xfrm>
              <a:off x="7094871" y="21441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9" name="pt20499"/>
            <p:cNvSpPr/>
            <p:nvPr/>
          </p:nvSpPr>
          <p:spPr>
            <a:xfrm>
              <a:off x="7135581" y="22732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0" name="pt20500"/>
            <p:cNvSpPr/>
            <p:nvPr/>
          </p:nvSpPr>
          <p:spPr>
            <a:xfrm>
              <a:off x="7068286" y="20648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1" name="pt20501"/>
            <p:cNvSpPr/>
            <p:nvPr/>
          </p:nvSpPr>
          <p:spPr>
            <a:xfrm>
              <a:off x="7133944" y="22579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2" name="pt20502"/>
            <p:cNvSpPr/>
            <p:nvPr/>
          </p:nvSpPr>
          <p:spPr>
            <a:xfrm>
              <a:off x="7297081" y="19652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3" name="pt20503"/>
            <p:cNvSpPr/>
            <p:nvPr/>
          </p:nvSpPr>
          <p:spPr>
            <a:xfrm>
              <a:off x="6808420" y="20886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4" name="pt20504"/>
            <p:cNvSpPr/>
            <p:nvPr/>
          </p:nvSpPr>
          <p:spPr>
            <a:xfrm>
              <a:off x="7253890" y="20904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5" name="pt20505"/>
            <p:cNvSpPr/>
            <p:nvPr/>
          </p:nvSpPr>
          <p:spPr>
            <a:xfrm>
              <a:off x="6746958" y="14249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6" name="pt20506"/>
            <p:cNvSpPr/>
            <p:nvPr/>
          </p:nvSpPr>
          <p:spPr>
            <a:xfrm>
              <a:off x="7222218" y="18395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7" name="pt20507"/>
            <p:cNvSpPr/>
            <p:nvPr/>
          </p:nvSpPr>
          <p:spPr>
            <a:xfrm>
              <a:off x="7097906" y="21415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8" name="pt20508"/>
            <p:cNvSpPr/>
            <p:nvPr/>
          </p:nvSpPr>
          <p:spPr>
            <a:xfrm>
              <a:off x="7063917" y="20812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9" name="pt20509"/>
            <p:cNvSpPr/>
            <p:nvPr/>
          </p:nvSpPr>
          <p:spPr>
            <a:xfrm>
              <a:off x="7696011" y="24307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0" name="pt20510"/>
            <p:cNvSpPr/>
            <p:nvPr/>
          </p:nvSpPr>
          <p:spPr>
            <a:xfrm>
              <a:off x="7109349" y="21154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1" name="pt20511"/>
            <p:cNvSpPr/>
            <p:nvPr/>
          </p:nvSpPr>
          <p:spPr>
            <a:xfrm>
              <a:off x="7403090" y="28455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2" name="pt20512"/>
            <p:cNvSpPr/>
            <p:nvPr/>
          </p:nvSpPr>
          <p:spPr>
            <a:xfrm>
              <a:off x="7087302" y="2164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3" name="pt20513"/>
            <p:cNvSpPr/>
            <p:nvPr/>
          </p:nvSpPr>
          <p:spPr>
            <a:xfrm>
              <a:off x="7165111" y="21243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4" name="pt20514"/>
            <p:cNvSpPr/>
            <p:nvPr/>
          </p:nvSpPr>
          <p:spPr>
            <a:xfrm>
              <a:off x="6990500" y="20268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5" name="pt20515"/>
            <p:cNvSpPr/>
            <p:nvPr/>
          </p:nvSpPr>
          <p:spPr>
            <a:xfrm>
              <a:off x="7122682" y="21478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6" name="pt20516"/>
            <p:cNvSpPr/>
            <p:nvPr/>
          </p:nvSpPr>
          <p:spPr>
            <a:xfrm>
              <a:off x="7273597" y="20373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7" name="pt20517"/>
            <p:cNvSpPr/>
            <p:nvPr/>
          </p:nvSpPr>
          <p:spPr>
            <a:xfrm>
              <a:off x="7083166" y="22311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8" name="pt20518"/>
            <p:cNvSpPr/>
            <p:nvPr/>
          </p:nvSpPr>
          <p:spPr>
            <a:xfrm>
              <a:off x="7092102" y="21543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9" name="pt20519"/>
            <p:cNvSpPr/>
            <p:nvPr/>
          </p:nvSpPr>
          <p:spPr>
            <a:xfrm>
              <a:off x="6963171" y="18944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0" name="pt20520"/>
            <p:cNvSpPr/>
            <p:nvPr/>
          </p:nvSpPr>
          <p:spPr>
            <a:xfrm>
              <a:off x="7259042" y="20269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1" name="pt20521"/>
            <p:cNvSpPr/>
            <p:nvPr/>
          </p:nvSpPr>
          <p:spPr>
            <a:xfrm>
              <a:off x="7133192" y="22160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2" name="pt20522"/>
            <p:cNvSpPr/>
            <p:nvPr/>
          </p:nvSpPr>
          <p:spPr>
            <a:xfrm>
              <a:off x="7093926" y="21558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3" name="pt20523"/>
            <p:cNvSpPr/>
            <p:nvPr/>
          </p:nvSpPr>
          <p:spPr>
            <a:xfrm>
              <a:off x="7109894" y="21928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4" name="pt20524"/>
            <p:cNvSpPr/>
            <p:nvPr/>
          </p:nvSpPr>
          <p:spPr>
            <a:xfrm>
              <a:off x="6940223" y="19482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5" name="pt20525"/>
            <p:cNvSpPr/>
            <p:nvPr/>
          </p:nvSpPr>
          <p:spPr>
            <a:xfrm>
              <a:off x="7207663" y="20786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6" name="pt20526"/>
            <p:cNvSpPr/>
            <p:nvPr/>
          </p:nvSpPr>
          <p:spPr>
            <a:xfrm>
              <a:off x="7285487" y="19785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7" name="pt20527"/>
            <p:cNvSpPr/>
            <p:nvPr/>
          </p:nvSpPr>
          <p:spPr>
            <a:xfrm>
              <a:off x="7181691" y="20265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8" name="pt20528"/>
            <p:cNvSpPr/>
            <p:nvPr/>
          </p:nvSpPr>
          <p:spPr>
            <a:xfrm>
              <a:off x="7147545" y="21178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9" name="pt20529"/>
            <p:cNvSpPr/>
            <p:nvPr/>
          </p:nvSpPr>
          <p:spPr>
            <a:xfrm>
              <a:off x="7091913" y="22265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0" name="pt20530"/>
            <p:cNvSpPr/>
            <p:nvPr/>
          </p:nvSpPr>
          <p:spPr>
            <a:xfrm>
              <a:off x="7120031" y="21852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1" name="pt20531"/>
            <p:cNvSpPr/>
            <p:nvPr/>
          </p:nvSpPr>
          <p:spPr>
            <a:xfrm>
              <a:off x="6941444" y="20810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2" name="pt20532"/>
            <p:cNvSpPr/>
            <p:nvPr/>
          </p:nvSpPr>
          <p:spPr>
            <a:xfrm>
              <a:off x="7230928" y="21519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3" name="pt20533"/>
            <p:cNvSpPr/>
            <p:nvPr/>
          </p:nvSpPr>
          <p:spPr>
            <a:xfrm>
              <a:off x="7288930" y="22155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4" name="pt20534"/>
            <p:cNvSpPr/>
            <p:nvPr/>
          </p:nvSpPr>
          <p:spPr>
            <a:xfrm>
              <a:off x="7035210" y="23784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5" name="pt20535"/>
            <p:cNvSpPr/>
            <p:nvPr/>
          </p:nvSpPr>
          <p:spPr>
            <a:xfrm>
              <a:off x="7163544" y="2125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6" name="pt20536"/>
            <p:cNvSpPr/>
            <p:nvPr/>
          </p:nvSpPr>
          <p:spPr>
            <a:xfrm>
              <a:off x="7083431" y="22018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7" name="pt20537"/>
            <p:cNvSpPr/>
            <p:nvPr/>
          </p:nvSpPr>
          <p:spPr>
            <a:xfrm>
              <a:off x="7096534" y="21578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8" name="pt20538"/>
            <p:cNvSpPr/>
            <p:nvPr/>
          </p:nvSpPr>
          <p:spPr>
            <a:xfrm>
              <a:off x="7041233" y="22122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9" name="pt20539"/>
            <p:cNvSpPr/>
            <p:nvPr/>
          </p:nvSpPr>
          <p:spPr>
            <a:xfrm>
              <a:off x="7034184" y="24161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0" name="pt20540"/>
            <p:cNvSpPr/>
            <p:nvPr/>
          </p:nvSpPr>
          <p:spPr>
            <a:xfrm>
              <a:off x="7212969" y="21371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1" name="pt20541"/>
            <p:cNvSpPr/>
            <p:nvPr/>
          </p:nvSpPr>
          <p:spPr>
            <a:xfrm>
              <a:off x="7000952" y="17898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2" name="pt20542"/>
            <p:cNvSpPr/>
            <p:nvPr/>
          </p:nvSpPr>
          <p:spPr>
            <a:xfrm>
              <a:off x="7104854" y="2082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3" name="pt20543"/>
            <p:cNvSpPr/>
            <p:nvPr/>
          </p:nvSpPr>
          <p:spPr>
            <a:xfrm>
              <a:off x="7138207" y="22890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4" name="pt20544"/>
            <p:cNvSpPr/>
            <p:nvPr/>
          </p:nvSpPr>
          <p:spPr>
            <a:xfrm>
              <a:off x="7090546" y="22052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5" name="pt20545"/>
            <p:cNvSpPr/>
            <p:nvPr/>
          </p:nvSpPr>
          <p:spPr>
            <a:xfrm>
              <a:off x="7019611" y="20230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6" name="pt20546"/>
            <p:cNvSpPr/>
            <p:nvPr/>
          </p:nvSpPr>
          <p:spPr>
            <a:xfrm>
              <a:off x="7222508" y="19245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7" name="pt20547"/>
            <p:cNvSpPr/>
            <p:nvPr/>
          </p:nvSpPr>
          <p:spPr>
            <a:xfrm>
              <a:off x="7197491" y="2222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8" name="pt20548"/>
            <p:cNvSpPr/>
            <p:nvPr/>
          </p:nvSpPr>
          <p:spPr>
            <a:xfrm>
              <a:off x="7183103" y="1957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9" name="pt20549"/>
            <p:cNvSpPr/>
            <p:nvPr/>
          </p:nvSpPr>
          <p:spPr>
            <a:xfrm>
              <a:off x="6983850" y="20605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0" name="pt20550"/>
            <p:cNvSpPr/>
            <p:nvPr/>
          </p:nvSpPr>
          <p:spPr>
            <a:xfrm>
              <a:off x="6746615" y="16836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1" name="pt20551"/>
            <p:cNvSpPr/>
            <p:nvPr/>
          </p:nvSpPr>
          <p:spPr>
            <a:xfrm>
              <a:off x="6907917" y="22553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2" name="pt20552"/>
            <p:cNvSpPr/>
            <p:nvPr/>
          </p:nvSpPr>
          <p:spPr>
            <a:xfrm>
              <a:off x="7221188" y="19642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3" name="pt20553"/>
            <p:cNvSpPr/>
            <p:nvPr/>
          </p:nvSpPr>
          <p:spPr>
            <a:xfrm>
              <a:off x="7035223" y="24001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4" name="pt20554"/>
            <p:cNvSpPr/>
            <p:nvPr/>
          </p:nvSpPr>
          <p:spPr>
            <a:xfrm>
              <a:off x="6989733" y="20762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5" name="pt20555"/>
            <p:cNvSpPr/>
            <p:nvPr/>
          </p:nvSpPr>
          <p:spPr>
            <a:xfrm>
              <a:off x="6967295" y="20011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6" name="pt20556"/>
            <p:cNvSpPr/>
            <p:nvPr/>
          </p:nvSpPr>
          <p:spPr>
            <a:xfrm>
              <a:off x="7037449" y="22561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7" name="pt20557"/>
            <p:cNvSpPr/>
            <p:nvPr/>
          </p:nvSpPr>
          <p:spPr>
            <a:xfrm>
              <a:off x="7390081" y="27364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8" name="pt20558"/>
            <p:cNvSpPr/>
            <p:nvPr/>
          </p:nvSpPr>
          <p:spPr>
            <a:xfrm>
              <a:off x="6907003" y="23660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9" name="pt20559"/>
            <p:cNvSpPr/>
            <p:nvPr/>
          </p:nvSpPr>
          <p:spPr>
            <a:xfrm>
              <a:off x="7088370" y="22572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0" name="pt20560"/>
            <p:cNvSpPr/>
            <p:nvPr/>
          </p:nvSpPr>
          <p:spPr>
            <a:xfrm>
              <a:off x="7216209" y="20624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1" name="pt20561"/>
            <p:cNvSpPr/>
            <p:nvPr/>
          </p:nvSpPr>
          <p:spPr>
            <a:xfrm>
              <a:off x="7131222" y="23525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2" name="pt20562"/>
            <p:cNvSpPr/>
            <p:nvPr/>
          </p:nvSpPr>
          <p:spPr>
            <a:xfrm>
              <a:off x="7115750" y="22069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3" name="pt20563"/>
            <p:cNvSpPr/>
            <p:nvPr/>
          </p:nvSpPr>
          <p:spPr>
            <a:xfrm>
              <a:off x="7234816" y="19745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4" name="pt20564"/>
            <p:cNvSpPr/>
            <p:nvPr/>
          </p:nvSpPr>
          <p:spPr>
            <a:xfrm>
              <a:off x="7061274" y="22467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5" name="pt20565"/>
            <p:cNvSpPr/>
            <p:nvPr/>
          </p:nvSpPr>
          <p:spPr>
            <a:xfrm>
              <a:off x="6957890" y="20121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6" name="pt20566"/>
            <p:cNvSpPr/>
            <p:nvPr/>
          </p:nvSpPr>
          <p:spPr>
            <a:xfrm>
              <a:off x="6692133" y="2444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7" name="pt20567"/>
            <p:cNvSpPr/>
            <p:nvPr/>
          </p:nvSpPr>
          <p:spPr>
            <a:xfrm>
              <a:off x="7023471" y="20966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8" name="pt20568"/>
            <p:cNvSpPr/>
            <p:nvPr/>
          </p:nvSpPr>
          <p:spPr>
            <a:xfrm>
              <a:off x="7205350" y="21715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9" name="pt20569"/>
            <p:cNvSpPr/>
            <p:nvPr/>
          </p:nvSpPr>
          <p:spPr>
            <a:xfrm>
              <a:off x="7357320" y="24632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0" name="pt20570"/>
            <p:cNvSpPr/>
            <p:nvPr/>
          </p:nvSpPr>
          <p:spPr>
            <a:xfrm>
              <a:off x="7162241" y="21300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1" name="pt20571"/>
            <p:cNvSpPr/>
            <p:nvPr/>
          </p:nvSpPr>
          <p:spPr>
            <a:xfrm>
              <a:off x="7353092" y="25876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2" name="pt20572"/>
            <p:cNvSpPr/>
            <p:nvPr/>
          </p:nvSpPr>
          <p:spPr>
            <a:xfrm>
              <a:off x="7113625" y="21750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3" name="pt20573"/>
            <p:cNvSpPr/>
            <p:nvPr/>
          </p:nvSpPr>
          <p:spPr>
            <a:xfrm>
              <a:off x="7189510" y="21007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4" name="pt20574"/>
            <p:cNvSpPr/>
            <p:nvPr/>
          </p:nvSpPr>
          <p:spPr>
            <a:xfrm>
              <a:off x="7137424" y="23921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5" name="pt20575"/>
            <p:cNvSpPr/>
            <p:nvPr/>
          </p:nvSpPr>
          <p:spPr>
            <a:xfrm>
              <a:off x="7412072" y="25441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6" name="pt20576"/>
            <p:cNvSpPr/>
            <p:nvPr/>
          </p:nvSpPr>
          <p:spPr>
            <a:xfrm>
              <a:off x="7143482" y="21444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7" name="pt20577"/>
            <p:cNvSpPr/>
            <p:nvPr/>
          </p:nvSpPr>
          <p:spPr>
            <a:xfrm>
              <a:off x="7243454" y="21105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8" name="pt20578"/>
            <p:cNvSpPr/>
            <p:nvPr/>
          </p:nvSpPr>
          <p:spPr>
            <a:xfrm>
              <a:off x="6866071" y="21145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9" name="pt20579"/>
            <p:cNvSpPr/>
            <p:nvPr/>
          </p:nvSpPr>
          <p:spPr>
            <a:xfrm>
              <a:off x="7214786" y="2112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0" name="pt20580"/>
            <p:cNvSpPr/>
            <p:nvPr/>
          </p:nvSpPr>
          <p:spPr>
            <a:xfrm>
              <a:off x="6965032" y="20872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1" name="pt20581"/>
            <p:cNvSpPr/>
            <p:nvPr/>
          </p:nvSpPr>
          <p:spPr>
            <a:xfrm>
              <a:off x="7085820" y="22507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2" name="pt20582"/>
            <p:cNvSpPr/>
            <p:nvPr/>
          </p:nvSpPr>
          <p:spPr>
            <a:xfrm>
              <a:off x="7355754" y="2321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3" name="pt20583"/>
            <p:cNvSpPr/>
            <p:nvPr/>
          </p:nvSpPr>
          <p:spPr>
            <a:xfrm>
              <a:off x="7151778" y="20476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4" name="pt20584"/>
            <p:cNvSpPr/>
            <p:nvPr/>
          </p:nvSpPr>
          <p:spPr>
            <a:xfrm>
              <a:off x="7075691" y="21339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5" name="pt20585"/>
            <p:cNvSpPr/>
            <p:nvPr/>
          </p:nvSpPr>
          <p:spPr>
            <a:xfrm>
              <a:off x="7105152" y="21447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6" name="pt20586"/>
            <p:cNvSpPr/>
            <p:nvPr/>
          </p:nvSpPr>
          <p:spPr>
            <a:xfrm>
              <a:off x="7241998" y="21123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7" name="pt20587"/>
            <p:cNvSpPr/>
            <p:nvPr/>
          </p:nvSpPr>
          <p:spPr>
            <a:xfrm>
              <a:off x="7056992" y="22351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8" name="pt20588"/>
            <p:cNvSpPr/>
            <p:nvPr/>
          </p:nvSpPr>
          <p:spPr>
            <a:xfrm>
              <a:off x="6768350" y="25548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9" name="pt20589"/>
            <p:cNvSpPr/>
            <p:nvPr/>
          </p:nvSpPr>
          <p:spPr>
            <a:xfrm>
              <a:off x="7457977" y="28715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0" name="pt20590"/>
            <p:cNvSpPr/>
            <p:nvPr/>
          </p:nvSpPr>
          <p:spPr>
            <a:xfrm>
              <a:off x="7178484" y="20830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1" name="pt20591"/>
            <p:cNvSpPr/>
            <p:nvPr/>
          </p:nvSpPr>
          <p:spPr>
            <a:xfrm>
              <a:off x="7136850" y="23939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2" name="pt20592"/>
            <p:cNvSpPr/>
            <p:nvPr/>
          </p:nvSpPr>
          <p:spPr>
            <a:xfrm>
              <a:off x="7156564" y="20237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3" name="pt20593"/>
            <p:cNvSpPr/>
            <p:nvPr/>
          </p:nvSpPr>
          <p:spPr>
            <a:xfrm>
              <a:off x="7298529" y="18883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4" name="pt20594"/>
            <p:cNvSpPr/>
            <p:nvPr/>
          </p:nvSpPr>
          <p:spPr>
            <a:xfrm>
              <a:off x="7199390" y="2166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5" name="pt20595"/>
            <p:cNvSpPr/>
            <p:nvPr/>
          </p:nvSpPr>
          <p:spPr>
            <a:xfrm>
              <a:off x="7166876" y="21776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6" name="pt20596"/>
            <p:cNvSpPr/>
            <p:nvPr/>
          </p:nvSpPr>
          <p:spPr>
            <a:xfrm>
              <a:off x="7095312" y="21056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7" name="pt20597"/>
            <p:cNvSpPr/>
            <p:nvPr/>
          </p:nvSpPr>
          <p:spPr>
            <a:xfrm>
              <a:off x="7112033" y="2151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8" name="pt20598"/>
            <p:cNvSpPr/>
            <p:nvPr/>
          </p:nvSpPr>
          <p:spPr>
            <a:xfrm>
              <a:off x="7231910" y="21438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9" name="pt20599"/>
            <p:cNvSpPr/>
            <p:nvPr/>
          </p:nvSpPr>
          <p:spPr>
            <a:xfrm>
              <a:off x="7159733" y="20341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0" name="pt20600"/>
            <p:cNvSpPr/>
            <p:nvPr/>
          </p:nvSpPr>
          <p:spPr>
            <a:xfrm>
              <a:off x="7282561" y="19183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1" name="pt20601"/>
            <p:cNvSpPr/>
            <p:nvPr/>
          </p:nvSpPr>
          <p:spPr>
            <a:xfrm>
              <a:off x="6995727" y="18751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2" name="pt20602"/>
            <p:cNvSpPr/>
            <p:nvPr/>
          </p:nvSpPr>
          <p:spPr>
            <a:xfrm>
              <a:off x="7044539" y="2124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3" name="pt20603"/>
            <p:cNvSpPr/>
            <p:nvPr/>
          </p:nvSpPr>
          <p:spPr>
            <a:xfrm>
              <a:off x="7162997" y="21376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4" name="pt20604"/>
            <p:cNvSpPr/>
            <p:nvPr/>
          </p:nvSpPr>
          <p:spPr>
            <a:xfrm>
              <a:off x="7005778" y="20460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5" name="pt20605"/>
            <p:cNvSpPr/>
            <p:nvPr/>
          </p:nvSpPr>
          <p:spPr>
            <a:xfrm>
              <a:off x="6947770" y="19886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6" name="pt20606"/>
            <p:cNvSpPr/>
            <p:nvPr/>
          </p:nvSpPr>
          <p:spPr>
            <a:xfrm>
              <a:off x="7194999" y="22754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7" name="pt20607"/>
            <p:cNvSpPr/>
            <p:nvPr/>
          </p:nvSpPr>
          <p:spPr>
            <a:xfrm>
              <a:off x="7249066" y="21663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8" name="pt20608"/>
            <p:cNvSpPr/>
            <p:nvPr/>
          </p:nvSpPr>
          <p:spPr>
            <a:xfrm>
              <a:off x="7521013" y="27241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9" name="pt20609"/>
            <p:cNvSpPr/>
            <p:nvPr/>
          </p:nvSpPr>
          <p:spPr>
            <a:xfrm>
              <a:off x="7263402" y="20546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0" name="pt20610"/>
            <p:cNvSpPr/>
            <p:nvPr/>
          </p:nvSpPr>
          <p:spPr>
            <a:xfrm>
              <a:off x="6972690" y="19883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1" name="pt20611"/>
            <p:cNvSpPr/>
            <p:nvPr/>
          </p:nvSpPr>
          <p:spPr>
            <a:xfrm>
              <a:off x="7140467" y="21535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2" name="pt20612"/>
            <p:cNvSpPr/>
            <p:nvPr/>
          </p:nvSpPr>
          <p:spPr>
            <a:xfrm>
              <a:off x="7064571" y="21703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3" name="pt20613"/>
            <p:cNvSpPr/>
            <p:nvPr/>
          </p:nvSpPr>
          <p:spPr>
            <a:xfrm>
              <a:off x="7262528" y="23873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4" name="pt20614"/>
            <p:cNvSpPr/>
            <p:nvPr/>
          </p:nvSpPr>
          <p:spPr>
            <a:xfrm>
              <a:off x="7302864" y="20117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5" name="pt20615"/>
            <p:cNvSpPr/>
            <p:nvPr/>
          </p:nvSpPr>
          <p:spPr>
            <a:xfrm>
              <a:off x="7053687" y="20833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6" name="pt20616"/>
            <p:cNvSpPr/>
            <p:nvPr/>
          </p:nvSpPr>
          <p:spPr>
            <a:xfrm>
              <a:off x="7048373" y="1682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7" name="pt20617"/>
            <p:cNvSpPr/>
            <p:nvPr/>
          </p:nvSpPr>
          <p:spPr>
            <a:xfrm>
              <a:off x="6861558" y="21501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8" name="pt20618"/>
            <p:cNvSpPr/>
            <p:nvPr/>
          </p:nvSpPr>
          <p:spPr>
            <a:xfrm>
              <a:off x="7288158" y="2055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9" name="pt20619"/>
            <p:cNvSpPr/>
            <p:nvPr/>
          </p:nvSpPr>
          <p:spPr>
            <a:xfrm>
              <a:off x="7178136" y="20659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0" name="pt20620"/>
            <p:cNvSpPr/>
            <p:nvPr/>
          </p:nvSpPr>
          <p:spPr>
            <a:xfrm>
              <a:off x="7165644" y="21027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1" name="pt20621"/>
            <p:cNvSpPr/>
            <p:nvPr/>
          </p:nvSpPr>
          <p:spPr>
            <a:xfrm>
              <a:off x="6974861" y="2025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2" name="pt20622"/>
            <p:cNvSpPr/>
            <p:nvPr/>
          </p:nvSpPr>
          <p:spPr>
            <a:xfrm>
              <a:off x="7214721" y="21908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3" name="pt20623"/>
            <p:cNvSpPr/>
            <p:nvPr/>
          </p:nvSpPr>
          <p:spPr>
            <a:xfrm>
              <a:off x="7092498" y="21874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4" name="pt20624"/>
            <p:cNvSpPr/>
            <p:nvPr/>
          </p:nvSpPr>
          <p:spPr>
            <a:xfrm>
              <a:off x="6883473" y="19639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5" name="pt20625"/>
            <p:cNvSpPr/>
            <p:nvPr/>
          </p:nvSpPr>
          <p:spPr>
            <a:xfrm>
              <a:off x="7344056" y="24657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6" name="pt20626"/>
            <p:cNvSpPr/>
            <p:nvPr/>
          </p:nvSpPr>
          <p:spPr>
            <a:xfrm>
              <a:off x="7472835" y="26709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7" name="pt20627"/>
            <p:cNvSpPr/>
            <p:nvPr/>
          </p:nvSpPr>
          <p:spPr>
            <a:xfrm>
              <a:off x="6952500" y="21289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8" name="pt20628"/>
            <p:cNvSpPr/>
            <p:nvPr/>
          </p:nvSpPr>
          <p:spPr>
            <a:xfrm>
              <a:off x="7180797" y="20539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9" name="pt20629"/>
            <p:cNvSpPr/>
            <p:nvPr/>
          </p:nvSpPr>
          <p:spPr>
            <a:xfrm>
              <a:off x="7133304" y="22597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0" name="pt20630"/>
            <p:cNvSpPr/>
            <p:nvPr/>
          </p:nvSpPr>
          <p:spPr>
            <a:xfrm>
              <a:off x="7205918" y="21877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1" name="pt20631"/>
            <p:cNvSpPr/>
            <p:nvPr/>
          </p:nvSpPr>
          <p:spPr>
            <a:xfrm>
              <a:off x="7157058" y="20161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2" name="pt20632"/>
            <p:cNvSpPr/>
            <p:nvPr/>
          </p:nvSpPr>
          <p:spPr>
            <a:xfrm>
              <a:off x="7223398" y="17828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3" name="pt20633"/>
            <p:cNvSpPr/>
            <p:nvPr/>
          </p:nvSpPr>
          <p:spPr>
            <a:xfrm>
              <a:off x="7095255" y="22013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4" name="pt20634"/>
            <p:cNvSpPr/>
            <p:nvPr/>
          </p:nvSpPr>
          <p:spPr>
            <a:xfrm>
              <a:off x="6989540" y="1919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5" name="pt20635"/>
            <p:cNvSpPr/>
            <p:nvPr/>
          </p:nvSpPr>
          <p:spPr>
            <a:xfrm>
              <a:off x="6761180" y="26805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6" name="pt20636"/>
            <p:cNvSpPr/>
            <p:nvPr/>
          </p:nvSpPr>
          <p:spPr>
            <a:xfrm>
              <a:off x="7170995" y="21941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7" name="pt20637"/>
            <p:cNvSpPr/>
            <p:nvPr/>
          </p:nvSpPr>
          <p:spPr>
            <a:xfrm>
              <a:off x="6943409" y="2102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8" name="pt20638"/>
            <p:cNvSpPr/>
            <p:nvPr/>
          </p:nvSpPr>
          <p:spPr>
            <a:xfrm>
              <a:off x="7069408" y="20998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9" name="pt20639"/>
            <p:cNvSpPr/>
            <p:nvPr/>
          </p:nvSpPr>
          <p:spPr>
            <a:xfrm>
              <a:off x="7065432" y="20679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0" name="pt20640"/>
            <p:cNvSpPr/>
            <p:nvPr/>
          </p:nvSpPr>
          <p:spPr>
            <a:xfrm>
              <a:off x="6632648" y="20811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1" name="pt20641"/>
            <p:cNvSpPr/>
            <p:nvPr/>
          </p:nvSpPr>
          <p:spPr>
            <a:xfrm>
              <a:off x="7327374" y="20489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2" name="pt20642"/>
            <p:cNvSpPr/>
            <p:nvPr/>
          </p:nvSpPr>
          <p:spPr>
            <a:xfrm>
              <a:off x="7362054" y="19005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3" name="pt20643"/>
            <p:cNvSpPr/>
            <p:nvPr/>
          </p:nvSpPr>
          <p:spPr>
            <a:xfrm>
              <a:off x="7339011" y="22926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4" name="pt20644"/>
            <p:cNvSpPr/>
            <p:nvPr/>
          </p:nvSpPr>
          <p:spPr>
            <a:xfrm>
              <a:off x="6856017" y="20891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5" name="pt20645"/>
            <p:cNvSpPr/>
            <p:nvPr/>
          </p:nvSpPr>
          <p:spPr>
            <a:xfrm>
              <a:off x="7101151" y="21277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6" name="pt20646"/>
            <p:cNvSpPr/>
            <p:nvPr/>
          </p:nvSpPr>
          <p:spPr>
            <a:xfrm>
              <a:off x="6797829" y="21191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7" name="pt20647"/>
            <p:cNvSpPr/>
            <p:nvPr/>
          </p:nvSpPr>
          <p:spPr>
            <a:xfrm>
              <a:off x="6976130" y="18879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8" name="pt20648"/>
            <p:cNvSpPr/>
            <p:nvPr/>
          </p:nvSpPr>
          <p:spPr>
            <a:xfrm>
              <a:off x="6870296" y="21232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9" name="pt20649"/>
            <p:cNvSpPr/>
            <p:nvPr/>
          </p:nvSpPr>
          <p:spPr>
            <a:xfrm>
              <a:off x="6988982" y="19731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0" name="pt20650"/>
            <p:cNvSpPr/>
            <p:nvPr/>
          </p:nvSpPr>
          <p:spPr>
            <a:xfrm>
              <a:off x="7127154" y="2222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1" name="pt20651"/>
            <p:cNvSpPr/>
            <p:nvPr/>
          </p:nvSpPr>
          <p:spPr>
            <a:xfrm>
              <a:off x="7443678" y="23585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2" name="pt20652"/>
            <p:cNvSpPr/>
            <p:nvPr/>
          </p:nvSpPr>
          <p:spPr>
            <a:xfrm>
              <a:off x="7236800" y="20628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3" name="pt20653"/>
            <p:cNvSpPr/>
            <p:nvPr/>
          </p:nvSpPr>
          <p:spPr>
            <a:xfrm>
              <a:off x="7057622" y="21035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4" name="pt20654"/>
            <p:cNvSpPr/>
            <p:nvPr/>
          </p:nvSpPr>
          <p:spPr>
            <a:xfrm>
              <a:off x="7284107" y="19846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5" name="pt20655"/>
            <p:cNvSpPr/>
            <p:nvPr/>
          </p:nvSpPr>
          <p:spPr>
            <a:xfrm>
              <a:off x="7172467" y="21982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6" name="pt20656"/>
            <p:cNvSpPr/>
            <p:nvPr/>
          </p:nvSpPr>
          <p:spPr>
            <a:xfrm>
              <a:off x="7329211" y="21335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7" name="pt20657"/>
            <p:cNvSpPr/>
            <p:nvPr/>
          </p:nvSpPr>
          <p:spPr>
            <a:xfrm>
              <a:off x="7243927" y="20470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8" name="pt20658"/>
            <p:cNvSpPr/>
            <p:nvPr/>
          </p:nvSpPr>
          <p:spPr>
            <a:xfrm>
              <a:off x="6956707" y="20219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9" name="pt20659"/>
            <p:cNvSpPr/>
            <p:nvPr/>
          </p:nvSpPr>
          <p:spPr>
            <a:xfrm>
              <a:off x="7236363" y="20258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0" name="pt20660"/>
            <p:cNvSpPr/>
            <p:nvPr/>
          </p:nvSpPr>
          <p:spPr>
            <a:xfrm>
              <a:off x="7161773" y="20645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1" name="pt20661"/>
            <p:cNvSpPr/>
            <p:nvPr/>
          </p:nvSpPr>
          <p:spPr>
            <a:xfrm>
              <a:off x="7468376" y="26966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2" name="pt20662"/>
            <p:cNvSpPr/>
            <p:nvPr/>
          </p:nvSpPr>
          <p:spPr>
            <a:xfrm>
              <a:off x="6782332" y="25191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3" name="pt20663"/>
            <p:cNvSpPr/>
            <p:nvPr/>
          </p:nvSpPr>
          <p:spPr>
            <a:xfrm>
              <a:off x="7132896" y="22598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4" name="pt20664"/>
            <p:cNvSpPr/>
            <p:nvPr/>
          </p:nvSpPr>
          <p:spPr>
            <a:xfrm>
              <a:off x="7020658" y="20343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5" name="pt20665"/>
            <p:cNvSpPr/>
            <p:nvPr/>
          </p:nvSpPr>
          <p:spPr>
            <a:xfrm>
              <a:off x="7327843" y="21169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6" name="pt20666"/>
            <p:cNvSpPr/>
            <p:nvPr/>
          </p:nvSpPr>
          <p:spPr>
            <a:xfrm>
              <a:off x="7061645" y="21332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7" name="pt20667"/>
            <p:cNvSpPr/>
            <p:nvPr/>
          </p:nvSpPr>
          <p:spPr>
            <a:xfrm>
              <a:off x="7141808" y="22069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8" name="pt20668"/>
            <p:cNvSpPr/>
            <p:nvPr/>
          </p:nvSpPr>
          <p:spPr>
            <a:xfrm>
              <a:off x="7110856" y="22039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9" name="pt20669"/>
            <p:cNvSpPr/>
            <p:nvPr/>
          </p:nvSpPr>
          <p:spPr>
            <a:xfrm>
              <a:off x="7114196" y="21423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0" name="pt20670"/>
            <p:cNvSpPr/>
            <p:nvPr/>
          </p:nvSpPr>
          <p:spPr>
            <a:xfrm>
              <a:off x="7098881" y="20617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1" name="pt20671"/>
            <p:cNvSpPr/>
            <p:nvPr/>
          </p:nvSpPr>
          <p:spPr>
            <a:xfrm>
              <a:off x="6992641" y="19088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2" name="pt20672"/>
            <p:cNvSpPr/>
            <p:nvPr/>
          </p:nvSpPr>
          <p:spPr>
            <a:xfrm>
              <a:off x="7126775" y="22137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3" name="pt20673"/>
            <p:cNvSpPr/>
            <p:nvPr/>
          </p:nvSpPr>
          <p:spPr>
            <a:xfrm>
              <a:off x="7170099" y="22306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4" name="pt20674"/>
            <p:cNvSpPr/>
            <p:nvPr/>
          </p:nvSpPr>
          <p:spPr>
            <a:xfrm>
              <a:off x="6953923" y="2059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5" name="pt20675"/>
            <p:cNvSpPr/>
            <p:nvPr/>
          </p:nvSpPr>
          <p:spPr>
            <a:xfrm>
              <a:off x="7037455" y="23444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6" name="pt20676"/>
            <p:cNvSpPr/>
            <p:nvPr/>
          </p:nvSpPr>
          <p:spPr>
            <a:xfrm>
              <a:off x="7097880" y="2194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7" name="pt20677"/>
            <p:cNvSpPr/>
            <p:nvPr/>
          </p:nvSpPr>
          <p:spPr>
            <a:xfrm>
              <a:off x="7130659" y="23217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8" name="pt20678"/>
            <p:cNvSpPr/>
            <p:nvPr/>
          </p:nvSpPr>
          <p:spPr>
            <a:xfrm>
              <a:off x="7133868" y="22804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9" name="pt20679"/>
            <p:cNvSpPr/>
            <p:nvPr/>
          </p:nvSpPr>
          <p:spPr>
            <a:xfrm>
              <a:off x="7086613" y="21039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0" name="pt20680"/>
            <p:cNvSpPr/>
            <p:nvPr/>
          </p:nvSpPr>
          <p:spPr>
            <a:xfrm>
              <a:off x="7188574" y="21326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1" name="pt20681"/>
            <p:cNvSpPr/>
            <p:nvPr/>
          </p:nvSpPr>
          <p:spPr>
            <a:xfrm>
              <a:off x="7354041" y="21663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2" name="pt20682"/>
            <p:cNvSpPr/>
            <p:nvPr/>
          </p:nvSpPr>
          <p:spPr>
            <a:xfrm>
              <a:off x="6951213" y="20775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3" name="pt20683"/>
            <p:cNvSpPr/>
            <p:nvPr/>
          </p:nvSpPr>
          <p:spPr>
            <a:xfrm>
              <a:off x="7291270" y="20231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4" name="pt20684"/>
            <p:cNvSpPr/>
            <p:nvPr/>
          </p:nvSpPr>
          <p:spPr>
            <a:xfrm>
              <a:off x="6691848" y="18448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5" name="pt20685"/>
            <p:cNvSpPr/>
            <p:nvPr/>
          </p:nvSpPr>
          <p:spPr>
            <a:xfrm>
              <a:off x="7119934" y="20797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6" name="pt20686"/>
            <p:cNvSpPr/>
            <p:nvPr/>
          </p:nvSpPr>
          <p:spPr>
            <a:xfrm>
              <a:off x="7359290" y="23041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7" name="pt20687"/>
            <p:cNvSpPr/>
            <p:nvPr/>
          </p:nvSpPr>
          <p:spPr>
            <a:xfrm>
              <a:off x="7032312" y="22136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8" name="pt20688"/>
            <p:cNvSpPr/>
            <p:nvPr/>
          </p:nvSpPr>
          <p:spPr>
            <a:xfrm>
              <a:off x="7076827" y="22554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9" name="pt20689"/>
            <p:cNvSpPr/>
            <p:nvPr/>
          </p:nvSpPr>
          <p:spPr>
            <a:xfrm>
              <a:off x="7121531" y="21717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0" name="pt20690"/>
            <p:cNvSpPr/>
            <p:nvPr/>
          </p:nvSpPr>
          <p:spPr>
            <a:xfrm>
              <a:off x="7185321" y="2173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1" name="pt20691"/>
            <p:cNvSpPr/>
            <p:nvPr/>
          </p:nvSpPr>
          <p:spPr>
            <a:xfrm>
              <a:off x="6974062" y="20312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2" name="pt20692"/>
            <p:cNvSpPr/>
            <p:nvPr/>
          </p:nvSpPr>
          <p:spPr>
            <a:xfrm>
              <a:off x="7148721" y="20732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3" name="pt20693"/>
            <p:cNvSpPr/>
            <p:nvPr/>
          </p:nvSpPr>
          <p:spPr>
            <a:xfrm>
              <a:off x="6818876" y="19457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4" name="pt20694"/>
            <p:cNvSpPr/>
            <p:nvPr/>
          </p:nvSpPr>
          <p:spPr>
            <a:xfrm>
              <a:off x="7180005" y="20613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5" name="pt20695"/>
            <p:cNvSpPr/>
            <p:nvPr/>
          </p:nvSpPr>
          <p:spPr>
            <a:xfrm>
              <a:off x="7525870" y="21047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6" name="pt20696"/>
            <p:cNvSpPr/>
            <p:nvPr/>
          </p:nvSpPr>
          <p:spPr>
            <a:xfrm>
              <a:off x="7466304" y="19850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7" name="pt20697"/>
            <p:cNvSpPr/>
            <p:nvPr/>
          </p:nvSpPr>
          <p:spPr>
            <a:xfrm>
              <a:off x="7156183" y="2035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8" name="pt20698"/>
            <p:cNvSpPr/>
            <p:nvPr/>
          </p:nvSpPr>
          <p:spPr>
            <a:xfrm>
              <a:off x="7127446" y="22662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9" name="pt20699"/>
            <p:cNvSpPr/>
            <p:nvPr/>
          </p:nvSpPr>
          <p:spPr>
            <a:xfrm>
              <a:off x="7094318" y="21708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0" name="pt20700"/>
            <p:cNvSpPr/>
            <p:nvPr/>
          </p:nvSpPr>
          <p:spPr>
            <a:xfrm>
              <a:off x="6949947" y="20002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1" name="pt20701"/>
            <p:cNvSpPr/>
            <p:nvPr/>
          </p:nvSpPr>
          <p:spPr>
            <a:xfrm>
              <a:off x="7130597" y="22068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2" name="pt20702"/>
            <p:cNvSpPr/>
            <p:nvPr/>
          </p:nvSpPr>
          <p:spPr>
            <a:xfrm>
              <a:off x="7109555" y="21826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3" name="pt20703"/>
            <p:cNvSpPr/>
            <p:nvPr/>
          </p:nvSpPr>
          <p:spPr>
            <a:xfrm>
              <a:off x="7090914" y="22261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4" name="pt20704"/>
            <p:cNvSpPr/>
            <p:nvPr/>
          </p:nvSpPr>
          <p:spPr>
            <a:xfrm>
              <a:off x="7044565" y="21493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5" name="pt20705"/>
            <p:cNvSpPr/>
            <p:nvPr/>
          </p:nvSpPr>
          <p:spPr>
            <a:xfrm>
              <a:off x="6989877" y="20664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6" name="pt20706"/>
            <p:cNvSpPr/>
            <p:nvPr/>
          </p:nvSpPr>
          <p:spPr>
            <a:xfrm>
              <a:off x="6978673" y="18893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7" name="pt20707"/>
            <p:cNvSpPr/>
            <p:nvPr/>
          </p:nvSpPr>
          <p:spPr>
            <a:xfrm>
              <a:off x="6817666" y="19984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8" name="pt20708"/>
            <p:cNvSpPr/>
            <p:nvPr/>
          </p:nvSpPr>
          <p:spPr>
            <a:xfrm>
              <a:off x="6956647" y="20120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9" name="pt20709"/>
            <p:cNvSpPr/>
            <p:nvPr/>
          </p:nvSpPr>
          <p:spPr>
            <a:xfrm>
              <a:off x="7046470" y="21350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0" name="pt20710"/>
            <p:cNvSpPr/>
            <p:nvPr/>
          </p:nvSpPr>
          <p:spPr>
            <a:xfrm>
              <a:off x="6961691" y="19287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1" name="pt20711"/>
            <p:cNvSpPr/>
            <p:nvPr/>
          </p:nvSpPr>
          <p:spPr>
            <a:xfrm>
              <a:off x="7298840" y="19081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2" name="pt20712"/>
            <p:cNvSpPr/>
            <p:nvPr/>
          </p:nvSpPr>
          <p:spPr>
            <a:xfrm>
              <a:off x="7235630" y="20883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3" name="pt20713"/>
            <p:cNvSpPr/>
            <p:nvPr/>
          </p:nvSpPr>
          <p:spPr>
            <a:xfrm>
              <a:off x="7231400" y="23105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4" name="pt20714"/>
            <p:cNvSpPr/>
            <p:nvPr/>
          </p:nvSpPr>
          <p:spPr>
            <a:xfrm>
              <a:off x="7327236" y="23846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5" name="pt20715"/>
            <p:cNvSpPr/>
            <p:nvPr/>
          </p:nvSpPr>
          <p:spPr>
            <a:xfrm>
              <a:off x="7158143" y="20161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6" name="pt20716"/>
            <p:cNvSpPr/>
            <p:nvPr/>
          </p:nvSpPr>
          <p:spPr>
            <a:xfrm>
              <a:off x="7144758" y="21759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7" name="pt20717"/>
            <p:cNvSpPr/>
            <p:nvPr/>
          </p:nvSpPr>
          <p:spPr>
            <a:xfrm>
              <a:off x="7063152" y="21653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8" name="pt20718"/>
            <p:cNvSpPr/>
            <p:nvPr/>
          </p:nvSpPr>
          <p:spPr>
            <a:xfrm>
              <a:off x="7121148" y="21904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9" name="pt20719"/>
            <p:cNvSpPr/>
            <p:nvPr/>
          </p:nvSpPr>
          <p:spPr>
            <a:xfrm>
              <a:off x="7165991" y="22175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0" name="pt20720"/>
            <p:cNvSpPr/>
            <p:nvPr/>
          </p:nvSpPr>
          <p:spPr>
            <a:xfrm>
              <a:off x="6853482" y="21834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1" name="pt20721"/>
            <p:cNvSpPr/>
            <p:nvPr/>
          </p:nvSpPr>
          <p:spPr>
            <a:xfrm>
              <a:off x="7170659" y="21913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2" name="pt20722"/>
            <p:cNvSpPr/>
            <p:nvPr/>
          </p:nvSpPr>
          <p:spPr>
            <a:xfrm>
              <a:off x="6993914" y="1983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3" name="pt20723"/>
            <p:cNvSpPr/>
            <p:nvPr/>
          </p:nvSpPr>
          <p:spPr>
            <a:xfrm>
              <a:off x="6819822" y="18141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4" name="pt20724"/>
            <p:cNvSpPr/>
            <p:nvPr/>
          </p:nvSpPr>
          <p:spPr>
            <a:xfrm>
              <a:off x="7410554" y="26262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5" name="pt20725"/>
            <p:cNvSpPr/>
            <p:nvPr/>
          </p:nvSpPr>
          <p:spPr>
            <a:xfrm>
              <a:off x="7454892" y="23059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6" name="pt20726"/>
            <p:cNvSpPr/>
            <p:nvPr/>
          </p:nvSpPr>
          <p:spPr>
            <a:xfrm>
              <a:off x="7077299" y="21802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7" name="pt20727"/>
            <p:cNvSpPr/>
            <p:nvPr/>
          </p:nvSpPr>
          <p:spPr>
            <a:xfrm>
              <a:off x="6988519" y="20244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8" name="pt20728"/>
            <p:cNvSpPr/>
            <p:nvPr/>
          </p:nvSpPr>
          <p:spPr>
            <a:xfrm>
              <a:off x="7103015" y="2151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9" name="pt20729"/>
            <p:cNvSpPr/>
            <p:nvPr/>
          </p:nvSpPr>
          <p:spPr>
            <a:xfrm>
              <a:off x="7167500" y="22334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0" name="pt20730"/>
            <p:cNvSpPr/>
            <p:nvPr/>
          </p:nvSpPr>
          <p:spPr>
            <a:xfrm>
              <a:off x="7118264" y="22044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1" name="pt20731"/>
            <p:cNvSpPr/>
            <p:nvPr/>
          </p:nvSpPr>
          <p:spPr>
            <a:xfrm>
              <a:off x="7155504" y="19743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2" name="pt20732"/>
            <p:cNvSpPr/>
            <p:nvPr/>
          </p:nvSpPr>
          <p:spPr>
            <a:xfrm>
              <a:off x="7162127" y="21050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3" name="pt20733"/>
            <p:cNvSpPr/>
            <p:nvPr/>
          </p:nvSpPr>
          <p:spPr>
            <a:xfrm>
              <a:off x="7156523" y="20171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4" name="pt20734"/>
            <p:cNvSpPr/>
            <p:nvPr/>
          </p:nvSpPr>
          <p:spPr>
            <a:xfrm>
              <a:off x="7117613" y="21617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5" name="pt20735"/>
            <p:cNvSpPr/>
            <p:nvPr/>
          </p:nvSpPr>
          <p:spPr>
            <a:xfrm>
              <a:off x="6898266" y="21846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6" name="pt20736"/>
            <p:cNvSpPr/>
            <p:nvPr/>
          </p:nvSpPr>
          <p:spPr>
            <a:xfrm>
              <a:off x="6938837" y="20766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7" name="pt20737"/>
            <p:cNvSpPr/>
            <p:nvPr/>
          </p:nvSpPr>
          <p:spPr>
            <a:xfrm>
              <a:off x="7259360" y="20580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8" name="pt20738"/>
            <p:cNvSpPr/>
            <p:nvPr/>
          </p:nvSpPr>
          <p:spPr>
            <a:xfrm>
              <a:off x="7245817" y="22345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9" name="pt20739"/>
            <p:cNvSpPr/>
            <p:nvPr/>
          </p:nvSpPr>
          <p:spPr>
            <a:xfrm>
              <a:off x="7130930" y="21568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0" name="pt20740"/>
            <p:cNvSpPr/>
            <p:nvPr/>
          </p:nvSpPr>
          <p:spPr>
            <a:xfrm>
              <a:off x="7072335" y="21483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1" name="pt20741"/>
            <p:cNvSpPr/>
            <p:nvPr/>
          </p:nvSpPr>
          <p:spPr>
            <a:xfrm>
              <a:off x="7292848" y="2026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2" name="pt20742"/>
            <p:cNvSpPr/>
            <p:nvPr/>
          </p:nvSpPr>
          <p:spPr>
            <a:xfrm>
              <a:off x="7215419" y="21282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3" name="pt20743"/>
            <p:cNvSpPr/>
            <p:nvPr/>
          </p:nvSpPr>
          <p:spPr>
            <a:xfrm>
              <a:off x="7189092" y="20578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4" name="pt20744"/>
            <p:cNvSpPr/>
            <p:nvPr/>
          </p:nvSpPr>
          <p:spPr>
            <a:xfrm>
              <a:off x="7070111" y="2251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5" name="pt20745"/>
            <p:cNvSpPr/>
            <p:nvPr/>
          </p:nvSpPr>
          <p:spPr>
            <a:xfrm>
              <a:off x="7130372" y="21535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6" name="pt20746"/>
            <p:cNvSpPr/>
            <p:nvPr/>
          </p:nvSpPr>
          <p:spPr>
            <a:xfrm>
              <a:off x="7109516" y="21212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7" name="pt20747"/>
            <p:cNvSpPr/>
            <p:nvPr/>
          </p:nvSpPr>
          <p:spPr>
            <a:xfrm>
              <a:off x="7067625" y="19322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8" name="pt20748"/>
            <p:cNvSpPr/>
            <p:nvPr/>
          </p:nvSpPr>
          <p:spPr>
            <a:xfrm>
              <a:off x="7192355" y="21354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9" name="pt20749"/>
            <p:cNvSpPr/>
            <p:nvPr/>
          </p:nvSpPr>
          <p:spPr>
            <a:xfrm>
              <a:off x="7000142" y="17467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0" name="pt20750"/>
            <p:cNvSpPr/>
            <p:nvPr/>
          </p:nvSpPr>
          <p:spPr>
            <a:xfrm>
              <a:off x="7282945" y="18496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1" name="pt20751"/>
            <p:cNvSpPr/>
            <p:nvPr/>
          </p:nvSpPr>
          <p:spPr>
            <a:xfrm>
              <a:off x="7065323" y="21025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2" name="pt20752"/>
            <p:cNvSpPr/>
            <p:nvPr/>
          </p:nvSpPr>
          <p:spPr>
            <a:xfrm>
              <a:off x="7138796" y="23400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3" name="pt20753"/>
            <p:cNvSpPr/>
            <p:nvPr/>
          </p:nvSpPr>
          <p:spPr>
            <a:xfrm>
              <a:off x="6948717" y="20925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4" name="pt20754"/>
            <p:cNvSpPr/>
            <p:nvPr/>
          </p:nvSpPr>
          <p:spPr>
            <a:xfrm>
              <a:off x="7288883" y="19602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5" name="pt20755"/>
            <p:cNvSpPr/>
            <p:nvPr/>
          </p:nvSpPr>
          <p:spPr>
            <a:xfrm>
              <a:off x="6948795" y="1992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6" name="pt20756"/>
            <p:cNvSpPr/>
            <p:nvPr/>
          </p:nvSpPr>
          <p:spPr>
            <a:xfrm>
              <a:off x="7059603" y="22570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7" name="pt20757"/>
            <p:cNvSpPr/>
            <p:nvPr/>
          </p:nvSpPr>
          <p:spPr>
            <a:xfrm>
              <a:off x="7358214" y="22428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8" name="pt20758"/>
            <p:cNvSpPr/>
            <p:nvPr/>
          </p:nvSpPr>
          <p:spPr>
            <a:xfrm>
              <a:off x="7147918" y="20595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9" name="pt20759"/>
            <p:cNvSpPr/>
            <p:nvPr/>
          </p:nvSpPr>
          <p:spPr>
            <a:xfrm>
              <a:off x="7244805" y="20339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0" name="pt20760"/>
            <p:cNvSpPr/>
            <p:nvPr/>
          </p:nvSpPr>
          <p:spPr>
            <a:xfrm>
              <a:off x="7033488" y="23212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1" name="pt20761"/>
            <p:cNvSpPr/>
            <p:nvPr/>
          </p:nvSpPr>
          <p:spPr>
            <a:xfrm>
              <a:off x="7015985" y="18787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2" name="pt20762"/>
            <p:cNvSpPr/>
            <p:nvPr/>
          </p:nvSpPr>
          <p:spPr>
            <a:xfrm>
              <a:off x="7267139" y="18717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3" name="pt20763"/>
            <p:cNvSpPr/>
            <p:nvPr/>
          </p:nvSpPr>
          <p:spPr>
            <a:xfrm>
              <a:off x="7314015" y="1924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4" name="pt20764"/>
            <p:cNvSpPr/>
            <p:nvPr/>
          </p:nvSpPr>
          <p:spPr>
            <a:xfrm>
              <a:off x="7216262" y="20406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5" name="pt20765"/>
            <p:cNvSpPr/>
            <p:nvPr/>
          </p:nvSpPr>
          <p:spPr>
            <a:xfrm>
              <a:off x="7210944" y="20722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6" name="pt20766"/>
            <p:cNvSpPr/>
            <p:nvPr/>
          </p:nvSpPr>
          <p:spPr>
            <a:xfrm>
              <a:off x="7027292" y="22604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7" name="pt20767"/>
            <p:cNvSpPr/>
            <p:nvPr/>
          </p:nvSpPr>
          <p:spPr>
            <a:xfrm>
              <a:off x="7064545" y="20742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8" name="pt20768"/>
            <p:cNvSpPr/>
            <p:nvPr/>
          </p:nvSpPr>
          <p:spPr>
            <a:xfrm>
              <a:off x="7333171" y="17750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9" name="pt20769"/>
            <p:cNvSpPr/>
            <p:nvPr/>
          </p:nvSpPr>
          <p:spPr>
            <a:xfrm>
              <a:off x="7309069" y="19094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0" name="pt20770"/>
            <p:cNvSpPr/>
            <p:nvPr/>
          </p:nvSpPr>
          <p:spPr>
            <a:xfrm>
              <a:off x="6988544" y="20114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1" name="pt20771"/>
            <p:cNvSpPr/>
            <p:nvPr/>
          </p:nvSpPr>
          <p:spPr>
            <a:xfrm>
              <a:off x="7766724" y="22973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2" name="pt20772"/>
            <p:cNvSpPr/>
            <p:nvPr/>
          </p:nvSpPr>
          <p:spPr>
            <a:xfrm>
              <a:off x="7152763" y="20404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3" name="pt20773"/>
            <p:cNvSpPr/>
            <p:nvPr/>
          </p:nvSpPr>
          <p:spPr>
            <a:xfrm>
              <a:off x="6898266" y="22838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4" name="pt20774"/>
            <p:cNvSpPr/>
            <p:nvPr/>
          </p:nvSpPr>
          <p:spPr>
            <a:xfrm>
              <a:off x="7221379" y="18225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5" name="pt20775"/>
            <p:cNvSpPr/>
            <p:nvPr/>
          </p:nvSpPr>
          <p:spPr>
            <a:xfrm>
              <a:off x="7233310" y="20892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6" name="pt20776"/>
            <p:cNvSpPr/>
            <p:nvPr/>
          </p:nvSpPr>
          <p:spPr>
            <a:xfrm>
              <a:off x="6867978" y="19910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7" name="pt20777"/>
            <p:cNvSpPr/>
            <p:nvPr/>
          </p:nvSpPr>
          <p:spPr>
            <a:xfrm>
              <a:off x="7016864" y="17786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8" name="pt20778"/>
            <p:cNvSpPr/>
            <p:nvPr/>
          </p:nvSpPr>
          <p:spPr>
            <a:xfrm>
              <a:off x="7126023" y="22857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9" name="pt20779"/>
            <p:cNvSpPr/>
            <p:nvPr/>
          </p:nvSpPr>
          <p:spPr>
            <a:xfrm>
              <a:off x="7072340" y="22237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0" name="pt20780"/>
            <p:cNvSpPr/>
            <p:nvPr/>
          </p:nvSpPr>
          <p:spPr>
            <a:xfrm>
              <a:off x="7208246" y="22382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1" name="pt20781"/>
            <p:cNvSpPr/>
            <p:nvPr/>
          </p:nvSpPr>
          <p:spPr>
            <a:xfrm>
              <a:off x="6989716" y="20117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2" name="pt20782"/>
            <p:cNvSpPr/>
            <p:nvPr/>
          </p:nvSpPr>
          <p:spPr>
            <a:xfrm>
              <a:off x="7089988" y="22399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3" name="pt20783"/>
            <p:cNvSpPr/>
            <p:nvPr/>
          </p:nvSpPr>
          <p:spPr>
            <a:xfrm>
              <a:off x="7074765" y="22659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4" name="pt20784"/>
            <p:cNvSpPr/>
            <p:nvPr/>
          </p:nvSpPr>
          <p:spPr>
            <a:xfrm>
              <a:off x="6816663" y="20314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5" name="pt20785"/>
            <p:cNvSpPr/>
            <p:nvPr/>
          </p:nvSpPr>
          <p:spPr>
            <a:xfrm>
              <a:off x="7235786" y="20252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6" name="pt20786"/>
            <p:cNvSpPr/>
            <p:nvPr/>
          </p:nvSpPr>
          <p:spPr>
            <a:xfrm>
              <a:off x="7251418" y="21095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7" name="pt20787"/>
            <p:cNvSpPr/>
            <p:nvPr/>
          </p:nvSpPr>
          <p:spPr>
            <a:xfrm>
              <a:off x="7198134" y="21604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8" name="pt20788"/>
            <p:cNvSpPr/>
            <p:nvPr/>
          </p:nvSpPr>
          <p:spPr>
            <a:xfrm>
              <a:off x="7425249" y="25775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9" name="pt20789"/>
            <p:cNvSpPr/>
            <p:nvPr/>
          </p:nvSpPr>
          <p:spPr>
            <a:xfrm>
              <a:off x="7202445" y="22309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0" name="pt20790"/>
            <p:cNvSpPr/>
            <p:nvPr/>
          </p:nvSpPr>
          <p:spPr>
            <a:xfrm>
              <a:off x="6804712" y="23782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1" name="pt20791"/>
            <p:cNvSpPr/>
            <p:nvPr/>
          </p:nvSpPr>
          <p:spPr>
            <a:xfrm>
              <a:off x="7040140" y="22908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2" name="pt20792"/>
            <p:cNvSpPr/>
            <p:nvPr/>
          </p:nvSpPr>
          <p:spPr>
            <a:xfrm>
              <a:off x="7079945" y="22331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3" name="pt20793"/>
            <p:cNvSpPr/>
            <p:nvPr/>
          </p:nvSpPr>
          <p:spPr>
            <a:xfrm>
              <a:off x="6990341" y="19085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4" name="pt20794"/>
            <p:cNvSpPr/>
            <p:nvPr/>
          </p:nvSpPr>
          <p:spPr>
            <a:xfrm>
              <a:off x="7233736" y="18771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5" name="pt20795"/>
            <p:cNvSpPr/>
            <p:nvPr/>
          </p:nvSpPr>
          <p:spPr>
            <a:xfrm>
              <a:off x="7185673" y="22420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6" name="pt20796"/>
            <p:cNvSpPr/>
            <p:nvPr/>
          </p:nvSpPr>
          <p:spPr>
            <a:xfrm>
              <a:off x="7026507" y="2292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7" name="pt20797"/>
            <p:cNvSpPr/>
            <p:nvPr/>
          </p:nvSpPr>
          <p:spPr>
            <a:xfrm>
              <a:off x="6946413" y="20073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8" name="pt20798"/>
            <p:cNvSpPr/>
            <p:nvPr/>
          </p:nvSpPr>
          <p:spPr>
            <a:xfrm>
              <a:off x="7164706" y="21523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9" name="pt20799"/>
            <p:cNvSpPr/>
            <p:nvPr/>
          </p:nvSpPr>
          <p:spPr>
            <a:xfrm>
              <a:off x="7101000" y="21673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0" name="pt20800"/>
            <p:cNvSpPr/>
            <p:nvPr/>
          </p:nvSpPr>
          <p:spPr>
            <a:xfrm>
              <a:off x="6585890" y="21317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1" name="pt20801"/>
            <p:cNvSpPr/>
            <p:nvPr/>
          </p:nvSpPr>
          <p:spPr>
            <a:xfrm>
              <a:off x="6915616" y="22384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2" name="pt20802"/>
            <p:cNvSpPr/>
            <p:nvPr/>
          </p:nvSpPr>
          <p:spPr>
            <a:xfrm>
              <a:off x="6947285" y="19972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3" name="pt20803"/>
            <p:cNvSpPr/>
            <p:nvPr/>
          </p:nvSpPr>
          <p:spPr>
            <a:xfrm>
              <a:off x="7068403" y="21442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4" name="pt20804"/>
            <p:cNvSpPr/>
            <p:nvPr/>
          </p:nvSpPr>
          <p:spPr>
            <a:xfrm>
              <a:off x="6839020" y="22187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5" name="pt20805"/>
            <p:cNvSpPr/>
            <p:nvPr/>
          </p:nvSpPr>
          <p:spPr>
            <a:xfrm>
              <a:off x="7112385" y="21932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6" name="pt20806"/>
            <p:cNvSpPr/>
            <p:nvPr/>
          </p:nvSpPr>
          <p:spPr>
            <a:xfrm>
              <a:off x="7265813" y="21118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7" name="pt20807"/>
            <p:cNvSpPr/>
            <p:nvPr/>
          </p:nvSpPr>
          <p:spPr>
            <a:xfrm>
              <a:off x="7129935" y="22021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8" name="pt20808"/>
            <p:cNvSpPr/>
            <p:nvPr/>
          </p:nvSpPr>
          <p:spPr>
            <a:xfrm>
              <a:off x="7086313" y="22702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9" name="pt20809"/>
            <p:cNvSpPr/>
            <p:nvPr/>
          </p:nvSpPr>
          <p:spPr>
            <a:xfrm>
              <a:off x="7096542" y="20496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0" name="pt20810"/>
            <p:cNvSpPr/>
            <p:nvPr/>
          </p:nvSpPr>
          <p:spPr>
            <a:xfrm>
              <a:off x="7218657" y="19167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1" name="pt20811"/>
            <p:cNvSpPr/>
            <p:nvPr/>
          </p:nvSpPr>
          <p:spPr>
            <a:xfrm>
              <a:off x="7135041" y="22671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2" name="pt20812"/>
            <p:cNvSpPr/>
            <p:nvPr/>
          </p:nvSpPr>
          <p:spPr>
            <a:xfrm>
              <a:off x="7128453" y="23149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3" name="pt20813"/>
            <p:cNvSpPr/>
            <p:nvPr/>
          </p:nvSpPr>
          <p:spPr>
            <a:xfrm>
              <a:off x="7048092" y="18498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4" name="pt20814"/>
            <p:cNvSpPr/>
            <p:nvPr/>
          </p:nvSpPr>
          <p:spPr>
            <a:xfrm>
              <a:off x="7026053" y="22142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5" name="pt20815"/>
            <p:cNvSpPr/>
            <p:nvPr/>
          </p:nvSpPr>
          <p:spPr>
            <a:xfrm>
              <a:off x="7133506" y="22552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6" name="pt20816"/>
            <p:cNvSpPr/>
            <p:nvPr/>
          </p:nvSpPr>
          <p:spPr>
            <a:xfrm>
              <a:off x="7099643" y="21048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7" name="pt20817"/>
            <p:cNvSpPr/>
            <p:nvPr/>
          </p:nvSpPr>
          <p:spPr>
            <a:xfrm>
              <a:off x="7633867" y="27416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8" name="pt20818"/>
            <p:cNvSpPr/>
            <p:nvPr/>
          </p:nvSpPr>
          <p:spPr>
            <a:xfrm>
              <a:off x="7098634" y="2056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9" name="pt20819"/>
            <p:cNvSpPr/>
            <p:nvPr/>
          </p:nvSpPr>
          <p:spPr>
            <a:xfrm>
              <a:off x="6938724" y="2033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0" name="pt20820"/>
            <p:cNvSpPr/>
            <p:nvPr/>
          </p:nvSpPr>
          <p:spPr>
            <a:xfrm>
              <a:off x="7072289" y="21868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1" name="pt20821"/>
            <p:cNvSpPr/>
            <p:nvPr/>
          </p:nvSpPr>
          <p:spPr>
            <a:xfrm>
              <a:off x="7056836" y="23064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2" name="pt20822"/>
            <p:cNvSpPr/>
            <p:nvPr/>
          </p:nvSpPr>
          <p:spPr>
            <a:xfrm>
              <a:off x="7170014" y="21296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3" name="pt20823"/>
            <p:cNvSpPr/>
            <p:nvPr/>
          </p:nvSpPr>
          <p:spPr>
            <a:xfrm>
              <a:off x="7066860" y="19813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4" name="pt20824"/>
            <p:cNvSpPr/>
            <p:nvPr/>
          </p:nvSpPr>
          <p:spPr>
            <a:xfrm>
              <a:off x="7131483" y="23673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5" name="pt20825"/>
            <p:cNvSpPr/>
            <p:nvPr/>
          </p:nvSpPr>
          <p:spPr>
            <a:xfrm>
              <a:off x="7012800" y="19294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6" name="pt20826"/>
            <p:cNvSpPr/>
            <p:nvPr/>
          </p:nvSpPr>
          <p:spPr>
            <a:xfrm>
              <a:off x="7013423" y="19679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7" name="pt20827"/>
            <p:cNvSpPr/>
            <p:nvPr/>
          </p:nvSpPr>
          <p:spPr>
            <a:xfrm>
              <a:off x="7435204" y="27138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8" name="pt20828"/>
            <p:cNvSpPr/>
            <p:nvPr/>
          </p:nvSpPr>
          <p:spPr>
            <a:xfrm>
              <a:off x="7094385" y="20815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9" name="pt20829"/>
            <p:cNvSpPr/>
            <p:nvPr/>
          </p:nvSpPr>
          <p:spPr>
            <a:xfrm>
              <a:off x="7153323" y="20396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0" name="pt20830"/>
            <p:cNvSpPr/>
            <p:nvPr/>
          </p:nvSpPr>
          <p:spPr>
            <a:xfrm>
              <a:off x="6885228" y="21133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1" name="pt20831"/>
            <p:cNvSpPr/>
            <p:nvPr/>
          </p:nvSpPr>
          <p:spPr>
            <a:xfrm>
              <a:off x="6857799" y="21006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2" name="pt20832"/>
            <p:cNvSpPr/>
            <p:nvPr/>
          </p:nvSpPr>
          <p:spPr>
            <a:xfrm>
              <a:off x="7170608" y="21204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3" name="pt20833"/>
            <p:cNvSpPr/>
            <p:nvPr/>
          </p:nvSpPr>
          <p:spPr>
            <a:xfrm>
              <a:off x="7161861" y="20260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4" name="pt20834"/>
            <p:cNvSpPr/>
            <p:nvPr/>
          </p:nvSpPr>
          <p:spPr>
            <a:xfrm>
              <a:off x="7234207" y="21892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5" name="pt20835"/>
            <p:cNvSpPr/>
            <p:nvPr/>
          </p:nvSpPr>
          <p:spPr>
            <a:xfrm>
              <a:off x="7343341" y="24991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6" name="pt20836"/>
            <p:cNvSpPr/>
            <p:nvPr/>
          </p:nvSpPr>
          <p:spPr>
            <a:xfrm>
              <a:off x="7104836" y="21104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7" name="pt20837"/>
            <p:cNvSpPr/>
            <p:nvPr/>
          </p:nvSpPr>
          <p:spPr>
            <a:xfrm>
              <a:off x="7147728" y="19770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8" name="pt20838"/>
            <p:cNvSpPr/>
            <p:nvPr/>
          </p:nvSpPr>
          <p:spPr>
            <a:xfrm>
              <a:off x="7005684" y="20809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9" name="pt20839"/>
            <p:cNvSpPr/>
            <p:nvPr/>
          </p:nvSpPr>
          <p:spPr>
            <a:xfrm>
              <a:off x="7304694" y="19976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0" name="pt20840"/>
            <p:cNvSpPr/>
            <p:nvPr/>
          </p:nvSpPr>
          <p:spPr>
            <a:xfrm>
              <a:off x="6909824" y="21050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1" name="pt20841"/>
            <p:cNvSpPr/>
            <p:nvPr/>
          </p:nvSpPr>
          <p:spPr>
            <a:xfrm>
              <a:off x="7331742" y="20020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2" name="pt20842"/>
            <p:cNvSpPr/>
            <p:nvPr/>
          </p:nvSpPr>
          <p:spPr>
            <a:xfrm>
              <a:off x="7146571" y="21185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3" name="pt20843"/>
            <p:cNvSpPr/>
            <p:nvPr/>
          </p:nvSpPr>
          <p:spPr>
            <a:xfrm>
              <a:off x="7152390" y="20571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4" name="pt20844"/>
            <p:cNvSpPr/>
            <p:nvPr/>
          </p:nvSpPr>
          <p:spPr>
            <a:xfrm>
              <a:off x="7158452" y="20544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5" name="pt20845"/>
            <p:cNvSpPr/>
            <p:nvPr/>
          </p:nvSpPr>
          <p:spPr>
            <a:xfrm>
              <a:off x="7200237" y="21817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6" name="pt20846"/>
            <p:cNvSpPr/>
            <p:nvPr/>
          </p:nvSpPr>
          <p:spPr>
            <a:xfrm>
              <a:off x="7138920" y="22790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7" name="pt20847"/>
            <p:cNvSpPr/>
            <p:nvPr/>
          </p:nvSpPr>
          <p:spPr>
            <a:xfrm>
              <a:off x="6853144" y="21118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8" name="pt20848"/>
            <p:cNvSpPr/>
            <p:nvPr/>
          </p:nvSpPr>
          <p:spPr>
            <a:xfrm>
              <a:off x="6929645" y="21511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9" name="pt20849"/>
            <p:cNvSpPr/>
            <p:nvPr/>
          </p:nvSpPr>
          <p:spPr>
            <a:xfrm>
              <a:off x="7241797" y="20017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0" name="pt20850"/>
            <p:cNvSpPr/>
            <p:nvPr/>
          </p:nvSpPr>
          <p:spPr>
            <a:xfrm>
              <a:off x="7062021" y="22301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1" name="pt20851"/>
            <p:cNvSpPr/>
            <p:nvPr/>
          </p:nvSpPr>
          <p:spPr>
            <a:xfrm>
              <a:off x="7304503" y="19986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2" name="pt20852"/>
            <p:cNvSpPr/>
            <p:nvPr/>
          </p:nvSpPr>
          <p:spPr>
            <a:xfrm>
              <a:off x="7369389" y="22468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3" name="pt20853"/>
            <p:cNvSpPr/>
            <p:nvPr/>
          </p:nvSpPr>
          <p:spPr>
            <a:xfrm>
              <a:off x="7104215" y="21102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4" name="pt20854"/>
            <p:cNvSpPr/>
            <p:nvPr/>
          </p:nvSpPr>
          <p:spPr>
            <a:xfrm>
              <a:off x="7203078" y="20501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5" name="pt20855"/>
            <p:cNvSpPr/>
            <p:nvPr/>
          </p:nvSpPr>
          <p:spPr>
            <a:xfrm>
              <a:off x="6973251" y="20259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6" name="pt20856"/>
            <p:cNvSpPr/>
            <p:nvPr/>
          </p:nvSpPr>
          <p:spPr>
            <a:xfrm>
              <a:off x="7204324" y="20958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7" name="pt20857"/>
            <p:cNvSpPr/>
            <p:nvPr/>
          </p:nvSpPr>
          <p:spPr>
            <a:xfrm>
              <a:off x="7306783" y="21461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8" name="pt20858"/>
            <p:cNvSpPr/>
            <p:nvPr/>
          </p:nvSpPr>
          <p:spPr>
            <a:xfrm>
              <a:off x="7145843" y="21687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9" name="pt20859"/>
            <p:cNvSpPr/>
            <p:nvPr/>
          </p:nvSpPr>
          <p:spPr>
            <a:xfrm>
              <a:off x="7450557" y="25949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0" name="pt20860"/>
            <p:cNvSpPr/>
            <p:nvPr/>
          </p:nvSpPr>
          <p:spPr>
            <a:xfrm>
              <a:off x="7342849" y="25045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1" name="pt20861"/>
            <p:cNvSpPr/>
            <p:nvPr/>
          </p:nvSpPr>
          <p:spPr>
            <a:xfrm>
              <a:off x="7107998" y="20812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2" name="pt20862"/>
            <p:cNvSpPr/>
            <p:nvPr/>
          </p:nvSpPr>
          <p:spPr>
            <a:xfrm>
              <a:off x="6931091" y="2181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3" name="pt20863"/>
            <p:cNvSpPr/>
            <p:nvPr/>
          </p:nvSpPr>
          <p:spPr>
            <a:xfrm>
              <a:off x="7317214" y="22562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4" name="pt20864"/>
            <p:cNvSpPr/>
            <p:nvPr/>
          </p:nvSpPr>
          <p:spPr>
            <a:xfrm>
              <a:off x="7110681" y="21926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5" name="pt20865"/>
            <p:cNvSpPr/>
            <p:nvPr/>
          </p:nvSpPr>
          <p:spPr>
            <a:xfrm>
              <a:off x="7376150" y="21163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6" name="pt20866"/>
            <p:cNvSpPr/>
            <p:nvPr/>
          </p:nvSpPr>
          <p:spPr>
            <a:xfrm>
              <a:off x="7376300" y="22981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7" name="pt20867"/>
            <p:cNvSpPr/>
            <p:nvPr/>
          </p:nvSpPr>
          <p:spPr>
            <a:xfrm>
              <a:off x="7185441" y="2232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8" name="pt20868"/>
            <p:cNvSpPr/>
            <p:nvPr/>
          </p:nvSpPr>
          <p:spPr>
            <a:xfrm>
              <a:off x="7374896" y="21673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9" name="pt20869"/>
            <p:cNvSpPr/>
            <p:nvPr/>
          </p:nvSpPr>
          <p:spPr>
            <a:xfrm>
              <a:off x="7273622" y="19440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0" name="pt20870"/>
            <p:cNvSpPr/>
            <p:nvPr/>
          </p:nvSpPr>
          <p:spPr>
            <a:xfrm>
              <a:off x="7327498" y="21900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1" name="pt20871"/>
            <p:cNvSpPr/>
            <p:nvPr/>
          </p:nvSpPr>
          <p:spPr>
            <a:xfrm>
              <a:off x="6614781" y="22216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2" name="pt20872"/>
            <p:cNvSpPr/>
            <p:nvPr/>
          </p:nvSpPr>
          <p:spPr>
            <a:xfrm>
              <a:off x="7278016" y="19166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3" name="pt20873"/>
            <p:cNvSpPr/>
            <p:nvPr/>
          </p:nvSpPr>
          <p:spPr>
            <a:xfrm>
              <a:off x="7069400" y="20089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4" name="pt20874"/>
            <p:cNvSpPr/>
            <p:nvPr/>
          </p:nvSpPr>
          <p:spPr>
            <a:xfrm>
              <a:off x="7304869" y="19557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5" name="pt20875"/>
            <p:cNvSpPr/>
            <p:nvPr/>
          </p:nvSpPr>
          <p:spPr>
            <a:xfrm>
              <a:off x="7085199" y="22086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6" name="pt20876"/>
            <p:cNvSpPr/>
            <p:nvPr/>
          </p:nvSpPr>
          <p:spPr>
            <a:xfrm>
              <a:off x="6852564" y="22034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7" name="pt20877"/>
            <p:cNvSpPr/>
            <p:nvPr/>
          </p:nvSpPr>
          <p:spPr>
            <a:xfrm>
              <a:off x="7327710" y="20601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8" name="pt20878"/>
            <p:cNvSpPr/>
            <p:nvPr/>
          </p:nvSpPr>
          <p:spPr>
            <a:xfrm>
              <a:off x="7293010" y="20102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9" name="pt20879"/>
            <p:cNvSpPr/>
            <p:nvPr/>
          </p:nvSpPr>
          <p:spPr>
            <a:xfrm>
              <a:off x="6832015" y="20632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0" name="pt20880"/>
            <p:cNvSpPr/>
            <p:nvPr/>
          </p:nvSpPr>
          <p:spPr>
            <a:xfrm>
              <a:off x="7151411" y="20495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1" name="pt20881"/>
            <p:cNvSpPr/>
            <p:nvPr/>
          </p:nvSpPr>
          <p:spPr>
            <a:xfrm>
              <a:off x="7066061" y="19916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2" name="pt20882"/>
            <p:cNvSpPr/>
            <p:nvPr/>
          </p:nvSpPr>
          <p:spPr>
            <a:xfrm>
              <a:off x="7330185" y="21076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3" name="pt20883"/>
            <p:cNvSpPr/>
            <p:nvPr/>
          </p:nvSpPr>
          <p:spPr>
            <a:xfrm>
              <a:off x="6858136" y="21180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4" name="pt20884"/>
            <p:cNvSpPr/>
            <p:nvPr/>
          </p:nvSpPr>
          <p:spPr>
            <a:xfrm>
              <a:off x="7214936" y="20683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5" name="pt20885"/>
            <p:cNvSpPr/>
            <p:nvPr/>
          </p:nvSpPr>
          <p:spPr>
            <a:xfrm>
              <a:off x="7123017" y="22289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6" name="pt20886"/>
            <p:cNvSpPr/>
            <p:nvPr/>
          </p:nvSpPr>
          <p:spPr>
            <a:xfrm>
              <a:off x="7203911" y="20644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7" name="pt20887"/>
            <p:cNvSpPr/>
            <p:nvPr/>
          </p:nvSpPr>
          <p:spPr>
            <a:xfrm>
              <a:off x="6778356" y="25753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8" name="pt20888"/>
            <p:cNvSpPr/>
            <p:nvPr/>
          </p:nvSpPr>
          <p:spPr>
            <a:xfrm>
              <a:off x="7119516" y="22280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9" name="pt20889"/>
            <p:cNvSpPr/>
            <p:nvPr/>
          </p:nvSpPr>
          <p:spPr>
            <a:xfrm>
              <a:off x="7184035" y="21186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0" name="pt20890"/>
            <p:cNvSpPr/>
            <p:nvPr/>
          </p:nvSpPr>
          <p:spPr>
            <a:xfrm>
              <a:off x="7424729" y="26203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1" name="pt20891"/>
            <p:cNvSpPr/>
            <p:nvPr/>
          </p:nvSpPr>
          <p:spPr>
            <a:xfrm>
              <a:off x="7228633" y="22424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2" name="pt20892"/>
            <p:cNvSpPr/>
            <p:nvPr/>
          </p:nvSpPr>
          <p:spPr>
            <a:xfrm>
              <a:off x="7071329" y="22054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3" name="pt20893"/>
            <p:cNvSpPr/>
            <p:nvPr/>
          </p:nvSpPr>
          <p:spPr>
            <a:xfrm>
              <a:off x="7470697" y="2391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4" name="pt20894"/>
            <p:cNvSpPr/>
            <p:nvPr/>
          </p:nvSpPr>
          <p:spPr>
            <a:xfrm>
              <a:off x="7217653" y="20962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5" name="pt20895"/>
            <p:cNvSpPr/>
            <p:nvPr/>
          </p:nvSpPr>
          <p:spPr>
            <a:xfrm>
              <a:off x="7267957" y="18186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6" name="pt20896"/>
            <p:cNvSpPr/>
            <p:nvPr/>
          </p:nvSpPr>
          <p:spPr>
            <a:xfrm>
              <a:off x="7734379" y="23290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7" name="pt20897"/>
            <p:cNvSpPr/>
            <p:nvPr/>
          </p:nvSpPr>
          <p:spPr>
            <a:xfrm>
              <a:off x="7173534" y="20235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8" name="pt20898"/>
            <p:cNvSpPr/>
            <p:nvPr/>
          </p:nvSpPr>
          <p:spPr>
            <a:xfrm>
              <a:off x="7119875" y="21657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9" name="pt20899"/>
            <p:cNvSpPr/>
            <p:nvPr/>
          </p:nvSpPr>
          <p:spPr>
            <a:xfrm>
              <a:off x="7052243" y="20902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0" name="pt20900"/>
            <p:cNvSpPr/>
            <p:nvPr/>
          </p:nvSpPr>
          <p:spPr>
            <a:xfrm>
              <a:off x="6586351" y="20212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1" name="pt20901"/>
            <p:cNvSpPr/>
            <p:nvPr/>
          </p:nvSpPr>
          <p:spPr>
            <a:xfrm>
              <a:off x="7202891" y="21391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2" name="pt20902"/>
            <p:cNvSpPr/>
            <p:nvPr/>
          </p:nvSpPr>
          <p:spPr>
            <a:xfrm>
              <a:off x="7180100" y="20373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3" name="pt20903"/>
            <p:cNvSpPr/>
            <p:nvPr/>
          </p:nvSpPr>
          <p:spPr>
            <a:xfrm>
              <a:off x="6930825" y="21811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4" name="pt20904"/>
            <p:cNvSpPr/>
            <p:nvPr/>
          </p:nvSpPr>
          <p:spPr>
            <a:xfrm>
              <a:off x="7353397" y="25169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5" name="pt20905"/>
            <p:cNvSpPr/>
            <p:nvPr/>
          </p:nvSpPr>
          <p:spPr>
            <a:xfrm>
              <a:off x="7463974" y="24546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6" name="pt20906"/>
            <p:cNvSpPr/>
            <p:nvPr/>
          </p:nvSpPr>
          <p:spPr>
            <a:xfrm>
              <a:off x="7049317" y="18041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7" name="pt20907"/>
            <p:cNvSpPr/>
            <p:nvPr/>
          </p:nvSpPr>
          <p:spPr>
            <a:xfrm>
              <a:off x="7216651" y="21017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8" name="pt20908"/>
            <p:cNvSpPr/>
            <p:nvPr/>
          </p:nvSpPr>
          <p:spPr>
            <a:xfrm>
              <a:off x="7217984" y="19523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9" name="pt20909"/>
            <p:cNvSpPr/>
            <p:nvPr/>
          </p:nvSpPr>
          <p:spPr>
            <a:xfrm>
              <a:off x="7044953" y="19305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0" name="pt20910"/>
            <p:cNvSpPr/>
            <p:nvPr/>
          </p:nvSpPr>
          <p:spPr>
            <a:xfrm>
              <a:off x="7053853" y="21024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1" name="pt20911"/>
            <p:cNvSpPr/>
            <p:nvPr/>
          </p:nvSpPr>
          <p:spPr>
            <a:xfrm>
              <a:off x="7279029" y="19922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2" name="pt20912"/>
            <p:cNvSpPr/>
            <p:nvPr/>
          </p:nvSpPr>
          <p:spPr>
            <a:xfrm>
              <a:off x="6947414" y="20419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3" name="pt20913"/>
            <p:cNvSpPr/>
            <p:nvPr/>
          </p:nvSpPr>
          <p:spPr>
            <a:xfrm>
              <a:off x="7331611" y="20357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4" name="pt20914"/>
            <p:cNvSpPr/>
            <p:nvPr/>
          </p:nvSpPr>
          <p:spPr>
            <a:xfrm>
              <a:off x="7207375" y="20888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5" name="pt20915"/>
            <p:cNvSpPr/>
            <p:nvPr/>
          </p:nvSpPr>
          <p:spPr>
            <a:xfrm>
              <a:off x="7273899" y="2038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6" name="pt20916"/>
            <p:cNvSpPr/>
            <p:nvPr/>
          </p:nvSpPr>
          <p:spPr>
            <a:xfrm>
              <a:off x="7176751" y="20402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7" name="pt20917"/>
            <p:cNvSpPr/>
            <p:nvPr/>
          </p:nvSpPr>
          <p:spPr>
            <a:xfrm>
              <a:off x="7215102" y="20741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8" name="pt20918"/>
            <p:cNvSpPr/>
            <p:nvPr/>
          </p:nvSpPr>
          <p:spPr>
            <a:xfrm>
              <a:off x="7333594" y="19652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9" name="pt20919"/>
            <p:cNvSpPr/>
            <p:nvPr/>
          </p:nvSpPr>
          <p:spPr>
            <a:xfrm>
              <a:off x="7054787" y="22371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0" name="pt20920"/>
            <p:cNvSpPr/>
            <p:nvPr/>
          </p:nvSpPr>
          <p:spPr>
            <a:xfrm>
              <a:off x="7229223" y="22195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1" name="pt20921"/>
            <p:cNvSpPr/>
            <p:nvPr/>
          </p:nvSpPr>
          <p:spPr>
            <a:xfrm>
              <a:off x="7123311" y="21114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2" name="pt20922"/>
            <p:cNvSpPr/>
            <p:nvPr/>
          </p:nvSpPr>
          <p:spPr>
            <a:xfrm>
              <a:off x="7179369" y="20805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3" name="pt20923"/>
            <p:cNvSpPr/>
            <p:nvPr/>
          </p:nvSpPr>
          <p:spPr>
            <a:xfrm>
              <a:off x="7161157" y="21033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4" name="pt20924"/>
            <p:cNvSpPr/>
            <p:nvPr/>
          </p:nvSpPr>
          <p:spPr>
            <a:xfrm>
              <a:off x="7084198" y="21989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5" name="pt20925"/>
            <p:cNvSpPr/>
            <p:nvPr/>
          </p:nvSpPr>
          <p:spPr>
            <a:xfrm>
              <a:off x="7196407" y="23400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6" name="pt20926"/>
            <p:cNvSpPr/>
            <p:nvPr/>
          </p:nvSpPr>
          <p:spPr>
            <a:xfrm>
              <a:off x="7129266" y="22937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7" name="pt20927"/>
            <p:cNvSpPr/>
            <p:nvPr/>
          </p:nvSpPr>
          <p:spPr>
            <a:xfrm>
              <a:off x="7153138" y="19486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8" name="pt20928"/>
            <p:cNvSpPr/>
            <p:nvPr/>
          </p:nvSpPr>
          <p:spPr>
            <a:xfrm>
              <a:off x="7090542" y="2205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9" name="pt20929"/>
            <p:cNvSpPr/>
            <p:nvPr/>
          </p:nvSpPr>
          <p:spPr>
            <a:xfrm>
              <a:off x="7655047" y="23088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0" name="pt20930"/>
            <p:cNvSpPr/>
            <p:nvPr/>
          </p:nvSpPr>
          <p:spPr>
            <a:xfrm>
              <a:off x="7201386" y="20927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1" name="pt20931"/>
            <p:cNvSpPr/>
            <p:nvPr/>
          </p:nvSpPr>
          <p:spPr>
            <a:xfrm>
              <a:off x="7211655" y="20500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2" name="pt20932"/>
            <p:cNvSpPr/>
            <p:nvPr/>
          </p:nvSpPr>
          <p:spPr>
            <a:xfrm>
              <a:off x="6942739" y="21469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3" name="pt20933"/>
            <p:cNvSpPr/>
            <p:nvPr/>
          </p:nvSpPr>
          <p:spPr>
            <a:xfrm>
              <a:off x="7142471" y="21251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4" name="pt20934"/>
            <p:cNvSpPr/>
            <p:nvPr/>
          </p:nvSpPr>
          <p:spPr>
            <a:xfrm>
              <a:off x="7063299" y="20474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5" name="pt20935"/>
            <p:cNvSpPr/>
            <p:nvPr/>
          </p:nvSpPr>
          <p:spPr>
            <a:xfrm>
              <a:off x="6881271" y="19368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6" name="pt20936"/>
            <p:cNvSpPr/>
            <p:nvPr/>
          </p:nvSpPr>
          <p:spPr>
            <a:xfrm>
              <a:off x="7017512" y="17628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7" name="pt20937"/>
            <p:cNvSpPr/>
            <p:nvPr/>
          </p:nvSpPr>
          <p:spPr>
            <a:xfrm>
              <a:off x="7140966" y="21151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8" name="pt20938"/>
            <p:cNvSpPr/>
            <p:nvPr/>
          </p:nvSpPr>
          <p:spPr>
            <a:xfrm>
              <a:off x="6791900" y="2500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9" name="pt20939"/>
            <p:cNvSpPr/>
            <p:nvPr/>
          </p:nvSpPr>
          <p:spPr>
            <a:xfrm>
              <a:off x="6831637" y="20825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0" name="pt20940"/>
            <p:cNvSpPr/>
            <p:nvPr/>
          </p:nvSpPr>
          <p:spPr>
            <a:xfrm>
              <a:off x="6760498" y="25302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1" name="pt20941"/>
            <p:cNvSpPr/>
            <p:nvPr/>
          </p:nvSpPr>
          <p:spPr>
            <a:xfrm>
              <a:off x="6899289" y="20417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2" name="pt20942"/>
            <p:cNvSpPr/>
            <p:nvPr/>
          </p:nvSpPr>
          <p:spPr>
            <a:xfrm>
              <a:off x="7696726" y="22594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3" name="pt20943"/>
            <p:cNvSpPr/>
            <p:nvPr/>
          </p:nvSpPr>
          <p:spPr>
            <a:xfrm>
              <a:off x="7224352" y="21552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4" name="pt20944"/>
            <p:cNvSpPr/>
            <p:nvPr/>
          </p:nvSpPr>
          <p:spPr>
            <a:xfrm>
              <a:off x="7324033" y="17943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5" name="pt20945"/>
            <p:cNvSpPr/>
            <p:nvPr/>
          </p:nvSpPr>
          <p:spPr>
            <a:xfrm>
              <a:off x="6985574" y="21122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6" name="pt20946"/>
            <p:cNvSpPr/>
            <p:nvPr/>
          </p:nvSpPr>
          <p:spPr>
            <a:xfrm>
              <a:off x="7417945" y="25995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7" name="pt20947"/>
            <p:cNvSpPr/>
            <p:nvPr/>
          </p:nvSpPr>
          <p:spPr>
            <a:xfrm>
              <a:off x="7298628" y="19957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8" name="pt20948"/>
            <p:cNvSpPr/>
            <p:nvPr/>
          </p:nvSpPr>
          <p:spPr>
            <a:xfrm>
              <a:off x="7206005" y="22467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9" name="pt20949"/>
            <p:cNvSpPr/>
            <p:nvPr/>
          </p:nvSpPr>
          <p:spPr>
            <a:xfrm>
              <a:off x="7369556" y="20677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0" name="pt20950"/>
            <p:cNvSpPr/>
            <p:nvPr/>
          </p:nvSpPr>
          <p:spPr>
            <a:xfrm>
              <a:off x="7024723" y="22399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1" name="pt20951"/>
            <p:cNvSpPr/>
            <p:nvPr/>
          </p:nvSpPr>
          <p:spPr>
            <a:xfrm>
              <a:off x="6760592" y="26934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2" name="pt20952"/>
            <p:cNvSpPr/>
            <p:nvPr/>
          </p:nvSpPr>
          <p:spPr>
            <a:xfrm>
              <a:off x="6952184" y="20470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3" name="pt20953"/>
            <p:cNvSpPr/>
            <p:nvPr/>
          </p:nvSpPr>
          <p:spPr>
            <a:xfrm>
              <a:off x="7141392" y="21045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4" name="pt20954"/>
            <p:cNvSpPr/>
            <p:nvPr/>
          </p:nvSpPr>
          <p:spPr>
            <a:xfrm>
              <a:off x="7132021" y="23568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5" name="pt20955"/>
            <p:cNvSpPr/>
            <p:nvPr/>
          </p:nvSpPr>
          <p:spPr>
            <a:xfrm>
              <a:off x="7002515" y="18589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6" name="pt20956"/>
            <p:cNvSpPr/>
            <p:nvPr/>
          </p:nvSpPr>
          <p:spPr>
            <a:xfrm>
              <a:off x="7206986" y="20734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7" name="pt20957"/>
            <p:cNvSpPr/>
            <p:nvPr/>
          </p:nvSpPr>
          <p:spPr>
            <a:xfrm>
              <a:off x="6986303" y="20558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8" name="pt20958"/>
            <p:cNvSpPr/>
            <p:nvPr/>
          </p:nvSpPr>
          <p:spPr>
            <a:xfrm>
              <a:off x="7275882" y="19913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9" name="pt20959"/>
            <p:cNvSpPr/>
            <p:nvPr/>
          </p:nvSpPr>
          <p:spPr>
            <a:xfrm>
              <a:off x="6950085" y="2060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0" name="pt20960"/>
            <p:cNvSpPr/>
            <p:nvPr/>
          </p:nvSpPr>
          <p:spPr>
            <a:xfrm>
              <a:off x="7612913" y="25116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1" name="pt20961"/>
            <p:cNvSpPr/>
            <p:nvPr/>
          </p:nvSpPr>
          <p:spPr>
            <a:xfrm>
              <a:off x="7124955" y="22476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2" name="pt20962"/>
            <p:cNvSpPr/>
            <p:nvPr/>
          </p:nvSpPr>
          <p:spPr>
            <a:xfrm>
              <a:off x="7010353" y="18960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3" name="pt20963"/>
            <p:cNvSpPr/>
            <p:nvPr/>
          </p:nvSpPr>
          <p:spPr>
            <a:xfrm>
              <a:off x="7099683" y="2033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4" name="pt20964"/>
            <p:cNvSpPr/>
            <p:nvPr/>
          </p:nvSpPr>
          <p:spPr>
            <a:xfrm>
              <a:off x="7443311" y="28144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5" name="pt20965"/>
            <p:cNvSpPr/>
            <p:nvPr/>
          </p:nvSpPr>
          <p:spPr>
            <a:xfrm>
              <a:off x="7098474" y="2185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6" name="pt20966"/>
            <p:cNvSpPr/>
            <p:nvPr/>
          </p:nvSpPr>
          <p:spPr>
            <a:xfrm>
              <a:off x="7172657" y="20808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7" name="pt20967"/>
            <p:cNvSpPr/>
            <p:nvPr/>
          </p:nvSpPr>
          <p:spPr>
            <a:xfrm>
              <a:off x="7101826" y="21670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8" name="pt20968"/>
            <p:cNvSpPr/>
            <p:nvPr/>
          </p:nvSpPr>
          <p:spPr>
            <a:xfrm>
              <a:off x="7084319" y="22322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9" name="pt20969"/>
            <p:cNvSpPr/>
            <p:nvPr/>
          </p:nvSpPr>
          <p:spPr>
            <a:xfrm>
              <a:off x="7064540" y="21424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0" name="pt20970"/>
            <p:cNvSpPr/>
            <p:nvPr/>
          </p:nvSpPr>
          <p:spPr>
            <a:xfrm>
              <a:off x="7067758" y="19419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1" name="pt20971"/>
            <p:cNvSpPr/>
            <p:nvPr/>
          </p:nvSpPr>
          <p:spPr>
            <a:xfrm>
              <a:off x="7199944" y="21808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2" name="pt20972"/>
            <p:cNvSpPr/>
            <p:nvPr/>
          </p:nvSpPr>
          <p:spPr>
            <a:xfrm>
              <a:off x="7125343" y="23231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3" name="pt20973"/>
            <p:cNvSpPr/>
            <p:nvPr/>
          </p:nvSpPr>
          <p:spPr>
            <a:xfrm>
              <a:off x="7417811" y="27817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4" name="pt20974"/>
            <p:cNvSpPr/>
            <p:nvPr/>
          </p:nvSpPr>
          <p:spPr>
            <a:xfrm>
              <a:off x="7099332" y="20745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5" name="pt20975"/>
            <p:cNvSpPr/>
            <p:nvPr/>
          </p:nvSpPr>
          <p:spPr>
            <a:xfrm>
              <a:off x="7275207" y="19871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6" name="pt20976"/>
            <p:cNvSpPr/>
            <p:nvPr/>
          </p:nvSpPr>
          <p:spPr>
            <a:xfrm>
              <a:off x="6998200" y="19403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7" name="pt20977"/>
            <p:cNvSpPr/>
            <p:nvPr/>
          </p:nvSpPr>
          <p:spPr>
            <a:xfrm>
              <a:off x="7152295" y="19847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8" name="pt20978"/>
            <p:cNvSpPr/>
            <p:nvPr/>
          </p:nvSpPr>
          <p:spPr>
            <a:xfrm>
              <a:off x="7415177" y="25765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9" name="pt20979"/>
            <p:cNvSpPr/>
            <p:nvPr/>
          </p:nvSpPr>
          <p:spPr>
            <a:xfrm>
              <a:off x="7077944" y="21222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0" name="pt20980"/>
            <p:cNvSpPr/>
            <p:nvPr/>
          </p:nvSpPr>
          <p:spPr>
            <a:xfrm>
              <a:off x="7269590" y="18668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1" name="pt20981"/>
            <p:cNvSpPr/>
            <p:nvPr/>
          </p:nvSpPr>
          <p:spPr>
            <a:xfrm>
              <a:off x="7085169" y="21852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2" name="pt20982"/>
            <p:cNvSpPr/>
            <p:nvPr/>
          </p:nvSpPr>
          <p:spPr>
            <a:xfrm>
              <a:off x="7007075" y="20935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3" name="pt20983"/>
            <p:cNvSpPr/>
            <p:nvPr/>
          </p:nvSpPr>
          <p:spPr>
            <a:xfrm>
              <a:off x="6807417" y="25113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4" name="pt20984"/>
            <p:cNvSpPr/>
            <p:nvPr/>
          </p:nvSpPr>
          <p:spPr>
            <a:xfrm>
              <a:off x="6944851" y="20540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5" name="pt20985"/>
            <p:cNvSpPr/>
            <p:nvPr/>
          </p:nvSpPr>
          <p:spPr>
            <a:xfrm>
              <a:off x="6954637" y="1971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6" name="pt20986"/>
            <p:cNvSpPr/>
            <p:nvPr/>
          </p:nvSpPr>
          <p:spPr>
            <a:xfrm>
              <a:off x="7175277" y="20026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7" name="pt20987"/>
            <p:cNvSpPr/>
            <p:nvPr/>
          </p:nvSpPr>
          <p:spPr>
            <a:xfrm>
              <a:off x="7175169" y="20208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8" name="pt20988"/>
            <p:cNvSpPr/>
            <p:nvPr/>
          </p:nvSpPr>
          <p:spPr>
            <a:xfrm>
              <a:off x="7155169" y="19463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9" name="pt20989"/>
            <p:cNvSpPr/>
            <p:nvPr/>
          </p:nvSpPr>
          <p:spPr>
            <a:xfrm>
              <a:off x="7262055" y="20787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0" name="pt20990"/>
            <p:cNvSpPr/>
            <p:nvPr/>
          </p:nvSpPr>
          <p:spPr>
            <a:xfrm>
              <a:off x="7097079" y="21162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1" name="pt20991"/>
            <p:cNvSpPr/>
            <p:nvPr/>
          </p:nvSpPr>
          <p:spPr>
            <a:xfrm>
              <a:off x="7384981" y="26999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2" name="pt20992"/>
            <p:cNvSpPr/>
            <p:nvPr/>
          </p:nvSpPr>
          <p:spPr>
            <a:xfrm>
              <a:off x="7161492" y="20181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3" name="pt20993"/>
            <p:cNvSpPr/>
            <p:nvPr/>
          </p:nvSpPr>
          <p:spPr>
            <a:xfrm>
              <a:off x="7042377" y="22585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4" name="pt20994"/>
            <p:cNvSpPr/>
            <p:nvPr/>
          </p:nvSpPr>
          <p:spPr>
            <a:xfrm>
              <a:off x="7336279" y="24882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5" name="pt20995"/>
            <p:cNvSpPr/>
            <p:nvPr/>
          </p:nvSpPr>
          <p:spPr>
            <a:xfrm>
              <a:off x="7246827" y="22159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6" name="pt20996"/>
            <p:cNvSpPr/>
            <p:nvPr/>
          </p:nvSpPr>
          <p:spPr>
            <a:xfrm>
              <a:off x="7126369" y="22344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7" name="pt20997"/>
            <p:cNvSpPr/>
            <p:nvPr/>
          </p:nvSpPr>
          <p:spPr>
            <a:xfrm>
              <a:off x="7003938" y="21326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8" name="pt20998"/>
            <p:cNvSpPr/>
            <p:nvPr/>
          </p:nvSpPr>
          <p:spPr>
            <a:xfrm>
              <a:off x="7235094" y="20335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9" name="pt20999"/>
            <p:cNvSpPr/>
            <p:nvPr/>
          </p:nvSpPr>
          <p:spPr>
            <a:xfrm>
              <a:off x="7187342" y="20093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0" name="pt21000"/>
            <p:cNvSpPr/>
            <p:nvPr/>
          </p:nvSpPr>
          <p:spPr>
            <a:xfrm>
              <a:off x="7091377" y="21108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1" name="pt21001"/>
            <p:cNvSpPr/>
            <p:nvPr/>
          </p:nvSpPr>
          <p:spPr>
            <a:xfrm>
              <a:off x="7236951" y="19482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2" name="pt21002"/>
            <p:cNvSpPr/>
            <p:nvPr/>
          </p:nvSpPr>
          <p:spPr>
            <a:xfrm>
              <a:off x="7317072" y="20713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3" name="pt21003"/>
            <p:cNvSpPr/>
            <p:nvPr/>
          </p:nvSpPr>
          <p:spPr>
            <a:xfrm>
              <a:off x="7041589" y="22458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4" name="pt21004"/>
            <p:cNvSpPr/>
            <p:nvPr/>
          </p:nvSpPr>
          <p:spPr>
            <a:xfrm>
              <a:off x="7061140" y="22816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5" name="pt21005"/>
            <p:cNvSpPr/>
            <p:nvPr/>
          </p:nvSpPr>
          <p:spPr>
            <a:xfrm>
              <a:off x="7265769" y="21061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6" name="pt21006"/>
            <p:cNvSpPr/>
            <p:nvPr/>
          </p:nvSpPr>
          <p:spPr>
            <a:xfrm>
              <a:off x="7166779" y="21788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7" name="pt21007"/>
            <p:cNvSpPr/>
            <p:nvPr/>
          </p:nvSpPr>
          <p:spPr>
            <a:xfrm>
              <a:off x="7171743" y="21728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8" name="pt21008"/>
            <p:cNvSpPr/>
            <p:nvPr/>
          </p:nvSpPr>
          <p:spPr>
            <a:xfrm>
              <a:off x="7152130" y="19392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9" name="pt21009"/>
            <p:cNvSpPr/>
            <p:nvPr/>
          </p:nvSpPr>
          <p:spPr>
            <a:xfrm>
              <a:off x="6618612" y="20777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0" name="pt21010"/>
            <p:cNvSpPr/>
            <p:nvPr/>
          </p:nvSpPr>
          <p:spPr>
            <a:xfrm>
              <a:off x="7244753" y="20336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1" name="pt21011"/>
            <p:cNvSpPr/>
            <p:nvPr/>
          </p:nvSpPr>
          <p:spPr>
            <a:xfrm>
              <a:off x="7215592" y="20576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2" name="pt21012"/>
            <p:cNvSpPr/>
            <p:nvPr/>
          </p:nvSpPr>
          <p:spPr>
            <a:xfrm>
              <a:off x="7072808" y="22188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3" name="pt21013"/>
            <p:cNvSpPr/>
            <p:nvPr/>
          </p:nvSpPr>
          <p:spPr>
            <a:xfrm>
              <a:off x="7076002" y="21318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4" name="pt21014"/>
            <p:cNvSpPr/>
            <p:nvPr/>
          </p:nvSpPr>
          <p:spPr>
            <a:xfrm>
              <a:off x="7201546" y="22169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5" name="pt21015"/>
            <p:cNvSpPr/>
            <p:nvPr/>
          </p:nvSpPr>
          <p:spPr>
            <a:xfrm>
              <a:off x="7058942" y="22143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6" name="pt21016"/>
            <p:cNvSpPr/>
            <p:nvPr/>
          </p:nvSpPr>
          <p:spPr>
            <a:xfrm>
              <a:off x="7167430" y="22419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7" name="pt21017"/>
            <p:cNvSpPr/>
            <p:nvPr/>
          </p:nvSpPr>
          <p:spPr>
            <a:xfrm>
              <a:off x="7037543" y="22545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8" name="pt21018"/>
            <p:cNvSpPr/>
            <p:nvPr/>
          </p:nvSpPr>
          <p:spPr>
            <a:xfrm>
              <a:off x="6904349" y="23512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9" name="pt21019"/>
            <p:cNvSpPr/>
            <p:nvPr/>
          </p:nvSpPr>
          <p:spPr>
            <a:xfrm>
              <a:off x="7046270" y="18503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0" name="pt21020"/>
            <p:cNvSpPr/>
            <p:nvPr/>
          </p:nvSpPr>
          <p:spPr>
            <a:xfrm>
              <a:off x="6675834" y="23527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1" name="pt21021"/>
            <p:cNvSpPr/>
            <p:nvPr/>
          </p:nvSpPr>
          <p:spPr>
            <a:xfrm>
              <a:off x="7072353" y="22299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2" name="pt21022"/>
            <p:cNvSpPr/>
            <p:nvPr/>
          </p:nvSpPr>
          <p:spPr>
            <a:xfrm>
              <a:off x="7104003" y="21457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3" name="pt21023"/>
            <p:cNvSpPr/>
            <p:nvPr/>
          </p:nvSpPr>
          <p:spPr>
            <a:xfrm>
              <a:off x="7058439" y="22926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4" name="pt21024"/>
            <p:cNvSpPr/>
            <p:nvPr/>
          </p:nvSpPr>
          <p:spPr>
            <a:xfrm>
              <a:off x="7176407" y="2091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5" name="pt21025"/>
            <p:cNvSpPr/>
            <p:nvPr/>
          </p:nvSpPr>
          <p:spPr>
            <a:xfrm>
              <a:off x="7156347" y="19939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6" name="pt21026"/>
            <p:cNvSpPr/>
            <p:nvPr/>
          </p:nvSpPr>
          <p:spPr>
            <a:xfrm>
              <a:off x="7143614" y="20038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7" name="pt21027"/>
            <p:cNvSpPr/>
            <p:nvPr/>
          </p:nvSpPr>
          <p:spPr>
            <a:xfrm>
              <a:off x="7227793" y="22526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8" name="pt21028"/>
            <p:cNvSpPr/>
            <p:nvPr/>
          </p:nvSpPr>
          <p:spPr>
            <a:xfrm>
              <a:off x="7190031" y="23865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9" name="pt21029"/>
            <p:cNvSpPr/>
            <p:nvPr/>
          </p:nvSpPr>
          <p:spPr>
            <a:xfrm>
              <a:off x="7362882" y="23812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0" name="pt21030"/>
            <p:cNvSpPr/>
            <p:nvPr/>
          </p:nvSpPr>
          <p:spPr>
            <a:xfrm>
              <a:off x="7180348" y="20301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1" name="pt21031"/>
            <p:cNvSpPr/>
            <p:nvPr/>
          </p:nvSpPr>
          <p:spPr>
            <a:xfrm>
              <a:off x="7139719" y="23357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2" name="pt21032"/>
            <p:cNvSpPr/>
            <p:nvPr/>
          </p:nvSpPr>
          <p:spPr>
            <a:xfrm>
              <a:off x="7210181" y="20953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3" name="pt21033"/>
            <p:cNvSpPr/>
            <p:nvPr/>
          </p:nvSpPr>
          <p:spPr>
            <a:xfrm>
              <a:off x="7618082" y="24739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4" name="pt21034"/>
            <p:cNvSpPr/>
            <p:nvPr/>
          </p:nvSpPr>
          <p:spPr>
            <a:xfrm>
              <a:off x="7327626" y="22218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5" name="pt21035"/>
            <p:cNvSpPr/>
            <p:nvPr/>
          </p:nvSpPr>
          <p:spPr>
            <a:xfrm>
              <a:off x="6849002" y="23566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6" name="pt21036"/>
            <p:cNvSpPr/>
            <p:nvPr/>
          </p:nvSpPr>
          <p:spPr>
            <a:xfrm>
              <a:off x="7007961" y="19340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7" name="pt21037"/>
            <p:cNvSpPr/>
            <p:nvPr/>
          </p:nvSpPr>
          <p:spPr>
            <a:xfrm>
              <a:off x="7209323" y="20183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8" name="pt21038"/>
            <p:cNvSpPr/>
            <p:nvPr/>
          </p:nvSpPr>
          <p:spPr>
            <a:xfrm>
              <a:off x="7415009" y="24079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9" name="pt21039"/>
            <p:cNvSpPr/>
            <p:nvPr/>
          </p:nvSpPr>
          <p:spPr>
            <a:xfrm>
              <a:off x="7205620" y="22164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0" name="pt21040"/>
            <p:cNvSpPr/>
            <p:nvPr/>
          </p:nvSpPr>
          <p:spPr>
            <a:xfrm>
              <a:off x="6999143" y="20167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1" name="pt21041"/>
            <p:cNvSpPr/>
            <p:nvPr/>
          </p:nvSpPr>
          <p:spPr>
            <a:xfrm>
              <a:off x="7383415" y="23589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2" name="pt21042"/>
            <p:cNvSpPr/>
            <p:nvPr/>
          </p:nvSpPr>
          <p:spPr>
            <a:xfrm>
              <a:off x="7029405" y="21972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3" name="pt21043"/>
            <p:cNvSpPr/>
            <p:nvPr/>
          </p:nvSpPr>
          <p:spPr>
            <a:xfrm>
              <a:off x="7188480" y="20566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4" name="pt21044"/>
            <p:cNvSpPr/>
            <p:nvPr/>
          </p:nvSpPr>
          <p:spPr>
            <a:xfrm>
              <a:off x="7086140" y="21329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5" name="pt21045"/>
            <p:cNvSpPr/>
            <p:nvPr/>
          </p:nvSpPr>
          <p:spPr>
            <a:xfrm>
              <a:off x="7156533" y="20220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6" name="pt21046"/>
            <p:cNvSpPr/>
            <p:nvPr/>
          </p:nvSpPr>
          <p:spPr>
            <a:xfrm>
              <a:off x="7091063" y="21430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7" name="pt21047"/>
            <p:cNvSpPr/>
            <p:nvPr/>
          </p:nvSpPr>
          <p:spPr>
            <a:xfrm>
              <a:off x="7220794" y="17207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8" name="pt21048"/>
            <p:cNvSpPr/>
            <p:nvPr/>
          </p:nvSpPr>
          <p:spPr>
            <a:xfrm>
              <a:off x="7192712" y="23394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9" name="pt21049"/>
            <p:cNvSpPr/>
            <p:nvPr/>
          </p:nvSpPr>
          <p:spPr>
            <a:xfrm>
              <a:off x="6935635" y="20200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0" name="pt21050"/>
            <p:cNvSpPr/>
            <p:nvPr/>
          </p:nvSpPr>
          <p:spPr>
            <a:xfrm>
              <a:off x="7317221" y="20291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1" name="pt21051"/>
            <p:cNvSpPr/>
            <p:nvPr/>
          </p:nvSpPr>
          <p:spPr>
            <a:xfrm>
              <a:off x="7306526" y="20456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2" name="pt21052"/>
            <p:cNvSpPr/>
            <p:nvPr/>
          </p:nvSpPr>
          <p:spPr>
            <a:xfrm>
              <a:off x="7080877" y="22594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3" name="pt21053"/>
            <p:cNvSpPr/>
            <p:nvPr/>
          </p:nvSpPr>
          <p:spPr>
            <a:xfrm>
              <a:off x="7255773" y="21014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4" name="pt21054"/>
            <p:cNvSpPr/>
            <p:nvPr/>
          </p:nvSpPr>
          <p:spPr>
            <a:xfrm>
              <a:off x="7061342" y="22590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5" name="pt21055"/>
            <p:cNvSpPr/>
            <p:nvPr/>
          </p:nvSpPr>
          <p:spPr>
            <a:xfrm>
              <a:off x="7260705" y="20771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6" name="pt21056"/>
            <p:cNvSpPr/>
            <p:nvPr/>
          </p:nvSpPr>
          <p:spPr>
            <a:xfrm>
              <a:off x="7343019" y="22473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7" name="pt21057"/>
            <p:cNvSpPr/>
            <p:nvPr/>
          </p:nvSpPr>
          <p:spPr>
            <a:xfrm>
              <a:off x="7206306" y="20979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8" name="pt21058"/>
            <p:cNvSpPr/>
            <p:nvPr/>
          </p:nvSpPr>
          <p:spPr>
            <a:xfrm>
              <a:off x="7064713" y="19954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9" name="pt21059"/>
            <p:cNvSpPr/>
            <p:nvPr/>
          </p:nvSpPr>
          <p:spPr>
            <a:xfrm>
              <a:off x="7110405" y="21969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0" name="pt21060"/>
            <p:cNvSpPr/>
            <p:nvPr/>
          </p:nvSpPr>
          <p:spPr>
            <a:xfrm>
              <a:off x="7118836" y="2204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1" name="pt21061"/>
            <p:cNvSpPr/>
            <p:nvPr/>
          </p:nvSpPr>
          <p:spPr>
            <a:xfrm>
              <a:off x="7153989" y="19547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2" name="pt21062"/>
            <p:cNvSpPr/>
            <p:nvPr/>
          </p:nvSpPr>
          <p:spPr>
            <a:xfrm>
              <a:off x="6899218" y="22840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3" name="pt21063"/>
            <p:cNvSpPr/>
            <p:nvPr/>
          </p:nvSpPr>
          <p:spPr>
            <a:xfrm>
              <a:off x="7083004" y="21999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4" name="pt21064"/>
            <p:cNvSpPr/>
            <p:nvPr/>
          </p:nvSpPr>
          <p:spPr>
            <a:xfrm>
              <a:off x="7447782" y="2741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5" name="pt21065"/>
            <p:cNvSpPr/>
            <p:nvPr/>
          </p:nvSpPr>
          <p:spPr>
            <a:xfrm>
              <a:off x="7181090" y="20117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6" name="pt21066"/>
            <p:cNvSpPr/>
            <p:nvPr/>
          </p:nvSpPr>
          <p:spPr>
            <a:xfrm>
              <a:off x="7039116" y="23063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7" name="pt21067"/>
            <p:cNvSpPr/>
            <p:nvPr/>
          </p:nvSpPr>
          <p:spPr>
            <a:xfrm>
              <a:off x="7104886" y="21628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8" name="pt21068"/>
            <p:cNvSpPr/>
            <p:nvPr/>
          </p:nvSpPr>
          <p:spPr>
            <a:xfrm>
              <a:off x="7038775" y="22940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9" name="pt21069"/>
            <p:cNvSpPr/>
            <p:nvPr/>
          </p:nvSpPr>
          <p:spPr>
            <a:xfrm>
              <a:off x="7096104" y="21589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0" name="pt21070"/>
            <p:cNvSpPr/>
            <p:nvPr/>
          </p:nvSpPr>
          <p:spPr>
            <a:xfrm>
              <a:off x="7385015" y="24478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1" name="pt21071"/>
            <p:cNvSpPr/>
            <p:nvPr/>
          </p:nvSpPr>
          <p:spPr>
            <a:xfrm>
              <a:off x="6904337" y="22870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2" name="pt21072"/>
            <p:cNvSpPr/>
            <p:nvPr/>
          </p:nvSpPr>
          <p:spPr>
            <a:xfrm>
              <a:off x="6958690" y="20593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3" name="pt21073"/>
            <p:cNvSpPr/>
            <p:nvPr/>
          </p:nvSpPr>
          <p:spPr>
            <a:xfrm>
              <a:off x="7002860" y="2131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4" name="pt21074"/>
            <p:cNvSpPr/>
            <p:nvPr/>
          </p:nvSpPr>
          <p:spPr>
            <a:xfrm>
              <a:off x="6906653" y="22006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5" name="pt21075"/>
            <p:cNvSpPr/>
            <p:nvPr/>
          </p:nvSpPr>
          <p:spPr>
            <a:xfrm>
              <a:off x="7147691" y="20916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6" name="pt21076"/>
            <p:cNvSpPr/>
            <p:nvPr/>
          </p:nvSpPr>
          <p:spPr>
            <a:xfrm>
              <a:off x="7103099" y="21614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7" name="pt21077"/>
            <p:cNvSpPr/>
            <p:nvPr/>
          </p:nvSpPr>
          <p:spPr>
            <a:xfrm>
              <a:off x="7205615" y="21408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8" name="pt21078"/>
            <p:cNvSpPr/>
            <p:nvPr/>
          </p:nvSpPr>
          <p:spPr>
            <a:xfrm>
              <a:off x="7114934" y="22109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9" name="pt21079"/>
            <p:cNvSpPr/>
            <p:nvPr/>
          </p:nvSpPr>
          <p:spPr>
            <a:xfrm>
              <a:off x="7115633" y="20756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0" name="pt21080"/>
            <p:cNvSpPr/>
            <p:nvPr/>
          </p:nvSpPr>
          <p:spPr>
            <a:xfrm>
              <a:off x="7081449" y="22154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1" name="pt21081"/>
            <p:cNvSpPr/>
            <p:nvPr/>
          </p:nvSpPr>
          <p:spPr>
            <a:xfrm>
              <a:off x="7068756" y="21285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2" name="pt21082"/>
            <p:cNvSpPr/>
            <p:nvPr/>
          </p:nvSpPr>
          <p:spPr>
            <a:xfrm>
              <a:off x="7358948" y="25110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3" name="pt21083"/>
            <p:cNvSpPr/>
            <p:nvPr/>
          </p:nvSpPr>
          <p:spPr>
            <a:xfrm>
              <a:off x="7367988" y="23227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4" name="pt21084"/>
            <p:cNvSpPr/>
            <p:nvPr/>
          </p:nvSpPr>
          <p:spPr>
            <a:xfrm>
              <a:off x="6761578" y="28497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5" name="pt21085"/>
            <p:cNvSpPr/>
            <p:nvPr/>
          </p:nvSpPr>
          <p:spPr>
            <a:xfrm>
              <a:off x="6943049" y="21846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6" name="pt21086"/>
            <p:cNvSpPr/>
            <p:nvPr/>
          </p:nvSpPr>
          <p:spPr>
            <a:xfrm>
              <a:off x="6990944" y="21418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7" name="pt21087"/>
            <p:cNvSpPr/>
            <p:nvPr/>
          </p:nvSpPr>
          <p:spPr>
            <a:xfrm>
              <a:off x="7148314" y="20923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8" name="pt21088"/>
            <p:cNvSpPr/>
            <p:nvPr/>
          </p:nvSpPr>
          <p:spPr>
            <a:xfrm>
              <a:off x="7322871" y="21869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9" name="pt21089"/>
            <p:cNvSpPr/>
            <p:nvPr/>
          </p:nvSpPr>
          <p:spPr>
            <a:xfrm>
              <a:off x="7129874" y="22309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0" name="pt21090"/>
            <p:cNvSpPr/>
            <p:nvPr/>
          </p:nvSpPr>
          <p:spPr>
            <a:xfrm>
              <a:off x="7437126" y="26941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1" name="pt21091"/>
            <p:cNvSpPr/>
            <p:nvPr/>
          </p:nvSpPr>
          <p:spPr>
            <a:xfrm>
              <a:off x="7428454" y="29432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2" name="pt21092"/>
            <p:cNvSpPr/>
            <p:nvPr/>
          </p:nvSpPr>
          <p:spPr>
            <a:xfrm>
              <a:off x="7050618" y="18129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3" name="pt21093"/>
            <p:cNvSpPr/>
            <p:nvPr/>
          </p:nvSpPr>
          <p:spPr>
            <a:xfrm>
              <a:off x="7203573" y="22821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4" name="pt21094"/>
            <p:cNvSpPr/>
            <p:nvPr/>
          </p:nvSpPr>
          <p:spPr>
            <a:xfrm>
              <a:off x="7108118" y="20903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5" name="pt21095"/>
            <p:cNvSpPr/>
            <p:nvPr/>
          </p:nvSpPr>
          <p:spPr>
            <a:xfrm>
              <a:off x="6963782" y="19410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6" name="pt21096"/>
            <p:cNvSpPr/>
            <p:nvPr/>
          </p:nvSpPr>
          <p:spPr>
            <a:xfrm>
              <a:off x="7112080" y="22096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7" name="pt21097"/>
            <p:cNvSpPr/>
            <p:nvPr/>
          </p:nvSpPr>
          <p:spPr>
            <a:xfrm>
              <a:off x="7449040" y="24435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8" name="pt21098"/>
            <p:cNvSpPr/>
            <p:nvPr/>
          </p:nvSpPr>
          <p:spPr>
            <a:xfrm>
              <a:off x="7124279" y="21273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9" name="pt21099"/>
            <p:cNvSpPr/>
            <p:nvPr/>
          </p:nvSpPr>
          <p:spPr>
            <a:xfrm>
              <a:off x="7269296" y="17918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0" name="pt21100"/>
            <p:cNvSpPr/>
            <p:nvPr/>
          </p:nvSpPr>
          <p:spPr>
            <a:xfrm>
              <a:off x="7259711" y="20688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1" name="pt21101"/>
            <p:cNvSpPr/>
            <p:nvPr/>
          </p:nvSpPr>
          <p:spPr>
            <a:xfrm>
              <a:off x="7002475" y="18120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2" name="pt21102"/>
            <p:cNvSpPr/>
            <p:nvPr/>
          </p:nvSpPr>
          <p:spPr>
            <a:xfrm>
              <a:off x="6988805" y="19749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3" name="pt21103"/>
            <p:cNvSpPr/>
            <p:nvPr/>
          </p:nvSpPr>
          <p:spPr>
            <a:xfrm>
              <a:off x="7030851" y="21753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4" name="pt21104"/>
            <p:cNvSpPr/>
            <p:nvPr/>
          </p:nvSpPr>
          <p:spPr>
            <a:xfrm>
              <a:off x="7462383" y="25315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5" name="pt21105"/>
            <p:cNvSpPr/>
            <p:nvPr/>
          </p:nvSpPr>
          <p:spPr>
            <a:xfrm>
              <a:off x="7098416" y="21827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6" name="pt21106"/>
            <p:cNvSpPr/>
            <p:nvPr/>
          </p:nvSpPr>
          <p:spPr>
            <a:xfrm>
              <a:off x="7096852" y="21838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7" name="pt21107"/>
            <p:cNvSpPr/>
            <p:nvPr/>
          </p:nvSpPr>
          <p:spPr>
            <a:xfrm>
              <a:off x="7157785" y="19906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8" name="pt21108"/>
            <p:cNvSpPr/>
            <p:nvPr/>
          </p:nvSpPr>
          <p:spPr>
            <a:xfrm>
              <a:off x="7047097" y="2127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9" name="pt21109"/>
            <p:cNvSpPr/>
            <p:nvPr/>
          </p:nvSpPr>
          <p:spPr>
            <a:xfrm>
              <a:off x="7072604" y="21843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0" name="pt21110"/>
            <p:cNvSpPr/>
            <p:nvPr/>
          </p:nvSpPr>
          <p:spPr>
            <a:xfrm>
              <a:off x="7321539" y="19790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1" name="pt21111"/>
            <p:cNvSpPr/>
            <p:nvPr/>
          </p:nvSpPr>
          <p:spPr>
            <a:xfrm>
              <a:off x="7150318" y="20189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2" name="pt21112"/>
            <p:cNvSpPr/>
            <p:nvPr/>
          </p:nvSpPr>
          <p:spPr>
            <a:xfrm>
              <a:off x="7010502" y="19982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3" name="pt21113"/>
            <p:cNvSpPr/>
            <p:nvPr/>
          </p:nvSpPr>
          <p:spPr>
            <a:xfrm>
              <a:off x="7270069" y="18354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4" name="pt21114"/>
            <p:cNvSpPr/>
            <p:nvPr/>
          </p:nvSpPr>
          <p:spPr>
            <a:xfrm>
              <a:off x="7046232" y="19696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5" name="pt21115"/>
            <p:cNvSpPr/>
            <p:nvPr/>
          </p:nvSpPr>
          <p:spPr>
            <a:xfrm>
              <a:off x="6772053" y="24291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6" name="pt21116"/>
            <p:cNvSpPr/>
            <p:nvPr/>
          </p:nvSpPr>
          <p:spPr>
            <a:xfrm>
              <a:off x="7210226" y="21742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7" name="pt21117"/>
            <p:cNvSpPr/>
            <p:nvPr/>
          </p:nvSpPr>
          <p:spPr>
            <a:xfrm>
              <a:off x="7184036" y="20929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8" name="pt21118"/>
            <p:cNvSpPr/>
            <p:nvPr/>
          </p:nvSpPr>
          <p:spPr>
            <a:xfrm>
              <a:off x="6892605" y="18175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9" name="pt21119"/>
            <p:cNvSpPr/>
            <p:nvPr/>
          </p:nvSpPr>
          <p:spPr>
            <a:xfrm>
              <a:off x="6918260" y="22522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0" name="pt21120"/>
            <p:cNvSpPr/>
            <p:nvPr/>
          </p:nvSpPr>
          <p:spPr>
            <a:xfrm>
              <a:off x="7320985" y="20847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1" name="pt21121"/>
            <p:cNvSpPr/>
            <p:nvPr/>
          </p:nvSpPr>
          <p:spPr>
            <a:xfrm>
              <a:off x="7109963" y="21265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2" name="pt21122"/>
            <p:cNvSpPr/>
            <p:nvPr/>
          </p:nvSpPr>
          <p:spPr>
            <a:xfrm>
              <a:off x="7166605" y="22232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3" name="pt21123"/>
            <p:cNvSpPr/>
            <p:nvPr/>
          </p:nvSpPr>
          <p:spPr>
            <a:xfrm>
              <a:off x="7193787" y="22573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4" name="pt21124"/>
            <p:cNvSpPr/>
            <p:nvPr/>
          </p:nvSpPr>
          <p:spPr>
            <a:xfrm>
              <a:off x="7075883" y="22032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5" name="pt21125"/>
            <p:cNvSpPr/>
            <p:nvPr/>
          </p:nvSpPr>
          <p:spPr>
            <a:xfrm>
              <a:off x="7313325" y="19983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6" name="pt21126"/>
            <p:cNvSpPr/>
            <p:nvPr/>
          </p:nvSpPr>
          <p:spPr>
            <a:xfrm>
              <a:off x="7168040" y="22132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7" name="pt21127"/>
            <p:cNvSpPr/>
            <p:nvPr/>
          </p:nvSpPr>
          <p:spPr>
            <a:xfrm>
              <a:off x="7054817" y="20861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8" name="pt21128"/>
            <p:cNvSpPr/>
            <p:nvPr/>
          </p:nvSpPr>
          <p:spPr>
            <a:xfrm>
              <a:off x="7101009" y="21492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9" name="pt21129"/>
            <p:cNvSpPr/>
            <p:nvPr/>
          </p:nvSpPr>
          <p:spPr>
            <a:xfrm>
              <a:off x="6971016" y="21246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0" name="pt21130"/>
            <p:cNvSpPr/>
            <p:nvPr/>
          </p:nvSpPr>
          <p:spPr>
            <a:xfrm>
              <a:off x="7333056" y="20568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1" name="pt21131"/>
            <p:cNvSpPr/>
            <p:nvPr/>
          </p:nvSpPr>
          <p:spPr>
            <a:xfrm>
              <a:off x="7065536" y="21863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2" name="pt21132"/>
            <p:cNvSpPr/>
            <p:nvPr/>
          </p:nvSpPr>
          <p:spPr>
            <a:xfrm>
              <a:off x="7160176" y="19800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3" name="pt21133"/>
            <p:cNvSpPr/>
            <p:nvPr/>
          </p:nvSpPr>
          <p:spPr>
            <a:xfrm>
              <a:off x="7610494" y="22010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4" name="pt21134"/>
            <p:cNvSpPr/>
            <p:nvPr/>
          </p:nvSpPr>
          <p:spPr>
            <a:xfrm>
              <a:off x="7133750" y="22464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5" name="pt21135"/>
            <p:cNvSpPr/>
            <p:nvPr/>
          </p:nvSpPr>
          <p:spPr>
            <a:xfrm>
              <a:off x="7072111" y="22203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6" name="pt21136"/>
            <p:cNvSpPr/>
            <p:nvPr/>
          </p:nvSpPr>
          <p:spPr>
            <a:xfrm>
              <a:off x="7135637" y="22427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7" name="pt21137"/>
            <p:cNvSpPr/>
            <p:nvPr/>
          </p:nvSpPr>
          <p:spPr>
            <a:xfrm>
              <a:off x="7223247" y="16676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8" name="pt21138"/>
            <p:cNvSpPr/>
            <p:nvPr/>
          </p:nvSpPr>
          <p:spPr>
            <a:xfrm>
              <a:off x="6913747" y="22229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9" name="pt21139"/>
            <p:cNvSpPr/>
            <p:nvPr/>
          </p:nvSpPr>
          <p:spPr>
            <a:xfrm>
              <a:off x="7151911" y="20039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0" name="pt21140"/>
            <p:cNvSpPr/>
            <p:nvPr/>
          </p:nvSpPr>
          <p:spPr>
            <a:xfrm>
              <a:off x="7380784" y="27364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1" name="pt21141"/>
            <p:cNvSpPr/>
            <p:nvPr/>
          </p:nvSpPr>
          <p:spPr>
            <a:xfrm>
              <a:off x="7145300" y="20435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2" name="pt21142"/>
            <p:cNvSpPr/>
            <p:nvPr/>
          </p:nvSpPr>
          <p:spPr>
            <a:xfrm>
              <a:off x="7331391" y="20566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3" name="pt21143"/>
            <p:cNvSpPr/>
            <p:nvPr/>
          </p:nvSpPr>
          <p:spPr>
            <a:xfrm>
              <a:off x="7155499" y="20556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4" name="pt21144"/>
            <p:cNvSpPr/>
            <p:nvPr/>
          </p:nvSpPr>
          <p:spPr>
            <a:xfrm>
              <a:off x="6792502" y="24635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5" name="pt21145"/>
            <p:cNvSpPr/>
            <p:nvPr/>
          </p:nvSpPr>
          <p:spPr>
            <a:xfrm>
              <a:off x="7090594" y="21670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6" name="pt21146"/>
            <p:cNvSpPr/>
            <p:nvPr/>
          </p:nvSpPr>
          <p:spPr>
            <a:xfrm>
              <a:off x="7327901" y="22053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7" name="pt21147"/>
            <p:cNvSpPr/>
            <p:nvPr/>
          </p:nvSpPr>
          <p:spPr>
            <a:xfrm>
              <a:off x="7163112" y="21150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8" name="pt21148"/>
            <p:cNvSpPr/>
            <p:nvPr/>
          </p:nvSpPr>
          <p:spPr>
            <a:xfrm>
              <a:off x="7070570" y="22150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9" name="pt21149"/>
            <p:cNvSpPr/>
            <p:nvPr/>
          </p:nvSpPr>
          <p:spPr>
            <a:xfrm>
              <a:off x="7132209" y="22429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0" name="pt21150"/>
            <p:cNvSpPr/>
            <p:nvPr/>
          </p:nvSpPr>
          <p:spPr>
            <a:xfrm>
              <a:off x="7132246" y="22607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1" name="pt21151"/>
            <p:cNvSpPr/>
            <p:nvPr/>
          </p:nvSpPr>
          <p:spPr>
            <a:xfrm>
              <a:off x="7094423" y="21426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2" name="pt21152"/>
            <p:cNvSpPr/>
            <p:nvPr/>
          </p:nvSpPr>
          <p:spPr>
            <a:xfrm>
              <a:off x="7150964" y="19742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3" name="pt21153"/>
            <p:cNvSpPr/>
            <p:nvPr/>
          </p:nvSpPr>
          <p:spPr>
            <a:xfrm>
              <a:off x="7264313" y="20982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4" name="pt21154"/>
            <p:cNvSpPr/>
            <p:nvPr/>
          </p:nvSpPr>
          <p:spPr>
            <a:xfrm>
              <a:off x="7141549" y="21375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5" name="pt21155"/>
            <p:cNvSpPr/>
            <p:nvPr/>
          </p:nvSpPr>
          <p:spPr>
            <a:xfrm>
              <a:off x="6803817" y="22784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6" name="pt21156"/>
            <p:cNvSpPr/>
            <p:nvPr/>
          </p:nvSpPr>
          <p:spPr>
            <a:xfrm>
              <a:off x="6998596" y="19291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7" name="pt21157"/>
            <p:cNvSpPr/>
            <p:nvPr/>
          </p:nvSpPr>
          <p:spPr>
            <a:xfrm>
              <a:off x="7257615" y="1933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8" name="pt21158"/>
            <p:cNvSpPr/>
            <p:nvPr/>
          </p:nvSpPr>
          <p:spPr>
            <a:xfrm>
              <a:off x="7167515" y="2189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9" name="pt21159"/>
            <p:cNvSpPr/>
            <p:nvPr/>
          </p:nvSpPr>
          <p:spPr>
            <a:xfrm>
              <a:off x="7093393" y="21378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0" name="pt21160"/>
            <p:cNvSpPr/>
            <p:nvPr/>
          </p:nvSpPr>
          <p:spPr>
            <a:xfrm>
              <a:off x="7048060" y="15405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1" name="pt21161"/>
            <p:cNvSpPr/>
            <p:nvPr/>
          </p:nvSpPr>
          <p:spPr>
            <a:xfrm>
              <a:off x="6925151" y="2290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2" name="pt21162"/>
            <p:cNvSpPr/>
            <p:nvPr/>
          </p:nvSpPr>
          <p:spPr>
            <a:xfrm>
              <a:off x="7475105" y="25747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3" name="pt21163"/>
            <p:cNvSpPr/>
            <p:nvPr/>
          </p:nvSpPr>
          <p:spPr>
            <a:xfrm>
              <a:off x="6972348" y="18816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4" name="pt21164"/>
            <p:cNvSpPr/>
            <p:nvPr/>
          </p:nvSpPr>
          <p:spPr>
            <a:xfrm>
              <a:off x="7120334" y="21477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5" name="pt21165"/>
            <p:cNvSpPr/>
            <p:nvPr/>
          </p:nvSpPr>
          <p:spPr>
            <a:xfrm>
              <a:off x="7100140" y="21366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6" name="pt21166"/>
            <p:cNvSpPr/>
            <p:nvPr/>
          </p:nvSpPr>
          <p:spPr>
            <a:xfrm>
              <a:off x="7075403" y="21750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7" name="pt21167"/>
            <p:cNvSpPr/>
            <p:nvPr/>
          </p:nvSpPr>
          <p:spPr>
            <a:xfrm>
              <a:off x="7132540" y="24066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8" name="pt21168"/>
            <p:cNvSpPr/>
            <p:nvPr/>
          </p:nvSpPr>
          <p:spPr>
            <a:xfrm>
              <a:off x="6893706" y="2073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9" name="pt21169"/>
            <p:cNvSpPr/>
            <p:nvPr/>
          </p:nvSpPr>
          <p:spPr>
            <a:xfrm>
              <a:off x="7151538" y="1954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0" name="pt21170"/>
            <p:cNvSpPr/>
            <p:nvPr/>
          </p:nvSpPr>
          <p:spPr>
            <a:xfrm>
              <a:off x="7028161" y="2333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1" name="pt21171"/>
            <p:cNvSpPr/>
            <p:nvPr/>
          </p:nvSpPr>
          <p:spPr>
            <a:xfrm>
              <a:off x="6956647" y="19219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2" name="pt21172"/>
            <p:cNvSpPr/>
            <p:nvPr/>
          </p:nvSpPr>
          <p:spPr>
            <a:xfrm>
              <a:off x="7212071" y="21292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3" name="pt21173"/>
            <p:cNvSpPr/>
            <p:nvPr/>
          </p:nvSpPr>
          <p:spPr>
            <a:xfrm>
              <a:off x="7391247" y="23621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4" name="pt21174"/>
            <p:cNvSpPr/>
            <p:nvPr/>
          </p:nvSpPr>
          <p:spPr>
            <a:xfrm>
              <a:off x="7160787" y="20206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5" name="pt21175"/>
            <p:cNvSpPr/>
            <p:nvPr/>
          </p:nvSpPr>
          <p:spPr>
            <a:xfrm>
              <a:off x="7135481" y="22586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6" name="pt21176"/>
            <p:cNvSpPr/>
            <p:nvPr/>
          </p:nvSpPr>
          <p:spPr>
            <a:xfrm>
              <a:off x="7855908" y="22274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7" name="pt21177"/>
            <p:cNvSpPr/>
            <p:nvPr/>
          </p:nvSpPr>
          <p:spPr>
            <a:xfrm>
              <a:off x="7217958" y="19933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8" name="pt21178"/>
            <p:cNvSpPr/>
            <p:nvPr/>
          </p:nvSpPr>
          <p:spPr>
            <a:xfrm>
              <a:off x="6918912" y="23347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9" name="pt21179"/>
            <p:cNvSpPr/>
            <p:nvPr/>
          </p:nvSpPr>
          <p:spPr>
            <a:xfrm>
              <a:off x="7189007" y="22841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0" name="pt21180"/>
            <p:cNvSpPr/>
            <p:nvPr/>
          </p:nvSpPr>
          <p:spPr>
            <a:xfrm>
              <a:off x="7257372" y="18780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1" name="pt21181"/>
            <p:cNvSpPr/>
            <p:nvPr/>
          </p:nvSpPr>
          <p:spPr>
            <a:xfrm>
              <a:off x="6692939" y="20958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2" name="pt21182"/>
            <p:cNvSpPr/>
            <p:nvPr/>
          </p:nvSpPr>
          <p:spPr>
            <a:xfrm>
              <a:off x="7207773" y="22463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3" name="pt21183"/>
            <p:cNvSpPr/>
            <p:nvPr/>
          </p:nvSpPr>
          <p:spPr>
            <a:xfrm>
              <a:off x="7116416" y="21816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4" name="pt21184"/>
            <p:cNvSpPr/>
            <p:nvPr/>
          </p:nvSpPr>
          <p:spPr>
            <a:xfrm>
              <a:off x="6944328" y="20870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5" name="pt21185"/>
            <p:cNvSpPr/>
            <p:nvPr/>
          </p:nvSpPr>
          <p:spPr>
            <a:xfrm>
              <a:off x="7037308" y="24826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6" name="pt21186"/>
            <p:cNvSpPr/>
            <p:nvPr/>
          </p:nvSpPr>
          <p:spPr>
            <a:xfrm>
              <a:off x="7070703" y="21865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7" name="pt21187"/>
            <p:cNvSpPr/>
            <p:nvPr/>
          </p:nvSpPr>
          <p:spPr>
            <a:xfrm>
              <a:off x="7044422" y="22134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8" name="pt21188"/>
            <p:cNvSpPr/>
            <p:nvPr/>
          </p:nvSpPr>
          <p:spPr>
            <a:xfrm>
              <a:off x="6860424" y="2148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9" name="pt21189"/>
            <p:cNvSpPr/>
            <p:nvPr/>
          </p:nvSpPr>
          <p:spPr>
            <a:xfrm>
              <a:off x="7171541" y="21362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0" name="pt21190"/>
            <p:cNvSpPr/>
            <p:nvPr/>
          </p:nvSpPr>
          <p:spPr>
            <a:xfrm>
              <a:off x="6604965" y="19412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1" name="pt21191"/>
            <p:cNvSpPr/>
            <p:nvPr/>
          </p:nvSpPr>
          <p:spPr>
            <a:xfrm>
              <a:off x="7274550" y="19667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2" name="pt21192"/>
            <p:cNvSpPr/>
            <p:nvPr/>
          </p:nvSpPr>
          <p:spPr>
            <a:xfrm>
              <a:off x="7189195" y="19941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3" name="pt21193"/>
            <p:cNvSpPr/>
            <p:nvPr/>
          </p:nvSpPr>
          <p:spPr>
            <a:xfrm>
              <a:off x="7365702" y="20326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4" name="pt21194"/>
            <p:cNvSpPr/>
            <p:nvPr/>
          </p:nvSpPr>
          <p:spPr>
            <a:xfrm>
              <a:off x="7134579" y="22595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5" name="pt21195"/>
            <p:cNvSpPr/>
            <p:nvPr/>
          </p:nvSpPr>
          <p:spPr>
            <a:xfrm>
              <a:off x="6478027" y="19564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6" name="pt21196"/>
            <p:cNvSpPr/>
            <p:nvPr/>
          </p:nvSpPr>
          <p:spPr>
            <a:xfrm>
              <a:off x="6937491" y="20635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7" name="pt21197"/>
            <p:cNvSpPr/>
            <p:nvPr/>
          </p:nvSpPr>
          <p:spPr>
            <a:xfrm>
              <a:off x="7142374" y="2177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8" name="pt21198"/>
            <p:cNvSpPr/>
            <p:nvPr/>
          </p:nvSpPr>
          <p:spPr>
            <a:xfrm>
              <a:off x="7231543" y="24095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9" name="pt21199"/>
            <p:cNvSpPr/>
            <p:nvPr/>
          </p:nvSpPr>
          <p:spPr>
            <a:xfrm>
              <a:off x="6938205" y="19603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0" name="pt21200"/>
            <p:cNvSpPr/>
            <p:nvPr/>
          </p:nvSpPr>
          <p:spPr>
            <a:xfrm>
              <a:off x="7002634" y="20347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1" name="pt21201"/>
            <p:cNvSpPr/>
            <p:nvPr/>
          </p:nvSpPr>
          <p:spPr>
            <a:xfrm>
              <a:off x="7423200" y="27383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2" name="pt21202"/>
            <p:cNvSpPr/>
            <p:nvPr/>
          </p:nvSpPr>
          <p:spPr>
            <a:xfrm>
              <a:off x="6735036" y="1535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3" name="pt21203"/>
            <p:cNvSpPr/>
            <p:nvPr/>
          </p:nvSpPr>
          <p:spPr>
            <a:xfrm>
              <a:off x="6862343" y="23658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4" name="pt21204"/>
            <p:cNvSpPr/>
            <p:nvPr/>
          </p:nvSpPr>
          <p:spPr>
            <a:xfrm>
              <a:off x="7145181" y="20231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5" name="pt21205"/>
            <p:cNvSpPr/>
            <p:nvPr/>
          </p:nvSpPr>
          <p:spPr>
            <a:xfrm>
              <a:off x="7070212" y="20577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6" name="pt21206"/>
            <p:cNvSpPr/>
            <p:nvPr/>
          </p:nvSpPr>
          <p:spPr>
            <a:xfrm>
              <a:off x="7091815" y="21480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7" name="pt21207"/>
            <p:cNvSpPr/>
            <p:nvPr/>
          </p:nvSpPr>
          <p:spPr>
            <a:xfrm>
              <a:off x="7270746" y="18787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8" name="pt21208"/>
            <p:cNvSpPr/>
            <p:nvPr/>
          </p:nvSpPr>
          <p:spPr>
            <a:xfrm>
              <a:off x="7358186" y="23259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9" name="pt21209"/>
            <p:cNvSpPr/>
            <p:nvPr/>
          </p:nvSpPr>
          <p:spPr>
            <a:xfrm>
              <a:off x="7235222" y="21962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0" name="pt21210"/>
            <p:cNvSpPr/>
            <p:nvPr/>
          </p:nvSpPr>
          <p:spPr>
            <a:xfrm>
              <a:off x="7229045" y="21182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1" name="pt21211"/>
            <p:cNvSpPr/>
            <p:nvPr/>
          </p:nvSpPr>
          <p:spPr>
            <a:xfrm>
              <a:off x="7099576" y="19877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2" name="pt21212"/>
            <p:cNvSpPr/>
            <p:nvPr/>
          </p:nvSpPr>
          <p:spPr>
            <a:xfrm>
              <a:off x="7221651" y="18118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3" name="pt21213"/>
            <p:cNvSpPr/>
            <p:nvPr/>
          </p:nvSpPr>
          <p:spPr>
            <a:xfrm>
              <a:off x="7042446" y="22567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4" name="pt21214"/>
            <p:cNvSpPr/>
            <p:nvPr/>
          </p:nvSpPr>
          <p:spPr>
            <a:xfrm>
              <a:off x="6721499" y="15290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5" name="pt21215"/>
            <p:cNvSpPr/>
            <p:nvPr/>
          </p:nvSpPr>
          <p:spPr>
            <a:xfrm>
              <a:off x="6942038" y="21046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6" name="pt21216"/>
            <p:cNvSpPr/>
            <p:nvPr/>
          </p:nvSpPr>
          <p:spPr>
            <a:xfrm>
              <a:off x="7457129" y="25460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7" name="pt21217"/>
            <p:cNvSpPr/>
            <p:nvPr/>
          </p:nvSpPr>
          <p:spPr>
            <a:xfrm>
              <a:off x="7319208" y="24619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8" name="pt21218"/>
            <p:cNvSpPr/>
            <p:nvPr/>
          </p:nvSpPr>
          <p:spPr>
            <a:xfrm>
              <a:off x="7203177" y="23140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9" name="pt21219"/>
            <p:cNvSpPr/>
            <p:nvPr/>
          </p:nvSpPr>
          <p:spPr>
            <a:xfrm>
              <a:off x="7172842" y="20779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0" name="pt21220"/>
            <p:cNvSpPr/>
            <p:nvPr/>
          </p:nvSpPr>
          <p:spPr>
            <a:xfrm>
              <a:off x="7300918" y="19823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1" name="pt21221"/>
            <p:cNvSpPr/>
            <p:nvPr/>
          </p:nvSpPr>
          <p:spPr>
            <a:xfrm>
              <a:off x="6880539" y="19204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2" name="pt21222"/>
            <p:cNvSpPr/>
            <p:nvPr/>
          </p:nvSpPr>
          <p:spPr>
            <a:xfrm>
              <a:off x="7028365" y="21861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3" name="pt21223"/>
            <p:cNvSpPr/>
            <p:nvPr/>
          </p:nvSpPr>
          <p:spPr>
            <a:xfrm>
              <a:off x="7291908" y="19162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4" name="pt21224"/>
            <p:cNvSpPr/>
            <p:nvPr/>
          </p:nvSpPr>
          <p:spPr>
            <a:xfrm>
              <a:off x="7088210" y="2225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5" name="pt21225"/>
            <p:cNvSpPr/>
            <p:nvPr/>
          </p:nvSpPr>
          <p:spPr>
            <a:xfrm>
              <a:off x="7250700" y="1876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6" name="pt21226"/>
            <p:cNvSpPr/>
            <p:nvPr/>
          </p:nvSpPr>
          <p:spPr>
            <a:xfrm>
              <a:off x="7108471" y="21124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7" name="pt21227"/>
            <p:cNvSpPr/>
            <p:nvPr/>
          </p:nvSpPr>
          <p:spPr>
            <a:xfrm>
              <a:off x="7143079" y="21548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8" name="pt21228"/>
            <p:cNvSpPr/>
            <p:nvPr/>
          </p:nvSpPr>
          <p:spPr>
            <a:xfrm>
              <a:off x="7378565" y="21526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9" name="pt21229"/>
            <p:cNvSpPr/>
            <p:nvPr/>
          </p:nvSpPr>
          <p:spPr>
            <a:xfrm>
              <a:off x="6968413" y="19896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0" name="pt21230"/>
            <p:cNvSpPr/>
            <p:nvPr/>
          </p:nvSpPr>
          <p:spPr>
            <a:xfrm>
              <a:off x="7167230" y="21696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1" name="pt21231"/>
            <p:cNvSpPr/>
            <p:nvPr/>
          </p:nvSpPr>
          <p:spPr>
            <a:xfrm>
              <a:off x="6843847" y="24859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2" name="pt21232"/>
            <p:cNvSpPr/>
            <p:nvPr/>
          </p:nvSpPr>
          <p:spPr>
            <a:xfrm>
              <a:off x="7423438" y="28829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3" name="pt21233"/>
            <p:cNvSpPr/>
            <p:nvPr/>
          </p:nvSpPr>
          <p:spPr>
            <a:xfrm>
              <a:off x="6849896" y="20872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4" name="pt21234"/>
            <p:cNvSpPr/>
            <p:nvPr/>
          </p:nvSpPr>
          <p:spPr>
            <a:xfrm>
              <a:off x="7227553" y="22523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5" name="pt21235"/>
            <p:cNvSpPr/>
            <p:nvPr/>
          </p:nvSpPr>
          <p:spPr>
            <a:xfrm>
              <a:off x="6747902" y="14842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6" name="pt21236"/>
            <p:cNvSpPr/>
            <p:nvPr/>
          </p:nvSpPr>
          <p:spPr>
            <a:xfrm>
              <a:off x="7149939" y="20292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7" name="pt21237"/>
            <p:cNvSpPr/>
            <p:nvPr/>
          </p:nvSpPr>
          <p:spPr>
            <a:xfrm>
              <a:off x="7042891" y="22527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8" name="pt21238"/>
            <p:cNvSpPr/>
            <p:nvPr/>
          </p:nvSpPr>
          <p:spPr>
            <a:xfrm>
              <a:off x="7012152" y="1948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9" name="pt21239"/>
            <p:cNvSpPr/>
            <p:nvPr/>
          </p:nvSpPr>
          <p:spPr>
            <a:xfrm>
              <a:off x="7070990" y="22426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0" name="pt21240"/>
            <p:cNvSpPr/>
            <p:nvPr/>
          </p:nvSpPr>
          <p:spPr>
            <a:xfrm>
              <a:off x="7075466" y="22162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1" name="pt21241"/>
            <p:cNvSpPr/>
            <p:nvPr/>
          </p:nvSpPr>
          <p:spPr>
            <a:xfrm>
              <a:off x="7019650" y="20981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2" name="pt21242"/>
            <p:cNvSpPr/>
            <p:nvPr/>
          </p:nvSpPr>
          <p:spPr>
            <a:xfrm>
              <a:off x="7166775" y="21244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3" name="pt21243"/>
            <p:cNvSpPr/>
            <p:nvPr/>
          </p:nvSpPr>
          <p:spPr>
            <a:xfrm>
              <a:off x="7206666" y="21421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4" name="pt21244"/>
            <p:cNvSpPr/>
            <p:nvPr/>
          </p:nvSpPr>
          <p:spPr>
            <a:xfrm>
              <a:off x="7167263" y="2203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5" name="pt21245"/>
            <p:cNvSpPr/>
            <p:nvPr/>
          </p:nvSpPr>
          <p:spPr>
            <a:xfrm>
              <a:off x="7114783" y="21168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6" name="pt21246"/>
            <p:cNvSpPr/>
            <p:nvPr/>
          </p:nvSpPr>
          <p:spPr>
            <a:xfrm>
              <a:off x="7336325" y="22815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7" name="pt21247"/>
            <p:cNvSpPr/>
            <p:nvPr/>
          </p:nvSpPr>
          <p:spPr>
            <a:xfrm>
              <a:off x="7133474" y="23050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8" name="pt21248"/>
            <p:cNvSpPr/>
            <p:nvPr/>
          </p:nvSpPr>
          <p:spPr>
            <a:xfrm>
              <a:off x="7195127" y="22104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9" name="pt21249"/>
            <p:cNvSpPr/>
            <p:nvPr/>
          </p:nvSpPr>
          <p:spPr>
            <a:xfrm>
              <a:off x="7356206" y="20490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0" name="pt21250"/>
            <p:cNvSpPr/>
            <p:nvPr/>
          </p:nvSpPr>
          <p:spPr>
            <a:xfrm>
              <a:off x="6742442" y="21067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1" name="pt21251"/>
            <p:cNvSpPr/>
            <p:nvPr/>
          </p:nvSpPr>
          <p:spPr>
            <a:xfrm>
              <a:off x="7001772" y="19126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2" name="pt21252"/>
            <p:cNvSpPr/>
            <p:nvPr/>
          </p:nvSpPr>
          <p:spPr>
            <a:xfrm>
              <a:off x="7101992" y="20950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3" name="pt21253"/>
            <p:cNvSpPr/>
            <p:nvPr/>
          </p:nvSpPr>
          <p:spPr>
            <a:xfrm>
              <a:off x="7142700" y="22142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4" name="pt21254"/>
            <p:cNvSpPr/>
            <p:nvPr/>
          </p:nvSpPr>
          <p:spPr>
            <a:xfrm>
              <a:off x="7084197" y="22669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5" name="pt21255"/>
            <p:cNvSpPr/>
            <p:nvPr/>
          </p:nvSpPr>
          <p:spPr>
            <a:xfrm>
              <a:off x="7185057" y="21289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6" name="pt21256"/>
            <p:cNvSpPr/>
            <p:nvPr/>
          </p:nvSpPr>
          <p:spPr>
            <a:xfrm>
              <a:off x="7255478" y="20952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7" name="pt21257"/>
            <p:cNvSpPr/>
            <p:nvPr/>
          </p:nvSpPr>
          <p:spPr>
            <a:xfrm>
              <a:off x="7111321" y="21769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8" name="pt21258"/>
            <p:cNvSpPr/>
            <p:nvPr/>
          </p:nvSpPr>
          <p:spPr>
            <a:xfrm>
              <a:off x="7157631" y="20591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9" name="pt21259"/>
            <p:cNvSpPr/>
            <p:nvPr/>
          </p:nvSpPr>
          <p:spPr>
            <a:xfrm>
              <a:off x="7056082" y="20613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0" name="pt21260"/>
            <p:cNvSpPr/>
            <p:nvPr/>
          </p:nvSpPr>
          <p:spPr>
            <a:xfrm>
              <a:off x="7311182" y="20209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1" name="pt21261"/>
            <p:cNvSpPr/>
            <p:nvPr/>
          </p:nvSpPr>
          <p:spPr>
            <a:xfrm>
              <a:off x="7517630" y="24861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2" name="pt21262"/>
            <p:cNvSpPr/>
            <p:nvPr/>
          </p:nvSpPr>
          <p:spPr>
            <a:xfrm>
              <a:off x="7130229" y="22166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3" name="pt21263"/>
            <p:cNvSpPr/>
            <p:nvPr/>
          </p:nvSpPr>
          <p:spPr>
            <a:xfrm>
              <a:off x="7405071" y="26543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4" name="pt21264"/>
            <p:cNvSpPr/>
            <p:nvPr/>
          </p:nvSpPr>
          <p:spPr>
            <a:xfrm>
              <a:off x="6961093" y="19603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5" name="pt21265"/>
            <p:cNvSpPr/>
            <p:nvPr/>
          </p:nvSpPr>
          <p:spPr>
            <a:xfrm>
              <a:off x="7099860" y="20565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6" name="pt21266"/>
            <p:cNvSpPr/>
            <p:nvPr/>
          </p:nvSpPr>
          <p:spPr>
            <a:xfrm>
              <a:off x="7059105" y="2193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7" name="pt21267"/>
            <p:cNvSpPr/>
            <p:nvPr/>
          </p:nvSpPr>
          <p:spPr>
            <a:xfrm>
              <a:off x="7054991" y="2076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8" name="pt21268"/>
            <p:cNvSpPr/>
            <p:nvPr/>
          </p:nvSpPr>
          <p:spPr>
            <a:xfrm>
              <a:off x="7417438" y="24259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9" name="pt21269"/>
            <p:cNvSpPr/>
            <p:nvPr/>
          </p:nvSpPr>
          <p:spPr>
            <a:xfrm>
              <a:off x="7182384" y="19394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0" name="pt21270"/>
            <p:cNvSpPr/>
            <p:nvPr/>
          </p:nvSpPr>
          <p:spPr>
            <a:xfrm>
              <a:off x="7123480" y="21785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1" name="pt21271"/>
            <p:cNvSpPr/>
            <p:nvPr/>
          </p:nvSpPr>
          <p:spPr>
            <a:xfrm>
              <a:off x="7135569" y="22922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2" name="pt21272"/>
            <p:cNvSpPr/>
            <p:nvPr/>
          </p:nvSpPr>
          <p:spPr>
            <a:xfrm>
              <a:off x="7148171" y="21132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3" name="pt21273"/>
            <p:cNvSpPr/>
            <p:nvPr/>
          </p:nvSpPr>
          <p:spPr>
            <a:xfrm>
              <a:off x="7145017" y="21554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4" name="pt21274"/>
            <p:cNvSpPr/>
            <p:nvPr/>
          </p:nvSpPr>
          <p:spPr>
            <a:xfrm>
              <a:off x="7241402" y="20615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5" name="pt21275"/>
            <p:cNvSpPr/>
            <p:nvPr/>
          </p:nvSpPr>
          <p:spPr>
            <a:xfrm>
              <a:off x="7183978" y="21174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6" name="pt21276"/>
            <p:cNvSpPr/>
            <p:nvPr/>
          </p:nvSpPr>
          <p:spPr>
            <a:xfrm>
              <a:off x="6989016" y="21565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7" name="pt21277"/>
            <p:cNvSpPr/>
            <p:nvPr/>
          </p:nvSpPr>
          <p:spPr>
            <a:xfrm>
              <a:off x="7234369" y="20311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8" name="pt21278"/>
            <p:cNvSpPr/>
            <p:nvPr/>
          </p:nvSpPr>
          <p:spPr>
            <a:xfrm>
              <a:off x="6956433" y="19556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9" name="pt21279"/>
            <p:cNvSpPr/>
            <p:nvPr/>
          </p:nvSpPr>
          <p:spPr>
            <a:xfrm>
              <a:off x="6862364" y="24188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0" name="pt21280"/>
            <p:cNvSpPr/>
            <p:nvPr/>
          </p:nvSpPr>
          <p:spPr>
            <a:xfrm>
              <a:off x="7115734" y="21440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1" name="pt21281"/>
            <p:cNvSpPr/>
            <p:nvPr/>
          </p:nvSpPr>
          <p:spPr>
            <a:xfrm>
              <a:off x="7114241" y="21683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2" name="pt21282"/>
            <p:cNvSpPr/>
            <p:nvPr/>
          </p:nvSpPr>
          <p:spPr>
            <a:xfrm>
              <a:off x="7177844" y="20575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3" name="pt21283"/>
            <p:cNvSpPr/>
            <p:nvPr/>
          </p:nvSpPr>
          <p:spPr>
            <a:xfrm>
              <a:off x="7079948" y="22275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4" name="pt21284"/>
            <p:cNvSpPr/>
            <p:nvPr/>
          </p:nvSpPr>
          <p:spPr>
            <a:xfrm>
              <a:off x="7419234" y="24425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5" name="pt21285"/>
            <p:cNvSpPr/>
            <p:nvPr/>
          </p:nvSpPr>
          <p:spPr>
            <a:xfrm>
              <a:off x="7282722" y="23658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6" name="pt21286"/>
            <p:cNvSpPr/>
            <p:nvPr/>
          </p:nvSpPr>
          <p:spPr>
            <a:xfrm>
              <a:off x="7111520" y="22181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7" name="pt21287"/>
            <p:cNvSpPr/>
            <p:nvPr/>
          </p:nvSpPr>
          <p:spPr>
            <a:xfrm>
              <a:off x="6779733" y="27319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8" name="pt21288"/>
            <p:cNvSpPr/>
            <p:nvPr/>
          </p:nvSpPr>
          <p:spPr>
            <a:xfrm>
              <a:off x="6951689" y="20363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9" name="pt21289"/>
            <p:cNvSpPr/>
            <p:nvPr/>
          </p:nvSpPr>
          <p:spPr>
            <a:xfrm>
              <a:off x="7202670" y="22310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0" name="pt21290"/>
            <p:cNvSpPr/>
            <p:nvPr/>
          </p:nvSpPr>
          <p:spPr>
            <a:xfrm>
              <a:off x="7126914" y="22016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1" name="pt21291"/>
            <p:cNvSpPr/>
            <p:nvPr/>
          </p:nvSpPr>
          <p:spPr>
            <a:xfrm>
              <a:off x="7181854" y="21305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2" name="pt21292"/>
            <p:cNvSpPr/>
            <p:nvPr/>
          </p:nvSpPr>
          <p:spPr>
            <a:xfrm>
              <a:off x="6903294" y="20804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3" name="pt21293"/>
            <p:cNvSpPr/>
            <p:nvPr/>
          </p:nvSpPr>
          <p:spPr>
            <a:xfrm>
              <a:off x="6956708" y="20645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4" name="pt21294"/>
            <p:cNvSpPr/>
            <p:nvPr/>
          </p:nvSpPr>
          <p:spPr>
            <a:xfrm>
              <a:off x="7261852" y="20512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5" name="pt21295"/>
            <p:cNvSpPr/>
            <p:nvPr/>
          </p:nvSpPr>
          <p:spPr>
            <a:xfrm>
              <a:off x="7151677" y="19875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6" name="pt21296"/>
            <p:cNvSpPr/>
            <p:nvPr/>
          </p:nvSpPr>
          <p:spPr>
            <a:xfrm>
              <a:off x="7234415" y="22719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7" name="pt21297"/>
            <p:cNvSpPr/>
            <p:nvPr/>
          </p:nvSpPr>
          <p:spPr>
            <a:xfrm>
              <a:off x="7049808" y="17947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8" name="pt21298"/>
            <p:cNvSpPr/>
            <p:nvPr/>
          </p:nvSpPr>
          <p:spPr>
            <a:xfrm>
              <a:off x="7382245" y="24046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9" name="pt21299"/>
            <p:cNvSpPr/>
            <p:nvPr/>
          </p:nvSpPr>
          <p:spPr>
            <a:xfrm>
              <a:off x="7163148" y="22618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0" name="pt21300"/>
            <p:cNvSpPr/>
            <p:nvPr/>
          </p:nvSpPr>
          <p:spPr>
            <a:xfrm>
              <a:off x="7037677" y="23568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1" name="pt21301"/>
            <p:cNvSpPr/>
            <p:nvPr/>
          </p:nvSpPr>
          <p:spPr>
            <a:xfrm>
              <a:off x="7212857" y="21361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2" name="pt21302"/>
            <p:cNvSpPr/>
            <p:nvPr/>
          </p:nvSpPr>
          <p:spPr>
            <a:xfrm>
              <a:off x="7221606" y="18632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3" name="pt21303"/>
            <p:cNvSpPr/>
            <p:nvPr/>
          </p:nvSpPr>
          <p:spPr>
            <a:xfrm>
              <a:off x="7358942" y="20962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4" name="pt21304"/>
            <p:cNvSpPr/>
            <p:nvPr/>
          </p:nvSpPr>
          <p:spPr>
            <a:xfrm>
              <a:off x="7057565" y="22744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5" name="pt21305"/>
            <p:cNvSpPr/>
            <p:nvPr/>
          </p:nvSpPr>
          <p:spPr>
            <a:xfrm>
              <a:off x="7148607" y="20465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6" name="pt21306"/>
            <p:cNvSpPr/>
            <p:nvPr/>
          </p:nvSpPr>
          <p:spPr>
            <a:xfrm>
              <a:off x="7200759" y="21072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7" name="pt21307"/>
            <p:cNvSpPr/>
            <p:nvPr/>
          </p:nvSpPr>
          <p:spPr>
            <a:xfrm>
              <a:off x="7204303" y="21227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8" name="pt21308"/>
            <p:cNvSpPr/>
            <p:nvPr/>
          </p:nvSpPr>
          <p:spPr>
            <a:xfrm>
              <a:off x="7052957" y="19630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9" name="pt21309"/>
            <p:cNvSpPr/>
            <p:nvPr/>
          </p:nvSpPr>
          <p:spPr>
            <a:xfrm>
              <a:off x="7159404" y="20723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0" name="pt21310"/>
            <p:cNvSpPr/>
            <p:nvPr/>
          </p:nvSpPr>
          <p:spPr>
            <a:xfrm>
              <a:off x="7021319" y="20835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1" name="pt21311"/>
            <p:cNvSpPr/>
            <p:nvPr/>
          </p:nvSpPr>
          <p:spPr>
            <a:xfrm>
              <a:off x="7080671" y="21783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2" name="pt21312"/>
            <p:cNvSpPr/>
            <p:nvPr/>
          </p:nvSpPr>
          <p:spPr>
            <a:xfrm>
              <a:off x="6919697" y="22859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3" name="pt21313"/>
            <p:cNvSpPr/>
            <p:nvPr/>
          </p:nvSpPr>
          <p:spPr>
            <a:xfrm>
              <a:off x="7173290" y="21098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4" name="pt21314"/>
            <p:cNvSpPr/>
            <p:nvPr/>
          </p:nvSpPr>
          <p:spPr>
            <a:xfrm>
              <a:off x="7248972" y="20123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5" name="pt21315"/>
            <p:cNvSpPr/>
            <p:nvPr/>
          </p:nvSpPr>
          <p:spPr>
            <a:xfrm>
              <a:off x="7154556" y="18974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6" name="pt21316"/>
            <p:cNvSpPr/>
            <p:nvPr/>
          </p:nvSpPr>
          <p:spPr>
            <a:xfrm>
              <a:off x="7244818" y="21832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7" name="pt21317"/>
            <p:cNvSpPr/>
            <p:nvPr/>
          </p:nvSpPr>
          <p:spPr>
            <a:xfrm>
              <a:off x="7146046" y="20711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8" name="pt21318"/>
            <p:cNvSpPr/>
            <p:nvPr/>
          </p:nvSpPr>
          <p:spPr>
            <a:xfrm>
              <a:off x="6988859" y="2109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9" name="pt21319"/>
            <p:cNvSpPr/>
            <p:nvPr/>
          </p:nvSpPr>
          <p:spPr>
            <a:xfrm>
              <a:off x="7282983" y="19275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0" name="pt21320"/>
            <p:cNvSpPr/>
            <p:nvPr/>
          </p:nvSpPr>
          <p:spPr>
            <a:xfrm>
              <a:off x="6930286" y="21251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1" name="pt21321"/>
            <p:cNvSpPr/>
            <p:nvPr/>
          </p:nvSpPr>
          <p:spPr>
            <a:xfrm>
              <a:off x="7151208" y="19901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2" name="pt21322"/>
            <p:cNvSpPr/>
            <p:nvPr/>
          </p:nvSpPr>
          <p:spPr>
            <a:xfrm>
              <a:off x="7197483" y="23059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3" name="pt21323"/>
            <p:cNvSpPr/>
            <p:nvPr/>
          </p:nvSpPr>
          <p:spPr>
            <a:xfrm>
              <a:off x="7477927" y="21900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4" name="pt21324"/>
            <p:cNvSpPr/>
            <p:nvPr/>
          </p:nvSpPr>
          <p:spPr>
            <a:xfrm>
              <a:off x="7015284" y="20075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5" name="pt21325"/>
            <p:cNvSpPr/>
            <p:nvPr/>
          </p:nvSpPr>
          <p:spPr>
            <a:xfrm>
              <a:off x="7153193" y="20168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6" name="pt21326"/>
            <p:cNvSpPr/>
            <p:nvPr/>
          </p:nvSpPr>
          <p:spPr>
            <a:xfrm>
              <a:off x="7258683" y="18767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7" name="pt21327"/>
            <p:cNvSpPr/>
            <p:nvPr/>
          </p:nvSpPr>
          <p:spPr>
            <a:xfrm>
              <a:off x="7038383" y="23854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8" name="pt21328"/>
            <p:cNvSpPr/>
            <p:nvPr/>
          </p:nvSpPr>
          <p:spPr>
            <a:xfrm>
              <a:off x="7135803" y="22717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9" name="pt21329"/>
            <p:cNvSpPr/>
            <p:nvPr/>
          </p:nvSpPr>
          <p:spPr>
            <a:xfrm>
              <a:off x="6838038" y="23337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0" name="pt21330"/>
            <p:cNvSpPr/>
            <p:nvPr/>
          </p:nvSpPr>
          <p:spPr>
            <a:xfrm>
              <a:off x="6924578" y="2003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1" name="pt21331"/>
            <p:cNvSpPr/>
            <p:nvPr/>
          </p:nvSpPr>
          <p:spPr>
            <a:xfrm>
              <a:off x="7057981" y="22929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2" name="pt21332"/>
            <p:cNvSpPr/>
            <p:nvPr/>
          </p:nvSpPr>
          <p:spPr>
            <a:xfrm>
              <a:off x="7428558" y="29535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3" name="pt21333"/>
            <p:cNvSpPr/>
            <p:nvPr/>
          </p:nvSpPr>
          <p:spPr>
            <a:xfrm>
              <a:off x="7234927" y="22883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4" name="pt21334"/>
            <p:cNvSpPr/>
            <p:nvPr/>
          </p:nvSpPr>
          <p:spPr>
            <a:xfrm>
              <a:off x="7223534" y="22709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5" name="pt21335"/>
            <p:cNvSpPr/>
            <p:nvPr/>
          </p:nvSpPr>
          <p:spPr>
            <a:xfrm>
              <a:off x="7002047" y="18526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6" name="pt21336"/>
            <p:cNvSpPr/>
            <p:nvPr/>
          </p:nvSpPr>
          <p:spPr>
            <a:xfrm>
              <a:off x="7144996" y="20609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7" name="pt21337"/>
            <p:cNvSpPr/>
            <p:nvPr/>
          </p:nvSpPr>
          <p:spPr>
            <a:xfrm>
              <a:off x="7086045" y="22170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8" name="pt21338"/>
            <p:cNvSpPr/>
            <p:nvPr/>
          </p:nvSpPr>
          <p:spPr>
            <a:xfrm>
              <a:off x="7101648" y="20838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9" name="pt21339"/>
            <p:cNvSpPr/>
            <p:nvPr/>
          </p:nvSpPr>
          <p:spPr>
            <a:xfrm>
              <a:off x="6873328" y="17982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0" name="pt21340"/>
            <p:cNvSpPr/>
            <p:nvPr/>
          </p:nvSpPr>
          <p:spPr>
            <a:xfrm>
              <a:off x="7081875" y="21848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1" name="pt21341"/>
            <p:cNvSpPr/>
            <p:nvPr/>
          </p:nvSpPr>
          <p:spPr>
            <a:xfrm>
              <a:off x="7192687" y="2232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2" name="pt21342"/>
            <p:cNvSpPr/>
            <p:nvPr/>
          </p:nvSpPr>
          <p:spPr>
            <a:xfrm>
              <a:off x="6973485" y="21034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3" name="pt21343"/>
            <p:cNvSpPr/>
            <p:nvPr/>
          </p:nvSpPr>
          <p:spPr>
            <a:xfrm>
              <a:off x="7094118" y="20443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4" name="pt21344"/>
            <p:cNvSpPr/>
            <p:nvPr/>
          </p:nvSpPr>
          <p:spPr>
            <a:xfrm>
              <a:off x="7162514" y="21452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5" name="pt21345"/>
            <p:cNvSpPr/>
            <p:nvPr/>
          </p:nvSpPr>
          <p:spPr>
            <a:xfrm>
              <a:off x="7216498" y="20692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6" name="pt21346"/>
            <p:cNvSpPr/>
            <p:nvPr/>
          </p:nvSpPr>
          <p:spPr>
            <a:xfrm>
              <a:off x="6710683" y="23772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7" name="pt21347"/>
            <p:cNvSpPr/>
            <p:nvPr/>
          </p:nvSpPr>
          <p:spPr>
            <a:xfrm>
              <a:off x="7097361" y="20046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8" name="pt21348"/>
            <p:cNvSpPr/>
            <p:nvPr/>
          </p:nvSpPr>
          <p:spPr>
            <a:xfrm>
              <a:off x="7030759" y="22138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9" name="pt21349"/>
            <p:cNvSpPr/>
            <p:nvPr/>
          </p:nvSpPr>
          <p:spPr>
            <a:xfrm>
              <a:off x="7101793" y="21469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0" name="pt21350"/>
            <p:cNvSpPr/>
            <p:nvPr/>
          </p:nvSpPr>
          <p:spPr>
            <a:xfrm>
              <a:off x="6983172" y="22588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1" name="pt21351"/>
            <p:cNvSpPr/>
            <p:nvPr/>
          </p:nvSpPr>
          <p:spPr>
            <a:xfrm>
              <a:off x="7165801" y="21554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2" name="pt21352"/>
            <p:cNvSpPr/>
            <p:nvPr/>
          </p:nvSpPr>
          <p:spPr>
            <a:xfrm>
              <a:off x="7145477" y="21420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3" name="pt21353"/>
            <p:cNvSpPr/>
            <p:nvPr/>
          </p:nvSpPr>
          <p:spPr>
            <a:xfrm>
              <a:off x="7268381" y="1826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4" name="pt21354"/>
            <p:cNvSpPr/>
            <p:nvPr/>
          </p:nvSpPr>
          <p:spPr>
            <a:xfrm>
              <a:off x="7089794" y="22704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5" name="pt21355"/>
            <p:cNvSpPr/>
            <p:nvPr/>
          </p:nvSpPr>
          <p:spPr>
            <a:xfrm>
              <a:off x="7130737" y="22667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6" name="pt21356"/>
            <p:cNvSpPr/>
            <p:nvPr/>
          </p:nvSpPr>
          <p:spPr>
            <a:xfrm>
              <a:off x="7459044" y="23038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7" name="pt21357"/>
            <p:cNvSpPr/>
            <p:nvPr/>
          </p:nvSpPr>
          <p:spPr>
            <a:xfrm>
              <a:off x="6885030" y="17789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8" name="pt21358"/>
            <p:cNvSpPr/>
            <p:nvPr/>
          </p:nvSpPr>
          <p:spPr>
            <a:xfrm>
              <a:off x="7416376" y="25698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9" name="pt21359"/>
            <p:cNvSpPr/>
            <p:nvPr/>
          </p:nvSpPr>
          <p:spPr>
            <a:xfrm>
              <a:off x="6782305" y="26415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0" name="pt21360"/>
            <p:cNvSpPr/>
            <p:nvPr/>
          </p:nvSpPr>
          <p:spPr>
            <a:xfrm>
              <a:off x="7041991" y="22371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1" name="pt21361"/>
            <p:cNvSpPr/>
            <p:nvPr/>
          </p:nvSpPr>
          <p:spPr>
            <a:xfrm>
              <a:off x="6946633" y="19371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2" name="pt21362"/>
            <p:cNvSpPr/>
            <p:nvPr/>
          </p:nvSpPr>
          <p:spPr>
            <a:xfrm>
              <a:off x="7144633" y="20954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3" name="pt21363"/>
            <p:cNvSpPr/>
            <p:nvPr/>
          </p:nvSpPr>
          <p:spPr>
            <a:xfrm>
              <a:off x="7151722" y="2016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4" name="pt21364"/>
            <p:cNvSpPr/>
            <p:nvPr/>
          </p:nvSpPr>
          <p:spPr>
            <a:xfrm>
              <a:off x="7166034" y="21737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5" name="pt21365"/>
            <p:cNvSpPr/>
            <p:nvPr/>
          </p:nvSpPr>
          <p:spPr>
            <a:xfrm>
              <a:off x="7379841" y="26455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6" name="pt21366"/>
            <p:cNvSpPr/>
            <p:nvPr/>
          </p:nvSpPr>
          <p:spPr>
            <a:xfrm>
              <a:off x="6964700" y="19598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7" name="pt21367"/>
            <p:cNvSpPr/>
            <p:nvPr/>
          </p:nvSpPr>
          <p:spPr>
            <a:xfrm>
              <a:off x="7449868" y="24420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8" name="pt21368"/>
            <p:cNvSpPr/>
            <p:nvPr/>
          </p:nvSpPr>
          <p:spPr>
            <a:xfrm>
              <a:off x="7084803" y="22464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9" name="pt21369"/>
            <p:cNvSpPr/>
            <p:nvPr/>
          </p:nvSpPr>
          <p:spPr>
            <a:xfrm>
              <a:off x="6865720" y="20904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0" name="pt21370"/>
            <p:cNvSpPr/>
            <p:nvPr/>
          </p:nvSpPr>
          <p:spPr>
            <a:xfrm>
              <a:off x="7233878" y="20829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1" name="pt21371"/>
            <p:cNvSpPr/>
            <p:nvPr/>
          </p:nvSpPr>
          <p:spPr>
            <a:xfrm>
              <a:off x="7140886" y="22288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2" name="pt21372"/>
            <p:cNvSpPr/>
            <p:nvPr/>
          </p:nvSpPr>
          <p:spPr>
            <a:xfrm>
              <a:off x="7073611" y="21642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3" name="pt21373"/>
            <p:cNvSpPr/>
            <p:nvPr/>
          </p:nvSpPr>
          <p:spPr>
            <a:xfrm>
              <a:off x="7264457" y="20991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4" name="pt21374"/>
            <p:cNvSpPr/>
            <p:nvPr/>
          </p:nvSpPr>
          <p:spPr>
            <a:xfrm>
              <a:off x="6987367" y="19969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5" name="pt21375"/>
            <p:cNvSpPr/>
            <p:nvPr/>
          </p:nvSpPr>
          <p:spPr>
            <a:xfrm>
              <a:off x="7093479" y="21789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6" name="pt21376"/>
            <p:cNvSpPr/>
            <p:nvPr/>
          </p:nvSpPr>
          <p:spPr>
            <a:xfrm>
              <a:off x="7195974" y="24487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7" name="pt21377"/>
            <p:cNvSpPr/>
            <p:nvPr/>
          </p:nvSpPr>
          <p:spPr>
            <a:xfrm>
              <a:off x="7199761" y="21540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8" name="pt21378"/>
            <p:cNvSpPr/>
            <p:nvPr/>
          </p:nvSpPr>
          <p:spPr>
            <a:xfrm>
              <a:off x="7462981" y="23153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9" name="pt21379"/>
            <p:cNvSpPr/>
            <p:nvPr/>
          </p:nvSpPr>
          <p:spPr>
            <a:xfrm>
              <a:off x="6987940" y="19549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0" name="pt21380"/>
            <p:cNvSpPr/>
            <p:nvPr/>
          </p:nvSpPr>
          <p:spPr>
            <a:xfrm>
              <a:off x="6801412" y="22261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1" name="pt21381"/>
            <p:cNvSpPr/>
            <p:nvPr/>
          </p:nvSpPr>
          <p:spPr>
            <a:xfrm>
              <a:off x="6683089" y="19034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2" name="pt21382"/>
            <p:cNvSpPr/>
            <p:nvPr/>
          </p:nvSpPr>
          <p:spPr>
            <a:xfrm>
              <a:off x="6909893" y="21364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3" name="pt21383"/>
            <p:cNvSpPr/>
            <p:nvPr/>
          </p:nvSpPr>
          <p:spPr>
            <a:xfrm>
              <a:off x="7343266" y="23489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4" name="pt21384"/>
            <p:cNvSpPr/>
            <p:nvPr/>
          </p:nvSpPr>
          <p:spPr>
            <a:xfrm>
              <a:off x="7204198" y="21686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5" name="pt21385"/>
            <p:cNvSpPr/>
            <p:nvPr/>
          </p:nvSpPr>
          <p:spPr>
            <a:xfrm>
              <a:off x="7254398" y="20554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6" name="pt21386"/>
            <p:cNvSpPr/>
            <p:nvPr/>
          </p:nvSpPr>
          <p:spPr>
            <a:xfrm>
              <a:off x="7262207" y="20870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7" name="pt21387"/>
            <p:cNvSpPr/>
            <p:nvPr/>
          </p:nvSpPr>
          <p:spPr>
            <a:xfrm>
              <a:off x="7106659" y="21535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8" name="pt21388"/>
            <p:cNvSpPr/>
            <p:nvPr/>
          </p:nvSpPr>
          <p:spPr>
            <a:xfrm>
              <a:off x="6838035" y="22404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9" name="pt21389"/>
            <p:cNvSpPr/>
            <p:nvPr/>
          </p:nvSpPr>
          <p:spPr>
            <a:xfrm>
              <a:off x="7502344" y="23427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0" name="pt21390"/>
            <p:cNvSpPr/>
            <p:nvPr/>
          </p:nvSpPr>
          <p:spPr>
            <a:xfrm>
              <a:off x="6878891" y="19415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1" name="pt21391"/>
            <p:cNvSpPr/>
            <p:nvPr/>
          </p:nvSpPr>
          <p:spPr>
            <a:xfrm>
              <a:off x="7123479" y="21290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2" name="pt21392"/>
            <p:cNvSpPr/>
            <p:nvPr/>
          </p:nvSpPr>
          <p:spPr>
            <a:xfrm>
              <a:off x="7337869" y="25998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3" name="pt21393"/>
            <p:cNvSpPr/>
            <p:nvPr/>
          </p:nvSpPr>
          <p:spPr>
            <a:xfrm>
              <a:off x="7073498" y="21145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4" name="pt21394"/>
            <p:cNvSpPr/>
            <p:nvPr/>
          </p:nvSpPr>
          <p:spPr>
            <a:xfrm>
              <a:off x="7215093" y="20676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5" name="pt21395"/>
            <p:cNvSpPr/>
            <p:nvPr/>
          </p:nvSpPr>
          <p:spPr>
            <a:xfrm>
              <a:off x="6897007" y="21941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6" name="pt21396"/>
            <p:cNvSpPr/>
            <p:nvPr/>
          </p:nvSpPr>
          <p:spPr>
            <a:xfrm>
              <a:off x="6867769" y="22973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7" name="pt21397"/>
            <p:cNvSpPr/>
            <p:nvPr/>
          </p:nvSpPr>
          <p:spPr>
            <a:xfrm>
              <a:off x="7067974" y="20317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8" name="pt21398"/>
            <p:cNvSpPr/>
            <p:nvPr/>
          </p:nvSpPr>
          <p:spPr>
            <a:xfrm>
              <a:off x="7121350" y="21916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9" name="pt21399"/>
            <p:cNvSpPr/>
            <p:nvPr/>
          </p:nvSpPr>
          <p:spPr>
            <a:xfrm>
              <a:off x="7384237" y="23422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0" name="pt21400"/>
            <p:cNvSpPr/>
            <p:nvPr/>
          </p:nvSpPr>
          <p:spPr>
            <a:xfrm>
              <a:off x="7262250" y="21514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1" name="pt21401"/>
            <p:cNvSpPr/>
            <p:nvPr/>
          </p:nvSpPr>
          <p:spPr>
            <a:xfrm>
              <a:off x="6893585" y="21190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2" name="pt21402"/>
            <p:cNvSpPr/>
            <p:nvPr/>
          </p:nvSpPr>
          <p:spPr>
            <a:xfrm>
              <a:off x="7096377" y="21562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3" name="pt21403"/>
            <p:cNvSpPr/>
            <p:nvPr/>
          </p:nvSpPr>
          <p:spPr>
            <a:xfrm>
              <a:off x="6871153" y="23575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4" name="pt21404"/>
            <p:cNvSpPr/>
            <p:nvPr/>
          </p:nvSpPr>
          <p:spPr>
            <a:xfrm>
              <a:off x="7079561" y="21795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5" name="pt21405"/>
            <p:cNvSpPr/>
            <p:nvPr/>
          </p:nvSpPr>
          <p:spPr>
            <a:xfrm>
              <a:off x="7192487" y="22314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6" name="pt21406"/>
            <p:cNvSpPr/>
            <p:nvPr/>
          </p:nvSpPr>
          <p:spPr>
            <a:xfrm>
              <a:off x="6892357" y="21104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7" name="pt21407"/>
            <p:cNvSpPr/>
            <p:nvPr/>
          </p:nvSpPr>
          <p:spPr>
            <a:xfrm>
              <a:off x="7228412" y="21624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8" name="pt21408"/>
            <p:cNvSpPr/>
            <p:nvPr/>
          </p:nvSpPr>
          <p:spPr>
            <a:xfrm>
              <a:off x="7090641" y="21997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9" name="pt21409"/>
            <p:cNvSpPr/>
            <p:nvPr/>
          </p:nvSpPr>
          <p:spPr>
            <a:xfrm>
              <a:off x="7025196" y="22533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0" name="pt21410"/>
            <p:cNvSpPr/>
            <p:nvPr/>
          </p:nvSpPr>
          <p:spPr>
            <a:xfrm>
              <a:off x="7146142" y="21279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1" name="pt21411"/>
            <p:cNvSpPr/>
            <p:nvPr/>
          </p:nvSpPr>
          <p:spPr>
            <a:xfrm>
              <a:off x="7058121" y="22595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2" name="pt21412"/>
            <p:cNvSpPr/>
            <p:nvPr/>
          </p:nvSpPr>
          <p:spPr>
            <a:xfrm>
              <a:off x="7116104" y="21928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3" name="pt21413"/>
            <p:cNvSpPr/>
            <p:nvPr/>
          </p:nvSpPr>
          <p:spPr>
            <a:xfrm>
              <a:off x="7023254" y="20993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4" name="pt21414"/>
            <p:cNvSpPr/>
            <p:nvPr/>
          </p:nvSpPr>
          <p:spPr>
            <a:xfrm>
              <a:off x="7180616" y="20757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5" name="pt21415"/>
            <p:cNvSpPr/>
            <p:nvPr/>
          </p:nvSpPr>
          <p:spPr>
            <a:xfrm>
              <a:off x="7237134" y="19879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6" name="pt21416"/>
            <p:cNvSpPr/>
            <p:nvPr/>
          </p:nvSpPr>
          <p:spPr>
            <a:xfrm>
              <a:off x="7284947" y="19727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7" name="pt21417"/>
            <p:cNvSpPr/>
            <p:nvPr/>
          </p:nvSpPr>
          <p:spPr>
            <a:xfrm>
              <a:off x="7189734" y="22965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8" name="pt21418"/>
            <p:cNvSpPr/>
            <p:nvPr/>
          </p:nvSpPr>
          <p:spPr>
            <a:xfrm>
              <a:off x="7097306" y="21663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9" name="pt21419"/>
            <p:cNvSpPr/>
            <p:nvPr/>
          </p:nvSpPr>
          <p:spPr>
            <a:xfrm>
              <a:off x="7413290" y="23040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0" name="pt21420"/>
            <p:cNvSpPr/>
            <p:nvPr/>
          </p:nvSpPr>
          <p:spPr>
            <a:xfrm>
              <a:off x="7146304" y="20699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1" name="pt21421"/>
            <p:cNvSpPr/>
            <p:nvPr/>
          </p:nvSpPr>
          <p:spPr>
            <a:xfrm>
              <a:off x="7012213" y="17079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2" name="pt21422"/>
            <p:cNvSpPr/>
            <p:nvPr/>
          </p:nvSpPr>
          <p:spPr>
            <a:xfrm>
              <a:off x="7201487" y="21104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3" name="pt21423"/>
            <p:cNvSpPr/>
            <p:nvPr/>
          </p:nvSpPr>
          <p:spPr>
            <a:xfrm>
              <a:off x="7187698" y="21607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4" name="pt21424"/>
            <p:cNvSpPr/>
            <p:nvPr/>
          </p:nvSpPr>
          <p:spPr>
            <a:xfrm>
              <a:off x="7306634" y="21736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5" name="pt21425"/>
            <p:cNvSpPr/>
            <p:nvPr/>
          </p:nvSpPr>
          <p:spPr>
            <a:xfrm>
              <a:off x="6966220" y="20116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6" name="pt21426"/>
            <p:cNvSpPr/>
            <p:nvPr/>
          </p:nvSpPr>
          <p:spPr>
            <a:xfrm>
              <a:off x="6859803" y="22025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7" name="pt21427"/>
            <p:cNvSpPr/>
            <p:nvPr/>
          </p:nvSpPr>
          <p:spPr>
            <a:xfrm>
              <a:off x="7085231" y="21495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8" name="pt21428"/>
            <p:cNvSpPr/>
            <p:nvPr/>
          </p:nvSpPr>
          <p:spPr>
            <a:xfrm>
              <a:off x="7278700" y="19883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9" name="pt21429"/>
            <p:cNvSpPr/>
            <p:nvPr/>
          </p:nvSpPr>
          <p:spPr>
            <a:xfrm>
              <a:off x="7219567" y="20112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0" name="pt21430"/>
            <p:cNvSpPr/>
            <p:nvPr/>
          </p:nvSpPr>
          <p:spPr>
            <a:xfrm>
              <a:off x="6955832" y="19708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1" name="pt21431"/>
            <p:cNvSpPr/>
            <p:nvPr/>
          </p:nvSpPr>
          <p:spPr>
            <a:xfrm>
              <a:off x="7013351" y="17999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2" name="pt21432"/>
            <p:cNvSpPr/>
            <p:nvPr/>
          </p:nvSpPr>
          <p:spPr>
            <a:xfrm>
              <a:off x="6722804" y="20346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3" name="pt21433"/>
            <p:cNvSpPr/>
            <p:nvPr/>
          </p:nvSpPr>
          <p:spPr>
            <a:xfrm>
              <a:off x="7232301" y="21508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4" name="pt21434"/>
            <p:cNvSpPr/>
            <p:nvPr/>
          </p:nvSpPr>
          <p:spPr>
            <a:xfrm>
              <a:off x="7070941" y="2223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5" name="pt21435"/>
            <p:cNvSpPr/>
            <p:nvPr/>
          </p:nvSpPr>
          <p:spPr>
            <a:xfrm>
              <a:off x="7312929" y="18960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6" name="pt21436"/>
            <p:cNvSpPr/>
            <p:nvPr/>
          </p:nvSpPr>
          <p:spPr>
            <a:xfrm>
              <a:off x="7033413" y="22373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7" name="pt21437"/>
            <p:cNvSpPr/>
            <p:nvPr/>
          </p:nvSpPr>
          <p:spPr>
            <a:xfrm>
              <a:off x="7202699" y="22000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8" name="pt21438"/>
            <p:cNvSpPr/>
            <p:nvPr/>
          </p:nvSpPr>
          <p:spPr>
            <a:xfrm>
              <a:off x="7077213" y="22608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9" name="pt21439"/>
            <p:cNvSpPr/>
            <p:nvPr/>
          </p:nvSpPr>
          <p:spPr>
            <a:xfrm>
              <a:off x="6969248" y="19717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0" name="pt21440"/>
            <p:cNvSpPr/>
            <p:nvPr/>
          </p:nvSpPr>
          <p:spPr>
            <a:xfrm>
              <a:off x="7034380" y="24036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1" name="pt21441"/>
            <p:cNvSpPr/>
            <p:nvPr/>
          </p:nvSpPr>
          <p:spPr>
            <a:xfrm>
              <a:off x="6761961" y="29062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2" name="pt21442"/>
            <p:cNvSpPr/>
            <p:nvPr/>
          </p:nvSpPr>
          <p:spPr>
            <a:xfrm>
              <a:off x="7057273" y="2270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3" name="pt21443"/>
            <p:cNvSpPr/>
            <p:nvPr/>
          </p:nvSpPr>
          <p:spPr>
            <a:xfrm>
              <a:off x="7288781" y="20351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4" name="pt21444"/>
            <p:cNvSpPr/>
            <p:nvPr/>
          </p:nvSpPr>
          <p:spPr>
            <a:xfrm>
              <a:off x="7153984" y="20184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5" name="pt21445"/>
            <p:cNvSpPr/>
            <p:nvPr/>
          </p:nvSpPr>
          <p:spPr>
            <a:xfrm>
              <a:off x="7075002" y="2256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6" name="pt21446"/>
            <p:cNvSpPr/>
            <p:nvPr/>
          </p:nvSpPr>
          <p:spPr>
            <a:xfrm>
              <a:off x="7076287" y="22115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7" name="pt21447"/>
            <p:cNvSpPr/>
            <p:nvPr/>
          </p:nvSpPr>
          <p:spPr>
            <a:xfrm>
              <a:off x="7235490" y="21271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8" name="pt21448"/>
            <p:cNvSpPr/>
            <p:nvPr/>
          </p:nvSpPr>
          <p:spPr>
            <a:xfrm>
              <a:off x="7168497" y="2124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9" name="pt21449"/>
            <p:cNvSpPr/>
            <p:nvPr/>
          </p:nvSpPr>
          <p:spPr>
            <a:xfrm>
              <a:off x="6872641" y="17775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0" name="pt21450"/>
            <p:cNvSpPr/>
            <p:nvPr/>
          </p:nvSpPr>
          <p:spPr>
            <a:xfrm>
              <a:off x="7268937" y="18618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1" name="pt21451"/>
            <p:cNvSpPr/>
            <p:nvPr/>
          </p:nvSpPr>
          <p:spPr>
            <a:xfrm>
              <a:off x="7396679" y="24299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2" name="pt21452"/>
            <p:cNvSpPr/>
            <p:nvPr/>
          </p:nvSpPr>
          <p:spPr>
            <a:xfrm>
              <a:off x="7162811" y="21570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3" name="pt21453"/>
            <p:cNvSpPr/>
            <p:nvPr/>
          </p:nvSpPr>
          <p:spPr>
            <a:xfrm>
              <a:off x="7144855" y="20428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4" name="pt21454"/>
            <p:cNvSpPr/>
            <p:nvPr/>
          </p:nvSpPr>
          <p:spPr>
            <a:xfrm>
              <a:off x="7150007" y="20836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5" name="pt21455"/>
            <p:cNvSpPr/>
            <p:nvPr/>
          </p:nvSpPr>
          <p:spPr>
            <a:xfrm>
              <a:off x="7131170" y="23756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6" name="pt21456"/>
            <p:cNvSpPr/>
            <p:nvPr/>
          </p:nvSpPr>
          <p:spPr>
            <a:xfrm>
              <a:off x="6990884" y="19808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7" name="pt21457"/>
            <p:cNvSpPr/>
            <p:nvPr/>
          </p:nvSpPr>
          <p:spPr>
            <a:xfrm>
              <a:off x="7307904" y="1943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8" name="pt21458"/>
            <p:cNvSpPr/>
            <p:nvPr/>
          </p:nvSpPr>
          <p:spPr>
            <a:xfrm>
              <a:off x="7130696" y="22824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9" name="pt21459"/>
            <p:cNvSpPr/>
            <p:nvPr/>
          </p:nvSpPr>
          <p:spPr>
            <a:xfrm>
              <a:off x="6780448" y="25353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0" name="pt21460"/>
            <p:cNvSpPr/>
            <p:nvPr/>
          </p:nvSpPr>
          <p:spPr>
            <a:xfrm>
              <a:off x="7106425" y="21334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1" name="pt21461"/>
            <p:cNvSpPr/>
            <p:nvPr/>
          </p:nvSpPr>
          <p:spPr>
            <a:xfrm>
              <a:off x="7246353" y="2135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2" name="pt21462"/>
            <p:cNvSpPr/>
            <p:nvPr/>
          </p:nvSpPr>
          <p:spPr>
            <a:xfrm>
              <a:off x="6906746" y="21636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3" name="pt21463"/>
            <p:cNvSpPr/>
            <p:nvPr/>
          </p:nvSpPr>
          <p:spPr>
            <a:xfrm>
              <a:off x="7209053" y="21297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4" name="pt21464"/>
            <p:cNvSpPr/>
            <p:nvPr/>
          </p:nvSpPr>
          <p:spPr>
            <a:xfrm>
              <a:off x="7087230" y="21232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5" name="pt21465"/>
            <p:cNvSpPr/>
            <p:nvPr/>
          </p:nvSpPr>
          <p:spPr>
            <a:xfrm>
              <a:off x="7309047" y="20503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6" name="pt21466"/>
            <p:cNvSpPr/>
            <p:nvPr/>
          </p:nvSpPr>
          <p:spPr>
            <a:xfrm>
              <a:off x="7139316" y="23627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7" name="pt21467"/>
            <p:cNvSpPr/>
            <p:nvPr/>
          </p:nvSpPr>
          <p:spPr>
            <a:xfrm>
              <a:off x="7014957" y="19682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8" name="pt21468"/>
            <p:cNvSpPr/>
            <p:nvPr/>
          </p:nvSpPr>
          <p:spPr>
            <a:xfrm>
              <a:off x="7213327" y="21350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9" name="pt21469"/>
            <p:cNvSpPr/>
            <p:nvPr/>
          </p:nvSpPr>
          <p:spPr>
            <a:xfrm>
              <a:off x="7308634" y="20737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0" name="pt21470"/>
            <p:cNvSpPr/>
            <p:nvPr/>
          </p:nvSpPr>
          <p:spPr>
            <a:xfrm>
              <a:off x="7684864" y="23563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1" name="pt21471"/>
            <p:cNvSpPr/>
            <p:nvPr/>
          </p:nvSpPr>
          <p:spPr>
            <a:xfrm>
              <a:off x="7244087" y="19998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2" name="pt21472"/>
            <p:cNvSpPr/>
            <p:nvPr/>
          </p:nvSpPr>
          <p:spPr>
            <a:xfrm>
              <a:off x="7089914" y="21930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3" name="pt21473"/>
            <p:cNvSpPr/>
            <p:nvPr/>
          </p:nvSpPr>
          <p:spPr>
            <a:xfrm>
              <a:off x="7161622" y="20939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4" name="pt21474"/>
            <p:cNvSpPr/>
            <p:nvPr/>
          </p:nvSpPr>
          <p:spPr>
            <a:xfrm>
              <a:off x="6939128" y="21429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5" name="pt21475"/>
            <p:cNvSpPr/>
            <p:nvPr/>
          </p:nvSpPr>
          <p:spPr>
            <a:xfrm>
              <a:off x="7120953" y="20343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6" name="pt21476"/>
            <p:cNvSpPr/>
            <p:nvPr/>
          </p:nvSpPr>
          <p:spPr>
            <a:xfrm>
              <a:off x="7106037" y="19566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7" name="pt21477"/>
            <p:cNvSpPr/>
            <p:nvPr/>
          </p:nvSpPr>
          <p:spPr>
            <a:xfrm>
              <a:off x="6971827" y="20261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8" name="pt21478"/>
            <p:cNvSpPr/>
            <p:nvPr/>
          </p:nvSpPr>
          <p:spPr>
            <a:xfrm>
              <a:off x="7058637" y="23013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9" name="pt21479"/>
            <p:cNvSpPr/>
            <p:nvPr/>
          </p:nvSpPr>
          <p:spPr>
            <a:xfrm>
              <a:off x="6960406" y="20195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0" name="pt21480"/>
            <p:cNvSpPr/>
            <p:nvPr/>
          </p:nvSpPr>
          <p:spPr>
            <a:xfrm>
              <a:off x="7094959" y="20684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1" name="pt21481"/>
            <p:cNvSpPr/>
            <p:nvPr/>
          </p:nvSpPr>
          <p:spPr>
            <a:xfrm>
              <a:off x="7114214" y="21090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2" name="pt21482"/>
            <p:cNvSpPr/>
            <p:nvPr/>
          </p:nvSpPr>
          <p:spPr>
            <a:xfrm>
              <a:off x="6946079" y="21004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3" name="pt21483"/>
            <p:cNvSpPr/>
            <p:nvPr/>
          </p:nvSpPr>
          <p:spPr>
            <a:xfrm>
              <a:off x="7126582" y="22679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4" name="pt21484"/>
            <p:cNvSpPr/>
            <p:nvPr/>
          </p:nvSpPr>
          <p:spPr>
            <a:xfrm>
              <a:off x="7123540" y="20815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5" name="pt21485"/>
            <p:cNvSpPr/>
            <p:nvPr/>
          </p:nvSpPr>
          <p:spPr>
            <a:xfrm>
              <a:off x="7104169" y="2129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6" name="pt21486"/>
            <p:cNvSpPr/>
            <p:nvPr/>
          </p:nvSpPr>
          <p:spPr>
            <a:xfrm>
              <a:off x="7081799" y="2186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7" name="pt21487"/>
            <p:cNvSpPr/>
            <p:nvPr/>
          </p:nvSpPr>
          <p:spPr>
            <a:xfrm>
              <a:off x="7166278" y="21367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8" name="pt21488"/>
            <p:cNvSpPr/>
            <p:nvPr/>
          </p:nvSpPr>
          <p:spPr>
            <a:xfrm>
              <a:off x="7175912" y="20056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9" name="pt21489"/>
            <p:cNvSpPr/>
            <p:nvPr/>
          </p:nvSpPr>
          <p:spPr>
            <a:xfrm>
              <a:off x="7177383" y="20764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0" name="pt21490"/>
            <p:cNvSpPr/>
            <p:nvPr/>
          </p:nvSpPr>
          <p:spPr>
            <a:xfrm>
              <a:off x="7161440" y="21268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1" name="pt21491"/>
            <p:cNvSpPr/>
            <p:nvPr/>
          </p:nvSpPr>
          <p:spPr>
            <a:xfrm>
              <a:off x="7169048" y="22115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2" name="pt21492"/>
            <p:cNvSpPr/>
            <p:nvPr/>
          </p:nvSpPr>
          <p:spPr>
            <a:xfrm>
              <a:off x="7192188" y="21658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3" name="pt21493"/>
            <p:cNvSpPr/>
            <p:nvPr/>
          </p:nvSpPr>
          <p:spPr>
            <a:xfrm>
              <a:off x="7550550" y="21006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4" name="pt21494"/>
            <p:cNvSpPr/>
            <p:nvPr/>
          </p:nvSpPr>
          <p:spPr>
            <a:xfrm>
              <a:off x="6780621" y="25239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5" name="pt21495"/>
            <p:cNvSpPr/>
            <p:nvPr/>
          </p:nvSpPr>
          <p:spPr>
            <a:xfrm>
              <a:off x="7088334" y="22372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6" name="pt21496"/>
            <p:cNvSpPr/>
            <p:nvPr/>
          </p:nvSpPr>
          <p:spPr>
            <a:xfrm>
              <a:off x="6902806" y="23174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7" name="pt21497"/>
            <p:cNvSpPr/>
            <p:nvPr/>
          </p:nvSpPr>
          <p:spPr>
            <a:xfrm>
              <a:off x="7290539" y="20571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8" name="pt21498"/>
            <p:cNvSpPr/>
            <p:nvPr/>
          </p:nvSpPr>
          <p:spPr>
            <a:xfrm>
              <a:off x="7108387" y="21081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9" name="pt21499"/>
            <p:cNvSpPr/>
            <p:nvPr/>
          </p:nvSpPr>
          <p:spPr>
            <a:xfrm>
              <a:off x="7391012" y="2710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0" name="pt21500"/>
            <p:cNvSpPr/>
            <p:nvPr/>
          </p:nvSpPr>
          <p:spPr>
            <a:xfrm>
              <a:off x="7105580" y="21151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1" name="pt21501"/>
            <p:cNvSpPr/>
            <p:nvPr/>
          </p:nvSpPr>
          <p:spPr>
            <a:xfrm>
              <a:off x="7407355" y="22516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2" name="pt21502"/>
            <p:cNvSpPr/>
            <p:nvPr/>
          </p:nvSpPr>
          <p:spPr>
            <a:xfrm>
              <a:off x="6899120" y="21880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3" name="pt21503"/>
            <p:cNvSpPr/>
            <p:nvPr/>
          </p:nvSpPr>
          <p:spPr>
            <a:xfrm>
              <a:off x="6981510" y="22537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4" name="pt21504"/>
            <p:cNvSpPr/>
            <p:nvPr/>
          </p:nvSpPr>
          <p:spPr>
            <a:xfrm>
              <a:off x="7096912" y="21284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5" name="pt21505"/>
            <p:cNvSpPr/>
            <p:nvPr/>
          </p:nvSpPr>
          <p:spPr>
            <a:xfrm>
              <a:off x="6772271" y="25317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6" name="pt21506"/>
            <p:cNvSpPr/>
            <p:nvPr/>
          </p:nvSpPr>
          <p:spPr>
            <a:xfrm>
              <a:off x="7034290" y="2421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7" name="pt21507"/>
            <p:cNvSpPr/>
            <p:nvPr/>
          </p:nvSpPr>
          <p:spPr>
            <a:xfrm>
              <a:off x="7268242" y="17113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8" name="pt21508"/>
            <p:cNvSpPr/>
            <p:nvPr/>
          </p:nvSpPr>
          <p:spPr>
            <a:xfrm>
              <a:off x="7048348" y="18249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9" name="pt21509"/>
            <p:cNvSpPr/>
            <p:nvPr/>
          </p:nvSpPr>
          <p:spPr>
            <a:xfrm>
              <a:off x="6882021" y="18248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0" name="pt21510"/>
            <p:cNvSpPr/>
            <p:nvPr/>
          </p:nvSpPr>
          <p:spPr>
            <a:xfrm>
              <a:off x="7198209" y="2343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1" name="pt21511"/>
            <p:cNvSpPr/>
            <p:nvPr/>
          </p:nvSpPr>
          <p:spPr>
            <a:xfrm>
              <a:off x="6708705" y="20747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2" name="pt21512"/>
            <p:cNvSpPr/>
            <p:nvPr/>
          </p:nvSpPr>
          <p:spPr>
            <a:xfrm>
              <a:off x="7309568" y="20328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3" name="pt21513"/>
            <p:cNvSpPr/>
            <p:nvPr/>
          </p:nvSpPr>
          <p:spPr>
            <a:xfrm>
              <a:off x="7123568" y="20738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4" name="pt21514"/>
            <p:cNvSpPr/>
            <p:nvPr/>
          </p:nvSpPr>
          <p:spPr>
            <a:xfrm>
              <a:off x="7101102" y="21995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5" name="pt21515"/>
            <p:cNvSpPr/>
            <p:nvPr/>
          </p:nvSpPr>
          <p:spPr>
            <a:xfrm>
              <a:off x="7221997" y="19079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6" name="pt21516"/>
            <p:cNvSpPr/>
            <p:nvPr/>
          </p:nvSpPr>
          <p:spPr>
            <a:xfrm>
              <a:off x="6970067" y="20083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7" name="pt21517"/>
            <p:cNvSpPr/>
            <p:nvPr/>
          </p:nvSpPr>
          <p:spPr>
            <a:xfrm>
              <a:off x="7163365" y="21298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8" name="pt21518"/>
            <p:cNvSpPr/>
            <p:nvPr/>
          </p:nvSpPr>
          <p:spPr>
            <a:xfrm>
              <a:off x="7251584" y="21707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9" name="pt21519"/>
            <p:cNvSpPr/>
            <p:nvPr/>
          </p:nvSpPr>
          <p:spPr>
            <a:xfrm>
              <a:off x="7165738" y="21069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0" name="pt21520"/>
            <p:cNvSpPr/>
            <p:nvPr/>
          </p:nvSpPr>
          <p:spPr>
            <a:xfrm>
              <a:off x="7350851" y="2264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1" name="pt21521"/>
            <p:cNvSpPr/>
            <p:nvPr/>
          </p:nvSpPr>
          <p:spPr>
            <a:xfrm>
              <a:off x="7076876" y="21057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2" name="pt21522"/>
            <p:cNvSpPr/>
            <p:nvPr/>
          </p:nvSpPr>
          <p:spPr>
            <a:xfrm>
              <a:off x="6986403" y="20260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3" name="pt21523"/>
            <p:cNvSpPr/>
            <p:nvPr/>
          </p:nvSpPr>
          <p:spPr>
            <a:xfrm>
              <a:off x="7438832" y="28266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4" name="pt21524"/>
            <p:cNvSpPr/>
            <p:nvPr/>
          </p:nvSpPr>
          <p:spPr>
            <a:xfrm>
              <a:off x="6962055" y="20110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5" name="pt21525"/>
            <p:cNvSpPr/>
            <p:nvPr/>
          </p:nvSpPr>
          <p:spPr>
            <a:xfrm>
              <a:off x="7100698" y="21316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6" name="pt21526"/>
            <p:cNvSpPr/>
            <p:nvPr/>
          </p:nvSpPr>
          <p:spPr>
            <a:xfrm>
              <a:off x="7127756" y="23627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7" name="pt21527"/>
            <p:cNvSpPr/>
            <p:nvPr/>
          </p:nvSpPr>
          <p:spPr>
            <a:xfrm>
              <a:off x="7195803" y="22854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8" name="pt21528"/>
            <p:cNvSpPr/>
            <p:nvPr/>
          </p:nvSpPr>
          <p:spPr>
            <a:xfrm>
              <a:off x="7427942" y="26110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9" name="pt21529"/>
            <p:cNvSpPr/>
            <p:nvPr/>
          </p:nvSpPr>
          <p:spPr>
            <a:xfrm>
              <a:off x="7182279" y="19479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0" name="pt21530"/>
            <p:cNvSpPr/>
            <p:nvPr/>
          </p:nvSpPr>
          <p:spPr>
            <a:xfrm>
              <a:off x="6890464" y="19274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1" name="pt21531"/>
            <p:cNvSpPr/>
            <p:nvPr/>
          </p:nvSpPr>
          <p:spPr>
            <a:xfrm>
              <a:off x="7080814" y="22486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2" name="pt21532"/>
            <p:cNvSpPr/>
            <p:nvPr/>
          </p:nvSpPr>
          <p:spPr>
            <a:xfrm>
              <a:off x="7009999" y="18143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3" name="pt21533"/>
            <p:cNvSpPr/>
            <p:nvPr/>
          </p:nvSpPr>
          <p:spPr>
            <a:xfrm>
              <a:off x="7194167" y="22762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4" name="pt21534"/>
            <p:cNvSpPr/>
            <p:nvPr/>
          </p:nvSpPr>
          <p:spPr>
            <a:xfrm>
              <a:off x="7192698" y="21631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5" name="pt21535"/>
            <p:cNvSpPr/>
            <p:nvPr/>
          </p:nvSpPr>
          <p:spPr>
            <a:xfrm>
              <a:off x="7372631" y="21754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6" name="pt21536"/>
            <p:cNvSpPr/>
            <p:nvPr/>
          </p:nvSpPr>
          <p:spPr>
            <a:xfrm>
              <a:off x="7010651" y="18642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7" name="pt21537"/>
            <p:cNvSpPr/>
            <p:nvPr/>
          </p:nvSpPr>
          <p:spPr>
            <a:xfrm>
              <a:off x="7555380" y="17918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8" name="pt21538"/>
            <p:cNvSpPr/>
            <p:nvPr/>
          </p:nvSpPr>
          <p:spPr>
            <a:xfrm>
              <a:off x="6952524" y="21147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9" name="pt21539"/>
            <p:cNvSpPr/>
            <p:nvPr/>
          </p:nvSpPr>
          <p:spPr>
            <a:xfrm>
              <a:off x="7337349" y="2452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0" name="pt21540"/>
            <p:cNvSpPr/>
            <p:nvPr/>
          </p:nvSpPr>
          <p:spPr>
            <a:xfrm>
              <a:off x="7284270" y="20838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1" name="pt21541"/>
            <p:cNvSpPr/>
            <p:nvPr/>
          </p:nvSpPr>
          <p:spPr>
            <a:xfrm>
              <a:off x="7188484" y="20925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2" name="pt21542"/>
            <p:cNvSpPr/>
            <p:nvPr/>
          </p:nvSpPr>
          <p:spPr>
            <a:xfrm>
              <a:off x="7135008" y="23247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3" name="pt21543"/>
            <p:cNvSpPr/>
            <p:nvPr/>
          </p:nvSpPr>
          <p:spPr>
            <a:xfrm>
              <a:off x="7211755" y="22963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4" name="pt21544"/>
            <p:cNvSpPr/>
            <p:nvPr/>
          </p:nvSpPr>
          <p:spPr>
            <a:xfrm>
              <a:off x="7225959" y="21691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5" name="pt21545"/>
            <p:cNvSpPr/>
            <p:nvPr/>
          </p:nvSpPr>
          <p:spPr>
            <a:xfrm>
              <a:off x="7083196" y="20877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6" name="pt21546"/>
            <p:cNvSpPr/>
            <p:nvPr/>
          </p:nvSpPr>
          <p:spPr>
            <a:xfrm>
              <a:off x="7219208" y="19452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7" name="pt21547"/>
            <p:cNvSpPr/>
            <p:nvPr/>
          </p:nvSpPr>
          <p:spPr>
            <a:xfrm>
              <a:off x="7440472" y="26855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8" name="pt21548"/>
            <p:cNvSpPr/>
            <p:nvPr/>
          </p:nvSpPr>
          <p:spPr>
            <a:xfrm>
              <a:off x="7294379" y="19958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9" name="pt21549"/>
            <p:cNvSpPr/>
            <p:nvPr/>
          </p:nvSpPr>
          <p:spPr>
            <a:xfrm>
              <a:off x="6648311" y="20749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0" name="pt21550"/>
            <p:cNvSpPr/>
            <p:nvPr/>
          </p:nvSpPr>
          <p:spPr>
            <a:xfrm>
              <a:off x="7238233" y="18865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1" name="pt21551"/>
            <p:cNvSpPr/>
            <p:nvPr/>
          </p:nvSpPr>
          <p:spPr>
            <a:xfrm>
              <a:off x="7045812" y="20447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2" name="pt21552"/>
            <p:cNvSpPr/>
            <p:nvPr/>
          </p:nvSpPr>
          <p:spPr>
            <a:xfrm>
              <a:off x="7090094" y="22617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3" name="pt21553"/>
            <p:cNvSpPr/>
            <p:nvPr/>
          </p:nvSpPr>
          <p:spPr>
            <a:xfrm>
              <a:off x="7191612" y="21830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4" name="pt21554"/>
            <p:cNvSpPr/>
            <p:nvPr/>
          </p:nvSpPr>
          <p:spPr>
            <a:xfrm>
              <a:off x="7479968" y="25576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5" name="pt21555"/>
            <p:cNvSpPr/>
            <p:nvPr/>
          </p:nvSpPr>
          <p:spPr>
            <a:xfrm>
              <a:off x="7161801" y="20738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6" name="pt21556"/>
            <p:cNvSpPr/>
            <p:nvPr/>
          </p:nvSpPr>
          <p:spPr>
            <a:xfrm>
              <a:off x="7368345" y="21934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7" name="pt21557"/>
            <p:cNvSpPr/>
            <p:nvPr/>
          </p:nvSpPr>
          <p:spPr>
            <a:xfrm>
              <a:off x="7180480" y="21389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8" name="pt21558"/>
            <p:cNvSpPr/>
            <p:nvPr/>
          </p:nvSpPr>
          <p:spPr>
            <a:xfrm>
              <a:off x="7359931" y="21477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9" name="pt21559"/>
            <p:cNvSpPr/>
            <p:nvPr/>
          </p:nvSpPr>
          <p:spPr>
            <a:xfrm>
              <a:off x="7143296" y="21041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0" name="pt21560"/>
            <p:cNvSpPr/>
            <p:nvPr/>
          </p:nvSpPr>
          <p:spPr>
            <a:xfrm>
              <a:off x="7094804" y="21128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1" name="pt21561"/>
            <p:cNvSpPr/>
            <p:nvPr/>
          </p:nvSpPr>
          <p:spPr>
            <a:xfrm>
              <a:off x="7223236" y="18991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2" name="pt21562"/>
            <p:cNvSpPr/>
            <p:nvPr/>
          </p:nvSpPr>
          <p:spPr>
            <a:xfrm>
              <a:off x="7069903" y="21770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3" name="pt21563"/>
            <p:cNvSpPr/>
            <p:nvPr/>
          </p:nvSpPr>
          <p:spPr>
            <a:xfrm>
              <a:off x="6875402" y="20942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4" name="pt21564"/>
            <p:cNvSpPr/>
            <p:nvPr/>
          </p:nvSpPr>
          <p:spPr>
            <a:xfrm>
              <a:off x="7172666" y="21656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5" name="pt21565"/>
            <p:cNvSpPr/>
            <p:nvPr/>
          </p:nvSpPr>
          <p:spPr>
            <a:xfrm>
              <a:off x="7385212" y="27068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6" name="pt21566"/>
            <p:cNvSpPr/>
            <p:nvPr/>
          </p:nvSpPr>
          <p:spPr>
            <a:xfrm>
              <a:off x="7190232" y="21926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7" name="pt21567"/>
            <p:cNvSpPr/>
            <p:nvPr/>
          </p:nvSpPr>
          <p:spPr>
            <a:xfrm>
              <a:off x="6903171" y="20518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8" name="pt21568"/>
            <p:cNvSpPr/>
            <p:nvPr/>
          </p:nvSpPr>
          <p:spPr>
            <a:xfrm>
              <a:off x="7197134" y="20858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9" name="pt21569"/>
            <p:cNvSpPr/>
            <p:nvPr/>
          </p:nvSpPr>
          <p:spPr>
            <a:xfrm>
              <a:off x="7173472" y="2075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0" name="pt21570"/>
            <p:cNvSpPr/>
            <p:nvPr/>
          </p:nvSpPr>
          <p:spPr>
            <a:xfrm>
              <a:off x="7216760" y="19934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1" name="pt21571"/>
            <p:cNvSpPr/>
            <p:nvPr/>
          </p:nvSpPr>
          <p:spPr>
            <a:xfrm>
              <a:off x="6738192" y="19099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2" name="pt21572"/>
            <p:cNvSpPr/>
            <p:nvPr/>
          </p:nvSpPr>
          <p:spPr>
            <a:xfrm>
              <a:off x="7474168" y="21804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3" name="pt21573"/>
            <p:cNvSpPr/>
            <p:nvPr/>
          </p:nvSpPr>
          <p:spPr>
            <a:xfrm>
              <a:off x="7078933" y="22296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4" name="pt21574"/>
            <p:cNvSpPr/>
            <p:nvPr/>
          </p:nvSpPr>
          <p:spPr>
            <a:xfrm>
              <a:off x="7322867" y="19126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5" name="pt21575"/>
            <p:cNvSpPr/>
            <p:nvPr/>
          </p:nvSpPr>
          <p:spPr>
            <a:xfrm>
              <a:off x="7260301" y="21083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6" name="pt21576"/>
            <p:cNvSpPr/>
            <p:nvPr/>
          </p:nvSpPr>
          <p:spPr>
            <a:xfrm>
              <a:off x="7168640" y="22215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7" name="pt21577"/>
            <p:cNvSpPr/>
            <p:nvPr/>
          </p:nvSpPr>
          <p:spPr>
            <a:xfrm>
              <a:off x="7147898" y="20435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8" name="pt21578"/>
            <p:cNvSpPr/>
            <p:nvPr/>
          </p:nvSpPr>
          <p:spPr>
            <a:xfrm>
              <a:off x="7118358" y="22026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9" name="pt21579"/>
            <p:cNvSpPr/>
            <p:nvPr/>
          </p:nvSpPr>
          <p:spPr>
            <a:xfrm>
              <a:off x="7028555" y="22861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0" name="pt21580"/>
            <p:cNvSpPr/>
            <p:nvPr/>
          </p:nvSpPr>
          <p:spPr>
            <a:xfrm>
              <a:off x="7098233" y="21794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1" name="pt21581"/>
            <p:cNvSpPr/>
            <p:nvPr/>
          </p:nvSpPr>
          <p:spPr>
            <a:xfrm>
              <a:off x="7174040" y="19987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2" name="pt21582"/>
            <p:cNvSpPr/>
            <p:nvPr/>
          </p:nvSpPr>
          <p:spPr>
            <a:xfrm>
              <a:off x="6939863" y="20870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3" name="pt21583"/>
            <p:cNvSpPr/>
            <p:nvPr/>
          </p:nvSpPr>
          <p:spPr>
            <a:xfrm>
              <a:off x="7138280" y="23727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4" name="pt21584"/>
            <p:cNvSpPr/>
            <p:nvPr/>
          </p:nvSpPr>
          <p:spPr>
            <a:xfrm>
              <a:off x="6933115" y="21200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5" name="pt21585"/>
            <p:cNvSpPr/>
            <p:nvPr/>
          </p:nvSpPr>
          <p:spPr>
            <a:xfrm>
              <a:off x="7014212" y="17593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6" name="pt21586"/>
            <p:cNvSpPr/>
            <p:nvPr/>
          </p:nvSpPr>
          <p:spPr>
            <a:xfrm>
              <a:off x="6951857" y="2150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7" name="pt21587"/>
            <p:cNvSpPr/>
            <p:nvPr/>
          </p:nvSpPr>
          <p:spPr>
            <a:xfrm>
              <a:off x="6973687" y="19429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8" name="pt21588"/>
            <p:cNvSpPr/>
            <p:nvPr/>
          </p:nvSpPr>
          <p:spPr>
            <a:xfrm>
              <a:off x="7175163" y="21105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9" name="pt21589"/>
            <p:cNvSpPr/>
            <p:nvPr/>
          </p:nvSpPr>
          <p:spPr>
            <a:xfrm>
              <a:off x="7125884" y="22794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0" name="pt21590"/>
            <p:cNvSpPr/>
            <p:nvPr/>
          </p:nvSpPr>
          <p:spPr>
            <a:xfrm>
              <a:off x="7266825" y="20806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1" name="pt21591"/>
            <p:cNvSpPr/>
            <p:nvPr/>
          </p:nvSpPr>
          <p:spPr>
            <a:xfrm>
              <a:off x="7020123" y="20372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2" name="pt21592"/>
            <p:cNvSpPr/>
            <p:nvPr/>
          </p:nvSpPr>
          <p:spPr>
            <a:xfrm>
              <a:off x="7282820" y="20545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3" name="pt21593"/>
            <p:cNvSpPr/>
            <p:nvPr/>
          </p:nvSpPr>
          <p:spPr>
            <a:xfrm>
              <a:off x="7037976" y="23193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4" name="pt21594"/>
            <p:cNvSpPr/>
            <p:nvPr/>
          </p:nvSpPr>
          <p:spPr>
            <a:xfrm>
              <a:off x="7708421" y="23014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5" name="pt21595"/>
            <p:cNvSpPr/>
            <p:nvPr/>
          </p:nvSpPr>
          <p:spPr>
            <a:xfrm>
              <a:off x="7259576" y="19122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6" name="pt21596"/>
            <p:cNvSpPr/>
            <p:nvPr/>
          </p:nvSpPr>
          <p:spPr>
            <a:xfrm>
              <a:off x="7055864" y="20998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7" name="pt21597"/>
            <p:cNvSpPr/>
            <p:nvPr/>
          </p:nvSpPr>
          <p:spPr>
            <a:xfrm>
              <a:off x="6939537" y="21964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8" name="pt21598"/>
            <p:cNvSpPr/>
            <p:nvPr/>
          </p:nvSpPr>
          <p:spPr>
            <a:xfrm>
              <a:off x="7196770" y="22820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9" name="pt21599"/>
            <p:cNvSpPr/>
            <p:nvPr/>
          </p:nvSpPr>
          <p:spPr>
            <a:xfrm>
              <a:off x="6952586" y="2095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0" name="pt21600"/>
            <p:cNvSpPr/>
            <p:nvPr/>
          </p:nvSpPr>
          <p:spPr>
            <a:xfrm>
              <a:off x="7288414" y="19607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1" name="pt21601"/>
            <p:cNvSpPr/>
            <p:nvPr/>
          </p:nvSpPr>
          <p:spPr>
            <a:xfrm>
              <a:off x="6897628" y="24066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2" name="pt21602"/>
            <p:cNvSpPr/>
            <p:nvPr/>
          </p:nvSpPr>
          <p:spPr>
            <a:xfrm>
              <a:off x="7524538" y="16964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3" name="pt21603"/>
            <p:cNvSpPr/>
            <p:nvPr/>
          </p:nvSpPr>
          <p:spPr>
            <a:xfrm>
              <a:off x="7225388" y="22951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4" name="pt21604"/>
            <p:cNvSpPr/>
            <p:nvPr/>
          </p:nvSpPr>
          <p:spPr>
            <a:xfrm>
              <a:off x="6938029" y="21933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5" name="pt21605"/>
            <p:cNvSpPr/>
            <p:nvPr/>
          </p:nvSpPr>
          <p:spPr>
            <a:xfrm>
              <a:off x="7242418" y="21518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6" name="pt21606"/>
            <p:cNvSpPr/>
            <p:nvPr/>
          </p:nvSpPr>
          <p:spPr>
            <a:xfrm>
              <a:off x="6984151" y="20521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7" name="pt21607"/>
            <p:cNvSpPr/>
            <p:nvPr/>
          </p:nvSpPr>
          <p:spPr>
            <a:xfrm>
              <a:off x="7237645" y="20430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8" name="pt21608"/>
            <p:cNvSpPr/>
            <p:nvPr/>
          </p:nvSpPr>
          <p:spPr>
            <a:xfrm>
              <a:off x="7255063" y="20826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9" name="pt21609"/>
            <p:cNvSpPr/>
            <p:nvPr/>
          </p:nvSpPr>
          <p:spPr>
            <a:xfrm>
              <a:off x="7007674" y="19868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0" name="pt21610"/>
            <p:cNvSpPr/>
            <p:nvPr/>
          </p:nvSpPr>
          <p:spPr>
            <a:xfrm>
              <a:off x="7135781" y="23780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1" name="pt21611"/>
            <p:cNvSpPr/>
            <p:nvPr/>
          </p:nvSpPr>
          <p:spPr>
            <a:xfrm>
              <a:off x="7068359" y="20167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2" name="pt21612"/>
            <p:cNvSpPr/>
            <p:nvPr/>
          </p:nvSpPr>
          <p:spPr>
            <a:xfrm>
              <a:off x="7025862" y="22604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3" name="pt21613"/>
            <p:cNvSpPr/>
            <p:nvPr/>
          </p:nvSpPr>
          <p:spPr>
            <a:xfrm>
              <a:off x="7216516" y="20363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4" name="pt21614"/>
            <p:cNvSpPr/>
            <p:nvPr/>
          </p:nvSpPr>
          <p:spPr>
            <a:xfrm>
              <a:off x="7488895" y="27044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5" name="pt21615"/>
            <p:cNvSpPr/>
            <p:nvPr/>
          </p:nvSpPr>
          <p:spPr>
            <a:xfrm>
              <a:off x="7316158" y="20532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6" name="pt21616"/>
            <p:cNvSpPr/>
            <p:nvPr/>
          </p:nvSpPr>
          <p:spPr>
            <a:xfrm>
              <a:off x="7125597" y="22738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7" name="pt21617"/>
            <p:cNvSpPr/>
            <p:nvPr/>
          </p:nvSpPr>
          <p:spPr>
            <a:xfrm>
              <a:off x="7070407" y="21200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8" name="pt21618"/>
            <p:cNvSpPr/>
            <p:nvPr/>
          </p:nvSpPr>
          <p:spPr>
            <a:xfrm>
              <a:off x="7020181" y="20968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9" name="pt21619"/>
            <p:cNvSpPr/>
            <p:nvPr/>
          </p:nvSpPr>
          <p:spPr>
            <a:xfrm>
              <a:off x="6798827" y="21167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0" name="pt21620"/>
            <p:cNvSpPr/>
            <p:nvPr/>
          </p:nvSpPr>
          <p:spPr>
            <a:xfrm>
              <a:off x="7072678" y="21889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1" name="pt21621"/>
            <p:cNvSpPr/>
            <p:nvPr/>
          </p:nvSpPr>
          <p:spPr>
            <a:xfrm>
              <a:off x="7321794" y="20953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2" name="pt21622"/>
            <p:cNvSpPr/>
            <p:nvPr/>
          </p:nvSpPr>
          <p:spPr>
            <a:xfrm>
              <a:off x="7070156" y="22535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3" name="pt21623"/>
            <p:cNvSpPr/>
            <p:nvPr/>
          </p:nvSpPr>
          <p:spPr>
            <a:xfrm>
              <a:off x="7042584" y="22335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4" name="pt21624"/>
            <p:cNvSpPr/>
            <p:nvPr/>
          </p:nvSpPr>
          <p:spPr>
            <a:xfrm>
              <a:off x="7149520" y="20722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5" name="pt21625"/>
            <p:cNvSpPr/>
            <p:nvPr/>
          </p:nvSpPr>
          <p:spPr>
            <a:xfrm>
              <a:off x="6948116" y="21198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6" name="pt21626"/>
            <p:cNvSpPr/>
            <p:nvPr/>
          </p:nvSpPr>
          <p:spPr>
            <a:xfrm>
              <a:off x="7304092" y="21485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7" name="pt21627"/>
            <p:cNvSpPr/>
            <p:nvPr/>
          </p:nvSpPr>
          <p:spPr>
            <a:xfrm>
              <a:off x="7141629" y="21140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8" name="pt21628"/>
            <p:cNvSpPr/>
            <p:nvPr/>
          </p:nvSpPr>
          <p:spPr>
            <a:xfrm>
              <a:off x="7115997" y="21753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9" name="pt21629"/>
            <p:cNvSpPr/>
            <p:nvPr/>
          </p:nvSpPr>
          <p:spPr>
            <a:xfrm>
              <a:off x="7414728" y="26282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0" name="pt21630"/>
            <p:cNvSpPr/>
            <p:nvPr/>
          </p:nvSpPr>
          <p:spPr>
            <a:xfrm>
              <a:off x="7115871" y="21505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1" name="pt21631"/>
            <p:cNvSpPr/>
            <p:nvPr/>
          </p:nvSpPr>
          <p:spPr>
            <a:xfrm>
              <a:off x="6824763" y="18721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2" name="pt21632"/>
            <p:cNvSpPr/>
            <p:nvPr/>
          </p:nvSpPr>
          <p:spPr>
            <a:xfrm>
              <a:off x="7213788" y="20393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3" name="pt21633"/>
            <p:cNvSpPr/>
            <p:nvPr/>
          </p:nvSpPr>
          <p:spPr>
            <a:xfrm>
              <a:off x="7333570" y="19614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4" name="pt21634"/>
            <p:cNvSpPr/>
            <p:nvPr/>
          </p:nvSpPr>
          <p:spPr>
            <a:xfrm>
              <a:off x="6940079" y="21268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5" name="pt21635"/>
            <p:cNvSpPr/>
            <p:nvPr/>
          </p:nvSpPr>
          <p:spPr>
            <a:xfrm>
              <a:off x="7247764" y="21401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6" name="pt21636"/>
            <p:cNvSpPr/>
            <p:nvPr/>
          </p:nvSpPr>
          <p:spPr>
            <a:xfrm>
              <a:off x="7089789" y="22283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7" name="pt21637"/>
            <p:cNvSpPr/>
            <p:nvPr/>
          </p:nvSpPr>
          <p:spPr>
            <a:xfrm>
              <a:off x="7237657" y="20574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8" name="pt21638"/>
            <p:cNvSpPr/>
            <p:nvPr/>
          </p:nvSpPr>
          <p:spPr>
            <a:xfrm>
              <a:off x="7408538" y="25631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9" name="pt21639"/>
            <p:cNvSpPr/>
            <p:nvPr/>
          </p:nvSpPr>
          <p:spPr>
            <a:xfrm>
              <a:off x="7303227" y="20331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0" name="pt21640"/>
            <p:cNvSpPr/>
            <p:nvPr/>
          </p:nvSpPr>
          <p:spPr>
            <a:xfrm>
              <a:off x="7150644" y="20490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1" name="pt21641"/>
            <p:cNvSpPr/>
            <p:nvPr/>
          </p:nvSpPr>
          <p:spPr>
            <a:xfrm>
              <a:off x="7096009" y="22194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2" name="pt21642"/>
            <p:cNvSpPr/>
            <p:nvPr/>
          </p:nvSpPr>
          <p:spPr>
            <a:xfrm>
              <a:off x="6975167" y="19752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3" name="pt21643"/>
            <p:cNvSpPr/>
            <p:nvPr/>
          </p:nvSpPr>
          <p:spPr>
            <a:xfrm>
              <a:off x="7215690" y="21343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4" name="pt21644"/>
            <p:cNvSpPr/>
            <p:nvPr/>
          </p:nvSpPr>
          <p:spPr>
            <a:xfrm>
              <a:off x="7327712" y="20892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5" name="pt21645"/>
            <p:cNvSpPr/>
            <p:nvPr/>
          </p:nvSpPr>
          <p:spPr>
            <a:xfrm>
              <a:off x="7217896" y="19890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6" name="pt21646"/>
            <p:cNvSpPr/>
            <p:nvPr/>
          </p:nvSpPr>
          <p:spPr>
            <a:xfrm>
              <a:off x="6780789" y="25374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7" name="pt21647"/>
            <p:cNvSpPr/>
            <p:nvPr/>
          </p:nvSpPr>
          <p:spPr>
            <a:xfrm>
              <a:off x="6997184" y="19432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8" name="pt21648"/>
            <p:cNvSpPr/>
            <p:nvPr/>
          </p:nvSpPr>
          <p:spPr>
            <a:xfrm>
              <a:off x="7006124" y="19164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9" name="pt21649"/>
            <p:cNvSpPr/>
            <p:nvPr/>
          </p:nvSpPr>
          <p:spPr>
            <a:xfrm>
              <a:off x="7384773" y="26092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0" name="pt21650"/>
            <p:cNvSpPr/>
            <p:nvPr/>
          </p:nvSpPr>
          <p:spPr>
            <a:xfrm>
              <a:off x="7124068" y="20493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1" name="pt21651"/>
            <p:cNvSpPr/>
            <p:nvPr/>
          </p:nvSpPr>
          <p:spPr>
            <a:xfrm>
              <a:off x="6919484" y="22302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2" name="pt21652"/>
            <p:cNvSpPr/>
            <p:nvPr/>
          </p:nvSpPr>
          <p:spPr>
            <a:xfrm>
              <a:off x="6997440" y="19603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3" name="pt21653"/>
            <p:cNvSpPr/>
            <p:nvPr/>
          </p:nvSpPr>
          <p:spPr>
            <a:xfrm>
              <a:off x="7162387" y="21386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4" name="pt21654"/>
            <p:cNvSpPr/>
            <p:nvPr/>
          </p:nvSpPr>
          <p:spPr>
            <a:xfrm>
              <a:off x="7260676" y="20073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5" name="pt21655"/>
            <p:cNvSpPr/>
            <p:nvPr/>
          </p:nvSpPr>
          <p:spPr>
            <a:xfrm>
              <a:off x="7482054" y="22083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6" name="pt21656"/>
            <p:cNvSpPr/>
            <p:nvPr/>
          </p:nvSpPr>
          <p:spPr>
            <a:xfrm>
              <a:off x="7312003" y="19709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7" name="pt21657"/>
            <p:cNvSpPr/>
            <p:nvPr/>
          </p:nvSpPr>
          <p:spPr>
            <a:xfrm>
              <a:off x="7218719" y="19591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8" name="pt21658"/>
            <p:cNvSpPr/>
            <p:nvPr/>
          </p:nvSpPr>
          <p:spPr>
            <a:xfrm>
              <a:off x="7069498" y="20795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9" name="pt21659"/>
            <p:cNvSpPr/>
            <p:nvPr/>
          </p:nvSpPr>
          <p:spPr>
            <a:xfrm>
              <a:off x="7131333" y="23157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0" name="pt21660"/>
            <p:cNvSpPr/>
            <p:nvPr/>
          </p:nvSpPr>
          <p:spPr>
            <a:xfrm>
              <a:off x="6957424" y="1953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1" name="pt21661"/>
            <p:cNvSpPr/>
            <p:nvPr/>
          </p:nvSpPr>
          <p:spPr>
            <a:xfrm>
              <a:off x="7174049" y="20638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2" name="pt21662"/>
            <p:cNvSpPr/>
            <p:nvPr/>
          </p:nvSpPr>
          <p:spPr>
            <a:xfrm>
              <a:off x="7137152" y="22785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3" name="pt21663"/>
            <p:cNvSpPr/>
            <p:nvPr/>
          </p:nvSpPr>
          <p:spPr>
            <a:xfrm>
              <a:off x="7362689" y="24266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4" name="pt21664"/>
            <p:cNvSpPr/>
            <p:nvPr/>
          </p:nvSpPr>
          <p:spPr>
            <a:xfrm>
              <a:off x="7190548" y="22131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5" name="pt21665"/>
            <p:cNvSpPr/>
            <p:nvPr/>
          </p:nvSpPr>
          <p:spPr>
            <a:xfrm>
              <a:off x="7243606" y="2035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6" name="pt21666"/>
            <p:cNvSpPr/>
            <p:nvPr/>
          </p:nvSpPr>
          <p:spPr>
            <a:xfrm>
              <a:off x="7409018" y="23092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7" name="pt21667"/>
            <p:cNvSpPr/>
            <p:nvPr/>
          </p:nvSpPr>
          <p:spPr>
            <a:xfrm>
              <a:off x="7237178" y="21314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8" name="pt21668"/>
            <p:cNvSpPr/>
            <p:nvPr/>
          </p:nvSpPr>
          <p:spPr>
            <a:xfrm>
              <a:off x="7361191" y="22458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9" name="pt21669"/>
            <p:cNvSpPr/>
            <p:nvPr/>
          </p:nvSpPr>
          <p:spPr>
            <a:xfrm>
              <a:off x="7061641" y="22067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0" name="pt21670"/>
            <p:cNvSpPr/>
            <p:nvPr/>
          </p:nvSpPr>
          <p:spPr>
            <a:xfrm>
              <a:off x="7167304" y="22939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1" name="pt21671"/>
            <p:cNvSpPr/>
            <p:nvPr/>
          </p:nvSpPr>
          <p:spPr>
            <a:xfrm>
              <a:off x="7242840" y="20361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2" name="pt21672"/>
            <p:cNvSpPr/>
            <p:nvPr/>
          </p:nvSpPr>
          <p:spPr>
            <a:xfrm>
              <a:off x="7216214" y="20508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3" name="pt21673"/>
            <p:cNvSpPr/>
            <p:nvPr/>
          </p:nvSpPr>
          <p:spPr>
            <a:xfrm>
              <a:off x="7149618" y="20885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4" name="pt21674"/>
            <p:cNvSpPr/>
            <p:nvPr/>
          </p:nvSpPr>
          <p:spPr>
            <a:xfrm>
              <a:off x="7300750" y="18818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5" name="pt21675"/>
            <p:cNvSpPr/>
            <p:nvPr/>
          </p:nvSpPr>
          <p:spPr>
            <a:xfrm>
              <a:off x="7181459" y="21045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6" name="pt21676"/>
            <p:cNvSpPr/>
            <p:nvPr/>
          </p:nvSpPr>
          <p:spPr>
            <a:xfrm>
              <a:off x="7025697" y="24185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7" name="pt21677"/>
            <p:cNvSpPr/>
            <p:nvPr/>
          </p:nvSpPr>
          <p:spPr>
            <a:xfrm>
              <a:off x="7714321" y="23096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8" name="pt21678"/>
            <p:cNvSpPr/>
            <p:nvPr/>
          </p:nvSpPr>
          <p:spPr>
            <a:xfrm>
              <a:off x="7046718" y="20916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9" name="pt21679"/>
            <p:cNvSpPr/>
            <p:nvPr/>
          </p:nvSpPr>
          <p:spPr>
            <a:xfrm>
              <a:off x="7419790" y="25157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0" name="pt21680"/>
            <p:cNvSpPr/>
            <p:nvPr/>
          </p:nvSpPr>
          <p:spPr>
            <a:xfrm>
              <a:off x="7164710" y="21480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1" name="pt21681"/>
            <p:cNvSpPr/>
            <p:nvPr/>
          </p:nvSpPr>
          <p:spPr>
            <a:xfrm>
              <a:off x="7279847" y="19350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2" name="pt21682"/>
            <p:cNvSpPr/>
            <p:nvPr/>
          </p:nvSpPr>
          <p:spPr>
            <a:xfrm>
              <a:off x="7267182" y="20357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3" name="pt21683"/>
            <p:cNvSpPr/>
            <p:nvPr/>
          </p:nvSpPr>
          <p:spPr>
            <a:xfrm>
              <a:off x="6828149" y="21698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4" name="pt21684"/>
            <p:cNvSpPr/>
            <p:nvPr/>
          </p:nvSpPr>
          <p:spPr>
            <a:xfrm>
              <a:off x="7034015" y="23571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5" name="pt21685"/>
            <p:cNvSpPr/>
            <p:nvPr/>
          </p:nvSpPr>
          <p:spPr>
            <a:xfrm>
              <a:off x="6833454" y="22069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6" name="pt21686"/>
            <p:cNvSpPr/>
            <p:nvPr/>
          </p:nvSpPr>
          <p:spPr>
            <a:xfrm>
              <a:off x="7061951" y="21884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7" name="pt21687"/>
            <p:cNvSpPr/>
            <p:nvPr/>
          </p:nvSpPr>
          <p:spPr>
            <a:xfrm>
              <a:off x="7181842" y="20770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8" name="pt21688"/>
            <p:cNvSpPr/>
            <p:nvPr/>
          </p:nvSpPr>
          <p:spPr>
            <a:xfrm>
              <a:off x="7083281" y="2206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9" name="pt21689"/>
            <p:cNvSpPr/>
            <p:nvPr/>
          </p:nvSpPr>
          <p:spPr>
            <a:xfrm>
              <a:off x="7170077" y="21143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0" name="pt21690"/>
            <p:cNvSpPr/>
            <p:nvPr/>
          </p:nvSpPr>
          <p:spPr>
            <a:xfrm>
              <a:off x="7222066" y="18771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1" name="pt21691"/>
            <p:cNvSpPr/>
            <p:nvPr/>
          </p:nvSpPr>
          <p:spPr>
            <a:xfrm>
              <a:off x="7094185" y="21069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2" name="pt21692"/>
            <p:cNvSpPr/>
            <p:nvPr/>
          </p:nvSpPr>
          <p:spPr>
            <a:xfrm>
              <a:off x="6836056" y="23479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3" name="pt21693"/>
            <p:cNvSpPr/>
            <p:nvPr/>
          </p:nvSpPr>
          <p:spPr>
            <a:xfrm>
              <a:off x="7166607" y="22413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4" name="pt21694"/>
            <p:cNvSpPr/>
            <p:nvPr/>
          </p:nvSpPr>
          <p:spPr>
            <a:xfrm>
              <a:off x="7278003" y="19455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5" name="pt21695"/>
            <p:cNvSpPr/>
            <p:nvPr/>
          </p:nvSpPr>
          <p:spPr>
            <a:xfrm>
              <a:off x="7216388" y="19791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6" name="pt21696"/>
            <p:cNvSpPr/>
            <p:nvPr/>
          </p:nvSpPr>
          <p:spPr>
            <a:xfrm>
              <a:off x="7161823" y="21234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7" name="pt21697"/>
            <p:cNvSpPr/>
            <p:nvPr/>
          </p:nvSpPr>
          <p:spPr>
            <a:xfrm>
              <a:off x="7229095" y="20294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8" name="pt21698"/>
            <p:cNvSpPr/>
            <p:nvPr/>
          </p:nvSpPr>
          <p:spPr>
            <a:xfrm>
              <a:off x="6925660" y="19669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9" name="pt21699"/>
            <p:cNvSpPr/>
            <p:nvPr/>
          </p:nvSpPr>
          <p:spPr>
            <a:xfrm>
              <a:off x="7149315" y="20616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0" name="pt21700"/>
            <p:cNvSpPr/>
            <p:nvPr/>
          </p:nvSpPr>
          <p:spPr>
            <a:xfrm>
              <a:off x="6977173" y="18546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1" name="pt21701"/>
            <p:cNvSpPr/>
            <p:nvPr/>
          </p:nvSpPr>
          <p:spPr>
            <a:xfrm>
              <a:off x="7120133" y="21869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2" name="pt21702"/>
            <p:cNvSpPr/>
            <p:nvPr/>
          </p:nvSpPr>
          <p:spPr>
            <a:xfrm>
              <a:off x="7430246" y="26296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3" name="pt21703"/>
            <p:cNvSpPr/>
            <p:nvPr/>
          </p:nvSpPr>
          <p:spPr>
            <a:xfrm>
              <a:off x="7231412" y="22497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4" name="pt21704"/>
            <p:cNvSpPr/>
            <p:nvPr/>
          </p:nvSpPr>
          <p:spPr>
            <a:xfrm>
              <a:off x="7171769" y="20883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5" name="pt21705"/>
            <p:cNvSpPr/>
            <p:nvPr/>
          </p:nvSpPr>
          <p:spPr>
            <a:xfrm>
              <a:off x="6874215" y="21138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6" name="pt21706"/>
            <p:cNvSpPr/>
            <p:nvPr/>
          </p:nvSpPr>
          <p:spPr>
            <a:xfrm>
              <a:off x="7002585" y="20321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7" name="pt21707"/>
            <p:cNvSpPr/>
            <p:nvPr/>
          </p:nvSpPr>
          <p:spPr>
            <a:xfrm>
              <a:off x="7640770" y="22718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8" name="pt21708"/>
            <p:cNvSpPr/>
            <p:nvPr/>
          </p:nvSpPr>
          <p:spPr>
            <a:xfrm>
              <a:off x="7212418" y="20815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9" name="pt21709"/>
            <p:cNvSpPr/>
            <p:nvPr/>
          </p:nvSpPr>
          <p:spPr>
            <a:xfrm>
              <a:off x="7058505" y="23203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0" name="pt21710"/>
            <p:cNvSpPr/>
            <p:nvPr/>
          </p:nvSpPr>
          <p:spPr>
            <a:xfrm>
              <a:off x="7221276" y="19745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1" name="pt21711"/>
            <p:cNvSpPr/>
            <p:nvPr/>
          </p:nvSpPr>
          <p:spPr>
            <a:xfrm>
              <a:off x="7014869" y="19146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2" name="pt21712"/>
            <p:cNvSpPr/>
            <p:nvPr/>
          </p:nvSpPr>
          <p:spPr>
            <a:xfrm>
              <a:off x="7110656" y="21477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3" name="pt21713"/>
            <p:cNvSpPr/>
            <p:nvPr/>
          </p:nvSpPr>
          <p:spPr>
            <a:xfrm>
              <a:off x="7028632" y="22300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4" name="pt21714"/>
            <p:cNvSpPr/>
            <p:nvPr/>
          </p:nvSpPr>
          <p:spPr>
            <a:xfrm>
              <a:off x="7366718" y="21433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5" name="pt21715"/>
            <p:cNvSpPr/>
            <p:nvPr/>
          </p:nvSpPr>
          <p:spPr>
            <a:xfrm>
              <a:off x="7095179" y="21117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6" name="pt21716"/>
            <p:cNvSpPr/>
            <p:nvPr/>
          </p:nvSpPr>
          <p:spPr>
            <a:xfrm>
              <a:off x="7144126" y="20912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7" name="pt21717"/>
            <p:cNvSpPr/>
            <p:nvPr/>
          </p:nvSpPr>
          <p:spPr>
            <a:xfrm>
              <a:off x="6813135" y="19768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8" name="pt21718"/>
            <p:cNvSpPr/>
            <p:nvPr/>
          </p:nvSpPr>
          <p:spPr>
            <a:xfrm>
              <a:off x="7362754" y="22364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9" name="pt21719"/>
            <p:cNvSpPr/>
            <p:nvPr/>
          </p:nvSpPr>
          <p:spPr>
            <a:xfrm>
              <a:off x="7092831" y="21634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0" name="pt21720"/>
            <p:cNvSpPr/>
            <p:nvPr/>
          </p:nvSpPr>
          <p:spPr>
            <a:xfrm>
              <a:off x="7189394" y="20986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1" name="pt21721"/>
            <p:cNvSpPr/>
            <p:nvPr/>
          </p:nvSpPr>
          <p:spPr>
            <a:xfrm>
              <a:off x="7032671" y="23079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2" name="pt21722"/>
            <p:cNvSpPr/>
            <p:nvPr/>
          </p:nvSpPr>
          <p:spPr>
            <a:xfrm>
              <a:off x="7550433" y="20642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3" name="pt21723"/>
            <p:cNvSpPr/>
            <p:nvPr/>
          </p:nvSpPr>
          <p:spPr>
            <a:xfrm>
              <a:off x="7040353" y="22149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4" name="pt21724"/>
            <p:cNvSpPr/>
            <p:nvPr/>
          </p:nvSpPr>
          <p:spPr>
            <a:xfrm>
              <a:off x="7166055" y="2199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5" name="pt21725"/>
            <p:cNvSpPr/>
            <p:nvPr/>
          </p:nvSpPr>
          <p:spPr>
            <a:xfrm>
              <a:off x="7139872" y="23976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6" name="pt21726"/>
            <p:cNvSpPr/>
            <p:nvPr/>
          </p:nvSpPr>
          <p:spPr>
            <a:xfrm>
              <a:off x="7200023" y="22231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7" name="pt21727"/>
            <p:cNvSpPr/>
            <p:nvPr/>
          </p:nvSpPr>
          <p:spPr>
            <a:xfrm>
              <a:off x="7158198" y="20361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8" name="pt21728"/>
            <p:cNvSpPr/>
            <p:nvPr/>
          </p:nvSpPr>
          <p:spPr>
            <a:xfrm>
              <a:off x="7328346" y="18942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9" name="pt21729"/>
            <p:cNvSpPr/>
            <p:nvPr/>
          </p:nvSpPr>
          <p:spPr>
            <a:xfrm>
              <a:off x="7375527" y="20982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0" name="pt21730"/>
            <p:cNvSpPr/>
            <p:nvPr/>
          </p:nvSpPr>
          <p:spPr>
            <a:xfrm>
              <a:off x="7226554" y="22221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1" name="pt21731"/>
            <p:cNvSpPr/>
            <p:nvPr/>
          </p:nvSpPr>
          <p:spPr>
            <a:xfrm>
              <a:off x="7163490" y="2059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2" name="pt21732"/>
            <p:cNvSpPr/>
            <p:nvPr/>
          </p:nvSpPr>
          <p:spPr>
            <a:xfrm>
              <a:off x="7101345" y="21334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3" name="pt21733"/>
            <p:cNvSpPr/>
            <p:nvPr/>
          </p:nvSpPr>
          <p:spPr>
            <a:xfrm>
              <a:off x="7254211" y="1985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4" name="pt21734"/>
            <p:cNvSpPr/>
            <p:nvPr/>
          </p:nvSpPr>
          <p:spPr>
            <a:xfrm>
              <a:off x="7290084" y="21560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5" name="pt21735"/>
            <p:cNvSpPr/>
            <p:nvPr/>
          </p:nvSpPr>
          <p:spPr>
            <a:xfrm>
              <a:off x="7216842" y="20527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6" name="pt21736"/>
            <p:cNvSpPr/>
            <p:nvPr/>
          </p:nvSpPr>
          <p:spPr>
            <a:xfrm>
              <a:off x="7034825" y="23442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7" name="pt21737"/>
            <p:cNvSpPr/>
            <p:nvPr/>
          </p:nvSpPr>
          <p:spPr>
            <a:xfrm>
              <a:off x="6778308" y="28770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8" name="pt21738"/>
            <p:cNvSpPr/>
            <p:nvPr/>
          </p:nvSpPr>
          <p:spPr>
            <a:xfrm>
              <a:off x="7085533" y="22701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9" name="pt21739"/>
            <p:cNvSpPr/>
            <p:nvPr/>
          </p:nvSpPr>
          <p:spPr>
            <a:xfrm>
              <a:off x="7215760" y="2062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0" name="pt21740"/>
            <p:cNvSpPr/>
            <p:nvPr/>
          </p:nvSpPr>
          <p:spPr>
            <a:xfrm>
              <a:off x="7164096" y="21548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1" name="pt21741"/>
            <p:cNvSpPr/>
            <p:nvPr/>
          </p:nvSpPr>
          <p:spPr>
            <a:xfrm>
              <a:off x="7115553" y="22015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2" name="pt21742"/>
            <p:cNvSpPr/>
            <p:nvPr/>
          </p:nvSpPr>
          <p:spPr>
            <a:xfrm>
              <a:off x="7117650" y="21936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3" name="pt21743"/>
            <p:cNvSpPr/>
            <p:nvPr/>
          </p:nvSpPr>
          <p:spPr>
            <a:xfrm>
              <a:off x="7107671" y="21288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4" name="pt21744"/>
            <p:cNvSpPr/>
            <p:nvPr/>
          </p:nvSpPr>
          <p:spPr>
            <a:xfrm>
              <a:off x="7236333" y="20261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5" name="pt21745"/>
            <p:cNvSpPr/>
            <p:nvPr/>
          </p:nvSpPr>
          <p:spPr>
            <a:xfrm>
              <a:off x="7313739" y="18883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6" name="pt21746"/>
            <p:cNvSpPr/>
            <p:nvPr/>
          </p:nvSpPr>
          <p:spPr>
            <a:xfrm>
              <a:off x="7171008" y="21935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7" name="pt21747"/>
            <p:cNvSpPr/>
            <p:nvPr/>
          </p:nvSpPr>
          <p:spPr>
            <a:xfrm>
              <a:off x="7228524" y="2261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8" name="pt21748"/>
            <p:cNvSpPr/>
            <p:nvPr/>
          </p:nvSpPr>
          <p:spPr>
            <a:xfrm>
              <a:off x="7246332" y="2224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9" name="pt21749"/>
            <p:cNvSpPr/>
            <p:nvPr/>
          </p:nvSpPr>
          <p:spPr>
            <a:xfrm>
              <a:off x="7008686" y="19136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0" name="pt21750"/>
            <p:cNvSpPr/>
            <p:nvPr/>
          </p:nvSpPr>
          <p:spPr>
            <a:xfrm>
              <a:off x="7032636" y="2208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1" name="pt21751"/>
            <p:cNvSpPr/>
            <p:nvPr/>
          </p:nvSpPr>
          <p:spPr>
            <a:xfrm>
              <a:off x="7297781" y="18608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2" name="pt21752"/>
            <p:cNvSpPr/>
            <p:nvPr/>
          </p:nvSpPr>
          <p:spPr>
            <a:xfrm>
              <a:off x="7049641" y="1828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3" name="pt21753"/>
            <p:cNvSpPr/>
            <p:nvPr/>
          </p:nvSpPr>
          <p:spPr>
            <a:xfrm>
              <a:off x="7106455" y="20977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4" name="pt21754"/>
            <p:cNvSpPr/>
            <p:nvPr/>
          </p:nvSpPr>
          <p:spPr>
            <a:xfrm>
              <a:off x="7199174" y="22836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5" name="pt21755"/>
            <p:cNvSpPr/>
            <p:nvPr/>
          </p:nvSpPr>
          <p:spPr>
            <a:xfrm>
              <a:off x="7141264" y="20896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6" name="pt21756"/>
            <p:cNvSpPr/>
            <p:nvPr/>
          </p:nvSpPr>
          <p:spPr>
            <a:xfrm>
              <a:off x="7030897" y="22817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7" name="pt21757"/>
            <p:cNvSpPr/>
            <p:nvPr/>
          </p:nvSpPr>
          <p:spPr>
            <a:xfrm>
              <a:off x="7011743" y="18093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8" name="pt21758"/>
            <p:cNvSpPr/>
            <p:nvPr/>
          </p:nvSpPr>
          <p:spPr>
            <a:xfrm>
              <a:off x="7251515" y="21543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9" name="pt21759"/>
            <p:cNvSpPr/>
            <p:nvPr/>
          </p:nvSpPr>
          <p:spPr>
            <a:xfrm>
              <a:off x="7370388" y="21490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0" name="pt21760"/>
            <p:cNvSpPr/>
            <p:nvPr/>
          </p:nvSpPr>
          <p:spPr>
            <a:xfrm>
              <a:off x="7075951" y="22254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1" name="pt21761"/>
            <p:cNvSpPr/>
            <p:nvPr/>
          </p:nvSpPr>
          <p:spPr>
            <a:xfrm>
              <a:off x="7268867" y="17678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2" name="pt21762"/>
            <p:cNvSpPr/>
            <p:nvPr/>
          </p:nvSpPr>
          <p:spPr>
            <a:xfrm>
              <a:off x="7182861" y="19884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3" name="pt21763"/>
            <p:cNvSpPr/>
            <p:nvPr/>
          </p:nvSpPr>
          <p:spPr>
            <a:xfrm>
              <a:off x="7233287" y="22220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4" name="pt21764"/>
            <p:cNvSpPr/>
            <p:nvPr/>
          </p:nvSpPr>
          <p:spPr>
            <a:xfrm>
              <a:off x="7269421" y="18507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5" name="pt21765"/>
            <p:cNvSpPr/>
            <p:nvPr/>
          </p:nvSpPr>
          <p:spPr>
            <a:xfrm>
              <a:off x="7315302" y="21387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6" name="pt21766"/>
            <p:cNvSpPr/>
            <p:nvPr/>
          </p:nvSpPr>
          <p:spPr>
            <a:xfrm>
              <a:off x="7175373" y="20455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7" name="pt21767"/>
            <p:cNvSpPr/>
            <p:nvPr/>
          </p:nvSpPr>
          <p:spPr>
            <a:xfrm>
              <a:off x="7005194" y="1928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8" name="pt21768"/>
            <p:cNvSpPr/>
            <p:nvPr/>
          </p:nvSpPr>
          <p:spPr>
            <a:xfrm>
              <a:off x="7122338" y="21551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9" name="pt21769"/>
            <p:cNvSpPr/>
            <p:nvPr/>
          </p:nvSpPr>
          <p:spPr>
            <a:xfrm>
              <a:off x="7038705" y="23584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0" name="pt21770"/>
            <p:cNvSpPr/>
            <p:nvPr/>
          </p:nvSpPr>
          <p:spPr>
            <a:xfrm>
              <a:off x="7211580" y="20671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1" name="pt21771"/>
            <p:cNvSpPr/>
            <p:nvPr/>
          </p:nvSpPr>
          <p:spPr>
            <a:xfrm>
              <a:off x="7236439" y="21892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2" name="pt21772"/>
            <p:cNvSpPr/>
            <p:nvPr/>
          </p:nvSpPr>
          <p:spPr>
            <a:xfrm>
              <a:off x="7234901" y="20876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3" name="pt21773"/>
            <p:cNvSpPr/>
            <p:nvPr/>
          </p:nvSpPr>
          <p:spPr>
            <a:xfrm>
              <a:off x="7305722" y="20251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4" name="pt21774"/>
            <p:cNvSpPr/>
            <p:nvPr/>
          </p:nvSpPr>
          <p:spPr>
            <a:xfrm>
              <a:off x="6902527" y="22247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5" name="pt21775"/>
            <p:cNvSpPr/>
            <p:nvPr/>
          </p:nvSpPr>
          <p:spPr>
            <a:xfrm>
              <a:off x="7017639" y="17851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6" name="pt21776"/>
            <p:cNvSpPr/>
            <p:nvPr/>
          </p:nvSpPr>
          <p:spPr>
            <a:xfrm>
              <a:off x="7325357" y="20531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7" name="pt21777"/>
            <p:cNvSpPr/>
            <p:nvPr/>
          </p:nvSpPr>
          <p:spPr>
            <a:xfrm>
              <a:off x="7078632" y="21945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8" name="pt21778"/>
            <p:cNvSpPr/>
            <p:nvPr/>
          </p:nvSpPr>
          <p:spPr>
            <a:xfrm>
              <a:off x="7149603" y="20752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9" name="pt21779"/>
            <p:cNvSpPr/>
            <p:nvPr/>
          </p:nvSpPr>
          <p:spPr>
            <a:xfrm>
              <a:off x="7132959" y="22544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0" name="pt21780"/>
            <p:cNvSpPr/>
            <p:nvPr/>
          </p:nvSpPr>
          <p:spPr>
            <a:xfrm>
              <a:off x="6806199" y="20263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1" name="pt21781"/>
            <p:cNvSpPr/>
            <p:nvPr/>
          </p:nvSpPr>
          <p:spPr>
            <a:xfrm>
              <a:off x="6865809" y="21902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2" name="pt21782"/>
            <p:cNvSpPr/>
            <p:nvPr/>
          </p:nvSpPr>
          <p:spPr>
            <a:xfrm>
              <a:off x="7316074" y="20785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3" name="pt21783"/>
            <p:cNvSpPr/>
            <p:nvPr/>
          </p:nvSpPr>
          <p:spPr>
            <a:xfrm>
              <a:off x="7261354" y="20660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4" name="pt21784"/>
            <p:cNvSpPr/>
            <p:nvPr/>
          </p:nvSpPr>
          <p:spPr>
            <a:xfrm>
              <a:off x="7020976" y="19074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5" name="pt21785"/>
            <p:cNvSpPr/>
            <p:nvPr/>
          </p:nvSpPr>
          <p:spPr>
            <a:xfrm>
              <a:off x="7268391" y="17954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6" name="pt21786"/>
            <p:cNvSpPr/>
            <p:nvPr/>
          </p:nvSpPr>
          <p:spPr>
            <a:xfrm>
              <a:off x="6902974" y="22819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7" name="pt21787"/>
            <p:cNvSpPr/>
            <p:nvPr/>
          </p:nvSpPr>
          <p:spPr>
            <a:xfrm>
              <a:off x="7270913" y="19857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8" name="pt21788"/>
            <p:cNvSpPr/>
            <p:nvPr/>
          </p:nvSpPr>
          <p:spPr>
            <a:xfrm>
              <a:off x="6689344" y="18619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9" name="pt21789"/>
            <p:cNvSpPr/>
            <p:nvPr/>
          </p:nvSpPr>
          <p:spPr>
            <a:xfrm>
              <a:off x="7147914" y="21167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0" name="pt21790"/>
            <p:cNvSpPr/>
            <p:nvPr/>
          </p:nvSpPr>
          <p:spPr>
            <a:xfrm>
              <a:off x="6888765" y="19473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1" name="pt21791"/>
            <p:cNvSpPr/>
            <p:nvPr/>
          </p:nvSpPr>
          <p:spPr>
            <a:xfrm>
              <a:off x="7314150" y="19600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2" name="pt21792"/>
            <p:cNvSpPr/>
            <p:nvPr/>
          </p:nvSpPr>
          <p:spPr>
            <a:xfrm>
              <a:off x="7337217" y="22241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3" name="pt21793"/>
            <p:cNvSpPr/>
            <p:nvPr/>
          </p:nvSpPr>
          <p:spPr>
            <a:xfrm>
              <a:off x="6950175" y="21331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4" name="pt21794"/>
            <p:cNvSpPr/>
            <p:nvPr/>
          </p:nvSpPr>
          <p:spPr>
            <a:xfrm>
              <a:off x="7128067" y="22097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5" name="pt21795"/>
            <p:cNvSpPr/>
            <p:nvPr/>
          </p:nvSpPr>
          <p:spPr>
            <a:xfrm>
              <a:off x="7121392" y="22781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6" name="pt21796"/>
            <p:cNvSpPr/>
            <p:nvPr/>
          </p:nvSpPr>
          <p:spPr>
            <a:xfrm>
              <a:off x="7104537" y="21337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7" name="pt21797"/>
            <p:cNvSpPr/>
            <p:nvPr/>
          </p:nvSpPr>
          <p:spPr>
            <a:xfrm>
              <a:off x="7103340" y="21632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8" name="pt21798"/>
            <p:cNvSpPr/>
            <p:nvPr/>
          </p:nvSpPr>
          <p:spPr>
            <a:xfrm>
              <a:off x="7029170" y="20690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9" name="pt21799"/>
            <p:cNvSpPr/>
            <p:nvPr/>
          </p:nvSpPr>
          <p:spPr>
            <a:xfrm>
              <a:off x="7167845" y="22190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0" name="pt21800"/>
            <p:cNvSpPr/>
            <p:nvPr/>
          </p:nvSpPr>
          <p:spPr>
            <a:xfrm>
              <a:off x="7100643" y="21732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1" name="pt21801"/>
            <p:cNvSpPr/>
            <p:nvPr/>
          </p:nvSpPr>
          <p:spPr>
            <a:xfrm>
              <a:off x="7182180" y="21140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2" name="pt21802"/>
            <p:cNvSpPr/>
            <p:nvPr/>
          </p:nvSpPr>
          <p:spPr>
            <a:xfrm>
              <a:off x="7148208" y="20765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3" name="pt21803"/>
            <p:cNvSpPr/>
            <p:nvPr/>
          </p:nvSpPr>
          <p:spPr>
            <a:xfrm>
              <a:off x="6936517" y="21190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4" name="pt21804"/>
            <p:cNvSpPr/>
            <p:nvPr/>
          </p:nvSpPr>
          <p:spPr>
            <a:xfrm>
              <a:off x="7078764" y="22223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5" name="pt21805"/>
            <p:cNvSpPr/>
            <p:nvPr/>
          </p:nvSpPr>
          <p:spPr>
            <a:xfrm>
              <a:off x="6968444" y="20822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6" name="pt21806"/>
            <p:cNvSpPr/>
            <p:nvPr/>
          </p:nvSpPr>
          <p:spPr>
            <a:xfrm>
              <a:off x="7119860" y="21115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7" name="pt21807"/>
            <p:cNvSpPr/>
            <p:nvPr/>
          </p:nvSpPr>
          <p:spPr>
            <a:xfrm>
              <a:off x="7275222" y="19736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8" name="pt21808"/>
            <p:cNvSpPr/>
            <p:nvPr/>
          </p:nvSpPr>
          <p:spPr>
            <a:xfrm>
              <a:off x="7064952" y="22249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9" name="pt21809"/>
            <p:cNvSpPr/>
            <p:nvPr/>
          </p:nvSpPr>
          <p:spPr>
            <a:xfrm>
              <a:off x="7074343" y="22212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0" name="pt21810"/>
            <p:cNvSpPr/>
            <p:nvPr/>
          </p:nvSpPr>
          <p:spPr>
            <a:xfrm>
              <a:off x="7187974" y="20150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1" name="pt21811"/>
            <p:cNvSpPr/>
            <p:nvPr/>
          </p:nvSpPr>
          <p:spPr>
            <a:xfrm>
              <a:off x="7225780" y="22743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2" name="pt21812"/>
            <p:cNvSpPr/>
            <p:nvPr/>
          </p:nvSpPr>
          <p:spPr>
            <a:xfrm>
              <a:off x="7012088" y="19840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3" name="pt21813"/>
            <p:cNvSpPr/>
            <p:nvPr/>
          </p:nvSpPr>
          <p:spPr>
            <a:xfrm>
              <a:off x="7474585" y="22718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4" name="pt21814"/>
            <p:cNvSpPr/>
            <p:nvPr/>
          </p:nvSpPr>
          <p:spPr>
            <a:xfrm>
              <a:off x="7198668" y="21869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5" name="pt21815"/>
            <p:cNvSpPr/>
            <p:nvPr/>
          </p:nvSpPr>
          <p:spPr>
            <a:xfrm>
              <a:off x="7314510" y="18957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6" name="pt21816"/>
            <p:cNvSpPr/>
            <p:nvPr/>
          </p:nvSpPr>
          <p:spPr>
            <a:xfrm>
              <a:off x="6991301" y="19131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7" name="pt21817"/>
            <p:cNvSpPr/>
            <p:nvPr/>
          </p:nvSpPr>
          <p:spPr>
            <a:xfrm>
              <a:off x="7378121" y="26351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8" name="pt21818"/>
            <p:cNvSpPr/>
            <p:nvPr/>
          </p:nvSpPr>
          <p:spPr>
            <a:xfrm>
              <a:off x="7149184" y="20518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9" name="pt21819"/>
            <p:cNvSpPr/>
            <p:nvPr/>
          </p:nvSpPr>
          <p:spPr>
            <a:xfrm>
              <a:off x="7018923" y="19615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0" name="pt21820"/>
            <p:cNvSpPr/>
            <p:nvPr/>
          </p:nvSpPr>
          <p:spPr>
            <a:xfrm>
              <a:off x="7347544" y="25010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1" name="pt21821"/>
            <p:cNvSpPr/>
            <p:nvPr/>
          </p:nvSpPr>
          <p:spPr>
            <a:xfrm>
              <a:off x="7038164" y="2339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2" name="pt21822"/>
            <p:cNvSpPr/>
            <p:nvPr/>
          </p:nvSpPr>
          <p:spPr>
            <a:xfrm>
              <a:off x="7195323" y="21943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3" name="pt21823"/>
            <p:cNvSpPr/>
            <p:nvPr/>
          </p:nvSpPr>
          <p:spPr>
            <a:xfrm>
              <a:off x="7200005" y="22430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4" name="pt21824"/>
            <p:cNvSpPr/>
            <p:nvPr/>
          </p:nvSpPr>
          <p:spPr>
            <a:xfrm>
              <a:off x="6909978" y="20585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5" name="pt21825"/>
            <p:cNvSpPr/>
            <p:nvPr/>
          </p:nvSpPr>
          <p:spPr>
            <a:xfrm>
              <a:off x="7226712" y="21663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6" name="pt21826"/>
            <p:cNvSpPr/>
            <p:nvPr/>
          </p:nvSpPr>
          <p:spPr>
            <a:xfrm>
              <a:off x="7000653" y="17816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7" name="pt21827"/>
            <p:cNvSpPr/>
            <p:nvPr/>
          </p:nvSpPr>
          <p:spPr>
            <a:xfrm>
              <a:off x="6988975" y="21636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8" name="pt21828"/>
            <p:cNvSpPr/>
            <p:nvPr/>
          </p:nvSpPr>
          <p:spPr>
            <a:xfrm>
              <a:off x="7160669" y="20501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9" name="pt21829"/>
            <p:cNvSpPr/>
            <p:nvPr/>
          </p:nvSpPr>
          <p:spPr>
            <a:xfrm>
              <a:off x="7316564" y="21177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0" name="pt21830"/>
            <p:cNvSpPr/>
            <p:nvPr/>
          </p:nvSpPr>
          <p:spPr>
            <a:xfrm>
              <a:off x="7132055" y="23664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1" name="pt21831"/>
            <p:cNvSpPr/>
            <p:nvPr/>
          </p:nvSpPr>
          <p:spPr>
            <a:xfrm>
              <a:off x="7095507" y="2180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2" name="pt21832"/>
            <p:cNvSpPr/>
            <p:nvPr/>
          </p:nvSpPr>
          <p:spPr>
            <a:xfrm>
              <a:off x="7041229" y="22946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3" name="pt21833"/>
            <p:cNvSpPr/>
            <p:nvPr/>
          </p:nvSpPr>
          <p:spPr>
            <a:xfrm>
              <a:off x="7494375" y="18250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4" name="pt21834"/>
            <p:cNvSpPr/>
            <p:nvPr/>
          </p:nvSpPr>
          <p:spPr>
            <a:xfrm>
              <a:off x="7167036" y="22077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5" name="pt21835"/>
            <p:cNvSpPr/>
            <p:nvPr/>
          </p:nvSpPr>
          <p:spPr>
            <a:xfrm>
              <a:off x="7120237" y="21725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6" name="pt21836"/>
            <p:cNvSpPr/>
            <p:nvPr/>
          </p:nvSpPr>
          <p:spPr>
            <a:xfrm>
              <a:off x="6941042" y="20342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7" name="pt21837"/>
            <p:cNvSpPr/>
            <p:nvPr/>
          </p:nvSpPr>
          <p:spPr>
            <a:xfrm>
              <a:off x="7046489" y="20833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8" name="pt21838"/>
            <p:cNvSpPr/>
            <p:nvPr/>
          </p:nvSpPr>
          <p:spPr>
            <a:xfrm>
              <a:off x="6986748" y="20254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9" name="pt21839"/>
            <p:cNvSpPr/>
            <p:nvPr/>
          </p:nvSpPr>
          <p:spPr>
            <a:xfrm>
              <a:off x="7012625" y="17298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0" name="pt21840"/>
            <p:cNvSpPr/>
            <p:nvPr/>
          </p:nvSpPr>
          <p:spPr>
            <a:xfrm>
              <a:off x="7140113" y="22424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1" name="pt21841"/>
            <p:cNvSpPr/>
            <p:nvPr/>
          </p:nvSpPr>
          <p:spPr>
            <a:xfrm>
              <a:off x="6592326" y="1941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2" name="pt21842"/>
            <p:cNvSpPr/>
            <p:nvPr/>
          </p:nvSpPr>
          <p:spPr>
            <a:xfrm>
              <a:off x="6906562" y="22542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3" name="pt21843"/>
            <p:cNvSpPr/>
            <p:nvPr/>
          </p:nvSpPr>
          <p:spPr>
            <a:xfrm>
              <a:off x="6815763" y="19484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4" name="pt21844"/>
            <p:cNvSpPr/>
            <p:nvPr/>
          </p:nvSpPr>
          <p:spPr>
            <a:xfrm>
              <a:off x="6832146" y="22721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5" name="pt21845"/>
            <p:cNvSpPr/>
            <p:nvPr/>
          </p:nvSpPr>
          <p:spPr>
            <a:xfrm>
              <a:off x="7249530" y="20137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6" name="pt21846"/>
            <p:cNvSpPr/>
            <p:nvPr/>
          </p:nvSpPr>
          <p:spPr>
            <a:xfrm>
              <a:off x="7252652" y="19709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7" name="pt21847"/>
            <p:cNvSpPr/>
            <p:nvPr/>
          </p:nvSpPr>
          <p:spPr>
            <a:xfrm>
              <a:off x="7160981" y="20471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8" name="pt21848"/>
            <p:cNvSpPr/>
            <p:nvPr/>
          </p:nvSpPr>
          <p:spPr>
            <a:xfrm>
              <a:off x="7160912" y="21184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9" name="pt21849"/>
            <p:cNvSpPr/>
            <p:nvPr/>
          </p:nvSpPr>
          <p:spPr>
            <a:xfrm>
              <a:off x="7243983" y="23476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0" name="pt21850"/>
            <p:cNvSpPr/>
            <p:nvPr/>
          </p:nvSpPr>
          <p:spPr>
            <a:xfrm>
              <a:off x="7172152" y="2142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1" name="pt21851"/>
            <p:cNvSpPr/>
            <p:nvPr/>
          </p:nvSpPr>
          <p:spPr>
            <a:xfrm>
              <a:off x="6899160" y="23009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2" name="pt21852"/>
            <p:cNvSpPr/>
            <p:nvPr/>
          </p:nvSpPr>
          <p:spPr>
            <a:xfrm>
              <a:off x="7524554" y="24681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3" name="pt21853"/>
            <p:cNvSpPr/>
            <p:nvPr/>
          </p:nvSpPr>
          <p:spPr>
            <a:xfrm>
              <a:off x="7130475" y="22171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4" name="pt21854"/>
            <p:cNvSpPr/>
            <p:nvPr/>
          </p:nvSpPr>
          <p:spPr>
            <a:xfrm>
              <a:off x="7246627" y="20316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5" name="pt21855"/>
            <p:cNvSpPr/>
            <p:nvPr/>
          </p:nvSpPr>
          <p:spPr>
            <a:xfrm>
              <a:off x="7395645" y="24214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6" name="pt21856"/>
            <p:cNvSpPr/>
            <p:nvPr/>
          </p:nvSpPr>
          <p:spPr>
            <a:xfrm>
              <a:off x="7181081" y="20763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7" name="pt21857"/>
            <p:cNvSpPr/>
            <p:nvPr/>
          </p:nvSpPr>
          <p:spPr>
            <a:xfrm>
              <a:off x="7104461" y="21870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8" name="pt21858"/>
            <p:cNvSpPr/>
            <p:nvPr/>
          </p:nvSpPr>
          <p:spPr>
            <a:xfrm>
              <a:off x="7102795" y="21483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9" name="pt21859"/>
            <p:cNvSpPr/>
            <p:nvPr/>
          </p:nvSpPr>
          <p:spPr>
            <a:xfrm>
              <a:off x="7567691" y="23447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0" name="pt21860"/>
            <p:cNvSpPr/>
            <p:nvPr/>
          </p:nvSpPr>
          <p:spPr>
            <a:xfrm>
              <a:off x="7166201" y="21550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1" name="pt21861"/>
            <p:cNvSpPr/>
            <p:nvPr/>
          </p:nvSpPr>
          <p:spPr>
            <a:xfrm>
              <a:off x="7157259" y="20223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2" name="pt21862"/>
            <p:cNvSpPr/>
            <p:nvPr/>
          </p:nvSpPr>
          <p:spPr>
            <a:xfrm>
              <a:off x="6912840" y="21111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3" name="pt21863"/>
            <p:cNvSpPr/>
            <p:nvPr/>
          </p:nvSpPr>
          <p:spPr>
            <a:xfrm>
              <a:off x="6971965" y="20109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4" name="pt21864"/>
            <p:cNvSpPr/>
            <p:nvPr/>
          </p:nvSpPr>
          <p:spPr>
            <a:xfrm>
              <a:off x="7159504" y="20161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5" name="pt21865"/>
            <p:cNvSpPr/>
            <p:nvPr/>
          </p:nvSpPr>
          <p:spPr>
            <a:xfrm>
              <a:off x="7147578" y="20631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6" name="pt21866"/>
            <p:cNvSpPr/>
            <p:nvPr/>
          </p:nvSpPr>
          <p:spPr>
            <a:xfrm>
              <a:off x="6983941" y="20803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7" name="pt21867"/>
            <p:cNvSpPr/>
            <p:nvPr/>
          </p:nvSpPr>
          <p:spPr>
            <a:xfrm>
              <a:off x="7053990" y="21725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8" name="pt21868"/>
            <p:cNvSpPr/>
            <p:nvPr/>
          </p:nvSpPr>
          <p:spPr>
            <a:xfrm>
              <a:off x="6878000" y="21010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9" name="pt21869"/>
            <p:cNvSpPr/>
            <p:nvPr/>
          </p:nvSpPr>
          <p:spPr>
            <a:xfrm>
              <a:off x="6819343" y="21386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0" name="pt21870"/>
            <p:cNvSpPr/>
            <p:nvPr/>
          </p:nvSpPr>
          <p:spPr>
            <a:xfrm>
              <a:off x="7154901" y="19684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1" name="pt21871"/>
            <p:cNvSpPr/>
            <p:nvPr/>
          </p:nvSpPr>
          <p:spPr>
            <a:xfrm>
              <a:off x="7381173" y="24098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2" name="pt21872"/>
            <p:cNvSpPr/>
            <p:nvPr/>
          </p:nvSpPr>
          <p:spPr>
            <a:xfrm>
              <a:off x="7149885" y="20192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3" name="pt21873"/>
            <p:cNvSpPr/>
            <p:nvPr/>
          </p:nvSpPr>
          <p:spPr>
            <a:xfrm>
              <a:off x="7003065" y="19960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4" name="pt21874"/>
            <p:cNvSpPr/>
            <p:nvPr/>
          </p:nvSpPr>
          <p:spPr>
            <a:xfrm>
              <a:off x="7222341" y="18013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5" name="pt21875"/>
            <p:cNvSpPr/>
            <p:nvPr/>
          </p:nvSpPr>
          <p:spPr>
            <a:xfrm>
              <a:off x="7305496" y="21421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6" name="pt21876"/>
            <p:cNvSpPr/>
            <p:nvPr/>
          </p:nvSpPr>
          <p:spPr>
            <a:xfrm>
              <a:off x="7149255" y="20503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7" name="pt21877"/>
            <p:cNvSpPr/>
            <p:nvPr/>
          </p:nvSpPr>
          <p:spPr>
            <a:xfrm>
              <a:off x="7171578" y="21878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8" name="pt21878"/>
            <p:cNvSpPr/>
            <p:nvPr/>
          </p:nvSpPr>
          <p:spPr>
            <a:xfrm>
              <a:off x="7282486" y="18935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9" name="pt21879"/>
            <p:cNvSpPr/>
            <p:nvPr/>
          </p:nvSpPr>
          <p:spPr>
            <a:xfrm>
              <a:off x="7083332" y="22325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0" name="pt21880"/>
            <p:cNvSpPr/>
            <p:nvPr/>
          </p:nvSpPr>
          <p:spPr>
            <a:xfrm>
              <a:off x="6966783" y="20523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1" name="pt21881"/>
            <p:cNvSpPr/>
            <p:nvPr/>
          </p:nvSpPr>
          <p:spPr>
            <a:xfrm>
              <a:off x="6999278" y="19022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2" name="pt21882"/>
            <p:cNvSpPr/>
            <p:nvPr/>
          </p:nvSpPr>
          <p:spPr>
            <a:xfrm>
              <a:off x="7136980" y="24592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3" name="pt21883"/>
            <p:cNvSpPr/>
            <p:nvPr/>
          </p:nvSpPr>
          <p:spPr>
            <a:xfrm>
              <a:off x="7110496" y="21269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4" name="pt21884"/>
            <p:cNvSpPr/>
            <p:nvPr/>
          </p:nvSpPr>
          <p:spPr>
            <a:xfrm>
              <a:off x="6991273" y="19361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5" name="pt21885"/>
            <p:cNvSpPr/>
            <p:nvPr/>
          </p:nvSpPr>
          <p:spPr>
            <a:xfrm>
              <a:off x="6979590" y="18472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6" name="pt21886"/>
            <p:cNvSpPr/>
            <p:nvPr/>
          </p:nvSpPr>
          <p:spPr>
            <a:xfrm>
              <a:off x="6955752" y="20452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7" name="pt21887"/>
            <p:cNvSpPr/>
            <p:nvPr/>
          </p:nvSpPr>
          <p:spPr>
            <a:xfrm>
              <a:off x="6823141" y="19009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8" name="pt21888"/>
            <p:cNvSpPr/>
            <p:nvPr/>
          </p:nvSpPr>
          <p:spPr>
            <a:xfrm>
              <a:off x="7194148" y="22255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9" name="pt21889"/>
            <p:cNvSpPr/>
            <p:nvPr/>
          </p:nvSpPr>
          <p:spPr>
            <a:xfrm>
              <a:off x="7091682" y="21950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0" name="pt21890"/>
            <p:cNvSpPr/>
            <p:nvPr/>
          </p:nvSpPr>
          <p:spPr>
            <a:xfrm>
              <a:off x="7383114" y="25489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1" name="pt21891"/>
            <p:cNvSpPr/>
            <p:nvPr/>
          </p:nvSpPr>
          <p:spPr>
            <a:xfrm>
              <a:off x="7231034" y="2288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2" name="pt21892"/>
            <p:cNvSpPr/>
            <p:nvPr/>
          </p:nvSpPr>
          <p:spPr>
            <a:xfrm>
              <a:off x="7010195" y="17277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3" name="pt21893"/>
            <p:cNvSpPr/>
            <p:nvPr/>
          </p:nvSpPr>
          <p:spPr>
            <a:xfrm>
              <a:off x="6962737" y="20062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4" name="pt21894"/>
            <p:cNvSpPr/>
            <p:nvPr/>
          </p:nvSpPr>
          <p:spPr>
            <a:xfrm>
              <a:off x="7273054" y="20431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5" name="pt21895"/>
            <p:cNvSpPr/>
            <p:nvPr/>
          </p:nvSpPr>
          <p:spPr>
            <a:xfrm>
              <a:off x="6930717" y="22046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6" name="pt21896"/>
            <p:cNvSpPr/>
            <p:nvPr/>
          </p:nvSpPr>
          <p:spPr>
            <a:xfrm>
              <a:off x="7300078" y="2023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7" name="pt21897"/>
            <p:cNvSpPr/>
            <p:nvPr/>
          </p:nvSpPr>
          <p:spPr>
            <a:xfrm>
              <a:off x="7220782" y="18967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8" name="pt21898"/>
            <p:cNvSpPr/>
            <p:nvPr/>
          </p:nvSpPr>
          <p:spPr>
            <a:xfrm>
              <a:off x="7437782" y="26074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9" name="pt21899"/>
            <p:cNvSpPr/>
            <p:nvPr/>
          </p:nvSpPr>
          <p:spPr>
            <a:xfrm>
              <a:off x="7090008" y="21914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0" name="pt21900"/>
            <p:cNvSpPr/>
            <p:nvPr/>
          </p:nvSpPr>
          <p:spPr>
            <a:xfrm>
              <a:off x="7200355" y="22219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1" name="pt21901"/>
            <p:cNvSpPr/>
            <p:nvPr/>
          </p:nvSpPr>
          <p:spPr>
            <a:xfrm>
              <a:off x="7015452" y="17424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2" name="pt21902"/>
            <p:cNvSpPr/>
            <p:nvPr/>
          </p:nvSpPr>
          <p:spPr>
            <a:xfrm>
              <a:off x="7369256" y="20301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3" name="pt21903"/>
            <p:cNvSpPr/>
            <p:nvPr/>
          </p:nvSpPr>
          <p:spPr>
            <a:xfrm>
              <a:off x="7159024" y="20495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4" name="pt21904"/>
            <p:cNvSpPr/>
            <p:nvPr/>
          </p:nvSpPr>
          <p:spPr>
            <a:xfrm>
              <a:off x="6944354" y="21452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5" name="pt21905"/>
            <p:cNvSpPr/>
            <p:nvPr/>
          </p:nvSpPr>
          <p:spPr>
            <a:xfrm>
              <a:off x="7193886" y="21838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6" name="pt21906"/>
            <p:cNvSpPr/>
            <p:nvPr/>
          </p:nvSpPr>
          <p:spPr>
            <a:xfrm>
              <a:off x="7057560" y="22825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7" name="pt21907"/>
            <p:cNvSpPr/>
            <p:nvPr/>
          </p:nvSpPr>
          <p:spPr>
            <a:xfrm>
              <a:off x="7165832" y="21516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8" name="pt21908"/>
            <p:cNvSpPr/>
            <p:nvPr/>
          </p:nvSpPr>
          <p:spPr>
            <a:xfrm>
              <a:off x="7506613" y="25668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9" name="pt21909"/>
            <p:cNvSpPr/>
            <p:nvPr/>
          </p:nvSpPr>
          <p:spPr>
            <a:xfrm>
              <a:off x="7058950" y="23179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0" name="pt21910"/>
            <p:cNvSpPr/>
            <p:nvPr/>
          </p:nvSpPr>
          <p:spPr>
            <a:xfrm>
              <a:off x="7128836" y="21658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1" name="pt21911"/>
            <p:cNvSpPr/>
            <p:nvPr/>
          </p:nvSpPr>
          <p:spPr>
            <a:xfrm>
              <a:off x="7304533" y="20762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2" name="pt21912"/>
            <p:cNvSpPr/>
            <p:nvPr/>
          </p:nvSpPr>
          <p:spPr>
            <a:xfrm>
              <a:off x="7204610" y="22519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3" name="pt21913"/>
            <p:cNvSpPr/>
            <p:nvPr/>
          </p:nvSpPr>
          <p:spPr>
            <a:xfrm>
              <a:off x="6984958" y="20429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4" name="pt21914"/>
            <p:cNvSpPr/>
            <p:nvPr/>
          </p:nvSpPr>
          <p:spPr>
            <a:xfrm>
              <a:off x="7065579" y="21620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5" name="pt21915"/>
            <p:cNvSpPr/>
            <p:nvPr/>
          </p:nvSpPr>
          <p:spPr>
            <a:xfrm>
              <a:off x="7203205" y="21135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6" name="pt21916"/>
            <p:cNvSpPr/>
            <p:nvPr/>
          </p:nvSpPr>
          <p:spPr>
            <a:xfrm>
              <a:off x="7196060" y="21581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7" name="pt21917"/>
            <p:cNvSpPr/>
            <p:nvPr/>
          </p:nvSpPr>
          <p:spPr>
            <a:xfrm>
              <a:off x="7208278" y="20307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8" name="pt21918"/>
            <p:cNvSpPr/>
            <p:nvPr/>
          </p:nvSpPr>
          <p:spPr>
            <a:xfrm>
              <a:off x="7246570" y="20809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9" name="pt21919"/>
            <p:cNvSpPr/>
            <p:nvPr/>
          </p:nvSpPr>
          <p:spPr>
            <a:xfrm>
              <a:off x="7068368" y="19990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0" name="pt21920"/>
            <p:cNvSpPr/>
            <p:nvPr/>
          </p:nvSpPr>
          <p:spPr>
            <a:xfrm>
              <a:off x="6891143" y="1986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1" name="pt21921"/>
            <p:cNvSpPr/>
            <p:nvPr/>
          </p:nvSpPr>
          <p:spPr>
            <a:xfrm>
              <a:off x="6944766" y="21118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2" name="pt21922"/>
            <p:cNvSpPr/>
            <p:nvPr/>
          </p:nvSpPr>
          <p:spPr>
            <a:xfrm>
              <a:off x="7421269" y="26681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3" name="pt21923"/>
            <p:cNvSpPr/>
            <p:nvPr/>
          </p:nvSpPr>
          <p:spPr>
            <a:xfrm>
              <a:off x="7323102" y="20445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4" name="pt21924"/>
            <p:cNvSpPr/>
            <p:nvPr/>
          </p:nvSpPr>
          <p:spPr>
            <a:xfrm>
              <a:off x="7592058" y="22051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5" name="pt21925"/>
            <p:cNvSpPr/>
            <p:nvPr/>
          </p:nvSpPr>
          <p:spPr>
            <a:xfrm>
              <a:off x="7012375" y="19808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6" name="pt21926"/>
            <p:cNvSpPr/>
            <p:nvPr/>
          </p:nvSpPr>
          <p:spPr>
            <a:xfrm>
              <a:off x="7112433" y="21906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7" name="pt21927"/>
            <p:cNvSpPr/>
            <p:nvPr/>
          </p:nvSpPr>
          <p:spPr>
            <a:xfrm>
              <a:off x="6988059" y="19882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8" name="pt21928"/>
            <p:cNvSpPr/>
            <p:nvPr/>
          </p:nvSpPr>
          <p:spPr>
            <a:xfrm>
              <a:off x="6839970" y="22379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9" name="pt21929"/>
            <p:cNvSpPr/>
            <p:nvPr/>
          </p:nvSpPr>
          <p:spPr>
            <a:xfrm>
              <a:off x="7361436" y="2013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0" name="pt21930"/>
            <p:cNvSpPr/>
            <p:nvPr/>
          </p:nvSpPr>
          <p:spPr>
            <a:xfrm>
              <a:off x="7332011" y="18830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1" name="pt21931"/>
            <p:cNvSpPr/>
            <p:nvPr/>
          </p:nvSpPr>
          <p:spPr>
            <a:xfrm>
              <a:off x="7050863" y="17613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2" name="pt21932"/>
            <p:cNvSpPr/>
            <p:nvPr/>
          </p:nvSpPr>
          <p:spPr>
            <a:xfrm>
              <a:off x="7137705" y="22188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3" name="pt21933"/>
            <p:cNvSpPr/>
            <p:nvPr/>
          </p:nvSpPr>
          <p:spPr>
            <a:xfrm>
              <a:off x="7165091" y="21858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4" name="pt21934"/>
            <p:cNvSpPr/>
            <p:nvPr/>
          </p:nvSpPr>
          <p:spPr>
            <a:xfrm>
              <a:off x="6768976" y="27709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5" name="pt21935"/>
            <p:cNvSpPr/>
            <p:nvPr/>
          </p:nvSpPr>
          <p:spPr>
            <a:xfrm>
              <a:off x="7148687" y="20462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6" name="pt21936"/>
            <p:cNvSpPr/>
            <p:nvPr/>
          </p:nvSpPr>
          <p:spPr>
            <a:xfrm>
              <a:off x="7362866" y="19509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7" name="pt21937"/>
            <p:cNvSpPr/>
            <p:nvPr/>
          </p:nvSpPr>
          <p:spPr>
            <a:xfrm>
              <a:off x="7091997" y="21227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8" name="pt21938"/>
            <p:cNvSpPr/>
            <p:nvPr/>
          </p:nvSpPr>
          <p:spPr>
            <a:xfrm>
              <a:off x="7466349" y="23936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9" name="pt21939"/>
            <p:cNvSpPr/>
            <p:nvPr/>
          </p:nvSpPr>
          <p:spPr>
            <a:xfrm>
              <a:off x="7087772" y="21650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0" name="pt21940"/>
            <p:cNvSpPr/>
            <p:nvPr/>
          </p:nvSpPr>
          <p:spPr>
            <a:xfrm>
              <a:off x="7652286" y="25187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1" name="pt21941"/>
            <p:cNvSpPr/>
            <p:nvPr/>
          </p:nvSpPr>
          <p:spPr>
            <a:xfrm>
              <a:off x="7250595" y="18798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2" name="pt21942"/>
            <p:cNvSpPr/>
            <p:nvPr/>
          </p:nvSpPr>
          <p:spPr>
            <a:xfrm>
              <a:off x="7260552" y="19282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3" name="pt21943"/>
            <p:cNvSpPr/>
            <p:nvPr/>
          </p:nvSpPr>
          <p:spPr>
            <a:xfrm>
              <a:off x="7090418" y="2210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4" name="pt21944"/>
            <p:cNvSpPr/>
            <p:nvPr/>
          </p:nvSpPr>
          <p:spPr>
            <a:xfrm>
              <a:off x="6826599" y="21495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5" name="pt21945"/>
            <p:cNvSpPr/>
            <p:nvPr/>
          </p:nvSpPr>
          <p:spPr>
            <a:xfrm>
              <a:off x="7536917" y="20210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6" name="pt21946"/>
            <p:cNvSpPr/>
            <p:nvPr/>
          </p:nvSpPr>
          <p:spPr>
            <a:xfrm>
              <a:off x="7307009" y="20380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7" name="pt21947"/>
            <p:cNvSpPr/>
            <p:nvPr/>
          </p:nvSpPr>
          <p:spPr>
            <a:xfrm>
              <a:off x="7167085" y="22095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8" name="pt21948"/>
            <p:cNvSpPr/>
            <p:nvPr/>
          </p:nvSpPr>
          <p:spPr>
            <a:xfrm>
              <a:off x="7165902" y="21846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9" name="pt21949"/>
            <p:cNvSpPr/>
            <p:nvPr/>
          </p:nvSpPr>
          <p:spPr>
            <a:xfrm>
              <a:off x="7054545" y="21965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0" name="pt21950"/>
            <p:cNvSpPr/>
            <p:nvPr/>
          </p:nvSpPr>
          <p:spPr>
            <a:xfrm>
              <a:off x="7339130" y="2379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1" name="pt21951"/>
            <p:cNvSpPr/>
            <p:nvPr/>
          </p:nvSpPr>
          <p:spPr>
            <a:xfrm>
              <a:off x="7217805" y="20632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2" name="pt21952"/>
            <p:cNvSpPr/>
            <p:nvPr/>
          </p:nvSpPr>
          <p:spPr>
            <a:xfrm>
              <a:off x="7254113" y="20924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3" name="pt21953"/>
            <p:cNvSpPr/>
            <p:nvPr/>
          </p:nvSpPr>
          <p:spPr>
            <a:xfrm>
              <a:off x="7207314" y="21303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4" name="pt21954"/>
            <p:cNvSpPr/>
            <p:nvPr/>
          </p:nvSpPr>
          <p:spPr>
            <a:xfrm>
              <a:off x="7179313" y="21407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5" name="pt21955"/>
            <p:cNvSpPr/>
            <p:nvPr/>
          </p:nvSpPr>
          <p:spPr>
            <a:xfrm>
              <a:off x="7108343" y="20984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6" name="pt21956"/>
            <p:cNvSpPr/>
            <p:nvPr/>
          </p:nvSpPr>
          <p:spPr>
            <a:xfrm>
              <a:off x="7097887" y="21141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7" name="pt21957"/>
            <p:cNvSpPr/>
            <p:nvPr/>
          </p:nvSpPr>
          <p:spPr>
            <a:xfrm>
              <a:off x="6972997" y="19414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8" name="pt21958"/>
            <p:cNvSpPr/>
            <p:nvPr/>
          </p:nvSpPr>
          <p:spPr>
            <a:xfrm>
              <a:off x="7103874" y="21209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9" name="pt21959"/>
            <p:cNvSpPr/>
            <p:nvPr/>
          </p:nvSpPr>
          <p:spPr>
            <a:xfrm>
              <a:off x="7085766" y="22142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0" name="pt21960"/>
            <p:cNvSpPr/>
            <p:nvPr/>
          </p:nvSpPr>
          <p:spPr>
            <a:xfrm>
              <a:off x="7161811" y="21039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1" name="pt21961"/>
            <p:cNvSpPr/>
            <p:nvPr/>
          </p:nvSpPr>
          <p:spPr>
            <a:xfrm>
              <a:off x="7137727" y="22888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2" name="pt21962"/>
            <p:cNvSpPr/>
            <p:nvPr/>
          </p:nvSpPr>
          <p:spPr>
            <a:xfrm>
              <a:off x="7045805" y="21020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3" name="pt21963"/>
            <p:cNvSpPr/>
            <p:nvPr/>
          </p:nvSpPr>
          <p:spPr>
            <a:xfrm>
              <a:off x="7138150" y="24531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4" name="pt21964"/>
            <p:cNvSpPr/>
            <p:nvPr/>
          </p:nvSpPr>
          <p:spPr>
            <a:xfrm>
              <a:off x="7165068" y="22544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5" name="pt21965"/>
            <p:cNvSpPr/>
            <p:nvPr/>
          </p:nvSpPr>
          <p:spPr>
            <a:xfrm>
              <a:off x="6889524" y="17520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6" name="pt21966"/>
            <p:cNvSpPr/>
            <p:nvPr/>
          </p:nvSpPr>
          <p:spPr>
            <a:xfrm>
              <a:off x="7242892" y="19803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7" name="pt21967"/>
            <p:cNvSpPr/>
            <p:nvPr/>
          </p:nvSpPr>
          <p:spPr>
            <a:xfrm>
              <a:off x="7123772" y="2104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8" name="pt21968"/>
            <p:cNvSpPr/>
            <p:nvPr/>
          </p:nvSpPr>
          <p:spPr>
            <a:xfrm>
              <a:off x="6903671" y="20819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9" name="pt21969"/>
            <p:cNvSpPr/>
            <p:nvPr/>
          </p:nvSpPr>
          <p:spPr>
            <a:xfrm>
              <a:off x="7195664" y="22305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0" name="pt21970"/>
            <p:cNvSpPr/>
            <p:nvPr/>
          </p:nvSpPr>
          <p:spPr>
            <a:xfrm>
              <a:off x="7229578" y="20901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1" name="pt21971"/>
            <p:cNvSpPr/>
            <p:nvPr/>
          </p:nvSpPr>
          <p:spPr>
            <a:xfrm>
              <a:off x="7222005" y="18251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2" name="pt21972"/>
            <p:cNvSpPr/>
            <p:nvPr/>
          </p:nvSpPr>
          <p:spPr>
            <a:xfrm>
              <a:off x="7283166" y="20244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3" name="pt21973"/>
            <p:cNvSpPr/>
            <p:nvPr/>
          </p:nvSpPr>
          <p:spPr>
            <a:xfrm>
              <a:off x="7155337" y="19892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4" name="pt21974"/>
            <p:cNvSpPr/>
            <p:nvPr/>
          </p:nvSpPr>
          <p:spPr>
            <a:xfrm>
              <a:off x="7169972" y="21353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5" name="pt21975"/>
            <p:cNvSpPr/>
            <p:nvPr/>
          </p:nvSpPr>
          <p:spPr>
            <a:xfrm>
              <a:off x="6949138" y="18652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6" name="pt21976"/>
            <p:cNvSpPr/>
            <p:nvPr/>
          </p:nvSpPr>
          <p:spPr>
            <a:xfrm>
              <a:off x="7184979" y="21009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7" name="pt21977"/>
            <p:cNvSpPr/>
            <p:nvPr/>
          </p:nvSpPr>
          <p:spPr>
            <a:xfrm>
              <a:off x="7070825" y="21958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8" name="pt21978"/>
            <p:cNvSpPr/>
            <p:nvPr/>
          </p:nvSpPr>
          <p:spPr>
            <a:xfrm>
              <a:off x="7145912" y="20657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9" name="pt21979"/>
            <p:cNvSpPr/>
            <p:nvPr/>
          </p:nvSpPr>
          <p:spPr>
            <a:xfrm>
              <a:off x="7243990" y="20833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0" name="pt21980"/>
            <p:cNvSpPr/>
            <p:nvPr/>
          </p:nvSpPr>
          <p:spPr>
            <a:xfrm>
              <a:off x="7181959" y="20159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1" name="pt21981"/>
            <p:cNvSpPr/>
            <p:nvPr/>
          </p:nvSpPr>
          <p:spPr>
            <a:xfrm>
              <a:off x="6938586" y="20150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2" name="pt21982"/>
            <p:cNvSpPr/>
            <p:nvPr/>
          </p:nvSpPr>
          <p:spPr>
            <a:xfrm>
              <a:off x="7134339" y="2331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3" name="pt21983"/>
            <p:cNvSpPr/>
            <p:nvPr/>
          </p:nvSpPr>
          <p:spPr>
            <a:xfrm>
              <a:off x="7217891" y="19594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4" name="pt21984"/>
            <p:cNvSpPr/>
            <p:nvPr/>
          </p:nvSpPr>
          <p:spPr>
            <a:xfrm>
              <a:off x="7178625" y="20069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5" name="pt21985"/>
            <p:cNvSpPr/>
            <p:nvPr/>
          </p:nvSpPr>
          <p:spPr>
            <a:xfrm>
              <a:off x="6992469" y="20444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6" name="pt21986"/>
            <p:cNvSpPr/>
            <p:nvPr/>
          </p:nvSpPr>
          <p:spPr>
            <a:xfrm>
              <a:off x="7097084" y="21456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7" name="pt21987"/>
            <p:cNvSpPr/>
            <p:nvPr/>
          </p:nvSpPr>
          <p:spPr>
            <a:xfrm>
              <a:off x="7034834" y="22901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8" name="pt21988"/>
            <p:cNvSpPr/>
            <p:nvPr/>
          </p:nvSpPr>
          <p:spPr>
            <a:xfrm>
              <a:off x="7112930" y="21395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9" name="pt21989"/>
            <p:cNvSpPr/>
            <p:nvPr/>
          </p:nvSpPr>
          <p:spPr>
            <a:xfrm>
              <a:off x="7068626" y="20703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0" name="pt21990"/>
            <p:cNvSpPr/>
            <p:nvPr/>
          </p:nvSpPr>
          <p:spPr>
            <a:xfrm>
              <a:off x="7074890" y="22207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1" name="pt21991"/>
            <p:cNvSpPr/>
            <p:nvPr/>
          </p:nvSpPr>
          <p:spPr>
            <a:xfrm>
              <a:off x="7113707" y="22320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2" name="pt21992"/>
            <p:cNvSpPr/>
            <p:nvPr/>
          </p:nvSpPr>
          <p:spPr>
            <a:xfrm>
              <a:off x="6940524" y="19482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3" name="pt21993"/>
            <p:cNvSpPr/>
            <p:nvPr/>
          </p:nvSpPr>
          <p:spPr>
            <a:xfrm>
              <a:off x="6994117" y="20317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4" name="pt21994"/>
            <p:cNvSpPr/>
            <p:nvPr/>
          </p:nvSpPr>
          <p:spPr>
            <a:xfrm>
              <a:off x="7384468" y="22819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5" name="pt21995"/>
            <p:cNvSpPr/>
            <p:nvPr/>
          </p:nvSpPr>
          <p:spPr>
            <a:xfrm>
              <a:off x="7399910" y="23979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6" name="pt21996"/>
            <p:cNvSpPr/>
            <p:nvPr/>
          </p:nvSpPr>
          <p:spPr>
            <a:xfrm>
              <a:off x="6942125" y="21520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7" name="pt21997"/>
            <p:cNvSpPr/>
            <p:nvPr/>
          </p:nvSpPr>
          <p:spPr>
            <a:xfrm>
              <a:off x="7103666" y="21638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8" name="pt21998"/>
            <p:cNvSpPr/>
            <p:nvPr/>
          </p:nvSpPr>
          <p:spPr>
            <a:xfrm>
              <a:off x="6935784" y="22315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9" name="pt21999"/>
            <p:cNvSpPr/>
            <p:nvPr/>
          </p:nvSpPr>
          <p:spPr>
            <a:xfrm>
              <a:off x="7119769" y="21749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0" name="pt22000"/>
            <p:cNvSpPr/>
            <p:nvPr/>
          </p:nvSpPr>
          <p:spPr>
            <a:xfrm>
              <a:off x="7048495" y="18233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1" name="pt22001"/>
            <p:cNvSpPr/>
            <p:nvPr/>
          </p:nvSpPr>
          <p:spPr>
            <a:xfrm>
              <a:off x="7169034" y="23184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2" name="pt22002"/>
            <p:cNvSpPr/>
            <p:nvPr/>
          </p:nvSpPr>
          <p:spPr>
            <a:xfrm>
              <a:off x="6922504" y="22030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3" name="pt22003"/>
            <p:cNvSpPr/>
            <p:nvPr/>
          </p:nvSpPr>
          <p:spPr>
            <a:xfrm>
              <a:off x="7404896" y="24763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4" name="pt22004"/>
            <p:cNvSpPr/>
            <p:nvPr/>
          </p:nvSpPr>
          <p:spPr>
            <a:xfrm>
              <a:off x="7057231" y="22805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5" name="pt22005"/>
            <p:cNvSpPr/>
            <p:nvPr/>
          </p:nvSpPr>
          <p:spPr>
            <a:xfrm>
              <a:off x="7115928" y="21026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6" name="pt22006"/>
            <p:cNvSpPr/>
            <p:nvPr/>
          </p:nvSpPr>
          <p:spPr>
            <a:xfrm>
              <a:off x="7110620" y="21588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7" name="pt22007"/>
            <p:cNvSpPr/>
            <p:nvPr/>
          </p:nvSpPr>
          <p:spPr>
            <a:xfrm>
              <a:off x="7335760" y="22555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8" name="pt22008"/>
            <p:cNvSpPr/>
            <p:nvPr/>
          </p:nvSpPr>
          <p:spPr>
            <a:xfrm>
              <a:off x="7031217" y="23752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9" name="pt22009"/>
            <p:cNvSpPr/>
            <p:nvPr/>
          </p:nvSpPr>
          <p:spPr>
            <a:xfrm>
              <a:off x="7179519" y="19948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0" name="pt22010"/>
            <p:cNvSpPr/>
            <p:nvPr/>
          </p:nvSpPr>
          <p:spPr>
            <a:xfrm>
              <a:off x="7159345" y="20604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1" name="pt22011"/>
            <p:cNvSpPr/>
            <p:nvPr/>
          </p:nvSpPr>
          <p:spPr>
            <a:xfrm>
              <a:off x="7207250" y="20568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2" name="pt22012"/>
            <p:cNvSpPr/>
            <p:nvPr/>
          </p:nvSpPr>
          <p:spPr>
            <a:xfrm>
              <a:off x="7191763" y="22208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3" name="pt22013"/>
            <p:cNvSpPr/>
            <p:nvPr/>
          </p:nvSpPr>
          <p:spPr>
            <a:xfrm>
              <a:off x="7360616" y="24017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4" name="pt22014"/>
            <p:cNvSpPr/>
            <p:nvPr/>
          </p:nvSpPr>
          <p:spPr>
            <a:xfrm>
              <a:off x="7089162" y="22334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5" name="pt22015"/>
            <p:cNvSpPr/>
            <p:nvPr/>
          </p:nvSpPr>
          <p:spPr>
            <a:xfrm>
              <a:off x="7275547" y="19749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6" name="pt22016"/>
            <p:cNvSpPr/>
            <p:nvPr/>
          </p:nvSpPr>
          <p:spPr>
            <a:xfrm>
              <a:off x="7178229" y="20734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7" name="pt22017"/>
            <p:cNvSpPr/>
            <p:nvPr/>
          </p:nvSpPr>
          <p:spPr>
            <a:xfrm>
              <a:off x="7124932" y="2226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8" name="pt22018"/>
            <p:cNvSpPr/>
            <p:nvPr/>
          </p:nvSpPr>
          <p:spPr>
            <a:xfrm>
              <a:off x="7158928" y="20819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9" name="pt22019"/>
            <p:cNvSpPr/>
            <p:nvPr/>
          </p:nvSpPr>
          <p:spPr>
            <a:xfrm>
              <a:off x="6884603" y="19662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0" name="pt22020"/>
            <p:cNvSpPr/>
            <p:nvPr/>
          </p:nvSpPr>
          <p:spPr>
            <a:xfrm>
              <a:off x="7247492" y="22535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1" name="pt22021"/>
            <p:cNvSpPr/>
            <p:nvPr/>
          </p:nvSpPr>
          <p:spPr>
            <a:xfrm>
              <a:off x="7020447" y="20178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2" name="pt22022"/>
            <p:cNvSpPr/>
            <p:nvPr/>
          </p:nvSpPr>
          <p:spPr>
            <a:xfrm>
              <a:off x="7059761" y="22856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3" name="pt22023"/>
            <p:cNvSpPr/>
            <p:nvPr/>
          </p:nvSpPr>
          <p:spPr>
            <a:xfrm>
              <a:off x="7229227" y="21257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4" name="pt22024"/>
            <p:cNvSpPr/>
            <p:nvPr/>
          </p:nvSpPr>
          <p:spPr>
            <a:xfrm>
              <a:off x="7355553" y="18421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5" name="pt22025"/>
            <p:cNvSpPr/>
            <p:nvPr/>
          </p:nvSpPr>
          <p:spPr>
            <a:xfrm>
              <a:off x="7109396" y="21680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6" name="pt22026"/>
            <p:cNvSpPr/>
            <p:nvPr/>
          </p:nvSpPr>
          <p:spPr>
            <a:xfrm>
              <a:off x="6879337" y="19579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7" name="pt22027"/>
            <p:cNvSpPr/>
            <p:nvPr/>
          </p:nvSpPr>
          <p:spPr>
            <a:xfrm>
              <a:off x="7114977" y="21946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8" name="pt22028"/>
            <p:cNvSpPr/>
            <p:nvPr/>
          </p:nvSpPr>
          <p:spPr>
            <a:xfrm>
              <a:off x="7027482" y="22164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9" name="pt22029"/>
            <p:cNvSpPr/>
            <p:nvPr/>
          </p:nvSpPr>
          <p:spPr>
            <a:xfrm>
              <a:off x="7289859" y="20551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0" name="pt22030"/>
            <p:cNvSpPr/>
            <p:nvPr/>
          </p:nvSpPr>
          <p:spPr>
            <a:xfrm>
              <a:off x="7252370" y="20687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1" name="pt22031"/>
            <p:cNvSpPr/>
            <p:nvPr/>
          </p:nvSpPr>
          <p:spPr>
            <a:xfrm>
              <a:off x="7136738" y="24600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2" name="pt22032"/>
            <p:cNvSpPr/>
            <p:nvPr/>
          </p:nvSpPr>
          <p:spPr>
            <a:xfrm>
              <a:off x="7174645" y="20373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3" name="pt22033"/>
            <p:cNvSpPr/>
            <p:nvPr/>
          </p:nvSpPr>
          <p:spPr>
            <a:xfrm>
              <a:off x="7148952" y="20081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4" name="pt22034"/>
            <p:cNvSpPr/>
            <p:nvPr/>
          </p:nvSpPr>
          <p:spPr>
            <a:xfrm>
              <a:off x="6991572" y="20333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5" name="pt22035"/>
            <p:cNvSpPr/>
            <p:nvPr/>
          </p:nvSpPr>
          <p:spPr>
            <a:xfrm>
              <a:off x="7226635" y="23310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6" name="pt22036"/>
            <p:cNvSpPr/>
            <p:nvPr/>
          </p:nvSpPr>
          <p:spPr>
            <a:xfrm>
              <a:off x="7200404" y="21111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7" name="pt22037"/>
            <p:cNvSpPr/>
            <p:nvPr/>
          </p:nvSpPr>
          <p:spPr>
            <a:xfrm>
              <a:off x="7184573" y="21822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8" name="pt22038"/>
            <p:cNvSpPr/>
            <p:nvPr/>
          </p:nvSpPr>
          <p:spPr>
            <a:xfrm>
              <a:off x="7281987" y="19833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9" name="pt22039"/>
            <p:cNvSpPr/>
            <p:nvPr/>
          </p:nvSpPr>
          <p:spPr>
            <a:xfrm>
              <a:off x="7150459" y="20028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0" name="pt22040"/>
            <p:cNvSpPr/>
            <p:nvPr/>
          </p:nvSpPr>
          <p:spPr>
            <a:xfrm>
              <a:off x="7246618" y="23134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1" name="pt22041"/>
            <p:cNvSpPr/>
            <p:nvPr/>
          </p:nvSpPr>
          <p:spPr>
            <a:xfrm>
              <a:off x="7161075" y="20205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2" name="pt22042"/>
            <p:cNvSpPr/>
            <p:nvPr/>
          </p:nvSpPr>
          <p:spPr>
            <a:xfrm>
              <a:off x="7122970" y="21346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3" name="pt22043"/>
            <p:cNvSpPr/>
            <p:nvPr/>
          </p:nvSpPr>
          <p:spPr>
            <a:xfrm>
              <a:off x="7098099" y="21359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4" name="pt22044"/>
            <p:cNvSpPr/>
            <p:nvPr/>
          </p:nvSpPr>
          <p:spPr>
            <a:xfrm>
              <a:off x="6978589" y="18238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5" name="pt22045"/>
            <p:cNvSpPr/>
            <p:nvPr/>
          </p:nvSpPr>
          <p:spPr>
            <a:xfrm>
              <a:off x="7055341" y="20306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6" name="pt22046"/>
            <p:cNvSpPr/>
            <p:nvPr/>
          </p:nvSpPr>
          <p:spPr>
            <a:xfrm>
              <a:off x="7574034" y="24616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7" name="pt22047"/>
            <p:cNvSpPr/>
            <p:nvPr/>
          </p:nvSpPr>
          <p:spPr>
            <a:xfrm>
              <a:off x="7184653" y="21239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8" name="pt22048"/>
            <p:cNvSpPr/>
            <p:nvPr/>
          </p:nvSpPr>
          <p:spPr>
            <a:xfrm>
              <a:off x="7101314" y="21628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9" name="pt22049"/>
            <p:cNvSpPr/>
            <p:nvPr/>
          </p:nvSpPr>
          <p:spPr>
            <a:xfrm>
              <a:off x="7504818" y="25842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0" name="pt22050"/>
            <p:cNvSpPr/>
            <p:nvPr/>
          </p:nvSpPr>
          <p:spPr>
            <a:xfrm>
              <a:off x="6966498" y="20715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1" name="pt22051"/>
            <p:cNvSpPr/>
            <p:nvPr/>
          </p:nvSpPr>
          <p:spPr>
            <a:xfrm>
              <a:off x="6753055" y="29207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2" name="pt22052"/>
            <p:cNvSpPr/>
            <p:nvPr/>
          </p:nvSpPr>
          <p:spPr>
            <a:xfrm>
              <a:off x="7137137" y="23901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3" name="pt22053"/>
            <p:cNvSpPr/>
            <p:nvPr/>
          </p:nvSpPr>
          <p:spPr>
            <a:xfrm>
              <a:off x="7411669" y="23605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4" name="pt22054"/>
            <p:cNvSpPr/>
            <p:nvPr/>
          </p:nvSpPr>
          <p:spPr>
            <a:xfrm>
              <a:off x="7254608" y="20427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5" name="pt22055"/>
            <p:cNvSpPr/>
            <p:nvPr/>
          </p:nvSpPr>
          <p:spPr>
            <a:xfrm>
              <a:off x="7145111" y="21219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6" name="pt22056"/>
            <p:cNvSpPr/>
            <p:nvPr/>
          </p:nvSpPr>
          <p:spPr>
            <a:xfrm>
              <a:off x="7307374" y="21308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7" name="pt22057"/>
            <p:cNvSpPr/>
            <p:nvPr/>
          </p:nvSpPr>
          <p:spPr>
            <a:xfrm>
              <a:off x="7352528" y="24982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8" name="pt22058"/>
            <p:cNvSpPr/>
            <p:nvPr/>
          </p:nvSpPr>
          <p:spPr>
            <a:xfrm>
              <a:off x="7233510" y="20762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9" name="pt22059"/>
            <p:cNvSpPr/>
            <p:nvPr/>
          </p:nvSpPr>
          <p:spPr>
            <a:xfrm>
              <a:off x="7042108" y="20457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0" name="pt22060"/>
            <p:cNvSpPr/>
            <p:nvPr/>
          </p:nvSpPr>
          <p:spPr>
            <a:xfrm>
              <a:off x="7037293" y="23911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1" name="pt22061"/>
            <p:cNvSpPr/>
            <p:nvPr/>
          </p:nvSpPr>
          <p:spPr>
            <a:xfrm>
              <a:off x="7015765" y="19328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2" name="pt22062"/>
            <p:cNvSpPr/>
            <p:nvPr/>
          </p:nvSpPr>
          <p:spPr>
            <a:xfrm>
              <a:off x="7132994" y="23010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3" name="pt22063"/>
            <p:cNvSpPr/>
            <p:nvPr/>
          </p:nvSpPr>
          <p:spPr>
            <a:xfrm>
              <a:off x="7230104" y="20307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4" name="pt22064"/>
            <p:cNvSpPr/>
            <p:nvPr/>
          </p:nvSpPr>
          <p:spPr>
            <a:xfrm>
              <a:off x="6935632" y="19679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5" name="pt22065"/>
            <p:cNvSpPr/>
            <p:nvPr/>
          </p:nvSpPr>
          <p:spPr>
            <a:xfrm>
              <a:off x="7174787" y="20450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6" name="pt22066"/>
            <p:cNvSpPr/>
            <p:nvPr/>
          </p:nvSpPr>
          <p:spPr>
            <a:xfrm>
              <a:off x="7050997" y="17249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7" name="pt22067"/>
            <p:cNvSpPr/>
            <p:nvPr/>
          </p:nvSpPr>
          <p:spPr>
            <a:xfrm>
              <a:off x="7060069" y="22490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8" name="pt22068"/>
            <p:cNvSpPr/>
            <p:nvPr/>
          </p:nvSpPr>
          <p:spPr>
            <a:xfrm>
              <a:off x="7004457" y="2065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9" name="pt22069"/>
            <p:cNvSpPr/>
            <p:nvPr/>
          </p:nvSpPr>
          <p:spPr>
            <a:xfrm>
              <a:off x="7222391" y="19750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0" name="pt22070"/>
            <p:cNvSpPr/>
            <p:nvPr/>
          </p:nvSpPr>
          <p:spPr>
            <a:xfrm>
              <a:off x="6927533" y="20251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1" name="pt22071"/>
            <p:cNvSpPr/>
            <p:nvPr/>
          </p:nvSpPr>
          <p:spPr>
            <a:xfrm>
              <a:off x="6985772" y="20566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2" name="pt22072"/>
            <p:cNvSpPr/>
            <p:nvPr/>
          </p:nvSpPr>
          <p:spPr>
            <a:xfrm>
              <a:off x="7349264" y="27015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3" name="pt22073"/>
            <p:cNvSpPr/>
            <p:nvPr/>
          </p:nvSpPr>
          <p:spPr>
            <a:xfrm>
              <a:off x="7025291" y="21460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4" name="pt22074"/>
            <p:cNvSpPr/>
            <p:nvPr/>
          </p:nvSpPr>
          <p:spPr>
            <a:xfrm>
              <a:off x="7145446" y="20635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5" name="pt22075"/>
            <p:cNvSpPr/>
            <p:nvPr/>
          </p:nvSpPr>
          <p:spPr>
            <a:xfrm>
              <a:off x="7328527" y="1995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6" name="pt22076"/>
            <p:cNvSpPr/>
            <p:nvPr/>
          </p:nvSpPr>
          <p:spPr>
            <a:xfrm>
              <a:off x="7230079" y="21579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7" name="pt22077"/>
            <p:cNvSpPr/>
            <p:nvPr/>
          </p:nvSpPr>
          <p:spPr>
            <a:xfrm>
              <a:off x="7110230" y="21083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8" name="pt22078"/>
            <p:cNvSpPr/>
            <p:nvPr/>
          </p:nvSpPr>
          <p:spPr>
            <a:xfrm>
              <a:off x="6994785" y="20023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9" name="pt22079"/>
            <p:cNvSpPr/>
            <p:nvPr/>
          </p:nvSpPr>
          <p:spPr>
            <a:xfrm>
              <a:off x="7352030" y="24298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0" name="pt22080"/>
            <p:cNvSpPr/>
            <p:nvPr/>
          </p:nvSpPr>
          <p:spPr>
            <a:xfrm>
              <a:off x="7112483" y="21665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1" name="pt22081"/>
            <p:cNvSpPr/>
            <p:nvPr/>
          </p:nvSpPr>
          <p:spPr>
            <a:xfrm>
              <a:off x="7202487" y="20870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2" name="pt22082"/>
            <p:cNvSpPr/>
            <p:nvPr/>
          </p:nvSpPr>
          <p:spPr>
            <a:xfrm>
              <a:off x="7310096" y="19625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3" name="pt22083"/>
            <p:cNvSpPr/>
            <p:nvPr/>
          </p:nvSpPr>
          <p:spPr>
            <a:xfrm>
              <a:off x="6624577" y="23998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4" name="pt22084"/>
            <p:cNvSpPr/>
            <p:nvPr/>
          </p:nvSpPr>
          <p:spPr>
            <a:xfrm>
              <a:off x="6924900" y="23389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5" name="pt22085"/>
            <p:cNvSpPr/>
            <p:nvPr/>
          </p:nvSpPr>
          <p:spPr>
            <a:xfrm>
              <a:off x="7317501" y="21825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6" name="pt22086"/>
            <p:cNvSpPr/>
            <p:nvPr/>
          </p:nvSpPr>
          <p:spPr>
            <a:xfrm>
              <a:off x="7259880" y="18356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7" name="pt22087"/>
            <p:cNvSpPr/>
            <p:nvPr/>
          </p:nvSpPr>
          <p:spPr>
            <a:xfrm>
              <a:off x="6841790" y="22378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8" name="pt22088"/>
            <p:cNvSpPr/>
            <p:nvPr/>
          </p:nvSpPr>
          <p:spPr>
            <a:xfrm>
              <a:off x="7192297" y="23730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9" name="pt22089"/>
            <p:cNvSpPr/>
            <p:nvPr/>
          </p:nvSpPr>
          <p:spPr>
            <a:xfrm>
              <a:off x="6990832" y="21093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0" name="pt22090"/>
            <p:cNvSpPr/>
            <p:nvPr/>
          </p:nvSpPr>
          <p:spPr>
            <a:xfrm>
              <a:off x="7184372" y="20530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1" name="pt22091"/>
            <p:cNvSpPr/>
            <p:nvPr/>
          </p:nvSpPr>
          <p:spPr>
            <a:xfrm>
              <a:off x="7146732" y="21309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2" name="pt22092"/>
            <p:cNvSpPr/>
            <p:nvPr/>
          </p:nvSpPr>
          <p:spPr>
            <a:xfrm>
              <a:off x="7025279" y="22235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3" name="pt22093"/>
            <p:cNvSpPr/>
            <p:nvPr/>
          </p:nvSpPr>
          <p:spPr>
            <a:xfrm>
              <a:off x="7033637" y="23219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4" name="pt22094"/>
            <p:cNvSpPr/>
            <p:nvPr/>
          </p:nvSpPr>
          <p:spPr>
            <a:xfrm>
              <a:off x="6938228" y="21558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5" name="pt22095"/>
            <p:cNvSpPr/>
            <p:nvPr/>
          </p:nvSpPr>
          <p:spPr>
            <a:xfrm>
              <a:off x="7118303" y="22003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6" name="pt22096"/>
            <p:cNvSpPr/>
            <p:nvPr/>
          </p:nvSpPr>
          <p:spPr>
            <a:xfrm>
              <a:off x="7118930" y="22114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7" name="pt22097"/>
            <p:cNvSpPr/>
            <p:nvPr/>
          </p:nvSpPr>
          <p:spPr>
            <a:xfrm>
              <a:off x="7125012" y="2286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8" name="pt22098"/>
            <p:cNvSpPr/>
            <p:nvPr/>
          </p:nvSpPr>
          <p:spPr>
            <a:xfrm>
              <a:off x="7173805" y="20260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9" name="pt22099"/>
            <p:cNvSpPr/>
            <p:nvPr/>
          </p:nvSpPr>
          <p:spPr>
            <a:xfrm>
              <a:off x="7028310" y="22653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0" name="pt22100"/>
            <p:cNvSpPr/>
            <p:nvPr/>
          </p:nvSpPr>
          <p:spPr>
            <a:xfrm>
              <a:off x="7228096" y="2266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1" name="pt22101"/>
            <p:cNvSpPr/>
            <p:nvPr/>
          </p:nvSpPr>
          <p:spPr>
            <a:xfrm>
              <a:off x="7156973" y="20221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2" name="pt22102"/>
            <p:cNvSpPr/>
            <p:nvPr/>
          </p:nvSpPr>
          <p:spPr>
            <a:xfrm>
              <a:off x="7281395" y="19769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3" name="pt22103"/>
            <p:cNvSpPr/>
            <p:nvPr/>
          </p:nvSpPr>
          <p:spPr>
            <a:xfrm>
              <a:off x="6969536" y="20041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4" name="pt22104"/>
            <p:cNvSpPr/>
            <p:nvPr/>
          </p:nvSpPr>
          <p:spPr>
            <a:xfrm>
              <a:off x="7360673" y="21227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5" name="pt22105"/>
            <p:cNvSpPr/>
            <p:nvPr/>
          </p:nvSpPr>
          <p:spPr>
            <a:xfrm>
              <a:off x="7079971" y="22512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6" name="pt22106"/>
            <p:cNvSpPr/>
            <p:nvPr/>
          </p:nvSpPr>
          <p:spPr>
            <a:xfrm>
              <a:off x="7147022" y="21125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7" name="pt22107"/>
            <p:cNvSpPr/>
            <p:nvPr/>
          </p:nvSpPr>
          <p:spPr>
            <a:xfrm>
              <a:off x="7229709" y="20648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8" name="pt22108"/>
            <p:cNvSpPr/>
            <p:nvPr/>
          </p:nvSpPr>
          <p:spPr>
            <a:xfrm>
              <a:off x="6967101" y="19658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9" name="pt22109"/>
            <p:cNvSpPr/>
            <p:nvPr/>
          </p:nvSpPr>
          <p:spPr>
            <a:xfrm>
              <a:off x="6923807" y="21860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0" name="pt22110"/>
            <p:cNvSpPr/>
            <p:nvPr/>
          </p:nvSpPr>
          <p:spPr>
            <a:xfrm>
              <a:off x="7567909" y="26101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1" name="pt22111"/>
            <p:cNvSpPr/>
            <p:nvPr/>
          </p:nvSpPr>
          <p:spPr>
            <a:xfrm>
              <a:off x="7105850" y="21771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2" name="pt22112"/>
            <p:cNvSpPr/>
            <p:nvPr/>
          </p:nvSpPr>
          <p:spPr>
            <a:xfrm>
              <a:off x="7342925" y="24859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3" name="pt22113"/>
            <p:cNvSpPr/>
            <p:nvPr/>
          </p:nvSpPr>
          <p:spPr>
            <a:xfrm>
              <a:off x="7355762" y="22952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4" name="pt22114"/>
            <p:cNvSpPr/>
            <p:nvPr/>
          </p:nvSpPr>
          <p:spPr>
            <a:xfrm>
              <a:off x="7253844" y="20540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5" name="pt22115"/>
            <p:cNvSpPr/>
            <p:nvPr/>
          </p:nvSpPr>
          <p:spPr>
            <a:xfrm>
              <a:off x="7138022" y="24578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6" name="pt22116"/>
            <p:cNvSpPr/>
            <p:nvPr/>
          </p:nvSpPr>
          <p:spPr>
            <a:xfrm>
              <a:off x="7016617" y="19252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7" name="pt22117"/>
            <p:cNvSpPr/>
            <p:nvPr/>
          </p:nvSpPr>
          <p:spPr>
            <a:xfrm>
              <a:off x="7333321" y="21008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8" name="pt22118"/>
            <p:cNvSpPr/>
            <p:nvPr/>
          </p:nvSpPr>
          <p:spPr>
            <a:xfrm>
              <a:off x="7120641" y="22154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9" name="pt22119"/>
            <p:cNvSpPr/>
            <p:nvPr/>
          </p:nvSpPr>
          <p:spPr>
            <a:xfrm>
              <a:off x="7106054" y="21346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0" name="pt22120"/>
            <p:cNvSpPr/>
            <p:nvPr/>
          </p:nvSpPr>
          <p:spPr>
            <a:xfrm>
              <a:off x="7098350" y="21671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1" name="pt22121"/>
            <p:cNvSpPr/>
            <p:nvPr/>
          </p:nvSpPr>
          <p:spPr>
            <a:xfrm>
              <a:off x="7145234" y="20089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2" name="pt22122"/>
            <p:cNvSpPr/>
            <p:nvPr/>
          </p:nvSpPr>
          <p:spPr>
            <a:xfrm>
              <a:off x="6857558" y="21603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3" name="pt22123"/>
            <p:cNvSpPr/>
            <p:nvPr/>
          </p:nvSpPr>
          <p:spPr>
            <a:xfrm>
              <a:off x="7077842" y="21587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4" name="pt22124"/>
            <p:cNvSpPr/>
            <p:nvPr/>
          </p:nvSpPr>
          <p:spPr>
            <a:xfrm>
              <a:off x="7152208" y="20173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5" name="pt22125"/>
            <p:cNvSpPr/>
            <p:nvPr/>
          </p:nvSpPr>
          <p:spPr>
            <a:xfrm>
              <a:off x="7198122" y="22366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6" name="pt22126"/>
            <p:cNvSpPr/>
            <p:nvPr/>
          </p:nvSpPr>
          <p:spPr>
            <a:xfrm>
              <a:off x="7743794" y="23675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7" name="pt22127"/>
            <p:cNvSpPr/>
            <p:nvPr/>
          </p:nvSpPr>
          <p:spPr>
            <a:xfrm>
              <a:off x="7028333" y="22668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8" name="pt22128"/>
            <p:cNvSpPr/>
            <p:nvPr/>
          </p:nvSpPr>
          <p:spPr>
            <a:xfrm>
              <a:off x="7126870" y="23034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9" name="pt22129"/>
            <p:cNvSpPr/>
            <p:nvPr/>
          </p:nvSpPr>
          <p:spPr>
            <a:xfrm>
              <a:off x="7220948" y="17655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0" name="pt22130"/>
            <p:cNvSpPr/>
            <p:nvPr/>
          </p:nvSpPr>
          <p:spPr>
            <a:xfrm>
              <a:off x="6866269" y="19856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1" name="pt22131"/>
            <p:cNvSpPr/>
            <p:nvPr/>
          </p:nvSpPr>
          <p:spPr>
            <a:xfrm>
              <a:off x="7065900" y="20851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2" name="pt22132"/>
            <p:cNvSpPr/>
            <p:nvPr/>
          </p:nvSpPr>
          <p:spPr>
            <a:xfrm>
              <a:off x="7159062" y="21199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3" name="pt22133"/>
            <p:cNvSpPr/>
            <p:nvPr/>
          </p:nvSpPr>
          <p:spPr>
            <a:xfrm>
              <a:off x="7019703" y="21651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4" name="pt22134"/>
            <p:cNvSpPr/>
            <p:nvPr/>
          </p:nvSpPr>
          <p:spPr>
            <a:xfrm>
              <a:off x="7183840" y="20626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5" name="pt22135"/>
            <p:cNvSpPr/>
            <p:nvPr/>
          </p:nvSpPr>
          <p:spPr>
            <a:xfrm>
              <a:off x="7153444" y="20252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6" name="pt22136"/>
            <p:cNvSpPr/>
            <p:nvPr/>
          </p:nvSpPr>
          <p:spPr>
            <a:xfrm>
              <a:off x="7381650" y="26300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7" name="pt22137"/>
            <p:cNvSpPr/>
            <p:nvPr/>
          </p:nvSpPr>
          <p:spPr>
            <a:xfrm>
              <a:off x="7034933" y="23844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8" name="pt22138"/>
            <p:cNvSpPr/>
            <p:nvPr/>
          </p:nvSpPr>
          <p:spPr>
            <a:xfrm>
              <a:off x="7170573" y="21797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9" name="pt22139"/>
            <p:cNvSpPr/>
            <p:nvPr/>
          </p:nvSpPr>
          <p:spPr>
            <a:xfrm>
              <a:off x="7032842" y="22431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0" name="pt22140"/>
            <p:cNvSpPr/>
            <p:nvPr/>
          </p:nvSpPr>
          <p:spPr>
            <a:xfrm>
              <a:off x="7124364" y="2033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1" name="pt22141"/>
            <p:cNvSpPr/>
            <p:nvPr/>
          </p:nvSpPr>
          <p:spPr>
            <a:xfrm>
              <a:off x="7212577" y="22526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2" name="pt22142"/>
            <p:cNvSpPr/>
            <p:nvPr/>
          </p:nvSpPr>
          <p:spPr>
            <a:xfrm>
              <a:off x="7124668" y="21589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3" name="pt22143"/>
            <p:cNvSpPr/>
            <p:nvPr/>
          </p:nvSpPr>
          <p:spPr>
            <a:xfrm>
              <a:off x="6854357" y="22218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4" name="pt22144"/>
            <p:cNvSpPr/>
            <p:nvPr/>
          </p:nvSpPr>
          <p:spPr>
            <a:xfrm>
              <a:off x="7180923" y="20443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5" name="pt22145"/>
            <p:cNvSpPr/>
            <p:nvPr/>
          </p:nvSpPr>
          <p:spPr>
            <a:xfrm>
              <a:off x="6746085" y="15850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6" name="pt22146"/>
            <p:cNvSpPr/>
            <p:nvPr/>
          </p:nvSpPr>
          <p:spPr>
            <a:xfrm>
              <a:off x="7360768" y="21416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7" name="pt22147"/>
            <p:cNvSpPr/>
            <p:nvPr/>
          </p:nvSpPr>
          <p:spPr>
            <a:xfrm>
              <a:off x="6928914" y="22280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8" name="pt22148"/>
            <p:cNvSpPr/>
            <p:nvPr/>
          </p:nvSpPr>
          <p:spPr>
            <a:xfrm>
              <a:off x="7177882" y="20469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9" name="pt22149"/>
            <p:cNvSpPr/>
            <p:nvPr/>
          </p:nvSpPr>
          <p:spPr>
            <a:xfrm>
              <a:off x="6828500" y="21288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0" name="pt22150"/>
            <p:cNvSpPr/>
            <p:nvPr/>
          </p:nvSpPr>
          <p:spPr>
            <a:xfrm>
              <a:off x="7130527" y="23100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1" name="pt22151"/>
            <p:cNvSpPr/>
            <p:nvPr/>
          </p:nvSpPr>
          <p:spPr>
            <a:xfrm>
              <a:off x="7159497" y="20478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2" name="pt22152"/>
            <p:cNvSpPr/>
            <p:nvPr/>
          </p:nvSpPr>
          <p:spPr>
            <a:xfrm>
              <a:off x="7321315" y="19394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3" name="pt22153"/>
            <p:cNvSpPr/>
            <p:nvPr/>
          </p:nvSpPr>
          <p:spPr>
            <a:xfrm>
              <a:off x="7176013" y="19097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4" name="pt22154"/>
            <p:cNvSpPr/>
            <p:nvPr/>
          </p:nvSpPr>
          <p:spPr>
            <a:xfrm>
              <a:off x="7319171" y="21756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5" name="pt22155"/>
            <p:cNvSpPr/>
            <p:nvPr/>
          </p:nvSpPr>
          <p:spPr>
            <a:xfrm>
              <a:off x="7108272" y="21441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6" name="pt22156"/>
            <p:cNvSpPr/>
            <p:nvPr/>
          </p:nvSpPr>
          <p:spPr>
            <a:xfrm>
              <a:off x="7085883" y="2295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7" name="pt22157"/>
            <p:cNvSpPr/>
            <p:nvPr/>
          </p:nvSpPr>
          <p:spPr>
            <a:xfrm>
              <a:off x="7497062" y="29532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8" name="pt22158"/>
            <p:cNvSpPr/>
            <p:nvPr/>
          </p:nvSpPr>
          <p:spPr>
            <a:xfrm>
              <a:off x="7214671" y="20634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9" name="pt22159"/>
            <p:cNvSpPr/>
            <p:nvPr/>
          </p:nvSpPr>
          <p:spPr>
            <a:xfrm>
              <a:off x="7101853" y="21425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0" name="pt22160"/>
            <p:cNvSpPr/>
            <p:nvPr/>
          </p:nvSpPr>
          <p:spPr>
            <a:xfrm>
              <a:off x="7291654" y="19955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1" name="pt22161"/>
            <p:cNvSpPr/>
            <p:nvPr/>
          </p:nvSpPr>
          <p:spPr>
            <a:xfrm>
              <a:off x="6787833" y="26925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2" name="pt22162"/>
            <p:cNvSpPr/>
            <p:nvPr/>
          </p:nvSpPr>
          <p:spPr>
            <a:xfrm>
              <a:off x="6952274" y="20261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3" name="pt22163"/>
            <p:cNvSpPr/>
            <p:nvPr/>
          </p:nvSpPr>
          <p:spPr>
            <a:xfrm>
              <a:off x="7226036" y="22399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4" name="pt22164"/>
            <p:cNvSpPr/>
            <p:nvPr/>
          </p:nvSpPr>
          <p:spPr>
            <a:xfrm>
              <a:off x="7246689" y="20760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5" name="pt22165"/>
            <p:cNvSpPr/>
            <p:nvPr/>
          </p:nvSpPr>
          <p:spPr>
            <a:xfrm>
              <a:off x="7366878" y="20351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6" name="pt22166"/>
            <p:cNvSpPr/>
            <p:nvPr/>
          </p:nvSpPr>
          <p:spPr>
            <a:xfrm>
              <a:off x="7259173" y="22803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7" name="pt22167"/>
            <p:cNvSpPr/>
            <p:nvPr/>
          </p:nvSpPr>
          <p:spPr>
            <a:xfrm>
              <a:off x="7160410" y="21175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8" name="pt22168"/>
            <p:cNvSpPr/>
            <p:nvPr/>
          </p:nvSpPr>
          <p:spPr>
            <a:xfrm>
              <a:off x="6969679" y="20004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9" name="pt22169"/>
            <p:cNvSpPr/>
            <p:nvPr/>
          </p:nvSpPr>
          <p:spPr>
            <a:xfrm>
              <a:off x="7394465" y="27410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0" name="pt22170"/>
            <p:cNvSpPr/>
            <p:nvPr/>
          </p:nvSpPr>
          <p:spPr>
            <a:xfrm>
              <a:off x="7308850" y="19406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1" name="pt22171"/>
            <p:cNvSpPr/>
            <p:nvPr/>
          </p:nvSpPr>
          <p:spPr>
            <a:xfrm>
              <a:off x="7080367" y="22375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2" name="pt22172"/>
            <p:cNvSpPr/>
            <p:nvPr/>
          </p:nvSpPr>
          <p:spPr>
            <a:xfrm>
              <a:off x="7099409" y="20701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3" name="pt22173"/>
            <p:cNvSpPr/>
            <p:nvPr/>
          </p:nvSpPr>
          <p:spPr>
            <a:xfrm>
              <a:off x="7197100" y="2255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4" name="pt22174"/>
            <p:cNvSpPr/>
            <p:nvPr/>
          </p:nvSpPr>
          <p:spPr>
            <a:xfrm>
              <a:off x="7210751" y="2059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5" name="pt22175"/>
            <p:cNvSpPr/>
            <p:nvPr/>
          </p:nvSpPr>
          <p:spPr>
            <a:xfrm>
              <a:off x="7167846" y="22003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6" name="pt22176"/>
            <p:cNvSpPr/>
            <p:nvPr/>
          </p:nvSpPr>
          <p:spPr>
            <a:xfrm>
              <a:off x="7462719" y="23092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7" name="pt22177"/>
            <p:cNvSpPr/>
            <p:nvPr/>
          </p:nvSpPr>
          <p:spPr>
            <a:xfrm>
              <a:off x="7014041" y="17097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8" name="pt22178"/>
            <p:cNvSpPr/>
            <p:nvPr/>
          </p:nvSpPr>
          <p:spPr>
            <a:xfrm>
              <a:off x="7064452" y="21517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9" name="pt22179"/>
            <p:cNvSpPr/>
            <p:nvPr/>
          </p:nvSpPr>
          <p:spPr>
            <a:xfrm>
              <a:off x="7461603" y="24012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0" name="pt22180"/>
            <p:cNvSpPr/>
            <p:nvPr/>
          </p:nvSpPr>
          <p:spPr>
            <a:xfrm>
              <a:off x="7063568" y="21195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1" name="pt22181"/>
            <p:cNvSpPr/>
            <p:nvPr/>
          </p:nvSpPr>
          <p:spPr>
            <a:xfrm>
              <a:off x="6746597" y="20143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2" name="pt22182"/>
            <p:cNvSpPr/>
            <p:nvPr/>
          </p:nvSpPr>
          <p:spPr>
            <a:xfrm>
              <a:off x="6905687" y="22840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3" name="pt22183"/>
            <p:cNvSpPr/>
            <p:nvPr/>
          </p:nvSpPr>
          <p:spPr>
            <a:xfrm>
              <a:off x="7118965" y="22114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4" name="pt22184"/>
            <p:cNvSpPr/>
            <p:nvPr/>
          </p:nvSpPr>
          <p:spPr>
            <a:xfrm>
              <a:off x="7303925" y="20709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5" name="pt22185"/>
            <p:cNvSpPr/>
            <p:nvPr/>
          </p:nvSpPr>
          <p:spPr>
            <a:xfrm>
              <a:off x="7152173" y="19585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6" name="pt22186"/>
            <p:cNvSpPr/>
            <p:nvPr/>
          </p:nvSpPr>
          <p:spPr>
            <a:xfrm>
              <a:off x="6944261" y="19605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7" name="pt22187"/>
            <p:cNvSpPr/>
            <p:nvPr/>
          </p:nvSpPr>
          <p:spPr>
            <a:xfrm>
              <a:off x="7026887" y="22845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8" name="pt22188"/>
            <p:cNvSpPr/>
            <p:nvPr/>
          </p:nvSpPr>
          <p:spPr>
            <a:xfrm>
              <a:off x="7056837" y="23249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9" name="pt22189"/>
            <p:cNvSpPr/>
            <p:nvPr/>
          </p:nvSpPr>
          <p:spPr>
            <a:xfrm>
              <a:off x="7058292" y="2230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0" name="pt22190"/>
            <p:cNvSpPr/>
            <p:nvPr/>
          </p:nvSpPr>
          <p:spPr>
            <a:xfrm>
              <a:off x="7155920" y="19851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1" name="pt22191"/>
            <p:cNvSpPr/>
            <p:nvPr/>
          </p:nvSpPr>
          <p:spPr>
            <a:xfrm>
              <a:off x="7122951" y="2157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2" name="pt22192"/>
            <p:cNvSpPr/>
            <p:nvPr/>
          </p:nvSpPr>
          <p:spPr>
            <a:xfrm>
              <a:off x="6925442" y="19175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3" name="pt22193"/>
            <p:cNvSpPr/>
            <p:nvPr/>
          </p:nvSpPr>
          <p:spPr>
            <a:xfrm>
              <a:off x="7345928" y="25690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4" name="pt22194"/>
            <p:cNvSpPr/>
            <p:nvPr/>
          </p:nvSpPr>
          <p:spPr>
            <a:xfrm>
              <a:off x="7086412" y="22286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5" name="pt22195"/>
            <p:cNvSpPr/>
            <p:nvPr/>
          </p:nvSpPr>
          <p:spPr>
            <a:xfrm>
              <a:off x="6978768" y="18865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6" name="pt22196"/>
            <p:cNvSpPr/>
            <p:nvPr/>
          </p:nvSpPr>
          <p:spPr>
            <a:xfrm>
              <a:off x="7248915" y="20710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7" name="pt22197"/>
            <p:cNvSpPr/>
            <p:nvPr/>
          </p:nvSpPr>
          <p:spPr>
            <a:xfrm>
              <a:off x="7183078" y="20616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8" name="pt22198"/>
            <p:cNvSpPr/>
            <p:nvPr/>
          </p:nvSpPr>
          <p:spPr>
            <a:xfrm>
              <a:off x="7048874" y="17659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9" name="pt22199"/>
            <p:cNvSpPr/>
            <p:nvPr/>
          </p:nvSpPr>
          <p:spPr>
            <a:xfrm>
              <a:off x="7097049" y="21177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0" name="pt22200"/>
            <p:cNvSpPr/>
            <p:nvPr/>
          </p:nvSpPr>
          <p:spPr>
            <a:xfrm>
              <a:off x="7252262" y="21100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1" name="pt22201"/>
            <p:cNvSpPr/>
            <p:nvPr/>
          </p:nvSpPr>
          <p:spPr>
            <a:xfrm>
              <a:off x="7117676" y="21315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2" name="pt22202"/>
            <p:cNvSpPr/>
            <p:nvPr/>
          </p:nvSpPr>
          <p:spPr>
            <a:xfrm>
              <a:off x="7160191" y="20353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3" name="pt22203"/>
            <p:cNvSpPr/>
            <p:nvPr/>
          </p:nvSpPr>
          <p:spPr>
            <a:xfrm>
              <a:off x="6944466" y="2046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4" name="pt22204"/>
            <p:cNvSpPr/>
            <p:nvPr/>
          </p:nvSpPr>
          <p:spPr>
            <a:xfrm>
              <a:off x="7186204" y="21273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5" name="pt22205"/>
            <p:cNvSpPr/>
            <p:nvPr/>
          </p:nvSpPr>
          <p:spPr>
            <a:xfrm>
              <a:off x="7189955" y="22831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6" name="pt22206"/>
            <p:cNvSpPr/>
            <p:nvPr/>
          </p:nvSpPr>
          <p:spPr>
            <a:xfrm>
              <a:off x="7332561" y="19169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7" name="pt22207"/>
            <p:cNvSpPr/>
            <p:nvPr/>
          </p:nvSpPr>
          <p:spPr>
            <a:xfrm>
              <a:off x="7335751" y="23008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8" name="pt22208"/>
            <p:cNvSpPr/>
            <p:nvPr/>
          </p:nvSpPr>
          <p:spPr>
            <a:xfrm>
              <a:off x="7135472" y="2311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9" name="pt22209"/>
            <p:cNvSpPr/>
            <p:nvPr/>
          </p:nvSpPr>
          <p:spPr>
            <a:xfrm>
              <a:off x="6944018" y="21584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0" name="pt22210"/>
            <p:cNvSpPr/>
            <p:nvPr/>
          </p:nvSpPr>
          <p:spPr>
            <a:xfrm>
              <a:off x="7360939" y="23267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1" name="pt22211"/>
            <p:cNvSpPr/>
            <p:nvPr/>
          </p:nvSpPr>
          <p:spPr>
            <a:xfrm>
              <a:off x="7125391" y="23046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2" name="pt22212"/>
            <p:cNvSpPr/>
            <p:nvPr/>
          </p:nvSpPr>
          <p:spPr>
            <a:xfrm>
              <a:off x="7256749" y="18950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3" name="pt22213"/>
            <p:cNvSpPr/>
            <p:nvPr/>
          </p:nvSpPr>
          <p:spPr>
            <a:xfrm>
              <a:off x="7110417" y="22123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4" name="pt22214"/>
            <p:cNvSpPr/>
            <p:nvPr/>
          </p:nvSpPr>
          <p:spPr>
            <a:xfrm>
              <a:off x="7055521" y="2143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5" name="pt22215"/>
            <p:cNvSpPr/>
            <p:nvPr/>
          </p:nvSpPr>
          <p:spPr>
            <a:xfrm>
              <a:off x="7323120" y="22739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6" name="pt22216"/>
            <p:cNvSpPr/>
            <p:nvPr/>
          </p:nvSpPr>
          <p:spPr>
            <a:xfrm>
              <a:off x="7058851" y="20523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7" name="pt22217"/>
            <p:cNvSpPr/>
            <p:nvPr/>
          </p:nvSpPr>
          <p:spPr>
            <a:xfrm>
              <a:off x="7269437" y="19024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8" name="pt22218"/>
            <p:cNvSpPr/>
            <p:nvPr/>
          </p:nvSpPr>
          <p:spPr>
            <a:xfrm>
              <a:off x="7088522" y="21976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9" name="pt22219"/>
            <p:cNvSpPr/>
            <p:nvPr/>
          </p:nvSpPr>
          <p:spPr>
            <a:xfrm>
              <a:off x="7008676" y="19712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0" name="pt22220"/>
            <p:cNvSpPr/>
            <p:nvPr/>
          </p:nvSpPr>
          <p:spPr>
            <a:xfrm>
              <a:off x="7282155" y="20807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1" name="pt22221"/>
            <p:cNvSpPr/>
            <p:nvPr/>
          </p:nvSpPr>
          <p:spPr>
            <a:xfrm>
              <a:off x="6767274" y="2509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2" name="pt22222"/>
            <p:cNvSpPr/>
            <p:nvPr/>
          </p:nvSpPr>
          <p:spPr>
            <a:xfrm>
              <a:off x="7151672" y="20334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3" name="pt22223"/>
            <p:cNvSpPr/>
            <p:nvPr/>
          </p:nvSpPr>
          <p:spPr>
            <a:xfrm>
              <a:off x="7058608" y="21652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4" name="pt22224"/>
            <p:cNvSpPr/>
            <p:nvPr/>
          </p:nvSpPr>
          <p:spPr>
            <a:xfrm>
              <a:off x="7089427" y="22252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5" name="pt22225"/>
            <p:cNvSpPr/>
            <p:nvPr/>
          </p:nvSpPr>
          <p:spPr>
            <a:xfrm>
              <a:off x="7218052" y="21739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6" name="pt22226"/>
            <p:cNvSpPr/>
            <p:nvPr/>
          </p:nvSpPr>
          <p:spPr>
            <a:xfrm>
              <a:off x="7031365" y="21669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7" name="pt22227"/>
            <p:cNvSpPr/>
            <p:nvPr/>
          </p:nvSpPr>
          <p:spPr>
            <a:xfrm>
              <a:off x="7115147" y="21551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8" name="pt22228"/>
            <p:cNvSpPr/>
            <p:nvPr/>
          </p:nvSpPr>
          <p:spPr>
            <a:xfrm>
              <a:off x="7236828" y="20629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9" name="pt22229"/>
            <p:cNvSpPr/>
            <p:nvPr/>
          </p:nvSpPr>
          <p:spPr>
            <a:xfrm>
              <a:off x="6895525" y="19344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0" name="pt22230"/>
            <p:cNvSpPr/>
            <p:nvPr/>
          </p:nvSpPr>
          <p:spPr>
            <a:xfrm>
              <a:off x="7115421" y="21800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1" name="pt22231"/>
            <p:cNvSpPr/>
            <p:nvPr/>
          </p:nvSpPr>
          <p:spPr>
            <a:xfrm>
              <a:off x="7138410" y="23519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2" name="pt22232"/>
            <p:cNvSpPr/>
            <p:nvPr/>
          </p:nvSpPr>
          <p:spPr>
            <a:xfrm>
              <a:off x="6882822" y="20281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3" name="pt22233"/>
            <p:cNvSpPr/>
            <p:nvPr/>
          </p:nvSpPr>
          <p:spPr>
            <a:xfrm>
              <a:off x="6999728" y="18713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4" name="pt22234"/>
            <p:cNvSpPr/>
            <p:nvPr/>
          </p:nvSpPr>
          <p:spPr>
            <a:xfrm>
              <a:off x="7040857" y="22579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5" name="pt22235"/>
            <p:cNvSpPr/>
            <p:nvPr/>
          </p:nvSpPr>
          <p:spPr>
            <a:xfrm>
              <a:off x="6975211" y="19233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6" name="pt22236"/>
            <p:cNvSpPr/>
            <p:nvPr/>
          </p:nvSpPr>
          <p:spPr>
            <a:xfrm>
              <a:off x="7047949" y="17288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7" name="pt22237"/>
            <p:cNvSpPr/>
            <p:nvPr/>
          </p:nvSpPr>
          <p:spPr>
            <a:xfrm>
              <a:off x="6987775" y="19883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8" name="pt22238"/>
            <p:cNvSpPr/>
            <p:nvPr/>
          </p:nvSpPr>
          <p:spPr>
            <a:xfrm>
              <a:off x="6928893" y="20650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9" name="pt22239"/>
            <p:cNvSpPr/>
            <p:nvPr/>
          </p:nvSpPr>
          <p:spPr>
            <a:xfrm>
              <a:off x="7139286" y="22786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0" name="pt22240"/>
            <p:cNvSpPr/>
            <p:nvPr/>
          </p:nvSpPr>
          <p:spPr>
            <a:xfrm>
              <a:off x="7126137" y="2259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1" name="pt22241"/>
            <p:cNvSpPr/>
            <p:nvPr/>
          </p:nvSpPr>
          <p:spPr>
            <a:xfrm>
              <a:off x="7063750" y="20865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2" name="pt22242"/>
            <p:cNvSpPr/>
            <p:nvPr/>
          </p:nvSpPr>
          <p:spPr>
            <a:xfrm>
              <a:off x="7157164" y="19245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3" name="pt22243"/>
            <p:cNvSpPr/>
            <p:nvPr/>
          </p:nvSpPr>
          <p:spPr>
            <a:xfrm>
              <a:off x="7314753" y="20439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4" name="pt22244"/>
            <p:cNvSpPr/>
            <p:nvPr/>
          </p:nvSpPr>
          <p:spPr>
            <a:xfrm>
              <a:off x="7300458" y="20248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5" name="pt22245"/>
            <p:cNvSpPr/>
            <p:nvPr/>
          </p:nvSpPr>
          <p:spPr>
            <a:xfrm>
              <a:off x="7158943" y="20365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6" name="pt22246"/>
            <p:cNvSpPr/>
            <p:nvPr/>
          </p:nvSpPr>
          <p:spPr>
            <a:xfrm>
              <a:off x="7204083" y="22483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7" name="pt22247"/>
            <p:cNvSpPr/>
            <p:nvPr/>
          </p:nvSpPr>
          <p:spPr>
            <a:xfrm>
              <a:off x="7078864" y="21721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8" name="pt22248"/>
            <p:cNvSpPr/>
            <p:nvPr/>
          </p:nvSpPr>
          <p:spPr>
            <a:xfrm>
              <a:off x="7250517" y="1982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9" name="pt22249"/>
            <p:cNvSpPr/>
            <p:nvPr/>
          </p:nvSpPr>
          <p:spPr>
            <a:xfrm>
              <a:off x="7433226" y="23899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0" name="pt22250"/>
            <p:cNvSpPr/>
            <p:nvPr/>
          </p:nvSpPr>
          <p:spPr>
            <a:xfrm>
              <a:off x="7196198" y="21735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1" name="pt22251"/>
            <p:cNvSpPr/>
            <p:nvPr/>
          </p:nvSpPr>
          <p:spPr>
            <a:xfrm>
              <a:off x="7477353" y="2387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2" name="pt22252"/>
            <p:cNvSpPr/>
            <p:nvPr/>
          </p:nvSpPr>
          <p:spPr>
            <a:xfrm>
              <a:off x="6857636" y="22273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3" name="pt22253"/>
            <p:cNvSpPr/>
            <p:nvPr/>
          </p:nvSpPr>
          <p:spPr>
            <a:xfrm>
              <a:off x="7231351" y="21828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4" name="pt22254"/>
            <p:cNvSpPr/>
            <p:nvPr/>
          </p:nvSpPr>
          <p:spPr>
            <a:xfrm>
              <a:off x="7309271" y="20842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5" name="pt22255"/>
            <p:cNvSpPr/>
            <p:nvPr/>
          </p:nvSpPr>
          <p:spPr>
            <a:xfrm>
              <a:off x="7153992" y="2002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6" name="pt22256"/>
            <p:cNvSpPr/>
            <p:nvPr/>
          </p:nvSpPr>
          <p:spPr>
            <a:xfrm>
              <a:off x="7651130" y="22996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7" name="pt22257"/>
            <p:cNvSpPr/>
            <p:nvPr/>
          </p:nvSpPr>
          <p:spPr>
            <a:xfrm>
              <a:off x="7034481" y="24001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8" name="pt22258"/>
            <p:cNvSpPr/>
            <p:nvPr/>
          </p:nvSpPr>
          <p:spPr>
            <a:xfrm>
              <a:off x="7175152" y="20638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9" name="pt22259"/>
            <p:cNvSpPr/>
            <p:nvPr/>
          </p:nvSpPr>
          <p:spPr>
            <a:xfrm>
              <a:off x="7064464" y="20774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0" name="pt22260"/>
            <p:cNvSpPr/>
            <p:nvPr/>
          </p:nvSpPr>
          <p:spPr>
            <a:xfrm>
              <a:off x="7116748" y="21696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1" name="pt22261"/>
            <p:cNvSpPr/>
            <p:nvPr/>
          </p:nvSpPr>
          <p:spPr>
            <a:xfrm>
              <a:off x="7025320" y="2260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2" name="pt22262"/>
            <p:cNvSpPr/>
            <p:nvPr/>
          </p:nvSpPr>
          <p:spPr>
            <a:xfrm>
              <a:off x="7225936" y="22056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3" name="pt22263"/>
            <p:cNvSpPr/>
            <p:nvPr/>
          </p:nvSpPr>
          <p:spPr>
            <a:xfrm>
              <a:off x="7080902" y="21971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4" name="pt22264"/>
            <p:cNvSpPr/>
            <p:nvPr/>
          </p:nvSpPr>
          <p:spPr>
            <a:xfrm>
              <a:off x="7189154" y="21551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5" name="pt22265"/>
            <p:cNvSpPr/>
            <p:nvPr/>
          </p:nvSpPr>
          <p:spPr>
            <a:xfrm>
              <a:off x="7218230" y="21249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6" name="pt22266"/>
            <p:cNvSpPr/>
            <p:nvPr/>
          </p:nvSpPr>
          <p:spPr>
            <a:xfrm>
              <a:off x="6823465" y="20731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7" name="pt22267"/>
            <p:cNvSpPr/>
            <p:nvPr/>
          </p:nvSpPr>
          <p:spPr>
            <a:xfrm>
              <a:off x="7236780" y="20704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8" name="pt22268"/>
            <p:cNvSpPr/>
            <p:nvPr/>
          </p:nvSpPr>
          <p:spPr>
            <a:xfrm>
              <a:off x="7090123" y="22091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9" name="pt22269"/>
            <p:cNvSpPr/>
            <p:nvPr/>
          </p:nvSpPr>
          <p:spPr>
            <a:xfrm>
              <a:off x="7055886" y="20573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0" name="pt22270"/>
            <p:cNvSpPr/>
            <p:nvPr/>
          </p:nvSpPr>
          <p:spPr>
            <a:xfrm>
              <a:off x="7359225" y="19719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1" name="pt22271"/>
            <p:cNvSpPr/>
            <p:nvPr/>
          </p:nvSpPr>
          <p:spPr>
            <a:xfrm>
              <a:off x="7026128" y="22856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2" name="pt22272"/>
            <p:cNvSpPr/>
            <p:nvPr/>
          </p:nvSpPr>
          <p:spPr>
            <a:xfrm>
              <a:off x="7392071" y="28585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3" name="pt22273"/>
            <p:cNvSpPr/>
            <p:nvPr/>
          </p:nvSpPr>
          <p:spPr>
            <a:xfrm>
              <a:off x="7111822" y="21241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4" name="pt22274"/>
            <p:cNvSpPr/>
            <p:nvPr/>
          </p:nvSpPr>
          <p:spPr>
            <a:xfrm>
              <a:off x="6935932" y="20524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5" name="pt22275"/>
            <p:cNvSpPr/>
            <p:nvPr/>
          </p:nvSpPr>
          <p:spPr>
            <a:xfrm>
              <a:off x="6917026" y="23145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6" name="pt22276"/>
            <p:cNvSpPr/>
            <p:nvPr/>
          </p:nvSpPr>
          <p:spPr>
            <a:xfrm>
              <a:off x="7350283" y="25531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7" name="pt22277"/>
            <p:cNvSpPr/>
            <p:nvPr/>
          </p:nvSpPr>
          <p:spPr>
            <a:xfrm>
              <a:off x="7065897" y="21345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8" name="pt22278"/>
            <p:cNvSpPr/>
            <p:nvPr/>
          </p:nvSpPr>
          <p:spPr>
            <a:xfrm>
              <a:off x="7164309" y="21799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9" name="pt22279"/>
            <p:cNvSpPr/>
            <p:nvPr/>
          </p:nvSpPr>
          <p:spPr>
            <a:xfrm>
              <a:off x="6626530" y="24843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0" name="pt22280"/>
            <p:cNvSpPr/>
            <p:nvPr/>
          </p:nvSpPr>
          <p:spPr>
            <a:xfrm>
              <a:off x="7069435" y="20096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1" name="pt22281"/>
            <p:cNvSpPr/>
            <p:nvPr/>
          </p:nvSpPr>
          <p:spPr>
            <a:xfrm>
              <a:off x="6957992" y="20399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2" name="pt22282"/>
            <p:cNvSpPr/>
            <p:nvPr/>
          </p:nvSpPr>
          <p:spPr>
            <a:xfrm>
              <a:off x="7210452" y="22905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3" name="pt22283"/>
            <p:cNvSpPr/>
            <p:nvPr/>
          </p:nvSpPr>
          <p:spPr>
            <a:xfrm>
              <a:off x="7179097" y="20305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4" name="pt22284"/>
            <p:cNvSpPr/>
            <p:nvPr/>
          </p:nvSpPr>
          <p:spPr>
            <a:xfrm>
              <a:off x="7260205" y="20679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5" name="pt22285"/>
            <p:cNvSpPr/>
            <p:nvPr/>
          </p:nvSpPr>
          <p:spPr>
            <a:xfrm>
              <a:off x="6898371" y="22238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6" name="pt22286"/>
            <p:cNvSpPr/>
            <p:nvPr/>
          </p:nvSpPr>
          <p:spPr>
            <a:xfrm>
              <a:off x="6968208" y="20955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7" name="pt22287"/>
            <p:cNvSpPr/>
            <p:nvPr/>
          </p:nvSpPr>
          <p:spPr>
            <a:xfrm>
              <a:off x="7145337" y="21896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8" name="pt22288"/>
            <p:cNvSpPr/>
            <p:nvPr/>
          </p:nvSpPr>
          <p:spPr>
            <a:xfrm>
              <a:off x="6940002" y="19450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9" name="pt22289"/>
            <p:cNvSpPr/>
            <p:nvPr/>
          </p:nvSpPr>
          <p:spPr>
            <a:xfrm>
              <a:off x="7068738" y="20636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0" name="pt22290"/>
            <p:cNvSpPr/>
            <p:nvPr/>
          </p:nvSpPr>
          <p:spPr>
            <a:xfrm>
              <a:off x="7111245" y="21834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1" name="pt22291"/>
            <p:cNvSpPr/>
            <p:nvPr/>
          </p:nvSpPr>
          <p:spPr>
            <a:xfrm>
              <a:off x="7131703" y="23169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2" name="pt22292"/>
            <p:cNvSpPr/>
            <p:nvPr/>
          </p:nvSpPr>
          <p:spPr>
            <a:xfrm>
              <a:off x="6949043" y="20635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3" name="pt22293"/>
            <p:cNvSpPr/>
            <p:nvPr/>
          </p:nvSpPr>
          <p:spPr>
            <a:xfrm>
              <a:off x="7017405" y="18886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4" name="pt22294"/>
            <p:cNvSpPr/>
            <p:nvPr/>
          </p:nvSpPr>
          <p:spPr>
            <a:xfrm>
              <a:off x="7616503" y="24809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5" name="pt22295"/>
            <p:cNvSpPr/>
            <p:nvPr/>
          </p:nvSpPr>
          <p:spPr>
            <a:xfrm>
              <a:off x="6937953" y="20794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6" name="pt22296"/>
            <p:cNvSpPr/>
            <p:nvPr/>
          </p:nvSpPr>
          <p:spPr>
            <a:xfrm>
              <a:off x="7314494" y="2003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7" name="pt22297"/>
            <p:cNvSpPr/>
            <p:nvPr/>
          </p:nvSpPr>
          <p:spPr>
            <a:xfrm>
              <a:off x="7141851" y="22006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8" name="pt22298"/>
            <p:cNvSpPr/>
            <p:nvPr/>
          </p:nvSpPr>
          <p:spPr>
            <a:xfrm>
              <a:off x="7296539" y="19107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9" name="pt22299"/>
            <p:cNvSpPr/>
            <p:nvPr/>
          </p:nvSpPr>
          <p:spPr>
            <a:xfrm>
              <a:off x="7372443" y="20411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0" name="pt22300"/>
            <p:cNvSpPr/>
            <p:nvPr/>
          </p:nvSpPr>
          <p:spPr>
            <a:xfrm>
              <a:off x="7200200" y="22467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1" name="pt22301"/>
            <p:cNvSpPr/>
            <p:nvPr/>
          </p:nvSpPr>
          <p:spPr>
            <a:xfrm>
              <a:off x="7247693" y="21104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2" name="pt22302"/>
            <p:cNvSpPr/>
            <p:nvPr/>
          </p:nvSpPr>
          <p:spPr>
            <a:xfrm>
              <a:off x="7219251" y="19859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3" name="pt22303"/>
            <p:cNvSpPr/>
            <p:nvPr/>
          </p:nvSpPr>
          <p:spPr>
            <a:xfrm>
              <a:off x="7490867" y="20647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4" name="pt22304"/>
            <p:cNvSpPr/>
            <p:nvPr/>
          </p:nvSpPr>
          <p:spPr>
            <a:xfrm>
              <a:off x="7184804" y="21778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5" name="pt22305"/>
            <p:cNvSpPr/>
            <p:nvPr/>
          </p:nvSpPr>
          <p:spPr>
            <a:xfrm>
              <a:off x="7157606" y="20208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6" name="pt22306"/>
            <p:cNvSpPr/>
            <p:nvPr/>
          </p:nvSpPr>
          <p:spPr>
            <a:xfrm>
              <a:off x="7121177" y="21217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7" name="pt22307"/>
            <p:cNvSpPr/>
            <p:nvPr/>
          </p:nvSpPr>
          <p:spPr>
            <a:xfrm>
              <a:off x="7126154" y="23247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8" name="pt22308"/>
            <p:cNvSpPr/>
            <p:nvPr/>
          </p:nvSpPr>
          <p:spPr>
            <a:xfrm>
              <a:off x="7304950" y="19673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9" name="pt22309"/>
            <p:cNvSpPr/>
            <p:nvPr/>
          </p:nvSpPr>
          <p:spPr>
            <a:xfrm>
              <a:off x="6794792" y="24413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0" name="pt22310"/>
            <p:cNvSpPr/>
            <p:nvPr/>
          </p:nvSpPr>
          <p:spPr>
            <a:xfrm>
              <a:off x="7116733" y="21438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1" name="pt22311"/>
            <p:cNvSpPr/>
            <p:nvPr/>
          </p:nvSpPr>
          <p:spPr>
            <a:xfrm>
              <a:off x="7163532" y="21664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2" name="pt22312"/>
            <p:cNvSpPr/>
            <p:nvPr/>
          </p:nvSpPr>
          <p:spPr>
            <a:xfrm>
              <a:off x="7232803" y="21100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3" name="pt22313"/>
            <p:cNvSpPr/>
            <p:nvPr/>
          </p:nvSpPr>
          <p:spPr>
            <a:xfrm>
              <a:off x="7248734" y="2173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4" name="pt22314"/>
            <p:cNvSpPr/>
            <p:nvPr/>
          </p:nvSpPr>
          <p:spPr>
            <a:xfrm>
              <a:off x="7057482" y="22326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5" name="pt22315"/>
            <p:cNvSpPr/>
            <p:nvPr/>
          </p:nvSpPr>
          <p:spPr>
            <a:xfrm>
              <a:off x="7090441" y="21557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6" name="pt22316"/>
            <p:cNvSpPr/>
            <p:nvPr/>
          </p:nvSpPr>
          <p:spPr>
            <a:xfrm>
              <a:off x="6834375" y="20865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7" name="pt22317"/>
            <p:cNvSpPr/>
            <p:nvPr/>
          </p:nvSpPr>
          <p:spPr>
            <a:xfrm>
              <a:off x="7231112" y="21705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8" name="pt22318"/>
            <p:cNvSpPr/>
            <p:nvPr/>
          </p:nvSpPr>
          <p:spPr>
            <a:xfrm>
              <a:off x="7096192" y="21784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9" name="pt22319"/>
            <p:cNvSpPr/>
            <p:nvPr/>
          </p:nvSpPr>
          <p:spPr>
            <a:xfrm>
              <a:off x="7228356" y="21584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0" name="pt22320"/>
            <p:cNvSpPr/>
            <p:nvPr/>
          </p:nvSpPr>
          <p:spPr>
            <a:xfrm>
              <a:off x="7130152" y="23625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1" name="pt22321"/>
            <p:cNvSpPr/>
            <p:nvPr/>
          </p:nvSpPr>
          <p:spPr>
            <a:xfrm>
              <a:off x="7235531" y="22026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2" name="pt22322"/>
            <p:cNvSpPr/>
            <p:nvPr/>
          </p:nvSpPr>
          <p:spPr>
            <a:xfrm>
              <a:off x="7033994" y="24337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3" name="pt22323"/>
            <p:cNvSpPr/>
            <p:nvPr/>
          </p:nvSpPr>
          <p:spPr>
            <a:xfrm>
              <a:off x="7078492" y="22011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4" name="pt22324"/>
            <p:cNvSpPr/>
            <p:nvPr/>
          </p:nvSpPr>
          <p:spPr>
            <a:xfrm>
              <a:off x="7076312" y="22492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5" name="pt22325"/>
            <p:cNvSpPr/>
            <p:nvPr/>
          </p:nvSpPr>
          <p:spPr>
            <a:xfrm>
              <a:off x="6923631" y="21496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6" name="pt22326"/>
            <p:cNvSpPr/>
            <p:nvPr/>
          </p:nvSpPr>
          <p:spPr>
            <a:xfrm>
              <a:off x="7242935" y="20163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7" name="pt22327"/>
            <p:cNvSpPr/>
            <p:nvPr/>
          </p:nvSpPr>
          <p:spPr>
            <a:xfrm>
              <a:off x="6999484" y="17356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8" name="pt22328"/>
            <p:cNvSpPr/>
            <p:nvPr/>
          </p:nvSpPr>
          <p:spPr>
            <a:xfrm>
              <a:off x="7202715" y="2247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9" name="pt22329"/>
            <p:cNvSpPr/>
            <p:nvPr/>
          </p:nvSpPr>
          <p:spPr>
            <a:xfrm>
              <a:off x="6855864" y="22280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0" name="pt22330"/>
            <p:cNvSpPr/>
            <p:nvPr/>
          </p:nvSpPr>
          <p:spPr>
            <a:xfrm>
              <a:off x="7000946" y="18475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1" name="pt22331"/>
            <p:cNvSpPr/>
            <p:nvPr/>
          </p:nvSpPr>
          <p:spPr>
            <a:xfrm>
              <a:off x="7137243" y="23363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2" name="pt22332"/>
            <p:cNvSpPr/>
            <p:nvPr/>
          </p:nvSpPr>
          <p:spPr>
            <a:xfrm>
              <a:off x="7335627" y="23256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3" name="pt22333"/>
            <p:cNvSpPr/>
            <p:nvPr/>
          </p:nvSpPr>
          <p:spPr>
            <a:xfrm>
              <a:off x="7166276" y="2132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4" name="pt22334"/>
            <p:cNvSpPr/>
            <p:nvPr/>
          </p:nvSpPr>
          <p:spPr>
            <a:xfrm>
              <a:off x="7400185" y="26870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5" name="pt22335"/>
            <p:cNvSpPr/>
            <p:nvPr/>
          </p:nvSpPr>
          <p:spPr>
            <a:xfrm>
              <a:off x="7157959" y="19938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6" name="pt22336"/>
            <p:cNvSpPr/>
            <p:nvPr/>
          </p:nvSpPr>
          <p:spPr>
            <a:xfrm>
              <a:off x="7259523" y="20236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7" name="pt22337"/>
            <p:cNvSpPr/>
            <p:nvPr/>
          </p:nvSpPr>
          <p:spPr>
            <a:xfrm>
              <a:off x="7031958" y="23289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8" name="pt22338"/>
            <p:cNvSpPr/>
            <p:nvPr/>
          </p:nvSpPr>
          <p:spPr>
            <a:xfrm>
              <a:off x="7486819" y="23367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9" name="pt22339"/>
            <p:cNvSpPr/>
            <p:nvPr/>
          </p:nvSpPr>
          <p:spPr>
            <a:xfrm>
              <a:off x="7125546" y="22127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0" name="pt22340"/>
            <p:cNvSpPr/>
            <p:nvPr/>
          </p:nvSpPr>
          <p:spPr>
            <a:xfrm>
              <a:off x="7087771" y="21694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1" name="pt22341"/>
            <p:cNvSpPr/>
            <p:nvPr/>
          </p:nvSpPr>
          <p:spPr>
            <a:xfrm>
              <a:off x="7138989" y="23724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2" name="pt22342"/>
            <p:cNvSpPr/>
            <p:nvPr/>
          </p:nvSpPr>
          <p:spPr>
            <a:xfrm>
              <a:off x="7167329" y="22145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3" name="pt22343"/>
            <p:cNvSpPr/>
            <p:nvPr/>
          </p:nvSpPr>
          <p:spPr>
            <a:xfrm>
              <a:off x="7194495" y="23372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4" name="pt22344"/>
            <p:cNvSpPr/>
            <p:nvPr/>
          </p:nvSpPr>
          <p:spPr>
            <a:xfrm>
              <a:off x="7187798" y="21053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5" name="pt22345"/>
            <p:cNvSpPr/>
            <p:nvPr/>
          </p:nvSpPr>
          <p:spPr>
            <a:xfrm>
              <a:off x="7005339" y="19335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6" name="pt22346"/>
            <p:cNvSpPr/>
            <p:nvPr/>
          </p:nvSpPr>
          <p:spPr>
            <a:xfrm>
              <a:off x="7181843" y="20463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7" name="pt22347"/>
            <p:cNvSpPr/>
            <p:nvPr/>
          </p:nvSpPr>
          <p:spPr>
            <a:xfrm>
              <a:off x="7146108" y="21341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8" name="pt22348"/>
            <p:cNvSpPr/>
            <p:nvPr/>
          </p:nvSpPr>
          <p:spPr>
            <a:xfrm>
              <a:off x="7010307" y="19187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9" name="pt22349"/>
            <p:cNvSpPr/>
            <p:nvPr/>
          </p:nvSpPr>
          <p:spPr>
            <a:xfrm>
              <a:off x="7018557" y="17712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0" name="pt22350"/>
            <p:cNvSpPr/>
            <p:nvPr/>
          </p:nvSpPr>
          <p:spPr>
            <a:xfrm>
              <a:off x="7474560" y="25865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1" name="pt22351"/>
            <p:cNvSpPr/>
            <p:nvPr/>
          </p:nvSpPr>
          <p:spPr>
            <a:xfrm>
              <a:off x="7252135" y="20231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2" name="pt22352"/>
            <p:cNvSpPr/>
            <p:nvPr/>
          </p:nvSpPr>
          <p:spPr>
            <a:xfrm>
              <a:off x="7195891" y="2237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3" name="pt22353"/>
            <p:cNvSpPr/>
            <p:nvPr/>
          </p:nvSpPr>
          <p:spPr>
            <a:xfrm>
              <a:off x="7030003" y="23508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4" name="pt22354"/>
            <p:cNvSpPr/>
            <p:nvPr/>
          </p:nvSpPr>
          <p:spPr>
            <a:xfrm>
              <a:off x="7418428" y="26954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5" name="pt22355"/>
            <p:cNvSpPr/>
            <p:nvPr/>
          </p:nvSpPr>
          <p:spPr>
            <a:xfrm>
              <a:off x="7115743" y="21386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6" name="pt22356"/>
            <p:cNvSpPr/>
            <p:nvPr/>
          </p:nvSpPr>
          <p:spPr>
            <a:xfrm>
              <a:off x="6960264" y="20651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7" name="pt22357"/>
            <p:cNvSpPr/>
            <p:nvPr/>
          </p:nvSpPr>
          <p:spPr>
            <a:xfrm>
              <a:off x="7393013" y="2721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8" name="pt22358"/>
            <p:cNvSpPr/>
            <p:nvPr/>
          </p:nvSpPr>
          <p:spPr>
            <a:xfrm>
              <a:off x="7122643" y="21044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9" name="pt22359"/>
            <p:cNvSpPr/>
            <p:nvPr/>
          </p:nvSpPr>
          <p:spPr>
            <a:xfrm>
              <a:off x="6992120" y="19107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0" name="pt22360"/>
            <p:cNvSpPr/>
            <p:nvPr/>
          </p:nvSpPr>
          <p:spPr>
            <a:xfrm>
              <a:off x="7190647" y="22834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1" name="pt22361"/>
            <p:cNvSpPr/>
            <p:nvPr/>
          </p:nvSpPr>
          <p:spPr>
            <a:xfrm>
              <a:off x="7175216" y="20161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2" name="pt22362"/>
            <p:cNvSpPr/>
            <p:nvPr/>
          </p:nvSpPr>
          <p:spPr>
            <a:xfrm>
              <a:off x="7029337" y="23143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3" name="pt22363"/>
            <p:cNvSpPr/>
            <p:nvPr/>
          </p:nvSpPr>
          <p:spPr>
            <a:xfrm>
              <a:off x="7298918" y="19603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4" name="pt22364"/>
            <p:cNvSpPr/>
            <p:nvPr/>
          </p:nvSpPr>
          <p:spPr>
            <a:xfrm>
              <a:off x="7525274" y="21587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5" name="pt22365"/>
            <p:cNvSpPr/>
            <p:nvPr/>
          </p:nvSpPr>
          <p:spPr>
            <a:xfrm>
              <a:off x="6985015" y="19981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6" name="pt22366"/>
            <p:cNvSpPr/>
            <p:nvPr/>
          </p:nvSpPr>
          <p:spPr>
            <a:xfrm>
              <a:off x="7132002" y="22506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7" name="pt22367"/>
            <p:cNvSpPr/>
            <p:nvPr/>
          </p:nvSpPr>
          <p:spPr>
            <a:xfrm>
              <a:off x="6971112" y="21069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8" name="pt22368"/>
            <p:cNvSpPr/>
            <p:nvPr/>
          </p:nvSpPr>
          <p:spPr>
            <a:xfrm>
              <a:off x="6825766" y="21036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9" name="pt22369"/>
            <p:cNvSpPr/>
            <p:nvPr/>
          </p:nvSpPr>
          <p:spPr>
            <a:xfrm>
              <a:off x="7106288" y="21368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0" name="pt22370"/>
            <p:cNvSpPr/>
            <p:nvPr/>
          </p:nvSpPr>
          <p:spPr>
            <a:xfrm>
              <a:off x="7345397" y="23665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1" name="pt22371"/>
            <p:cNvSpPr/>
            <p:nvPr/>
          </p:nvSpPr>
          <p:spPr>
            <a:xfrm>
              <a:off x="6864413" y="20952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2" name="pt22372"/>
            <p:cNvSpPr/>
            <p:nvPr/>
          </p:nvSpPr>
          <p:spPr>
            <a:xfrm>
              <a:off x="7247080" y="21538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3" name="pt22373"/>
            <p:cNvSpPr/>
            <p:nvPr/>
          </p:nvSpPr>
          <p:spPr>
            <a:xfrm>
              <a:off x="7150234" y="20291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4" name="pt22374"/>
            <p:cNvSpPr/>
            <p:nvPr/>
          </p:nvSpPr>
          <p:spPr>
            <a:xfrm>
              <a:off x="7133024" y="22901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5" name="pt22375"/>
            <p:cNvSpPr/>
            <p:nvPr/>
          </p:nvSpPr>
          <p:spPr>
            <a:xfrm>
              <a:off x="7251604" y="19195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6" name="pt22376"/>
            <p:cNvSpPr/>
            <p:nvPr/>
          </p:nvSpPr>
          <p:spPr>
            <a:xfrm>
              <a:off x="7204273" y="20743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7" name="pt22377"/>
            <p:cNvSpPr/>
            <p:nvPr/>
          </p:nvSpPr>
          <p:spPr>
            <a:xfrm>
              <a:off x="7242843" y="19121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8" name="pt22378"/>
            <p:cNvSpPr/>
            <p:nvPr/>
          </p:nvSpPr>
          <p:spPr>
            <a:xfrm>
              <a:off x="7250903" y="19856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9" name="pt22379"/>
            <p:cNvSpPr/>
            <p:nvPr/>
          </p:nvSpPr>
          <p:spPr>
            <a:xfrm>
              <a:off x="7269533" y="17993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0" name="pt22380"/>
            <p:cNvSpPr/>
            <p:nvPr/>
          </p:nvSpPr>
          <p:spPr>
            <a:xfrm>
              <a:off x="7173940" y="20355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1" name="pt22381"/>
            <p:cNvSpPr/>
            <p:nvPr/>
          </p:nvSpPr>
          <p:spPr>
            <a:xfrm>
              <a:off x="7165273" y="21817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2" name="pt22382"/>
            <p:cNvSpPr/>
            <p:nvPr/>
          </p:nvSpPr>
          <p:spPr>
            <a:xfrm>
              <a:off x="7181996" y="20391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3" name="pt22383"/>
            <p:cNvSpPr/>
            <p:nvPr/>
          </p:nvSpPr>
          <p:spPr>
            <a:xfrm>
              <a:off x="6972053" y="19840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4" name="pt22384"/>
            <p:cNvSpPr/>
            <p:nvPr/>
          </p:nvSpPr>
          <p:spPr>
            <a:xfrm>
              <a:off x="7167422" y="21823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5" name="pt22385"/>
            <p:cNvSpPr/>
            <p:nvPr/>
          </p:nvSpPr>
          <p:spPr>
            <a:xfrm>
              <a:off x="7488244" y="24297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6" name="pt22386"/>
            <p:cNvSpPr/>
            <p:nvPr/>
          </p:nvSpPr>
          <p:spPr>
            <a:xfrm>
              <a:off x="7339287" y="23382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7" name="pt22387"/>
            <p:cNvSpPr/>
            <p:nvPr/>
          </p:nvSpPr>
          <p:spPr>
            <a:xfrm>
              <a:off x="6941107" y="21852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8" name="pt22388"/>
            <p:cNvSpPr/>
            <p:nvPr/>
          </p:nvSpPr>
          <p:spPr>
            <a:xfrm>
              <a:off x="7286276" y="20453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9" name="pt22389"/>
            <p:cNvSpPr/>
            <p:nvPr/>
          </p:nvSpPr>
          <p:spPr>
            <a:xfrm>
              <a:off x="7291789" y="20244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0" name="pt22390"/>
            <p:cNvSpPr/>
            <p:nvPr/>
          </p:nvSpPr>
          <p:spPr>
            <a:xfrm>
              <a:off x="6947008" y="20721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1" name="pt22391"/>
            <p:cNvSpPr/>
            <p:nvPr/>
          </p:nvSpPr>
          <p:spPr>
            <a:xfrm>
              <a:off x="7073461" y="22170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2" name="pt22392"/>
            <p:cNvSpPr/>
            <p:nvPr/>
          </p:nvSpPr>
          <p:spPr>
            <a:xfrm>
              <a:off x="7140096" y="20710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3" name="pt22393"/>
            <p:cNvSpPr/>
            <p:nvPr/>
          </p:nvSpPr>
          <p:spPr>
            <a:xfrm>
              <a:off x="7338872" y="23453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4" name="pt22394"/>
            <p:cNvSpPr/>
            <p:nvPr/>
          </p:nvSpPr>
          <p:spPr>
            <a:xfrm>
              <a:off x="7138202" y="21440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5" name="pt22395"/>
            <p:cNvSpPr/>
            <p:nvPr/>
          </p:nvSpPr>
          <p:spPr>
            <a:xfrm>
              <a:off x="7302314" y="21707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6" name="pt22396"/>
            <p:cNvSpPr/>
            <p:nvPr/>
          </p:nvSpPr>
          <p:spPr>
            <a:xfrm>
              <a:off x="7308778" y="21350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7" name="pt22397"/>
            <p:cNvSpPr/>
            <p:nvPr/>
          </p:nvSpPr>
          <p:spPr>
            <a:xfrm>
              <a:off x="7232388" y="22789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8" name="pt22398"/>
            <p:cNvSpPr/>
            <p:nvPr/>
          </p:nvSpPr>
          <p:spPr>
            <a:xfrm>
              <a:off x="7086384" y="22433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9" name="pt22399"/>
            <p:cNvSpPr/>
            <p:nvPr/>
          </p:nvSpPr>
          <p:spPr>
            <a:xfrm>
              <a:off x="7307525" y="19292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0" name="pt22400"/>
            <p:cNvSpPr/>
            <p:nvPr/>
          </p:nvSpPr>
          <p:spPr>
            <a:xfrm>
              <a:off x="7445688" y="2978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1" name="pt22401"/>
            <p:cNvSpPr/>
            <p:nvPr/>
          </p:nvSpPr>
          <p:spPr>
            <a:xfrm>
              <a:off x="7183203" y="19831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2" name="pt22402"/>
            <p:cNvSpPr/>
            <p:nvPr/>
          </p:nvSpPr>
          <p:spPr>
            <a:xfrm>
              <a:off x="7274663" y="20380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3" name="pt22403"/>
            <p:cNvSpPr/>
            <p:nvPr/>
          </p:nvSpPr>
          <p:spPr>
            <a:xfrm>
              <a:off x="7189702" y="24003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4" name="pt22404"/>
            <p:cNvSpPr/>
            <p:nvPr/>
          </p:nvSpPr>
          <p:spPr>
            <a:xfrm>
              <a:off x="7132656" y="22469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5" name="pt22405"/>
            <p:cNvSpPr/>
            <p:nvPr/>
          </p:nvSpPr>
          <p:spPr>
            <a:xfrm>
              <a:off x="7278612" y="18701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6" name="pt22406"/>
            <p:cNvSpPr/>
            <p:nvPr/>
          </p:nvSpPr>
          <p:spPr>
            <a:xfrm>
              <a:off x="7421321" y="25810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7" name="pt22407"/>
            <p:cNvSpPr/>
            <p:nvPr/>
          </p:nvSpPr>
          <p:spPr>
            <a:xfrm>
              <a:off x="7284916" y="21298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8" name="pt22408"/>
            <p:cNvSpPr/>
            <p:nvPr/>
          </p:nvSpPr>
          <p:spPr>
            <a:xfrm>
              <a:off x="6950764" y="20376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9" name="pt22409"/>
            <p:cNvSpPr/>
            <p:nvPr/>
          </p:nvSpPr>
          <p:spPr>
            <a:xfrm>
              <a:off x="7079240" y="21775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0" name="pt22410"/>
            <p:cNvSpPr/>
            <p:nvPr/>
          </p:nvSpPr>
          <p:spPr>
            <a:xfrm>
              <a:off x="6893490" y="18583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1" name="pt22411"/>
            <p:cNvSpPr/>
            <p:nvPr/>
          </p:nvSpPr>
          <p:spPr>
            <a:xfrm>
              <a:off x="7136604" y="23160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2" name="pt22412"/>
            <p:cNvSpPr/>
            <p:nvPr/>
          </p:nvSpPr>
          <p:spPr>
            <a:xfrm>
              <a:off x="7031302" y="22514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3" name="pt22413"/>
            <p:cNvSpPr/>
            <p:nvPr/>
          </p:nvSpPr>
          <p:spPr>
            <a:xfrm>
              <a:off x="7385190" y="27271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4" name="pt22414"/>
            <p:cNvSpPr/>
            <p:nvPr/>
          </p:nvSpPr>
          <p:spPr>
            <a:xfrm>
              <a:off x="6947290" y="20356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5" name="pt22415"/>
            <p:cNvSpPr/>
            <p:nvPr/>
          </p:nvSpPr>
          <p:spPr>
            <a:xfrm>
              <a:off x="7111467" y="21156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6" name="pt22416"/>
            <p:cNvSpPr/>
            <p:nvPr/>
          </p:nvSpPr>
          <p:spPr>
            <a:xfrm>
              <a:off x="7361666" y="24160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7" name="pt22417"/>
            <p:cNvSpPr/>
            <p:nvPr/>
          </p:nvSpPr>
          <p:spPr>
            <a:xfrm>
              <a:off x="6789633" y="24905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8" name="pt22418"/>
            <p:cNvSpPr/>
            <p:nvPr/>
          </p:nvSpPr>
          <p:spPr>
            <a:xfrm>
              <a:off x="6920888" y="22177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9" name="pt22419"/>
            <p:cNvSpPr/>
            <p:nvPr/>
          </p:nvSpPr>
          <p:spPr>
            <a:xfrm>
              <a:off x="7099234" y="21012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0" name="pt22420"/>
            <p:cNvSpPr/>
            <p:nvPr/>
          </p:nvSpPr>
          <p:spPr>
            <a:xfrm>
              <a:off x="7071971" y="2096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1" name="pt22421"/>
            <p:cNvSpPr/>
            <p:nvPr/>
          </p:nvSpPr>
          <p:spPr>
            <a:xfrm>
              <a:off x="7065048" y="21744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2" name="pt22422"/>
            <p:cNvSpPr/>
            <p:nvPr/>
          </p:nvSpPr>
          <p:spPr>
            <a:xfrm>
              <a:off x="6891496" y="17985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3" name="pt22423"/>
            <p:cNvSpPr/>
            <p:nvPr/>
          </p:nvSpPr>
          <p:spPr>
            <a:xfrm>
              <a:off x="7130063" y="21959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4" name="pt22424"/>
            <p:cNvSpPr/>
            <p:nvPr/>
          </p:nvSpPr>
          <p:spPr>
            <a:xfrm>
              <a:off x="7048982" y="18561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5" name="pt22425"/>
            <p:cNvSpPr/>
            <p:nvPr/>
          </p:nvSpPr>
          <p:spPr>
            <a:xfrm>
              <a:off x="7253900" y="19669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6" name="pt22426"/>
            <p:cNvSpPr/>
            <p:nvPr/>
          </p:nvSpPr>
          <p:spPr>
            <a:xfrm>
              <a:off x="6723392" y="23267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7" name="pt22427"/>
            <p:cNvSpPr/>
            <p:nvPr/>
          </p:nvSpPr>
          <p:spPr>
            <a:xfrm>
              <a:off x="7173835" y="20629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8" name="pt22428"/>
            <p:cNvSpPr/>
            <p:nvPr/>
          </p:nvSpPr>
          <p:spPr>
            <a:xfrm>
              <a:off x="7116929" y="21424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9" name="pt22429"/>
            <p:cNvSpPr/>
            <p:nvPr/>
          </p:nvSpPr>
          <p:spPr>
            <a:xfrm>
              <a:off x="7054714" y="19786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0" name="pt22430"/>
            <p:cNvSpPr/>
            <p:nvPr/>
          </p:nvSpPr>
          <p:spPr>
            <a:xfrm>
              <a:off x="7077593" y="21968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1" name="pt22431"/>
            <p:cNvSpPr/>
            <p:nvPr/>
          </p:nvSpPr>
          <p:spPr>
            <a:xfrm>
              <a:off x="6908210" y="22101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2" name="pt22432"/>
            <p:cNvSpPr/>
            <p:nvPr/>
          </p:nvSpPr>
          <p:spPr>
            <a:xfrm>
              <a:off x="6963004" y="20598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3" name="pt22433"/>
            <p:cNvSpPr/>
            <p:nvPr/>
          </p:nvSpPr>
          <p:spPr>
            <a:xfrm>
              <a:off x="6972329" y="18615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4" name="pt22434"/>
            <p:cNvSpPr/>
            <p:nvPr/>
          </p:nvSpPr>
          <p:spPr>
            <a:xfrm>
              <a:off x="6889032" y="21985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5" name="pt22435"/>
            <p:cNvSpPr/>
            <p:nvPr/>
          </p:nvSpPr>
          <p:spPr>
            <a:xfrm>
              <a:off x="7149590" y="20754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6" name="pt22436"/>
            <p:cNvSpPr/>
            <p:nvPr/>
          </p:nvSpPr>
          <p:spPr>
            <a:xfrm>
              <a:off x="7103149" y="21054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7" name="pt22437"/>
            <p:cNvSpPr/>
            <p:nvPr/>
          </p:nvSpPr>
          <p:spPr>
            <a:xfrm>
              <a:off x="7181246" y="21073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8" name="pt22438"/>
            <p:cNvSpPr/>
            <p:nvPr/>
          </p:nvSpPr>
          <p:spPr>
            <a:xfrm>
              <a:off x="6922980" y="19368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9" name="pt22439"/>
            <p:cNvSpPr/>
            <p:nvPr/>
          </p:nvSpPr>
          <p:spPr>
            <a:xfrm>
              <a:off x="7191388" y="22598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0" name="pt22440"/>
            <p:cNvSpPr/>
            <p:nvPr/>
          </p:nvSpPr>
          <p:spPr>
            <a:xfrm>
              <a:off x="7109926" y="21608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1" name="pt22441"/>
            <p:cNvSpPr/>
            <p:nvPr/>
          </p:nvSpPr>
          <p:spPr>
            <a:xfrm>
              <a:off x="7230012" y="20706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2" name="pt22442"/>
            <p:cNvSpPr/>
            <p:nvPr/>
          </p:nvSpPr>
          <p:spPr>
            <a:xfrm>
              <a:off x="7062333" y="22116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3" name="pt22443"/>
            <p:cNvSpPr/>
            <p:nvPr/>
          </p:nvSpPr>
          <p:spPr>
            <a:xfrm>
              <a:off x="7131240" y="23470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4" name="pt22444"/>
            <p:cNvSpPr/>
            <p:nvPr/>
          </p:nvSpPr>
          <p:spPr>
            <a:xfrm>
              <a:off x="6967116" y="20192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5" name="pt22445"/>
            <p:cNvSpPr/>
            <p:nvPr/>
          </p:nvSpPr>
          <p:spPr>
            <a:xfrm>
              <a:off x="7015918" y="18472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6" name="pt22446"/>
            <p:cNvSpPr/>
            <p:nvPr/>
          </p:nvSpPr>
          <p:spPr>
            <a:xfrm>
              <a:off x="7251687" y="21152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7" name="pt22447"/>
            <p:cNvSpPr/>
            <p:nvPr/>
          </p:nvSpPr>
          <p:spPr>
            <a:xfrm>
              <a:off x="7129126" y="22916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8" name="pt22448"/>
            <p:cNvSpPr/>
            <p:nvPr/>
          </p:nvSpPr>
          <p:spPr>
            <a:xfrm>
              <a:off x="6967122" y="20153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9" name="pt22449"/>
            <p:cNvSpPr/>
            <p:nvPr/>
          </p:nvSpPr>
          <p:spPr>
            <a:xfrm>
              <a:off x="7171158" y="21239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0" name="pt22450"/>
            <p:cNvSpPr/>
            <p:nvPr/>
          </p:nvSpPr>
          <p:spPr>
            <a:xfrm>
              <a:off x="7194973" y="22754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1" name="pt22451"/>
            <p:cNvSpPr/>
            <p:nvPr/>
          </p:nvSpPr>
          <p:spPr>
            <a:xfrm>
              <a:off x="6949738" y="19381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2" name="pt22452"/>
            <p:cNvSpPr/>
            <p:nvPr/>
          </p:nvSpPr>
          <p:spPr>
            <a:xfrm>
              <a:off x="7059052" y="22310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3" name="pt22453"/>
            <p:cNvSpPr/>
            <p:nvPr/>
          </p:nvSpPr>
          <p:spPr>
            <a:xfrm>
              <a:off x="6974313" y="20664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4" name="pt22454"/>
            <p:cNvSpPr/>
            <p:nvPr/>
          </p:nvSpPr>
          <p:spPr>
            <a:xfrm>
              <a:off x="7145034" y="2145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5" name="pt22455"/>
            <p:cNvSpPr/>
            <p:nvPr/>
          </p:nvSpPr>
          <p:spPr>
            <a:xfrm>
              <a:off x="7199725" y="21655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6" name="pt22456"/>
            <p:cNvSpPr/>
            <p:nvPr/>
          </p:nvSpPr>
          <p:spPr>
            <a:xfrm>
              <a:off x="7096740" y="21893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7" name="pt22457"/>
            <p:cNvSpPr/>
            <p:nvPr/>
          </p:nvSpPr>
          <p:spPr>
            <a:xfrm>
              <a:off x="7444997" y="24383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8" name="pt22458"/>
            <p:cNvSpPr/>
            <p:nvPr/>
          </p:nvSpPr>
          <p:spPr>
            <a:xfrm>
              <a:off x="7172822" y="21586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9" name="pt22459"/>
            <p:cNvSpPr/>
            <p:nvPr/>
          </p:nvSpPr>
          <p:spPr>
            <a:xfrm>
              <a:off x="7108756" y="20735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0" name="pt22460"/>
            <p:cNvSpPr/>
            <p:nvPr/>
          </p:nvSpPr>
          <p:spPr>
            <a:xfrm>
              <a:off x="6945762" y="21094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1" name="pt22461"/>
            <p:cNvSpPr/>
            <p:nvPr/>
          </p:nvSpPr>
          <p:spPr>
            <a:xfrm>
              <a:off x="7184585" y="2085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2" name="pt22462"/>
            <p:cNvSpPr/>
            <p:nvPr/>
          </p:nvSpPr>
          <p:spPr>
            <a:xfrm>
              <a:off x="6816265" y="19839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3" name="pt22463"/>
            <p:cNvSpPr/>
            <p:nvPr/>
          </p:nvSpPr>
          <p:spPr>
            <a:xfrm>
              <a:off x="7307602" y="19208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4" name="pt22464"/>
            <p:cNvSpPr/>
            <p:nvPr/>
          </p:nvSpPr>
          <p:spPr>
            <a:xfrm>
              <a:off x="7100957" y="21706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5" name="pt22465"/>
            <p:cNvSpPr/>
            <p:nvPr/>
          </p:nvSpPr>
          <p:spPr>
            <a:xfrm>
              <a:off x="7246929" y="2218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6" name="pt22466"/>
            <p:cNvSpPr/>
            <p:nvPr/>
          </p:nvSpPr>
          <p:spPr>
            <a:xfrm>
              <a:off x="6868133" y="19227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7" name="pt22467"/>
            <p:cNvSpPr/>
            <p:nvPr/>
          </p:nvSpPr>
          <p:spPr>
            <a:xfrm>
              <a:off x="7181087" y="20341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8" name="pt22468"/>
            <p:cNvSpPr/>
            <p:nvPr/>
          </p:nvSpPr>
          <p:spPr>
            <a:xfrm>
              <a:off x="7077093" y="22077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9" name="pt22469"/>
            <p:cNvSpPr/>
            <p:nvPr/>
          </p:nvSpPr>
          <p:spPr>
            <a:xfrm>
              <a:off x="7240952" y="19914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0" name="pt22470"/>
            <p:cNvSpPr/>
            <p:nvPr/>
          </p:nvSpPr>
          <p:spPr>
            <a:xfrm>
              <a:off x="7023113" y="22304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1" name="pt22471"/>
            <p:cNvSpPr/>
            <p:nvPr/>
          </p:nvSpPr>
          <p:spPr>
            <a:xfrm>
              <a:off x="6645603" y="22338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2" name="pt22472"/>
            <p:cNvSpPr/>
            <p:nvPr/>
          </p:nvSpPr>
          <p:spPr>
            <a:xfrm>
              <a:off x="7172835" y="21984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3" name="pt22473"/>
            <p:cNvSpPr/>
            <p:nvPr/>
          </p:nvSpPr>
          <p:spPr>
            <a:xfrm>
              <a:off x="6666264" y="16798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4" name="pt22474"/>
            <p:cNvSpPr/>
            <p:nvPr/>
          </p:nvSpPr>
          <p:spPr>
            <a:xfrm>
              <a:off x="7109523" y="20985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5" name="pt22475"/>
            <p:cNvSpPr/>
            <p:nvPr/>
          </p:nvSpPr>
          <p:spPr>
            <a:xfrm>
              <a:off x="7284919" y="19958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6" name="pt22476"/>
            <p:cNvSpPr/>
            <p:nvPr/>
          </p:nvSpPr>
          <p:spPr>
            <a:xfrm>
              <a:off x="7141330" y="21660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7" name="pt22477"/>
            <p:cNvSpPr/>
            <p:nvPr/>
          </p:nvSpPr>
          <p:spPr>
            <a:xfrm>
              <a:off x="7172680" y="21714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8" name="pt22478"/>
            <p:cNvSpPr/>
            <p:nvPr/>
          </p:nvSpPr>
          <p:spPr>
            <a:xfrm>
              <a:off x="7177435" y="21110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9" name="pt22479"/>
            <p:cNvSpPr/>
            <p:nvPr/>
          </p:nvSpPr>
          <p:spPr>
            <a:xfrm>
              <a:off x="7438156" y="28417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0" name="pt22480"/>
            <p:cNvSpPr/>
            <p:nvPr/>
          </p:nvSpPr>
          <p:spPr>
            <a:xfrm>
              <a:off x="7136886" y="23550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1" name="pt22481"/>
            <p:cNvSpPr/>
            <p:nvPr/>
          </p:nvSpPr>
          <p:spPr>
            <a:xfrm>
              <a:off x="7361431" y="21716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2" name="pt22482"/>
            <p:cNvSpPr/>
            <p:nvPr/>
          </p:nvSpPr>
          <p:spPr>
            <a:xfrm>
              <a:off x="7030137" y="22427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3" name="pt22483"/>
            <p:cNvSpPr/>
            <p:nvPr/>
          </p:nvSpPr>
          <p:spPr>
            <a:xfrm>
              <a:off x="6925177" y="23011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4" name="pt22484"/>
            <p:cNvSpPr/>
            <p:nvPr/>
          </p:nvSpPr>
          <p:spPr>
            <a:xfrm>
              <a:off x="7168410" y="22388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5" name="pt22485"/>
            <p:cNvSpPr/>
            <p:nvPr/>
          </p:nvSpPr>
          <p:spPr>
            <a:xfrm>
              <a:off x="7274352" y="19844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6" name="pt22486"/>
            <p:cNvSpPr/>
            <p:nvPr/>
          </p:nvSpPr>
          <p:spPr>
            <a:xfrm>
              <a:off x="7064618" y="21423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7" name="pt22487"/>
            <p:cNvSpPr/>
            <p:nvPr/>
          </p:nvSpPr>
          <p:spPr>
            <a:xfrm>
              <a:off x="7194038" y="23372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8" name="pt22488"/>
            <p:cNvSpPr/>
            <p:nvPr/>
          </p:nvSpPr>
          <p:spPr>
            <a:xfrm>
              <a:off x="6872036" y="20453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9" name="pt22489"/>
            <p:cNvSpPr/>
            <p:nvPr/>
          </p:nvSpPr>
          <p:spPr>
            <a:xfrm>
              <a:off x="7018509" y="17753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0" name="pt22490"/>
            <p:cNvSpPr/>
            <p:nvPr/>
          </p:nvSpPr>
          <p:spPr>
            <a:xfrm>
              <a:off x="6961268" y="20561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1" name="pt22491"/>
            <p:cNvSpPr/>
            <p:nvPr/>
          </p:nvSpPr>
          <p:spPr>
            <a:xfrm>
              <a:off x="7259840" y="21801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2" name="pt22492"/>
            <p:cNvSpPr/>
            <p:nvPr/>
          </p:nvSpPr>
          <p:spPr>
            <a:xfrm>
              <a:off x="7137544" y="24194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3" name="pt22493"/>
            <p:cNvSpPr/>
            <p:nvPr/>
          </p:nvSpPr>
          <p:spPr>
            <a:xfrm>
              <a:off x="7167810" y="21867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4" name="pt22494"/>
            <p:cNvSpPr/>
            <p:nvPr/>
          </p:nvSpPr>
          <p:spPr>
            <a:xfrm>
              <a:off x="6912782" y="21989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5" name="pt22495"/>
            <p:cNvSpPr/>
            <p:nvPr/>
          </p:nvSpPr>
          <p:spPr>
            <a:xfrm>
              <a:off x="6977160" y="19094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6" name="pt22496"/>
            <p:cNvSpPr/>
            <p:nvPr/>
          </p:nvSpPr>
          <p:spPr>
            <a:xfrm>
              <a:off x="7295260" y="19108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7" name="pt22497"/>
            <p:cNvSpPr/>
            <p:nvPr/>
          </p:nvSpPr>
          <p:spPr>
            <a:xfrm>
              <a:off x="7052928" y="18595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8" name="pt22498"/>
            <p:cNvSpPr/>
            <p:nvPr/>
          </p:nvSpPr>
          <p:spPr>
            <a:xfrm>
              <a:off x="7326251" y="21169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9" name="pt22499"/>
            <p:cNvSpPr/>
            <p:nvPr/>
          </p:nvSpPr>
          <p:spPr>
            <a:xfrm>
              <a:off x="7165041" y="21562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0" name="pt22500"/>
            <p:cNvSpPr/>
            <p:nvPr/>
          </p:nvSpPr>
          <p:spPr>
            <a:xfrm>
              <a:off x="7175548" y="20567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1" name="pt22501"/>
            <p:cNvSpPr/>
            <p:nvPr/>
          </p:nvSpPr>
          <p:spPr>
            <a:xfrm>
              <a:off x="7101038" y="21954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2" name="pt22502"/>
            <p:cNvSpPr/>
            <p:nvPr/>
          </p:nvSpPr>
          <p:spPr>
            <a:xfrm>
              <a:off x="6942259" y="21634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3" name="pt22503"/>
            <p:cNvSpPr/>
            <p:nvPr/>
          </p:nvSpPr>
          <p:spPr>
            <a:xfrm>
              <a:off x="7044338" y="19357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4" name="pt22504"/>
            <p:cNvSpPr/>
            <p:nvPr/>
          </p:nvSpPr>
          <p:spPr>
            <a:xfrm>
              <a:off x="7000307" y="17614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5" name="pt22505"/>
            <p:cNvSpPr/>
            <p:nvPr/>
          </p:nvSpPr>
          <p:spPr>
            <a:xfrm>
              <a:off x="7238566" y="18763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6" name="pt22506"/>
            <p:cNvSpPr/>
            <p:nvPr/>
          </p:nvSpPr>
          <p:spPr>
            <a:xfrm>
              <a:off x="7274726" y="20115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7" name="pt22507"/>
            <p:cNvSpPr/>
            <p:nvPr/>
          </p:nvSpPr>
          <p:spPr>
            <a:xfrm>
              <a:off x="7378685" y="26470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8" name="pt22508"/>
            <p:cNvSpPr/>
            <p:nvPr/>
          </p:nvSpPr>
          <p:spPr>
            <a:xfrm>
              <a:off x="7074219" y="22163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9" name="pt22509"/>
            <p:cNvSpPr/>
            <p:nvPr/>
          </p:nvSpPr>
          <p:spPr>
            <a:xfrm>
              <a:off x="6963341" y="19181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0" name="pt22510"/>
            <p:cNvSpPr/>
            <p:nvPr/>
          </p:nvSpPr>
          <p:spPr>
            <a:xfrm>
              <a:off x="7305107" y="21524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1" name="pt22511"/>
            <p:cNvSpPr/>
            <p:nvPr/>
          </p:nvSpPr>
          <p:spPr>
            <a:xfrm>
              <a:off x="7277430" y="20317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2" name="pt22512"/>
            <p:cNvSpPr/>
            <p:nvPr/>
          </p:nvSpPr>
          <p:spPr>
            <a:xfrm>
              <a:off x="6926213" y="2124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3" name="pt22513"/>
            <p:cNvSpPr/>
            <p:nvPr/>
          </p:nvSpPr>
          <p:spPr>
            <a:xfrm>
              <a:off x="7101528" y="21848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4" name="pt22514"/>
            <p:cNvSpPr/>
            <p:nvPr/>
          </p:nvSpPr>
          <p:spPr>
            <a:xfrm>
              <a:off x="7451355" y="22657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5" name="pt22515"/>
            <p:cNvSpPr/>
            <p:nvPr/>
          </p:nvSpPr>
          <p:spPr>
            <a:xfrm>
              <a:off x="7061757" y="21790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6" name="pt22516"/>
            <p:cNvSpPr/>
            <p:nvPr/>
          </p:nvSpPr>
          <p:spPr>
            <a:xfrm>
              <a:off x="6970149" y="1958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7" name="pt22517"/>
            <p:cNvSpPr/>
            <p:nvPr/>
          </p:nvSpPr>
          <p:spPr>
            <a:xfrm>
              <a:off x="7340659" y="24070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8" name="pt22518"/>
            <p:cNvSpPr/>
            <p:nvPr/>
          </p:nvSpPr>
          <p:spPr>
            <a:xfrm>
              <a:off x="6949673" y="20907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9" name="pt22519"/>
            <p:cNvSpPr/>
            <p:nvPr/>
          </p:nvSpPr>
          <p:spPr>
            <a:xfrm>
              <a:off x="7071345" y="22095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0" name="pt22520"/>
            <p:cNvSpPr/>
            <p:nvPr/>
          </p:nvSpPr>
          <p:spPr>
            <a:xfrm>
              <a:off x="7077923" y="20247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1" name="pt22521"/>
            <p:cNvSpPr/>
            <p:nvPr/>
          </p:nvSpPr>
          <p:spPr>
            <a:xfrm>
              <a:off x="7231580" y="22038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2" name="pt22522"/>
            <p:cNvSpPr/>
            <p:nvPr/>
          </p:nvSpPr>
          <p:spPr>
            <a:xfrm>
              <a:off x="7005452" y="20997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3" name="pt22523"/>
            <p:cNvSpPr/>
            <p:nvPr/>
          </p:nvSpPr>
          <p:spPr>
            <a:xfrm>
              <a:off x="7033586" y="22949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4" name="pt22524"/>
            <p:cNvSpPr/>
            <p:nvPr/>
          </p:nvSpPr>
          <p:spPr>
            <a:xfrm>
              <a:off x="7011214" y="19367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5" name="pt22525"/>
            <p:cNvSpPr/>
            <p:nvPr/>
          </p:nvSpPr>
          <p:spPr>
            <a:xfrm>
              <a:off x="7247975" y="21117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6" name="pt22526"/>
            <p:cNvSpPr/>
            <p:nvPr/>
          </p:nvSpPr>
          <p:spPr>
            <a:xfrm>
              <a:off x="7074628" y="21355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7" name="pt22527"/>
            <p:cNvSpPr/>
            <p:nvPr/>
          </p:nvSpPr>
          <p:spPr>
            <a:xfrm>
              <a:off x="6908728" y="24106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8" name="pt22528"/>
            <p:cNvSpPr/>
            <p:nvPr/>
          </p:nvSpPr>
          <p:spPr>
            <a:xfrm>
              <a:off x="7152977" y="20425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9" name="pt22529"/>
            <p:cNvSpPr/>
            <p:nvPr/>
          </p:nvSpPr>
          <p:spPr>
            <a:xfrm>
              <a:off x="7245631" y="23846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0" name="pt22530"/>
            <p:cNvSpPr/>
            <p:nvPr/>
          </p:nvSpPr>
          <p:spPr>
            <a:xfrm>
              <a:off x="7044432" y="21726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1" name="pt22531"/>
            <p:cNvSpPr/>
            <p:nvPr/>
          </p:nvSpPr>
          <p:spPr>
            <a:xfrm>
              <a:off x="7157773" y="20341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2" name="pt22532"/>
            <p:cNvSpPr/>
            <p:nvPr/>
          </p:nvSpPr>
          <p:spPr>
            <a:xfrm>
              <a:off x="7051819" y="20400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3" name="pt22533"/>
            <p:cNvSpPr/>
            <p:nvPr/>
          </p:nvSpPr>
          <p:spPr>
            <a:xfrm>
              <a:off x="7094352" y="21469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4" name="pt22534"/>
            <p:cNvSpPr/>
            <p:nvPr/>
          </p:nvSpPr>
          <p:spPr>
            <a:xfrm>
              <a:off x="7658257" y="23898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5" name="pt22535"/>
            <p:cNvSpPr/>
            <p:nvPr/>
          </p:nvSpPr>
          <p:spPr>
            <a:xfrm>
              <a:off x="7197344" y="22837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6" name="pt22536"/>
            <p:cNvSpPr/>
            <p:nvPr/>
          </p:nvSpPr>
          <p:spPr>
            <a:xfrm>
              <a:off x="6977853" y="20703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7" name="pt22537"/>
            <p:cNvSpPr/>
            <p:nvPr/>
          </p:nvSpPr>
          <p:spPr>
            <a:xfrm>
              <a:off x="7080255" y="22529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8" name="pt22538"/>
            <p:cNvSpPr/>
            <p:nvPr/>
          </p:nvSpPr>
          <p:spPr>
            <a:xfrm>
              <a:off x="6972475" y="20217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9" name="pt22539"/>
            <p:cNvSpPr/>
            <p:nvPr/>
          </p:nvSpPr>
          <p:spPr>
            <a:xfrm>
              <a:off x="7208978" y="21826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0" name="pt22540"/>
            <p:cNvSpPr/>
            <p:nvPr/>
          </p:nvSpPr>
          <p:spPr>
            <a:xfrm>
              <a:off x="7252181" y="21066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1" name="pt22541"/>
            <p:cNvSpPr/>
            <p:nvPr/>
          </p:nvSpPr>
          <p:spPr>
            <a:xfrm>
              <a:off x="6853301" y="22863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2" name="pt22542"/>
            <p:cNvSpPr/>
            <p:nvPr/>
          </p:nvSpPr>
          <p:spPr>
            <a:xfrm>
              <a:off x="7125920" y="22259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3" name="pt22543"/>
            <p:cNvSpPr/>
            <p:nvPr/>
          </p:nvSpPr>
          <p:spPr>
            <a:xfrm>
              <a:off x="7120128" y="22030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4" name="pt22544"/>
            <p:cNvSpPr/>
            <p:nvPr/>
          </p:nvSpPr>
          <p:spPr>
            <a:xfrm>
              <a:off x="7417732" y="23068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5" name="pt22545"/>
            <p:cNvSpPr/>
            <p:nvPr/>
          </p:nvSpPr>
          <p:spPr>
            <a:xfrm>
              <a:off x="7160295" y="2055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6" name="pt22546"/>
            <p:cNvSpPr/>
            <p:nvPr/>
          </p:nvSpPr>
          <p:spPr>
            <a:xfrm>
              <a:off x="7125116" y="22005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7" name="pt22547"/>
            <p:cNvSpPr/>
            <p:nvPr/>
          </p:nvSpPr>
          <p:spPr>
            <a:xfrm>
              <a:off x="6799944" y="20892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8" name="pt22548"/>
            <p:cNvSpPr/>
            <p:nvPr/>
          </p:nvSpPr>
          <p:spPr>
            <a:xfrm>
              <a:off x="7145638" y="20946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9" name="pt22549"/>
            <p:cNvSpPr/>
            <p:nvPr/>
          </p:nvSpPr>
          <p:spPr>
            <a:xfrm>
              <a:off x="7204818" y="20858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0" name="pt22550"/>
            <p:cNvSpPr/>
            <p:nvPr/>
          </p:nvSpPr>
          <p:spPr>
            <a:xfrm>
              <a:off x="7142265" y="21253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1" name="pt22551"/>
            <p:cNvSpPr/>
            <p:nvPr/>
          </p:nvSpPr>
          <p:spPr>
            <a:xfrm>
              <a:off x="7050584" y="18554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2" name="pt22552"/>
            <p:cNvSpPr/>
            <p:nvPr/>
          </p:nvSpPr>
          <p:spPr>
            <a:xfrm>
              <a:off x="7014124" y="18549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3" name="pt22553"/>
            <p:cNvSpPr/>
            <p:nvPr/>
          </p:nvSpPr>
          <p:spPr>
            <a:xfrm>
              <a:off x="7430087" y="28080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4" name="pt22554"/>
            <p:cNvSpPr/>
            <p:nvPr/>
          </p:nvSpPr>
          <p:spPr>
            <a:xfrm>
              <a:off x="6918848" y="22337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5" name="pt22555"/>
            <p:cNvSpPr/>
            <p:nvPr/>
          </p:nvSpPr>
          <p:spPr>
            <a:xfrm>
              <a:off x="6901801" y="23900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6" name="pt22556"/>
            <p:cNvSpPr/>
            <p:nvPr/>
          </p:nvSpPr>
          <p:spPr>
            <a:xfrm>
              <a:off x="7208735" y="21992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7" name="pt22557"/>
            <p:cNvSpPr/>
            <p:nvPr/>
          </p:nvSpPr>
          <p:spPr>
            <a:xfrm>
              <a:off x="7154329" y="20105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8" name="pt22558"/>
            <p:cNvSpPr/>
            <p:nvPr/>
          </p:nvSpPr>
          <p:spPr>
            <a:xfrm>
              <a:off x="6977448" y="1875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9" name="pt22559"/>
            <p:cNvSpPr/>
            <p:nvPr/>
          </p:nvSpPr>
          <p:spPr>
            <a:xfrm>
              <a:off x="7145655" y="2111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0" name="pt22560"/>
            <p:cNvSpPr/>
            <p:nvPr/>
          </p:nvSpPr>
          <p:spPr>
            <a:xfrm>
              <a:off x="6931793" y="2157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1" name="pt22561"/>
            <p:cNvSpPr/>
            <p:nvPr/>
          </p:nvSpPr>
          <p:spPr>
            <a:xfrm>
              <a:off x="7226298" y="21767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2" name="pt22562"/>
            <p:cNvSpPr/>
            <p:nvPr/>
          </p:nvSpPr>
          <p:spPr>
            <a:xfrm>
              <a:off x="7040380" y="23731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3" name="pt22563"/>
            <p:cNvSpPr/>
            <p:nvPr/>
          </p:nvSpPr>
          <p:spPr>
            <a:xfrm>
              <a:off x="7301004" y="19518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4" name="pt22564"/>
            <p:cNvSpPr/>
            <p:nvPr/>
          </p:nvSpPr>
          <p:spPr>
            <a:xfrm>
              <a:off x="7204980" y="22094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5" name="pt22565"/>
            <p:cNvSpPr/>
            <p:nvPr/>
          </p:nvSpPr>
          <p:spPr>
            <a:xfrm>
              <a:off x="7174497" y="20368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6" name="pt22566"/>
            <p:cNvSpPr/>
            <p:nvPr/>
          </p:nvSpPr>
          <p:spPr>
            <a:xfrm>
              <a:off x="6755219" y="26210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7" name="pt22567"/>
            <p:cNvSpPr/>
            <p:nvPr/>
          </p:nvSpPr>
          <p:spPr>
            <a:xfrm>
              <a:off x="7306860" y="20650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8" name="pt22568"/>
            <p:cNvSpPr/>
            <p:nvPr/>
          </p:nvSpPr>
          <p:spPr>
            <a:xfrm>
              <a:off x="6860912" y="23178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9" name="pt22569"/>
            <p:cNvSpPr/>
            <p:nvPr/>
          </p:nvSpPr>
          <p:spPr>
            <a:xfrm>
              <a:off x="6894290" y="20951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0" name="pt22570"/>
            <p:cNvSpPr/>
            <p:nvPr/>
          </p:nvSpPr>
          <p:spPr>
            <a:xfrm>
              <a:off x="7108165" y="21397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1" name="pt22571"/>
            <p:cNvSpPr/>
            <p:nvPr/>
          </p:nvSpPr>
          <p:spPr>
            <a:xfrm>
              <a:off x="7171057" y="21271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2" name="pt22572"/>
            <p:cNvSpPr/>
            <p:nvPr/>
          </p:nvSpPr>
          <p:spPr>
            <a:xfrm>
              <a:off x="7183720" y="20918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3" name="pt22573"/>
            <p:cNvSpPr/>
            <p:nvPr/>
          </p:nvSpPr>
          <p:spPr>
            <a:xfrm>
              <a:off x="7085513" y="21727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4" name="pt22574"/>
            <p:cNvSpPr/>
            <p:nvPr/>
          </p:nvSpPr>
          <p:spPr>
            <a:xfrm>
              <a:off x="7210611" y="22161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5" name="pt22575"/>
            <p:cNvSpPr/>
            <p:nvPr/>
          </p:nvSpPr>
          <p:spPr>
            <a:xfrm>
              <a:off x="7255297" y="20030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6" name="pt22576"/>
            <p:cNvSpPr/>
            <p:nvPr/>
          </p:nvSpPr>
          <p:spPr>
            <a:xfrm>
              <a:off x="7126442" y="22790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7" name="pt22577"/>
            <p:cNvSpPr/>
            <p:nvPr/>
          </p:nvSpPr>
          <p:spPr>
            <a:xfrm>
              <a:off x="7047613" y="17659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8" name="pt22578"/>
            <p:cNvSpPr/>
            <p:nvPr/>
          </p:nvSpPr>
          <p:spPr>
            <a:xfrm>
              <a:off x="7100350" y="21777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9" name="pt22579"/>
            <p:cNvSpPr/>
            <p:nvPr/>
          </p:nvSpPr>
          <p:spPr>
            <a:xfrm>
              <a:off x="7203274" y="21864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0" name="pt22580"/>
            <p:cNvSpPr/>
            <p:nvPr/>
          </p:nvSpPr>
          <p:spPr>
            <a:xfrm>
              <a:off x="6747402" y="20248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1" name="pt22581"/>
            <p:cNvSpPr/>
            <p:nvPr/>
          </p:nvSpPr>
          <p:spPr>
            <a:xfrm>
              <a:off x="7261675" y="21555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2" name="pt22582"/>
            <p:cNvSpPr/>
            <p:nvPr/>
          </p:nvSpPr>
          <p:spPr>
            <a:xfrm>
              <a:off x="6677117" y="19042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3" name="pt22583"/>
            <p:cNvSpPr/>
            <p:nvPr/>
          </p:nvSpPr>
          <p:spPr>
            <a:xfrm>
              <a:off x="7043517" y="21436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4" name="pt22584"/>
            <p:cNvSpPr/>
            <p:nvPr/>
          </p:nvSpPr>
          <p:spPr>
            <a:xfrm>
              <a:off x="7302620" y="21323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5" name="pt22585"/>
            <p:cNvSpPr/>
            <p:nvPr/>
          </p:nvSpPr>
          <p:spPr>
            <a:xfrm>
              <a:off x="7331483" y="2027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6" name="pt22586"/>
            <p:cNvSpPr/>
            <p:nvPr/>
          </p:nvSpPr>
          <p:spPr>
            <a:xfrm>
              <a:off x="7252471" y="18812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7" name="pt22587"/>
            <p:cNvSpPr/>
            <p:nvPr/>
          </p:nvSpPr>
          <p:spPr>
            <a:xfrm>
              <a:off x="7252970" y="20577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8" name="pt22588"/>
            <p:cNvSpPr/>
            <p:nvPr/>
          </p:nvSpPr>
          <p:spPr>
            <a:xfrm>
              <a:off x="6988211" y="20446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9" name="pt22589"/>
            <p:cNvSpPr/>
            <p:nvPr/>
          </p:nvSpPr>
          <p:spPr>
            <a:xfrm>
              <a:off x="7006778" y="19988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0" name="pt22590"/>
            <p:cNvSpPr/>
            <p:nvPr/>
          </p:nvSpPr>
          <p:spPr>
            <a:xfrm>
              <a:off x="7216855" y="19545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1" name="pt22591"/>
            <p:cNvSpPr/>
            <p:nvPr/>
          </p:nvSpPr>
          <p:spPr>
            <a:xfrm>
              <a:off x="7036357" y="23987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2" name="pt22592"/>
            <p:cNvSpPr/>
            <p:nvPr/>
          </p:nvSpPr>
          <p:spPr>
            <a:xfrm>
              <a:off x="7258533" y="20712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3" name="pt22593"/>
            <p:cNvSpPr/>
            <p:nvPr/>
          </p:nvSpPr>
          <p:spPr>
            <a:xfrm>
              <a:off x="7331765" y="20377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4" name="pt22594"/>
            <p:cNvSpPr/>
            <p:nvPr/>
          </p:nvSpPr>
          <p:spPr>
            <a:xfrm>
              <a:off x="7291961" y="20827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5" name="pt22595"/>
            <p:cNvSpPr/>
            <p:nvPr/>
          </p:nvSpPr>
          <p:spPr>
            <a:xfrm>
              <a:off x="7177905" y="20639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6" name="pt22596"/>
            <p:cNvSpPr/>
            <p:nvPr/>
          </p:nvSpPr>
          <p:spPr>
            <a:xfrm>
              <a:off x="7073342" y="21989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7" name="pt22597"/>
            <p:cNvSpPr/>
            <p:nvPr/>
          </p:nvSpPr>
          <p:spPr>
            <a:xfrm>
              <a:off x="7156118" y="19954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8" name="pt22598"/>
            <p:cNvSpPr/>
            <p:nvPr/>
          </p:nvSpPr>
          <p:spPr>
            <a:xfrm>
              <a:off x="6836836" y="23962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9" name="pt22599"/>
            <p:cNvSpPr/>
            <p:nvPr/>
          </p:nvSpPr>
          <p:spPr>
            <a:xfrm>
              <a:off x="7459253" y="27539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0" name="pt22600"/>
            <p:cNvSpPr/>
            <p:nvPr/>
          </p:nvSpPr>
          <p:spPr>
            <a:xfrm>
              <a:off x="7061545" y="22798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1" name="pt22601"/>
            <p:cNvSpPr/>
            <p:nvPr/>
          </p:nvSpPr>
          <p:spPr>
            <a:xfrm>
              <a:off x="7154505" y="19537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2" name="pt22602"/>
            <p:cNvSpPr/>
            <p:nvPr/>
          </p:nvSpPr>
          <p:spPr>
            <a:xfrm>
              <a:off x="7092658" y="21676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3" name="pt22603"/>
            <p:cNvSpPr/>
            <p:nvPr/>
          </p:nvSpPr>
          <p:spPr>
            <a:xfrm>
              <a:off x="7170033" y="2180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4" name="pt22604"/>
            <p:cNvSpPr/>
            <p:nvPr/>
          </p:nvSpPr>
          <p:spPr>
            <a:xfrm>
              <a:off x="7105852" y="20732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5" name="pt22605"/>
            <p:cNvSpPr/>
            <p:nvPr/>
          </p:nvSpPr>
          <p:spPr>
            <a:xfrm>
              <a:off x="6932527" y="21853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6" name="pt22606"/>
            <p:cNvSpPr/>
            <p:nvPr/>
          </p:nvSpPr>
          <p:spPr>
            <a:xfrm>
              <a:off x="7252095" y="19514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7" name="pt22607"/>
            <p:cNvSpPr/>
            <p:nvPr/>
          </p:nvSpPr>
          <p:spPr>
            <a:xfrm>
              <a:off x="7182273" y="20005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8" name="pt22608"/>
            <p:cNvSpPr/>
            <p:nvPr/>
          </p:nvSpPr>
          <p:spPr>
            <a:xfrm>
              <a:off x="7025576" y="22464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9" name="pt22609"/>
            <p:cNvSpPr/>
            <p:nvPr/>
          </p:nvSpPr>
          <p:spPr>
            <a:xfrm>
              <a:off x="7089403" y="21904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0" name="pt22610"/>
            <p:cNvSpPr/>
            <p:nvPr/>
          </p:nvSpPr>
          <p:spPr>
            <a:xfrm>
              <a:off x="7124010" y="21465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1" name="pt22611"/>
            <p:cNvSpPr/>
            <p:nvPr/>
          </p:nvSpPr>
          <p:spPr>
            <a:xfrm>
              <a:off x="6957128" y="20297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2" name="pt22612"/>
            <p:cNvSpPr/>
            <p:nvPr/>
          </p:nvSpPr>
          <p:spPr>
            <a:xfrm>
              <a:off x="7093507" y="21402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3" name="pt22613"/>
            <p:cNvSpPr/>
            <p:nvPr/>
          </p:nvSpPr>
          <p:spPr>
            <a:xfrm>
              <a:off x="7216502" y="19944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4" name="pt22614"/>
            <p:cNvSpPr/>
            <p:nvPr/>
          </p:nvSpPr>
          <p:spPr>
            <a:xfrm>
              <a:off x="7424414" y="26141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5" name="pt22615"/>
            <p:cNvSpPr/>
            <p:nvPr/>
          </p:nvSpPr>
          <p:spPr>
            <a:xfrm>
              <a:off x="7223585" y="2198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6" name="pt22616"/>
            <p:cNvSpPr/>
            <p:nvPr/>
          </p:nvSpPr>
          <p:spPr>
            <a:xfrm>
              <a:off x="6895030" y="20826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7" name="pt22617"/>
            <p:cNvSpPr/>
            <p:nvPr/>
          </p:nvSpPr>
          <p:spPr>
            <a:xfrm>
              <a:off x="6842849" y="22771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8" name="pt22618"/>
            <p:cNvSpPr/>
            <p:nvPr/>
          </p:nvSpPr>
          <p:spPr>
            <a:xfrm>
              <a:off x="7638049" y="24969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9" name="pt22619"/>
            <p:cNvSpPr/>
            <p:nvPr/>
          </p:nvSpPr>
          <p:spPr>
            <a:xfrm>
              <a:off x="7127219" y="21870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0" name="pt22620"/>
            <p:cNvSpPr/>
            <p:nvPr/>
          </p:nvSpPr>
          <p:spPr>
            <a:xfrm>
              <a:off x="7294629" y="21388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1" name="pt22621"/>
            <p:cNvSpPr/>
            <p:nvPr/>
          </p:nvSpPr>
          <p:spPr>
            <a:xfrm>
              <a:off x="7154315" y="20171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2" name="pt22622"/>
            <p:cNvSpPr/>
            <p:nvPr/>
          </p:nvSpPr>
          <p:spPr>
            <a:xfrm>
              <a:off x="7117978" y="21578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3" name="pt22623"/>
            <p:cNvSpPr/>
            <p:nvPr/>
          </p:nvSpPr>
          <p:spPr>
            <a:xfrm>
              <a:off x="7293521" y="20614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4" name="pt22624"/>
            <p:cNvSpPr/>
            <p:nvPr/>
          </p:nvSpPr>
          <p:spPr>
            <a:xfrm>
              <a:off x="6883144" y="19329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5" name="pt22625"/>
            <p:cNvSpPr/>
            <p:nvPr/>
          </p:nvSpPr>
          <p:spPr>
            <a:xfrm>
              <a:off x="6823117" y="20064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6" name="pt22626"/>
            <p:cNvSpPr/>
            <p:nvPr/>
          </p:nvSpPr>
          <p:spPr>
            <a:xfrm>
              <a:off x="6918499" y="21825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7" name="pt22627"/>
            <p:cNvSpPr/>
            <p:nvPr/>
          </p:nvSpPr>
          <p:spPr>
            <a:xfrm>
              <a:off x="7424470" y="23569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8" name="pt22628"/>
            <p:cNvSpPr/>
            <p:nvPr/>
          </p:nvSpPr>
          <p:spPr>
            <a:xfrm>
              <a:off x="7157576" y="20513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9" name="pt22629"/>
            <p:cNvSpPr/>
            <p:nvPr/>
          </p:nvSpPr>
          <p:spPr>
            <a:xfrm>
              <a:off x="7102577" y="21724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0" name="pt22630"/>
            <p:cNvSpPr/>
            <p:nvPr/>
          </p:nvSpPr>
          <p:spPr>
            <a:xfrm>
              <a:off x="7081907" y="21545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1" name="pt22631"/>
            <p:cNvSpPr/>
            <p:nvPr/>
          </p:nvSpPr>
          <p:spPr>
            <a:xfrm>
              <a:off x="7199524" y="22594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2" name="pt22632"/>
            <p:cNvSpPr/>
            <p:nvPr/>
          </p:nvSpPr>
          <p:spPr>
            <a:xfrm>
              <a:off x="7219160" y="19996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3" name="pt22633"/>
            <p:cNvSpPr/>
            <p:nvPr/>
          </p:nvSpPr>
          <p:spPr>
            <a:xfrm>
              <a:off x="7232767" y="19998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4" name="pt22634"/>
            <p:cNvSpPr/>
            <p:nvPr/>
          </p:nvSpPr>
          <p:spPr>
            <a:xfrm>
              <a:off x="7120614" y="22665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5" name="pt22635"/>
            <p:cNvSpPr/>
            <p:nvPr/>
          </p:nvSpPr>
          <p:spPr>
            <a:xfrm>
              <a:off x="7118785" y="21499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6" name="pt22636"/>
            <p:cNvSpPr/>
            <p:nvPr/>
          </p:nvSpPr>
          <p:spPr>
            <a:xfrm>
              <a:off x="7092041" y="21410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7" name="pt22637"/>
            <p:cNvSpPr/>
            <p:nvPr/>
          </p:nvSpPr>
          <p:spPr>
            <a:xfrm>
              <a:off x="7142788" y="2156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8" name="pt22638"/>
            <p:cNvSpPr/>
            <p:nvPr/>
          </p:nvSpPr>
          <p:spPr>
            <a:xfrm>
              <a:off x="7127973" y="22574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9" name="pt22639"/>
            <p:cNvSpPr/>
            <p:nvPr/>
          </p:nvSpPr>
          <p:spPr>
            <a:xfrm>
              <a:off x="6807091" y="22764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0" name="pt22640"/>
            <p:cNvSpPr/>
            <p:nvPr/>
          </p:nvSpPr>
          <p:spPr>
            <a:xfrm>
              <a:off x="6947590" y="20765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1" name="pt22641"/>
            <p:cNvSpPr/>
            <p:nvPr/>
          </p:nvSpPr>
          <p:spPr>
            <a:xfrm>
              <a:off x="7353987" y="22953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2" name="pt22642"/>
            <p:cNvSpPr/>
            <p:nvPr/>
          </p:nvSpPr>
          <p:spPr>
            <a:xfrm>
              <a:off x="7216469" y="2246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3" name="pt22643"/>
            <p:cNvSpPr/>
            <p:nvPr/>
          </p:nvSpPr>
          <p:spPr>
            <a:xfrm>
              <a:off x="7215408" y="21646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4" name="pt22644"/>
            <p:cNvSpPr/>
            <p:nvPr/>
          </p:nvSpPr>
          <p:spPr>
            <a:xfrm>
              <a:off x="7063943" y="21005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5" name="pt22645"/>
            <p:cNvSpPr/>
            <p:nvPr/>
          </p:nvSpPr>
          <p:spPr>
            <a:xfrm>
              <a:off x="7264512" y="22098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6" name="pt22646"/>
            <p:cNvSpPr/>
            <p:nvPr/>
          </p:nvSpPr>
          <p:spPr>
            <a:xfrm>
              <a:off x="7234231" y="2062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7" name="pt22647"/>
            <p:cNvSpPr/>
            <p:nvPr/>
          </p:nvSpPr>
          <p:spPr>
            <a:xfrm>
              <a:off x="6821531" y="19780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8" name="pt22648"/>
            <p:cNvSpPr/>
            <p:nvPr/>
          </p:nvSpPr>
          <p:spPr>
            <a:xfrm>
              <a:off x="6843268" y="23089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9" name="pt22649"/>
            <p:cNvSpPr/>
            <p:nvPr/>
          </p:nvSpPr>
          <p:spPr>
            <a:xfrm>
              <a:off x="7275626" y="19716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0" name="pt22650"/>
            <p:cNvSpPr/>
            <p:nvPr/>
          </p:nvSpPr>
          <p:spPr>
            <a:xfrm>
              <a:off x="7248783" y="23175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1" name="pt22651"/>
            <p:cNvSpPr/>
            <p:nvPr/>
          </p:nvSpPr>
          <p:spPr>
            <a:xfrm>
              <a:off x="7046652" y="21189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2" name="pt22652"/>
            <p:cNvSpPr/>
            <p:nvPr/>
          </p:nvSpPr>
          <p:spPr>
            <a:xfrm>
              <a:off x="7052621" y="20792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3" name="pt22653"/>
            <p:cNvSpPr/>
            <p:nvPr/>
          </p:nvSpPr>
          <p:spPr>
            <a:xfrm>
              <a:off x="7106043" y="20655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4" name="pt22654"/>
            <p:cNvSpPr/>
            <p:nvPr/>
          </p:nvSpPr>
          <p:spPr>
            <a:xfrm>
              <a:off x="7124370" y="20455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5" name="pt22655"/>
            <p:cNvSpPr/>
            <p:nvPr/>
          </p:nvSpPr>
          <p:spPr>
            <a:xfrm>
              <a:off x="7096954" y="20774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6" name="pt22656"/>
            <p:cNvSpPr/>
            <p:nvPr/>
          </p:nvSpPr>
          <p:spPr>
            <a:xfrm>
              <a:off x="6962082" y="20663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7" name="pt22657"/>
            <p:cNvSpPr/>
            <p:nvPr/>
          </p:nvSpPr>
          <p:spPr>
            <a:xfrm>
              <a:off x="6881507" y="18925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8" name="pt22658"/>
            <p:cNvSpPr/>
            <p:nvPr/>
          </p:nvSpPr>
          <p:spPr>
            <a:xfrm>
              <a:off x="7072185" y="22205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9" name="pt22659"/>
            <p:cNvSpPr/>
            <p:nvPr/>
          </p:nvSpPr>
          <p:spPr>
            <a:xfrm>
              <a:off x="7119755" y="21963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0" name="pt22660"/>
            <p:cNvSpPr/>
            <p:nvPr/>
          </p:nvSpPr>
          <p:spPr>
            <a:xfrm>
              <a:off x="7265496" y="20762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1" name="pt22661"/>
            <p:cNvSpPr/>
            <p:nvPr/>
          </p:nvSpPr>
          <p:spPr>
            <a:xfrm>
              <a:off x="6833455" y="23932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2" name="pt22662"/>
            <p:cNvSpPr/>
            <p:nvPr/>
          </p:nvSpPr>
          <p:spPr>
            <a:xfrm>
              <a:off x="6815009" y="19010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3" name="pt22663"/>
            <p:cNvSpPr/>
            <p:nvPr/>
          </p:nvSpPr>
          <p:spPr>
            <a:xfrm>
              <a:off x="7305163" y="19766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4" name="pt22664"/>
            <p:cNvSpPr/>
            <p:nvPr/>
          </p:nvSpPr>
          <p:spPr>
            <a:xfrm>
              <a:off x="7217856" y="21659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5" name="pt22665"/>
            <p:cNvSpPr/>
            <p:nvPr/>
          </p:nvSpPr>
          <p:spPr>
            <a:xfrm>
              <a:off x="7222727" y="18655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6" name="pt22666"/>
            <p:cNvSpPr/>
            <p:nvPr/>
          </p:nvSpPr>
          <p:spPr>
            <a:xfrm>
              <a:off x="7102739" y="20958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7" name="pt22667"/>
            <p:cNvSpPr/>
            <p:nvPr/>
          </p:nvSpPr>
          <p:spPr>
            <a:xfrm>
              <a:off x="7036528" y="23663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8" name="pt22668"/>
            <p:cNvSpPr/>
            <p:nvPr/>
          </p:nvSpPr>
          <p:spPr>
            <a:xfrm>
              <a:off x="6749940" y="24498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9" name="pt22669"/>
            <p:cNvSpPr/>
            <p:nvPr/>
          </p:nvSpPr>
          <p:spPr>
            <a:xfrm>
              <a:off x="6858606" y="22577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0" name="pt22670"/>
            <p:cNvSpPr/>
            <p:nvPr/>
          </p:nvSpPr>
          <p:spPr>
            <a:xfrm>
              <a:off x="7005265" y="19160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1" name="pt22671"/>
            <p:cNvSpPr/>
            <p:nvPr/>
          </p:nvSpPr>
          <p:spPr>
            <a:xfrm>
              <a:off x="7159643" y="20570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2" name="pt22672"/>
            <p:cNvSpPr/>
            <p:nvPr/>
          </p:nvSpPr>
          <p:spPr>
            <a:xfrm>
              <a:off x="7205666" y="22420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3" name="pt22673"/>
            <p:cNvSpPr/>
            <p:nvPr/>
          </p:nvSpPr>
          <p:spPr>
            <a:xfrm>
              <a:off x="7190577" y="22124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4" name="pt22674"/>
            <p:cNvSpPr/>
            <p:nvPr/>
          </p:nvSpPr>
          <p:spPr>
            <a:xfrm>
              <a:off x="7049584" y="18552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5" name="pt22675"/>
            <p:cNvSpPr/>
            <p:nvPr/>
          </p:nvSpPr>
          <p:spPr>
            <a:xfrm>
              <a:off x="6999832" y="19496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6" name="pt22676"/>
            <p:cNvSpPr/>
            <p:nvPr/>
          </p:nvSpPr>
          <p:spPr>
            <a:xfrm>
              <a:off x="7091954" y="21857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7" name="pt22677"/>
            <p:cNvSpPr/>
            <p:nvPr/>
          </p:nvSpPr>
          <p:spPr>
            <a:xfrm>
              <a:off x="7123819" y="21436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8" name="pt22678"/>
            <p:cNvSpPr/>
            <p:nvPr/>
          </p:nvSpPr>
          <p:spPr>
            <a:xfrm>
              <a:off x="6917754" y="22959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9" name="pt22679"/>
            <p:cNvSpPr/>
            <p:nvPr/>
          </p:nvSpPr>
          <p:spPr>
            <a:xfrm>
              <a:off x="7157117" y="19740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0" name="pt22680"/>
            <p:cNvSpPr/>
            <p:nvPr/>
          </p:nvSpPr>
          <p:spPr>
            <a:xfrm>
              <a:off x="6918969" y="23205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1" name="pt22681"/>
            <p:cNvSpPr/>
            <p:nvPr/>
          </p:nvSpPr>
          <p:spPr>
            <a:xfrm>
              <a:off x="7350490" y="24669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2" name="pt22682"/>
            <p:cNvSpPr/>
            <p:nvPr/>
          </p:nvSpPr>
          <p:spPr>
            <a:xfrm>
              <a:off x="7077295" y="21853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3" name="pt22683"/>
            <p:cNvSpPr/>
            <p:nvPr/>
          </p:nvSpPr>
          <p:spPr>
            <a:xfrm>
              <a:off x="7372320" y="23149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4" name="pt22684"/>
            <p:cNvSpPr/>
            <p:nvPr/>
          </p:nvSpPr>
          <p:spPr>
            <a:xfrm>
              <a:off x="7175368" y="19916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5" name="pt22685"/>
            <p:cNvSpPr/>
            <p:nvPr/>
          </p:nvSpPr>
          <p:spPr>
            <a:xfrm>
              <a:off x="7273400" y="20679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6" name="pt22686"/>
            <p:cNvSpPr/>
            <p:nvPr/>
          </p:nvSpPr>
          <p:spPr>
            <a:xfrm>
              <a:off x="7139870" y="23197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7" name="pt22687"/>
            <p:cNvSpPr/>
            <p:nvPr/>
          </p:nvSpPr>
          <p:spPr>
            <a:xfrm>
              <a:off x="7100543" y="21682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8" name="pt22688"/>
            <p:cNvSpPr/>
            <p:nvPr/>
          </p:nvSpPr>
          <p:spPr>
            <a:xfrm>
              <a:off x="7004404" y="20990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9" name="pt22689"/>
            <p:cNvSpPr/>
            <p:nvPr/>
          </p:nvSpPr>
          <p:spPr>
            <a:xfrm>
              <a:off x="7050949" y="1823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0" name="pt22690"/>
            <p:cNvSpPr/>
            <p:nvPr/>
          </p:nvSpPr>
          <p:spPr>
            <a:xfrm>
              <a:off x="7088546" y="21388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1" name="pt22691"/>
            <p:cNvSpPr/>
            <p:nvPr/>
          </p:nvSpPr>
          <p:spPr>
            <a:xfrm>
              <a:off x="7172373" y="21144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2" name="pt22692"/>
            <p:cNvSpPr/>
            <p:nvPr/>
          </p:nvSpPr>
          <p:spPr>
            <a:xfrm>
              <a:off x="6850365" y="20033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3" name="pt22693"/>
            <p:cNvSpPr/>
            <p:nvPr/>
          </p:nvSpPr>
          <p:spPr>
            <a:xfrm>
              <a:off x="7015396" y="19605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4" name="pt22694"/>
            <p:cNvSpPr/>
            <p:nvPr/>
          </p:nvSpPr>
          <p:spPr>
            <a:xfrm>
              <a:off x="7283588" y="19487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5" name="pt22695"/>
            <p:cNvSpPr/>
            <p:nvPr/>
          </p:nvSpPr>
          <p:spPr>
            <a:xfrm>
              <a:off x="7130408" y="21877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6" name="pt22696"/>
            <p:cNvSpPr/>
            <p:nvPr/>
          </p:nvSpPr>
          <p:spPr>
            <a:xfrm>
              <a:off x="7016786" y="19892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7" name="pt22697"/>
            <p:cNvSpPr/>
            <p:nvPr/>
          </p:nvSpPr>
          <p:spPr>
            <a:xfrm>
              <a:off x="7335682" y="23141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8" name="pt22698"/>
            <p:cNvSpPr/>
            <p:nvPr/>
          </p:nvSpPr>
          <p:spPr>
            <a:xfrm>
              <a:off x="7001479" y="18313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9" name="pt22699"/>
            <p:cNvSpPr/>
            <p:nvPr/>
          </p:nvSpPr>
          <p:spPr>
            <a:xfrm>
              <a:off x="7236421" y="2006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0" name="pt22700"/>
            <p:cNvSpPr/>
            <p:nvPr/>
          </p:nvSpPr>
          <p:spPr>
            <a:xfrm>
              <a:off x="7252050" y="21359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1" name="pt22701"/>
            <p:cNvSpPr/>
            <p:nvPr/>
          </p:nvSpPr>
          <p:spPr>
            <a:xfrm>
              <a:off x="7269627" y="18058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2" name="pt22702"/>
            <p:cNvSpPr/>
            <p:nvPr/>
          </p:nvSpPr>
          <p:spPr>
            <a:xfrm>
              <a:off x="6909315" y="22365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3" name="pt22703"/>
            <p:cNvSpPr/>
            <p:nvPr/>
          </p:nvSpPr>
          <p:spPr>
            <a:xfrm>
              <a:off x="7188189" y="22288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4" name="pt22704"/>
            <p:cNvSpPr/>
            <p:nvPr/>
          </p:nvSpPr>
          <p:spPr>
            <a:xfrm>
              <a:off x="7394354" y="24668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5" name="pt22705"/>
            <p:cNvSpPr/>
            <p:nvPr/>
          </p:nvSpPr>
          <p:spPr>
            <a:xfrm>
              <a:off x="7152906" y="19839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6" name="pt22706"/>
            <p:cNvSpPr/>
            <p:nvPr/>
          </p:nvSpPr>
          <p:spPr>
            <a:xfrm>
              <a:off x="7070863" y="21807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7" name="pt22707"/>
            <p:cNvSpPr/>
            <p:nvPr/>
          </p:nvSpPr>
          <p:spPr>
            <a:xfrm>
              <a:off x="7178203" y="20756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8" name="pt22708"/>
            <p:cNvSpPr/>
            <p:nvPr/>
          </p:nvSpPr>
          <p:spPr>
            <a:xfrm>
              <a:off x="7001122" y="17050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9" name="pt22709"/>
            <p:cNvSpPr/>
            <p:nvPr/>
          </p:nvSpPr>
          <p:spPr>
            <a:xfrm>
              <a:off x="6816755" y="19265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0" name="pt22710"/>
            <p:cNvSpPr/>
            <p:nvPr/>
          </p:nvSpPr>
          <p:spPr>
            <a:xfrm>
              <a:off x="7205300" y="22409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1" name="pt22711"/>
            <p:cNvSpPr/>
            <p:nvPr/>
          </p:nvSpPr>
          <p:spPr>
            <a:xfrm>
              <a:off x="7227965" y="21773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2" name="pt22712"/>
            <p:cNvSpPr/>
            <p:nvPr/>
          </p:nvSpPr>
          <p:spPr>
            <a:xfrm>
              <a:off x="7032454" y="22007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3" name="pt22713"/>
            <p:cNvSpPr/>
            <p:nvPr/>
          </p:nvSpPr>
          <p:spPr>
            <a:xfrm>
              <a:off x="6705246" y="24258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4" name="pt22714"/>
            <p:cNvSpPr/>
            <p:nvPr/>
          </p:nvSpPr>
          <p:spPr>
            <a:xfrm>
              <a:off x="7003907" y="1888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5" name="pt22715"/>
            <p:cNvSpPr/>
            <p:nvPr/>
          </p:nvSpPr>
          <p:spPr>
            <a:xfrm>
              <a:off x="7184534" y="20740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6" name="pt22716"/>
            <p:cNvSpPr/>
            <p:nvPr/>
          </p:nvSpPr>
          <p:spPr>
            <a:xfrm>
              <a:off x="7419394" y="28663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7" name="pt22717"/>
            <p:cNvSpPr/>
            <p:nvPr/>
          </p:nvSpPr>
          <p:spPr>
            <a:xfrm>
              <a:off x="6811725" y="24171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8" name="pt22718"/>
            <p:cNvSpPr/>
            <p:nvPr/>
          </p:nvSpPr>
          <p:spPr>
            <a:xfrm>
              <a:off x="6716742" y="26299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9" name="pt22719"/>
            <p:cNvSpPr/>
            <p:nvPr/>
          </p:nvSpPr>
          <p:spPr>
            <a:xfrm>
              <a:off x="7108565" y="20616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0" name="pt22720"/>
            <p:cNvSpPr/>
            <p:nvPr/>
          </p:nvSpPr>
          <p:spPr>
            <a:xfrm>
              <a:off x="6955935" y="19392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1" name="pt22721"/>
            <p:cNvSpPr/>
            <p:nvPr/>
          </p:nvSpPr>
          <p:spPr>
            <a:xfrm>
              <a:off x="6799341" y="23272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2" name="pt22722"/>
            <p:cNvSpPr/>
            <p:nvPr/>
          </p:nvSpPr>
          <p:spPr>
            <a:xfrm>
              <a:off x="6782859" y="29081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3" name="pt22723"/>
            <p:cNvSpPr/>
            <p:nvPr/>
          </p:nvSpPr>
          <p:spPr>
            <a:xfrm>
              <a:off x="7106945" y="21265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4" name="pt22724"/>
            <p:cNvSpPr/>
            <p:nvPr/>
          </p:nvSpPr>
          <p:spPr>
            <a:xfrm>
              <a:off x="6582979" y="1891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5" name="pt22725"/>
            <p:cNvSpPr/>
            <p:nvPr/>
          </p:nvSpPr>
          <p:spPr>
            <a:xfrm>
              <a:off x="7133583" y="22427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6" name="pt22726"/>
            <p:cNvSpPr/>
            <p:nvPr/>
          </p:nvSpPr>
          <p:spPr>
            <a:xfrm>
              <a:off x="7149656" y="20607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7" name="pt22727"/>
            <p:cNvSpPr/>
            <p:nvPr/>
          </p:nvSpPr>
          <p:spPr>
            <a:xfrm>
              <a:off x="6824234" y="22595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8" name="pt22728"/>
            <p:cNvSpPr/>
            <p:nvPr/>
          </p:nvSpPr>
          <p:spPr>
            <a:xfrm>
              <a:off x="6948168" y="20249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9" name="pt22729"/>
            <p:cNvSpPr/>
            <p:nvPr/>
          </p:nvSpPr>
          <p:spPr>
            <a:xfrm>
              <a:off x="7021063" y="20420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0" name="pt22730"/>
            <p:cNvSpPr/>
            <p:nvPr/>
          </p:nvSpPr>
          <p:spPr>
            <a:xfrm>
              <a:off x="7202218" y="23246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1" name="pt22731"/>
            <p:cNvSpPr/>
            <p:nvPr/>
          </p:nvSpPr>
          <p:spPr>
            <a:xfrm>
              <a:off x="7193256" y="22120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2" name="pt22732"/>
            <p:cNvSpPr/>
            <p:nvPr/>
          </p:nvSpPr>
          <p:spPr>
            <a:xfrm>
              <a:off x="7268509" y="18878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3" name="pt22733"/>
            <p:cNvSpPr/>
            <p:nvPr/>
          </p:nvSpPr>
          <p:spPr>
            <a:xfrm>
              <a:off x="6993822" y="19268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4" name="pt22734"/>
            <p:cNvSpPr/>
            <p:nvPr/>
          </p:nvSpPr>
          <p:spPr>
            <a:xfrm>
              <a:off x="7093542" y="21200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5" name="pt22735"/>
            <p:cNvSpPr/>
            <p:nvPr/>
          </p:nvSpPr>
          <p:spPr>
            <a:xfrm>
              <a:off x="7327373" y="21883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6" name="pt22736"/>
            <p:cNvSpPr/>
            <p:nvPr/>
          </p:nvSpPr>
          <p:spPr>
            <a:xfrm>
              <a:off x="7010383" y="18399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7" name="pt22737"/>
            <p:cNvSpPr/>
            <p:nvPr/>
          </p:nvSpPr>
          <p:spPr>
            <a:xfrm>
              <a:off x="7052175" y="20954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8" name="pt22738"/>
            <p:cNvSpPr/>
            <p:nvPr/>
          </p:nvSpPr>
          <p:spPr>
            <a:xfrm>
              <a:off x="7196691" y="22664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9" name="pt22739"/>
            <p:cNvSpPr/>
            <p:nvPr/>
          </p:nvSpPr>
          <p:spPr>
            <a:xfrm>
              <a:off x="7359426" y="24759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0" name="pt22740"/>
            <p:cNvSpPr/>
            <p:nvPr/>
          </p:nvSpPr>
          <p:spPr>
            <a:xfrm>
              <a:off x="6663985" y="19808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1" name="pt22741"/>
            <p:cNvSpPr/>
            <p:nvPr/>
          </p:nvSpPr>
          <p:spPr>
            <a:xfrm>
              <a:off x="7001867" y="18778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2" name="pt22742"/>
            <p:cNvSpPr/>
            <p:nvPr/>
          </p:nvSpPr>
          <p:spPr>
            <a:xfrm>
              <a:off x="7268691" y="18775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3" name="pt22743"/>
            <p:cNvSpPr/>
            <p:nvPr/>
          </p:nvSpPr>
          <p:spPr>
            <a:xfrm>
              <a:off x="7083643" y="22231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4" name="pt22744"/>
            <p:cNvSpPr/>
            <p:nvPr/>
          </p:nvSpPr>
          <p:spPr>
            <a:xfrm>
              <a:off x="7193451" y="21547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5" name="pt22745"/>
            <p:cNvSpPr/>
            <p:nvPr/>
          </p:nvSpPr>
          <p:spPr>
            <a:xfrm>
              <a:off x="7245544" y="21392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6" name="pt22746"/>
            <p:cNvSpPr/>
            <p:nvPr/>
          </p:nvSpPr>
          <p:spPr>
            <a:xfrm>
              <a:off x="7052963" y="20750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7" name="pt22747"/>
            <p:cNvSpPr/>
            <p:nvPr/>
          </p:nvSpPr>
          <p:spPr>
            <a:xfrm>
              <a:off x="6960654" y="20191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8" name="pt22748"/>
            <p:cNvSpPr/>
            <p:nvPr/>
          </p:nvSpPr>
          <p:spPr>
            <a:xfrm>
              <a:off x="7056922" y="2198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9" name="pt22749"/>
            <p:cNvSpPr/>
            <p:nvPr/>
          </p:nvSpPr>
          <p:spPr>
            <a:xfrm>
              <a:off x="7111635" y="21463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0" name="pt22750"/>
            <p:cNvSpPr/>
            <p:nvPr/>
          </p:nvSpPr>
          <p:spPr>
            <a:xfrm>
              <a:off x="7472631" y="20594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1" name="pt22751"/>
            <p:cNvSpPr/>
            <p:nvPr/>
          </p:nvSpPr>
          <p:spPr>
            <a:xfrm>
              <a:off x="7352109" y="24693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2" name="pt22752"/>
            <p:cNvSpPr/>
            <p:nvPr/>
          </p:nvSpPr>
          <p:spPr>
            <a:xfrm>
              <a:off x="6891751" y="21302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3" name="pt22753"/>
            <p:cNvSpPr/>
            <p:nvPr/>
          </p:nvSpPr>
          <p:spPr>
            <a:xfrm>
              <a:off x="7105011" y="20921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4" name="pt22754"/>
            <p:cNvSpPr/>
            <p:nvPr/>
          </p:nvSpPr>
          <p:spPr>
            <a:xfrm>
              <a:off x="7274023" y="20612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5" name="pt22755"/>
            <p:cNvSpPr/>
            <p:nvPr/>
          </p:nvSpPr>
          <p:spPr>
            <a:xfrm>
              <a:off x="7099753" y="2067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6" name="pt22756"/>
            <p:cNvSpPr/>
            <p:nvPr/>
          </p:nvSpPr>
          <p:spPr>
            <a:xfrm>
              <a:off x="7074695" y="20789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7" name="pt22757"/>
            <p:cNvSpPr/>
            <p:nvPr/>
          </p:nvSpPr>
          <p:spPr>
            <a:xfrm>
              <a:off x="7129783" y="22395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8" name="pt22758"/>
            <p:cNvSpPr/>
            <p:nvPr/>
          </p:nvSpPr>
          <p:spPr>
            <a:xfrm>
              <a:off x="7359814" y="24454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9" name="pt22759"/>
            <p:cNvSpPr/>
            <p:nvPr/>
          </p:nvSpPr>
          <p:spPr>
            <a:xfrm>
              <a:off x="7135954" y="23479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0" name="pt22760"/>
            <p:cNvSpPr/>
            <p:nvPr/>
          </p:nvSpPr>
          <p:spPr>
            <a:xfrm>
              <a:off x="7309846" y="18239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1" name="pt22761"/>
            <p:cNvSpPr/>
            <p:nvPr/>
          </p:nvSpPr>
          <p:spPr>
            <a:xfrm>
              <a:off x="6996525" y="20277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2" name="pt22762"/>
            <p:cNvSpPr/>
            <p:nvPr/>
          </p:nvSpPr>
          <p:spPr>
            <a:xfrm>
              <a:off x="7249328" y="20374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3" name="pt22763"/>
            <p:cNvSpPr/>
            <p:nvPr/>
          </p:nvSpPr>
          <p:spPr>
            <a:xfrm>
              <a:off x="6976682" y="19366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4" name="pt22764"/>
            <p:cNvSpPr/>
            <p:nvPr/>
          </p:nvSpPr>
          <p:spPr>
            <a:xfrm>
              <a:off x="7193308" y="23431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5" name="pt22765"/>
            <p:cNvSpPr/>
            <p:nvPr/>
          </p:nvSpPr>
          <p:spPr>
            <a:xfrm>
              <a:off x="6848526" y="2269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6" name="pt22766"/>
            <p:cNvSpPr/>
            <p:nvPr/>
          </p:nvSpPr>
          <p:spPr>
            <a:xfrm>
              <a:off x="7083079" y="21116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7" name="pt22767"/>
            <p:cNvSpPr/>
            <p:nvPr/>
          </p:nvSpPr>
          <p:spPr>
            <a:xfrm>
              <a:off x="7213556" y="23052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8" name="pt22768"/>
            <p:cNvSpPr/>
            <p:nvPr/>
          </p:nvSpPr>
          <p:spPr>
            <a:xfrm>
              <a:off x="7115357" y="21295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9" name="pt22769"/>
            <p:cNvSpPr/>
            <p:nvPr/>
          </p:nvSpPr>
          <p:spPr>
            <a:xfrm>
              <a:off x="7164018" y="21369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0" name="pt22770"/>
            <p:cNvSpPr/>
            <p:nvPr/>
          </p:nvSpPr>
          <p:spPr>
            <a:xfrm>
              <a:off x="7042848" y="21628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1" name="pt22771"/>
            <p:cNvSpPr/>
            <p:nvPr/>
          </p:nvSpPr>
          <p:spPr>
            <a:xfrm>
              <a:off x="7135304" y="23531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2" name="pt22772"/>
            <p:cNvSpPr/>
            <p:nvPr/>
          </p:nvSpPr>
          <p:spPr>
            <a:xfrm>
              <a:off x="7108255" y="19688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3" name="pt22773"/>
            <p:cNvSpPr/>
            <p:nvPr/>
          </p:nvSpPr>
          <p:spPr>
            <a:xfrm>
              <a:off x="6720204" y="25498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4" name="pt22774"/>
            <p:cNvSpPr/>
            <p:nvPr/>
          </p:nvSpPr>
          <p:spPr>
            <a:xfrm>
              <a:off x="7348276" y="26151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5" name="pt22775"/>
            <p:cNvSpPr/>
            <p:nvPr/>
          </p:nvSpPr>
          <p:spPr>
            <a:xfrm>
              <a:off x="7099619" y="20809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6" name="pt22776"/>
            <p:cNvSpPr/>
            <p:nvPr/>
          </p:nvSpPr>
          <p:spPr>
            <a:xfrm>
              <a:off x="7138475" y="23326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7" name="pt22777"/>
            <p:cNvSpPr/>
            <p:nvPr/>
          </p:nvSpPr>
          <p:spPr>
            <a:xfrm>
              <a:off x="7139386" y="22520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8" name="pt22778"/>
            <p:cNvSpPr/>
            <p:nvPr/>
          </p:nvSpPr>
          <p:spPr>
            <a:xfrm>
              <a:off x="7058103" y="21108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9" name="pt22779"/>
            <p:cNvSpPr/>
            <p:nvPr/>
          </p:nvSpPr>
          <p:spPr>
            <a:xfrm>
              <a:off x="6891185" y="16777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0" name="pt22780"/>
            <p:cNvSpPr/>
            <p:nvPr/>
          </p:nvSpPr>
          <p:spPr>
            <a:xfrm>
              <a:off x="6782441" y="27469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1" name="pt22781"/>
            <p:cNvSpPr/>
            <p:nvPr/>
          </p:nvSpPr>
          <p:spPr>
            <a:xfrm>
              <a:off x="7009616" y="20636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2" name="pt22782"/>
            <p:cNvSpPr/>
            <p:nvPr/>
          </p:nvSpPr>
          <p:spPr>
            <a:xfrm>
              <a:off x="7009384" y="18641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3" name="pt22783"/>
            <p:cNvSpPr/>
            <p:nvPr/>
          </p:nvSpPr>
          <p:spPr>
            <a:xfrm>
              <a:off x="7103831" y="21575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4" name="pt22784"/>
            <p:cNvSpPr/>
            <p:nvPr/>
          </p:nvSpPr>
          <p:spPr>
            <a:xfrm>
              <a:off x="7262462" y="19940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5" name="pt22785"/>
            <p:cNvSpPr/>
            <p:nvPr/>
          </p:nvSpPr>
          <p:spPr>
            <a:xfrm>
              <a:off x="7127565" y="22600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6" name="pt22786"/>
            <p:cNvSpPr/>
            <p:nvPr/>
          </p:nvSpPr>
          <p:spPr>
            <a:xfrm>
              <a:off x="7257502" y="20606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7" name="pt22787"/>
            <p:cNvSpPr/>
            <p:nvPr/>
          </p:nvSpPr>
          <p:spPr>
            <a:xfrm>
              <a:off x="7122272" y="21398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8" name="pt22788"/>
            <p:cNvSpPr/>
            <p:nvPr/>
          </p:nvSpPr>
          <p:spPr>
            <a:xfrm>
              <a:off x="7042157" y="22322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9" name="pt22789"/>
            <p:cNvSpPr/>
            <p:nvPr/>
          </p:nvSpPr>
          <p:spPr>
            <a:xfrm>
              <a:off x="7249397" y="19790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0" name="pt22790"/>
            <p:cNvSpPr/>
            <p:nvPr/>
          </p:nvSpPr>
          <p:spPr>
            <a:xfrm>
              <a:off x="7295416" y="19777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1" name="pt22791"/>
            <p:cNvSpPr/>
            <p:nvPr/>
          </p:nvSpPr>
          <p:spPr>
            <a:xfrm>
              <a:off x="7108783" y="21187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2" name="pt22792"/>
            <p:cNvSpPr/>
            <p:nvPr/>
          </p:nvSpPr>
          <p:spPr>
            <a:xfrm>
              <a:off x="7244974" y="20004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3" name="pt22793"/>
            <p:cNvSpPr/>
            <p:nvPr/>
          </p:nvSpPr>
          <p:spPr>
            <a:xfrm>
              <a:off x="7159331" y="20225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4" name="pt22794"/>
            <p:cNvSpPr/>
            <p:nvPr/>
          </p:nvSpPr>
          <p:spPr>
            <a:xfrm>
              <a:off x="7171747" y="20993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5" name="pt22795"/>
            <p:cNvSpPr/>
            <p:nvPr/>
          </p:nvSpPr>
          <p:spPr>
            <a:xfrm>
              <a:off x="7015751" y="19111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6" name="pt22796"/>
            <p:cNvSpPr/>
            <p:nvPr/>
          </p:nvSpPr>
          <p:spPr>
            <a:xfrm>
              <a:off x="7321727" y="19801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7" name="pt22797"/>
            <p:cNvSpPr/>
            <p:nvPr/>
          </p:nvSpPr>
          <p:spPr>
            <a:xfrm>
              <a:off x="7186793" y="21415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8" name="pt22798"/>
            <p:cNvSpPr/>
            <p:nvPr/>
          </p:nvSpPr>
          <p:spPr>
            <a:xfrm>
              <a:off x="7202585" y="23702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9" name="pt22799"/>
            <p:cNvSpPr/>
            <p:nvPr/>
          </p:nvSpPr>
          <p:spPr>
            <a:xfrm>
              <a:off x="7354278" y="22392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0" name="pt22800"/>
            <p:cNvSpPr/>
            <p:nvPr/>
          </p:nvSpPr>
          <p:spPr>
            <a:xfrm>
              <a:off x="6853580" y="24378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1" name="pt22801"/>
            <p:cNvSpPr/>
            <p:nvPr/>
          </p:nvSpPr>
          <p:spPr>
            <a:xfrm>
              <a:off x="6838273" y="22195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2" name="pt22802"/>
            <p:cNvSpPr/>
            <p:nvPr/>
          </p:nvSpPr>
          <p:spPr>
            <a:xfrm>
              <a:off x="7279634" y="19784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3" name="pt22803"/>
            <p:cNvSpPr/>
            <p:nvPr/>
          </p:nvSpPr>
          <p:spPr>
            <a:xfrm>
              <a:off x="7097728" y="21534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4" name="pt22804"/>
            <p:cNvSpPr/>
            <p:nvPr/>
          </p:nvSpPr>
          <p:spPr>
            <a:xfrm>
              <a:off x="6864644" y="21534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5" name="pt22805"/>
            <p:cNvSpPr/>
            <p:nvPr/>
          </p:nvSpPr>
          <p:spPr>
            <a:xfrm>
              <a:off x="7257106" y="19446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6" name="pt22806"/>
            <p:cNvSpPr/>
            <p:nvPr/>
          </p:nvSpPr>
          <p:spPr>
            <a:xfrm>
              <a:off x="6953818" y="20123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7" name="pt22807"/>
            <p:cNvSpPr/>
            <p:nvPr/>
          </p:nvSpPr>
          <p:spPr>
            <a:xfrm>
              <a:off x="7354783" y="21724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8" name="pt22808"/>
            <p:cNvSpPr/>
            <p:nvPr/>
          </p:nvSpPr>
          <p:spPr>
            <a:xfrm>
              <a:off x="7217397" y="20786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9" name="pt22809"/>
            <p:cNvSpPr/>
            <p:nvPr/>
          </p:nvSpPr>
          <p:spPr>
            <a:xfrm>
              <a:off x="7024139" y="22488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0" name="pt22810"/>
            <p:cNvSpPr/>
            <p:nvPr/>
          </p:nvSpPr>
          <p:spPr>
            <a:xfrm>
              <a:off x="7093800" y="21389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1" name="pt22811"/>
            <p:cNvSpPr/>
            <p:nvPr/>
          </p:nvSpPr>
          <p:spPr>
            <a:xfrm>
              <a:off x="7113413" y="21843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2" name="pt22812"/>
            <p:cNvSpPr/>
            <p:nvPr/>
          </p:nvSpPr>
          <p:spPr>
            <a:xfrm>
              <a:off x="7204946" y="23151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3" name="pt22813"/>
            <p:cNvSpPr/>
            <p:nvPr/>
          </p:nvSpPr>
          <p:spPr>
            <a:xfrm>
              <a:off x="6986495" y="19460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4" name="pt22814"/>
            <p:cNvSpPr/>
            <p:nvPr/>
          </p:nvSpPr>
          <p:spPr>
            <a:xfrm>
              <a:off x="7146834" y="20936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5" name="pt22815"/>
            <p:cNvSpPr/>
            <p:nvPr/>
          </p:nvSpPr>
          <p:spPr>
            <a:xfrm>
              <a:off x="7414727" y="26808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6" name="pt22816"/>
            <p:cNvSpPr/>
            <p:nvPr/>
          </p:nvSpPr>
          <p:spPr>
            <a:xfrm>
              <a:off x="7148412" y="20407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7" name="pt22817"/>
            <p:cNvSpPr/>
            <p:nvPr/>
          </p:nvSpPr>
          <p:spPr>
            <a:xfrm>
              <a:off x="7311544" y="19843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8" name="pt22818"/>
            <p:cNvSpPr/>
            <p:nvPr/>
          </p:nvSpPr>
          <p:spPr>
            <a:xfrm>
              <a:off x="7460868" y="2591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9" name="pt22819"/>
            <p:cNvSpPr/>
            <p:nvPr/>
          </p:nvSpPr>
          <p:spPr>
            <a:xfrm>
              <a:off x="7261615" y="21150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0" name="pt22820"/>
            <p:cNvSpPr/>
            <p:nvPr/>
          </p:nvSpPr>
          <p:spPr>
            <a:xfrm>
              <a:off x="7104757" y="21251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1" name="pt22821"/>
            <p:cNvSpPr/>
            <p:nvPr/>
          </p:nvSpPr>
          <p:spPr>
            <a:xfrm>
              <a:off x="6975663" y="18831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2" name="pt22822"/>
            <p:cNvSpPr/>
            <p:nvPr/>
          </p:nvSpPr>
          <p:spPr>
            <a:xfrm>
              <a:off x="7196651" y="2139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3" name="pt22823"/>
            <p:cNvSpPr/>
            <p:nvPr/>
          </p:nvSpPr>
          <p:spPr>
            <a:xfrm>
              <a:off x="7062278" y="21779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4" name="pt22824"/>
            <p:cNvSpPr/>
            <p:nvPr/>
          </p:nvSpPr>
          <p:spPr>
            <a:xfrm>
              <a:off x="7004655" y="19573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5" name="pt22825"/>
            <p:cNvSpPr/>
            <p:nvPr/>
          </p:nvSpPr>
          <p:spPr>
            <a:xfrm>
              <a:off x="7089807" y="21057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6" name="pt22826"/>
            <p:cNvSpPr/>
            <p:nvPr/>
          </p:nvSpPr>
          <p:spPr>
            <a:xfrm>
              <a:off x="7436383" y="24636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7" name="pt22827"/>
            <p:cNvSpPr/>
            <p:nvPr/>
          </p:nvSpPr>
          <p:spPr>
            <a:xfrm>
              <a:off x="7202570" y="23152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8" name="pt22828"/>
            <p:cNvSpPr/>
            <p:nvPr/>
          </p:nvSpPr>
          <p:spPr>
            <a:xfrm>
              <a:off x="7135877" y="24058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9" name="pt22829"/>
            <p:cNvSpPr/>
            <p:nvPr/>
          </p:nvSpPr>
          <p:spPr>
            <a:xfrm>
              <a:off x="7199538" y="21199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0" name="pt22830"/>
            <p:cNvSpPr/>
            <p:nvPr/>
          </p:nvSpPr>
          <p:spPr>
            <a:xfrm>
              <a:off x="6768845" y="25282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1" name="pt22831"/>
            <p:cNvSpPr/>
            <p:nvPr/>
          </p:nvSpPr>
          <p:spPr>
            <a:xfrm>
              <a:off x="7198082" y="22019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2" name="pt22832"/>
            <p:cNvSpPr/>
            <p:nvPr/>
          </p:nvSpPr>
          <p:spPr>
            <a:xfrm>
              <a:off x="7254364" y="21009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3" name="pt22833"/>
            <p:cNvSpPr/>
            <p:nvPr/>
          </p:nvSpPr>
          <p:spPr>
            <a:xfrm>
              <a:off x="7282610" y="19025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4" name="pt22834"/>
            <p:cNvSpPr/>
            <p:nvPr/>
          </p:nvSpPr>
          <p:spPr>
            <a:xfrm>
              <a:off x="7233694" y="19908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5" name="pt22835"/>
            <p:cNvSpPr/>
            <p:nvPr/>
          </p:nvSpPr>
          <p:spPr>
            <a:xfrm>
              <a:off x="7100290" y="21900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6" name="pt22836"/>
            <p:cNvSpPr/>
            <p:nvPr/>
          </p:nvSpPr>
          <p:spPr>
            <a:xfrm>
              <a:off x="7299411" y="20965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7" name="pt22837"/>
            <p:cNvSpPr/>
            <p:nvPr/>
          </p:nvSpPr>
          <p:spPr>
            <a:xfrm>
              <a:off x="7157454" y="20455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8" name="pt22838"/>
            <p:cNvSpPr/>
            <p:nvPr/>
          </p:nvSpPr>
          <p:spPr>
            <a:xfrm>
              <a:off x="7125635" y="22409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9" name="pt22839"/>
            <p:cNvSpPr/>
            <p:nvPr/>
          </p:nvSpPr>
          <p:spPr>
            <a:xfrm>
              <a:off x="7082655" y="21859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0" name="pt22840"/>
            <p:cNvSpPr/>
            <p:nvPr/>
          </p:nvSpPr>
          <p:spPr>
            <a:xfrm>
              <a:off x="7343800" y="23155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1" name="pt22841"/>
            <p:cNvSpPr/>
            <p:nvPr/>
          </p:nvSpPr>
          <p:spPr>
            <a:xfrm>
              <a:off x="7123177" y="20627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2" name="pt22842"/>
            <p:cNvSpPr/>
            <p:nvPr/>
          </p:nvSpPr>
          <p:spPr>
            <a:xfrm>
              <a:off x="7097040" y="20972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3" name="pt22843"/>
            <p:cNvSpPr/>
            <p:nvPr/>
          </p:nvSpPr>
          <p:spPr>
            <a:xfrm>
              <a:off x="7074865" y="21648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4" name="pt22844"/>
            <p:cNvSpPr/>
            <p:nvPr/>
          </p:nvSpPr>
          <p:spPr>
            <a:xfrm>
              <a:off x="7107155" y="21234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5" name="pt22845"/>
            <p:cNvSpPr/>
            <p:nvPr/>
          </p:nvSpPr>
          <p:spPr>
            <a:xfrm>
              <a:off x="7110528" y="22036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6" name="pt22846"/>
            <p:cNvSpPr/>
            <p:nvPr/>
          </p:nvSpPr>
          <p:spPr>
            <a:xfrm>
              <a:off x="7028855" y="22977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7" name="pt22847"/>
            <p:cNvSpPr/>
            <p:nvPr/>
          </p:nvSpPr>
          <p:spPr>
            <a:xfrm>
              <a:off x="7214860" y="20413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8" name="pt22848"/>
            <p:cNvSpPr/>
            <p:nvPr/>
          </p:nvSpPr>
          <p:spPr>
            <a:xfrm>
              <a:off x="7249565" y="19624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9" name="pt22849"/>
            <p:cNvSpPr/>
            <p:nvPr/>
          </p:nvSpPr>
          <p:spPr>
            <a:xfrm>
              <a:off x="7231033" y="21303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0" name="pt22850"/>
            <p:cNvSpPr/>
            <p:nvPr/>
          </p:nvSpPr>
          <p:spPr>
            <a:xfrm>
              <a:off x="7185495" y="21987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1" name="pt22851"/>
            <p:cNvSpPr/>
            <p:nvPr/>
          </p:nvSpPr>
          <p:spPr>
            <a:xfrm>
              <a:off x="7377168" y="27273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2" name="pt22852"/>
            <p:cNvSpPr/>
            <p:nvPr/>
          </p:nvSpPr>
          <p:spPr>
            <a:xfrm>
              <a:off x="6912861" y="2296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3" name="pt22853"/>
            <p:cNvSpPr/>
            <p:nvPr/>
          </p:nvSpPr>
          <p:spPr>
            <a:xfrm>
              <a:off x="6937600" y="21294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4" name="pt22854"/>
            <p:cNvSpPr/>
            <p:nvPr/>
          </p:nvSpPr>
          <p:spPr>
            <a:xfrm>
              <a:off x="7224698" y="21950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5" name="pt22855"/>
            <p:cNvSpPr/>
            <p:nvPr/>
          </p:nvSpPr>
          <p:spPr>
            <a:xfrm>
              <a:off x="7162879" y="20648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6" name="pt22856"/>
            <p:cNvSpPr/>
            <p:nvPr/>
          </p:nvSpPr>
          <p:spPr>
            <a:xfrm>
              <a:off x="7036022" y="23790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7" name="pt22857"/>
            <p:cNvSpPr/>
            <p:nvPr/>
          </p:nvSpPr>
          <p:spPr>
            <a:xfrm>
              <a:off x="7131260" y="23328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8" name="pt22858"/>
            <p:cNvSpPr/>
            <p:nvPr/>
          </p:nvSpPr>
          <p:spPr>
            <a:xfrm>
              <a:off x="7188628" y="21665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9" name="pt22859"/>
            <p:cNvSpPr/>
            <p:nvPr/>
          </p:nvSpPr>
          <p:spPr>
            <a:xfrm>
              <a:off x="7128956" y="22601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0" name="pt22860"/>
            <p:cNvSpPr/>
            <p:nvPr/>
          </p:nvSpPr>
          <p:spPr>
            <a:xfrm>
              <a:off x="7360106" y="21534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1" name="pt22861"/>
            <p:cNvSpPr/>
            <p:nvPr/>
          </p:nvSpPr>
          <p:spPr>
            <a:xfrm>
              <a:off x="7258558" y="19126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2" name="pt22862"/>
            <p:cNvSpPr/>
            <p:nvPr/>
          </p:nvSpPr>
          <p:spPr>
            <a:xfrm>
              <a:off x="6947608" y="20771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3" name="pt22863"/>
            <p:cNvSpPr/>
            <p:nvPr/>
          </p:nvSpPr>
          <p:spPr>
            <a:xfrm>
              <a:off x="6755166" y="22237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4" name="pt22864"/>
            <p:cNvSpPr/>
            <p:nvPr/>
          </p:nvSpPr>
          <p:spPr>
            <a:xfrm>
              <a:off x="7152817" y="19698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5" name="pt22865"/>
            <p:cNvSpPr/>
            <p:nvPr/>
          </p:nvSpPr>
          <p:spPr>
            <a:xfrm>
              <a:off x="7140650" y="22429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6" name="pt22866"/>
            <p:cNvSpPr/>
            <p:nvPr/>
          </p:nvSpPr>
          <p:spPr>
            <a:xfrm>
              <a:off x="6771605" y="2574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7" name="pt22867"/>
            <p:cNvSpPr/>
            <p:nvPr/>
          </p:nvSpPr>
          <p:spPr>
            <a:xfrm>
              <a:off x="7197027" y="22119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8" name="pt22868"/>
            <p:cNvSpPr/>
            <p:nvPr/>
          </p:nvSpPr>
          <p:spPr>
            <a:xfrm>
              <a:off x="7159638" y="20632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9" name="pt22869"/>
            <p:cNvSpPr/>
            <p:nvPr/>
          </p:nvSpPr>
          <p:spPr>
            <a:xfrm>
              <a:off x="7605736" y="25587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0" name="pt22870"/>
            <p:cNvSpPr/>
            <p:nvPr/>
          </p:nvSpPr>
          <p:spPr>
            <a:xfrm>
              <a:off x="7084695" y="21405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1" name="pt22871"/>
            <p:cNvSpPr/>
            <p:nvPr/>
          </p:nvSpPr>
          <p:spPr>
            <a:xfrm>
              <a:off x="7038691" y="22108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2" name="pt22872"/>
            <p:cNvSpPr/>
            <p:nvPr/>
          </p:nvSpPr>
          <p:spPr>
            <a:xfrm>
              <a:off x="7049056" y="17954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3" name="pt22873"/>
            <p:cNvSpPr/>
            <p:nvPr/>
          </p:nvSpPr>
          <p:spPr>
            <a:xfrm>
              <a:off x="7022778" y="22159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4" name="pt22874"/>
            <p:cNvSpPr/>
            <p:nvPr/>
          </p:nvSpPr>
          <p:spPr>
            <a:xfrm>
              <a:off x="6850160" y="23538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5" name="pt22875"/>
            <p:cNvSpPr/>
            <p:nvPr/>
          </p:nvSpPr>
          <p:spPr>
            <a:xfrm>
              <a:off x="7060853" y="22113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6" name="pt22876"/>
            <p:cNvSpPr/>
            <p:nvPr/>
          </p:nvSpPr>
          <p:spPr>
            <a:xfrm>
              <a:off x="7097847" y="21479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7" name="pt22877"/>
            <p:cNvSpPr/>
            <p:nvPr/>
          </p:nvSpPr>
          <p:spPr>
            <a:xfrm>
              <a:off x="7140133" y="22709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8" name="pt22878"/>
            <p:cNvSpPr/>
            <p:nvPr/>
          </p:nvSpPr>
          <p:spPr>
            <a:xfrm>
              <a:off x="7065758" y="21796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9" name="pt22879"/>
            <p:cNvSpPr/>
            <p:nvPr/>
          </p:nvSpPr>
          <p:spPr>
            <a:xfrm>
              <a:off x="7247321" y="21815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0" name="pt22880"/>
            <p:cNvSpPr/>
            <p:nvPr/>
          </p:nvSpPr>
          <p:spPr>
            <a:xfrm>
              <a:off x="7130290" y="23014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1" name="pt22881"/>
            <p:cNvSpPr/>
            <p:nvPr/>
          </p:nvSpPr>
          <p:spPr>
            <a:xfrm>
              <a:off x="6887655" y="20886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2" name="pt22882"/>
            <p:cNvSpPr/>
            <p:nvPr/>
          </p:nvSpPr>
          <p:spPr>
            <a:xfrm>
              <a:off x="7188839" y="20598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3" name="pt22883"/>
            <p:cNvSpPr/>
            <p:nvPr/>
          </p:nvSpPr>
          <p:spPr>
            <a:xfrm>
              <a:off x="7233652" y="20647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4" name="pt22884"/>
            <p:cNvSpPr/>
            <p:nvPr/>
          </p:nvSpPr>
          <p:spPr>
            <a:xfrm>
              <a:off x="6927027" y="19651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5" name="pt22885"/>
            <p:cNvSpPr/>
            <p:nvPr/>
          </p:nvSpPr>
          <p:spPr>
            <a:xfrm>
              <a:off x="6988099" y="20057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6" name="pt22886"/>
            <p:cNvSpPr/>
            <p:nvPr/>
          </p:nvSpPr>
          <p:spPr>
            <a:xfrm>
              <a:off x="7365621" y="20574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7" name="pt22887"/>
            <p:cNvSpPr/>
            <p:nvPr/>
          </p:nvSpPr>
          <p:spPr>
            <a:xfrm>
              <a:off x="6925631" y="20796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8" name="pt22888"/>
            <p:cNvSpPr/>
            <p:nvPr/>
          </p:nvSpPr>
          <p:spPr>
            <a:xfrm>
              <a:off x="7099245" y="21101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9" name="pt22889"/>
            <p:cNvSpPr/>
            <p:nvPr/>
          </p:nvSpPr>
          <p:spPr>
            <a:xfrm>
              <a:off x="7102960" y="21371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0" name="pt22890"/>
            <p:cNvSpPr/>
            <p:nvPr/>
          </p:nvSpPr>
          <p:spPr>
            <a:xfrm>
              <a:off x="7071684" y="21292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1" name="pt22891"/>
            <p:cNvSpPr/>
            <p:nvPr/>
          </p:nvSpPr>
          <p:spPr>
            <a:xfrm>
              <a:off x="7086666" y="21963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2" name="pt22892"/>
            <p:cNvSpPr/>
            <p:nvPr/>
          </p:nvSpPr>
          <p:spPr>
            <a:xfrm>
              <a:off x="7091356" y="22390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3" name="pt22893"/>
            <p:cNvSpPr/>
            <p:nvPr/>
          </p:nvSpPr>
          <p:spPr>
            <a:xfrm>
              <a:off x="7073213" y="21938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4" name="pt22894"/>
            <p:cNvSpPr/>
            <p:nvPr/>
          </p:nvSpPr>
          <p:spPr>
            <a:xfrm>
              <a:off x="7088799" y="22127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5" name="pt22895"/>
            <p:cNvSpPr/>
            <p:nvPr/>
          </p:nvSpPr>
          <p:spPr>
            <a:xfrm>
              <a:off x="7094957" y="21771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6" name="pt22896"/>
            <p:cNvSpPr/>
            <p:nvPr/>
          </p:nvSpPr>
          <p:spPr>
            <a:xfrm>
              <a:off x="7069736" y="20556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7" name="pt22897"/>
            <p:cNvSpPr/>
            <p:nvPr/>
          </p:nvSpPr>
          <p:spPr>
            <a:xfrm>
              <a:off x="7320398" y="22205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8" name="pt22898"/>
            <p:cNvSpPr/>
            <p:nvPr/>
          </p:nvSpPr>
          <p:spPr>
            <a:xfrm>
              <a:off x="7157168" y="20174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9" name="pt22899"/>
            <p:cNvSpPr/>
            <p:nvPr/>
          </p:nvSpPr>
          <p:spPr>
            <a:xfrm>
              <a:off x="6970470" y="20752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0" name="pt22900"/>
            <p:cNvSpPr/>
            <p:nvPr/>
          </p:nvSpPr>
          <p:spPr>
            <a:xfrm>
              <a:off x="7078023" y="22362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1" name="pt22901"/>
            <p:cNvSpPr/>
            <p:nvPr/>
          </p:nvSpPr>
          <p:spPr>
            <a:xfrm>
              <a:off x="7039313" y="23920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2" name="pt22902"/>
            <p:cNvSpPr/>
            <p:nvPr/>
          </p:nvSpPr>
          <p:spPr>
            <a:xfrm>
              <a:off x="7114755" y="21672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3" name="pt22903"/>
            <p:cNvSpPr/>
            <p:nvPr/>
          </p:nvSpPr>
          <p:spPr>
            <a:xfrm>
              <a:off x="7256253" y="21848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4" name="pt22904"/>
            <p:cNvSpPr/>
            <p:nvPr/>
          </p:nvSpPr>
          <p:spPr>
            <a:xfrm>
              <a:off x="7301671" y="20670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5" name="pt22905"/>
            <p:cNvSpPr/>
            <p:nvPr/>
          </p:nvSpPr>
          <p:spPr>
            <a:xfrm>
              <a:off x="7200447" y="21888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6" name="pt22906"/>
            <p:cNvSpPr/>
            <p:nvPr/>
          </p:nvSpPr>
          <p:spPr>
            <a:xfrm>
              <a:off x="7197169" y="21926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7" name="pt22907"/>
            <p:cNvSpPr/>
            <p:nvPr/>
          </p:nvSpPr>
          <p:spPr>
            <a:xfrm>
              <a:off x="6925903" y="22470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8" name="pt22908"/>
            <p:cNvSpPr/>
            <p:nvPr/>
          </p:nvSpPr>
          <p:spPr>
            <a:xfrm>
              <a:off x="7173221" y="22144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9" name="pt22909"/>
            <p:cNvSpPr/>
            <p:nvPr/>
          </p:nvSpPr>
          <p:spPr>
            <a:xfrm>
              <a:off x="7223751" y="22574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0" name="pt22910"/>
            <p:cNvSpPr/>
            <p:nvPr/>
          </p:nvSpPr>
          <p:spPr>
            <a:xfrm>
              <a:off x="7145355" y="2078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1" name="pt22911"/>
            <p:cNvSpPr/>
            <p:nvPr/>
          </p:nvSpPr>
          <p:spPr>
            <a:xfrm>
              <a:off x="7281120" y="19760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2" name="pt22912"/>
            <p:cNvSpPr/>
            <p:nvPr/>
          </p:nvSpPr>
          <p:spPr>
            <a:xfrm>
              <a:off x="7273724" y="20938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3" name="pt22913"/>
            <p:cNvSpPr/>
            <p:nvPr/>
          </p:nvSpPr>
          <p:spPr>
            <a:xfrm>
              <a:off x="7227680" y="21819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4" name="pt22914"/>
            <p:cNvSpPr/>
            <p:nvPr/>
          </p:nvSpPr>
          <p:spPr>
            <a:xfrm>
              <a:off x="7115116" y="21709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5" name="pt22915"/>
            <p:cNvSpPr/>
            <p:nvPr/>
          </p:nvSpPr>
          <p:spPr>
            <a:xfrm>
              <a:off x="7225414" y="21995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6" name="pt22916"/>
            <p:cNvSpPr/>
            <p:nvPr/>
          </p:nvSpPr>
          <p:spPr>
            <a:xfrm>
              <a:off x="6763391" y="25777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7" name="pt22917"/>
            <p:cNvSpPr/>
            <p:nvPr/>
          </p:nvSpPr>
          <p:spPr>
            <a:xfrm>
              <a:off x="7400272" y="25618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8" name="pt22918"/>
            <p:cNvSpPr/>
            <p:nvPr/>
          </p:nvSpPr>
          <p:spPr>
            <a:xfrm>
              <a:off x="7318224" y="19827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9" name="pt22919"/>
            <p:cNvSpPr/>
            <p:nvPr/>
          </p:nvSpPr>
          <p:spPr>
            <a:xfrm>
              <a:off x="6938677" y="21741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0" name="pt22920"/>
            <p:cNvSpPr/>
            <p:nvPr/>
          </p:nvSpPr>
          <p:spPr>
            <a:xfrm>
              <a:off x="7220625" y="18222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1" name="pt22921"/>
            <p:cNvSpPr/>
            <p:nvPr/>
          </p:nvSpPr>
          <p:spPr>
            <a:xfrm>
              <a:off x="7295385" y="19676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2" name="pt22922"/>
            <p:cNvSpPr/>
            <p:nvPr/>
          </p:nvSpPr>
          <p:spPr>
            <a:xfrm>
              <a:off x="7115602" y="21747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3" name="pt22923"/>
            <p:cNvSpPr/>
            <p:nvPr/>
          </p:nvSpPr>
          <p:spPr>
            <a:xfrm>
              <a:off x="6904220" y="23176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4" name="pt22924"/>
            <p:cNvSpPr/>
            <p:nvPr/>
          </p:nvSpPr>
          <p:spPr>
            <a:xfrm>
              <a:off x="7103538" y="21077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5" name="pt22925"/>
            <p:cNvSpPr/>
            <p:nvPr/>
          </p:nvSpPr>
          <p:spPr>
            <a:xfrm>
              <a:off x="7214881" y="21159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6" name="pt22926"/>
            <p:cNvSpPr/>
            <p:nvPr/>
          </p:nvSpPr>
          <p:spPr>
            <a:xfrm>
              <a:off x="7006480" y="20351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7" name="pt22927"/>
            <p:cNvSpPr/>
            <p:nvPr/>
          </p:nvSpPr>
          <p:spPr>
            <a:xfrm>
              <a:off x="6977586" y="19121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8" name="pt22928"/>
            <p:cNvSpPr/>
            <p:nvPr/>
          </p:nvSpPr>
          <p:spPr>
            <a:xfrm>
              <a:off x="7093239" y="21807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9" name="pt22929"/>
            <p:cNvSpPr/>
            <p:nvPr/>
          </p:nvSpPr>
          <p:spPr>
            <a:xfrm>
              <a:off x="7177922" y="20424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0" name="pt22930"/>
            <p:cNvSpPr/>
            <p:nvPr/>
          </p:nvSpPr>
          <p:spPr>
            <a:xfrm>
              <a:off x="7327557" y="20404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1" name="pt22931"/>
            <p:cNvSpPr/>
            <p:nvPr/>
          </p:nvSpPr>
          <p:spPr>
            <a:xfrm>
              <a:off x="7224779" y="22229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2" name="pt22932"/>
            <p:cNvSpPr/>
            <p:nvPr/>
          </p:nvSpPr>
          <p:spPr>
            <a:xfrm>
              <a:off x="7098317" y="21843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3" name="pt22933"/>
            <p:cNvSpPr/>
            <p:nvPr/>
          </p:nvSpPr>
          <p:spPr>
            <a:xfrm>
              <a:off x="7048091" y="18365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4" name="pt22934"/>
            <p:cNvSpPr/>
            <p:nvPr/>
          </p:nvSpPr>
          <p:spPr>
            <a:xfrm>
              <a:off x="7161721" y="21041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5" name="pt22935"/>
            <p:cNvSpPr/>
            <p:nvPr/>
          </p:nvSpPr>
          <p:spPr>
            <a:xfrm>
              <a:off x="7009288" y="19607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6" name="pt22936"/>
            <p:cNvSpPr/>
            <p:nvPr/>
          </p:nvSpPr>
          <p:spPr>
            <a:xfrm>
              <a:off x="7125089" y="22054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7" name="pt22937"/>
            <p:cNvSpPr/>
            <p:nvPr/>
          </p:nvSpPr>
          <p:spPr>
            <a:xfrm>
              <a:off x="7201612" y="22226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8" name="pt22938"/>
            <p:cNvSpPr/>
            <p:nvPr/>
          </p:nvSpPr>
          <p:spPr>
            <a:xfrm>
              <a:off x="7652849" y="23915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9" name="pt22939"/>
            <p:cNvSpPr/>
            <p:nvPr/>
          </p:nvSpPr>
          <p:spPr>
            <a:xfrm>
              <a:off x="7407339" y="24191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0" name="pt22940"/>
            <p:cNvSpPr/>
            <p:nvPr/>
          </p:nvSpPr>
          <p:spPr>
            <a:xfrm>
              <a:off x="7270840" y="20556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1" name="pt22941"/>
            <p:cNvSpPr/>
            <p:nvPr/>
          </p:nvSpPr>
          <p:spPr>
            <a:xfrm>
              <a:off x="7185033" y="21638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2" name="pt22942"/>
            <p:cNvSpPr/>
            <p:nvPr/>
          </p:nvSpPr>
          <p:spPr>
            <a:xfrm>
              <a:off x="7057685" y="21236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3" name="pt22943"/>
            <p:cNvSpPr/>
            <p:nvPr/>
          </p:nvSpPr>
          <p:spPr>
            <a:xfrm>
              <a:off x="7216447" y="20306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4" name="pt22944"/>
            <p:cNvSpPr/>
            <p:nvPr/>
          </p:nvSpPr>
          <p:spPr>
            <a:xfrm>
              <a:off x="7063885" y="21088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5" name="pt22945"/>
            <p:cNvSpPr/>
            <p:nvPr/>
          </p:nvSpPr>
          <p:spPr>
            <a:xfrm>
              <a:off x="7103777" y="20933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6" name="pt22946"/>
            <p:cNvSpPr/>
            <p:nvPr/>
          </p:nvSpPr>
          <p:spPr>
            <a:xfrm>
              <a:off x="7120823" y="20822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7" name="pt22947"/>
            <p:cNvSpPr/>
            <p:nvPr/>
          </p:nvSpPr>
          <p:spPr>
            <a:xfrm>
              <a:off x="7259432" y="20540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8" name="pt22948"/>
            <p:cNvSpPr/>
            <p:nvPr/>
          </p:nvSpPr>
          <p:spPr>
            <a:xfrm>
              <a:off x="7305664" y="20117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9" name="pt22949"/>
            <p:cNvSpPr/>
            <p:nvPr/>
          </p:nvSpPr>
          <p:spPr>
            <a:xfrm>
              <a:off x="7021313" y="22071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0" name="pt22950"/>
            <p:cNvSpPr/>
            <p:nvPr/>
          </p:nvSpPr>
          <p:spPr>
            <a:xfrm>
              <a:off x="7169540" y="22603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1" name="pt22951"/>
            <p:cNvSpPr/>
            <p:nvPr/>
          </p:nvSpPr>
          <p:spPr>
            <a:xfrm>
              <a:off x="7176825" y="20356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2" name="pt22952"/>
            <p:cNvSpPr/>
            <p:nvPr/>
          </p:nvSpPr>
          <p:spPr>
            <a:xfrm>
              <a:off x="7303278" y="20968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3" name="pt22953"/>
            <p:cNvSpPr/>
            <p:nvPr/>
          </p:nvSpPr>
          <p:spPr>
            <a:xfrm>
              <a:off x="7183523" y="20857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4" name="pt22954"/>
            <p:cNvSpPr/>
            <p:nvPr/>
          </p:nvSpPr>
          <p:spPr>
            <a:xfrm>
              <a:off x="7237590" y="19755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5" name="pt22955"/>
            <p:cNvSpPr/>
            <p:nvPr/>
          </p:nvSpPr>
          <p:spPr>
            <a:xfrm>
              <a:off x="6819477" y="19527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6" name="pt22956"/>
            <p:cNvSpPr/>
            <p:nvPr/>
          </p:nvSpPr>
          <p:spPr>
            <a:xfrm>
              <a:off x="7286035" y="19450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7" name="pt22957"/>
            <p:cNvSpPr/>
            <p:nvPr/>
          </p:nvSpPr>
          <p:spPr>
            <a:xfrm>
              <a:off x="6908485" y="22527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8" name="pt22958"/>
            <p:cNvSpPr/>
            <p:nvPr/>
          </p:nvSpPr>
          <p:spPr>
            <a:xfrm>
              <a:off x="7318715" y="19952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9" name="pt22959"/>
            <p:cNvSpPr/>
            <p:nvPr/>
          </p:nvSpPr>
          <p:spPr>
            <a:xfrm>
              <a:off x="7511883" y="26279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0" name="pt22960"/>
            <p:cNvSpPr/>
            <p:nvPr/>
          </p:nvSpPr>
          <p:spPr>
            <a:xfrm>
              <a:off x="7500896" y="27092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1" name="pt22961"/>
            <p:cNvSpPr/>
            <p:nvPr/>
          </p:nvSpPr>
          <p:spPr>
            <a:xfrm>
              <a:off x="7055530" y="21170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2" name="pt22962"/>
            <p:cNvSpPr/>
            <p:nvPr/>
          </p:nvSpPr>
          <p:spPr>
            <a:xfrm>
              <a:off x="7137288" y="23493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3" name="pt22963"/>
            <p:cNvSpPr/>
            <p:nvPr/>
          </p:nvSpPr>
          <p:spPr>
            <a:xfrm>
              <a:off x="7238696" y="20396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4" name="pt22964"/>
            <p:cNvSpPr/>
            <p:nvPr/>
          </p:nvSpPr>
          <p:spPr>
            <a:xfrm>
              <a:off x="7048388" y="18438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5" name="pt22965"/>
            <p:cNvSpPr/>
            <p:nvPr/>
          </p:nvSpPr>
          <p:spPr>
            <a:xfrm>
              <a:off x="7040163" y="22937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6" name="pt22966"/>
            <p:cNvSpPr/>
            <p:nvPr/>
          </p:nvSpPr>
          <p:spPr>
            <a:xfrm>
              <a:off x="7251766" y="21200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7" name="pt22967"/>
            <p:cNvSpPr/>
            <p:nvPr/>
          </p:nvSpPr>
          <p:spPr>
            <a:xfrm>
              <a:off x="7066014" y="21021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8" name="pt22968"/>
            <p:cNvSpPr/>
            <p:nvPr/>
          </p:nvSpPr>
          <p:spPr>
            <a:xfrm>
              <a:off x="7098941" y="21369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9" name="pt22969"/>
            <p:cNvSpPr/>
            <p:nvPr/>
          </p:nvSpPr>
          <p:spPr>
            <a:xfrm>
              <a:off x="7344598" y="24282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0" name="pt22970"/>
            <p:cNvSpPr/>
            <p:nvPr/>
          </p:nvSpPr>
          <p:spPr>
            <a:xfrm>
              <a:off x="6945993" y="20861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1" name="pt22971"/>
            <p:cNvSpPr/>
            <p:nvPr/>
          </p:nvSpPr>
          <p:spPr>
            <a:xfrm>
              <a:off x="7373233" y="23960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2" name="pt22972"/>
            <p:cNvSpPr/>
            <p:nvPr/>
          </p:nvSpPr>
          <p:spPr>
            <a:xfrm>
              <a:off x="7218460" y="19728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3" name="pt22973"/>
            <p:cNvSpPr/>
            <p:nvPr/>
          </p:nvSpPr>
          <p:spPr>
            <a:xfrm>
              <a:off x="7034225" y="23851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4" name="pt22974"/>
            <p:cNvSpPr/>
            <p:nvPr/>
          </p:nvSpPr>
          <p:spPr>
            <a:xfrm>
              <a:off x="7267385" y="17787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5" name="pt22975"/>
            <p:cNvSpPr/>
            <p:nvPr/>
          </p:nvSpPr>
          <p:spPr>
            <a:xfrm>
              <a:off x="7363410" y="19648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6" name="pt22976"/>
            <p:cNvSpPr/>
            <p:nvPr/>
          </p:nvSpPr>
          <p:spPr>
            <a:xfrm>
              <a:off x="7164849" y="21522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7" name="pt22977"/>
            <p:cNvSpPr/>
            <p:nvPr/>
          </p:nvSpPr>
          <p:spPr>
            <a:xfrm>
              <a:off x="6993778" y="18863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8" name="pt22978"/>
            <p:cNvSpPr/>
            <p:nvPr/>
          </p:nvSpPr>
          <p:spPr>
            <a:xfrm>
              <a:off x="7025924" y="22563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9" name="pt22979"/>
            <p:cNvSpPr/>
            <p:nvPr/>
          </p:nvSpPr>
          <p:spPr>
            <a:xfrm>
              <a:off x="7296756" y="18715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0" name="pt22980"/>
            <p:cNvSpPr/>
            <p:nvPr/>
          </p:nvSpPr>
          <p:spPr>
            <a:xfrm>
              <a:off x="7116023" y="20925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1" name="pt22981"/>
            <p:cNvSpPr/>
            <p:nvPr/>
          </p:nvSpPr>
          <p:spPr>
            <a:xfrm>
              <a:off x="6979947" y="18738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2" name="pt22982"/>
            <p:cNvSpPr/>
            <p:nvPr/>
          </p:nvSpPr>
          <p:spPr>
            <a:xfrm>
              <a:off x="7266507" y="20141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3" name="pt22983"/>
            <p:cNvSpPr/>
            <p:nvPr/>
          </p:nvSpPr>
          <p:spPr>
            <a:xfrm>
              <a:off x="7120292" y="21886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4" name="pt22984"/>
            <p:cNvSpPr/>
            <p:nvPr/>
          </p:nvSpPr>
          <p:spPr>
            <a:xfrm>
              <a:off x="7121246" y="21989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5" name="pt22985"/>
            <p:cNvSpPr/>
            <p:nvPr/>
          </p:nvSpPr>
          <p:spPr>
            <a:xfrm>
              <a:off x="7142443" y="21113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6" name="pt22986"/>
            <p:cNvSpPr/>
            <p:nvPr/>
          </p:nvSpPr>
          <p:spPr>
            <a:xfrm>
              <a:off x="6781711" y="25227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7" name="pt22987"/>
            <p:cNvSpPr/>
            <p:nvPr/>
          </p:nvSpPr>
          <p:spPr>
            <a:xfrm>
              <a:off x="6964443" y="19913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8" name="pt22988"/>
            <p:cNvSpPr/>
            <p:nvPr/>
          </p:nvSpPr>
          <p:spPr>
            <a:xfrm>
              <a:off x="7079527" y="21959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9" name="pt22989"/>
            <p:cNvSpPr/>
            <p:nvPr/>
          </p:nvSpPr>
          <p:spPr>
            <a:xfrm>
              <a:off x="7393274" y="2589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0" name="pt22990"/>
            <p:cNvSpPr/>
            <p:nvPr/>
          </p:nvSpPr>
          <p:spPr>
            <a:xfrm>
              <a:off x="7181924" y="20870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1" name="pt22991"/>
            <p:cNvSpPr/>
            <p:nvPr/>
          </p:nvSpPr>
          <p:spPr>
            <a:xfrm>
              <a:off x="7029099" y="22781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2" name="pt22992"/>
            <p:cNvSpPr/>
            <p:nvPr/>
          </p:nvSpPr>
          <p:spPr>
            <a:xfrm>
              <a:off x="7021051" y="18884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3" name="pt22993"/>
            <p:cNvSpPr/>
            <p:nvPr/>
          </p:nvSpPr>
          <p:spPr>
            <a:xfrm>
              <a:off x="7125082" y="23686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4" name="pt22994"/>
            <p:cNvSpPr/>
            <p:nvPr/>
          </p:nvSpPr>
          <p:spPr>
            <a:xfrm>
              <a:off x="7312517" y="16783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5" name="pt22995"/>
            <p:cNvSpPr/>
            <p:nvPr/>
          </p:nvSpPr>
          <p:spPr>
            <a:xfrm>
              <a:off x="7242324" y="20195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6" name="pt22996"/>
            <p:cNvSpPr/>
            <p:nvPr/>
          </p:nvSpPr>
          <p:spPr>
            <a:xfrm>
              <a:off x="7443421" y="26174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7" name="pt22997"/>
            <p:cNvSpPr/>
            <p:nvPr/>
          </p:nvSpPr>
          <p:spPr>
            <a:xfrm>
              <a:off x="7074453" y="2140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8" name="pt22998"/>
            <p:cNvSpPr/>
            <p:nvPr/>
          </p:nvSpPr>
          <p:spPr>
            <a:xfrm>
              <a:off x="7213755" y="22235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9" name="pt22999"/>
            <p:cNvSpPr/>
            <p:nvPr/>
          </p:nvSpPr>
          <p:spPr>
            <a:xfrm>
              <a:off x="7210623" y="22116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0" name="pt23000"/>
            <p:cNvSpPr/>
            <p:nvPr/>
          </p:nvSpPr>
          <p:spPr>
            <a:xfrm>
              <a:off x="7281392" y="20228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1" name="pt23001"/>
            <p:cNvSpPr/>
            <p:nvPr/>
          </p:nvSpPr>
          <p:spPr>
            <a:xfrm>
              <a:off x="7151406" y="19922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2" name="pt23002"/>
            <p:cNvSpPr/>
            <p:nvPr/>
          </p:nvSpPr>
          <p:spPr>
            <a:xfrm>
              <a:off x="7259338" y="21775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3" name="pt23003"/>
            <p:cNvSpPr/>
            <p:nvPr/>
          </p:nvSpPr>
          <p:spPr>
            <a:xfrm>
              <a:off x="6898188" y="22246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4" name="pt23004"/>
            <p:cNvSpPr/>
            <p:nvPr/>
          </p:nvSpPr>
          <p:spPr>
            <a:xfrm>
              <a:off x="7307036" y="19787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5" name="pt23005"/>
            <p:cNvSpPr/>
            <p:nvPr/>
          </p:nvSpPr>
          <p:spPr>
            <a:xfrm>
              <a:off x="7078602" y="23286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6" name="pt23006"/>
            <p:cNvSpPr/>
            <p:nvPr/>
          </p:nvSpPr>
          <p:spPr>
            <a:xfrm>
              <a:off x="7255994" y="21088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7" name="pt23007"/>
            <p:cNvSpPr/>
            <p:nvPr/>
          </p:nvSpPr>
          <p:spPr>
            <a:xfrm>
              <a:off x="7028509" y="2230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8" name="pt23008"/>
            <p:cNvSpPr/>
            <p:nvPr/>
          </p:nvSpPr>
          <p:spPr>
            <a:xfrm>
              <a:off x="7301727" y="20738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9" name="pt23009"/>
            <p:cNvSpPr/>
            <p:nvPr/>
          </p:nvSpPr>
          <p:spPr>
            <a:xfrm>
              <a:off x="7154790" y="20234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0" name="pt23010"/>
            <p:cNvSpPr/>
            <p:nvPr/>
          </p:nvSpPr>
          <p:spPr>
            <a:xfrm>
              <a:off x="7409258" y="21872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1" name="pt23011"/>
            <p:cNvSpPr/>
            <p:nvPr/>
          </p:nvSpPr>
          <p:spPr>
            <a:xfrm>
              <a:off x="7646332" y="23150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2" name="pt23012"/>
            <p:cNvSpPr/>
            <p:nvPr/>
          </p:nvSpPr>
          <p:spPr>
            <a:xfrm>
              <a:off x="7073704" y="22095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3" name="pt23013"/>
            <p:cNvSpPr/>
            <p:nvPr/>
          </p:nvSpPr>
          <p:spPr>
            <a:xfrm>
              <a:off x="7153167" y="19626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4" name="pt23014"/>
            <p:cNvSpPr/>
            <p:nvPr/>
          </p:nvSpPr>
          <p:spPr>
            <a:xfrm>
              <a:off x="7144153" y="20086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5" name="pt23015"/>
            <p:cNvSpPr/>
            <p:nvPr/>
          </p:nvSpPr>
          <p:spPr>
            <a:xfrm>
              <a:off x="7218281" y="21670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6" name="pt23016"/>
            <p:cNvSpPr/>
            <p:nvPr/>
          </p:nvSpPr>
          <p:spPr>
            <a:xfrm>
              <a:off x="7099883" y="20721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7" name="pt23017"/>
            <p:cNvSpPr/>
            <p:nvPr/>
          </p:nvSpPr>
          <p:spPr>
            <a:xfrm>
              <a:off x="7125099" y="23150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8" name="pt23018"/>
            <p:cNvSpPr/>
            <p:nvPr/>
          </p:nvSpPr>
          <p:spPr>
            <a:xfrm>
              <a:off x="7274348" y="19023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9" name="pt23019"/>
            <p:cNvSpPr/>
            <p:nvPr/>
          </p:nvSpPr>
          <p:spPr>
            <a:xfrm>
              <a:off x="6925438" y="19582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0" name="pt23020"/>
            <p:cNvSpPr/>
            <p:nvPr/>
          </p:nvSpPr>
          <p:spPr>
            <a:xfrm>
              <a:off x="7215572" y="20352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1" name="pt23021"/>
            <p:cNvSpPr/>
            <p:nvPr/>
          </p:nvSpPr>
          <p:spPr>
            <a:xfrm>
              <a:off x="7114182" y="22343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2" name="pt23022"/>
            <p:cNvSpPr/>
            <p:nvPr/>
          </p:nvSpPr>
          <p:spPr>
            <a:xfrm>
              <a:off x="7179381" y="20535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3" name="pt23023"/>
            <p:cNvSpPr/>
            <p:nvPr/>
          </p:nvSpPr>
          <p:spPr>
            <a:xfrm>
              <a:off x="7381560" y="27786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4" name="pt23024"/>
            <p:cNvSpPr/>
            <p:nvPr/>
          </p:nvSpPr>
          <p:spPr>
            <a:xfrm>
              <a:off x="7308811" y="21505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5" name="pt23025"/>
            <p:cNvSpPr/>
            <p:nvPr/>
          </p:nvSpPr>
          <p:spPr>
            <a:xfrm>
              <a:off x="7245384" y="21275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6" name="pt23026"/>
            <p:cNvSpPr/>
            <p:nvPr/>
          </p:nvSpPr>
          <p:spPr>
            <a:xfrm>
              <a:off x="6879537" y="22113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7" name="pt23027"/>
            <p:cNvSpPr/>
            <p:nvPr/>
          </p:nvSpPr>
          <p:spPr>
            <a:xfrm>
              <a:off x="7187120" y="20821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8" name="pt23028"/>
            <p:cNvSpPr/>
            <p:nvPr/>
          </p:nvSpPr>
          <p:spPr>
            <a:xfrm>
              <a:off x="7142622" y="21455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9" name="pt23029"/>
            <p:cNvSpPr/>
            <p:nvPr/>
          </p:nvSpPr>
          <p:spPr>
            <a:xfrm>
              <a:off x="7061061" y="22749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0" name="pt23030"/>
            <p:cNvSpPr/>
            <p:nvPr/>
          </p:nvSpPr>
          <p:spPr>
            <a:xfrm>
              <a:off x="7269592" y="16436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1" name="pt23031"/>
            <p:cNvSpPr/>
            <p:nvPr/>
          </p:nvSpPr>
          <p:spPr>
            <a:xfrm>
              <a:off x="7172880" y="21290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2" name="pt23032"/>
            <p:cNvSpPr/>
            <p:nvPr/>
          </p:nvSpPr>
          <p:spPr>
            <a:xfrm>
              <a:off x="7344248" y="26332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3" name="pt23033"/>
            <p:cNvSpPr/>
            <p:nvPr/>
          </p:nvSpPr>
          <p:spPr>
            <a:xfrm>
              <a:off x="7083999" y="21656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4" name="pt23034"/>
            <p:cNvSpPr/>
            <p:nvPr/>
          </p:nvSpPr>
          <p:spPr>
            <a:xfrm>
              <a:off x="7109201" y="21685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5" name="pt23035"/>
            <p:cNvSpPr/>
            <p:nvPr/>
          </p:nvSpPr>
          <p:spPr>
            <a:xfrm>
              <a:off x="7102110" y="21299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6" name="pt23036"/>
            <p:cNvSpPr/>
            <p:nvPr/>
          </p:nvSpPr>
          <p:spPr>
            <a:xfrm>
              <a:off x="7243766" y="2043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7" name="pt23037"/>
            <p:cNvSpPr/>
            <p:nvPr/>
          </p:nvSpPr>
          <p:spPr>
            <a:xfrm>
              <a:off x="7399685" y="24235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8" name="pt23038"/>
            <p:cNvSpPr/>
            <p:nvPr/>
          </p:nvSpPr>
          <p:spPr>
            <a:xfrm>
              <a:off x="7159250" y="19927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9" name="pt23039"/>
            <p:cNvSpPr/>
            <p:nvPr/>
          </p:nvSpPr>
          <p:spPr>
            <a:xfrm>
              <a:off x="7307042" y="20615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0" name="pt23040"/>
            <p:cNvSpPr/>
            <p:nvPr/>
          </p:nvSpPr>
          <p:spPr>
            <a:xfrm>
              <a:off x="7287951" y="20428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1" name="pt23041"/>
            <p:cNvSpPr/>
            <p:nvPr/>
          </p:nvSpPr>
          <p:spPr>
            <a:xfrm>
              <a:off x="7118058" y="22082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2" name="pt23042"/>
            <p:cNvSpPr/>
            <p:nvPr/>
          </p:nvSpPr>
          <p:spPr>
            <a:xfrm>
              <a:off x="7021158" y="21635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3" name="pt23043"/>
            <p:cNvSpPr/>
            <p:nvPr/>
          </p:nvSpPr>
          <p:spPr>
            <a:xfrm>
              <a:off x="7021571" y="22518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4" name="pt23044"/>
            <p:cNvSpPr/>
            <p:nvPr/>
          </p:nvSpPr>
          <p:spPr>
            <a:xfrm>
              <a:off x="6994395" y="20380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5" name="pt23045"/>
            <p:cNvSpPr/>
            <p:nvPr/>
          </p:nvSpPr>
          <p:spPr>
            <a:xfrm>
              <a:off x="7295247" y="1984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6" name="pt23046"/>
            <p:cNvSpPr/>
            <p:nvPr/>
          </p:nvSpPr>
          <p:spPr>
            <a:xfrm>
              <a:off x="7356676" y="19181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7" name="pt23047"/>
            <p:cNvSpPr/>
            <p:nvPr/>
          </p:nvSpPr>
          <p:spPr>
            <a:xfrm>
              <a:off x="7217815" y="20015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8" name="pt23048"/>
            <p:cNvSpPr/>
            <p:nvPr/>
          </p:nvSpPr>
          <p:spPr>
            <a:xfrm>
              <a:off x="7168229" y="22720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9" name="pt23049"/>
            <p:cNvSpPr/>
            <p:nvPr/>
          </p:nvSpPr>
          <p:spPr>
            <a:xfrm>
              <a:off x="7227913" y="21655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0" name="pt23050"/>
            <p:cNvSpPr/>
            <p:nvPr/>
          </p:nvSpPr>
          <p:spPr>
            <a:xfrm>
              <a:off x="7127795" y="22711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1" name="pt23051"/>
            <p:cNvSpPr/>
            <p:nvPr/>
          </p:nvSpPr>
          <p:spPr>
            <a:xfrm>
              <a:off x="7220347" y="17845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2" name="pt23052"/>
            <p:cNvSpPr/>
            <p:nvPr/>
          </p:nvSpPr>
          <p:spPr>
            <a:xfrm>
              <a:off x="7428675" y="25860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3" name="pt23053"/>
            <p:cNvSpPr/>
            <p:nvPr/>
          </p:nvSpPr>
          <p:spPr>
            <a:xfrm>
              <a:off x="6993314" y="19768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4" name="pt23054"/>
            <p:cNvSpPr/>
            <p:nvPr/>
          </p:nvSpPr>
          <p:spPr>
            <a:xfrm>
              <a:off x="6950483" y="20425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5" name="pt23055"/>
            <p:cNvSpPr/>
            <p:nvPr/>
          </p:nvSpPr>
          <p:spPr>
            <a:xfrm>
              <a:off x="7119371" y="22072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6" name="pt23056"/>
            <p:cNvSpPr/>
            <p:nvPr/>
          </p:nvSpPr>
          <p:spPr>
            <a:xfrm>
              <a:off x="7156859" y="19792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7" name="pt23057"/>
            <p:cNvSpPr/>
            <p:nvPr/>
          </p:nvSpPr>
          <p:spPr>
            <a:xfrm>
              <a:off x="7130412" y="21948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8" name="pt23058"/>
            <p:cNvSpPr/>
            <p:nvPr/>
          </p:nvSpPr>
          <p:spPr>
            <a:xfrm>
              <a:off x="7125621" y="23128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9" name="pt23059"/>
            <p:cNvSpPr/>
            <p:nvPr/>
          </p:nvSpPr>
          <p:spPr>
            <a:xfrm>
              <a:off x="7101834" y="21739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0" name="pt23060"/>
            <p:cNvSpPr/>
            <p:nvPr/>
          </p:nvSpPr>
          <p:spPr>
            <a:xfrm>
              <a:off x="7464499" y="23157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1" name="pt23061"/>
            <p:cNvSpPr/>
            <p:nvPr/>
          </p:nvSpPr>
          <p:spPr>
            <a:xfrm>
              <a:off x="6903728" y="21014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2" name="pt23062"/>
            <p:cNvSpPr/>
            <p:nvPr/>
          </p:nvSpPr>
          <p:spPr>
            <a:xfrm>
              <a:off x="7271136" y="20129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3" name="pt23063"/>
            <p:cNvSpPr/>
            <p:nvPr/>
          </p:nvSpPr>
          <p:spPr>
            <a:xfrm>
              <a:off x="7171856" y="20831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4" name="pt23064"/>
            <p:cNvSpPr/>
            <p:nvPr/>
          </p:nvSpPr>
          <p:spPr>
            <a:xfrm>
              <a:off x="7220909" y="19518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5" name="pt23065"/>
            <p:cNvSpPr/>
            <p:nvPr/>
          </p:nvSpPr>
          <p:spPr>
            <a:xfrm>
              <a:off x="7076701" y="22076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6" name="pt23066"/>
            <p:cNvSpPr/>
            <p:nvPr/>
          </p:nvSpPr>
          <p:spPr>
            <a:xfrm>
              <a:off x="7170541" y="21875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7" name="pt23067"/>
            <p:cNvSpPr/>
            <p:nvPr/>
          </p:nvSpPr>
          <p:spPr>
            <a:xfrm>
              <a:off x="6829405" y="20206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8" name="pt23068"/>
            <p:cNvSpPr/>
            <p:nvPr/>
          </p:nvSpPr>
          <p:spPr>
            <a:xfrm>
              <a:off x="7200493" y="21499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9" name="pt23069"/>
            <p:cNvSpPr/>
            <p:nvPr/>
          </p:nvSpPr>
          <p:spPr>
            <a:xfrm>
              <a:off x="7214722" y="21216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0" name="pt23070"/>
            <p:cNvSpPr/>
            <p:nvPr/>
          </p:nvSpPr>
          <p:spPr>
            <a:xfrm>
              <a:off x="7209248" y="20729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1" name="pt23071"/>
            <p:cNvSpPr/>
            <p:nvPr/>
          </p:nvSpPr>
          <p:spPr>
            <a:xfrm>
              <a:off x="7174688" y="20873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2" name="pt23072"/>
            <p:cNvSpPr/>
            <p:nvPr/>
          </p:nvSpPr>
          <p:spPr>
            <a:xfrm>
              <a:off x="7185689" y="22411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3" name="pt23073"/>
            <p:cNvSpPr/>
            <p:nvPr/>
          </p:nvSpPr>
          <p:spPr>
            <a:xfrm>
              <a:off x="7087710" y="21838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4" name="pt23074"/>
            <p:cNvSpPr/>
            <p:nvPr/>
          </p:nvSpPr>
          <p:spPr>
            <a:xfrm>
              <a:off x="7220547" y="18906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5" name="pt23075"/>
            <p:cNvSpPr/>
            <p:nvPr/>
          </p:nvSpPr>
          <p:spPr>
            <a:xfrm>
              <a:off x="6792718" y="22469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6" name="pt23076"/>
            <p:cNvSpPr/>
            <p:nvPr/>
          </p:nvSpPr>
          <p:spPr>
            <a:xfrm>
              <a:off x="7096086" y="21657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7" name="pt23077"/>
            <p:cNvSpPr/>
            <p:nvPr/>
          </p:nvSpPr>
          <p:spPr>
            <a:xfrm>
              <a:off x="6931001" y="21073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8" name="pt23078"/>
            <p:cNvSpPr/>
            <p:nvPr/>
          </p:nvSpPr>
          <p:spPr>
            <a:xfrm>
              <a:off x="7165456" y="22175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9" name="pt23079"/>
            <p:cNvSpPr/>
            <p:nvPr/>
          </p:nvSpPr>
          <p:spPr>
            <a:xfrm>
              <a:off x="7327729" y="23260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0" name="pt23080"/>
            <p:cNvSpPr/>
            <p:nvPr/>
          </p:nvSpPr>
          <p:spPr>
            <a:xfrm>
              <a:off x="6983008" y="22399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1" name="pt23081"/>
            <p:cNvSpPr/>
            <p:nvPr/>
          </p:nvSpPr>
          <p:spPr>
            <a:xfrm>
              <a:off x="7099713" y="2123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2" name="pt23082"/>
            <p:cNvSpPr/>
            <p:nvPr/>
          </p:nvSpPr>
          <p:spPr>
            <a:xfrm>
              <a:off x="7171447" y="20991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3" name="pt23083"/>
            <p:cNvSpPr/>
            <p:nvPr/>
          </p:nvSpPr>
          <p:spPr>
            <a:xfrm>
              <a:off x="7019761" y="20783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4" name="pt23084"/>
            <p:cNvSpPr/>
            <p:nvPr/>
          </p:nvSpPr>
          <p:spPr>
            <a:xfrm>
              <a:off x="7558666" y="22580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5" name="pt23085"/>
            <p:cNvSpPr/>
            <p:nvPr/>
          </p:nvSpPr>
          <p:spPr>
            <a:xfrm>
              <a:off x="7225622" y="22482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6" name="pt23086"/>
            <p:cNvSpPr/>
            <p:nvPr/>
          </p:nvSpPr>
          <p:spPr>
            <a:xfrm>
              <a:off x="7050990" y="17324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7" name="pt23087"/>
            <p:cNvSpPr/>
            <p:nvPr/>
          </p:nvSpPr>
          <p:spPr>
            <a:xfrm>
              <a:off x="7199942" y="21727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8" name="pt23088"/>
            <p:cNvSpPr/>
            <p:nvPr/>
          </p:nvSpPr>
          <p:spPr>
            <a:xfrm>
              <a:off x="7309304" y="19846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9" name="pt23089"/>
            <p:cNvSpPr/>
            <p:nvPr/>
          </p:nvSpPr>
          <p:spPr>
            <a:xfrm>
              <a:off x="7052051" y="19616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0" name="pt23090"/>
            <p:cNvSpPr/>
            <p:nvPr/>
          </p:nvSpPr>
          <p:spPr>
            <a:xfrm>
              <a:off x="7305970" y="23156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1" name="pt23091"/>
            <p:cNvSpPr/>
            <p:nvPr/>
          </p:nvSpPr>
          <p:spPr>
            <a:xfrm>
              <a:off x="7430265" y="27364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2" name="pt23092"/>
            <p:cNvSpPr/>
            <p:nvPr/>
          </p:nvSpPr>
          <p:spPr>
            <a:xfrm>
              <a:off x="7104022" y="21166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3" name="pt23093"/>
            <p:cNvSpPr/>
            <p:nvPr/>
          </p:nvSpPr>
          <p:spPr>
            <a:xfrm>
              <a:off x="7021156" y="21321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4" name="pt23094"/>
            <p:cNvSpPr/>
            <p:nvPr/>
          </p:nvSpPr>
          <p:spPr>
            <a:xfrm>
              <a:off x="7229607" y="20139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5" name="pt23095"/>
            <p:cNvSpPr/>
            <p:nvPr/>
          </p:nvSpPr>
          <p:spPr>
            <a:xfrm>
              <a:off x="7143612" y="21068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6" name="pt23096"/>
            <p:cNvSpPr/>
            <p:nvPr/>
          </p:nvSpPr>
          <p:spPr>
            <a:xfrm>
              <a:off x="6899663" y="20011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7" name="pt23097"/>
            <p:cNvSpPr/>
            <p:nvPr/>
          </p:nvSpPr>
          <p:spPr>
            <a:xfrm>
              <a:off x="7192363" y="23727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8" name="pt23098"/>
            <p:cNvSpPr/>
            <p:nvPr/>
          </p:nvSpPr>
          <p:spPr>
            <a:xfrm>
              <a:off x="7195310" y="23383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9" name="pt23099"/>
            <p:cNvSpPr/>
            <p:nvPr/>
          </p:nvSpPr>
          <p:spPr>
            <a:xfrm>
              <a:off x="7001869" y="17413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0" name="pt23100"/>
            <p:cNvSpPr/>
            <p:nvPr/>
          </p:nvSpPr>
          <p:spPr>
            <a:xfrm>
              <a:off x="7111953" y="22250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1" name="pt23101"/>
            <p:cNvSpPr/>
            <p:nvPr/>
          </p:nvSpPr>
          <p:spPr>
            <a:xfrm>
              <a:off x="7154248" y="20044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2" name="pt23102"/>
            <p:cNvSpPr/>
            <p:nvPr/>
          </p:nvSpPr>
          <p:spPr>
            <a:xfrm>
              <a:off x="7043403" y="1958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3" name="pt23103"/>
            <p:cNvSpPr/>
            <p:nvPr/>
          </p:nvSpPr>
          <p:spPr>
            <a:xfrm>
              <a:off x="7260546" y="20556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4" name="pt23104"/>
            <p:cNvSpPr/>
            <p:nvPr/>
          </p:nvSpPr>
          <p:spPr>
            <a:xfrm>
              <a:off x="7233341" y="20941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5" name="pt23105"/>
            <p:cNvSpPr/>
            <p:nvPr/>
          </p:nvSpPr>
          <p:spPr>
            <a:xfrm>
              <a:off x="7193203" y="22841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6" name="pt23106"/>
            <p:cNvSpPr/>
            <p:nvPr/>
          </p:nvSpPr>
          <p:spPr>
            <a:xfrm>
              <a:off x="7019028" y="20175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7" name="pt23107"/>
            <p:cNvSpPr/>
            <p:nvPr/>
          </p:nvSpPr>
          <p:spPr>
            <a:xfrm>
              <a:off x="6938810" y="1992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8" name="pt23108"/>
            <p:cNvSpPr/>
            <p:nvPr/>
          </p:nvSpPr>
          <p:spPr>
            <a:xfrm>
              <a:off x="7459047" y="25287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9" name="pt23109"/>
            <p:cNvSpPr/>
            <p:nvPr/>
          </p:nvSpPr>
          <p:spPr>
            <a:xfrm>
              <a:off x="7215607" y="22241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0" name="pt23110"/>
            <p:cNvSpPr/>
            <p:nvPr/>
          </p:nvSpPr>
          <p:spPr>
            <a:xfrm>
              <a:off x="7347785" y="23581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1" name="pt23111"/>
            <p:cNvSpPr/>
            <p:nvPr/>
          </p:nvSpPr>
          <p:spPr>
            <a:xfrm>
              <a:off x="6954470" y="20393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2" name="pt23112"/>
            <p:cNvSpPr/>
            <p:nvPr/>
          </p:nvSpPr>
          <p:spPr>
            <a:xfrm>
              <a:off x="7245976" y="20754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3" name="pt23113"/>
            <p:cNvSpPr/>
            <p:nvPr/>
          </p:nvSpPr>
          <p:spPr>
            <a:xfrm>
              <a:off x="7323660" y="21893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4" name="pt23114"/>
            <p:cNvSpPr/>
            <p:nvPr/>
          </p:nvSpPr>
          <p:spPr>
            <a:xfrm>
              <a:off x="7138622" y="22893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5" name="pt23115"/>
            <p:cNvSpPr/>
            <p:nvPr/>
          </p:nvSpPr>
          <p:spPr>
            <a:xfrm>
              <a:off x="7088604" y="22875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6" name="pt23116"/>
            <p:cNvSpPr/>
            <p:nvPr/>
          </p:nvSpPr>
          <p:spPr>
            <a:xfrm>
              <a:off x="7240419" y="21211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7" name="pt23117"/>
            <p:cNvSpPr/>
            <p:nvPr/>
          </p:nvSpPr>
          <p:spPr>
            <a:xfrm>
              <a:off x="7395120" y="27878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8" name="pt23118"/>
            <p:cNvSpPr/>
            <p:nvPr/>
          </p:nvSpPr>
          <p:spPr>
            <a:xfrm>
              <a:off x="6878438" y="19206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9" name="pt23119"/>
            <p:cNvSpPr/>
            <p:nvPr/>
          </p:nvSpPr>
          <p:spPr>
            <a:xfrm>
              <a:off x="7238562" y="21065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0" name="pt23120"/>
            <p:cNvSpPr/>
            <p:nvPr/>
          </p:nvSpPr>
          <p:spPr>
            <a:xfrm>
              <a:off x="7213496" y="20856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1" name="pt23121"/>
            <p:cNvSpPr/>
            <p:nvPr/>
          </p:nvSpPr>
          <p:spPr>
            <a:xfrm>
              <a:off x="7109095" y="21317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2" name="pt23122"/>
            <p:cNvSpPr/>
            <p:nvPr/>
          </p:nvSpPr>
          <p:spPr>
            <a:xfrm>
              <a:off x="7092329" y="20665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3" name="pt23123"/>
            <p:cNvSpPr/>
            <p:nvPr/>
          </p:nvSpPr>
          <p:spPr>
            <a:xfrm>
              <a:off x="7249943" y="21219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4" name="pt23124"/>
            <p:cNvSpPr/>
            <p:nvPr/>
          </p:nvSpPr>
          <p:spPr>
            <a:xfrm>
              <a:off x="7266967" y="21016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5" name="pt23125"/>
            <p:cNvSpPr/>
            <p:nvPr/>
          </p:nvSpPr>
          <p:spPr>
            <a:xfrm>
              <a:off x="6957423" y="19127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6" name="pt23126"/>
            <p:cNvSpPr/>
            <p:nvPr/>
          </p:nvSpPr>
          <p:spPr>
            <a:xfrm>
              <a:off x="7124076" y="2069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7" name="pt23127"/>
            <p:cNvSpPr/>
            <p:nvPr/>
          </p:nvSpPr>
          <p:spPr>
            <a:xfrm>
              <a:off x="7285628" y="19694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8" name="pt23128"/>
            <p:cNvSpPr/>
            <p:nvPr/>
          </p:nvSpPr>
          <p:spPr>
            <a:xfrm>
              <a:off x="7165713" y="21525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9" name="pt23129"/>
            <p:cNvSpPr/>
            <p:nvPr/>
          </p:nvSpPr>
          <p:spPr>
            <a:xfrm>
              <a:off x="7150053" y="20681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0" name="pt23130"/>
            <p:cNvSpPr/>
            <p:nvPr/>
          </p:nvSpPr>
          <p:spPr>
            <a:xfrm>
              <a:off x="7249728" y="20829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1" name="pt23131"/>
            <p:cNvSpPr/>
            <p:nvPr/>
          </p:nvSpPr>
          <p:spPr>
            <a:xfrm>
              <a:off x="7135346" y="23341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2" name="pt23132"/>
            <p:cNvSpPr/>
            <p:nvPr/>
          </p:nvSpPr>
          <p:spPr>
            <a:xfrm>
              <a:off x="6984798" y="19331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3" name="pt23133"/>
            <p:cNvSpPr/>
            <p:nvPr/>
          </p:nvSpPr>
          <p:spPr>
            <a:xfrm>
              <a:off x="7177521" y="20987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4" name="pt23134"/>
            <p:cNvSpPr/>
            <p:nvPr/>
          </p:nvSpPr>
          <p:spPr>
            <a:xfrm>
              <a:off x="7218616" y="18083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5" name="pt23135"/>
            <p:cNvSpPr/>
            <p:nvPr/>
          </p:nvSpPr>
          <p:spPr>
            <a:xfrm>
              <a:off x="7127431" y="2144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6" name="pt23136"/>
            <p:cNvSpPr/>
            <p:nvPr/>
          </p:nvSpPr>
          <p:spPr>
            <a:xfrm>
              <a:off x="7220061" y="20234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7" name="pt23137"/>
            <p:cNvSpPr/>
            <p:nvPr/>
          </p:nvSpPr>
          <p:spPr>
            <a:xfrm>
              <a:off x="7421100" y="29220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8" name="pt23138"/>
            <p:cNvSpPr/>
            <p:nvPr/>
          </p:nvSpPr>
          <p:spPr>
            <a:xfrm>
              <a:off x="7069768" y="21174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9" name="pt23139"/>
            <p:cNvSpPr/>
            <p:nvPr/>
          </p:nvSpPr>
          <p:spPr>
            <a:xfrm>
              <a:off x="6995170" y="20219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0" name="pt23140"/>
            <p:cNvSpPr/>
            <p:nvPr/>
          </p:nvSpPr>
          <p:spPr>
            <a:xfrm>
              <a:off x="7032568" y="21972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1" name="pt23141"/>
            <p:cNvSpPr/>
            <p:nvPr/>
          </p:nvSpPr>
          <p:spPr>
            <a:xfrm>
              <a:off x="7247538" y="20330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2" name="pt23142"/>
            <p:cNvSpPr/>
            <p:nvPr/>
          </p:nvSpPr>
          <p:spPr>
            <a:xfrm>
              <a:off x="7119786" y="21855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3" name="pt23143"/>
            <p:cNvSpPr/>
            <p:nvPr/>
          </p:nvSpPr>
          <p:spPr>
            <a:xfrm>
              <a:off x="7104614" y="21490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4" name="pt23144"/>
            <p:cNvSpPr/>
            <p:nvPr/>
          </p:nvSpPr>
          <p:spPr>
            <a:xfrm>
              <a:off x="7474996" y="23555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5" name="pt23145"/>
            <p:cNvSpPr/>
            <p:nvPr/>
          </p:nvSpPr>
          <p:spPr>
            <a:xfrm>
              <a:off x="7206321" y="21948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6" name="pt23146"/>
            <p:cNvSpPr/>
            <p:nvPr/>
          </p:nvSpPr>
          <p:spPr>
            <a:xfrm>
              <a:off x="6973371" y="2019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7" name="pt23147"/>
            <p:cNvSpPr/>
            <p:nvPr/>
          </p:nvSpPr>
          <p:spPr>
            <a:xfrm>
              <a:off x="6981629" y="22504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8" name="pt23148"/>
            <p:cNvSpPr/>
            <p:nvPr/>
          </p:nvSpPr>
          <p:spPr>
            <a:xfrm>
              <a:off x="6972420" y="20165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9" name="pt23149"/>
            <p:cNvSpPr/>
            <p:nvPr/>
          </p:nvSpPr>
          <p:spPr>
            <a:xfrm>
              <a:off x="7003470" y="20089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0" name="pt23150"/>
            <p:cNvSpPr/>
            <p:nvPr/>
          </p:nvSpPr>
          <p:spPr>
            <a:xfrm>
              <a:off x="7105338" y="20910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1" name="pt23151"/>
            <p:cNvSpPr/>
            <p:nvPr/>
          </p:nvSpPr>
          <p:spPr>
            <a:xfrm>
              <a:off x="7183113" y="20460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2" name="pt23152"/>
            <p:cNvSpPr/>
            <p:nvPr/>
          </p:nvSpPr>
          <p:spPr>
            <a:xfrm>
              <a:off x="7215838" y="20751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3" name="pt23153"/>
            <p:cNvSpPr/>
            <p:nvPr/>
          </p:nvSpPr>
          <p:spPr>
            <a:xfrm>
              <a:off x="7147826" y="20529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4" name="pt23154"/>
            <p:cNvSpPr/>
            <p:nvPr/>
          </p:nvSpPr>
          <p:spPr>
            <a:xfrm>
              <a:off x="7238219" y="20670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5" name="pt23155"/>
            <p:cNvSpPr/>
            <p:nvPr/>
          </p:nvSpPr>
          <p:spPr>
            <a:xfrm>
              <a:off x="7031784" y="23186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6" name="pt23156"/>
            <p:cNvSpPr/>
            <p:nvPr/>
          </p:nvSpPr>
          <p:spPr>
            <a:xfrm>
              <a:off x="7467209" y="24856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7" name="pt23157"/>
            <p:cNvSpPr/>
            <p:nvPr/>
          </p:nvSpPr>
          <p:spPr>
            <a:xfrm>
              <a:off x="7042028" y="23156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8" name="pt23158"/>
            <p:cNvSpPr/>
            <p:nvPr/>
          </p:nvSpPr>
          <p:spPr>
            <a:xfrm>
              <a:off x="7162523" y="21995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9" name="pt23159"/>
            <p:cNvSpPr/>
            <p:nvPr/>
          </p:nvSpPr>
          <p:spPr>
            <a:xfrm>
              <a:off x="7007508" y="19285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0" name="pt23160"/>
            <p:cNvSpPr/>
            <p:nvPr/>
          </p:nvSpPr>
          <p:spPr>
            <a:xfrm>
              <a:off x="7178292" y="21499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1" name="pt23161"/>
            <p:cNvSpPr/>
            <p:nvPr/>
          </p:nvSpPr>
          <p:spPr>
            <a:xfrm>
              <a:off x="7031449" y="22838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2" name="pt23162"/>
            <p:cNvSpPr/>
            <p:nvPr/>
          </p:nvSpPr>
          <p:spPr>
            <a:xfrm>
              <a:off x="7079924" y="22534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3" name="pt23163"/>
            <p:cNvSpPr/>
            <p:nvPr/>
          </p:nvSpPr>
          <p:spPr>
            <a:xfrm>
              <a:off x="6970658" y="19761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4" name="pt23164"/>
            <p:cNvSpPr/>
            <p:nvPr/>
          </p:nvSpPr>
          <p:spPr>
            <a:xfrm>
              <a:off x="7404090" y="28905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5" name="pt23165"/>
            <p:cNvSpPr/>
            <p:nvPr/>
          </p:nvSpPr>
          <p:spPr>
            <a:xfrm>
              <a:off x="7331672" y="18831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6" name="pt23166"/>
            <p:cNvSpPr/>
            <p:nvPr/>
          </p:nvSpPr>
          <p:spPr>
            <a:xfrm>
              <a:off x="7023922" y="23163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7" name="pt23167"/>
            <p:cNvSpPr/>
            <p:nvPr/>
          </p:nvSpPr>
          <p:spPr>
            <a:xfrm>
              <a:off x="6802334" y="22244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8" name="pt23168"/>
            <p:cNvSpPr/>
            <p:nvPr/>
          </p:nvSpPr>
          <p:spPr>
            <a:xfrm>
              <a:off x="7100077" y="21297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9" name="pt23169"/>
            <p:cNvSpPr/>
            <p:nvPr/>
          </p:nvSpPr>
          <p:spPr>
            <a:xfrm>
              <a:off x="7055671" y="20598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0" name="pt23170"/>
            <p:cNvSpPr/>
            <p:nvPr/>
          </p:nvSpPr>
          <p:spPr>
            <a:xfrm>
              <a:off x="7151756" y="19958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1" name="pt23171"/>
            <p:cNvSpPr/>
            <p:nvPr/>
          </p:nvSpPr>
          <p:spPr>
            <a:xfrm>
              <a:off x="7086702" y="22275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2" name="pt23172"/>
            <p:cNvSpPr/>
            <p:nvPr/>
          </p:nvSpPr>
          <p:spPr>
            <a:xfrm>
              <a:off x="7319179" y="20699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3" name="pt23173"/>
            <p:cNvSpPr/>
            <p:nvPr/>
          </p:nvSpPr>
          <p:spPr>
            <a:xfrm>
              <a:off x="7066884" y="20875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4" name="pt23174"/>
            <p:cNvSpPr/>
            <p:nvPr/>
          </p:nvSpPr>
          <p:spPr>
            <a:xfrm>
              <a:off x="7260075" y="19711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5" name="pt23175"/>
            <p:cNvSpPr/>
            <p:nvPr/>
          </p:nvSpPr>
          <p:spPr>
            <a:xfrm>
              <a:off x="7105389" y="20330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6" name="pt23176"/>
            <p:cNvSpPr/>
            <p:nvPr/>
          </p:nvSpPr>
          <p:spPr>
            <a:xfrm>
              <a:off x="7358627" y="21407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7" name="pt23177"/>
            <p:cNvSpPr/>
            <p:nvPr/>
          </p:nvSpPr>
          <p:spPr>
            <a:xfrm>
              <a:off x="7279874" y="20182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8" name="pt23178"/>
            <p:cNvSpPr/>
            <p:nvPr/>
          </p:nvSpPr>
          <p:spPr>
            <a:xfrm>
              <a:off x="7096361" y="21542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9" name="pt23179"/>
            <p:cNvSpPr/>
            <p:nvPr/>
          </p:nvSpPr>
          <p:spPr>
            <a:xfrm>
              <a:off x="7128409" y="23118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0" name="pt23180"/>
            <p:cNvSpPr/>
            <p:nvPr/>
          </p:nvSpPr>
          <p:spPr>
            <a:xfrm>
              <a:off x="7248621" y="21448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1" name="pt23181"/>
            <p:cNvSpPr/>
            <p:nvPr/>
          </p:nvSpPr>
          <p:spPr>
            <a:xfrm>
              <a:off x="7075484" y="21633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2" name="pt23182"/>
            <p:cNvSpPr/>
            <p:nvPr/>
          </p:nvSpPr>
          <p:spPr>
            <a:xfrm>
              <a:off x="7111442" y="21413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3" name="pt23183"/>
            <p:cNvSpPr/>
            <p:nvPr/>
          </p:nvSpPr>
          <p:spPr>
            <a:xfrm>
              <a:off x="7270692" y="20519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4" name="pt23184"/>
            <p:cNvSpPr/>
            <p:nvPr/>
          </p:nvSpPr>
          <p:spPr>
            <a:xfrm>
              <a:off x="7173732" y="20971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5" name="pt23185"/>
            <p:cNvSpPr/>
            <p:nvPr/>
          </p:nvSpPr>
          <p:spPr>
            <a:xfrm>
              <a:off x="7077472" y="22197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6" name="pt23186"/>
            <p:cNvSpPr/>
            <p:nvPr/>
          </p:nvSpPr>
          <p:spPr>
            <a:xfrm>
              <a:off x="7200361" y="22342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7" name="pt23187"/>
            <p:cNvSpPr/>
            <p:nvPr/>
          </p:nvSpPr>
          <p:spPr>
            <a:xfrm>
              <a:off x="7144195" y="20821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8" name="pt23188"/>
            <p:cNvSpPr/>
            <p:nvPr/>
          </p:nvSpPr>
          <p:spPr>
            <a:xfrm>
              <a:off x="7249869" y="20346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9" name="pt23189"/>
            <p:cNvSpPr/>
            <p:nvPr/>
          </p:nvSpPr>
          <p:spPr>
            <a:xfrm>
              <a:off x="6730785" y="22536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0" name="pt23190"/>
            <p:cNvSpPr/>
            <p:nvPr/>
          </p:nvSpPr>
          <p:spPr>
            <a:xfrm>
              <a:off x="6794237" y="22543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1" name="pt23191"/>
            <p:cNvSpPr/>
            <p:nvPr/>
          </p:nvSpPr>
          <p:spPr>
            <a:xfrm>
              <a:off x="7185274" y="22858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2" name="pt23192"/>
            <p:cNvSpPr/>
            <p:nvPr/>
          </p:nvSpPr>
          <p:spPr>
            <a:xfrm>
              <a:off x="7307212" y="19972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3" name="pt23193"/>
            <p:cNvSpPr/>
            <p:nvPr/>
          </p:nvSpPr>
          <p:spPr>
            <a:xfrm>
              <a:off x="6875271" y="21265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4" name="pt23194"/>
            <p:cNvSpPr/>
            <p:nvPr/>
          </p:nvSpPr>
          <p:spPr>
            <a:xfrm>
              <a:off x="7308435" y="21019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5" name="pt23195"/>
            <p:cNvSpPr/>
            <p:nvPr/>
          </p:nvSpPr>
          <p:spPr>
            <a:xfrm>
              <a:off x="7225144" y="21376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6" name="pt23196"/>
            <p:cNvSpPr/>
            <p:nvPr/>
          </p:nvSpPr>
          <p:spPr>
            <a:xfrm>
              <a:off x="7103367" y="20616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7" name="pt23197"/>
            <p:cNvSpPr/>
            <p:nvPr/>
          </p:nvSpPr>
          <p:spPr>
            <a:xfrm>
              <a:off x="7422062" y="24440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8" name="pt23198"/>
            <p:cNvSpPr/>
            <p:nvPr/>
          </p:nvSpPr>
          <p:spPr>
            <a:xfrm>
              <a:off x="7244905" y="20093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9" name="pt23199"/>
            <p:cNvSpPr/>
            <p:nvPr/>
          </p:nvSpPr>
          <p:spPr>
            <a:xfrm>
              <a:off x="7000299" y="17504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0" name="pt23200"/>
            <p:cNvSpPr/>
            <p:nvPr/>
          </p:nvSpPr>
          <p:spPr>
            <a:xfrm>
              <a:off x="7179145" y="20254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1" name="pt23201"/>
            <p:cNvSpPr/>
            <p:nvPr/>
          </p:nvSpPr>
          <p:spPr>
            <a:xfrm>
              <a:off x="7079983" y="22476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2" name="pt23202"/>
            <p:cNvSpPr/>
            <p:nvPr/>
          </p:nvSpPr>
          <p:spPr>
            <a:xfrm>
              <a:off x="7130171" y="23663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3" name="pt23203"/>
            <p:cNvSpPr/>
            <p:nvPr/>
          </p:nvSpPr>
          <p:spPr>
            <a:xfrm>
              <a:off x="6836088" y="22698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4" name="pt23204"/>
            <p:cNvSpPr/>
            <p:nvPr/>
          </p:nvSpPr>
          <p:spPr>
            <a:xfrm>
              <a:off x="7128092" y="22227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5" name="pt23205"/>
            <p:cNvSpPr/>
            <p:nvPr/>
          </p:nvSpPr>
          <p:spPr>
            <a:xfrm>
              <a:off x="7082015" y="22219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6" name="pt23206"/>
            <p:cNvSpPr/>
            <p:nvPr/>
          </p:nvSpPr>
          <p:spPr>
            <a:xfrm>
              <a:off x="7134900" y="22942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7" name="pt23207"/>
            <p:cNvSpPr/>
            <p:nvPr/>
          </p:nvSpPr>
          <p:spPr>
            <a:xfrm>
              <a:off x="7275878" y="19665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8" name="pt23208"/>
            <p:cNvSpPr/>
            <p:nvPr/>
          </p:nvSpPr>
          <p:spPr>
            <a:xfrm>
              <a:off x="7031026" y="22462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9" name="pt23209"/>
            <p:cNvSpPr/>
            <p:nvPr/>
          </p:nvSpPr>
          <p:spPr>
            <a:xfrm>
              <a:off x="7196387" y="22236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0" name="pt23210"/>
            <p:cNvSpPr/>
            <p:nvPr/>
          </p:nvSpPr>
          <p:spPr>
            <a:xfrm>
              <a:off x="6925578" y="2222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1" name="pt23211"/>
            <p:cNvSpPr/>
            <p:nvPr/>
          </p:nvSpPr>
          <p:spPr>
            <a:xfrm>
              <a:off x="7159289" y="19803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2" name="pt23212"/>
            <p:cNvSpPr/>
            <p:nvPr/>
          </p:nvSpPr>
          <p:spPr>
            <a:xfrm>
              <a:off x="7269158" y="16749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3" name="pt23213"/>
            <p:cNvSpPr/>
            <p:nvPr/>
          </p:nvSpPr>
          <p:spPr>
            <a:xfrm>
              <a:off x="7160985" y="20425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4" name="pt23214"/>
            <p:cNvSpPr/>
            <p:nvPr/>
          </p:nvSpPr>
          <p:spPr>
            <a:xfrm>
              <a:off x="6956855" y="20308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5" name="pt23215"/>
            <p:cNvSpPr/>
            <p:nvPr/>
          </p:nvSpPr>
          <p:spPr>
            <a:xfrm>
              <a:off x="7172998" y="20765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6" name="pt23216"/>
            <p:cNvSpPr/>
            <p:nvPr/>
          </p:nvSpPr>
          <p:spPr>
            <a:xfrm>
              <a:off x="7027732" y="22174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7" name="pt23217"/>
            <p:cNvSpPr/>
            <p:nvPr/>
          </p:nvSpPr>
          <p:spPr>
            <a:xfrm>
              <a:off x="7209012" y="22372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8" name="pt23218"/>
            <p:cNvSpPr/>
            <p:nvPr/>
          </p:nvSpPr>
          <p:spPr>
            <a:xfrm>
              <a:off x="7239694" y="20566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9" name="pt23219"/>
            <p:cNvSpPr/>
            <p:nvPr/>
          </p:nvSpPr>
          <p:spPr>
            <a:xfrm>
              <a:off x="6937303" y="21199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0" name="pt23220"/>
            <p:cNvSpPr/>
            <p:nvPr/>
          </p:nvSpPr>
          <p:spPr>
            <a:xfrm>
              <a:off x="7303899" y="19622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1" name="pt23221"/>
            <p:cNvSpPr/>
            <p:nvPr/>
          </p:nvSpPr>
          <p:spPr>
            <a:xfrm>
              <a:off x="7115671" y="21728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2" name="pt23222"/>
            <p:cNvSpPr/>
            <p:nvPr/>
          </p:nvSpPr>
          <p:spPr>
            <a:xfrm>
              <a:off x="7117928" y="21359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3" name="pt23223"/>
            <p:cNvSpPr/>
            <p:nvPr/>
          </p:nvSpPr>
          <p:spPr>
            <a:xfrm>
              <a:off x="7055684" y="21187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4" name="pt23224"/>
            <p:cNvSpPr/>
            <p:nvPr/>
          </p:nvSpPr>
          <p:spPr>
            <a:xfrm>
              <a:off x="7107734" y="20688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5" name="pt23225"/>
            <p:cNvSpPr/>
            <p:nvPr/>
          </p:nvSpPr>
          <p:spPr>
            <a:xfrm>
              <a:off x="7191483" y="22176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6" name="pt23226"/>
            <p:cNvSpPr/>
            <p:nvPr/>
          </p:nvSpPr>
          <p:spPr>
            <a:xfrm>
              <a:off x="7088390" y="22117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7" name="pt23227"/>
            <p:cNvSpPr/>
            <p:nvPr/>
          </p:nvSpPr>
          <p:spPr>
            <a:xfrm>
              <a:off x="7095239" y="21596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8" name="pt23228"/>
            <p:cNvSpPr/>
            <p:nvPr/>
          </p:nvSpPr>
          <p:spPr>
            <a:xfrm>
              <a:off x="7128340" y="22441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9" name="pt23229"/>
            <p:cNvSpPr/>
            <p:nvPr/>
          </p:nvSpPr>
          <p:spPr>
            <a:xfrm>
              <a:off x="7024161" y="21560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0" name="pt23230"/>
            <p:cNvSpPr/>
            <p:nvPr/>
          </p:nvSpPr>
          <p:spPr>
            <a:xfrm>
              <a:off x="7327862" y="21030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1" name="pt23231"/>
            <p:cNvSpPr/>
            <p:nvPr/>
          </p:nvSpPr>
          <p:spPr>
            <a:xfrm>
              <a:off x="7119697" y="21590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2" name="pt23232"/>
            <p:cNvSpPr/>
            <p:nvPr/>
          </p:nvSpPr>
          <p:spPr>
            <a:xfrm>
              <a:off x="6944887" y="21555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3" name="pt23233"/>
            <p:cNvSpPr/>
            <p:nvPr/>
          </p:nvSpPr>
          <p:spPr>
            <a:xfrm>
              <a:off x="7077531" y="21890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4" name="pt23234"/>
            <p:cNvSpPr/>
            <p:nvPr/>
          </p:nvSpPr>
          <p:spPr>
            <a:xfrm>
              <a:off x="7231404" y="21026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5" name="pt23235"/>
            <p:cNvSpPr/>
            <p:nvPr/>
          </p:nvSpPr>
          <p:spPr>
            <a:xfrm>
              <a:off x="7215752" y="20153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6" name="pt23236"/>
            <p:cNvSpPr/>
            <p:nvPr/>
          </p:nvSpPr>
          <p:spPr>
            <a:xfrm>
              <a:off x="6875107" y="18780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7" name="pt23237"/>
            <p:cNvSpPr/>
            <p:nvPr/>
          </p:nvSpPr>
          <p:spPr>
            <a:xfrm>
              <a:off x="7025517" y="22778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8" name="pt23238"/>
            <p:cNvSpPr/>
            <p:nvPr/>
          </p:nvSpPr>
          <p:spPr>
            <a:xfrm>
              <a:off x="7151110" y="20301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9" name="pt23239"/>
            <p:cNvSpPr/>
            <p:nvPr/>
          </p:nvSpPr>
          <p:spPr>
            <a:xfrm>
              <a:off x="7043032" y="20075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0" name="pt23240"/>
            <p:cNvSpPr/>
            <p:nvPr/>
          </p:nvSpPr>
          <p:spPr>
            <a:xfrm>
              <a:off x="6880036" y="21109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1" name="pt23241"/>
            <p:cNvSpPr/>
            <p:nvPr/>
          </p:nvSpPr>
          <p:spPr>
            <a:xfrm>
              <a:off x="6932551" y="21754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2" name="pt23242"/>
            <p:cNvSpPr/>
            <p:nvPr/>
          </p:nvSpPr>
          <p:spPr>
            <a:xfrm>
              <a:off x="7338805" y="23535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3" name="pt23243"/>
            <p:cNvSpPr/>
            <p:nvPr/>
          </p:nvSpPr>
          <p:spPr>
            <a:xfrm>
              <a:off x="7131013" y="23228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4" name="pt23244"/>
            <p:cNvSpPr/>
            <p:nvPr/>
          </p:nvSpPr>
          <p:spPr>
            <a:xfrm>
              <a:off x="7161371" y="21210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5" name="pt23245"/>
            <p:cNvSpPr/>
            <p:nvPr/>
          </p:nvSpPr>
          <p:spPr>
            <a:xfrm>
              <a:off x="6669256" y="21037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6" name="pt23246"/>
            <p:cNvSpPr/>
            <p:nvPr/>
          </p:nvSpPr>
          <p:spPr>
            <a:xfrm>
              <a:off x="7293760" y="20011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7" name="pt23247"/>
            <p:cNvSpPr/>
            <p:nvPr/>
          </p:nvSpPr>
          <p:spPr>
            <a:xfrm>
              <a:off x="7087111" y="21182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8" name="pt23248"/>
            <p:cNvSpPr/>
            <p:nvPr/>
          </p:nvSpPr>
          <p:spPr>
            <a:xfrm>
              <a:off x="7155413" y="20251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9" name="pt23249"/>
            <p:cNvSpPr/>
            <p:nvPr/>
          </p:nvSpPr>
          <p:spPr>
            <a:xfrm>
              <a:off x="7130035" y="22438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0" name="pt23250"/>
            <p:cNvSpPr/>
            <p:nvPr/>
          </p:nvSpPr>
          <p:spPr>
            <a:xfrm>
              <a:off x="7060930" y="23080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1" name="pt23251"/>
            <p:cNvSpPr/>
            <p:nvPr/>
          </p:nvSpPr>
          <p:spPr>
            <a:xfrm>
              <a:off x="7094118" y="21216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2" name="pt23252"/>
            <p:cNvSpPr/>
            <p:nvPr/>
          </p:nvSpPr>
          <p:spPr>
            <a:xfrm>
              <a:off x="7104287" y="21443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3" name="pt23253"/>
            <p:cNvSpPr/>
            <p:nvPr/>
          </p:nvSpPr>
          <p:spPr>
            <a:xfrm>
              <a:off x="6522937" y="17620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4" name="pt23254"/>
            <p:cNvSpPr/>
            <p:nvPr/>
          </p:nvSpPr>
          <p:spPr>
            <a:xfrm>
              <a:off x="6960142" y="20515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5" name="pt23255"/>
            <p:cNvSpPr/>
            <p:nvPr/>
          </p:nvSpPr>
          <p:spPr>
            <a:xfrm>
              <a:off x="7192268" y="21926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6" name="pt23256"/>
            <p:cNvSpPr/>
            <p:nvPr/>
          </p:nvSpPr>
          <p:spPr>
            <a:xfrm>
              <a:off x="7286261" y="19597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7" name="pt23257"/>
            <p:cNvSpPr/>
            <p:nvPr/>
          </p:nvSpPr>
          <p:spPr>
            <a:xfrm>
              <a:off x="7167406" y="21798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8" name="pt23258"/>
            <p:cNvSpPr/>
            <p:nvPr/>
          </p:nvSpPr>
          <p:spPr>
            <a:xfrm>
              <a:off x="7327518" y="21162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9" name="pt23259"/>
            <p:cNvSpPr/>
            <p:nvPr/>
          </p:nvSpPr>
          <p:spPr>
            <a:xfrm>
              <a:off x="7057177" y="2313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0" name="pt23260"/>
            <p:cNvSpPr/>
            <p:nvPr/>
          </p:nvSpPr>
          <p:spPr>
            <a:xfrm>
              <a:off x="7227890" y="20436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1" name="pt23261"/>
            <p:cNvSpPr/>
            <p:nvPr/>
          </p:nvSpPr>
          <p:spPr>
            <a:xfrm>
              <a:off x="6938932" y="21565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2" name="pt23262"/>
            <p:cNvSpPr/>
            <p:nvPr/>
          </p:nvSpPr>
          <p:spPr>
            <a:xfrm>
              <a:off x="6977828" y="18865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3" name="pt23263"/>
            <p:cNvSpPr/>
            <p:nvPr/>
          </p:nvSpPr>
          <p:spPr>
            <a:xfrm>
              <a:off x="7186432" y="21874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4" name="pt23264"/>
            <p:cNvSpPr/>
            <p:nvPr/>
          </p:nvSpPr>
          <p:spPr>
            <a:xfrm>
              <a:off x="7331414" y="21005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5" name="pt23265"/>
            <p:cNvSpPr/>
            <p:nvPr/>
          </p:nvSpPr>
          <p:spPr>
            <a:xfrm>
              <a:off x="7233716" y="20843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6" name="pt23266"/>
            <p:cNvSpPr/>
            <p:nvPr/>
          </p:nvSpPr>
          <p:spPr>
            <a:xfrm>
              <a:off x="7239511" y="21577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7" name="pt23267"/>
            <p:cNvSpPr/>
            <p:nvPr/>
          </p:nvSpPr>
          <p:spPr>
            <a:xfrm>
              <a:off x="7267198" y="2059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8" name="pt23268"/>
            <p:cNvSpPr/>
            <p:nvPr/>
          </p:nvSpPr>
          <p:spPr>
            <a:xfrm>
              <a:off x="7141789" y="21961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9" name="pt23269"/>
            <p:cNvSpPr/>
            <p:nvPr/>
          </p:nvSpPr>
          <p:spPr>
            <a:xfrm>
              <a:off x="7187761" y="2048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0" name="pt23270"/>
            <p:cNvSpPr/>
            <p:nvPr/>
          </p:nvSpPr>
          <p:spPr>
            <a:xfrm>
              <a:off x="7021098" y="20157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1" name="pt23271"/>
            <p:cNvSpPr/>
            <p:nvPr/>
          </p:nvSpPr>
          <p:spPr>
            <a:xfrm>
              <a:off x="6862636" y="21513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2" name="pt23272"/>
            <p:cNvSpPr/>
            <p:nvPr/>
          </p:nvSpPr>
          <p:spPr>
            <a:xfrm>
              <a:off x="7280587" y="19368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3" name="pt23273"/>
            <p:cNvSpPr/>
            <p:nvPr/>
          </p:nvSpPr>
          <p:spPr>
            <a:xfrm>
              <a:off x="6987487" y="2053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4" name="pt23274"/>
            <p:cNvSpPr/>
            <p:nvPr/>
          </p:nvSpPr>
          <p:spPr>
            <a:xfrm>
              <a:off x="7356685" y="21391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5" name="pt23275"/>
            <p:cNvSpPr/>
            <p:nvPr/>
          </p:nvSpPr>
          <p:spPr>
            <a:xfrm>
              <a:off x="7023522" y="22791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6" name="pt23276"/>
            <p:cNvSpPr/>
            <p:nvPr/>
          </p:nvSpPr>
          <p:spPr>
            <a:xfrm>
              <a:off x="7276518" y="19753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7" name="pt23277"/>
            <p:cNvSpPr/>
            <p:nvPr/>
          </p:nvSpPr>
          <p:spPr>
            <a:xfrm>
              <a:off x="6833322" y="24412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8" name="pt23278"/>
            <p:cNvSpPr/>
            <p:nvPr/>
          </p:nvSpPr>
          <p:spPr>
            <a:xfrm>
              <a:off x="6675968" y="23527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9" name="pt23279"/>
            <p:cNvSpPr/>
            <p:nvPr/>
          </p:nvSpPr>
          <p:spPr>
            <a:xfrm>
              <a:off x="7241925" y="19987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0" name="pt23280"/>
            <p:cNvSpPr/>
            <p:nvPr/>
          </p:nvSpPr>
          <p:spPr>
            <a:xfrm>
              <a:off x="7160385" y="20691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1" name="pt23281"/>
            <p:cNvSpPr/>
            <p:nvPr/>
          </p:nvSpPr>
          <p:spPr>
            <a:xfrm>
              <a:off x="7340211" y="24325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2" name="pt23282"/>
            <p:cNvSpPr/>
            <p:nvPr/>
          </p:nvSpPr>
          <p:spPr>
            <a:xfrm>
              <a:off x="7296803" y="19305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3" name="pt23283"/>
            <p:cNvSpPr/>
            <p:nvPr/>
          </p:nvSpPr>
          <p:spPr>
            <a:xfrm>
              <a:off x="6983153" y="21408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4" name="pt23284"/>
            <p:cNvSpPr/>
            <p:nvPr/>
          </p:nvSpPr>
          <p:spPr>
            <a:xfrm>
              <a:off x="7232902" y="21021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5" name="pt23285"/>
            <p:cNvSpPr/>
            <p:nvPr/>
          </p:nvSpPr>
          <p:spPr>
            <a:xfrm>
              <a:off x="7073508" y="2223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6" name="pt23286"/>
            <p:cNvSpPr/>
            <p:nvPr/>
          </p:nvSpPr>
          <p:spPr>
            <a:xfrm>
              <a:off x="7072345" y="22062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7" name="pt23287"/>
            <p:cNvSpPr/>
            <p:nvPr/>
          </p:nvSpPr>
          <p:spPr>
            <a:xfrm>
              <a:off x="7095108" y="20529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8" name="pt23288"/>
            <p:cNvSpPr/>
            <p:nvPr/>
          </p:nvSpPr>
          <p:spPr>
            <a:xfrm>
              <a:off x="7280199" y="18879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9" name="pt23289"/>
            <p:cNvSpPr/>
            <p:nvPr/>
          </p:nvSpPr>
          <p:spPr>
            <a:xfrm>
              <a:off x="6985135" y="20214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0" name="pt23290"/>
            <p:cNvSpPr/>
            <p:nvPr/>
          </p:nvSpPr>
          <p:spPr>
            <a:xfrm>
              <a:off x="7191759" y="23359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1" name="pt23291"/>
            <p:cNvSpPr/>
            <p:nvPr/>
          </p:nvSpPr>
          <p:spPr>
            <a:xfrm>
              <a:off x="7103736" y="21585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2" name="pt23292"/>
            <p:cNvSpPr/>
            <p:nvPr/>
          </p:nvSpPr>
          <p:spPr>
            <a:xfrm>
              <a:off x="6842030" y="24920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3" name="pt23293"/>
            <p:cNvSpPr/>
            <p:nvPr/>
          </p:nvSpPr>
          <p:spPr>
            <a:xfrm>
              <a:off x="7048563" y="18100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4" name="pt23294"/>
            <p:cNvSpPr/>
            <p:nvPr/>
          </p:nvSpPr>
          <p:spPr>
            <a:xfrm>
              <a:off x="7041826" y="22065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5" name="pt23295"/>
            <p:cNvSpPr/>
            <p:nvPr/>
          </p:nvSpPr>
          <p:spPr>
            <a:xfrm>
              <a:off x="6896194" y="22588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6" name="pt23296"/>
            <p:cNvSpPr/>
            <p:nvPr/>
          </p:nvSpPr>
          <p:spPr>
            <a:xfrm>
              <a:off x="7021117" y="20901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7" name="pt23297"/>
            <p:cNvSpPr/>
            <p:nvPr/>
          </p:nvSpPr>
          <p:spPr>
            <a:xfrm>
              <a:off x="7145673" y="20785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8" name="pt23298"/>
            <p:cNvSpPr/>
            <p:nvPr/>
          </p:nvSpPr>
          <p:spPr>
            <a:xfrm>
              <a:off x="6928970" y="2222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9" name="pt23299"/>
            <p:cNvSpPr/>
            <p:nvPr/>
          </p:nvSpPr>
          <p:spPr>
            <a:xfrm>
              <a:off x="6908994" y="21366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0" name="pt23300"/>
            <p:cNvSpPr/>
            <p:nvPr/>
          </p:nvSpPr>
          <p:spPr>
            <a:xfrm>
              <a:off x="7201612" y="21505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1" name="pt23301"/>
            <p:cNvSpPr/>
            <p:nvPr/>
          </p:nvSpPr>
          <p:spPr>
            <a:xfrm>
              <a:off x="7176401" y="21600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2" name="pt23302"/>
            <p:cNvSpPr/>
            <p:nvPr/>
          </p:nvSpPr>
          <p:spPr>
            <a:xfrm>
              <a:off x="6836048" y="21543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3" name="pt23303"/>
            <p:cNvSpPr/>
            <p:nvPr/>
          </p:nvSpPr>
          <p:spPr>
            <a:xfrm>
              <a:off x="7156100" y="20572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4" name="pt23304"/>
            <p:cNvSpPr/>
            <p:nvPr/>
          </p:nvSpPr>
          <p:spPr>
            <a:xfrm>
              <a:off x="7287379" y="19185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5" name="pt23305"/>
            <p:cNvSpPr/>
            <p:nvPr/>
          </p:nvSpPr>
          <p:spPr>
            <a:xfrm>
              <a:off x="6987650" y="19941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6" name="pt23306"/>
            <p:cNvSpPr/>
            <p:nvPr/>
          </p:nvSpPr>
          <p:spPr>
            <a:xfrm>
              <a:off x="7256745" y="21669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7" name="pt23307"/>
            <p:cNvSpPr/>
            <p:nvPr/>
          </p:nvSpPr>
          <p:spPr>
            <a:xfrm>
              <a:off x="7259844" y="21036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8" name="pt23308"/>
            <p:cNvSpPr/>
            <p:nvPr/>
          </p:nvSpPr>
          <p:spPr>
            <a:xfrm>
              <a:off x="6971238" y="20497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9" name="pt23309"/>
            <p:cNvSpPr/>
            <p:nvPr/>
          </p:nvSpPr>
          <p:spPr>
            <a:xfrm>
              <a:off x="7120256" y="21461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0" name="pt23310"/>
            <p:cNvSpPr/>
            <p:nvPr/>
          </p:nvSpPr>
          <p:spPr>
            <a:xfrm>
              <a:off x="7177166" y="21519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1" name="pt23311"/>
            <p:cNvSpPr/>
            <p:nvPr/>
          </p:nvSpPr>
          <p:spPr>
            <a:xfrm>
              <a:off x="7165433" y="22140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2" name="pt23312"/>
            <p:cNvSpPr/>
            <p:nvPr/>
          </p:nvSpPr>
          <p:spPr>
            <a:xfrm>
              <a:off x="6657690" y="20382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3" name="pt23313"/>
            <p:cNvSpPr/>
            <p:nvPr/>
          </p:nvSpPr>
          <p:spPr>
            <a:xfrm>
              <a:off x="7174287" y="20879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4" name="pt23314"/>
            <p:cNvSpPr/>
            <p:nvPr/>
          </p:nvSpPr>
          <p:spPr>
            <a:xfrm>
              <a:off x="7062680" y="21635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5" name="pt23315"/>
            <p:cNvSpPr/>
            <p:nvPr/>
          </p:nvSpPr>
          <p:spPr>
            <a:xfrm>
              <a:off x="7114997" y="21301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6" name="pt23316"/>
            <p:cNvSpPr/>
            <p:nvPr/>
          </p:nvSpPr>
          <p:spPr>
            <a:xfrm>
              <a:off x="7217415" y="19554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7" name="pt23317"/>
            <p:cNvSpPr/>
            <p:nvPr/>
          </p:nvSpPr>
          <p:spPr>
            <a:xfrm>
              <a:off x="7199795" y="22745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8" name="pt23318"/>
            <p:cNvSpPr/>
            <p:nvPr/>
          </p:nvSpPr>
          <p:spPr>
            <a:xfrm>
              <a:off x="7061203" y="22405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9" name="pt23319"/>
            <p:cNvSpPr/>
            <p:nvPr/>
          </p:nvSpPr>
          <p:spPr>
            <a:xfrm>
              <a:off x="6973231" y="19645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0" name="pt23320"/>
            <p:cNvSpPr/>
            <p:nvPr/>
          </p:nvSpPr>
          <p:spPr>
            <a:xfrm>
              <a:off x="7220359" y="19095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1" name="pt23321"/>
            <p:cNvSpPr/>
            <p:nvPr/>
          </p:nvSpPr>
          <p:spPr>
            <a:xfrm>
              <a:off x="7264927" y="21223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2" name="pt23322"/>
            <p:cNvSpPr/>
            <p:nvPr/>
          </p:nvSpPr>
          <p:spPr>
            <a:xfrm>
              <a:off x="6955600" y="20151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3" name="pt23323"/>
            <p:cNvSpPr/>
            <p:nvPr/>
          </p:nvSpPr>
          <p:spPr>
            <a:xfrm>
              <a:off x="7151614" y="19789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4" name="pt23324"/>
            <p:cNvSpPr/>
            <p:nvPr/>
          </p:nvSpPr>
          <p:spPr>
            <a:xfrm>
              <a:off x="7159333" y="20707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5" name="pt23325"/>
            <p:cNvSpPr/>
            <p:nvPr/>
          </p:nvSpPr>
          <p:spPr>
            <a:xfrm>
              <a:off x="7053216" y="21483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6" name="pt23326"/>
            <p:cNvSpPr/>
            <p:nvPr/>
          </p:nvSpPr>
          <p:spPr>
            <a:xfrm>
              <a:off x="6952459" y="19831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7" name="pt23327"/>
            <p:cNvSpPr/>
            <p:nvPr/>
          </p:nvSpPr>
          <p:spPr>
            <a:xfrm>
              <a:off x="7183723" y="20634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8" name="pt23328"/>
            <p:cNvSpPr/>
            <p:nvPr/>
          </p:nvSpPr>
          <p:spPr>
            <a:xfrm>
              <a:off x="7220943" y="19769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9" name="pt23329"/>
            <p:cNvSpPr/>
            <p:nvPr/>
          </p:nvSpPr>
          <p:spPr>
            <a:xfrm>
              <a:off x="7183273" y="19975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0" name="pt23330"/>
            <p:cNvSpPr/>
            <p:nvPr/>
          </p:nvSpPr>
          <p:spPr>
            <a:xfrm>
              <a:off x="7323895" y="22071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1" name="pt23331"/>
            <p:cNvSpPr/>
            <p:nvPr/>
          </p:nvSpPr>
          <p:spPr>
            <a:xfrm>
              <a:off x="7003152" y="18816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2" name="pt23332"/>
            <p:cNvSpPr/>
            <p:nvPr/>
          </p:nvSpPr>
          <p:spPr>
            <a:xfrm>
              <a:off x="7245063" y="20061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3" name="pt23333"/>
            <p:cNvSpPr/>
            <p:nvPr/>
          </p:nvSpPr>
          <p:spPr>
            <a:xfrm>
              <a:off x="7028191" y="21830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4" name="pt23334"/>
            <p:cNvSpPr/>
            <p:nvPr/>
          </p:nvSpPr>
          <p:spPr>
            <a:xfrm>
              <a:off x="7146081" y="20084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5" name="pt23335"/>
            <p:cNvSpPr/>
            <p:nvPr/>
          </p:nvSpPr>
          <p:spPr>
            <a:xfrm>
              <a:off x="7025794" y="22688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6" name="pt23336"/>
            <p:cNvSpPr/>
            <p:nvPr/>
          </p:nvSpPr>
          <p:spPr>
            <a:xfrm>
              <a:off x="7339604" y="24940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7" name="pt23337"/>
            <p:cNvSpPr/>
            <p:nvPr/>
          </p:nvSpPr>
          <p:spPr>
            <a:xfrm>
              <a:off x="7335542" y="24864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8" name="pt23338"/>
            <p:cNvSpPr/>
            <p:nvPr/>
          </p:nvSpPr>
          <p:spPr>
            <a:xfrm>
              <a:off x="6933215" y="22097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9" name="pt23339"/>
            <p:cNvSpPr/>
            <p:nvPr/>
          </p:nvSpPr>
          <p:spPr>
            <a:xfrm>
              <a:off x="7042458" y="22286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0" name="pt23340"/>
            <p:cNvSpPr/>
            <p:nvPr/>
          </p:nvSpPr>
          <p:spPr>
            <a:xfrm>
              <a:off x="7002929" y="19736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1" name="pt23341"/>
            <p:cNvSpPr/>
            <p:nvPr/>
          </p:nvSpPr>
          <p:spPr>
            <a:xfrm>
              <a:off x="7035557" y="21815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2" name="pt23342"/>
            <p:cNvSpPr/>
            <p:nvPr/>
          </p:nvSpPr>
          <p:spPr>
            <a:xfrm>
              <a:off x="7344363" y="22974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3" name="pt23343"/>
            <p:cNvSpPr/>
            <p:nvPr/>
          </p:nvSpPr>
          <p:spPr>
            <a:xfrm>
              <a:off x="7231026" y="2268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4" name="pt23344"/>
            <p:cNvSpPr/>
            <p:nvPr/>
          </p:nvSpPr>
          <p:spPr>
            <a:xfrm>
              <a:off x="7092336" y="21802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5" name="pt23345"/>
            <p:cNvSpPr/>
            <p:nvPr/>
          </p:nvSpPr>
          <p:spPr>
            <a:xfrm>
              <a:off x="7454529" y="25096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6" name="pt23346"/>
            <p:cNvSpPr/>
            <p:nvPr/>
          </p:nvSpPr>
          <p:spPr>
            <a:xfrm>
              <a:off x="6952701" y="19566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7" name="pt23347"/>
            <p:cNvSpPr/>
            <p:nvPr/>
          </p:nvSpPr>
          <p:spPr>
            <a:xfrm>
              <a:off x="7346403" y="27164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8" name="pt23348"/>
            <p:cNvSpPr/>
            <p:nvPr/>
          </p:nvSpPr>
          <p:spPr>
            <a:xfrm>
              <a:off x="7266409" y="20702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9" name="pt23349"/>
            <p:cNvSpPr/>
            <p:nvPr/>
          </p:nvSpPr>
          <p:spPr>
            <a:xfrm>
              <a:off x="7107768" y="20682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0" name="pt23350"/>
            <p:cNvSpPr/>
            <p:nvPr/>
          </p:nvSpPr>
          <p:spPr>
            <a:xfrm>
              <a:off x="7179532" y="20308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1" name="pt23351"/>
            <p:cNvSpPr/>
            <p:nvPr/>
          </p:nvSpPr>
          <p:spPr>
            <a:xfrm>
              <a:off x="7175418" y="20206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2" name="pt23352"/>
            <p:cNvSpPr/>
            <p:nvPr/>
          </p:nvSpPr>
          <p:spPr>
            <a:xfrm>
              <a:off x="7331601" y="21735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3" name="pt23353"/>
            <p:cNvSpPr/>
            <p:nvPr/>
          </p:nvSpPr>
          <p:spPr>
            <a:xfrm>
              <a:off x="7049982" y="16998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4" name="pt23354"/>
            <p:cNvSpPr/>
            <p:nvPr/>
          </p:nvSpPr>
          <p:spPr>
            <a:xfrm>
              <a:off x="7150804" y="20162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5" name="pt23355"/>
            <p:cNvSpPr/>
            <p:nvPr/>
          </p:nvSpPr>
          <p:spPr>
            <a:xfrm>
              <a:off x="7150857" y="19573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6" name="pt23356"/>
            <p:cNvSpPr/>
            <p:nvPr/>
          </p:nvSpPr>
          <p:spPr>
            <a:xfrm>
              <a:off x="7288420" y="20124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7" name="pt23357"/>
            <p:cNvSpPr/>
            <p:nvPr/>
          </p:nvSpPr>
          <p:spPr>
            <a:xfrm>
              <a:off x="7083507" y="22038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8" name="pt23358"/>
            <p:cNvSpPr/>
            <p:nvPr/>
          </p:nvSpPr>
          <p:spPr>
            <a:xfrm>
              <a:off x="7224434" y="22110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9" name="pt23359"/>
            <p:cNvSpPr/>
            <p:nvPr/>
          </p:nvSpPr>
          <p:spPr>
            <a:xfrm>
              <a:off x="7152908" y="19162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0" name="pt23360"/>
            <p:cNvSpPr/>
            <p:nvPr/>
          </p:nvSpPr>
          <p:spPr>
            <a:xfrm>
              <a:off x="6887072" y="18155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1" name="pt23361"/>
            <p:cNvSpPr/>
            <p:nvPr/>
          </p:nvSpPr>
          <p:spPr>
            <a:xfrm>
              <a:off x="7192136" y="23168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2" name="pt23362"/>
            <p:cNvSpPr/>
            <p:nvPr/>
          </p:nvSpPr>
          <p:spPr>
            <a:xfrm>
              <a:off x="6981886" y="22044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3" name="pt23363"/>
            <p:cNvSpPr/>
            <p:nvPr/>
          </p:nvSpPr>
          <p:spPr>
            <a:xfrm>
              <a:off x="7232488" y="22300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4" name="pt23364"/>
            <p:cNvSpPr/>
            <p:nvPr/>
          </p:nvSpPr>
          <p:spPr>
            <a:xfrm>
              <a:off x="7397438" y="24433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5" name="pt23365"/>
            <p:cNvSpPr/>
            <p:nvPr/>
          </p:nvSpPr>
          <p:spPr>
            <a:xfrm>
              <a:off x="7116535" y="21800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6" name="pt23366"/>
            <p:cNvSpPr/>
            <p:nvPr/>
          </p:nvSpPr>
          <p:spPr>
            <a:xfrm>
              <a:off x="7076194" y="22269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7" name="pt23367"/>
            <p:cNvSpPr/>
            <p:nvPr/>
          </p:nvSpPr>
          <p:spPr>
            <a:xfrm>
              <a:off x="7047426" y="20891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8" name="pt23368"/>
            <p:cNvSpPr/>
            <p:nvPr/>
          </p:nvSpPr>
          <p:spPr>
            <a:xfrm>
              <a:off x="7202354" y="20670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9" name="pt23369"/>
            <p:cNvSpPr/>
            <p:nvPr/>
          </p:nvSpPr>
          <p:spPr>
            <a:xfrm>
              <a:off x="7208827" y="22820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0" name="pt23370"/>
            <p:cNvSpPr/>
            <p:nvPr/>
          </p:nvSpPr>
          <p:spPr>
            <a:xfrm>
              <a:off x="7062946" y="21645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1" name="pt23371"/>
            <p:cNvSpPr/>
            <p:nvPr/>
          </p:nvSpPr>
          <p:spPr>
            <a:xfrm>
              <a:off x="6959480" y="20664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2" name="pt23372"/>
            <p:cNvSpPr/>
            <p:nvPr/>
          </p:nvSpPr>
          <p:spPr>
            <a:xfrm>
              <a:off x="7228712" y="22355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3" name="pt23373"/>
            <p:cNvSpPr/>
            <p:nvPr/>
          </p:nvSpPr>
          <p:spPr>
            <a:xfrm>
              <a:off x="7120492" y="21191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4" name="pt23374"/>
            <p:cNvSpPr/>
            <p:nvPr/>
          </p:nvSpPr>
          <p:spPr>
            <a:xfrm>
              <a:off x="7132329" y="23535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5" name="pt23375"/>
            <p:cNvSpPr/>
            <p:nvPr/>
          </p:nvSpPr>
          <p:spPr>
            <a:xfrm>
              <a:off x="7261819" y="20869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6" name="pt23376"/>
            <p:cNvSpPr/>
            <p:nvPr/>
          </p:nvSpPr>
          <p:spPr>
            <a:xfrm>
              <a:off x="7139077" y="22756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7" name="pt23377"/>
            <p:cNvSpPr/>
            <p:nvPr/>
          </p:nvSpPr>
          <p:spPr>
            <a:xfrm>
              <a:off x="6907505" y="21697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8" name="pt23378"/>
            <p:cNvSpPr/>
            <p:nvPr/>
          </p:nvSpPr>
          <p:spPr>
            <a:xfrm>
              <a:off x="6957324" y="20389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9" name="pt23379"/>
            <p:cNvSpPr/>
            <p:nvPr/>
          </p:nvSpPr>
          <p:spPr>
            <a:xfrm>
              <a:off x="7000854" y="17786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0" name="pt23380"/>
            <p:cNvSpPr/>
            <p:nvPr/>
          </p:nvSpPr>
          <p:spPr>
            <a:xfrm>
              <a:off x="6950255" y="19984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1" name="pt23381"/>
            <p:cNvSpPr/>
            <p:nvPr/>
          </p:nvSpPr>
          <p:spPr>
            <a:xfrm>
              <a:off x="7134478" y="24052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2" name="pt23382"/>
            <p:cNvSpPr/>
            <p:nvPr/>
          </p:nvSpPr>
          <p:spPr>
            <a:xfrm>
              <a:off x="7204054" y="2263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3" name="pt23383"/>
            <p:cNvSpPr/>
            <p:nvPr/>
          </p:nvSpPr>
          <p:spPr>
            <a:xfrm>
              <a:off x="7321808" y="21166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4" name="pt23384"/>
            <p:cNvSpPr/>
            <p:nvPr/>
          </p:nvSpPr>
          <p:spPr>
            <a:xfrm>
              <a:off x="7112613" y="21884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5" name="pt23385"/>
            <p:cNvSpPr/>
            <p:nvPr/>
          </p:nvSpPr>
          <p:spPr>
            <a:xfrm>
              <a:off x="7113294" y="21400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6" name="pt23386"/>
            <p:cNvSpPr/>
            <p:nvPr/>
          </p:nvSpPr>
          <p:spPr>
            <a:xfrm>
              <a:off x="7199779" y="21740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7" name="pt23387"/>
            <p:cNvSpPr/>
            <p:nvPr/>
          </p:nvSpPr>
          <p:spPr>
            <a:xfrm>
              <a:off x="6757975" y="25842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8" name="pt23388"/>
            <p:cNvSpPr/>
            <p:nvPr/>
          </p:nvSpPr>
          <p:spPr>
            <a:xfrm>
              <a:off x="6710304" y="20394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9" name="pt23389"/>
            <p:cNvSpPr/>
            <p:nvPr/>
          </p:nvSpPr>
          <p:spPr>
            <a:xfrm>
              <a:off x="7155965" y="20567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0" name="pt23390"/>
            <p:cNvSpPr/>
            <p:nvPr/>
          </p:nvSpPr>
          <p:spPr>
            <a:xfrm>
              <a:off x="7450185" y="2646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1" name="pt23391"/>
            <p:cNvSpPr/>
            <p:nvPr/>
          </p:nvSpPr>
          <p:spPr>
            <a:xfrm>
              <a:off x="7460781" y="29552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2" name="pt23392"/>
            <p:cNvSpPr/>
            <p:nvPr/>
          </p:nvSpPr>
          <p:spPr>
            <a:xfrm>
              <a:off x="7336958" y="25662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3" name="pt23393"/>
            <p:cNvSpPr/>
            <p:nvPr/>
          </p:nvSpPr>
          <p:spPr>
            <a:xfrm>
              <a:off x="7111042" y="21718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4" name="pt23394"/>
            <p:cNvSpPr/>
            <p:nvPr/>
          </p:nvSpPr>
          <p:spPr>
            <a:xfrm>
              <a:off x="7114368" y="21200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5" name="pt23395"/>
            <p:cNvSpPr/>
            <p:nvPr/>
          </p:nvSpPr>
          <p:spPr>
            <a:xfrm>
              <a:off x="7028590" y="23261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6" name="pt23396"/>
            <p:cNvSpPr/>
            <p:nvPr/>
          </p:nvSpPr>
          <p:spPr>
            <a:xfrm>
              <a:off x="6971715" y="21019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7" name="pt23397"/>
            <p:cNvSpPr/>
            <p:nvPr/>
          </p:nvSpPr>
          <p:spPr>
            <a:xfrm>
              <a:off x="7248611" y="20334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8" name="pt23398"/>
            <p:cNvSpPr/>
            <p:nvPr/>
          </p:nvSpPr>
          <p:spPr>
            <a:xfrm>
              <a:off x="6853753" y="19497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9" name="pt23399"/>
            <p:cNvSpPr/>
            <p:nvPr/>
          </p:nvSpPr>
          <p:spPr>
            <a:xfrm>
              <a:off x="7044255" y="22400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0" name="pt23400"/>
            <p:cNvSpPr/>
            <p:nvPr/>
          </p:nvSpPr>
          <p:spPr>
            <a:xfrm>
              <a:off x="7013391" y="17840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1" name="pt23401"/>
            <p:cNvSpPr/>
            <p:nvPr/>
          </p:nvSpPr>
          <p:spPr>
            <a:xfrm>
              <a:off x="7275014" y="2023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2" name="pt23402"/>
            <p:cNvSpPr/>
            <p:nvPr/>
          </p:nvSpPr>
          <p:spPr>
            <a:xfrm>
              <a:off x="7065515" y="21803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3" name="pt23403"/>
            <p:cNvSpPr/>
            <p:nvPr/>
          </p:nvSpPr>
          <p:spPr>
            <a:xfrm>
              <a:off x="6939456" y="20299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4" name="pt23404"/>
            <p:cNvSpPr/>
            <p:nvPr/>
          </p:nvSpPr>
          <p:spPr>
            <a:xfrm>
              <a:off x="7126965" y="2163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5" name="pt23405"/>
            <p:cNvSpPr/>
            <p:nvPr/>
          </p:nvSpPr>
          <p:spPr>
            <a:xfrm>
              <a:off x="6743232" y="22991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6" name="pt23406"/>
            <p:cNvSpPr/>
            <p:nvPr/>
          </p:nvSpPr>
          <p:spPr>
            <a:xfrm>
              <a:off x="6751952" y="21842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7" name="pt23407"/>
            <p:cNvSpPr/>
            <p:nvPr/>
          </p:nvSpPr>
          <p:spPr>
            <a:xfrm>
              <a:off x="7128825" y="23405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8" name="pt23408"/>
            <p:cNvSpPr/>
            <p:nvPr/>
          </p:nvSpPr>
          <p:spPr>
            <a:xfrm>
              <a:off x="7132250" y="21712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9" name="pt23409"/>
            <p:cNvSpPr/>
            <p:nvPr/>
          </p:nvSpPr>
          <p:spPr>
            <a:xfrm>
              <a:off x="7084141" y="23068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0" name="pt23410"/>
            <p:cNvSpPr/>
            <p:nvPr/>
          </p:nvSpPr>
          <p:spPr>
            <a:xfrm>
              <a:off x="7266853" y="19771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1" name="pt23411"/>
            <p:cNvSpPr/>
            <p:nvPr/>
          </p:nvSpPr>
          <p:spPr>
            <a:xfrm>
              <a:off x="7006334" y="19597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2" name="pt23412"/>
            <p:cNvSpPr/>
            <p:nvPr/>
          </p:nvSpPr>
          <p:spPr>
            <a:xfrm>
              <a:off x="7100604" y="21545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3" name="pt23413"/>
            <p:cNvSpPr/>
            <p:nvPr/>
          </p:nvSpPr>
          <p:spPr>
            <a:xfrm>
              <a:off x="7240690" y="20230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4" name="pt23414"/>
            <p:cNvSpPr/>
            <p:nvPr/>
          </p:nvSpPr>
          <p:spPr>
            <a:xfrm>
              <a:off x="7187370" y="20095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5" name="pt23415"/>
            <p:cNvSpPr/>
            <p:nvPr/>
          </p:nvSpPr>
          <p:spPr>
            <a:xfrm>
              <a:off x="7105124" y="21153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6" name="pt23416"/>
            <p:cNvSpPr/>
            <p:nvPr/>
          </p:nvSpPr>
          <p:spPr>
            <a:xfrm>
              <a:off x="7131501" y="22657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7" name="pt23417"/>
            <p:cNvSpPr/>
            <p:nvPr/>
          </p:nvSpPr>
          <p:spPr>
            <a:xfrm>
              <a:off x="7357252" y="20899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8" name="pt23418"/>
            <p:cNvSpPr/>
            <p:nvPr/>
          </p:nvSpPr>
          <p:spPr>
            <a:xfrm>
              <a:off x="7107926" y="21630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9" name="pt23419"/>
            <p:cNvSpPr/>
            <p:nvPr/>
          </p:nvSpPr>
          <p:spPr>
            <a:xfrm>
              <a:off x="7074690" y="22434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0" name="pt23420"/>
            <p:cNvSpPr/>
            <p:nvPr/>
          </p:nvSpPr>
          <p:spPr>
            <a:xfrm>
              <a:off x="7118751" y="21915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1" name="pt23421"/>
            <p:cNvSpPr/>
            <p:nvPr/>
          </p:nvSpPr>
          <p:spPr>
            <a:xfrm>
              <a:off x="6975659" y="19284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2" name="pt23422"/>
            <p:cNvSpPr/>
            <p:nvPr/>
          </p:nvSpPr>
          <p:spPr>
            <a:xfrm>
              <a:off x="7472368" y="26110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3" name="pt23423"/>
            <p:cNvSpPr/>
            <p:nvPr/>
          </p:nvSpPr>
          <p:spPr>
            <a:xfrm>
              <a:off x="7358649" y="24034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4" name="pt23424"/>
            <p:cNvSpPr/>
            <p:nvPr/>
          </p:nvSpPr>
          <p:spPr>
            <a:xfrm>
              <a:off x="7050110" y="17113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5" name="pt23425"/>
            <p:cNvSpPr/>
            <p:nvPr/>
          </p:nvSpPr>
          <p:spPr>
            <a:xfrm>
              <a:off x="7191113" y="22470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6" name="pt23426"/>
            <p:cNvSpPr/>
            <p:nvPr/>
          </p:nvSpPr>
          <p:spPr>
            <a:xfrm>
              <a:off x="7201930" y="21782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7" name="pt23427"/>
            <p:cNvSpPr/>
            <p:nvPr/>
          </p:nvSpPr>
          <p:spPr>
            <a:xfrm>
              <a:off x="7225111" y="22509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8" name="pt23428"/>
            <p:cNvSpPr/>
            <p:nvPr/>
          </p:nvSpPr>
          <p:spPr>
            <a:xfrm>
              <a:off x="7168490" y="22003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9" name="pt23429"/>
            <p:cNvSpPr/>
            <p:nvPr/>
          </p:nvSpPr>
          <p:spPr>
            <a:xfrm>
              <a:off x="7218694" y="20074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0" name="pt23430"/>
            <p:cNvSpPr/>
            <p:nvPr/>
          </p:nvSpPr>
          <p:spPr>
            <a:xfrm>
              <a:off x="6776518" y="27390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1" name="pt23431"/>
            <p:cNvSpPr/>
            <p:nvPr/>
          </p:nvSpPr>
          <p:spPr>
            <a:xfrm>
              <a:off x="7208990" y="21400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2" name="pt23432"/>
            <p:cNvSpPr/>
            <p:nvPr/>
          </p:nvSpPr>
          <p:spPr>
            <a:xfrm>
              <a:off x="7165568" y="22004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3" name="pt23433"/>
            <p:cNvSpPr/>
            <p:nvPr/>
          </p:nvSpPr>
          <p:spPr>
            <a:xfrm>
              <a:off x="6968586" y="20982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4" name="pt23434"/>
            <p:cNvSpPr/>
            <p:nvPr/>
          </p:nvSpPr>
          <p:spPr>
            <a:xfrm>
              <a:off x="7079048" y="22445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5" name="pt23435"/>
            <p:cNvSpPr/>
            <p:nvPr/>
          </p:nvSpPr>
          <p:spPr>
            <a:xfrm>
              <a:off x="7366973" y="21130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6" name="pt23436"/>
            <p:cNvSpPr/>
            <p:nvPr/>
          </p:nvSpPr>
          <p:spPr>
            <a:xfrm>
              <a:off x="7084817" y="22271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7" name="pt23437"/>
            <p:cNvSpPr/>
            <p:nvPr/>
          </p:nvSpPr>
          <p:spPr>
            <a:xfrm>
              <a:off x="7283903" y="20978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8" name="pt23438"/>
            <p:cNvSpPr/>
            <p:nvPr/>
          </p:nvSpPr>
          <p:spPr>
            <a:xfrm>
              <a:off x="6987277" y="20703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9" name="pt23439"/>
            <p:cNvSpPr/>
            <p:nvPr/>
          </p:nvSpPr>
          <p:spPr>
            <a:xfrm>
              <a:off x="7179786" y="20939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0" name="pt23440"/>
            <p:cNvSpPr/>
            <p:nvPr/>
          </p:nvSpPr>
          <p:spPr>
            <a:xfrm>
              <a:off x="7261534" y="21373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1" name="pt23441"/>
            <p:cNvSpPr/>
            <p:nvPr/>
          </p:nvSpPr>
          <p:spPr>
            <a:xfrm>
              <a:off x="7247259" y="20693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2" name="pt23442"/>
            <p:cNvSpPr/>
            <p:nvPr/>
          </p:nvSpPr>
          <p:spPr>
            <a:xfrm>
              <a:off x="7327986" y="20438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3" name="pt23443"/>
            <p:cNvSpPr/>
            <p:nvPr/>
          </p:nvSpPr>
          <p:spPr>
            <a:xfrm>
              <a:off x="6858445" y="24085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4" name="pt23444"/>
            <p:cNvSpPr/>
            <p:nvPr/>
          </p:nvSpPr>
          <p:spPr>
            <a:xfrm>
              <a:off x="7258463" y="21408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5" name="pt23445"/>
            <p:cNvSpPr/>
            <p:nvPr/>
          </p:nvSpPr>
          <p:spPr>
            <a:xfrm>
              <a:off x="7304847" y="21288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6" name="pt23446"/>
            <p:cNvSpPr/>
            <p:nvPr/>
          </p:nvSpPr>
          <p:spPr>
            <a:xfrm>
              <a:off x="7354654" y="21048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7" name="pt23447"/>
            <p:cNvSpPr/>
            <p:nvPr/>
          </p:nvSpPr>
          <p:spPr>
            <a:xfrm>
              <a:off x="7256992" y="18405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8" name="pt23448"/>
            <p:cNvSpPr/>
            <p:nvPr/>
          </p:nvSpPr>
          <p:spPr>
            <a:xfrm>
              <a:off x="6618841" y="1858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9" name="pt23449"/>
            <p:cNvSpPr/>
            <p:nvPr/>
          </p:nvSpPr>
          <p:spPr>
            <a:xfrm>
              <a:off x="7215172" y="21706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0" name="pt23450"/>
            <p:cNvSpPr/>
            <p:nvPr/>
          </p:nvSpPr>
          <p:spPr>
            <a:xfrm>
              <a:off x="7164913" y="21368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1" name="pt23451"/>
            <p:cNvSpPr/>
            <p:nvPr/>
          </p:nvSpPr>
          <p:spPr>
            <a:xfrm>
              <a:off x="6998066" y="1886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2" name="pt23452"/>
            <p:cNvSpPr/>
            <p:nvPr/>
          </p:nvSpPr>
          <p:spPr>
            <a:xfrm>
              <a:off x="7290125" y="21185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3" name="pt23453"/>
            <p:cNvSpPr/>
            <p:nvPr/>
          </p:nvSpPr>
          <p:spPr>
            <a:xfrm>
              <a:off x="7247961" y="21302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4" name="pt23454"/>
            <p:cNvSpPr/>
            <p:nvPr/>
          </p:nvSpPr>
          <p:spPr>
            <a:xfrm>
              <a:off x="7399200" y="25088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5" name="pt23455"/>
            <p:cNvSpPr/>
            <p:nvPr/>
          </p:nvSpPr>
          <p:spPr>
            <a:xfrm>
              <a:off x="7244221" y="20474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6" name="pt23456"/>
            <p:cNvSpPr/>
            <p:nvPr/>
          </p:nvSpPr>
          <p:spPr>
            <a:xfrm>
              <a:off x="6732395" y="24347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7" name="pt23457"/>
            <p:cNvSpPr/>
            <p:nvPr/>
          </p:nvSpPr>
          <p:spPr>
            <a:xfrm>
              <a:off x="6956835" y="19840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8" name="pt23458"/>
            <p:cNvSpPr/>
            <p:nvPr/>
          </p:nvSpPr>
          <p:spPr>
            <a:xfrm>
              <a:off x="7119514" y="21540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9" name="pt23459"/>
            <p:cNvSpPr/>
            <p:nvPr/>
          </p:nvSpPr>
          <p:spPr>
            <a:xfrm>
              <a:off x="7108370" y="21085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0" name="pt23460"/>
            <p:cNvSpPr/>
            <p:nvPr/>
          </p:nvSpPr>
          <p:spPr>
            <a:xfrm>
              <a:off x="7297005" y="20522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1" name="pt23461"/>
            <p:cNvSpPr/>
            <p:nvPr/>
          </p:nvSpPr>
          <p:spPr>
            <a:xfrm>
              <a:off x="7284323" y="19420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2" name="pt23462"/>
            <p:cNvSpPr/>
            <p:nvPr/>
          </p:nvSpPr>
          <p:spPr>
            <a:xfrm>
              <a:off x="6903344" y="21804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3" name="pt23463"/>
            <p:cNvSpPr/>
            <p:nvPr/>
          </p:nvSpPr>
          <p:spPr>
            <a:xfrm>
              <a:off x="7266206" y="20461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4" name="pt23464"/>
            <p:cNvSpPr/>
            <p:nvPr/>
          </p:nvSpPr>
          <p:spPr>
            <a:xfrm>
              <a:off x="6943369" y="2109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5" name="pt23465"/>
            <p:cNvSpPr/>
            <p:nvPr/>
          </p:nvSpPr>
          <p:spPr>
            <a:xfrm>
              <a:off x="7116944" y="21401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6" name="pt23466"/>
            <p:cNvSpPr/>
            <p:nvPr/>
          </p:nvSpPr>
          <p:spPr>
            <a:xfrm>
              <a:off x="7131523" y="23137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7" name="pt23467"/>
            <p:cNvSpPr/>
            <p:nvPr/>
          </p:nvSpPr>
          <p:spPr>
            <a:xfrm>
              <a:off x="7189499" y="2092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8" name="pt23468"/>
            <p:cNvSpPr/>
            <p:nvPr/>
          </p:nvSpPr>
          <p:spPr>
            <a:xfrm>
              <a:off x="7388669" y="25665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9" name="pt23469"/>
            <p:cNvSpPr/>
            <p:nvPr/>
          </p:nvSpPr>
          <p:spPr>
            <a:xfrm>
              <a:off x="7251762" y="21195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0" name="pt23470"/>
            <p:cNvSpPr/>
            <p:nvPr/>
          </p:nvSpPr>
          <p:spPr>
            <a:xfrm>
              <a:off x="7078907" y="22376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1" name="pt23471"/>
            <p:cNvSpPr/>
            <p:nvPr/>
          </p:nvSpPr>
          <p:spPr>
            <a:xfrm>
              <a:off x="7092360" y="22348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2" name="pt23472"/>
            <p:cNvSpPr/>
            <p:nvPr/>
          </p:nvSpPr>
          <p:spPr>
            <a:xfrm>
              <a:off x="6825548" y="21961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3" name="pt23473"/>
            <p:cNvSpPr/>
            <p:nvPr/>
          </p:nvSpPr>
          <p:spPr>
            <a:xfrm>
              <a:off x="7278226" y="20732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4" name="pt23474"/>
            <p:cNvSpPr/>
            <p:nvPr/>
          </p:nvSpPr>
          <p:spPr>
            <a:xfrm>
              <a:off x="6964175" y="20424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5" name="pt23475"/>
            <p:cNvSpPr/>
            <p:nvPr/>
          </p:nvSpPr>
          <p:spPr>
            <a:xfrm>
              <a:off x="7055179" y="2105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6" name="pt23476"/>
            <p:cNvSpPr/>
            <p:nvPr/>
          </p:nvSpPr>
          <p:spPr>
            <a:xfrm>
              <a:off x="7031612" y="23463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7" name="pt23477"/>
            <p:cNvSpPr/>
            <p:nvPr/>
          </p:nvSpPr>
          <p:spPr>
            <a:xfrm>
              <a:off x="7397275" y="27699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8" name="pt23478"/>
            <p:cNvSpPr/>
            <p:nvPr/>
          </p:nvSpPr>
          <p:spPr>
            <a:xfrm>
              <a:off x="7135986" y="23135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9" name="pt23479"/>
            <p:cNvSpPr/>
            <p:nvPr/>
          </p:nvSpPr>
          <p:spPr>
            <a:xfrm>
              <a:off x="7210339" y="20426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0" name="pt23480"/>
            <p:cNvSpPr/>
            <p:nvPr/>
          </p:nvSpPr>
          <p:spPr>
            <a:xfrm>
              <a:off x="7012006" y="19756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1" name="pt23481"/>
            <p:cNvSpPr/>
            <p:nvPr/>
          </p:nvSpPr>
          <p:spPr>
            <a:xfrm>
              <a:off x="7020417" y="21224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2" name="pt23482"/>
            <p:cNvSpPr/>
            <p:nvPr/>
          </p:nvSpPr>
          <p:spPr>
            <a:xfrm>
              <a:off x="7787563" y="22547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3" name="pt23483"/>
            <p:cNvSpPr/>
            <p:nvPr/>
          </p:nvSpPr>
          <p:spPr>
            <a:xfrm>
              <a:off x="7316143" y="20420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4" name="pt23484"/>
            <p:cNvSpPr/>
            <p:nvPr/>
          </p:nvSpPr>
          <p:spPr>
            <a:xfrm>
              <a:off x="7238887" y="21061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5" name="pt23485"/>
            <p:cNvSpPr/>
            <p:nvPr/>
          </p:nvSpPr>
          <p:spPr>
            <a:xfrm>
              <a:off x="6899207" y="23278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6" name="pt23486"/>
            <p:cNvSpPr/>
            <p:nvPr/>
          </p:nvSpPr>
          <p:spPr>
            <a:xfrm>
              <a:off x="7052689" y="20762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7" name="pt23487"/>
            <p:cNvSpPr/>
            <p:nvPr/>
          </p:nvSpPr>
          <p:spPr>
            <a:xfrm>
              <a:off x="6935022" y="21724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8" name="pt23488"/>
            <p:cNvSpPr/>
            <p:nvPr/>
          </p:nvSpPr>
          <p:spPr>
            <a:xfrm>
              <a:off x="6974025" y="20354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9" name="pt23489"/>
            <p:cNvSpPr/>
            <p:nvPr/>
          </p:nvSpPr>
          <p:spPr>
            <a:xfrm>
              <a:off x="6851619" y="20969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0" name="pt23490"/>
            <p:cNvSpPr/>
            <p:nvPr/>
          </p:nvSpPr>
          <p:spPr>
            <a:xfrm>
              <a:off x="7138827" y="23802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1" name="pt23491"/>
            <p:cNvSpPr/>
            <p:nvPr/>
          </p:nvSpPr>
          <p:spPr>
            <a:xfrm>
              <a:off x="7132302" y="24394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2" name="pt23492"/>
            <p:cNvSpPr/>
            <p:nvPr/>
          </p:nvSpPr>
          <p:spPr>
            <a:xfrm>
              <a:off x="6868728" y="21670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3" name="pt23493"/>
            <p:cNvSpPr/>
            <p:nvPr/>
          </p:nvSpPr>
          <p:spPr>
            <a:xfrm>
              <a:off x="7026331" y="20418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4" name="pt23494"/>
            <p:cNvSpPr/>
            <p:nvPr/>
          </p:nvSpPr>
          <p:spPr>
            <a:xfrm>
              <a:off x="7103154" y="20316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5" name="pt23495"/>
            <p:cNvSpPr/>
            <p:nvPr/>
          </p:nvSpPr>
          <p:spPr>
            <a:xfrm>
              <a:off x="7198834" y="22455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6" name="pt23496"/>
            <p:cNvSpPr/>
            <p:nvPr/>
          </p:nvSpPr>
          <p:spPr>
            <a:xfrm>
              <a:off x="7075366" y="21821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7" name="pt23497"/>
            <p:cNvSpPr/>
            <p:nvPr/>
          </p:nvSpPr>
          <p:spPr>
            <a:xfrm>
              <a:off x="7082700" y="22016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8" name="pt23498"/>
            <p:cNvSpPr/>
            <p:nvPr/>
          </p:nvSpPr>
          <p:spPr>
            <a:xfrm>
              <a:off x="7091647" y="22468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9" name="pt23499"/>
            <p:cNvSpPr/>
            <p:nvPr/>
          </p:nvSpPr>
          <p:spPr>
            <a:xfrm>
              <a:off x="7495815" y="27248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0" name="pt23500"/>
            <p:cNvSpPr/>
            <p:nvPr/>
          </p:nvSpPr>
          <p:spPr>
            <a:xfrm>
              <a:off x="6990601" y="20684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1" name="pt23501"/>
            <p:cNvSpPr/>
            <p:nvPr/>
          </p:nvSpPr>
          <p:spPr>
            <a:xfrm>
              <a:off x="7045665" y="21140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2" name="pt23502"/>
            <p:cNvSpPr/>
            <p:nvPr/>
          </p:nvSpPr>
          <p:spPr>
            <a:xfrm>
              <a:off x="6939047" y="20460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3" name="pt23503"/>
            <p:cNvSpPr/>
            <p:nvPr/>
          </p:nvSpPr>
          <p:spPr>
            <a:xfrm>
              <a:off x="7239769" y="20255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4" name="pt23504"/>
            <p:cNvSpPr/>
            <p:nvPr/>
          </p:nvSpPr>
          <p:spPr>
            <a:xfrm>
              <a:off x="7092335" y="21577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5" name="pt23505"/>
            <p:cNvSpPr/>
            <p:nvPr/>
          </p:nvSpPr>
          <p:spPr>
            <a:xfrm>
              <a:off x="7093000" y="21894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6" name="pt23506"/>
            <p:cNvSpPr/>
            <p:nvPr/>
          </p:nvSpPr>
          <p:spPr>
            <a:xfrm>
              <a:off x="7155728" y="20233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7" name="pt23507"/>
            <p:cNvSpPr/>
            <p:nvPr/>
          </p:nvSpPr>
          <p:spPr>
            <a:xfrm>
              <a:off x="6917866" y="22660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8" name="pt23508"/>
            <p:cNvSpPr/>
            <p:nvPr/>
          </p:nvSpPr>
          <p:spPr>
            <a:xfrm>
              <a:off x="7179472" y="21058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9" name="pt23509"/>
            <p:cNvSpPr/>
            <p:nvPr/>
          </p:nvSpPr>
          <p:spPr>
            <a:xfrm>
              <a:off x="7215523" y="20393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0" name="pt23510"/>
            <p:cNvSpPr/>
            <p:nvPr/>
          </p:nvSpPr>
          <p:spPr>
            <a:xfrm>
              <a:off x="7266182" y="20901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1" name="pt23511"/>
            <p:cNvSpPr/>
            <p:nvPr/>
          </p:nvSpPr>
          <p:spPr>
            <a:xfrm>
              <a:off x="7144593" y="20574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2" name="pt23512"/>
            <p:cNvSpPr/>
            <p:nvPr/>
          </p:nvSpPr>
          <p:spPr>
            <a:xfrm>
              <a:off x="7070226" y="21957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3" name="pt23513"/>
            <p:cNvSpPr/>
            <p:nvPr/>
          </p:nvSpPr>
          <p:spPr>
            <a:xfrm>
              <a:off x="7272414" y="19578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4" name="pt23514"/>
            <p:cNvSpPr/>
            <p:nvPr/>
          </p:nvSpPr>
          <p:spPr>
            <a:xfrm>
              <a:off x="7053433" y="19868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5" name="pt23515"/>
            <p:cNvSpPr/>
            <p:nvPr/>
          </p:nvSpPr>
          <p:spPr>
            <a:xfrm>
              <a:off x="6767388" y="23671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6" name="pt23516"/>
            <p:cNvSpPr/>
            <p:nvPr/>
          </p:nvSpPr>
          <p:spPr>
            <a:xfrm>
              <a:off x="7078777" y="21976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7" name="pt23517"/>
            <p:cNvSpPr/>
            <p:nvPr/>
          </p:nvSpPr>
          <p:spPr>
            <a:xfrm>
              <a:off x="7027999" y="22206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8" name="pt23518"/>
            <p:cNvSpPr/>
            <p:nvPr/>
          </p:nvSpPr>
          <p:spPr>
            <a:xfrm>
              <a:off x="7174286" y="20842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9" name="pt23519"/>
            <p:cNvSpPr/>
            <p:nvPr/>
          </p:nvSpPr>
          <p:spPr>
            <a:xfrm>
              <a:off x="7059921" y="22316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0" name="pt23520"/>
            <p:cNvSpPr/>
            <p:nvPr/>
          </p:nvSpPr>
          <p:spPr>
            <a:xfrm>
              <a:off x="7346900" y="24889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1" name="pt23521"/>
            <p:cNvSpPr/>
            <p:nvPr/>
          </p:nvSpPr>
          <p:spPr>
            <a:xfrm>
              <a:off x="7167324" y="22465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2" name="pt23522"/>
            <p:cNvSpPr/>
            <p:nvPr/>
          </p:nvSpPr>
          <p:spPr>
            <a:xfrm>
              <a:off x="7278645" y="19596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3" name="pt23523"/>
            <p:cNvSpPr/>
            <p:nvPr/>
          </p:nvSpPr>
          <p:spPr>
            <a:xfrm>
              <a:off x="6906277" y="22343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4" name="pt23524"/>
            <p:cNvSpPr/>
            <p:nvPr/>
          </p:nvSpPr>
          <p:spPr>
            <a:xfrm>
              <a:off x="7267424" y="18042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5" name="pt23525"/>
            <p:cNvSpPr/>
            <p:nvPr/>
          </p:nvSpPr>
          <p:spPr>
            <a:xfrm>
              <a:off x="7185685" y="21403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6" name="pt23526"/>
            <p:cNvSpPr/>
            <p:nvPr/>
          </p:nvSpPr>
          <p:spPr>
            <a:xfrm>
              <a:off x="7133112" y="22453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7" name="pt23527"/>
            <p:cNvSpPr/>
            <p:nvPr/>
          </p:nvSpPr>
          <p:spPr>
            <a:xfrm>
              <a:off x="7055897" y="20238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8" name="pt23528"/>
            <p:cNvSpPr/>
            <p:nvPr/>
          </p:nvSpPr>
          <p:spPr>
            <a:xfrm>
              <a:off x="6924907" y="19908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9" name="pt23529"/>
            <p:cNvSpPr/>
            <p:nvPr/>
          </p:nvSpPr>
          <p:spPr>
            <a:xfrm>
              <a:off x="7211226" y="20671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0" name="pt23530"/>
            <p:cNvSpPr/>
            <p:nvPr/>
          </p:nvSpPr>
          <p:spPr>
            <a:xfrm>
              <a:off x="6834907" y="21754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1" name="pt23531"/>
            <p:cNvSpPr/>
            <p:nvPr/>
          </p:nvSpPr>
          <p:spPr>
            <a:xfrm>
              <a:off x="7074289" y="21808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2" name="pt23532"/>
            <p:cNvSpPr/>
            <p:nvPr/>
          </p:nvSpPr>
          <p:spPr>
            <a:xfrm>
              <a:off x="7173580" y="20617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3" name="pt23533"/>
            <p:cNvSpPr/>
            <p:nvPr/>
          </p:nvSpPr>
          <p:spPr>
            <a:xfrm>
              <a:off x="7236572" y="21575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4" name="pt23534"/>
            <p:cNvSpPr/>
            <p:nvPr/>
          </p:nvSpPr>
          <p:spPr>
            <a:xfrm>
              <a:off x="7585544" y="25346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5" name="pt23535"/>
            <p:cNvSpPr/>
            <p:nvPr/>
          </p:nvSpPr>
          <p:spPr>
            <a:xfrm>
              <a:off x="7010259" y="18990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6" name="pt23536"/>
            <p:cNvSpPr/>
            <p:nvPr/>
          </p:nvSpPr>
          <p:spPr>
            <a:xfrm>
              <a:off x="7272284" y="19171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7" name="pt23537"/>
            <p:cNvSpPr/>
            <p:nvPr/>
          </p:nvSpPr>
          <p:spPr>
            <a:xfrm>
              <a:off x="7145283" y="20515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8" name="pt23538"/>
            <p:cNvSpPr/>
            <p:nvPr/>
          </p:nvSpPr>
          <p:spPr>
            <a:xfrm>
              <a:off x="7535289" y="21919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9" name="pt23539"/>
            <p:cNvSpPr/>
            <p:nvPr/>
          </p:nvSpPr>
          <p:spPr>
            <a:xfrm>
              <a:off x="7039463" y="23799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0" name="pt23540"/>
            <p:cNvSpPr/>
            <p:nvPr/>
          </p:nvSpPr>
          <p:spPr>
            <a:xfrm>
              <a:off x="7154680" y="20519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1" name="pt23541"/>
            <p:cNvSpPr/>
            <p:nvPr/>
          </p:nvSpPr>
          <p:spPr>
            <a:xfrm>
              <a:off x="7003668" y="20771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2" name="pt23542"/>
            <p:cNvSpPr/>
            <p:nvPr/>
          </p:nvSpPr>
          <p:spPr>
            <a:xfrm>
              <a:off x="7346370" y="23939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3" name="pt23543"/>
            <p:cNvSpPr/>
            <p:nvPr/>
          </p:nvSpPr>
          <p:spPr>
            <a:xfrm>
              <a:off x="7077128" y="21286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4" name="pt23544"/>
            <p:cNvSpPr/>
            <p:nvPr/>
          </p:nvSpPr>
          <p:spPr>
            <a:xfrm>
              <a:off x="7314615" y="19131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5" name="pt23545"/>
            <p:cNvSpPr/>
            <p:nvPr/>
          </p:nvSpPr>
          <p:spPr>
            <a:xfrm>
              <a:off x="7201984" y="21003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6" name="pt23546"/>
            <p:cNvSpPr/>
            <p:nvPr/>
          </p:nvSpPr>
          <p:spPr>
            <a:xfrm>
              <a:off x="7153992" y="20275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7" name="pt23547"/>
            <p:cNvSpPr/>
            <p:nvPr/>
          </p:nvSpPr>
          <p:spPr>
            <a:xfrm>
              <a:off x="7165365" y="21820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8" name="pt23548"/>
            <p:cNvSpPr/>
            <p:nvPr/>
          </p:nvSpPr>
          <p:spPr>
            <a:xfrm>
              <a:off x="7165922" y="21349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9" name="pt23549"/>
            <p:cNvSpPr/>
            <p:nvPr/>
          </p:nvSpPr>
          <p:spPr>
            <a:xfrm>
              <a:off x="6924228" y="23721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0" name="pt23550"/>
            <p:cNvSpPr/>
            <p:nvPr/>
          </p:nvSpPr>
          <p:spPr>
            <a:xfrm>
              <a:off x="6998273" y="19072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1" name="pt23551"/>
            <p:cNvSpPr/>
            <p:nvPr/>
          </p:nvSpPr>
          <p:spPr>
            <a:xfrm>
              <a:off x="7025851" y="22809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2" name="pt23552"/>
            <p:cNvSpPr/>
            <p:nvPr/>
          </p:nvSpPr>
          <p:spPr>
            <a:xfrm>
              <a:off x="6835821" y="24093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3" name="pt23553"/>
            <p:cNvSpPr/>
            <p:nvPr/>
          </p:nvSpPr>
          <p:spPr>
            <a:xfrm>
              <a:off x="7117042" y="21986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4" name="pt23554"/>
            <p:cNvSpPr/>
            <p:nvPr/>
          </p:nvSpPr>
          <p:spPr>
            <a:xfrm>
              <a:off x="7199118" y="23498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5" name="pt23555"/>
            <p:cNvSpPr/>
            <p:nvPr/>
          </p:nvSpPr>
          <p:spPr>
            <a:xfrm>
              <a:off x="7306330" y="21211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6" name="pt23556"/>
            <p:cNvSpPr/>
            <p:nvPr/>
          </p:nvSpPr>
          <p:spPr>
            <a:xfrm>
              <a:off x="6928320" y="21184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7" name="pt23557"/>
            <p:cNvSpPr/>
            <p:nvPr/>
          </p:nvSpPr>
          <p:spPr>
            <a:xfrm>
              <a:off x="7281801" y="20041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8" name="pt23558"/>
            <p:cNvSpPr/>
            <p:nvPr/>
          </p:nvSpPr>
          <p:spPr>
            <a:xfrm>
              <a:off x="7081664" y="2140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9" name="pt23559"/>
            <p:cNvSpPr/>
            <p:nvPr/>
          </p:nvSpPr>
          <p:spPr>
            <a:xfrm>
              <a:off x="7076289" y="22694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0" name="pt23560"/>
            <p:cNvSpPr/>
            <p:nvPr/>
          </p:nvSpPr>
          <p:spPr>
            <a:xfrm>
              <a:off x="7126994" y="22844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1" name="pt23561"/>
            <p:cNvSpPr/>
            <p:nvPr/>
          </p:nvSpPr>
          <p:spPr>
            <a:xfrm>
              <a:off x="7319804" y="19617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2" name="pt23562"/>
            <p:cNvSpPr/>
            <p:nvPr/>
          </p:nvSpPr>
          <p:spPr>
            <a:xfrm>
              <a:off x="7115209" y="21848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3" name="pt23563"/>
            <p:cNvSpPr/>
            <p:nvPr/>
          </p:nvSpPr>
          <p:spPr>
            <a:xfrm>
              <a:off x="7170248" y="21815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4" name="pt23564"/>
            <p:cNvSpPr/>
            <p:nvPr/>
          </p:nvSpPr>
          <p:spPr>
            <a:xfrm>
              <a:off x="7317947" y="20712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5" name="pt23565"/>
            <p:cNvSpPr/>
            <p:nvPr/>
          </p:nvSpPr>
          <p:spPr>
            <a:xfrm>
              <a:off x="7090494" y="19565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6" name="pt23566"/>
            <p:cNvSpPr/>
            <p:nvPr/>
          </p:nvSpPr>
          <p:spPr>
            <a:xfrm>
              <a:off x="7135588" y="21518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7" name="pt23567"/>
            <p:cNvSpPr/>
            <p:nvPr/>
          </p:nvSpPr>
          <p:spPr>
            <a:xfrm>
              <a:off x="7251692" y="21870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8" name="pt23568"/>
            <p:cNvSpPr/>
            <p:nvPr/>
          </p:nvSpPr>
          <p:spPr>
            <a:xfrm>
              <a:off x="6843915" y="23143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9" name="pt23569"/>
            <p:cNvSpPr/>
            <p:nvPr/>
          </p:nvSpPr>
          <p:spPr>
            <a:xfrm>
              <a:off x="7086395" y="22009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0" name="pt23570"/>
            <p:cNvSpPr/>
            <p:nvPr/>
          </p:nvSpPr>
          <p:spPr>
            <a:xfrm>
              <a:off x="7121457" y="21283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1" name="pt23571"/>
            <p:cNvSpPr/>
            <p:nvPr/>
          </p:nvSpPr>
          <p:spPr>
            <a:xfrm>
              <a:off x="7035210" y="2451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2" name="pt23572"/>
            <p:cNvSpPr/>
            <p:nvPr/>
          </p:nvSpPr>
          <p:spPr>
            <a:xfrm>
              <a:off x="6836168" y="23019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3" name="pt23573"/>
            <p:cNvSpPr/>
            <p:nvPr/>
          </p:nvSpPr>
          <p:spPr>
            <a:xfrm>
              <a:off x="7387745" y="21973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4" name="pt23574"/>
            <p:cNvSpPr/>
            <p:nvPr/>
          </p:nvSpPr>
          <p:spPr>
            <a:xfrm>
              <a:off x="7172483" y="21396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5" name="pt23575"/>
            <p:cNvSpPr/>
            <p:nvPr/>
          </p:nvSpPr>
          <p:spPr>
            <a:xfrm>
              <a:off x="7142759" y="22572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6" name="pt23576"/>
            <p:cNvSpPr/>
            <p:nvPr/>
          </p:nvSpPr>
          <p:spPr>
            <a:xfrm>
              <a:off x="7304738" y="20911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7" name="pt23577"/>
            <p:cNvSpPr/>
            <p:nvPr/>
          </p:nvSpPr>
          <p:spPr>
            <a:xfrm>
              <a:off x="7166792" y="22621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8" name="pt23578"/>
            <p:cNvSpPr/>
            <p:nvPr/>
          </p:nvSpPr>
          <p:spPr>
            <a:xfrm>
              <a:off x="7197147" y="22014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9" name="pt23579"/>
            <p:cNvSpPr/>
            <p:nvPr/>
          </p:nvSpPr>
          <p:spPr>
            <a:xfrm>
              <a:off x="7213806" y="22028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0" name="pt23580"/>
            <p:cNvSpPr/>
            <p:nvPr/>
          </p:nvSpPr>
          <p:spPr>
            <a:xfrm>
              <a:off x="6920051" y="22095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1" name="pt23581"/>
            <p:cNvSpPr/>
            <p:nvPr/>
          </p:nvSpPr>
          <p:spPr>
            <a:xfrm>
              <a:off x="7467758" y="21069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2" name="pt23582"/>
            <p:cNvSpPr/>
            <p:nvPr/>
          </p:nvSpPr>
          <p:spPr>
            <a:xfrm>
              <a:off x="7186868" y="20502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3" name="pt23583"/>
            <p:cNvSpPr/>
            <p:nvPr/>
          </p:nvSpPr>
          <p:spPr>
            <a:xfrm>
              <a:off x="7246123" y="20350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4" name="pt23584"/>
            <p:cNvSpPr/>
            <p:nvPr/>
          </p:nvSpPr>
          <p:spPr>
            <a:xfrm>
              <a:off x="7284296" y="2013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5" name="pt23585"/>
            <p:cNvSpPr/>
            <p:nvPr/>
          </p:nvSpPr>
          <p:spPr>
            <a:xfrm>
              <a:off x="6994586" y="19346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6" name="pt23586"/>
            <p:cNvSpPr/>
            <p:nvPr/>
          </p:nvSpPr>
          <p:spPr>
            <a:xfrm>
              <a:off x="7118996" y="21846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7" name="pt23587"/>
            <p:cNvSpPr/>
            <p:nvPr/>
          </p:nvSpPr>
          <p:spPr>
            <a:xfrm>
              <a:off x="6927231" y="22374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8" name="pt23588"/>
            <p:cNvSpPr/>
            <p:nvPr/>
          </p:nvSpPr>
          <p:spPr>
            <a:xfrm>
              <a:off x="7125274" y="2214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9" name="pt23589"/>
            <p:cNvSpPr/>
            <p:nvPr/>
          </p:nvSpPr>
          <p:spPr>
            <a:xfrm>
              <a:off x="7393234" y="26522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0" name="pt23590"/>
            <p:cNvSpPr/>
            <p:nvPr/>
          </p:nvSpPr>
          <p:spPr>
            <a:xfrm>
              <a:off x="7258044" y="19644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1" name="pt23591"/>
            <p:cNvSpPr/>
            <p:nvPr/>
          </p:nvSpPr>
          <p:spPr>
            <a:xfrm>
              <a:off x="7218599" y="19455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2" name="pt23592"/>
            <p:cNvSpPr/>
            <p:nvPr/>
          </p:nvSpPr>
          <p:spPr>
            <a:xfrm>
              <a:off x="7142437" y="21125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3" name="pt23593"/>
            <p:cNvSpPr/>
            <p:nvPr/>
          </p:nvSpPr>
          <p:spPr>
            <a:xfrm>
              <a:off x="6855936" y="22621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4" name="pt23594"/>
            <p:cNvSpPr/>
            <p:nvPr/>
          </p:nvSpPr>
          <p:spPr>
            <a:xfrm>
              <a:off x="7016294" y="17415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5" name="pt23595"/>
            <p:cNvSpPr/>
            <p:nvPr/>
          </p:nvSpPr>
          <p:spPr>
            <a:xfrm>
              <a:off x="7038589" y="24243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6" name="pt23596"/>
            <p:cNvSpPr/>
            <p:nvPr/>
          </p:nvSpPr>
          <p:spPr>
            <a:xfrm>
              <a:off x="7047685" y="1813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7" name="pt23597"/>
            <p:cNvSpPr/>
            <p:nvPr/>
          </p:nvSpPr>
          <p:spPr>
            <a:xfrm>
              <a:off x="7351538" y="24358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8" name="pt23598"/>
            <p:cNvSpPr/>
            <p:nvPr/>
          </p:nvSpPr>
          <p:spPr>
            <a:xfrm>
              <a:off x="7097971" y="20696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9" name="pt23599"/>
            <p:cNvSpPr/>
            <p:nvPr/>
          </p:nvSpPr>
          <p:spPr>
            <a:xfrm>
              <a:off x="7064470" y="20952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0" name="pt23600"/>
            <p:cNvSpPr/>
            <p:nvPr/>
          </p:nvSpPr>
          <p:spPr>
            <a:xfrm>
              <a:off x="7106238" y="21374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1" name="pt23601"/>
            <p:cNvSpPr/>
            <p:nvPr/>
          </p:nvSpPr>
          <p:spPr>
            <a:xfrm>
              <a:off x="6709065" y="23075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2" name="pt23602"/>
            <p:cNvSpPr/>
            <p:nvPr/>
          </p:nvSpPr>
          <p:spPr>
            <a:xfrm>
              <a:off x="7042104" y="23069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3" name="pt23603"/>
            <p:cNvSpPr/>
            <p:nvPr/>
          </p:nvSpPr>
          <p:spPr>
            <a:xfrm>
              <a:off x="7072161" y="22448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4" name="pt23604"/>
            <p:cNvSpPr/>
            <p:nvPr/>
          </p:nvSpPr>
          <p:spPr>
            <a:xfrm>
              <a:off x="7396992" y="28589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5" name="pt23605"/>
            <p:cNvSpPr/>
            <p:nvPr/>
          </p:nvSpPr>
          <p:spPr>
            <a:xfrm>
              <a:off x="7194791" y="22337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6" name="pt23606"/>
            <p:cNvSpPr/>
            <p:nvPr/>
          </p:nvSpPr>
          <p:spPr>
            <a:xfrm>
              <a:off x="7050635" y="16890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7" name="pt23607"/>
            <p:cNvSpPr/>
            <p:nvPr/>
          </p:nvSpPr>
          <p:spPr>
            <a:xfrm>
              <a:off x="6976598" y="19154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8" name="pt23608"/>
            <p:cNvSpPr/>
            <p:nvPr/>
          </p:nvSpPr>
          <p:spPr>
            <a:xfrm>
              <a:off x="7247205" y="21066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9" name="pt23609"/>
            <p:cNvSpPr/>
            <p:nvPr/>
          </p:nvSpPr>
          <p:spPr>
            <a:xfrm>
              <a:off x="7120633" y="21428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0" name="pt23610"/>
            <p:cNvSpPr/>
            <p:nvPr/>
          </p:nvSpPr>
          <p:spPr>
            <a:xfrm>
              <a:off x="6934190" y="20011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1" name="pt23611"/>
            <p:cNvSpPr/>
            <p:nvPr/>
          </p:nvSpPr>
          <p:spPr>
            <a:xfrm>
              <a:off x="7073306" y="21385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2" name="pt23612"/>
            <p:cNvSpPr/>
            <p:nvPr/>
          </p:nvSpPr>
          <p:spPr>
            <a:xfrm>
              <a:off x="7271928" y="20638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3" name="pt23613"/>
            <p:cNvSpPr/>
            <p:nvPr/>
          </p:nvSpPr>
          <p:spPr>
            <a:xfrm>
              <a:off x="6702042" y="23379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4" name="pt23614"/>
            <p:cNvSpPr/>
            <p:nvPr/>
          </p:nvSpPr>
          <p:spPr>
            <a:xfrm>
              <a:off x="6842506" y="26068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5" name="pt23615"/>
            <p:cNvSpPr/>
            <p:nvPr/>
          </p:nvSpPr>
          <p:spPr>
            <a:xfrm>
              <a:off x="7120145" y="20533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6" name="pt23616"/>
            <p:cNvSpPr/>
            <p:nvPr/>
          </p:nvSpPr>
          <p:spPr>
            <a:xfrm>
              <a:off x="6912901" y="21088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7" name="pt23617"/>
            <p:cNvSpPr/>
            <p:nvPr/>
          </p:nvSpPr>
          <p:spPr>
            <a:xfrm>
              <a:off x="7174319" y="20325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8" name="pt23618"/>
            <p:cNvSpPr/>
            <p:nvPr/>
          </p:nvSpPr>
          <p:spPr>
            <a:xfrm>
              <a:off x="7423487" y="28794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9" name="pt23619"/>
            <p:cNvSpPr/>
            <p:nvPr/>
          </p:nvSpPr>
          <p:spPr>
            <a:xfrm>
              <a:off x="6964687" y="20327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0" name="pt23620"/>
            <p:cNvSpPr/>
            <p:nvPr/>
          </p:nvSpPr>
          <p:spPr>
            <a:xfrm>
              <a:off x="7155854" y="20118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1" name="pt23621"/>
            <p:cNvSpPr/>
            <p:nvPr/>
          </p:nvSpPr>
          <p:spPr>
            <a:xfrm>
              <a:off x="7389283" y="24795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2" name="pt23622"/>
            <p:cNvSpPr/>
            <p:nvPr/>
          </p:nvSpPr>
          <p:spPr>
            <a:xfrm>
              <a:off x="7272293" y="20166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3" name="pt23623"/>
            <p:cNvSpPr/>
            <p:nvPr/>
          </p:nvSpPr>
          <p:spPr>
            <a:xfrm>
              <a:off x="7024399" y="22627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4" name="pt23624"/>
            <p:cNvSpPr/>
            <p:nvPr/>
          </p:nvSpPr>
          <p:spPr>
            <a:xfrm>
              <a:off x="7327755" y="20243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5" name="pt23625"/>
            <p:cNvSpPr/>
            <p:nvPr/>
          </p:nvSpPr>
          <p:spPr>
            <a:xfrm>
              <a:off x="7226553" y="21991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6" name="pt23626"/>
            <p:cNvSpPr/>
            <p:nvPr/>
          </p:nvSpPr>
          <p:spPr>
            <a:xfrm>
              <a:off x="7272045" y="1972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7" name="pt23627"/>
            <p:cNvSpPr/>
            <p:nvPr/>
          </p:nvSpPr>
          <p:spPr>
            <a:xfrm>
              <a:off x="7374653" y="19396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8" name="pt23628"/>
            <p:cNvSpPr/>
            <p:nvPr/>
          </p:nvSpPr>
          <p:spPr>
            <a:xfrm>
              <a:off x="7145134" y="20486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9" name="pt23629"/>
            <p:cNvSpPr/>
            <p:nvPr/>
          </p:nvSpPr>
          <p:spPr>
            <a:xfrm>
              <a:off x="7126608" y="22812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0" name="pt23630"/>
            <p:cNvSpPr/>
            <p:nvPr/>
          </p:nvSpPr>
          <p:spPr>
            <a:xfrm>
              <a:off x="7102903" y="21859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1" name="pt23631"/>
            <p:cNvSpPr/>
            <p:nvPr/>
          </p:nvSpPr>
          <p:spPr>
            <a:xfrm>
              <a:off x="6881910" y="18925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2" name="pt23632"/>
            <p:cNvSpPr/>
            <p:nvPr/>
          </p:nvSpPr>
          <p:spPr>
            <a:xfrm>
              <a:off x="7112718" y="20370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3" name="pt23633"/>
            <p:cNvSpPr/>
            <p:nvPr/>
          </p:nvSpPr>
          <p:spPr>
            <a:xfrm>
              <a:off x="7321100" y="22327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4" name="pt23634"/>
            <p:cNvSpPr/>
            <p:nvPr/>
          </p:nvSpPr>
          <p:spPr>
            <a:xfrm>
              <a:off x="7094993" y="21127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5" name="pt23635"/>
            <p:cNvSpPr/>
            <p:nvPr/>
          </p:nvSpPr>
          <p:spPr>
            <a:xfrm>
              <a:off x="6992397" y="19679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6" name="pt23636"/>
            <p:cNvSpPr/>
            <p:nvPr/>
          </p:nvSpPr>
          <p:spPr>
            <a:xfrm>
              <a:off x="7290165" y="22026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7" name="pt23637"/>
            <p:cNvSpPr/>
            <p:nvPr/>
          </p:nvSpPr>
          <p:spPr>
            <a:xfrm>
              <a:off x="7186461" y="20888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8" name="pt23638"/>
            <p:cNvSpPr/>
            <p:nvPr/>
          </p:nvSpPr>
          <p:spPr>
            <a:xfrm>
              <a:off x="7307375" y="20368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9" name="pt23639"/>
            <p:cNvSpPr/>
            <p:nvPr/>
          </p:nvSpPr>
          <p:spPr>
            <a:xfrm>
              <a:off x="7139189" y="24207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0" name="pt23640"/>
            <p:cNvSpPr/>
            <p:nvPr/>
          </p:nvSpPr>
          <p:spPr>
            <a:xfrm>
              <a:off x="7021073" y="20152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1" name="pt23641"/>
            <p:cNvSpPr/>
            <p:nvPr/>
          </p:nvSpPr>
          <p:spPr>
            <a:xfrm>
              <a:off x="7246520" y="22093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2" name="pt23642"/>
            <p:cNvSpPr/>
            <p:nvPr/>
          </p:nvSpPr>
          <p:spPr>
            <a:xfrm>
              <a:off x="7112835" y="20527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3" name="pt23643"/>
            <p:cNvSpPr/>
            <p:nvPr/>
          </p:nvSpPr>
          <p:spPr>
            <a:xfrm>
              <a:off x="7002179" y="16625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4" name="pt23644"/>
            <p:cNvSpPr/>
            <p:nvPr/>
          </p:nvSpPr>
          <p:spPr>
            <a:xfrm>
              <a:off x="7105563" y="20994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5" name="pt23645"/>
            <p:cNvSpPr/>
            <p:nvPr/>
          </p:nvSpPr>
          <p:spPr>
            <a:xfrm>
              <a:off x="7174311" y="20152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6" name="pt23646"/>
            <p:cNvSpPr/>
            <p:nvPr/>
          </p:nvSpPr>
          <p:spPr>
            <a:xfrm>
              <a:off x="7716449" y="22616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7" name="pt23647"/>
            <p:cNvSpPr/>
            <p:nvPr/>
          </p:nvSpPr>
          <p:spPr>
            <a:xfrm>
              <a:off x="7046841" y="19279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8" name="pt23648"/>
            <p:cNvSpPr/>
            <p:nvPr/>
          </p:nvSpPr>
          <p:spPr>
            <a:xfrm>
              <a:off x="6930126" y="22208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9" name="pt23649"/>
            <p:cNvSpPr/>
            <p:nvPr/>
          </p:nvSpPr>
          <p:spPr>
            <a:xfrm>
              <a:off x="7256814" y="19500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0" name="pt23650"/>
            <p:cNvSpPr/>
            <p:nvPr/>
          </p:nvSpPr>
          <p:spPr>
            <a:xfrm>
              <a:off x="7204682" y="20614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1" name="pt23651"/>
            <p:cNvSpPr/>
            <p:nvPr/>
          </p:nvSpPr>
          <p:spPr>
            <a:xfrm>
              <a:off x="7070018" y="21107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2" name="pt23652"/>
            <p:cNvSpPr/>
            <p:nvPr/>
          </p:nvSpPr>
          <p:spPr>
            <a:xfrm>
              <a:off x="7196947" y="21955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3" name="pt23653"/>
            <p:cNvSpPr/>
            <p:nvPr/>
          </p:nvSpPr>
          <p:spPr>
            <a:xfrm>
              <a:off x="7402632" y="2525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4" name="pt23654"/>
            <p:cNvSpPr/>
            <p:nvPr/>
          </p:nvSpPr>
          <p:spPr>
            <a:xfrm>
              <a:off x="6866963" y="20895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5" name="pt23655"/>
            <p:cNvSpPr/>
            <p:nvPr/>
          </p:nvSpPr>
          <p:spPr>
            <a:xfrm>
              <a:off x="6991010" y="19236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6" name="pt23656"/>
            <p:cNvSpPr/>
            <p:nvPr/>
          </p:nvSpPr>
          <p:spPr>
            <a:xfrm>
              <a:off x="7463569" y="2776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7" name="pt23657"/>
            <p:cNvSpPr/>
            <p:nvPr/>
          </p:nvSpPr>
          <p:spPr>
            <a:xfrm>
              <a:off x="6992773" y="19386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8" name="pt23658"/>
            <p:cNvSpPr/>
            <p:nvPr/>
          </p:nvSpPr>
          <p:spPr>
            <a:xfrm>
              <a:off x="7092252" y="21823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9" name="pt23659"/>
            <p:cNvSpPr/>
            <p:nvPr/>
          </p:nvSpPr>
          <p:spPr>
            <a:xfrm>
              <a:off x="7297819" y="20713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0" name="pt23660"/>
            <p:cNvSpPr/>
            <p:nvPr/>
          </p:nvSpPr>
          <p:spPr>
            <a:xfrm>
              <a:off x="7141102" y="21635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1" name="pt23661"/>
            <p:cNvSpPr/>
            <p:nvPr/>
          </p:nvSpPr>
          <p:spPr>
            <a:xfrm>
              <a:off x="7090660" y="22030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2" name="pt23662"/>
            <p:cNvSpPr/>
            <p:nvPr/>
          </p:nvSpPr>
          <p:spPr>
            <a:xfrm>
              <a:off x="6965314" y="19917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3" name="pt23663"/>
            <p:cNvSpPr/>
            <p:nvPr/>
          </p:nvSpPr>
          <p:spPr>
            <a:xfrm>
              <a:off x="7245836" y="23584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4" name="pt23664"/>
            <p:cNvSpPr/>
            <p:nvPr/>
          </p:nvSpPr>
          <p:spPr>
            <a:xfrm>
              <a:off x="7108083" y="20265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5" name="pt23665"/>
            <p:cNvSpPr/>
            <p:nvPr/>
          </p:nvSpPr>
          <p:spPr>
            <a:xfrm>
              <a:off x="7118375" y="21727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6" name="pt23666"/>
            <p:cNvSpPr/>
            <p:nvPr/>
          </p:nvSpPr>
          <p:spPr>
            <a:xfrm>
              <a:off x="7090126" y="21748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7" name="pt23667"/>
            <p:cNvSpPr/>
            <p:nvPr/>
          </p:nvSpPr>
          <p:spPr>
            <a:xfrm>
              <a:off x="7051860" y="21156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8" name="pt23668"/>
            <p:cNvSpPr/>
            <p:nvPr/>
          </p:nvSpPr>
          <p:spPr>
            <a:xfrm>
              <a:off x="6964044" y="19431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9" name="pt23669"/>
            <p:cNvSpPr/>
            <p:nvPr/>
          </p:nvSpPr>
          <p:spPr>
            <a:xfrm>
              <a:off x="7236816" y="2106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0" name="pt23670"/>
            <p:cNvSpPr/>
            <p:nvPr/>
          </p:nvSpPr>
          <p:spPr>
            <a:xfrm>
              <a:off x="6998127" y="18101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1" name="pt23671"/>
            <p:cNvSpPr/>
            <p:nvPr/>
          </p:nvSpPr>
          <p:spPr>
            <a:xfrm>
              <a:off x="6972485" y="20773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2" name="pt23672"/>
            <p:cNvSpPr/>
            <p:nvPr/>
          </p:nvSpPr>
          <p:spPr>
            <a:xfrm>
              <a:off x="7169469" y="22534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3" name="pt23673"/>
            <p:cNvSpPr/>
            <p:nvPr/>
          </p:nvSpPr>
          <p:spPr>
            <a:xfrm>
              <a:off x="7689186" y="25191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4" name="pt23674"/>
            <p:cNvSpPr/>
            <p:nvPr/>
          </p:nvSpPr>
          <p:spPr>
            <a:xfrm>
              <a:off x="7289586" y="22663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5" name="pt23675"/>
            <p:cNvSpPr/>
            <p:nvPr/>
          </p:nvSpPr>
          <p:spPr>
            <a:xfrm>
              <a:off x="6892446" y="20616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6" name="pt23676"/>
            <p:cNvSpPr/>
            <p:nvPr/>
          </p:nvSpPr>
          <p:spPr>
            <a:xfrm>
              <a:off x="7246692" y="22094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7" name="pt23677"/>
            <p:cNvSpPr/>
            <p:nvPr/>
          </p:nvSpPr>
          <p:spPr>
            <a:xfrm>
              <a:off x="7283794" y="19442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8" name="pt23678"/>
            <p:cNvSpPr/>
            <p:nvPr/>
          </p:nvSpPr>
          <p:spPr>
            <a:xfrm>
              <a:off x="7485267" y="26874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9" name="pt23679"/>
            <p:cNvSpPr/>
            <p:nvPr/>
          </p:nvSpPr>
          <p:spPr>
            <a:xfrm>
              <a:off x="7310258" y="19075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0" name="pt23680"/>
            <p:cNvSpPr/>
            <p:nvPr/>
          </p:nvSpPr>
          <p:spPr>
            <a:xfrm>
              <a:off x="6993516" y="20468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1" name="pt23681"/>
            <p:cNvSpPr/>
            <p:nvPr/>
          </p:nvSpPr>
          <p:spPr>
            <a:xfrm>
              <a:off x="6581621" y="21261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2" name="pt23682"/>
            <p:cNvSpPr/>
            <p:nvPr/>
          </p:nvSpPr>
          <p:spPr>
            <a:xfrm>
              <a:off x="7123177" y="22355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3" name="pt23683"/>
            <p:cNvSpPr/>
            <p:nvPr/>
          </p:nvSpPr>
          <p:spPr>
            <a:xfrm>
              <a:off x="7158859" y="20770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4" name="pt23684"/>
            <p:cNvSpPr/>
            <p:nvPr/>
          </p:nvSpPr>
          <p:spPr>
            <a:xfrm>
              <a:off x="7479466" y="27265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5" name="pt23685"/>
            <p:cNvSpPr/>
            <p:nvPr/>
          </p:nvSpPr>
          <p:spPr>
            <a:xfrm>
              <a:off x="7274237" y="19851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6" name="pt23686"/>
            <p:cNvSpPr/>
            <p:nvPr/>
          </p:nvSpPr>
          <p:spPr>
            <a:xfrm>
              <a:off x="7113819" y="21874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7" name="pt23687"/>
            <p:cNvSpPr/>
            <p:nvPr/>
          </p:nvSpPr>
          <p:spPr>
            <a:xfrm>
              <a:off x="7126291" y="2310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8" name="pt23688"/>
            <p:cNvSpPr/>
            <p:nvPr/>
          </p:nvSpPr>
          <p:spPr>
            <a:xfrm>
              <a:off x="7180513" y="20547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9" name="pt23689"/>
            <p:cNvSpPr/>
            <p:nvPr/>
          </p:nvSpPr>
          <p:spPr>
            <a:xfrm>
              <a:off x="7260388" y="22220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0" name="pt23690"/>
            <p:cNvSpPr/>
            <p:nvPr/>
          </p:nvSpPr>
          <p:spPr>
            <a:xfrm>
              <a:off x="7369161" y="22976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1" name="pt23691"/>
            <p:cNvSpPr/>
            <p:nvPr/>
          </p:nvSpPr>
          <p:spPr>
            <a:xfrm>
              <a:off x="7230348" y="21458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2" name="pt23692"/>
            <p:cNvSpPr/>
            <p:nvPr/>
          </p:nvSpPr>
          <p:spPr>
            <a:xfrm>
              <a:off x="7072483" y="22062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3" name="pt23693"/>
            <p:cNvSpPr/>
            <p:nvPr/>
          </p:nvSpPr>
          <p:spPr>
            <a:xfrm>
              <a:off x="7358981" y="22367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4" name="pt23694"/>
            <p:cNvSpPr/>
            <p:nvPr/>
          </p:nvSpPr>
          <p:spPr>
            <a:xfrm>
              <a:off x="7146255" y="20974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5" name="pt23695"/>
            <p:cNvSpPr/>
            <p:nvPr/>
          </p:nvSpPr>
          <p:spPr>
            <a:xfrm>
              <a:off x="7544454" y="23629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6" name="pt23696"/>
            <p:cNvSpPr/>
            <p:nvPr/>
          </p:nvSpPr>
          <p:spPr>
            <a:xfrm>
              <a:off x="7240511" y="20903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7" name="pt23697"/>
            <p:cNvSpPr/>
            <p:nvPr/>
          </p:nvSpPr>
          <p:spPr>
            <a:xfrm>
              <a:off x="7185684" y="22333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8" name="pt23698"/>
            <p:cNvSpPr/>
            <p:nvPr/>
          </p:nvSpPr>
          <p:spPr>
            <a:xfrm>
              <a:off x="7240325" y="20090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9" name="pt23699"/>
            <p:cNvSpPr/>
            <p:nvPr/>
          </p:nvSpPr>
          <p:spPr>
            <a:xfrm>
              <a:off x="6933187" y="21433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0" name="pt23700"/>
            <p:cNvSpPr/>
            <p:nvPr/>
          </p:nvSpPr>
          <p:spPr>
            <a:xfrm>
              <a:off x="7081701" y="2223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1" name="pt23701"/>
            <p:cNvSpPr/>
            <p:nvPr/>
          </p:nvSpPr>
          <p:spPr>
            <a:xfrm>
              <a:off x="7141192" y="21815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2" name="pt23702"/>
            <p:cNvSpPr/>
            <p:nvPr/>
          </p:nvSpPr>
          <p:spPr>
            <a:xfrm>
              <a:off x="7030183" y="22279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3" name="pt23703"/>
            <p:cNvSpPr/>
            <p:nvPr/>
          </p:nvSpPr>
          <p:spPr>
            <a:xfrm>
              <a:off x="7087752" y="22232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4" name="pt23704"/>
            <p:cNvSpPr/>
            <p:nvPr/>
          </p:nvSpPr>
          <p:spPr>
            <a:xfrm>
              <a:off x="7165381" y="21600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5" name="pt23705"/>
            <p:cNvSpPr/>
            <p:nvPr/>
          </p:nvSpPr>
          <p:spPr>
            <a:xfrm>
              <a:off x="7172617" y="21781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6" name="pt23706"/>
            <p:cNvSpPr/>
            <p:nvPr/>
          </p:nvSpPr>
          <p:spPr>
            <a:xfrm>
              <a:off x="7114713" y="21291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7" name="pt23707"/>
            <p:cNvSpPr/>
            <p:nvPr/>
          </p:nvSpPr>
          <p:spPr>
            <a:xfrm>
              <a:off x="7005571" y="20870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8" name="pt23708"/>
            <p:cNvSpPr/>
            <p:nvPr/>
          </p:nvSpPr>
          <p:spPr>
            <a:xfrm>
              <a:off x="7228870" y="21374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9" name="pt23709"/>
            <p:cNvSpPr/>
            <p:nvPr/>
          </p:nvSpPr>
          <p:spPr>
            <a:xfrm>
              <a:off x="7385854" y="21000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0" name="pt23710"/>
            <p:cNvSpPr/>
            <p:nvPr/>
          </p:nvSpPr>
          <p:spPr>
            <a:xfrm>
              <a:off x="6984781" y="20455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1" name="pt23711"/>
            <p:cNvSpPr/>
            <p:nvPr/>
          </p:nvSpPr>
          <p:spPr>
            <a:xfrm>
              <a:off x="6883221" y="17768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2" name="pt23712"/>
            <p:cNvSpPr/>
            <p:nvPr/>
          </p:nvSpPr>
          <p:spPr>
            <a:xfrm>
              <a:off x="7159570" y="20768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3" name="pt23713"/>
            <p:cNvSpPr/>
            <p:nvPr/>
          </p:nvSpPr>
          <p:spPr>
            <a:xfrm>
              <a:off x="7206552" y="20666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4" name="pt23714"/>
            <p:cNvSpPr/>
            <p:nvPr/>
          </p:nvSpPr>
          <p:spPr>
            <a:xfrm>
              <a:off x="7189984" y="2288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5" name="pt23715"/>
            <p:cNvSpPr/>
            <p:nvPr/>
          </p:nvSpPr>
          <p:spPr>
            <a:xfrm>
              <a:off x="7269557" y="15356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6" name="pt23716"/>
            <p:cNvSpPr/>
            <p:nvPr/>
          </p:nvSpPr>
          <p:spPr>
            <a:xfrm>
              <a:off x="7346720" y="26269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7" name="pt23717"/>
            <p:cNvSpPr/>
            <p:nvPr/>
          </p:nvSpPr>
          <p:spPr>
            <a:xfrm>
              <a:off x="7093108" y="21561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8" name="pt23718"/>
            <p:cNvSpPr/>
            <p:nvPr/>
          </p:nvSpPr>
          <p:spPr>
            <a:xfrm>
              <a:off x="7116619" y="22251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9" name="pt23719"/>
            <p:cNvSpPr/>
            <p:nvPr/>
          </p:nvSpPr>
          <p:spPr>
            <a:xfrm>
              <a:off x="6761236" y="26063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0" name="pt23720"/>
            <p:cNvSpPr/>
            <p:nvPr/>
          </p:nvSpPr>
          <p:spPr>
            <a:xfrm>
              <a:off x="7179663" y="20341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1" name="pt23721"/>
            <p:cNvSpPr/>
            <p:nvPr/>
          </p:nvSpPr>
          <p:spPr>
            <a:xfrm>
              <a:off x="7216847" y="21277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2" name="pt23722"/>
            <p:cNvSpPr/>
            <p:nvPr/>
          </p:nvSpPr>
          <p:spPr>
            <a:xfrm>
              <a:off x="7202692" y="22411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3" name="pt23723"/>
            <p:cNvSpPr/>
            <p:nvPr/>
          </p:nvSpPr>
          <p:spPr>
            <a:xfrm>
              <a:off x="7270887" y="20585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4" name="pt23724"/>
            <p:cNvSpPr/>
            <p:nvPr/>
          </p:nvSpPr>
          <p:spPr>
            <a:xfrm>
              <a:off x="6942634" y="20406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5" name="pt23725"/>
            <p:cNvSpPr/>
            <p:nvPr/>
          </p:nvSpPr>
          <p:spPr>
            <a:xfrm>
              <a:off x="7115452" y="22231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6" name="pt23726"/>
            <p:cNvSpPr/>
            <p:nvPr/>
          </p:nvSpPr>
          <p:spPr>
            <a:xfrm>
              <a:off x="7153207" y="20646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7" name="pt23727"/>
            <p:cNvSpPr/>
            <p:nvPr/>
          </p:nvSpPr>
          <p:spPr>
            <a:xfrm>
              <a:off x="7146370" y="21078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8" name="pt23728"/>
            <p:cNvSpPr/>
            <p:nvPr/>
          </p:nvSpPr>
          <p:spPr>
            <a:xfrm>
              <a:off x="7261547" y="20356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9" name="pt23729"/>
            <p:cNvSpPr/>
            <p:nvPr/>
          </p:nvSpPr>
          <p:spPr>
            <a:xfrm>
              <a:off x="6985701" y="19968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0" name="pt23730"/>
            <p:cNvSpPr/>
            <p:nvPr/>
          </p:nvSpPr>
          <p:spPr>
            <a:xfrm>
              <a:off x="7214280" y="22172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1" name="pt23731"/>
            <p:cNvSpPr/>
            <p:nvPr/>
          </p:nvSpPr>
          <p:spPr>
            <a:xfrm>
              <a:off x="7239062" y="21577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2" name="pt23732"/>
            <p:cNvSpPr/>
            <p:nvPr/>
          </p:nvSpPr>
          <p:spPr>
            <a:xfrm>
              <a:off x="7170347" y="22389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3" name="pt23733"/>
            <p:cNvSpPr/>
            <p:nvPr/>
          </p:nvSpPr>
          <p:spPr>
            <a:xfrm>
              <a:off x="7045535" y="22381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4" name="pt23734"/>
            <p:cNvSpPr/>
            <p:nvPr/>
          </p:nvSpPr>
          <p:spPr>
            <a:xfrm>
              <a:off x="7361112" y="24626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5" name="pt23735"/>
            <p:cNvSpPr/>
            <p:nvPr/>
          </p:nvSpPr>
          <p:spPr>
            <a:xfrm>
              <a:off x="6775937" y="25683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6" name="pt23736"/>
            <p:cNvSpPr/>
            <p:nvPr/>
          </p:nvSpPr>
          <p:spPr>
            <a:xfrm>
              <a:off x="7196142" y="23177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7" name="pt23737"/>
            <p:cNvSpPr/>
            <p:nvPr/>
          </p:nvSpPr>
          <p:spPr>
            <a:xfrm>
              <a:off x="7371053" y="22374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8" name="pt23738"/>
            <p:cNvSpPr/>
            <p:nvPr/>
          </p:nvSpPr>
          <p:spPr>
            <a:xfrm>
              <a:off x="7176175" y="19537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9" name="pt23739"/>
            <p:cNvSpPr/>
            <p:nvPr/>
          </p:nvSpPr>
          <p:spPr>
            <a:xfrm>
              <a:off x="7186902" y="20663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0" name="pt23740"/>
            <p:cNvSpPr/>
            <p:nvPr/>
          </p:nvSpPr>
          <p:spPr>
            <a:xfrm>
              <a:off x="7231139" y="21368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1" name="pt23741"/>
            <p:cNvSpPr/>
            <p:nvPr/>
          </p:nvSpPr>
          <p:spPr>
            <a:xfrm>
              <a:off x="6903486" y="21273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2" name="pt23742"/>
            <p:cNvSpPr/>
            <p:nvPr/>
          </p:nvSpPr>
          <p:spPr>
            <a:xfrm>
              <a:off x="7070183" y="21588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3" name="pt23743"/>
            <p:cNvSpPr/>
            <p:nvPr/>
          </p:nvSpPr>
          <p:spPr>
            <a:xfrm>
              <a:off x="7146102" y="21317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4" name="pt23744"/>
            <p:cNvSpPr/>
            <p:nvPr/>
          </p:nvSpPr>
          <p:spPr>
            <a:xfrm>
              <a:off x="7111428" y="21240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5" name="pt23745"/>
            <p:cNvSpPr/>
            <p:nvPr/>
          </p:nvSpPr>
          <p:spPr>
            <a:xfrm>
              <a:off x="7124870" y="22669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6" name="pt23746"/>
            <p:cNvSpPr/>
            <p:nvPr/>
          </p:nvSpPr>
          <p:spPr>
            <a:xfrm>
              <a:off x="7118890" y="21622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7" name="pt23747"/>
            <p:cNvSpPr/>
            <p:nvPr/>
          </p:nvSpPr>
          <p:spPr>
            <a:xfrm>
              <a:off x="7065959" y="21628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8" name="pt23748"/>
            <p:cNvSpPr/>
            <p:nvPr/>
          </p:nvSpPr>
          <p:spPr>
            <a:xfrm>
              <a:off x="7444477" y="28530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9" name="pt23749"/>
            <p:cNvSpPr/>
            <p:nvPr/>
          </p:nvSpPr>
          <p:spPr>
            <a:xfrm>
              <a:off x="7002163" y="18513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0" name="pt23750"/>
            <p:cNvSpPr/>
            <p:nvPr/>
          </p:nvSpPr>
          <p:spPr>
            <a:xfrm>
              <a:off x="7147359" y="19883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1" name="pt23751"/>
            <p:cNvSpPr/>
            <p:nvPr/>
          </p:nvSpPr>
          <p:spPr>
            <a:xfrm>
              <a:off x="7434970" y="30022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2" name="pt23752"/>
            <p:cNvSpPr/>
            <p:nvPr/>
          </p:nvSpPr>
          <p:spPr>
            <a:xfrm>
              <a:off x="7341193" y="23771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3" name="pt23753"/>
            <p:cNvSpPr/>
            <p:nvPr/>
          </p:nvSpPr>
          <p:spPr>
            <a:xfrm>
              <a:off x="7037932" y="24003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4" name="pt23754"/>
            <p:cNvSpPr/>
            <p:nvPr/>
          </p:nvSpPr>
          <p:spPr>
            <a:xfrm>
              <a:off x="7284267" y="19589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5" name="pt23755"/>
            <p:cNvSpPr/>
            <p:nvPr/>
          </p:nvSpPr>
          <p:spPr>
            <a:xfrm>
              <a:off x="6943687" y="20294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6" name="pt23756"/>
            <p:cNvSpPr/>
            <p:nvPr/>
          </p:nvSpPr>
          <p:spPr>
            <a:xfrm>
              <a:off x="7454690" y="26670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7" name="pt23757"/>
            <p:cNvSpPr/>
            <p:nvPr/>
          </p:nvSpPr>
          <p:spPr>
            <a:xfrm>
              <a:off x="7198535" y="22007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8" name="pt23758"/>
            <p:cNvSpPr/>
            <p:nvPr/>
          </p:nvSpPr>
          <p:spPr>
            <a:xfrm>
              <a:off x="7020128" y="21124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9" name="pt23759"/>
            <p:cNvSpPr/>
            <p:nvPr/>
          </p:nvSpPr>
          <p:spPr>
            <a:xfrm>
              <a:off x="7234097" y="21215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0" name="pt23760"/>
            <p:cNvSpPr/>
            <p:nvPr/>
          </p:nvSpPr>
          <p:spPr>
            <a:xfrm>
              <a:off x="6957336" y="20279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1" name="pt23761"/>
            <p:cNvSpPr/>
            <p:nvPr/>
          </p:nvSpPr>
          <p:spPr>
            <a:xfrm>
              <a:off x="7257053" y="21559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2" name="pt23762"/>
            <p:cNvSpPr/>
            <p:nvPr/>
          </p:nvSpPr>
          <p:spPr>
            <a:xfrm>
              <a:off x="7106086" y="21167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3" name="pt23763"/>
            <p:cNvSpPr/>
            <p:nvPr/>
          </p:nvSpPr>
          <p:spPr>
            <a:xfrm>
              <a:off x="7279859" y="19718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4" name="pt23764"/>
            <p:cNvSpPr/>
            <p:nvPr/>
          </p:nvSpPr>
          <p:spPr>
            <a:xfrm>
              <a:off x="7178650" y="21189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5" name="pt23765"/>
            <p:cNvSpPr/>
            <p:nvPr/>
          </p:nvSpPr>
          <p:spPr>
            <a:xfrm>
              <a:off x="7138049" y="2323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6" name="pt23766"/>
            <p:cNvSpPr/>
            <p:nvPr/>
          </p:nvSpPr>
          <p:spPr>
            <a:xfrm>
              <a:off x="7072803" y="21441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7" name="pt23767"/>
            <p:cNvSpPr/>
            <p:nvPr/>
          </p:nvSpPr>
          <p:spPr>
            <a:xfrm>
              <a:off x="7078576" y="21984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8" name="pt23768"/>
            <p:cNvSpPr/>
            <p:nvPr/>
          </p:nvSpPr>
          <p:spPr>
            <a:xfrm>
              <a:off x="7072715" y="22374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9" name="pt23769"/>
            <p:cNvSpPr/>
            <p:nvPr/>
          </p:nvSpPr>
          <p:spPr>
            <a:xfrm>
              <a:off x="7308954" y="19373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0" name="pt23770"/>
            <p:cNvSpPr/>
            <p:nvPr/>
          </p:nvSpPr>
          <p:spPr>
            <a:xfrm>
              <a:off x="7149694" y="20490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1" name="pt23771"/>
            <p:cNvSpPr/>
            <p:nvPr/>
          </p:nvSpPr>
          <p:spPr>
            <a:xfrm>
              <a:off x="7137913" y="23264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2" name="pt23772"/>
            <p:cNvSpPr/>
            <p:nvPr/>
          </p:nvSpPr>
          <p:spPr>
            <a:xfrm>
              <a:off x="7246357" y="22481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3" name="pt23773"/>
            <p:cNvSpPr/>
            <p:nvPr/>
          </p:nvSpPr>
          <p:spPr>
            <a:xfrm>
              <a:off x="7136264" y="23699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4" name="pt23774"/>
            <p:cNvSpPr/>
            <p:nvPr/>
          </p:nvSpPr>
          <p:spPr>
            <a:xfrm>
              <a:off x="7121139" y="2065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5" name="pt23775"/>
            <p:cNvSpPr/>
            <p:nvPr/>
          </p:nvSpPr>
          <p:spPr>
            <a:xfrm>
              <a:off x="7080712" y="21685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6" name="pt23776"/>
            <p:cNvSpPr/>
            <p:nvPr/>
          </p:nvSpPr>
          <p:spPr>
            <a:xfrm>
              <a:off x="7167576" y="2182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7" name="pt23777"/>
            <p:cNvSpPr/>
            <p:nvPr/>
          </p:nvSpPr>
          <p:spPr>
            <a:xfrm>
              <a:off x="6892794" y="18910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8" name="pt23778"/>
            <p:cNvSpPr/>
            <p:nvPr/>
          </p:nvSpPr>
          <p:spPr>
            <a:xfrm>
              <a:off x="6703898" y="18658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9" name="pt23779"/>
            <p:cNvSpPr/>
            <p:nvPr/>
          </p:nvSpPr>
          <p:spPr>
            <a:xfrm>
              <a:off x="7532718" y="18768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0" name="pt23780"/>
            <p:cNvSpPr/>
            <p:nvPr/>
          </p:nvSpPr>
          <p:spPr>
            <a:xfrm>
              <a:off x="7451332" y="24440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1" name="pt23781"/>
            <p:cNvSpPr/>
            <p:nvPr/>
          </p:nvSpPr>
          <p:spPr>
            <a:xfrm>
              <a:off x="7128916" y="22205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2" name="pt23782"/>
            <p:cNvSpPr/>
            <p:nvPr/>
          </p:nvSpPr>
          <p:spPr>
            <a:xfrm>
              <a:off x="7079126" y="22639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3" name="pt23783"/>
            <p:cNvSpPr/>
            <p:nvPr/>
          </p:nvSpPr>
          <p:spPr>
            <a:xfrm>
              <a:off x="7336963" y="22518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4" name="pt23784"/>
            <p:cNvSpPr/>
            <p:nvPr/>
          </p:nvSpPr>
          <p:spPr>
            <a:xfrm>
              <a:off x="7173312" y="21779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5" name="pt23785"/>
            <p:cNvSpPr/>
            <p:nvPr/>
          </p:nvSpPr>
          <p:spPr>
            <a:xfrm>
              <a:off x="7337313" y="2338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6" name="pt23786"/>
            <p:cNvSpPr/>
            <p:nvPr/>
          </p:nvSpPr>
          <p:spPr>
            <a:xfrm>
              <a:off x="7357511" y="19320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7" name="pt23787"/>
            <p:cNvSpPr/>
            <p:nvPr/>
          </p:nvSpPr>
          <p:spPr>
            <a:xfrm>
              <a:off x="7104379" y="20813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8" name="pt23788"/>
            <p:cNvSpPr/>
            <p:nvPr/>
          </p:nvSpPr>
          <p:spPr>
            <a:xfrm>
              <a:off x="7437173" y="25680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9" name="pt23789"/>
            <p:cNvSpPr/>
            <p:nvPr/>
          </p:nvSpPr>
          <p:spPr>
            <a:xfrm>
              <a:off x="7060624" y="22227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0" name="pt23790"/>
            <p:cNvSpPr/>
            <p:nvPr/>
          </p:nvSpPr>
          <p:spPr>
            <a:xfrm>
              <a:off x="7150773" y="20475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1" name="pt23791"/>
            <p:cNvSpPr/>
            <p:nvPr/>
          </p:nvSpPr>
          <p:spPr>
            <a:xfrm>
              <a:off x="7351555" y="25874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2" name="pt23792"/>
            <p:cNvSpPr/>
            <p:nvPr/>
          </p:nvSpPr>
          <p:spPr>
            <a:xfrm>
              <a:off x="7134215" y="24138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3" name="pt23793"/>
            <p:cNvSpPr/>
            <p:nvPr/>
          </p:nvSpPr>
          <p:spPr>
            <a:xfrm>
              <a:off x="7083549" y="22444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4" name="pt23794"/>
            <p:cNvSpPr/>
            <p:nvPr/>
          </p:nvSpPr>
          <p:spPr>
            <a:xfrm>
              <a:off x="7227171" y="22482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5" name="pt23795"/>
            <p:cNvSpPr/>
            <p:nvPr/>
          </p:nvSpPr>
          <p:spPr>
            <a:xfrm>
              <a:off x="6988818" y="20304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6" name="pt23796"/>
            <p:cNvSpPr/>
            <p:nvPr/>
          </p:nvSpPr>
          <p:spPr>
            <a:xfrm>
              <a:off x="6796779" y="25178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7" name="pt23797"/>
            <p:cNvSpPr/>
            <p:nvPr/>
          </p:nvSpPr>
          <p:spPr>
            <a:xfrm>
              <a:off x="7219546" y="20113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8" name="pt23798"/>
            <p:cNvSpPr/>
            <p:nvPr/>
          </p:nvSpPr>
          <p:spPr>
            <a:xfrm>
              <a:off x="6901117" y="21443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9" name="pt23799"/>
            <p:cNvSpPr/>
            <p:nvPr/>
          </p:nvSpPr>
          <p:spPr>
            <a:xfrm>
              <a:off x="6912724" y="20466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0" name="pt23800"/>
            <p:cNvSpPr/>
            <p:nvPr/>
          </p:nvSpPr>
          <p:spPr>
            <a:xfrm>
              <a:off x="7111536" y="20728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1" name="pt23801"/>
            <p:cNvSpPr/>
            <p:nvPr/>
          </p:nvSpPr>
          <p:spPr>
            <a:xfrm>
              <a:off x="6997569" y="19663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2" name="pt23802"/>
            <p:cNvSpPr/>
            <p:nvPr/>
          </p:nvSpPr>
          <p:spPr>
            <a:xfrm>
              <a:off x="7298343" y="19478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3" name="pt23803"/>
            <p:cNvSpPr/>
            <p:nvPr/>
          </p:nvSpPr>
          <p:spPr>
            <a:xfrm>
              <a:off x="7142406" y="21815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4" name="pt23804"/>
            <p:cNvSpPr/>
            <p:nvPr/>
          </p:nvSpPr>
          <p:spPr>
            <a:xfrm>
              <a:off x="7284785" y="20047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5" name="pt23805"/>
            <p:cNvSpPr/>
            <p:nvPr/>
          </p:nvSpPr>
          <p:spPr>
            <a:xfrm>
              <a:off x="7220809" y="1817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6" name="pt23806"/>
            <p:cNvSpPr/>
            <p:nvPr/>
          </p:nvSpPr>
          <p:spPr>
            <a:xfrm>
              <a:off x="7090883" y="21811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7" name="pt23807"/>
            <p:cNvSpPr/>
            <p:nvPr/>
          </p:nvSpPr>
          <p:spPr>
            <a:xfrm>
              <a:off x="7264802" y="20662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8" name="pt23808"/>
            <p:cNvSpPr/>
            <p:nvPr/>
          </p:nvSpPr>
          <p:spPr>
            <a:xfrm>
              <a:off x="7069171" y="20104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9" name="pt23809"/>
            <p:cNvSpPr/>
            <p:nvPr/>
          </p:nvSpPr>
          <p:spPr>
            <a:xfrm>
              <a:off x="7318264" y="20684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0" name="pt23810"/>
            <p:cNvSpPr/>
            <p:nvPr/>
          </p:nvSpPr>
          <p:spPr>
            <a:xfrm>
              <a:off x="7352019" y="24923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1" name="pt23811"/>
            <p:cNvSpPr/>
            <p:nvPr/>
          </p:nvSpPr>
          <p:spPr>
            <a:xfrm>
              <a:off x="7081580" y="21793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2" name="pt23812"/>
            <p:cNvSpPr/>
            <p:nvPr/>
          </p:nvSpPr>
          <p:spPr>
            <a:xfrm>
              <a:off x="6897180" y="20487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3" name="pt23813"/>
            <p:cNvSpPr/>
            <p:nvPr/>
          </p:nvSpPr>
          <p:spPr>
            <a:xfrm>
              <a:off x="7036543" y="24083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4" name="pt23814"/>
            <p:cNvSpPr/>
            <p:nvPr/>
          </p:nvSpPr>
          <p:spPr>
            <a:xfrm>
              <a:off x="7420433" y="28861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5" name="pt23815"/>
            <p:cNvSpPr/>
            <p:nvPr/>
          </p:nvSpPr>
          <p:spPr>
            <a:xfrm>
              <a:off x="7186528" y="21607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6" name="pt23816"/>
            <p:cNvSpPr/>
            <p:nvPr/>
          </p:nvSpPr>
          <p:spPr>
            <a:xfrm>
              <a:off x="7141352" y="21039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7" name="pt23817"/>
            <p:cNvSpPr/>
            <p:nvPr/>
          </p:nvSpPr>
          <p:spPr>
            <a:xfrm>
              <a:off x="7230580" y="2058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8" name="pt23818"/>
            <p:cNvSpPr/>
            <p:nvPr/>
          </p:nvSpPr>
          <p:spPr>
            <a:xfrm>
              <a:off x="7352269" y="26176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9" name="pt23819"/>
            <p:cNvSpPr/>
            <p:nvPr/>
          </p:nvSpPr>
          <p:spPr>
            <a:xfrm>
              <a:off x="7061127" y="22927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0" name="pt23820"/>
            <p:cNvSpPr/>
            <p:nvPr/>
          </p:nvSpPr>
          <p:spPr>
            <a:xfrm>
              <a:off x="7014687" y="17791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1" name="pt23821"/>
            <p:cNvSpPr/>
            <p:nvPr/>
          </p:nvSpPr>
          <p:spPr>
            <a:xfrm>
              <a:off x="7199056" y="22954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2" name="pt23822"/>
            <p:cNvSpPr/>
            <p:nvPr/>
          </p:nvSpPr>
          <p:spPr>
            <a:xfrm>
              <a:off x="7206203" y="22086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3" name="pt23823"/>
            <p:cNvSpPr/>
            <p:nvPr/>
          </p:nvSpPr>
          <p:spPr>
            <a:xfrm>
              <a:off x="7072711" y="21584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4" name="pt23824"/>
            <p:cNvSpPr/>
            <p:nvPr/>
          </p:nvSpPr>
          <p:spPr>
            <a:xfrm>
              <a:off x="7030089" y="21658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5" name="pt23825"/>
            <p:cNvSpPr/>
            <p:nvPr/>
          </p:nvSpPr>
          <p:spPr>
            <a:xfrm>
              <a:off x="7262749" y="21030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6" name="pt23826"/>
            <p:cNvSpPr/>
            <p:nvPr/>
          </p:nvSpPr>
          <p:spPr>
            <a:xfrm>
              <a:off x="7248995" y="21016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7" name="pt23827"/>
            <p:cNvSpPr/>
            <p:nvPr/>
          </p:nvSpPr>
          <p:spPr>
            <a:xfrm>
              <a:off x="7267792" y="16696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8" name="pt23828"/>
            <p:cNvSpPr/>
            <p:nvPr/>
          </p:nvSpPr>
          <p:spPr>
            <a:xfrm>
              <a:off x="7378132" y="23953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9" name="pt23829"/>
            <p:cNvSpPr/>
            <p:nvPr/>
          </p:nvSpPr>
          <p:spPr>
            <a:xfrm>
              <a:off x="7065124" y="20499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0" name="pt23830"/>
            <p:cNvSpPr/>
            <p:nvPr/>
          </p:nvSpPr>
          <p:spPr>
            <a:xfrm>
              <a:off x="7170217" y="21305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1" name="pt23831"/>
            <p:cNvSpPr/>
            <p:nvPr/>
          </p:nvSpPr>
          <p:spPr>
            <a:xfrm>
              <a:off x="6801868" y="24129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2" name="pt23832"/>
            <p:cNvSpPr/>
            <p:nvPr/>
          </p:nvSpPr>
          <p:spPr>
            <a:xfrm>
              <a:off x="7084414" y="22883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3" name="pt23833"/>
            <p:cNvSpPr/>
            <p:nvPr/>
          </p:nvSpPr>
          <p:spPr>
            <a:xfrm>
              <a:off x="7405924" y="27595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4" name="pt23834"/>
            <p:cNvSpPr/>
            <p:nvPr/>
          </p:nvSpPr>
          <p:spPr>
            <a:xfrm>
              <a:off x="7035319" y="23813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5" name="pt23835"/>
            <p:cNvSpPr/>
            <p:nvPr/>
          </p:nvSpPr>
          <p:spPr>
            <a:xfrm>
              <a:off x="7132658" y="22743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6" name="pt23836"/>
            <p:cNvSpPr/>
            <p:nvPr/>
          </p:nvSpPr>
          <p:spPr>
            <a:xfrm>
              <a:off x="7235395" y="22278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7" name="pt23837"/>
            <p:cNvSpPr/>
            <p:nvPr/>
          </p:nvSpPr>
          <p:spPr>
            <a:xfrm>
              <a:off x="6996503" y="19974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8" name="pt23838"/>
            <p:cNvSpPr/>
            <p:nvPr/>
          </p:nvSpPr>
          <p:spPr>
            <a:xfrm>
              <a:off x="7133764" y="23236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9" name="pt23839"/>
            <p:cNvSpPr/>
            <p:nvPr/>
          </p:nvSpPr>
          <p:spPr>
            <a:xfrm>
              <a:off x="7381315" y="24004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0" name="pt23840"/>
            <p:cNvSpPr/>
            <p:nvPr/>
          </p:nvSpPr>
          <p:spPr>
            <a:xfrm>
              <a:off x="7181170" y="20915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1" name="pt23841"/>
            <p:cNvSpPr/>
            <p:nvPr/>
          </p:nvSpPr>
          <p:spPr>
            <a:xfrm>
              <a:off x="7324747" y="20349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2" name="pt23842"/>
            <p:cNvSpPr/>
            <p:nvPr/>
          </p:nvSpPr>
          <p:spPr>
            <a:xfrm>
              <a:off x="7275810" y="19840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3" name="pt23843"/>
            <p:cNvSpPr/>
            <p:nvPr/>
          </p:nvSpPr>
          <p:spPr>
            <a:xfrm>
              <a:off x="7280943" y="19481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4" name="pt23844"/>
            <p:cNvSpPr/>
            <p:nvPr/>
          </p:nvSpPr>
          <p:spPr>
            <a:xfrm>
              <a:off x="7123281" y="20743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5" name="pt23845"/>
            <p:cNvSpPr/>
            <p:nvPr/>
          </p:nvSpPr>
          <p:spPr>
            <a:xfrm>
              <a:off x="7336849" y="24313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6" name="pt23846"/>
            <p:cNvSpPr/>
            <p:nvPr/>
          </p:nvSpPr>
          <p:spPr>
            <a:xfrm>
              <a:off x="7441607" y="26400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7" name="pt23847"/>
            <p:cNvSpPr/>
            <p:nvPr/>
          </p:nvSpPr>
          <p:spPr>
            <a:xfrm>
              <a:off x="7330895" y="20069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8" name="pt23848"/>
            <p:cNvSpPr/>
            <p:nvPr/>
          </p:nvSpPr>
          <p:spPr>
            <a:xfrm>
              <a:off x="7072265" y="21109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9" name="pt23849"/>
            <p:cNvSpPr/>
            <p:nvPr/>
          </p:nvSpPr>
          <p:spPr>
            <a:xfrm>
              <a:off x="7110269" y="21506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0" name="pt23850"/>
            <p:cNvSpPr/>
            <p:nvPr/>
          </p:nvSpPr>
          <p:spPr>
            <a:xfrm>
              <a:off x="7175614" y="19815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1" name="pt23851"/>
            <p:cNvSpPr/>
            <p:nvPr/>
          </p:nvSpPr>
          <p:spPr>
            <a:xfrm>
              <a:off x="7075978" y="22016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2" name="pt23852"/>
            <p:cNvSpPr/>
            <p:nvPr/>
          </p:nvSpPr>
          <p:spPr>
            <a:xfrm>
              <a:off x="7045812" y="21057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3" name="pt23853"/>
            <p:cNvSpPr/>
            <p:nvPr/>
          </p:nvSpPr>
          <p:spPr>
            <a:xfrm>
              <a:off x="7256696" y="20803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4" name="pt23854"/>
            <p:cNvSpPr/>
            <p:nvPr/>
          </p:nvSpPr>
          <p:spPr>
            <a:xfrm>
              <a:off x="7219814" y="18243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5" name="pt23855"/>
            <p:cNvSpPr/>
            <p:nvPr/>
          </p:nvSpPr>
          <p:spPr>
            <a:xfrm>
              <a:off x="7122364" y="21923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6" name="pt23856"/>
            <p:cNvSpPr/>
            <p:nvPr/>
          </p:nvSpPr>
          <p:spPr>
            <a:xfrm>
              <a:off x="7289157" y="20511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7" name="pt23857"/>
            <p:cNvSpPr/>
            <p:nvPr/>
          </p:nvSpPr>
          <p:spPr>
            <a:xfrm>
              <a:off x="7337291" y="24855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8" name="pt23858"/>
            <p:cNvSpPr/>
            <p:nvPr/>
          </p:nvSpPr>
          <p:spPr>
            <a:xfrm>
              <a:off x="7175254" y="20677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9" name="pt23859"/>
            <p:cNvSpPr/>
            <p:nvPr/>
          </p:nvSpPr>
          <p:spPr>
            <a:xfrm>
              <a:off x="7021548" y="22964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0" name="pt23860"/>
            <p:cNvSpPr/>
            <p:nvPr/>
          </p:nvSpPr>
          <p:spPr>
            <a:xfrm>
              <a:off x="7087484" y="21467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1" name="pt23861"/>
            <p:cNvSpPr/>
            <p:nvPr/>
          </p:nvSpPr>
          <p:spPr>
            <a:xfrm>
              <a:off x="7054157" y="20234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2" name="pt23862"/>
            <p:cNvSpPr/>
            <p:nvPr/>
          </p:nvSpPr>
          <p:spPr>
            <a:xfrm>
              <a:off x="7227438" y="21626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3" name="pt23863"/>
            <p:cNvSpPr/>
            <p:nvPr/>
          </p:nvSpPr>
          <p:spPr>
            <a:xfrm>
              <a:off x="7127751" y="22041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4" name="pt23864"/>
            <p:cNvSpPr/>
            <p:nvPr/>
          </p:nvSpPr>
          <p:spPr>
            <a:xfrm>
              <a:off x="7182000" y="20224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5" name="pt23865"/>
            <p:cNvSpPr/>
            <p:nvPr/>
          </p:nvSpPr>
          <p:spPr>
            <a:xfrm>
              <a:off x="7200349" y="20395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6" name="pt23866"/>
            <p:cNvSpPr/>
            <p:nvPr/>
          </p:nvSpPr>
          <p:spPr>
            <a:xfrm>
              <a:off x="7166522" y="21683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7" name="pt23867"/>
            <p:cNvSpPr/>
            <p:nvPr/>
          </p:nvSpPr>
          <p:spPr>
            <a:xfrm>
              <a:off x="7404611" y="23640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8" name="pt23868"/>
            <p:cNvSpPr/>
            <p:nvPr/>
          </p:nvSpPr>
          <p:spPr>
            <a:xfrm>
              <a:off x="7160675" y="20369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9" name="pt23869"/>
            <p:cNvSpPr/>
            <p:nvPr/>
          </p:nvSpPr>
          <p:spPr>
            <a:xfrm>
              <a:off x="7217587" y="20378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0" name="pt23870"/>
            <p:cNvSpPr/>
            <p:nvPr/>
          </p:nvSpPr>
          <p:spPr>
            <a:xfrm>
              <a:off x="6981921" y="21350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1" name="pt23871"/>
            <p:cNvSpPr/>
            <p:nvPr/>
          </p:nvSpPr>
          <p:spPr>
            <a:xfrm>
              <a:off x="6940462" y="21698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2" name="pt23872"/>
            <p:cNvSpPr/>
            <p:nvPr/>
          </p:nvSpPr>
          <p:spPr>
            <a:xfrm>
              <a:off x="7176236" y="20520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3" name="pt23873"/>
            <p:cNvSpPr/>
            <p:nvPr/>
          </p:nvSpPr>
          <p:spPr>
            <a:xfrm>
              <a:off x="7067104" y="18108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4" name="pt23874"/>
            <p:cNvSpPr/>
            <p:nvPr/>
          </p:nvSpPr>
          <p:spPr>
            <a:xfrm>
              <a:off x="7290759" y="20280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5" name="pt23875"/>
            <p:cNvSpPr/>
            <p:nvPr/>
          </p:nvSpPr>
          <p:spPr>
            <a:xfrm>
              <a:off x="7013383" y="1825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6" name="pt23876"/>
            <p:cNvSpPr/>
            <p:nvPr/>
          </p:nvSpPr>
          <p:spPr>
            <a:xfrm>
              <a:off x="7041420" y="22386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7" name="pt23877"/>
            <p:cNvSpPr/>
            <p:nvPr/>
          </p:nvSpPr>
          <p:spPr>
            <a:xfrm>
              <a:off x="7321897" y="2106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8" name="pt23878"/>
            <p:cNvSpPr/>
            <p:nvPr/>
          </p:nvSpPr>
          <p:spPr>
            <a:xfrm>
              <a:off x="7217341" y="21332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9" name="pt23879"/>
            <p:cNvSpPr/>
            <p:nvPr/>
          </p:nvSpPr>
          <p:spPr>
            <a:xfrm>
              <a:off x="7135193" y="21428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0" name="pt23880"/>
            <p:cNvSpPr/>
            <p:nvPr/>
          </p:nvSpPr>
          <p:spPr>
            <a:xfrm>
              <a:off x="7123856" y="20393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1" name="pt23881"/>
            <p:cNvSpPr/>
            <p:nvPr/>
          </p:nvSpPr>
          <p:spPr>
            <a:xfrm>
              <a:off x="7076822" y="22451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2" name="pt23882"/>
            <p:cNvSpPr/>
            <p:nvPr/>
          </p:nvSpPr>
          <p:spPr>
            <a:xfrm>
              <a:off x="7181924" y="19827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3" name="pt23883"/>
            <p:cNvSpPr/>
            <p:nvPr/>
          </p:nvSpPr>
          <p:spPr>
            <a:xfrm>
              <a:off x="6937185" y="19858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4" name="pt23884"/>
            <p:cNvSpPr/>
            <p:nvPr/>
          </p:nvSpPr>
          <p:spPr>
            <a:xfrm>
              <a:off x="7209352" y="21009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5" name="pt23885"/>
            <p:cNvSpPr/>
            <p:nvPr/>
          </p:nvSpPr>
          <p:spPr>
            <a:xfrm>
              <a:off x="7327625" y="20780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6" name="pt23886"/>
            <p:cNvSpPr/>
            <p:nvPr/>
          </p:nvSpPr>
          <p:spPr>
            <a:xfrm>
              <a:off x="7210884" y="1999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7" name="pt23887"/>
            <p:cNvSpPr/>
            <p:nvPr/>
          </p:nvSpPr>
          <p:spPr>
            <a:xfrm>
              <a:off x="7191338" y="22205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8" name="pt23888"/>
            <p:cNvSpPr/>
            <p:nvPr/>
          </p:nvSpPr>
          <p:spPr>
            <a:xfrm>
              <a:off x="7117482" y="21308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9" name="pt23889"/>
            <p:cNvSpPr/>
            <p:nvPr/>
          </p:nvSpPr>
          <p:spPr>
            <a:xfrm>
              <a:off x="7091174" y="21856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0" name="pt23890"/>
            <p:cNvSpPr/>
            <p:nvPr/>
          </p:nvSpPr>
          <p:spPr>
            <a:xfrm>
              <a:off x="6840458" y="24025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1" name="pt23891"/>
            <p:cNvSpPr/>
            <p:nvPr/>
          </p:nvSpPr>
          <p:spPr>
            <a:xfrm>
              <a:off x="7048672" y="18464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2" name="pt23892"/>
            <p:cNvSpPr/>
            <p:nvPr/>
          </p:nvSpPr>
          <p:spPr>
            <a:xfrm>
              <a:off x="7136740" y="22896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3" name="pt23893"/>
            <p:cNvSpPr/>
            <p:nvPr/>
          </p:nvSpPr>
          <p:spPr>
            <a:xfrm>
              <a:off x="7225767" y="2199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4" name="pt23894"/>
            <p:cNvSpPr/>
            <p:nvPr/>
          </p:nvSpPr>
          <p:spPr>
            <a:xfrm>
              <a:off x="7072336" y="22592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5" name="pt23895"/>
            <p:cNvSpPr/>
            <p:nvPr/>
          </p:nvSpPr>
          <p:spPr>
            <a:xfrm>
              <a:off x="7178655" y="20435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6" name="pt23896"/>
            <p:cNvSpPr/>
            <p:nvPr/>
          </p:nvSpPr>
          <p:spPr>
            <a:xfrm>
              <a:off x="7212332" y="2072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7" name="pt23897"/>
            <p:cNvSpPr/>
            <p:nvPr/>
          </p:nvSpPr>
          <p:spPr>
            <a:xfrm>
              <a:off x="6969679" y="20615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8" name="pt23898"/>
            <p:cNvSpPr/>
            <p:nvPr/>
          </p:nvSpPr>
          <p:spPr>
            <a:xfrm>
              <a:off x="6848822" y="23629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9" name="pt23899"/>
            <p:cNvSpPr/>
            <p:nvPr/>
          </p:nvSpPr>
          <p:spPr>
            <a:xfrm>
              <a:off x="7175592" y="20333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0" name="pt23900"/>
            <p:cNvSpPr/>
            <p:nvPr/>
          </p:nvSpPr>
          <p:spPr>
            <a:xfrm>
              <a:off x="7142911" y="21682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1" name="pt23901"/>
            <p:cNvSpPr/>
            <p:nvPr/>
          </p:nvSpPr>
          <p:spPr>
            <a:xfrm>
              <a:off x="7031471" y="22517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2" name="pt23902"/>
            <p:cNvSpPr/>
            <p:nvPr/>
          </p:nvSpPr>
          <p:spPr>
            <a:xfrm>
              <a:off x="7515340" y="24452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3" name="pt23903"/>
            <p:cNvSpPr/>
            <p:nvPr/>
          </p:nvSpPr>
          <p:spPr>
            <a:xfrm>
              <a:off x="7099277" y="20411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4" name="pt23904"/>
            <p:cNvSpPr/>
            <p:nvPr/>
          </p:nvSpPr>
          <p:spPr>
            <a:xfrm>
              <a:off x="7256480" y="20552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5" name="pt23905"/>
            <p:cNvSpPr/>
            <p:nvPr/>
          </p:nvSpPr>
          <p:spPr>
            <a:xfrm>
              <a:off x="7057232" y="2236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6" name="pt23906"/>
            <p:cNvSpPr/>
            <p:nvPr/>
          </p:nvSpPr>
          <p:spPr>
            <a:xfrm>
              <a:off x="7128771" y="23234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7" name="pt23907"/>
            <p:cNvSpPr/>
            <p:nvPr/>
          </p:nvSpPr>
          <p:spPr>
            <a:xfrm>
              <a:off x="7108229" y="21571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8" name="pt23908"/>
            <p:cNvSpPr/>
            <p:nvPr/>
          </p:nvSpPr>
          <p:spPr>
            <a:xfrm>
              <a:off x="6983306" y="21365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9" name="pt23909"/>
            <p:cNvSpPr/>
            <p:nvPr/>
          </p:nvSpPr>
          <p:spPr>
            <a:xfrm>
              <a:off x="6887878" y="17824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0" name="pt23910"/>
            <p:cNvSpPr/>
            <p:nvPr/>
          </p:nvSpPr>
          <p:spPr>
            <a:xfrm>
              <a:off x="7063055" y="20757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1" name="pt23911"/>
            <p:cNvSpPr/>
            <p:nvPr/>
          </p:nvSpPr>
          <p:spPr>
            <a:xfrm>
              <a:off x="6829023" y="20963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2" name="pt23912"/>
            <p:cNvSpPr/>
            <p:nvPr/>
          </p:nvSpPr>
          <p:spPr>
            <a:xfrm>
              <a:off x="7063474" y="22382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3" name="pt23913"/>
            <p:cNvSpPr/>
            <p:nvPr/>
          </p:nvSpPr>
          <p:spPr>
            <a:xfrm>
              <a:off x="7101758" y="21475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4" name="pt23914"/>
            <p:cNvSpPr/>
            <p:nvPr/>
          </p:nvSpPr>
          <p:spPr>
            <a:xfrm>
              <a:off x="7125432" y="23092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5" name="pt23915"/>
            <p:cNvSpPr/>
            <p:nvPr/>
          </p:nvSpPr>
          <p:spPr>
            <a:xfrm>
              <a:off x="6949381" y="20379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6" name="pt23916"/>
            <p:cNvSpPr/>
            <p:nvPr/>
          </p:nvSpPr>
          <p:spPr>
            <a:xfrm>
              <a:off x="7123395" y="21886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7" name="pt23917"/>
            <p:cNvSpPr/>
            <p:nvPr/>
          </p:nvSpPr>
          <p:spPr>
            <a:xfrm>
              <a:off x="7181847" y="20383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8" name="pt23918"/>
            <p:cNvSpPr/>
            <p:nvPr/>
          </p:nvSpPr>
          <p:spPr>
            <a:xfrm>
              <a:off x="7282372" y="19694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9" name="pt23919"/>
            <p:cNvSpPr/>
            <p:nvPr/>
          </p:nvSpPr>
          <p:spPr>
            <a:xfrm>
              <a:off x="7117976" y="21890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0" name="pt23920"/>
            <p:cNvSpPr/>
            <p:nvPr/>
          </p:nvSpPr>
          <p:spPr>
            <a:xfrm>
              <a:off x="7315144" y="19969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1" name="pt23921"/>
            <p:cNvSpPr/>
            <p:nvPr/>
          </p:nvSpPr>
          <p:spPr>
            <a:xfrm>
              <a:off x="7130352" y="21985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2" name="pt23922"/>
            <p:cNvSpPr/>
            <p:nvPr/>
          </p:nvSpPr>
          <p:spPr>
            <a:xfrm>
              <a:off x="6966699" y="20450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3" name="pt23923"/>
            <p:cNvSpPr/>
            <p:nvPr/>
          </p:nvSpPr>
          <p:spPr>
            <a:xfrm>
              <a:off x="6850857" y="22304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4" name="pt23924"/>
            <p:cNvSpPr/>
            <p:nvPr/>
          </p:nvSpPr>
          <p:spPr>
            <a:xfrm>
              <a:off x="7049873" y="18519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5" name="pt23925"/>
            <p:cNvSpPr/>
            <p:nvPr/>
          </p:nvSpPr>
          <p:spPr>
            <a:xfrm>
              <a:off x="7059427" y="22078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6" name="pt23926"/>
            <p:cNvSpPr/>
            <p:nvPr/>
          </p:nvSpPr>
          <p:spPr>
            <a:xfrm>
              <a:off x="7166429" y="21006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7" name="pt23927"/>
            <p:cNvSpPr/>
            <p:nvPr/>
          </p:nvSpPr>
          <p:spPr>
            <a:xfrm>
              <a:off x="7169027" y="21814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8" name="pt23928"/>
            <p:cNvSpPr/>
            <p:nvPr/>
          </p:nvSpPr>
          <p:spPr>
            <a:xfrm>
              <a:off x="6754787" y="25538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9" name="pt23929"/>
            <p:cNvSpPr/>
            <p:nvPr/>
          </p:nvSpPr>
          <p:spPr>
            <a:xfrm>
              <a:off x="7070403" y="22049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0" name="pt23930"/>
            <p:cNvSpPr/>
            <p:nvPr/>
          </p:nvSpPr>
          <p:spPr>
            <a:xfrm>
              <a:off x="7230188" y="20949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1" name="pt23931"/>
            <p:cNvSpPr/>
            <p:nvPr/>
          </p:nvSpPr>
          <p:spPr>
            <a:xfrm>
              <a:off x="7441310" y="26542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2" name="pt23932"/>
            <p:cNvSpPr/>
            <p:nvPr/>
          </p:nvSpPr>
          <p:spPr>
            <a:xfrm>
              <a:off x="6978640" y="19366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3" name="pt23933"/>
            <p:cNvSpPr/>
            <p:nvPr/>
          </p:nvSpPr>
          <p:spPr>
            <a:xfrm>
              <a:off x="7334035" y="22038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4" name="pt23934"/>
            <p:cNvSpPr/>
            <p:nvPr/>
          </p:nvSpPr>
          <p:spPr>
            <a:xfrm>
              <a:off x="7366604" y="22717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5" name="pt23935"/>
            <p:cNvSpPr/>
            <p:nvPr/>
          </p:nvSpPr>
          <p:spPr>
            <a:xfrm>
              <a:off x="7047786" y="18924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6" name="pt23936"/>
            <p:cNvSpPr/>
            <p:nvPr/>
          </p:nvSpPr>
          <p:spPr>
            <a:xfrm>
              <a:off x="7358181" y="2185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7" name="pt23937"/>
            <p:cNvSpPr/>
            <p:nvPr/>
          </p:nvSpPr>
          <p:spPr>
            <a:xfrm>
              <a:off x="7152578" y="2021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8" name="pt23938"/>
            <p:cNvSpPr/>
            <p:nvPr/>
          </p:nvSpPr>
          <p:spPr>
            <a:xfrm>
              <a:off x="7117677" y="21423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9" name="pt23939"/>
            <p:cNvSpPr/>
            <p:nvPr/>
          </p:nvSpPr>
          <p:spPr>
            <a:xfrm>
              <a:off x="7457648" y="22632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0" name="pt23940"/>
            <p:cNvSpPr/>
            <p:nvPr/>
          </p:nvSpPr>
          <p:spPr>
            <a:xfrm>
              <a:off x="7171428" y="21596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1" name="pt23941"/>
            <p:cNvSpPr/>
            <p:nvPr/>
          </p:nvSpPr>
          <p:spPr>
            <a:xfrm>
              <a:off x="7120560" y="21852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2" name="pt23942"/>
            <p:cNvSpPr/>
            <p:nvPr/>
          </p:nvSpPr>
          <p:spPr>
            <a:xfrm>
              <a:off x="7003284" y="20749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3" name="pt23943"/>
            <p:cNvSpPr/>
            <p:nvPr/>
          </p:nvSpPr>
          <p:spPr>
            <a:xfrm>
              <a:off x="7194944" y="2213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4" name="pt23944"/>
            <p:cNvSpPr/>
            <p:nvPr/>
          </p:nvSpPr>
          <p:spPr>
            <a:xfrm>
              <a:off x="7472624" y="25831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5" name="pt23945"/>
            <p:cNvSpPr/>
            <p:nvPr/>
          </p:nvSpPr>
          <p:spPr>
            <a:xfrm>
              <a:off x="7194610" y="22866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6" name="pt23946"/>
            <p:cNvSpPr/>
            <p:nvPr/>
          </p:nvSpPr>
          <p:spPr>
            <a:xfrm>
              <a:off x="7122778" y="20333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7" name="pt23947"/>
            <p:cNvSpPr/>
            <p:nvPr/>
          </p:nvSpPr>
          <p:spPr>
            <a:xfrm>
              <a:off x="7083588" y="21824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8" name="pt23948"/>
            <p:cNvSpPr/>
            <p:nvPr/>
          </p:nvSpPr>
          <p:spPr>
            <a:xfrm>
              <a:off x="6977399" y="2042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9" name="pt23949"/>
            <p:cNvSpPr/>
            <p:nvPr/>
          </p:nvSpPr>
          <p:spPr>
            <a:xfrm>
              <a:off x="7449990" y="27416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0" name="pt23950"/>
            <p:cNvSpPr/>
            <p:nvPr/>
          </p:nvSpPr>
          <p:spPr>
            <a:xfrm>
              <a:off x="7441877" y="25605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1" name="pt23951"/>
            <p:cNvSpPr/>
            <p:nvPr/>
          </p:nvSpPr>
          <p:spPr>
            <a:xfrm>
              <a:off x="7075105" y="2033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2" name="pt23952"/>
            <p:cNvSpPr/>
            <p:nvPr/>
          </p:nvSpPr>
          <p:spPr>
            <a:xfrm>
              <a:off x="7207289" y="20418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3" name="pt23953"/>
            <p:cNvSpPr/>
            <p:nvPr/>
          </p:nvSpPr>
          <p:spPr>
            <a:xfrm>
              <a:off x="7032413" y="22520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4" name="pt23954"/>
            <p:cNvSpPr/>
            <p:nvPr/>
          </p:nvSpPr>
          <p:spPr>
            <a:xfrm>
              <a:off x="7098709" y="20747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5" name="pt23955"/>
            <p:cNvSpPr/>
            <p:nvPr/>
          </p:nvSpPr>
          <p:spPr>
            <a:xfrm>
              <a:off x="7200236" y="22864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6" name="pt23956"/>
            <p:cNvSpPr/>
            <p:nvPr/>
          </p:nvSpPr>
          <p:spPr>
            <a:xfrm>
              <a:off x="7063224" y="21719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7" name="pt23957"/>
            <p:cNvSpPr/>
            <p:nvPr/>
          </p:nvSpPr>
          <p:spPr>
            <a:xfrm>
              <a:off x="7154298" y="20579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8" name="pt23958"/>
            <p:cNvSpPr/>
            <p:nvPr/>
          </p:nvSpPr>
          <p:spPr>
            <a:xfrm>
              <a:off x="7046179" y="20959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9" name="pt23959"/>
            <p:cNvSpPr/>
            <p:nvPr/>
          </p:nvSpPr>
          <p:spPr>
            <a:xfrm>
              <a:off x="7203852" y="21002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0" name="pt23960"/>
            <p:cNvSpPr/>
            <p:nvPr/>
          </p:nvSpPr>
          <p:spPr>
            <a:xfrm>
              <a:off x="7104698" y="20834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1" name="pt23961"/>
            <p:cNvSpPr/>
            <p:nvPr/>
          </p:nvSpPr>
          <p:spPr>
            <a:xfrm>
              <a:off x="7534104" y="22064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2" name="pt23962"/>
            <p:cNvSpPr/>
            <p:nvPr/>
          </p:nvSpPr>
          <p:spPr>
            <a:xfrm>
              <a:off x="6921322" y="22025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3" name="pt23963"/>
            <p:cNvSpPr/>
            <p:nvPr/>
          </p:nvSpPr>
          <p:spPr>
            <a:xfrm>
              <a:off x="7122948" y="20891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4" name="pt23964"/>
            <p:cNvSpPr/>
            <p:nvPr/>
          </p:nvSpPr>
          <p:spPr>
            <a:xfrm>
              <a:off x="6973772" y="19987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5" name="pt23965"/>
            <p:cNvSpPr/>
            <p:nvPr/>
          </p:nvSpPr>
          <p:spPr>
            <a:xfrm>
              <a:off x="7370900" y="21978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6" name="pt23966"/>
            <p:cNvSpPr/>
            <p:nvPr/>
          </p:nvSpPr>
          <p:spPr>
            <a:xfrm>
              <a:off x="7144869" y="20832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7" name="pt23967"/>
            <p:cNvSpPr/>
            <p:nvPr/>
          </p:nvSpPr>
          <p:spPr>
            <a:xfrm>
              <a:off x="7075741" y="21735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8" name="pt23968"/>
            <p:cNvSpPr/>
            <p:nvPr/>
          </p:nvSpPr>
          <p:spPr>
            <a:xfrm>
              <a:off x="7033140" y="22462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9" name="pt23969"/>
            <p:cNvSpPr/>
            <p:nvPr/>
          </p:nvSpPr>
          <p:spPr>
            <a:xfrm>
              <a:off x="7020032" y="19863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0" name="pt23970"/>
            <p:cNvSpPr/>
            <p:nvPr/>
          </p:nvSpPr>
          <p:spPr>
            <a:xfrm>
              <a:off x="7140094" y="22252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1" name="pt23971"/>
            <p:cNvSpPr/>
            <p:nvPr/>
          </p:nvSpPr>
          <p:spPr>
            <a:xfrm>
              <a:off x="7375937" y="18858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2" name="pt23972"/>
            <p:cNvSpPr/>
            <p:nvPr/>
          </p:nvSpPr>
          <p:spPr>
            <a:xfrm>
              <a:off x="6971614" y="20604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3" name="pt23973"/>
            <p:cNvSpPr/>
            <p:nvPr/>
          </p:nvSpPr>
          <p:spPr>
            <a:xfrm>
              <a:off x="7002632" y="19703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4" name="pt23974"/>
            <p:cNvSpPr/>
            <p:nvPr/>
          </p:nvSpPr>
          <p:spPr>
            <a:xfrm>
              <a:off x="7212345" y="20682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5" name="pt23975"/>
            <p:cNvSpPr/>
            <p:nvPr/>
          </p:nvSpPr>
          <p:spPr>
            <a:xfrm>
              <a:off x="6833488" y="22592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6" name="pt23976"/>
            <p:cNvSpPr/>
            <p:nvPr/>
          </p:nvSpPr>
          <p:spPr>
            <a:xfrm>
              <a:off x="6895659" y="18256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7" name="pt23977"/>
            <p:cNvSpPr/>
            <p:nvPr/>
          </p:nvSpPr>
          <p:spPr>
            <a:xfrm>
              <a:off x="7187306" y="21287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8" name="pt23978"/>
            <p:cNvSpPr/>
            <p:nvPr/>
          </p:nvSpPr>
          <p:spPr>
            <a:xfrm>
              <a:off x="7211515" y="22263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9" name="pt23979"/>
            <p:cNvSpPr/>
            <p:nvPr/>
          </p:nvSpPr>
          <p:spPr>
            <a:xfrm>
              <a:off x="7187967" y="20353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0" name="pt23980"/>
            <p:cNvSpPr/>
            <p:nvPr/>
          </p:nvSpPr>
          <p:spPr>
            <a:xfrm>
              <a:off x="7338825" y="24436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1" name="pt23981"/>
            <p:cNvSpPr/>
            <p:nvPr/>
          </p:nvSpPr>
          <p:spPr>
            <a:xfrm>
              <a:off x="7148785" y="19997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2" name="pt23982"/>
            <p:cNvSpPr/>
            <p:nvPr/>
          </p:nvSpPr>
          <p:spPr>
            <a:xfrm>
              <a:off x="7314527" y="20028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3" name="pt23983"/>
            <p:cNvSpPr/>
            <p:nvPr/>
          </p:nvSpPr>
          <p:spPr>
            <a:xfrm>
              <a:off x="7149957" y="20745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4" name="pt23984"/>
            <p:cNvSpPr/>
            <p:nvPr/>
          </p:nvSpPr>
          <p:spPr>
            <a:xfrm>
              <a:off x="7033137" y="21242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5" name="pt23985"/>
            <p:cNvSpPr/>
            <p:nvPr/>
          </p:nvSpPr>
          <p:spPr>
            <a:xfrm>
              <a:off x="7085162" y="21947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6" name="pt23986"/>
            <p:cNvSpPr/>
            <p:nvPr/>
          </p:nvSpPr>
          <p:spPr>
            <a:xfrm>
              <a:off x="7261721" y="20459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7" name="pt23987"/>
            <p:cNvSpPr/>
            <p:nvPr/>
          </p:nvSpPr>
          <p:spPr>
            <a:xfrm>
              <a:off x="7150042" y="20476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8" name="pt23988"/>
            <p:cNvSpPr/>
            <p:nvPr/>
          </p:nvSpPr>
          <p:spPr>
            <a:xfrm>
              <a:off x="7103417" y="21647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9" name="pt23989"/>
            <p:cNvSpPr/>
            <p:nvPr/>
          </p:nvSpPr>
          <p:spPr>
            <a:xfrm>
              <a:off x="6957057" y="20054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0" name="pt23990"/>
            <p:cNvSpPr/>
            <p:nvPr/>
          </p:nvSpPr>
          <p:spPr>
            <a:xfrm>
              <a:off x="7340129" y="24907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1" name="pt23991"/>
            <p:cNvSpPr/>
            <p:nvPr/>
          </p:nvSpPr>
          <p:spPr>
            <a:xfrm>
              <a:off x="6925820" y="21756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2" name="pt23992"/>
            <p:cNvSpPr/>
            <p:nvPr/>
          </p:nvSpPr>
          <p:spPr>
            <a:xfrm>
              <a:off x="7067304" y="22018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3" name="pt23993"/>
            <p:cNvSpPr/>
            <p:nvPr/>
          </p:nvSpPr>
          <p:spPr>
            <a:xfrm>
              <a:off x="6966388" y="21594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4" name="pt23994"/>
            <p:cNvSpPr/>
            <p:nvPr/>
          </p:nvSpPr>
          <p:spPr>
            <a:xfrm>
              <a:off x="7102063" y="21560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5" name="pt23995"/>
            <p:cNvSpPr/>
            <p:nvPr/>
          </p:nvSpPr>
          <p:spPr>
            <a:xfrm>
              <a:off x="7148472" y="20428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6" name="pt23996"/>
            <p:cNvSpPr/>
            <p:nvPr/>
          </p:nvSpPr>
          <p:spPr>
            <a:xfrm>
              <a:off x="7181015" y="2068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7" name="pt23997"/>
            <p:cNvSpPr/>
            <p:nvPr/>
          </p:nvSpPr>
          <p:spPr>
            <a:xfrm>
              <a:off x="7323968" y="20213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8" name="pt23998"/>
            <p:cNvSpPr/>
            <p:nvPr/>
          </p:nvSpPr>
          <p:spPr>
            <a:xfrm>
              <a:off x="7052257" y="1914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9" name="pt23999"/>
            <p:cNvSpPr/>
            <p:nvPr/>
          </p:nvSpPr>
          <p:spPr>
            <a:xfrm>
              <a:off x="7252396" y="20721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0" name="pt24000"/>
            <p:cNvSpPr/>
            <p:nvPr/>
          </p:nvSpPr>
          <p:spPr>
            <a:xfrm>
              <a:off x="7133923" y="24268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1" name="pt24001"/>
            <p:cNvSpPr/>
            <p:nvPr/>
          </p:nvSpPr>
          <p:spPr>
            <a:xfrm>
              <a:off x="7216767" y="21048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2" name="pt24002"/>
            <p:cNvSpPr/>
            <p:nvPr/>
          </p:nvSpPr>
          <p:spPr>
            <a:xfrm>
              <a:off x="7104657" y="21631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3" name="pt24003"/>
            <p:cNvSpPr/>
            <p:nvPr/>
          </p:nvSpPr>
          <p:spPr>
            <a:xfrm>
              <a:off x="6843151" y="23532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4" name="pt24004"/>
            <p:cNvSpPr/>
            <p:nvPr/>
          </p:nvSpPr>
          <p:spPr>
            <a:xfrm>
              <a:off x="7074318" y="21966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5" name="pt24005"/>
            <p:cNvSpPr/>
            <p:nvPr/>
          </p:nvSpPr>
          <p:spPr>
            <a:xfrm>
              <a:off x="7221143" y="17648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6" name="pt24006"/>
            <p:cNvSpPr/>
            <p:nvPr/>
          </p:nvSpPr>
          <p:spPr>
            <a:xfrm>
              <a:off x="7016251" y="17170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7" name="pt24007"/>
            <p:cNvSpPr/>
            <p:nvPr/>
          </p:nvSpPr>
          <p:spPr>
            <a:xfrm>
              <a:off x="7104975" y="21243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8" name="pt24008"/>
            <p:cNvSpPr/>
            <p:nvPr/>
          </p:nvSpPr>
          <p:spPr>
            <a:xfrm>
              <a:off x="7241185" y="20499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9" name="pt24009"/>
            <p:cNvSpPr/>
            <p:nvPr/>
          </p:nvSpPr>
          <p:spPr>
            <a:xfrm>
              <a:off x="7115651" y="21253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0" name="pt24010"/>
            <p:cNvSpPr/>
            <p:nvPr/>
          </p:nvSpPr>
          <p:spPr>
            <a:xfrm>
              <a:off x="6997030" y="20763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1" name="pt24011"/>
            <p:cNvSpPr/>
            <p:nvPr/>
          </p:nvSpPr>
          <p:spPr>
            <a:xfrm>
              <a:off x="7100798" y="2166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2" name="pt24012"/>
            <p:cNvSpPr/>
            <p:nvPr/>
          </p:nvSpPr>
          <p:spPr>
            <a:xfrm>
              <a:off x="7125544" y="22679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3" name="pt24013"/>
            <p:cNvSpPr/>
            <p:nvPr/>
          </p:nvSpPr>
          <p:spPr>
            <a:xfrm>
              <a:off x="7291620" y="20381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4" name="pt24014"/>
            <p:cNvSpPr/>
            <p:nvPr/>
          </p:nvSpPr>
          <p:spPr>
            <a:xfrm>
              <a:off x="7141598" y="21445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5" name="pt24015"/>
            <p:cNvSpPr/>
            <p:nvPr/>
          </p:nvSpPr>
          <p:spPr>
            <a:xfrm>
              <a:off x="7386877" y="29517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6" name="pt24016"/>
            <p:cNvSpPr/>
            <p:nvPr/>
          </p:nvSpPr>
          <p:spPr>
            <a:xfrm>
              <a:off x="7265769" y="20728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7" name="pt24017"/>
            <p:cNvSpPr/>
            <p:nvPr/>
          </p:nvSpPr>
          <p:spPr>
            <a:xfrm>
              <a:off x="7124244" y="20766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8" name="pt24018"/>
            <p:cNvSpPr/>
            <p:nvPr/>
          </p:nvSpPr>
          <p:spPr>
            <a:xfrm>
              <a:off x="7052915" y="20305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9" name="pt24019"/>
            <p:cNvSpPr/>
            <p:nvPr/>
          </p:nvSpPr>
          <p:spPr>
            <a:xfrm>
              <a:off x="7243507" y="20086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0" name="pt24020"/>
            <p:cNvSpPr/>
            <p:nvPr/>
          </p:nvSpPr>
          <p:spPr>
            <a:xfrm>
              <a:off x="7103507" y="21637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1" name="pt24021"/>
            <p:cNvSpPr/>
            <p:nvPr/>
          </p:nvSpPr>
          <p:spPr>
            <a:xfrm>
              <a:off x="7081742" y="21919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2" name="pt24022"/>
            <p:cNvSpPr/>
            <p:nvPr/>
          </p:nvSpPr>
          <p:spPr>
            <a:xfrm>
              <a:off x="6729277" y="22537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3" name="pt24023"/>
            <p:cNvSpPr/>
            <p:nvPr/>
          </p:nvSpPr>
          <p:spPr>
            <a:xfrm>
              <a:off x="7191161" y="21828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4" name="pt24024"/>
            <p:cNvSpPr/>
            <p:nvPr/>
          </p:nvSpPr>
          <p:spPr>
            <a:xfrm>
              <a:off x="7016973" y="19910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5" name="pt24025"/>
            <p:cNvSpPr/>
            <p:nvPr/>
          </p:nvSpPr>
          <p:spPr>
            <a:xfrm>
              <a:off x="6846297" y="24218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6" name="pt24026"/>
            <p:cNvSpPr/>
            <p:nvPr/>
          </p:nvSpPr>
          <p:spPr>
            <a:xfrm>
              <a:off x="6911503" y="21801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7" name="pt24027"/>
            <p:cNvSpPr/>
            <p:nvPr/>
          </p:nvSpPr>
          <p:spPr>
            <a:xfrm>
              <a:off x="7138120" y="23671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8" name="pt24028"/>
            <p:cNvSpPr/>
            <p:nvPr/>
          </p:nvSpPr>
          <p:spPr>
            <a:xfrm>
              <a:off x="7076012" y="21375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9" name="pt24029"/>
            <p:cNvSpPr/>
            <p:nvPr/>
          </p:nvSpPr>
          <p:spPr>
            <a:xfrm>
              <a:off x="7050928" y="16696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0" name="pt24030"/>
            <p:cNvSpPr/>
            <p:nvPr/>
          </p:nvSpPr>
          <p:spPr>
            <a:xfrm>
              <a:off x="7277978" y="20013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1" name="pt24031"/>
            <p:cNvSpPr/>
            <p:nvPr/>
          </p:nvSpPr>
          <p:spPr>
            <a:xfrm>
              <a:off x="7183380" y="19809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2" name="pt24032"/>
            <p:cNvSpPr/>
            <p:nvPr/>
          </p:nvSpPr>
          <p:spPr>
            <a:xfrm>
              <a:off x="7153624" y="19616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3" name="pt24033"/>
            <p:cNvSpPr/>
            <p:nvPr/>
          </p:nvSpPr>
          <p:spPr>
            <a:xfrm>
              <a:off x="7097503" y="21555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4" name="pt24034"/>
            <p:cNvSpPr/>
            <p:nvPr/>
          </p:nvSpPr>
          <p:spPr>
            <a:xfrm>
              <a:off x="7060009" y="22159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5" name="pt24035"/>
            <p:cNvSpPr/>
            <p:nvPr/>
          </p:nvSpPr>
          <p:spPr>
            <a:xfrm>
              <a:off x="7102984" y="21546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6" name="pt24036"/>
            <p:cNvSpPr/>
            <p:nvPr/>
          </p:nvSpPr>
          <p:spPr>
            <a:xfrm>
              <a:off x="7453833" y="23364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7" name="pt24037"/>
            <p:cNvSpPr/>
            <p:nvPr/>
          </p:nvSpPr>
          <p:spPr>
            <a:xfrm>
              <a:off x="7095878" y="21771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8" name="pt24038"/>
            <p:cNvSpPr/>
            <p:nvPr/>
          </p:nvSpPr>
          <p:spPr>
            <a:xfrm>
              <a:off x="6930572" y="20441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9" name="pt24039"/>
            <p:cNvSpPr/>
            <p:nvPr/>
          </p:nvSpPr>
          <p:spPr>
            <a:xfrm>
              <a:off x="7157254" y="19483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0" name="pt24040"/>
            <p:cNvSpPr/>
            <p:nvPr/>
          </p:nvSpPr>
          <p:spPr>
            <a:xfrm>
              <a:off x="7136078" y="2343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1" name="pt24041"/>
            <p:cNvSpPr/>
            <p:nvPr/>
          </p:nvSpPr>
          <p:spPr>
            <a:xfrm>
              <a:off x="7328015" y="20033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2" name="pt24042"/>
            <p:cNvSpPr/>
            <p:nvPr/>
          </p:nvSpPr>
          <p:spPr>
            <a:xfrm>
              <a:off x="7043749" y="22628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3" name="pt24043"/>
            <p:cNvSpPr/>
            <p:nvPr/>
          </p:nvSpPr>
          <p:spPr>
            <a:xfrm>
              <a:off x="7248653" y="22216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4" name="pt24044"/>
            <p:cNvSpPr/>
            <p:nvPr/>
          </p:nvSpPr>
          <p:spPr>
            <a:xfrm>
              <a:off x="7152198" y="19913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5" name="pt24045"/>
            <p:cNvSpPr/>
            <p:nvPr/>
          </p:nvSpPr>
          <p:spPr>
            <a:xfrm>
              <a:off x="7105762" y="21344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6" name="pt24046"/>
            <p:cNvSpPr/>
            <p:nvPr/>
          </p:nvSpPr>
          <p:spPr>
            <a:xfrm>
              <a:off x="6933700" y="22084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7" name="pt24047"/>
            <p:cNvSpPr/>
            <p:nvPr/>
          </p:nvSpPr>
          <p:spPr>
            <a:xfrm>
              <a:off x="6893131" y="20915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8" name="pt24048"/>
            <p:cNvSpPr/>
            <p:nvPr/>
          </p:nvSpPr>
          <p:spPr>
            <a:xfrm>
              <a:off x="7217684" y="20414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9" name="pt24049"/>
            <p:cNvSpPr/>
            <p:nvPr/>
          </p:nvSpPr>
          <p:spPr>
            <a:xfrm>
              <a:off x="7039988" y="22923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0" name="pt24050"/>
            <p:cNvSpPr/>
            <p:nvPr/>
          </p:nvSpPr>
          <p:spPr>
            <a:xfrm>
              <a:off x="6938415" y="21157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1" name="pt24051"/>
            <p:cNvSpPr/>
            <p:nvPr/>
          </p:nvSpPr>
          <p:spPr>
            <a:xfrm>
              <a:off x="6937094" y="19912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2" name="pt24052"/>
            <p:cNvSpPr/>
            <p:nvPr/>
          </p:nvSpPr>
          <p:spPr>
            <a:xfrm>
              <a:off x="7185579" y="22418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3" name="pt24053"/>
            <p:cNvSpPr/>
            <p:nvPr/>
          </p:nvSpPr>
          <p:spPr>
            <a:xfrm>
              <a:off x="7357802" y="21521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4" name="pt24054"/>
            <p:cNvSpPr/>
            <p:nvPr/>
          </p:nvSpPr>
          <p:spPr>
            <a:xfrm>
              <a:off x="7458028" y="22550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5" name="pt24055"/>
            <p:cNvSpPr/>
            <p:nvPr/>
          </p:nvSpPr>
          <p:spPr>
            <a:xfrm>
              <a:off x="7128359" y="22836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6" name="pt24056"/>
            <p:cNvSpPr/>
            <p:nvPr/>
          </p:nvSpPr>
          <p:spPr>
            <a:xfrm>
              <a:off x="7129219" y="23710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7" name="pt24057"/>
            <p:cNvSpPr/>
            <p:nvPr/>
          </p:nvSpPr>
          <p:spPr>
            <a:xfrm>
              <a:off x="7023830" y="23487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8" name="pt24058"/>
            <p:cNvSpPr/>
            <p:nvPr/>
          </p:nvSpPr>
          <p:spPr>
            <a:xfrm>
              <a:off x="7218665" y="20073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9" name="pt24059"/>
            <p:cNvSpPr/>
            <p:nvPr/>
          </p:nvSpPr>
          <p:spPr>
            <a:xfrm>
              <a:off x="7168311" y="22382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0" name="pt24060"/>
            <p:cNvSpPr/>
            <p:nvPr/>
          </p:nvSpPr>
          <p:spPr>
            <a:xfrm>
              <a:off x="7076637" y="22257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1" name="pt24061"/>
            <p:cNvSpPr/>
            <p:nvPr/>
          </p:nvSpPr>
          <p:spPr>
            <a:xfrm>
              <a:off x="7044535" y="22107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2" name="pt24062"/>
            <p:cNvSpPr/>
            <p:nvPr/>
          </p:nvSpPr>
          <p:spPr>
            <a:xfrm>
              <a:off x="7101105" y="21427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3" name="pt24063"/>
            <p:cNvSpPr/>
            <p:nvPr/>
          </p:nvSpPr>
          <p:spPr>
            <a:xfrm>
              <a:off x="7143973" y="20824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4" name="pt24064"/>
            <p:cNvSpPr/>
            <p:nvPr/>
          </p:nvSpPr>
          <p:spPr>
            <a:xfrm>
              <a:off x="7156562" y="20120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5" name="pt24065"/>
            <p:cNvSpPr/>
            <p:nvPr/>
          </p:nvSpPr>
          <p:spPr>
            <a:xfrm>
              <a:off x="6873530" y="1852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6" name="pt24066"/>
            <p:cNvSpPr/>
            <p:nvPr/>
          </p:nvSpPr>
          <p:spPr>
            <a:xfrm>
              <a:off x="6931069" y="2177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7" name="pt24067"/>
            <p:cNvSpPr/>
            <p:nvPr/>
          </p:nvSpPr>
          <p:spPr>
            <a:xfrm>
              <a:off x="7098618" y="21086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8" name="pt24068"/>
            <p:cNvSpPr/>
            <p:nvPr/>
          </p:nvSpPr>
          <p:spPr>
            <a:xfrm>
              <a:off x="7176794" y="21500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9" name="pt24069"/>
            <p:cNvSpPr/>
            <p:nvPr/>
          </p:nvSpPr>
          <p:spPr>
            <a:xfrm>
              <a:off x="7327546" y="2231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0" name="pt24070"/>
            <p:cNvSpPr/>
            <p:nvPr/>
          </p:nvSpPr>
          <p:spPr>
            <a:xfrm>
              <a:off x="7149876" y="19850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1" name="pt24071"/>
            <p:cNvSpPr/>
            <p:nvPr/>
          </p:nvSpPr>
          <p:spPr>
            <a:xfrm>
              <a:off x="7011598" y="18443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2" name="pt24072"/>
            <p:cNvSpPr/>
            <p:nvPr/>
          </p:nvSpPr>
          <p:spPr>
            <a:xfrm>
              <a:off x="7165584" y="21705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3" name="pt24073"/>
            <p:cNvSpPr/>
            <p:nvPr/>
          </p:nvSpPr>
          <p:spPr>
            <a:xfrm>
              <a:off x="7133338" y="23504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4" name="pt24074"/>
            <p:cNvSpPr/>
            <p:nvPr/>
          </p:nvSpPr>
          <p:spPr>
            <a:xfrm>
              <a:off x="7013777" y="18063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5" name="pt24075"/>
            <p:cNvSpPr/>
            <p:nvPr/>
          </p:nvSpPr>
          <p:spPr>
            <a:xfrm>
              <a:off x="6954894" y="21037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6" name="pt24076"/>
            <p:cNvSpPr/>
            <p:nvPr/>
          </p:nvSpPr>
          <p:spPr>
            <a:xfrm>
              <a:off x="7216962" y="20522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7" name="pt24077"/>
            <p:cNvSpPr/>
            <p:nvPr/>
          </p:nvSpPr>
          <p:spPr>
            <a:xfrm>
              <a:off x="7148329" y="20987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8" name="pt24078"/>
            <p:cNvSpPr/>
            <p:nvPr/>
          </p:nvSpPr>
          <p:spPr>
            <a:xfrm>
              <a:off x="7126738" y="23198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9" name="pt24079"/>
            <p:cNvSpPr/>
            <p:nvPr/>
          </p:nvSpPr>
          <p:spPr>
            <a:xfrm>
              <a:off x="6920702" y="22892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0" name="pt24080"/>
            <p:cNvSpPr/>
            <p:nvPr/>
          </p:nvSpPr>
          <p:spPr>
            <a:xfrm>
              <a:off x="7228351" y="21264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1" name="pt24081"/>
            <p:cNvSpPr/>
            <p:nvPr/>
          </p:nvSpPr>
          <p:spPr>
            <a:xfrm>
              <a:off x="7154531" y="19743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2" name="pt24082"/>
            <p:cNvSpPr/>
            <p:nvPr/>
          </p:nvSpPr>
          <p:spPr>
            <a:xfrm>
              <a:off x="7228335" y="2343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3" name="pt24083"/>
            <p:cNvSpPr/>
            <p:nvPr/>
          </p:nvSpPr>
          <p:spPr>
            <a:xfrm>
              <a:off x="7175769" y="19959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4" name="pt24084"/>
            <p:cNvSpPr/>
            <p:nvPr/>
          </p:nvSpPr>
          <p:spPr>
            <a:xfrm>
              <a:off x="7370589" y="21261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5" name="pt24085"/>
            <p:cNvSpPr/>
            <p:nvPr/>
          </p:nvSpPr>
          <p:spPr>
            <a:xfrm>
              <a:off x="7327027" y="2265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6" name="pt24086"/>
            <p:cNvSpPr/>
            <p:nvPr/>
          </p:nvSpPr>
          <p:spPr>
            <a:xfrm>
              <a:off x="7058025" y="22590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7" name="pt24087"/>
            <p:cNvSpPr/>
            <p:nvPr/>
          </p:nvSpPr>
          <p:spPr>
            <a:xfrm>
              <a:off x="7212920" y="21617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8" name="pt24088"/>
            <p:cNvSpPr/>
            <p:nvPr/>
          </p:nvSpPr>
          <p:spPr>
            <a:xfrm>
              <a:off x="6855993" y="23756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9" name="pt24089"/>
            <p:cNvSpPr/>
            <p:nvPr/>
          </p:nvSpPr>
          <p:spPr>
            <a:xfrm>
              <a:off x="7088894" y="22137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0" name="pt24090"/>
            <p:cNvSpPr/>
            <p:nvPr/>
          </p:nvSpPr>
          <p:spPr>
            <a:xfrm>
              <a:off x="7335474" y="2485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1" name="pt24091"/>
            <p:cNvSpPr/>
            <p:nvPr/>
          </p:nvSpPr>
          <p:spPr>
            <a:xfrm>
              <a:off x="7076754" y="22384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2" name="pt24092"/>
            <p:cNvSpPr/>
            <p:nvPr/>
          </p:nvSpPr>
          <p:spPr>
            <a:xfrm>
              <a:off x="7180310" y="20363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3" name="pt24093"/>
            <p:cNvSpPr/>
            <p:nvPr/>
          </p:nvSpPr>
          <p:spPr>
            <a:xfrm>
              <a:off x="7089094" y="21838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4" name="pt24094"/>
            <p:cNvSpPr/>
            <p:nvPr/>
          </p:nvSpPr>
          <p:spPr>
            <a:xfrm>
              <a:off x="7256974" y="19885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5" name="pt24095"/>
            <p:cNvSpPr/>
            <p:nvPr/>
          </p:nvSpPr>
          <p:spPr>
            <a:xfrm>
              <a:off x="7258263" y="20024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6" name="pt24096"/>
            <p:cNvSpPr/>
            <p:nvPr/>
          </p:nvSpPr>
          <p:spPr>
            <a:xfrm>
              <a:off x="7305489" y="17733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7" name="pt24097"/>
            <p:cNvSpPr/>
            <p:nvPr/>
          </p:nvSpPr>
          <p:spPr>
            <a:xfrm>
              <a:off x="7083062" y="22399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8" name="pt24098"/>
            <p:cNvSpPr/>
            <p:nvPr/>
          </p:nvSpPr>
          <p:spPr>
            <a:xfrm>
              <a:off x="7095594" y="21094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9" name="pt24099"/>
            <p:cNvSpPr/>
            <p:nvPr/>
          </p:nvSpPr>
          <p:spPr>
            <a:xfrm>
              <a:off x="7318483" y="2058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0" name="pt24100"/>
            <p:cNvSpPr/>
            <p:nvPr/>
          </p:nvSpPr>
          <p:spPr>
            <a:xfrm>
              <a:off x="7109471" y="20734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1" name="pt24101"/>
            <p:cNvSpPr/>
            <p:nvPr/>
          </p:nvSpPr>
          <p:spPr>
            <a:xfrm>
              <a:off x="6958044" y="20126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2" name="pt24102"/>
            <p:cNvSpPr/>
            <p:nvPr/>
          </p:nvSpPr>
          <p:spPr>
            <a:xfrm>
              <a:off x="7125311" y="22596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3" name="pt24103"/>
            <p:cNvSpPr/>
            <p:nvPr/>
          </p:nvSpPr>
          <p:spPr>
            <a:xfrm>
              <a:off x="7181895" y="20683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4" name="pt24104"/>
            <p:cNvSpPr/>
            <p:nvPr/>
          </p:nvSpPr>
          <p:spPr>
            <a:xfrm>
              <a:off x="6997978" y="18704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5" name="pt24105"/>
            <p:cNvSpPr/>
            <p:nvPr/>
          </p:nvSpPr>
          <p:spPr>
            <a:xfrm>
              <a:off x="7168242" y="22724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6" name="pt24106"/>
            <p:cNvSpPr/>
            <p:nvPr/>
          </p:nvSpPr>
          <p:spPr>
            <a:xfrm>
              <a:off x="7356989" y="21113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7" name="pt24107"/>
            <p:cNvSpPr/>
            <p:nvPr/>
          </p:nvSpPr>
          <p:spPr>
            <a:xfrm>
              <a:off x="7238141" y="20576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8" name="pt24108"/>
            <p:cNvSpPr/>
            <p:nvPr/>
          </p:nvSpPr>
          <p:spPr>
            <a:xfrm>
              <a:off x="7103239" y="21020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9" name="pt24109"/>
            <p:cNvSpPr/>
            <p:nvPr/>
          </p:nvSpPr>
          <p:spPr>
            <a:xfrm>
              <a:off x="7198050" y="23090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0" name="pt24110"/>
            <p:cNvSpPr/>
            <p:nvPr/>
          </p:nvSpPr>
          <p:spPr>
            <a:xfrm>
              <a:off x="7210856" y="20885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1" name="pt24111"/>
            <p:cNvSpPr/>
            <p:nvPr/>
          </p:nvSpPr>
          <p:spPr>
            <a:xfrm>
              <a:off x="7069705" y="20606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2" name="pt24112"/>
            <p:cNvSpPr/>
            <p:nvPr/>
          </p:nvSpPr>
          <p:spPr>
            <a:xfrm>
              <a:off x="7035160" y="24186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3" name="pt24113"/>
            <p:cNvSpPr/>
            <p:nvPr/>
          </p:nvSpPr>
          <p:spPr>
            <a:xfrm>
              <a:off x="7344608" y="25841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4" name="pt24114"/>
            <p:cNvSpPr/>
            <p:nvPr/>
          </p:nvSpPr>
          <p:spPr>
            <a:xfrm>
              <a:off x="6959287" y="19705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5" name="pt24115"/>
            <p:cNvSpPr/>
            <p:nvPr/>
          </p:nvSpPr>
          <p:spPr>
            <a:xfrm>
              <a:off x="7286960" y="1964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6" name="pt24116"/>
            <p:cNvSpPr/>
            <p:nvPr/>
          </p:nvSpPr>
          <p:spPr>
            <a:xfrm>
              <a:off x="7124097" y="20914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7" name="pt24117"/>
            <p:cNvSpPr/>
            <p:nvPr/>
          </p:nvSpPr>
          <p:spPr>
            <a:xfrm>
              <a:off x="7386843" y="26711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8" name="pt24118"/>
            <p:cNvSpPr/>
            <p:nvPr/>
          </p:nvSpPr>
          <p:spPr>
            <a:xfrm>
              <a:off x="7086878" y="21875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9" name="pt24119"/>
            <p:cNvSpPr/>
            <p:nvPr/>
          </p:nvSpPr>
          <p:spPr>
            <a:xfrm>
              <a:off x="7055974" y="20968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0" name="pt24120"/>
            <p:cNvSpPr/>
            <p:nvPr/>
          </p:nvSpPr>
          <p:spPr>
            <a:xfrm>
              <a:off x="7223705" y="23158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1" name="pt24121"/>
            <p:cNvSpPr/>
            <p:nvPr/>
          </p:nvSpPr>
          <p:spPr>
            <a:xfrm>
              <a:off x="7014977" y="16923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2" name="pt24122"/>
            <p:cNvSpPr/>
            <p:nvPr/>
          </p:nvSpPr>
          <p:spPr>
            <a:xfrm>
              <a:off x="7140660" y="22439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3" name="pt24123"/>
            <p:cNvSpPr/>
            <p:nvPr/>
          </p:nvSpPr>
          <p:spPr>
            <a:xfrm>
              <a:off x="7328118" y="21642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4" name="pt24124"/>
            <p:cNvSpPr/>
            <p:nvPr/>
          </p:nvSpPr>
          <p:spPr>
            <a:xfrm>
              <a:off x="7131256" y="22599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5" name="pt24125"/>
            <p:cNvSpPr/>
            <p:nvPr/>
          </p:nvSpPr>
          <p:spPr>
            <a:xfrm>
              <a:off x="7129711" y="23668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6" name="pt24126"/>
            <p:cNvSpPr/>
            <p:nvPr/>
          </p:nvSpPr>
          <p:spPr>
            <a:xfrm>
              <a:off x="7127925" y="21832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7" name="pt24127"/>
            <p:cNvSpPr/>
            <p:nvPr/>
          </p:nvSpPr>
          <p:spPr>
            <a:xfrm>
              <a:off x="7475896" y="21769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8" name="pt24128"/>
            <p:cNvSpPr/>
            <p:nvPr/>
          </p:nvSpPr>
          <p:spPr>
            <a:xfrm>
              <a:off x="7349120" y="26177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9" name="pt24129"/>
            <p:cNvSpPr/>
            <p:nvPr/>
          </p:nvSpPr>
          <p:spPr>
            <a:xfrm>
              <a:off x="7062295" y="21023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0" name="pt24130"/>
            <p:cNvSpPr/>
            <p:nvPr/>
          </p:nvSpPr>
          <p:spPr>
            <a:xfrm>
              <a:off x="7319564" y="2116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1" name="pt24131"/>
            <p:cNvSpPr/>
            <p:nvPr/>
          </p:nvSpPr>
          <p:spPr>
            <a:xfrm>
              <a:off x="6982776" y="20910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2" name="pt24132"/>
            <p:cNvSpPr/>
            <p:nvPr/>
          </p:nvSpPr>
          <p:spPr>
            <a:xfrm>
              <a:off x="7137359" y="23376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3" name="pt24133"/>
            <p:cNvSpPr/>
            <p:nvPr/>
          </p:nvSpPr>
          <p:spPr>
            <a:xfrm>
              <a:off x="7125857" y="22675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4" name="pt24134"/>
            <p:cNvSpPr/>
            <p:nvPr/>
          </p:nvSpPr>
          <p:spPr>
            <a:xfrm>
              <a:off x="7190092" y="23562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5" name="pt24135"/>
            <p:cNvSpPr/>
            <p:nvPr/>
          </p:nvSpPr>
          <p:spPr>
            <a:xfrm>
              <a:off x="6994630" y="19954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6" name="pt24136"/>
            <p:cNvSpPr/>
            <p:nvPr/>
          </p:nvSpPr>
          <p:spPr>
            <a:xfrm>
              <a:off x="7035892" y="23870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7" name="pt24137"/>
            <p:cNvSpPr/>
            <p:nvPr/>
          </p:nvSpPr>
          <p:spPr>
            <a:xfrm>
              <a:off x="7124037" y="21423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8" name="pt24138"/>
            <p:cNvSpPr/>
            <p:nvPr/>
          </p:nvSpPr>
          <p:spPr>
            <a:xfrm>
              <a:off x="7220882" y="19152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9" name="pt24139"/>
            <p:cNvSpPr/>
            <p:nvPr/>
          </p:nvSpPr>
          <p:spPr>
            <a:xfrm>
              <a:off x="7124500" y="21945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0" name="pt24140"/>
            <p:cNvSpPr/>
            <p:nvPr/>
          </p:nvSpPr>
          <p:spPr>
            <a:xfrm>
              <a:off x="7180954" y="20792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1" name="pt24141"/>
            <p:cNvSpPr/>
            <p:nvPr/>
          </p:nvSpPr>
          <p:spPr>
            <a:xfrm>
              <a:off x="7106806" y="21216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2" name="pt24142"/>
            <p:cNvSpPr/>
            <p:nvPr/>
          </p:nvSpPr>
          <p:spPr>
            <a:xfrm>
              <a:off x="6940023" y="19991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3" name="pt24143"/>
            <p:cNvSpPr/>
            <p:nvPr/>
          </p:nvSpPr>
          <p:spPr>
            <a:xfrm>
              <a:off x="7340712" y="24851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4" name="pt24144"/>
            <p:cNvSpPr/>
            <p:nvPr/>
          </p:nvSpPr>
          <p:spPr>
            <a:xfrm>
              <a:off x="7243320" y="19983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5" name="pt24145"/>
            <p:cNvSpPr/>
            <p:nvPr/>
          </p:nvSpPr>
          <p:spPr>
            <a:xfrm>
              <a:off x="7156615" y="19594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6" name="pt24146"/>
            <p:cNvSpPr/>
            <p:nvPr/>
          </p:nvSpPr>
          <p:spPr>
            <a:xfrm>
              <a:off x="7243007" y="18879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7" name="pt24147"/>
            <p:cNvSpPr/>
            <p:nvPr/>
          </p:nvSpPr>
          <p:spPr>
            <a:xfrm>
              <a:off x="7363941" y="20872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8" name="pt24148"/>
            <p:cNvSpPr/>
            <p:nvPr/>
          </p:nvSpPr>
          <p:spPr>
            <a:xfrm>
              <a:off x="7250303" y="20338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9" name="pt24149"/>
            <p:cNvSpPr/>
            <p:nvPr/>
          </p:nvSpPr>
          <p:spPr>
            <a:xfrm>
              <a:off x="7121194" y="22068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0" name="pt24150"/>
            <p:cNvSpPr/>
            <p:nvPr/>
          </p:nvSpPr>
          <p:spPr>
            <a:xfrm>
              <a:off x="6954415" y="20365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1" name="pt24151"/>
            <p:cNvSpPr/>
            <p:nvPr/>
          </p:nvSpPr>
          <p:spPr>
            <a:xfrm>
              <a:off x="7093301" y="21605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2" name="pt24152"/>
            <p:cNvSpPr/>
            <p:nvPr/>
          </p:nvSpPr>
          <p:spPr>
            <a:xfrm>
              <a:off x="7070821" y="21409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3" name="pt24153"/>
            <p:cNvSpPr/>
            <p:nvPr/>
          </p:nvSpPr>
          <p:spPr>
            <a:xfrm>
              <a:off x="6841314" y="24795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4" name="pt24154"/>
            <p:cNvSpPr/>
            <p:nvPr/>
          </p:nvSpPr>
          <p:spPr>
            <a:xfrm>
              <a:off x="7465726" y="23926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5" name="pt24155"/>
            <p:cNvSpPr/>
            <p:nvPr/>
          </p:nvSpPr>
          <p:spPr>
            <a:xfrm>
              <a:off x="6968109" y="20722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6" name="pt24156"/>
            <p:cNvSpPr/>
            <p:nvPr/>
          </p:nvSpPr>
          <p:spPr>
            <a:xfrm>
              <a:off x="7268900" y="17791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7" name="pt24157"/>
            <p:cNvSpPr/>
            <p:nvPr/>
          </p:nvSpPr>
          <p:spPr>
            <a:xfrm>
              <a:off x="7211873" y="20577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8" name="pt24158"/>
            <p:cNvSpPr/>
            <p:nvPr/>
          </p:nvSpPr>
          <p:spPr>
            <a:xfrm>
              <a:off x="6767246" y="25696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9" name="pt24159"/>
            <p:cNvSpPr/>
            <p:nvPr/>
          </p:nvSpPr>
          <p:spPr>
            <a:xfrm>
              <a:off x="7149919" y="21025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0" name="pt24160"/>
            <p:cNvSpPr/>
            <p:nvPr/>
          </p:nvSpPr>
          <p:spPr>
            <a:xfrm>
              <a:off x="6983179" y="2247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1" name="pt24161"/>
            <p:cNvSpPr/>
            <p:nvPr/>
          </p:nvSpPr>
          <p:spPr>
            <a:xfrm>
              <a:off x="7119307" y="21073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2" name="pt24162"/>
            <p:cNvSpPr/>
            <p:nvPr/>
          </p:nvSpPr>
          <p:spPr>
            <a:xfrm>
              <a:off x="7051698" y="20264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3" name="pt24163"/>
            <p:cNvSpPr/>
            <p:nvPr/>
          </p:nvSpPr>
          <p:spPr>
            <a:xfrm>
              <a:off x="7047377" y="20322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4" name="pt24164"/>
            <p:cNvSpPr/>
            <p:nvPr/>
          </p:nvSpPr>
          <p:spPr>
            <a:xfrm>
              <a:off x="6964896" y="19626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5" name="pt24165"/>
            <p:cNvSpPr/>
            <p:nvPr/>
          </p:nvSpPr>
          <p:spPr>
            <a:xfrm>
              <a:off x="7200058" y="21832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6" name="pt24166"/>
            <p:cNvSpPr/>
            <p:nvPr/>
          </p:nvSpPr>
          <p:spPr>
            <a:xfrm>
              <a:off x="7196775" y="23333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7" name="pt24167"/>
            <p:cNvSpPr/>
            <p:nvPr/>
          </p:nvSpPr>
          <p:spPr>
            <a:xfrm>
              <a:off x="7176584" y="21524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8" name="pt24168"/>
            <p:cNvSpPr/>
            <p:nvPr/>
          </p:nvSpPr>
          <p:spPr>
            <a:xfrm>
              <a:off x="7121932" y="21214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9" name="pt24169"/>
            <p:cNvSpPr/>
            <p:nvPr/>
          </p:nvSpPr>
          <p:spPr>
            <a:xfrm>
              <a:off x="7131656" y="23044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0" name="pt24170"/>
            <p:cNvSpPr/>
            <p:nvPr/>
          </p:nvSpPr>
          <p:spPr>
            <a:xfrm>
              <a:off x="7195187" y="22349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1" name="pt24171"/>
            <p:cNvSpPr/>
            <p:nvPr/>
          </p:nvSpPr>
          <p:spPr>
            <a:xfrm>
              <a:off x="7181215" y="20528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2" name="pt24172"/>
            <p:cNvSpPr/>
            <p:nvPr/>
          </p:nvSpPr>
          <p:spPr>
            <a:xfrm>
              <a:off x="6930107" y="20654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3" name="pt24173"/>
            <p:cNvSpPr/>
            <p:nvPr/>
          </p:nvSpPr>
          <p:spPr>
            <a:xfrm>
              <a:off x="7167858" y="2238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4" name="pt24174"/>
            <p:cNvSpPr/>
            <p:nvPr/>
          </p:nvSpPr>
          <p:spPr>
            <a:xfrm>
              <a:off x="7120824" y="21386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5" name="pt24175"/>
            <p:cNvSpPr/>
            <p:nvPr/>
          </p:nvSpPr>
          <p:spPr>
            <a:xfrm>
              <a:off x="7159622" y="2081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6" name="pt24176"/>
            <p:cNvSpPr/>
            <p:nvPr/>
          </p:nvSpPr>
          <p:spPr>
            <a:xfrm>
              <a:off x="7376722" y="21663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7" name="pt24177"/>
            <p:cNvSpPr/>
            <p:nvPr/>
          </p:nvSpPr>
          <p:spPr>
            <a:xfrm>
              <a:off x="7248773" y="21139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8" name="pt24178"/>
            <p:cNvSpPr/>
            <p:nvPr/>
          </p:nvSpPr>
          <p:spPr>
            <a:xfrm>
              <a:off x="7262660" y="19797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9" name="pt24179"/>
            <p:cNvSpPr/>
            <p:nvPr/>
          </p:nvSpPr>
          <p:spPr>
            <a:xfrm>
              <a:off x="7183113" y="20143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0" name="pt24180"/>
            <p:cNvSpPr/>
            <p:nvPr/>
          </p:nvSpPr>
          <p:spPr>
            <a:xfrm>
              <a:off x="7122448" y="2119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1" name="pt24181"/>
            <p:cNvSpPr/>
            <p:nvPr/>
          </p:nvSpPr>
          <p:spPr>
            <a:xfrm>
              <a:off x="7609298" y="25372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2" name="pt24182"/>
            <p:cNvSpPr/>
            <p:nvPr/>
          </p:nvSpPr>
          <p:spPr>
            <a:xfrm>
              <a:off x="7437806" y="22191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3" name="pt24183"/>
            <p:cNvSpPr/>
            <p:nvPr/>
          </p:nvSpPr>
          <p:spPr>
            <a:xfrm>
              <a:off x="7316746" y="22258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4" name="pt24184"/>
            <p:cNvSpPr/>
            <p:nvPr/>
          </p:nvSpPr>
          <p:spPr>
            <a:xfrm>
              <a:off x="7067986" y="18648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5" name="pt24185"/>
            <p:cNvSpPr/>
            <p:nvPr/>
          </p:nvSpPr>
          <p:spPr>
            <a:xfrm>
              <a:off x="7075615" y="22331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6" name="pt24186"/>
            <p:cNvSpPr/>
            <p:nvPr/>
          </p:nvSpPr>
          <p:spPr>
            <a:xfrm>
              <a:off x="7188818" y="20588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7" name="pt24187"/>
            <p:cNvSpPr/>
            <p:nvPr/>
          </p:nvSpPr>
          <p:spPr>
            <a:xfrm>
              <a:off x="6832708" y="22626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8" name="pt24188"/>
            <p:cNvSpPr/>
            <p:nvPr/>
          </p:nvSpPr>
          <p:spPr>
            <a:xfrm>
              <a:off x="7200478" y="21391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9" name="pt24189"/>
            <p:cNvSpPr/>
            <p:nvPr/>
          </p:nvSpPr>
          <p:spPr>
            <a:xfrm>
              <a:off x="7289768" y="20421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0" name="pt24190"/>
            <p:cNvSpPr/>
            <p:nvPr/>
          </p:nvSpPr>
          <p:spPr>
            <a:xfrm>
              <a:off x="7068011" y="20328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1" name="pt24191"/>
            <p:cNvSpPr/>
            <p:nvPr/>
          </p:nvSpPr>
          <p:spPr>
            <a:xfrm>
              <a:off x="7076948" y="2261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2" name="pt24192"/>
            <p:cNvSpPr/>
            <p:nvPr/>
          </p:nvSpPr>
          <p:spPr>
            <a:xfrm>
              <a:off x="7136010" y="22791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3" name="pt24193"/>
            <p:cNvSpPr/>
            <p:nvPr/>
          </p:nvSpPr>
          <p:spPr>
            <a:xfrm>
              <a:off x="7101648" y="21787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4" name="pt24194"/>
            <p:cNvSpPr/>
            <p:nvPr/>
          </p:nvSpPr>
          <p:spPr>
            <a:xfrm>
              <a:off x="7137949" y="22982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5" name="pt24195"/>
            <p:cNvSpPr/>
            <p:nvPr/>
          </p:nvSpPr>
          <p:spPr>
            <a:xfrm>
              <a:off x="7068900" y="20694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6" name="pt24196"/>
            <p:cNvSpPr/>
            <p:nvPr/>
          </p:nvSpPr>
          <p:spPr>
            <a:xfrm>
              <a:off x="7276013" y="20391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7" name="pt24197"/>
            <p:cNvSpPr/>
            <p:nvPr/>
          </p:nvSpPr>
          <p:spPr>
            <a:xfrm>
              <a:off x="7034422" y="22003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8" name="pt24198"/>
            <p:cNvSpPr/>
            <p:nvPr/>
          </p:nvSpPr>
          <p:spPr>
            <a:xfrm>
              <a:off x="7275597" y="20243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9" name="pt24199"/>
            <p:cNvSpPr/>
            <p:nvPr/>
          </p:nvSpPr>
          <p:spPr>
            <a:xfrm>
              <a:off x="7137646" y="22802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0" name="pt24200"/>
            <p:cNvSpPr/>
            <p:nvPr/>
          </p:nvSpPr>
          <p:spPr>
            <a:xfrm>
              <a:off x="7076313" y="22309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1" name="pt24201"/>
            <p:cNvSpPr/>
            <p:nvPr/>
          </p:nvSpPr>
          <p:spPr>
            <a:xfrm>
              <a:off x="6919982" y="21947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2" name="pt24202"/>
            <p:cNvSpPr/>
            <p:nvPr/>
          </p:nvSpPr>
          <p:spPr>
            <a:xfrm>
              <a:off x="7101577" y="21510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3" name="pt24203"/>
            <p:cNvSpPr/>
            <p:nvPr/>
          </p:nvSpPr>
          <p:spPr>
            <a:xfrm>
              <a:off x="7185453" y="21652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4" name="pt24204"/>
            <p:cNvSpPr/>
            <p:nvPr/>
          </p:nvSpPr>
          <p:spPr>
            <a:xfrm>
              <a:off x="7163069" y="21653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5" name="pt24205"/>
            <p:cNvSpPr/>
            <p:nvPr/>
          </p:nvSpPr>
          <p:spPr>
            <a:xfrm>
              <a:off x="7273321" y="21242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6" name="pt24206"/>
            <p:cNvSpPr/>
            <p:nvPr/>
          </p:nvSpPr>
          <p:spPr>
            <a:xfrm>
              <a:off x="7160056" y="20108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7" name="pt24207"/>
            <p:cNvSpPr/>
            <p:nvPr/>
          </p:nvSpPr>
          <p:spPr>
            <a:xfrm>
              <a:off x="7160859" y="20471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8" name="pt24208"/>
            <p:cNvSpPr/>
            <p:nvPr/>
          </p:nvSpPr>
          <p:spPr>
            <a:xfrm>
              <a:off x="7248434" y="21767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9" name="pt24209"/>
            <p:cNvSpPr/>
            <p:nvPr/>
          </p:nvSpPr>
          <p:spPr>
            <a:xfrm>
              <a:off x="7190446" y="23119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0" name="pt24210"/>
            <p:cNvSpPr/>
            <p:nvPr/>
          </p:nvSpPr>
          <p:spPr>
            <a:xfrm>
              <a:off x="7086428" y="21223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1" name="pt24211"/>
            <p:cNvSpPr/>
            <p:nvPr/>
          </p:nvSpPr>
          <p:spPr>
            <a:xfrm>
              <a:off x="7214138" y="21820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2" name="pt24212"/>
            <p:cNvSpPr/>
            <p:nvPr/>
          </p:nvSpPr>
          <p:spPr>
            <a:xfrm>
              <a:off x="6857389" y="21677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3" name="pt24213"/>
            <p:cNvSpPr/>
            <p:nvPr/>
          </p:nvSpPr>
          <p:spPr>
            <a:xfrm>
              <a:off x="7056854" y="22535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4" name="pt24214"/>
            <p:cNvSpPr/>
            <p:nvPr/>
          </p:nvSpPr>
          <p:spPr>
            <a:xfrm>
              <a:off x="7136019" y="23087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5" name="pt24215"/>
            <p:cNvSpPr/>
            <p:nvPr/>
          </p:nvSpPr>
          <p:spPr>
            <a:xfrm>
              <a:off x="7186915" y="21004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6" name="pt24216"/>
            <p:cNvSpPr/>
            <p:nvPr/>
          </p:nvSpPr>
          <p:spPr>
            <a:xfrm>
              <a:off x="7107322" y="21128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7" name="pt24217"/>
            <p:cNvSpPr/>
            <p:nvPr/>
          </p:nvSpPr>
          <p:spPr>
            <a:xfrm>
              <a:off x="7148148" y="20751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8" name="pt24218"/>
            <p:cNvSpPr/>
            <p:nvPr/>
          </p:nvSpPr>
          <p:spPr>
            <a:xfrm>
              <a:off x="7026453" y="22448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9" name="pt24219"/>
            <p:cNvSpPr/>
            <p:nvPr/>
          </p:nvSpPr>
          <p:spPr>
            <a:xfrm>
              <a:off x="6940988" y="21097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0" name="pt24220"/>
            <p:cNvSpPr/>
            <p:nvPr/>
          </p:nvSpPr>
          <p:spPr>
            <a:xfrm>
              <a:off x="6959942" y="19163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1" name="pt24221"/>
            <p:cNvSpPr/>
            <p:nvPr/>
          </p:nvSpPr>
          <p:spPr>
            <a:xfrm>
              <a:off x="7118962" y="22691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2" name="pt24222"/>
            <p:cNvSpPr/>
            <p:nvPr/>
          </p:nvSpPr>
          <p:spPr>
            <a:xfrm>
              <a:off x="7094910" y="21297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3" name="pt24223"/>
            <p:cNvSpPr/>
            <p:nvPr/>
          </p:nvSpPr>
          <p:spPr>
            <a:xfrm>
              <a:off x="7120100" y="21880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4" name="pt24224"/>
            <p:cNvSpPr/>
            <p:nvPr/>
          </p:nvSpPr>
          <p:spPr>
            <a:xfrm>
              <a:off x="7055868" y="21596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5" name="pt24225"/>
            <p:cNvSpPr/>
            <p:nvPr/>
          </p:nvSpPr>
          <p:spPr>
            <a:xfrm>
              <a:off x="7194954" y="22222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6" name="pt24226"/>
            <p:cNvSpPr/>
            <p:nvPr/>
          </p:nvSpPr>
          <p:spPr>
            <a:xfrm>
              <a:off x="7087590" y="21752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7" name="pt24227"/>
            <p:cNvSpPr/>
            <p:nvPr/>
          </p:nvSpPr>
          <p:spPr>
            <a:xfrm>
              <a:off x="6866480" y="22711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8" name="pt24228"/>
            <p:cNvSpPr/>
            <p:nvPr/>
          </p:nvSpPr>
          <p:spPr>
            <a:xfrm>
              <a:off x="7176266" y="20289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9" name="pt24229"/>
            <p:cNvSpPr/>
            <p:nvPr/>
          </p:nvSpPr>
          <p:spPr>
            <a:xfrm>
              <a:off x="7204537" y="21000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0" name="pt24230"/>
            <p:cNvSpPr/>
            <p:nvPr/>
          </p:nvSpPr>
          <p:spPr>
            <a:xfrm>
              <a:off x="7171105" y="21499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1" name="pt24231"/>
            <p:cNvSpPr/>
            <p:nvPr/>
          </p:nvSpPr>
          <p:spPr>
            <a:xfrm>
              <a:off x="7098903" y="20299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2" name="pt24232"/>
            <p:cNvSpPr/>
            <p:nvPr/>
          </p:nvSpPr>
          <p:spPr>
            <a:xfrm>
              <a:off x="6995323" y="19152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3" name="pt24233"/>
            <p:cNvSpPr/>
            <p:nvPr/>
          </p:nvSpPr>
          <p:spPr>
            <a:xfrm>
              <a:off x="7189302" y="21654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4" name="pt24234"/>
            <p:cNvSpPr/>
            <p:nvPr/>
          </p:nvSpPr>
          <p:spPr>
            <a:xfrm>
              <a:off x="7009858" y="17353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5" name="pt24235"/>
            <p:cNvSpPr/>
            <p:nvPr/>
          </p:nvSpPr>
          <p:spPr>
            <a:xfrm>
              <a:off x="7252188" y="20568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6" name="pt24236"/>
            <p:cNvSpPr/>
            <p:nvPr/>
          </p:nvSpPr>
          <p:spPr>
            <a:xfrm>
              <a:off x="7155074" y="2026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7" name="pt24237"/>
            <p:cNvSpPr/>
            <p:nvPr/>
          </p:nvSpPr>
          <p:spPr>
            <a:xfrm>
              <a:off x="7053754" y="21862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8" name="pt24238"/>
            <p:cNvSpPr/>
            <p:nvPr/>
          </p:nvSpPr>
          <p:spPr>
            <a:xfrm>
              <a:off x="7095507" y="2062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9" name="pt24239"/>
            <p:cNvSpPr/>
            <p:nvPr/>
          </p:nvSpPr>
          <p:spPr>
            <a:xfrm>
              <a:off x="7244749" y="20675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0" name="pt24240"/>
            <p:cNvSpPr/>
            <p:nvPr/>
          </p:nvSpPr>
          <p:spPr>
            <a:xfrm>
              <a:off x="7433384" y="27638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1" name="pt24241"/>
            <p:cNvSpPr/>
            <p:nvPr/>
          </p:nvSpPr>
          <p:spPr>
            <a:xfrm>
              <a:off x="7073840" y="2223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2" name="pt24242"/>
            <p:cNvSpPr/>
            <p:nvPr/>
          </p:nvSpPr>
          <p:spPr>
            <a:xfrm>
              <a:off x="7217557" y="20724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3" name="pt24243"/>
            <p:cNvSpPr/>
            <p:nvPr/>
          </p:nvSpPr>
          <p:spPr>
            <a:xfrm>
              <a:off x="7204751" y="20847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4" name="pt24244"/>
            <p:cNvSpPr/>
            <p:nvPr/>
          </p:nvSpPr>
          <p:spPr>
            <a:xfrm>
              <a:off x="7175272" y="2091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5" name="pt24245"/>
            <p:cNvSpPr/>
            <p:nvPr/>
          </p:nvSpPr>
          <p:spPr>
            <a:xfrm>
              <a:off x="6786882" y="28016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6" name="pt24246"/>
            <p:cNvSpPr/>
            <p:nvPr/>
          </p:nvSpPr>
          <p:spPr>
            <a:xfrm>
              <a:off x="7241279" y="22297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7" name="pt24247"/>
            <p:cNvSpPr/>
            <p:nvPr/>
          </p:nvSpPr>
          <p:spPr>
            <a:xfrm>
              <a:off x="7161294" y="20769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8" name="pt24248"/>
            <p:cNvSpPr/>
            <p:nvPr/>
          </p:nvSpPr>
          <p:spPr>
            <a:xfrm>
              <a:off x="6987004" y="21253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9" name="pt24249"/>
            <p:cNvSpPr/>
            <p:nvPr/>
          </p:nvSpPr>
          <p:spPr>
            <a:xfrm>
              <a:off x="7094755" y="20915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0" name="pt24250"/>
            <p:cNvSpPr/>
            <p:nvPr/>
          </p:nvSpPr>
          <p:spPr>
            <a:xfrm>
              <a:off x="7135301" y="23311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1" name="pt24251"/>
            <p:cNvSpPr/>
            <p:nvPr/>
          </p:nvSpPr>
          <p:spPr>
            <a:xfrm>
              <a:off x="6955323" y="21948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2" name="pt24252"/>
            <p:cNvSpPr/>
            <p:nvPr/>
          </p:nvSpPr>
          <p:spPr>
            <a:xfrm>
              <a:off x="7134909" y="22723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3" name="pt24253"/>
            <p:cNvSpPr/>
            <p:nvPr/>
          </p:nvSpPr>
          <p:spPr>
            <a:xfrm>
              <a:off x="7098519" y="21952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4" name="pt24254"/>
            <p:cNvSpPr/>
            <p:nvPr/>
          </p:nvSpPr>
          <p:spPr>
            <a:xfrm>
              <a:off x="7056954" y="22559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5" name="pt24255"/>
            <p:cNvSpPr/>
            <p:nvPr/>
          </p:nvSpPr>
          <p:spPr>
            <a:xfrm>
              <a:off x="7155930" y="19741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6" name="pt24256"/>
            <p:cNvSpPr/>
            <p:nvPr/>
          </p:nvSpPr>
          <p:spPr>
            <a:xfrm>
              <a:off x="7169204" y="22908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7" name="pt24257"/>
            <p:cNvSpPr/>
            <p:nvPr/>
          </p:nvSpPr>
          <p:spPr>
            <a:xfrm>
              <a:off x="7261883" y="21360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8" name="pt24258"/>
            <p:cNvSpPr/>
            <p:nvPr/>
          </p:nvSpPr>
          <p:spPr>
            <a:xfrm>
              <a:off x="7205688" y="20229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9" name="pt24259"/>
            <p:cNvSpPr/>
            <p:nvPr/>
          </p:nvSpPr>
          <p:spPr>
            <a:xfrm>
              <a:off x="7099660" y="20755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0" name="pt24260"/>
            <p:cNvSpPr/>
            <p:nvPr/>
          </p:nvSpPr>
          <p:spPr>
            <a:xfrm>
              <a:off x="6998031" y="18187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1" name="pt24261"/>
            <p:cNvSpPr/>
            <p:nvPr/>
          </p:nvSpPr>
          <p:spPr>
            <a:xfrm>
              <a:off x="7200331" y="21918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2" name="pt24262"/>
            <p:cNvSpPr/>
            <p:nvPr/>
          </p:nvSpPr>
          <p:spPr>
            <a:xfrm>
              <a:off x="7305934" y="20955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3" name="pt24263"/>
            <p:cNvSpPr/>
            <p:nvPr/>
          </p:nvSpPr>
          <p:spPr>
            <a:xfrm>
              <a:off x="7183021" y="19204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4" name="pt24264"/>
            <p:cNvSpPr/>
            <p:nvPr/>
          </p:nvSpPr>
          <p:spPr>
            <a:xfrm>
              <a:off x="7121597" y="22495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5" name="pt24265"/>
            <p:cNvSpPr/>
            <p:nvPr/>
          </p:nvSpPr>
          <p:spPr>
            <a:xfrm>
              <a:off x="7070567" y="22293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6" name="pt24266"/>
            <p:cNvSpPr/>
            <p:nvPr/>
          </p:nvSpPr>
          <p:spPr>
            <a:xfrm>
              <a:off x="7050248" y="19358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7" name="pt24267"/>
            <p:cNvSpPr/>
            <p:nvPr/>
          </p:nvSpPr>
          <p:spPr>
            <a:xfrm>
              <a:off x="7028859" y="23130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8" name="pt24268"/>
            <p:cNvSpPr/>
            <p:nvPr/>
          </p:nvSpPr>
          <p:spPr>
            <a:xfrm>
              <a:off x="7152842" y="19694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9" name="pt24269"/>
            <p:cNvSpPr/>
            <p:nvPr/>
          </p:nvSpPr>
          <p:spPr>
            <a:xfrm>
              <a:off x="7248603" y="20721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0" name="pt24270"/>
            <p:cNvSpPr/>
            <p:nvPr/>
          </p:nvSpPr>
          <p:spPr>
            <a:xfrm>
              <a:off x="7097617" y="21679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1" name="pt24271"/>
            <p:cNvSpPr/>
            <p:nvPr/>
          </p:nvSpPr>
          <p:spPr>
            <a:xfrm>
              <a:off x="7249736" y="20946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2" name="pt24272"/>
            <p:cNvSpPr/>
            <p:nvPr/>
          </p:nvSpPr>
          <p:spPr>
            <a:xfrm>
              <a:off x="7534293" y="20256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3" name="pt24273"/>
            <p:cNvSpPr/>
            <p:nvPr/>
          </p:nvSpPr>
          <p:spPr>
            <a:xfrm>
              <a:off x="7213534" y="2072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4" name="pt24274"/>
            <p:cNvSpPr/>
            <p:nvPr/>
          </p:nvSpPr>
          <p:spPr>
            <a:xfrm>
              <a:off x="7026898" y="22593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5" name="pt24275"/>
            <p:cNvSpPr/>
            <p:nvPr/>
          </p:nvSpPr>
          <p:spPr>
            <a:xfrm>
              <a:off x="6928245" y="20262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6" name="pt24276"/>
            <p:cNvSpPr/>
            <p:nvPr/>
          </p:nvSpPr>
          <p:spPr>
            <a:xfrm>
              <a:off x="7046211" y="17917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7" name="pt24277"/>
            <p:cNvSpPr/>
            <p:nvPr/>
          </p:nvSpPr>
          <p:spPr>
            <a:xfrm>
              <a:off x="7044147" y="22038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8" name="pt24278"/>
            <p:cNvSpPr/>
            <p:nvPr/>
          </p:nvSpPr>
          <p:spPr>
            <a:xfrm>
              <a:off x="7235458" y="19686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9" name="pt24279"/>
            <p:cNvSpPr/>
            <p:nvPr/>
          </p:nvSpPr>
          <p:spPr>
            <a:xfrm>
              <a:off x="7119991" y="21878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0" name="pt24280"/>
            <p:cNvSpPr/>
            <p:nvPr/>
          </p:nvSpPr>
          <p:spPr>
            <a:xfrm>
              <a:off x="7046989" y="20313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1" name="pt24281"/>
            <p:cNvSpPr/>
            <p:nvPr/>
          </p:nvSpPr>
          <p:spPr>
            <a:xfrm>
              <a:off x="7270714" y="2273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2" name="pt24282"/>
            <p:cNvSpPr/>
            <p:nvPr/>
          </p:nvSpPr>
          <p:spPr>
            <a:xfrm>
              <a:off x="7553855" y="22709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3" name="pt24283"/>
            <p:cNvSpPr/>
            <p:nvPr/>
          </p:nvSpPr>
          <p:spPr>
            <a:xfrm>
              <a:off x="7017789" y="18444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4" name="pt24284"/>
            <p:cNvSpPr/>
            <p:nvPr/>
          </p:nvSpPr>
          <p:spPr>
            <a:xfrm>
              <a:off x="7207218" y="21022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5" name="pt24285"/>
            <p:cNvSpPr/>
            <p:nvPr/>
          </p:nvSpPr>
          <p:spPr>
            <a:xfrm>
              <a:off x="7031467" y="22032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6" name="pt24286"/>
            <p:cNvSpPr/>
            <p:nvPr/>
          </p:nvSpPr>
          <p:spPr>
            <a:xfrm>
              <a:off x="7384707" y="26465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7" name="pt24287"/>
            <p:cNvSpPr/>
            <p:nvPr/>
          </p:nvSpPr>
          <p:spPr>
            <a:xfrm>
              <a:off x="6846938" y="20688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8" name="pt24288"/>
            <p:cNvSpPr/>
            <p:nvPr/>
          </p:nvSpPr>
          <p:spPr>
            <a:xfrm>
              <a:off x="7079184" y="22628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9" name="pt24289"/>
            <p:cNvSpPr/>
            <p:nvPr/>
          </p:nvSpPr>
          <p:spPr>
            <a:xfrm>
              <a:off x="7318967" y="21181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0" name="pt24290"/>
            <p:cNvSpPr/>
            <p:nvPr/>
          </p:nvSpPr>
          <p:spPr>
            <a:xfrm>
              <a:off x="7113000" y="21614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1" name="pt24291"/>
            <p:cNvSpPr/>
            <p:nvPr/>
          </p:nvSpPr>
          <p:spPr>
            <a:xfrm>
              <a:off x="6984746" y="21398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2" name="pt24292"/>
            <p:cNvSpPr/>
            <p:nvPr/>
          </p:nvSpPr>
          <p:spPr>
            <a:xfrm>
              <a:off x="7201171" y="21098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3" name="pt24293"/>
            <p:cNvSpPr/>
            <p:nvPr/>
          </p:nvSpPr>
          <p:spPr>
            <a:xfrm>
              <a:off x="7095112" y="2107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4" name="pt24294"/>
            <p:cNvSpPr/>
            <p:nvPr/>
          </p:nvSpPr>
          <p:spPr>
            <a:xfrm>
              <a:off x="7043696" y="19027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5" name="pt24295"/>
            <p:cNvSpPr/>
            <p:nvPr/>
          </p:nvSpPr>
          <p:spPr>
            <a:xfrm>
              <a:off x="7249567" y="20332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6" name="pt24296"/>
            <p:cNvSpPr/>
            <p:nvPr/>
          </p:nvSpPr>
          <p:spPr>
            <a:xfrm>
              <a:off x="7204258" y="21942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7" name="pt24297"/>
            <p:cNvSpPr/>
            <p:nvPr/>
          </p:nvSpPr>
          <p:spPr>
            <a:xfrm>
              <a:off x="7184890" y="21060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8" name="pt24298"/>
            <p:cNvSpPr/>
            <p:nvPr/>
          </p:nvSpPr>
          <p:spPr>
            <a:xfrm>
              <a:off x="7391651" y="26799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9" name="pt24299"/>
            <p:cNvSpPr/>
            <p:nvPr/>
          </p:nvSpPr>
          <p:spPr>
            <a:xfrm>
              <a:off x="7169696" y="22618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0" name="pt24300"/>
            <p:cNvSpPr/>
            <p:nvPr/>
          </p:nvSpPr>
          <p:spPr>
            <a:xfrm>
              <a:off x="7183267" y="19633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1" name="pt24301"/>
            <p:cNvSpPr/>
            <p:nvPr/>
          </p:nvSpPr>
          <p:spPr>
            <a:xfrm>
              <a:off x="7079227" y="21816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2" name="pt24302"/>
            <p:cNvSpPr/>
            <p:nvPr/>
          </p:nvSpPr>
          <p:spPr>
            <a:xfrm>
              <a:off x="7157758" y="19993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3" name="pt24303"/>
            <p:cNvSpPr/>
            <p:nvPr/>
          </p:nvSpPr>
          <p:spPr>
            <a:xfrm>
              <a:off x="7118315" y="22370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4" name="pt24304"/>
            <p:cNvSpPr/>
            <p:nvPr/>
          </p:nvSpPr>
          <p:spPr>
            <a:xfrm>
              <a:off x="7184439" y="22002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5" name="pt24305"/>
            <p:cNvSpPr/>
            <p:nvPr/>
          </p:nvSpPr>
          <p:spPr>
            <a:xfrm>
              <a:off x="7205744" y="21359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6" name="pt24306"/>
            <p:cNvSpPr/>
            <p:nvPr/>
          </p:nvSpPr>
          <p:spPr>
            <a:xfrm>
              <a:off x="7234041" y="21253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7" name="pt24307"/>
            <p:cNvSpPr/>
            <p:nvPr/>
          </p:nvSpPr>
          <p:spPr>
            <a:xfrm>
              <a:off x="6915668" y="22212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8" name="pt24308"/>
            <p:cNvSpPr/>
            <p:nvPr/>
          </p:nvSpPr>
          <p:spPr>
            <a:xfrm>
              <a:off x="7092528" y="20928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9" name="pt24309"/>
            <p:cNvSpPr/>
            <p:nvPr/>
          </p:nvSpPr>
          <p:spPr>
            <a:xfrm>
              <a:off x="7097027" y="21029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0" name="pt24310"/>
            <p:cNvSpPr/>
            <p:nvPr/>
          </p:nvSpPr>
          <p:spPr>
            <a:xfrm>
              <a:off x="7149462" y="20537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1" name="pt24311"/>
            <p:cNvSpPr/>
            <p:nvPr/>
          </p:nvSpPr>
          <p:spPr>
            <a:xfrm>
              <a:off x="7081327" y="21674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2" name="pt24312"/>
            <p:cNvSpPr/>
            <p:nvPr/>
          </p:nvSpPr>
          <p:spPr>
            <a:xfrm>
              <a:off x="7075677" y="22383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3" name="pt24313"/>
            <p:cNvSpPr/>
            <p:nvPr/>
          </p:nvSpPr>
          <p:spPr>
            <a:xfrm>
              <a:off x="7103601" y="20413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4" name="pt24314"/>
            <p:cNvSpPr/>
            <p:nvPr/>
          </p:nvSpPr>
          <p:spPr>
            <a:xfrm>
              <a:off x="7169675" y="21745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5" name="pt24315"/>
            <p:cNvSpPr/>
            <p:nvPr/>
          </p:nvSpPr>
          <p:spPr>
            <a:xfrm>
              <a:off x="7059623" y="21925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6" name="pt24316"/>
            <p:cNvSpPr/>
            <p:nvPr/>
          </p:nvSpPr>
          <p:spPr>
            <a:xfrm>
              <a:off x="7423100" y="24730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7" name="pt24317"/>
            <p:cNvSpPr/>
            <p:nvPr/>
          </p:nvSpPr>
          <p:spPr>
            <a:xfrm>
              <a:off x="6914630" y="22946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8" name="pt24318"/>
            <p:cNvSpPr/>
            <p:nvPr/>
          </p:nvSpPr>
          <p:spPr>
            <a:xfrm>
              <a:off x="7059459" y="22416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9" name="pt24319"/>
            <p:cNvSpPr/>
            <p:nvPr/>
          </p:nvSpPr>
          <p:spPr>
            <a:xfrm>
              <a:off x="7030761" y="22915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0" name="pt24320"/>
            <p:cNvSpPr/>
            <p:nvPr/>
          </p:nvSpPr>
          <p:spPr>
            <a:xfrm>
              <a:off x="6875638" y="18539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1" name="pt24321"/>
            <p:cNvSpPr/>
            <p:nvPr/>
          </p:nvSpPr>
          <p:spPr>
            <a:xfrm>
              <a:off x="6945019" y="21110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2" name="pt24322"/>
            <p:cNvSpPr/>
            <p:nvPr/>
          </p:nvSpPr>
          <p:spPr>
            <a:xfrm>
              <a:off x="7140035" y="21959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3" name="pt24323"/>
            <p:cNvSpPr/>
            <p:nvPr/>
          </p:nvSpPr>
          <p:spPr>
            <a:xfrm>
              <a:off x="7218141" y="20330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4" name="pt24324"/>
            <p:cNvSpPr/>
            <p:nvPr/>
          </p:nvSpPr>
          <p:spPr>
            <a:xfrm>
              <a:off x="6992332" y="19340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5" name="pt24325"/>
            <p:cNvSpPr/>
            <p:nvPr/>
          </p:nvSpPr>
          <p:spPr>
            <a:xfrm>
              <a:off x="7092823" y="21267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6" name="pt24326"/>
            <p:cNvSpPr/>
            <p:nvPr/>
          </p:nvSpPr>
          <p:spPr>
            <a:xfrm>
              <a:off x="7217005" y="20354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7" name="pt24327"/>
            <p:cNvSpPr/>
            <p:nvPr/>
          </p:nvSpPr>
          <p:spPr>
            <a:xfrm>
              <a:off x="7231560" y="21803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8" name="pt24328"/>
            <p:cNvSpPr/>
            <p:nvPr/>
          </p:nvSpPr>
          <p:spPr>
            <a:xfrm>
              <a:off x="6992182" y="19711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9" name="pt24329"/>
            <p:cNvSpPr/>
            <p:nvPr/>
          </p:nvSpPr>
          <p:spPr>
            <a:xfrm>
              <a:off x="7092830" y="21972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0" name="pt24330"/>
            <p:cNvSpPr/>
            <p:nvPr/>
          </p:nvSpPr>
          <p:spPr>
            <a:xfrm>
              <a:off x="7240353" y="21089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1" name="pt24331"/>
            <p:cNvSpPr/>
            <p:nvPr/>
          </p:nvSpPr>
          <p:spPr>
            <a:xfrm>
              <a:off x="7217179" y="20621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2" name="pt24332"/>
            <p:cNvSpPr/>
            <p:nvPr/>
          </p:nvSpPr>
          <p:spPr>
            <a:xfrm>
              <a:off x="7076161" y="22387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3" name="pt24333"/>
            <p:cNvSpPr/>
            <p:nvPr/>
          </p:nvSpPr>
          <p:spPr>
            <a:xfrm>
              <a:off x="7082386" y="20793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4" name="pt24334"/>
            <p:cNvSpPr/>
            <p:nvPr/>
          </p:nvSpPr>
          <p:spPr>
            <a:xfrm>
              <a:off x="7233433" y="22067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5" name="pt24335"/>
            <p:cNvSpPr/>
            <p:nvPr/>
          </p:nvSpPr>
          <p:spPr>
            <a:xfrm>
              <a:off x="7118779" y="21835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6" name="pt24336"/>
            <p:cNvSpPr/>
            <p:nvPr/>
          </p:nvSpPr>
          <p:spPr>
            <a:xfrm>
              <a:off x="6908756" y="22646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7" name="pt24337"/>
            <p:cNvSpPr/>
            <p:nvPr/>
          </p:nvSpPr>
          <p:spPr>
            <a:xfrm>
              <a:off x="6939276" y="21467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8" name="pt24338"/>
            <p:cNvSpPr/>
            <p:nvPr/>
          </p:nvSpPr>
          <p:spPr>
            <a:xfrm>
              <a:off x="6913548" y="21707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9" name="pt24339"/>
            <p:cNvSpPr/>
            <p:nvPr/>
          </p:nvSpPr>
          <p:spPr>
            <a:xfrm>
              <a:off x="7244462" y="22408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0" name="pt24340"/>
            <p:cNvSpPr/>
            <p:nvPr/>
          </p:nvSpPr>
          <p:spPr>
            <a:xfrm>
              <a:off x="7217137" y="20619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1" name="pt24341"/>
            <p:cNvSpPr/>
            <p:nvPr/>
          </p:nvSpPr>
          <p:spPr>
            <a:xfrm>
              <a:off x="7649123" y="23826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2" name="pt24342"/>
            <p:cNvSpPr/>
            <p:nvPr/>
          </p:nvSpPr>
          <p:spPr>
            <a:xfrm>
              <a:off x="7061459" y="23753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3" name="pt24343"/>
            <p:cNvSpPr/>
            <p:nvPr/>
          </p:nvSpPr>
          <p:spPr>
            <a:xfrm>
              <a:off x="7055831" y="21638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4" name="pt24344"/>
            <p:cNvSpPr/>
            <p:nvPr/>
          </p:nvSpPr>
          <p:spPr>
            <a:xfrm>
              <a:off x="7209586" y="20955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5" name="pt24345"/>
            <p:cNvSpPr/>
            <p:nvPr/>
          </p:nvSpPr>
          <p:spPr>
            <a:xfrm>
              <a:off x="7053137" y="20245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6" name="pt24346"/>
            <p:cNvSpPr/>
            <p:nvPr/>
          </p:nvSpPr>
          <p:spPr>
            <a:xfrm>
              <a:off x="6956513" y="20023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7" name="pt24347"/>
            <p:cNvSpPr/>
            <p:nvPr/>
          </p:nvSpPr>
          <p:spPr>
            <a:xfrm>
              <a:off x="7133354" y="22808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8" name="pt24348"/>
            <p:cNvSpPr/>
            <p:nvPr/>
          </p:nvSpPr>
          <p:spPr>
            <a:xfrm>
              <a:off x="7245582" y="2153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9" name="pt24349"/>
            <p:cNvSpPr/>
            <p:nvPr/>
          </p:nvSpPr>
          <p:spPr>
            <a:xfrm>
              <a:off x="7070993" y="21926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0" name="pt24350"/>
            <p:cNvSpPr/>
            <p:nvPr/>
          </p:nvSpPr>
          <p:spPr>
            <a:xfrm>
              <a:off x="7140801" y="21652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1" name="pt24351"/>
            <p:cNvSpPr/>
            <p:nvPr/>
          </p:nvSpPr>
          <p:spPr>
            <a:xfrm>
              <a:off x="7185540" y="23100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2" name="pt24352"/>
            <p:cNvSpPr/>
            <p:nvPr/>
          </p:nvSpPr>
          <p:spPr>
            <a:xfrm>
              <a:off x="6859241" y="21330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3" name="pt24353"/>
            <p:cNvSpPr/>
            <p:nvPr/>
          </p:nvSpPr>
          <p:spPr>
            <a:xfrm>
              <a:off x="7129884" y="2194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4" name="pt24354"/>
            <p:cNvSpPr/>
            <p:nvPr/>
          </p:nvSpPr>
          <p:spPr>
            <a:xfrm>
              <a:off x="6947162" y="19760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5" name="pt24355"/>
            <p:cNvSpPr/>
            <p:nvPr/>
          </p:nvSpPr>
          <p:spPr>
            <a:xfrm>
              <a:off x="7091677" y="21853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6" name="pt24356"/>
            <p:cNvSpPr/>
            <p:nvPr/>
          </p:nvSpPr>
          <p:spPr>
            <a:xfrm>
              <a:off x="7219349" y="19932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7" name="pt24357"/>
            <p:cNvSpPr/>
            <p:nvPr/>
          </p:nvSpPr>
          <p:spPr>
            <a:xfrm>
              <a:off x="7038646" y="22994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8" name="pt24358"/>
            <p:cNvSpPr/>
            <p:nvPr/>
          </p:nvSpPr>
          <p:spPr>
            <a:xfrm>
              <a:off x="6986927" y="19990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9" name="pt24359"/>
            <p:cNvSpPr/>
            <p:nvPr/>
          </p:nvSpPr>
          <p:spPr>
            <a:xfrm>
              <a:off x="7239408" y="21776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0" name="pt24360"/>
            <p:cNvSpPr/>
            <p:nvPr/>
          </p:nvSpPr>
          <p:spPr>
            <a:xfrm>
              <a:off x="7342822" y="24061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1" name="pt24361"/>
            <p:cNvSpPr/>
            <p:nvPr/>
          </p:nvSpPr>
          <p:spPr>
            <a:xfrm>
              <a:off x="7044299" y="21096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2" name="pt24362"/>
            <p:cNvSpPr/>
            <p:nvPr/>
          </p:nvSpPr>
          <p:spPr>
            <a:xfrm>
              <a:off x="7145917" y="2060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3" name="pt24363"/>
            <p:cNvSpPr/>
            <p:nvPr/>
          </p:nvSpPr>
          <p:spPr>
            <a:xfrm>
              <a:off x="7186674" y="20777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4" name="pt24364"/>
            <p:cNvSpPr/>
            <p:nvPr/>
          </p:nvSpPr>
          <p:spPr>
            <a:xfrm>
              <a:off x="6836403" y="22142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5" name="pt24365"/>
            <p:cNvSpPr/>
            <p:nvPr/>
          </p:nvSpPr>
          <p:spPr>
            <a:xfrm>
              <a:off x="6959445" y="19481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6" name="pt24366"/>
            <p:cNvSpPr/>
            <p:nvPr/>
          </p:nvSpPr>
          <p:spPr>
            <a:xfrm>
              <a:off x="7051862" y="20676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7" name="pt24367"/>
            <p:cNvSpPr/>
            <p:nvPr/>
          </p:nvSpPr>
          <p:spPr>
            <a:xfrm>
              <a:off x="7013732" y="19068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8" name="pt24368"/>
            <p:cNvSpPr/>
            <p:nvPr/>
          </p:nvSpPr>
          <p:spPr>
            <a:xfrm>
              <a:off x="6955393" y="20196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9" name="pt24369"/>
            <p:cNvSpPr/>
            <p:nvPr/>
          </p:nvSpPr>
          <p:spPr>
            <a:xfrm>
              <a:off x="7135519" y="23062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0" name="pt24370"/>
            <p:cNvSpPr/>
            <p:nvPr/>
          </p:nvSpPr>
          <p:spPr>
            <a:xfrm>
              <a:off x="7192065" y="23598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1" name="pt24371"/>
            <p:cNvSpPr/>
            <p:nvPr/>
          </p:nvSpPr>
          <p:spPr>
            <a:xfrm>
              <a:off x="7327770" y="22064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2" name="pt24372"/>
            <p:cNvSpPr/>
            <p:nvPr/>
          </p:nvSpPr>
          <p:spPr>
            <a:xfrm>
              <a:off x="7294449" y="21074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3" name="pt24373"/>
            <p:cNvSpPr/>
            <p:nvPr/>
          </p:nvSpPr>
          <p:spPr>
            <a:xfrm>
              <a:off x="7250056" y="20529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4" name="pt24374"/>
            <p:cNvSpPr/>
            <p:nvPr/>
          </p:nvSpPr>
          <p:spPr>
            <a:xfrm>
              <a:off x="7019798" y="21167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5" name="pt24375"/>
            <p:cNvSpPr/>
            <p:nvPr/>
          </p:nvSpPr>
          <p:spPr>
            <a:xfrm>
              <a:off x="6682866" y="19113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6" name="pt24376"/>
            <p:cNvSpPr/>
            <p:nvPr/>
          </p:nvSpPr>
          <p:spPr>
            <a:xfrm>
              <a:off x="7254685" y="20321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7" name="pt24377"/>
            <p:cNvSpPr/>
            <p:nvPr/>
          </p:nvSpPr>
          <p:spPr>
            <a:xfrm>
              <a:off x="6465368" y="16457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8" name="pt24378"/>
            <p:cNvSpPr/>
            <p:nvPr/>
          </p:nvSpPr>
          <p:spPr>
            <a:xfrm>
              <a:off x="6852241" y="19909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9" name="pt24379"/>
            <p:cNvSpPr/>
            <p:nvPr/>
          </p:nvSpPr>
          <p:spPr>
            <a:xfrm>
              <a:off x="7216100" y="19564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0" name="pt24380"/>
            <p:cNvSpPr/>
            <p:nvPr/>
          </p:nvSpPr>
          <p:spPr>
            <a:xfrm>
              <a:off x="7095771" y="21763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1" name="pt24381"/>
            <p:cNvSpPr/>
            <p:nvPr/>
          </p:nvSpPr>
          <p:spPr>
            <a:xfrm>
              <a:off x="7074701" y="22017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2" name="pt24382"/>
            <p:cNvSpPr/>
            <p:nvPr/>
          </p:nvSpPr>
          <p:spPr>
            <a:xfrm>
              <a:off x="7345061" y="22897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3" name="pt24383"/>
            <p:cNvSpPr/>
            <p:nvPr/>
          </p:nvSpPr>
          <p:spPr>
            <a:xfrm>
              <a:off x="7167413" y="22385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4" name="pt24384"/>
            <p:cNvSpPr/>
            <p:nvPr/>
          </p:nvSpPr>
          <p:spPr>
            <a:xfrm>
              <a:off x="7214298" y="21158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5" name="pt24385"/>
            <p:cNvSpPr/>
            <p:nvPr/>
          </p:nvSpPr>
          <p:spPr>
            <a:xfrm>
              <a:off x="7329760" y="20478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6" name="pt24386"/>
            <p:cNvSpPr/>
            <p:nvPr/>
          </p:nvSpPr>
          <p:spPr>
            <a:xfrm>
              <a:off x="7011124" y="18622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7" name="pt24387"/>
            <p:cNvSpPr/>
            <p:nvPr/>
          </p:nvSpPr>
          <p:spPr>
            <a:xfrm>
              <a:off x="6982308" y="21253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8" name="pt24388"/>
            <p:cNvSpPr/>
            <p:nvPr/>
          </p:nvSpPr>
          <p:spPr>
            <a:xfrm>
              <a:off x="6986230" y="19300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9" name="pt24389"/>
            <p:cNvSpPr/>
            <p:nvPr/>
          </p:nvSpPr>
          <p:spPr>
            <a:xfrm>
              <a:off x="7139591" y="24144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0" name="pt24390"/>
            <p:cNvSpPr/>
            <p:nvPr/>
          </p:nvSpPr>
          <p:spPr>
            <a:xfrm>
              <a:off x="6899076" y="23271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1" name="pt24391"/>
            <p:cNvSpPr/>
            <p:nvPr/>
          </p:nvSpPr>
          <p:spPr>
            <a:xfrm>
              <a:off x="7150400" y="20033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2" name="pt24392"/>
            <p:cNvSpPr/>
            <p:nvPr/>
          </p:nvSpPr>
          <p:spPr>
            <a:xfrm>
              <a:off x="6981864" y="21574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3" name="pt24393"/>
            <p:cNvSpPr/>
            <p:nvPr/>
          </p:nvSpPr>
          <p:spPr>
            <a:xfrm>
              <a:off x="7392596" y="24116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4" name="pt24394"/>
            <p:cNvSpPr/>
            <p:nvPr/>
          </p:nvSpPr>
          <p:spPr>
            <a:xfrm>
              <a:off x="7167733" y="21769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5" name="pt24395"/>
            <p:cNvSpPr/>
            <p:nvPr/>
          </p:nvSpPr>
          <p:spPr>
            <a:xfrm>
              <a:off x="6936517" y="21931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6" name="pt24396"/>
            <p:cNvSpPr/>
            <p:nvPr/>
          </p:nvSpPr>
          <p:spPr>
            <a:xfrm>
              <a:off x="6868864" y="22095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7" name="pt24397"/>
            <p:cNvSpPr/>
            <p:nvPr/>
          </p:nvSpPr>
          <p:spPr>
            <a:xfrm>
              <a:off x="6887524" y="18607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8" name="pt24398"/>
            <p:cNvSpPr/>
            <p:nvPr/>
          </p:nvSpPr>
          <p:spPr>
            <a:xfrm>
              <a:off x="7511742" y="22560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9" name="pt24399"/>
            <p:cNvSpPr/>
            <p:nvPr/>
          </p:nvSpPr>
          <p:spPr>
            <a:xfrm>
              <a:off x="6933674" y="20067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0" name="pt24400"/>
            <p:cNvSpPr/>
            <p:nvPr/>
          </p:nvSpPr>
          <p:spPr>
            <a:xfrm>
              <a:off x="6990749" y="19379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1" name="pt24401"/>
            <p:cNvSpPr/>
            <p:nvPr/>
          </p:nvSpPr>
          <p:spPr>
            <a:xfrm>
              <a:off x="6953688" y="19591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2" name="pt24402"/>
            <p:cNvSpPr/>
            <p:nvPr/>
          </p:nvSpPr>
          <p:spPr>
            <a:xfrm>
              <a:off x="6849035" y="24879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3" name="pt24403"/>
            <p:cNvSpPr/>
            <p:nvPr/>
          </p:nvSpPr>
          <p:spPr>
            <a:xfrm>
              <a:off x="7160660" y="21470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4" name="pt24404"/>
            <p:cNvSpPr/>
            <p:nvPr/>
          </p:nvSpPr>
          <p:spPr>
            <a:xfrm>
              <a:off x="7104986" y="21505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5" name="pt24405"/>
            <p:cNvSpPr/>
            <p:nvPr/>
          </p:nvSpPr>
          <p:spPr>
            <a:xfrm>
              <a:off x="7123741" y="21214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6" name="pt24406"/>
            <p:cNvSpPr/>
            <p:nvPr/>
          </p:nvSpPr>
          <p:spPr>
            <a:xfrm>
              <a:off x="7088601" y="22835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7" name="pt24407"/>
            <p:cNvSpPr/>
            <p:nvPr/>
          </p:nvSpPr>
          <p:spPr>
            <a:xfrm>
              <a:off x="7213676" y="21924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8" name="pt24408"/>
            <p:cNvSpPr/>
            <p:nvPr/>
          </p:nvSpPr>
          <p:spPr>
            <a:xfrm>
              <a:off x="7087617" y="22078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9" name="pt24409"/>
            <p:cNvSpPr/>
            <p:nvPr/>
          </p:nvSpPr>
          <p:spPr>
            <a:xfrm>
              <a:off x="6974136" y="19856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0" name="pt24410"/>
            <p:cNvSpPr/>
            <p:nvPr/>
          </p:nvSpPr>
          <p:spPr>
            <a:xfrm>
              <a:off x="7199150" y="22471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1" name="pt24411"/>
            <p:cNvSpPr/>
            <p:nvPr/>
          </p:nvSpPr>
          <p:spPr>
            <a:xfrm>
              <a:off x="6702140" y="18721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2" name="pt24412"/>
            <p:cNvSpPr/>
            <p:nvPr/>
          </p:nvSpPr>
          <p:spPr>
            <a:xfrm>
              <a:off x="7126565" y="22680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3" name="pt24413"/>
            <p:cNvSpPr/>
            <p:nvPr/>
          </p:nvSpPr>
          <p:spPr>
            <a:xfrm>
              <a:off x="7208111" y="2087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4" name="pt24414"/>
            <p:cNvSpPr/>
            <p:nvPr/>
          </p:nvSpPr>
          <p:spPr>
            <a:xfrm>
              <a:off x="7148375" y="21125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5" name="pt24415"/>
            <p:cNvSpPr/>
            <p:nvPr/>
          </p:nvSpPr>
          <p:spPr>
            <a:xfrm>
              <a:off x="6978778" y="19057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6" name="pt24416"/>
            <p:cNvSpPr/>
            <p:nvPr/>
          </p:nvSpPr>
          <p:spPr>
            <a:xfrm>
              <a:off x="7185254" y="21897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7" name="pt24417"/>
            <p:cNvSpPr/>
            <p:nvPr/>
          </p:nvSpPr>
          <p:spPr>
            <a:xfrm>
              <a:off x="6881589" y="20266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8" name="pt24418"/>
            <p:cNvSpPr/>
            <p:nvPr/>
          </p:nvSpPr>
          <p:spPr>
            <a:xfrm>
              <a:off x="7293681" y="20892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9" name="pt24419"/>
            <p:cNvSpPr/>
            <p:nvPr/>
          </p:nvSpPr>
          <p:spPr>
            <a:xfrm>
              <a:off x="6797263" y="23722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0" name="pt24420"/>
            <p:cNvSpPr/>
            <p:nvPr/>
          </p:nvSpPr>
          <p:spPr>
            <a:xfrm>
              <a:off x="7065636" y="20358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1" name="pt24421"/>
            <p:cNvSpPr/>
            <p:nvPr/>
          </p:nvSpPr>
          <p:spPr>
            <a:xfrm>
              <a:off x="7435588" y="24180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2" name="pt24422"/>
            <p:cNvSpPr/>
            <p:nvPr/>
          </p:nvSpPr>
          <p:spPr>
            <a:xfrm>
              <a:off x="7071887" y="22697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3" name="pt24423"/>
            <p:cNvSpPr/>
            <p:nvPr/>
          </p:nvSpPr>
          <p:spPr>
            <a:xfrm>
              <a:off x="7123825" y="21288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4" name="pt24424"/>
            <p:cNvSpPr/>
            <p:nvPr/>
          </p:nvSpPr>
          <p:spPr>
            <a:xfrm>
              <a:off x="7222599" y="17712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5" name="pt24425"/>
            <p:cNvSpPr/>
            <p:nvPr/>
          </p:nvSpPr>
          <p:spPr>
            <a:xfrm>
              <a:off x="6963321" y="19860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6" name="pt24426"/>
            <p:cNvSpPr/>
            <p:nvPr/>
          </p:nvSpPr>
          <p:spPr>
            <a:xfrm>
              <a:off x="6818172" y="19397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7" name="pt24427"/>
            <p:cNvSpPr/>
            <p:nvPr/>
          </p:nvSpPr>
          <p:spPr>
            <a:xfrm>
              <a:off x="7027259" y="22003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8" name="pt24428"/>
            <p:cNvSpPr/>
            <p:nvPr/>
          </p:nvSpPr>
          <p:spPr>
            <a:xfrm>
              <a:off x="7350131" y="26990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9" name="pt24429"/>
            <p:cNvSpPr/>
            <p:nvPr/>
          </p:nvSpPr>
          <p:spPr>
            <a:xfrm>
              <a:off x="7103414" y="2142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0" name="pt24430"/>
            <p:cNvSpPr/>
            <p:nvPr/>
          </p:nvSpPr>
          <p:spPr>
            <a:xfrm>
              <a:off x="7044650" y="22620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1" name="pt24431"/>
            <p:cNvSpPr/>
            <p:nvPr/>
          </p:nvSpPr>
          <p:spPr>
            <a:xfrm>
              <a:off x="7324475" y="20158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2" name="pt24432"/>
            <p:cNvSpPr/>
            <p:nvPr/>
          </p:nvSpPr>
          <p:spPr>
            <a:xfrm>
              <a:off x="7060032" y="22550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3" name="pt24433"/>
            <p:cNvSpPr/>
            <p:nvPr/>
          </p:nvSpPr>
          <p:spPr>
            <a:xfrm>
              <a:off x="7263826" y="23176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4" name="pt24434"/>
            <p:cNvSpPr/>
            <p:nvPr/>
          </p:nvSpPr>
          <p:spPr>
            <a:xfrm>
              <a:off x="7291562" y="21050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5" name="pt24435"/>
            <p:cNvSpPr/>
            <p:nvPr/>
          </p:nvSpPr>
          <p:spPr>
            <a:xfrm>
              <a:off x="7268227" y="17080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6" name="pt24436"/>
            <p:cNvSpPr/>
            <p:nvPr/>
          </p:nvSpPr>
          <p:spPr>
            <a:xfrm>
              <a:off x="7180055" y="21110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7" name="pt24437"/>
            <p:cNvSpPr/>
            <p:nvPr/>
          </p:nvSpPr>
          <p:spPr>
            <a:xfrm>
              <a:off x="7487794" y="20871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8" name="pt24438"/>
            <p:cNvSpPr/>
            <p:nvPr/>
          </p:nvSpPr>
          <p:spPr>
            <a:xfrm>
              <a:off x="7153707" y="19753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9" name="pt24439"/>
            <p:cNvSpPr/>
            <p:nvPr/>
          </p:nvSpPr>
          <p:spPr>
            <a:xfrm>
              <a:off x="7211278" y="21009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0" name="pt24440"/>
            <p:cNvSpPr/>
            <p:nvPr/>
          </p:nvSpPr>
          <p:spPr>
            <a:xfrm>
              <a:off x="7163493" y="20815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1" name="pt24441"/>
            <p:cNvSpPr/>
            <p:nvPr/>
          </p:nvSpPr>
          <p:spPr>
            <a:xfrm>
              <a:off x="7180061" y="21497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2" name="pt24442"/>
            <p:cNvSpPr/>
            <p:nvPr/>
          </p:nvSpPr>
          <p:spPr>
            <a:xfrm>
              <a:off x="7026216" y="22138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3" name="pt24443"/>
            <p:cNvSpPr/>
            <p:nvPr/>
          </p:nvSpPr>
          <p:spPr>
            <a:xfrm>
              <a:off x="7028673" y="22641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4" name="pt24444"/>
            <p:cNvSpPr/>
            <p:nvPr/>
          </p:nvSpPr>
          <p:spPr>
            <a:xfrm>
              <a:off x="7232084" y="22216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5" name="pt24445"/>
            <p:cNvSpPr/>
            <p:nvPr/>
          </p:nvSpPr>
          <p:spPr>
            <a:xfrm>
              <a:off x="7117782" y="21847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6" name="pt24446"/>
            <p:cNvSpPr/>
            <p:nvPr/>
          </p:nvSpPr>
          <p:spPr>
            <a:xfrm>
              <a:off x="7251283" y="20191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7" name="pt24447"/>
            <p:cNvSpPr/>
            <p:nvPr/>
          </p:nvSpPr>
          <p:spPr>
            <a:xfrm>
              <a:off x="7387653" y="24284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8" name="pt24448"/>
            <p:cNvSpPr/>
            <p:nvPr/>
          </p:nvSpPr>
          <p:spPr>
            <a:xfrm>
              <a:off x="6841328" y="23885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9" name="pt24449"/>
            <p:cNvSpPr/>
            <p:nvPr/>
          </p:nvSpPr>
          <p:spPr>
            <a:xfrm>
              <a:off x="6773376" y="23691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0" name="pt24450"/>
            <p:cNvSpPr/>
            <p:nvPr/>
          </p:nvSpPr>
          <p:spPr>
            <a:xfrm>
              <a:off x="7075284" y="21638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1" name="pt24451"/>
            <p:cNvSpPr/>
            <p:nvPr/>
          </p:nvSpPr>
          <p:spPr>
            <a:xfrm>
              <a:off x="6999630" y="1919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2" name="pt24452"/>
            <p:cNvSpPr/>
            <p:nvPr/>
          </p:nvSpPr>
          <p:spPr>
            <a:xfrm>
              <a:off x="7388520" y="26299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3" name="pt24453"/>
            <p:cNvSpPr/>
            <p:nvPr/>
          </p:nvSpPr>
          <p:spPr>
            <a:xfrm>
              <a:off x="7116822" y="21389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4" name="pt24454"/>
            <p:cNvSpPr/>
            <p:nvPr/>
          </p:nvSpPr>
          <p:spPr>
            <a:xfrm>
              <a:off x="7070457" y="21867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5" name="pt24455"/>
            <p:cNvSpPr/>
            <p:nvPr/>
          </p:nvSpPr>
          <p:spPr>
            <a:xfrm>
              <a:off x="7036562" y="21913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6" name="pt24456"/>
            <p:cNvSpPr/>
            <p:nvPr/>
          </p:nvSpPr>
          <p:spPr>
            <a:xfrm>
              <a:off x="7094419" y="21447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7" name="pt24457"/>
            <p:cNvSpPr/>
            <p:nvPr/>
          </p:nvSpPr>
          <p:spPr>
            <a:xfrm>
              <a:off x="7133881" y="22934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8" name="pt24458"/>
            <p:cNvSpPr/>
            <p:nvPr/>
          </p:nvSpPr>
          <p:spPr>
            <a:xfrm>
              <a:off x="6987825" y="20192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9" name="pt24459"/>
            <p:cNvSpPr/>
            <p:nvPr/>
          </p:nvSpPr>
          <p:spPr>
            <a:xfrm>
              <a:off x="7189702" y="21725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0" name="pt24460"/>
            <p:cNvSpPr/>
            <p:nvPr/>
          </p:nvSpPr>
          <p:spPr>
            <a:xfrm>
              <a:off x="7152283" y="20190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1" name="pt24461"/>
            <p:cNvSpPr/>
            <p:nvPr/>
          </p:nvSpPr>
          <p:spPr>
            <a:xfrm>
              <a:off x="7002886" y="19804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2" name="pt24462"/>
            <p:cNvSpPr/>
            <p:nvPr/>
          </p:nvSpPr>
          <p:spPr>
            <a:xfrm>
              <a:off x="6732755" y="21498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3" name="pt24463"/>
            <p:cNvSpPr/>
            <p:nvPr/>
          </p:nvSpPr>
          <p:spPr>
            <a:xfrm>
              <a:off x="7050970" y="17227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4" name="pt24464"/>
            <p:cNvSpPr/>
            <p:nvPr/>
          </p:nvSpPr>
          <p:spPr>
            <a:xfrm>
              <a:off x="7231354" y="21149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5" name="pt24465"/>
            <p:cNvSpPr/>
            <p:nvPr/>
          </p:nvSpPr>
          <p:spPr>
            <a:xfrm>
              <a:off x="7011493" y="19081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6" name="pt24466"/>
            <p:cNvSpPr/>
            <p:nvPr/>
          </p:nvSpPr>
          <p:spPr>
            <a:xfrm>
              <a:off x="7252478" y="18745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7" name="pt24467"/>
            <p:cNvSpPr/>
            <p:nvPr/>
          </p:nvSpPr>
          <p:spPr>
            <a:xfrm>
              <a:off x="7072600" y="22524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8" name="pt24468"/>
            <p:cNvSpPr/>
            <p:nvPr/>
          </p:nvSpPr>
          <p:spPr>
            <a:xfrm>
              <a:off x="7083704" y="21169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9" name="pt24469"/>
            <p:cNvSpPr/>
            <p:nvPr/>
          </p:nvSpPr>
          <p:spPr>
            <a:xfrm>
              <a:off x="7075311" y="22259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0" name="pt24470"/>
            <p:cNvSpPr/>
            <p:nvPr/>
          </p:nvSpPr>
          <p:spPr>
            <a:xfrm>
              <a:off x="7059850" y="21794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1" name="pt24471"/>
            <p:cNvSpPr/>
            <p:nvPr/>
          </p:nvSpPr>
          <p:spPr>
            <a:xfrm>
              <a:off x="7075054" y="21656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2" name="pt24472"/>
            <p:cNvSpPr/>
            <p:nvPr/>
          </p:nvSpPr>
          <p:spPr>
            <a:xfrm>
              <a:off x="7013614" y="20502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3" name="pt24473"/>
            <p:cNvSpPr/>
            <p:nvPr/>
          </p:nvSpPr>
          <p:spPr>
            <a:xfrm>
              <a:off x="7153235" y="19859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4" name="pt24474"/>
            <p:cNvSpPr/>
            <p:nvPr/>
          </p:nvSpPr>
          <p:spPr>
            <a:xfrm>
              <a:off x="7265604" y="19349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5" name="pt24475"/>
            <p:cNvSpPr/>
            <p:nvPr/>
          </p:nvSpPr>
          <p:spPr>
            <a:xfrm>
              <a:off x="7497718" y="26561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6" name="pt24476"/>
            <p:cNvSpPr/>
            <p:nvPr/>
          </p:nvSpPr>
          <p:spPr>
            <a:xfrm>
              <a:off x="6840928" y="23235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7" name="pt24477"/>
            <p:cNvSpPr/>
            <p:nvPr/>
          </p:nvSpPr>
          <p:spPr>
            <a:xfrm>
              <a:off x="7188731" y="20426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8" name="pt24478"/>
            <p:cNvSpPr/>
            <p:nvPr/>
          </p:nvSpPr>
          <p:spPr>
            <a:xfrm>
              <a:off x="7239618" y="19305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9" name="pt24479"/>
            <p:cNvSpPr/>
            <p:nvPr/>
          </p:nvSpPr>
          <p:spPr>
            <a:xfrm>
              <a:off x="7543496" y="20876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0" name="pt24480"/>
            <p:cNvSpPr/>
            <p:nvPr/>
          </p:nvSpPr>
          <p:spPr>
            <a:xfrm>
              <a:off x="6992686" y="19070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1" name="pt24481"/>
            <p:cNvSpPr/>
            <p:nvPr/>
          </p:nvSpPr>
          <p:spPr>
            <a:xfrm>
              <a:off x="7115769" y="21515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2" name="pt24482"/>
            <p:cNvSpPr/>
            <p:nvPr/>
          </p:nvSpPr>
          <p:spPr>
            <a:xfrm>
              <a:off x="7069119" y="20463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3" name="pt24483"/>
            <p:cNvSpPr/>
            <p:nvPr/>
          </p:nvSpPr>
          <p:spPr>
            <a:xfrm>
              <a:off x="6912298" y="20994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4" name="pt24484"/>
            <p:cNvSpPr/>
            <p:nvPr/>
          </p:nvSpPr>
          <p:spPr>
            <a:xfrm>
              <a:off x="7125475" y="22518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5" name="pt24485"/>
            <p:cNvSpPr/>
            <p:nvPr/>
          </p:nvSpPr>
          <p:spPr>
            <a:xfrm>
              <a:off x="7071889" y="20691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6" name="pt24486"/>
            <p:cNvSpPr/>
            <p:nvPr/>
          </p:nvSpPr>
          <p:spPr>
            <a:xfrm>
              <a:off x="7148604" y="20712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7" name="pt24487"/>
            <p:cNvSpPr/>
            <p:nvPr/>
          </p:nvSpPr>
          <p:spPr>
            <a:xfrm>
              <a:off x="7137418" y="23456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8" name="pt24488"/>
            <p:cNvSpPr/>
            <p:nvPr/>
          </p:nvSpPr>
          <p:spPr>
            <a:xfrm>
              <a:off x="7000294" y="18868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9" name="pt24489"/>
            <p:cNvSpPr/>
            <p:nvPr/>
          </p:nvSpPr>
          <p:spPr>
            <a:xfrm>
              <a:off x="7050670" y="1848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0" name="pt24490"/>
            <p:cNvSpPr/>
            <p:nvPr/>
          </p:nvSpPr>
          <p:spPr>
            <a:xfrm>
              <a:off x="7207869" y="2261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1" name="pt24491"/>
            <p:cNvSpPr/>
            <p:nvPr/>
          </p:nvSpPr>
          <p:spPr>
            <a:xfrm>
              <a:off x="6986988" y="20810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2" name="pt24492"/>
            <p:cNvSpPr/>
            <p:nvPr/>
          </p:nvSpPr>
          <p:spPr>
            <a:xfrm>
              <a:off x="7793556" y="22584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3" name="pt24493"/>
            <p:cNvSpPr/>
            <p:nvPr/>
          </p:nvSpPr>
          <p:spPr>
            <a:xfrm>
              <a:off x="7203059" y="22743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4" name="pt24494"/>
            <p:cNvSpPr/>
            <p:nvPr/>
          </p:nvSpPr>
          <p:spPr>
            <a:xfrm>
              <a:off x="7163150" y="21241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5" name="pt24495"/>
            <p:cNvSpPr/>
            <p:nvPr/>
          </p:nvSpPr>
          <p:spPr>
            <a:xfrm>
              <a:off x="6989310" y="20121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6" name="pt24496"/>
            <p:cNvSpPr/>
            <p:nvPr/>
          </p:nvSpPr>
          <p:spPr>
            <a:xfrm>
              <a:off x="7096795" y="21703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7" name="pt24497"/>
            <p:cNvSpPr/>
            <p:nvPr/>
          </p:nvSpPr>
          <p:spPr>
            <a:xfrm>
              <a:off x="7266432" y="20747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8" name="pt24498"/>
            <p:cNvSpPr/>
            <p:nvPr/>
          </p:nvSpPr>
          <p:spPr>
            <a:xfrm>
              <a:off x="7094291" y="21657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9" name="pt24499"/>
            <p:cNvSpPr/>
            <p:nvPr/>
          </p:nvSpPr>
          <p:spPr>
            <a:xfrm>
              <a:off x="7162373" y="2094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0" name="pt24500"/>
            <p:cNvSpPr/>
            <p:nvPr/>
          </p:nvSpPr>
          <p:spPr>
            <a:xfrm>
              <a:off x="7297396" y="21042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1" name="pt24501"/>
            <p:cNvSpPr/>
            <p:nvPr/>
          </p:nvSpPr>
          <p:spPr>
            <a:xfrm>
              <a:off x="7140914" y="21399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2" name="pt24502"/>
            <p:cNvSpPr/>
            <p:nvPr/>
          </p:nvSpPr>
          <p:spPr>
            <a:xfrm>
              <a:off x="7297393" y="19154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3" name="pt24503"/>
            <p:cNvSpPr/>
            <p:nvPr/>
          </p:nvSpPr>
          <p:spPr>
            <a:xfrm>
              <a:off x="6824389" y="20440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4" name="pt24504"/>
            <p:cNvSpPr/>
            <p:nvPr/>
          </p:nvSpPr>
          <p:spPr>
            <a:xfrm>
              <a:off x="7210132" y="20718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5" name="pt24505"/>
            <p:cNvSpPr/>
            <p:nvPr/>
          </p:nvSpPr>
          <p:spPr>
            <a:xfrm>
              <a:off x="7092658" y="21583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6" name="pt24506"/>
            <p:cNvSpPr/>
            <p:nvPr/>
          </p:nvSpPr>
          <p:spPr>
            <a:xfrm>
              <a:off x="7250202" y="20068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7" name="pt24507"/>
            <p:cNvSpPr/>
            <p:nvPr/>
          </p:nvSpPr>
          <p:spPr>
            <a:xfrm>
              <a:off x="7074620" y="22202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8" name="pt24508"/>
            <p:cNvSpPr/>
            <p:nvPr/>
          </p:nvSpPr>
          <p:spPr>
            <a:xfrm>
              <a:off x="7210893" y="20771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9" name="pt24509"/>
            <p:cNvSpPr/>
            <p:nvPr/>
          </p:nvSpPr>
          <p:spPr>
            <a:xfrm>
              <a:off x="6961283" y="20834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0" name="pt24510"/>
            <p:cNvSpPr/>
            <p:nvPr/>
          </p:nvSpPr>
          <p:spPr>
            <a:xfrm>
              <a:off x="7146176" y="20683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1" name="pt24511"/>
            <p:cNvSpPr/>
            <p:nvPr/>
          </p:nvSpPr>
          <p:spPr>
            <a:xfrm>
              <a:off x="7135926" y="23551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2" name="pt24512"/>
            <p:cNvSpPr/>
            <p:nvPr/>
          </p:nvSpPr>
          <p:spPr>
            <a:xfrm>
              <a:off x="7217194" y="20848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3" name="pt24513"/>
            <p:cNvSpPr/>
            <p:nvPr/>
          </p:nvSpPr>
          <p:spPr>
            <a:xfrm>
              <a:off x="7085332" y="22138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4" name="pt24514"/>
            <p:cNvSpPr/>
            <p:nvPr/>
          </p:nvSpPr>
          <p:spPr>
            <a:xfrm>
              <a:off x="6973608" y="19496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5" name="pt24515"/>
            <p:cNvSpPr/>
            <p:nvPr/>
          </p:nvSpPr>
          <p:spPr>
            <a:xfrm>
              <a:off x="7130047" y="23593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6" name="pt24516"/>
            <p:cNvSpPr/>
            <p:nvPr/>
          </p:nvSpPr>
          <p:spPr>
            <a:xfrm>
              <a:off x="6976449" y="18758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7" name="pt24517"/>
            <p:cNvSpPr/>
            <p:nvPr/>
          </p:nvSpPr>
          <p:spPr>
            <a:xfrm>
              <a:off x="7216596" y="20595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8" name="pt24518"/>
            <p:cNvSpPr/>
            <p:nvPr/>
          </p:nvSpPr>
          <p:spPr>
            <a:xfrm>
              <a:off x="7386542" y="27396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9" name="pt24519"/>
            <p:cNvSpPr/>
            <p:nvPr/>
          </p:nvSpPr>
          <p:spPr>
            <a:xfrm>
              <a:off x="7091448" y="22186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0" name="pt24520"/>
            <p:cNvSpPr/>
            <p:nvPr/>
          </p:nvSpPr>
          <p:spPr>
            <a:xfrm>
              <a:off x="7117686" y="21456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1" name="pt24521"/>
            <p:cNvSpPr/>
            <p:nvPr/>
          </p:nvSpPr>
          <p:spPr>
            <a:xfrm>
              <a:off x="7460293" y="2399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2" name="pt24522"/>
            <p:cNvSpPr/>
            <p:nvPr/>
          </p:nvSpPr>
          <p:spPr>
            <a:xfrm>
              <a:off x="6799517" y="25335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3" name="pt24523"/>
            <p:cNvSpPr/>
            <p:nvPr/>
          </p:nvSpPr>
          <p:spPr>
            <a:xfrm>
              <a:off x="6939796" y="21801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4" name="pt24524"/>
            <p:cNvSpPr/>
            <p:nvPr/>
          </p:nvSpPr>
          <p:spPr>
            <a:xfrm>
              <a:off x="7112250" y="21645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5" name="pt24525"/>
            <p:cNvSpPr/>
            <p:nvPr/>
          </p:nvSpPr>
          <p:spPr>
            <a:xfrm>
              <a:off x="7127619" y="23321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6" name="pt24526"/>
            <p:cNvSpPr/>
            <p:nvPr/>
          </p:nvSpPr>
          <p:spPr>
            <a:xfrm>
              <a:off x="7309151" y="20505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7" name="pt24527"/>
            <p:cNvSpPr/>
            <p:nvPr/>
          </p:nvSpPr>
          <p:spPr>
            <a:xfrm>
              <a:off x="6453242" y="16774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8" name="pt24528"/>
            <p:cNvSpPr/>
            <p:nvPr/>
          </p:nvSpPr>
          <p:spPr>
            <a:xfrm>
              <a:off x="7359331" y="2216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9" name="pt24529"/>
            <p:cNvSpPr/>
            <p:nvPr/>
          </p:nvSpPr>
          <p:spPr>
            <a:xfrm>
              <a:off x="7133018" y="22565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0" name="pt24530"/>
            <p:cNvSpPr/>
            <p:nvPr/>
          </p:nvSpPr>
          <p:spPr>
            <a:xfrm>
              <a:off x="7090960" y="22189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1" name="pt24531"/>
            <p:cNvSpPr/>
            <p:nvPr/>
          </p:nvSpPr>
          <p:spPr>
            <a:xfrm>
              <a:off x="7366936" y="22255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2" name="pt24532"/>
            <p:cNvSpPr/>
            <p:nvPr/>
          </p:nvSpPr>
          <p:spPr>
            <a:xfrm>
              <a:off x="7072648" y="2061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3" name="pt24533"/>
            <p:cNvSpPr/>
            <p:nvPr/>
          </p:nvSpPr>
          <p:spPr>
            <a:xfrm>
              <a:off x="6850897" y="22813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4" name="pt24534"/>
            <p:cNvSpPr/>
            <p:nvPr/>
          </p:nvSpPr>
          <p:spPr>
            <a:xfrm>
              <a:off x="7541143" y="24111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5" name="pt24535"/>
            <p:cNvSpPr/>
            <p:nvPr/>
          </p:nvSpPr>
          <p:spPr>
            <a:xfrm>
              <a:off x="7103723" y="21256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6" name="pt24536"/>
            <p:cNvSpPr/>
            <p:nvPr/>
          </p:nvSpPr>
          <p:spPr>
            <a:xfrm>
              <a:off x="7045172" y="22250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7" name="pt24537"/>
            <p:cNvSpPr/>
            <p:nvPr/>
          </p:nvSpPr>
          <p:spPr>
            <a:xfrm>
              <a:off x="6987894" y="20865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8" name="pt24538"/>
            <p:cNvSpPr/>
            <p:nvPr/>
          </p:nvSpPr>
          <p:spPr>
            <a:xfrm>
              <a:off x="6976926" y="19615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9" name="pt24539"/>
            <p:cNvSpPr/>
            <p:nvPr/>
          </p:nvSpPr>
          <p:spPr>
            <a:xfrm>
              <a:off x="7223815" y="23215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0" name="pt24540"/>
            <p:cNvSpPr/>
            <p:nvPr/>
          </p:nvSpPr>
          <p:spPr>
            <a:xfrm>
              <a:off x="6909298" y="20339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1" name="pt24541"/>
            <p:cNvSpPr/>
            <p:nvPr/>
          </p:nvSpPr>
          <p:spPr>
            <a:xfrm>
              <a:off x="7433965" y="24288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2" name="pt24542"/>
            <p:cNvSpPr/>
            <p:nvPr/>
          </p:nvSpPr>
          <p:spPr>
            <a:xfrm>
              <a:off x="7210470" y="21139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3" name="pt24543"/>
            <p:cNvSpPr/>
            <p:nvPr/>
          </p:nvSpPr>
          <p:spPr>
            <a:xfrm>
              <a:off x="7016607" y="18485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4" name="pt24544"/>
            <p:cNvSpPr/>
            <p:nvPr/>
          </p:nvSpPr>
          <p:spPr>
            <a:xfrm>
              <a:off x="7128305" y="21658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5" name="pt24545"/>
            <p:cNvSpPr/>
            <p:nvPr/>
          </p:nvSpPr>
          <p:spPr>
            <a:xfrm>
              <a:off x="7033412" y="22412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6" name="pt24546"/>
            <p:cNvSpPr/>
            <p:nvPr/>
          </p:nvSpPr>
          <p:spPr>
            <a:xfrm>
              <a:off x="6878137" y="17398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7" name="pt24547"/>
            <p:cNvSpPr/>
            <p:nvPr/>
          </p:nvSpPr>
          <p:spPr>
            <a:xfrm>
              <a:off x="7279841" y="19285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8" name="pt24548"/>
            <p:cNvSpPr/>
            <p:nvPr/>
          </p:nvSpPr>
          <p:spPr>
            <a:xfrm>
              <a:off x="7187407" y="20302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9" name="pt24549"/>
            <p:cNvSpPr/>
            <p:nvPr/>
          </p:nvSpPr>
          <p:spPr>
            <a:xfrm>
              <a:off x="7159531" y="19982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0" name="pt24550"/>
            <p:cNvSpPr/>
            <p:nvPr/>
          </p:nvSpPr>
          <p:spPr>
            <a:xfrm>
              <a:off x="6969466" y="20700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1" name="pt24551"/>
            <p:cNvSpPr/>
            <p:nvPr/>
          </p:nvSpPr>
          <p:spPr>
            <a:xfrm>
              <a:off x="7060417" y="2204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2" name="pt24552"/>
            <p:cNvSpPr/>
            <p:nvPr/>
          </p:nvSpPr>
          <p:spPr>
            <a:xfrm>
              <a:off x="6957057" y="20544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3" name="pt24553"/>
            <p:cNvSpPr/>
            <p:nvPr/>
          </p:nvSpPr>
          <p:spPr>
            <a:xfrm>
              <a:off x="7204221" y="22115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4" name="pt24554"/>
            <p:cNvSpPr/>
            <p:nvPr/>
          </p:nvSpPr>
          <p:spPr>
            <a:xfrm>
              <a:off x="7141125" y="21031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5" name="pt24555"/>
            <p:cNvSpPr/>
            <p:nvPr/>
          </p:nvSpPr>
          <p:spPr>
            <a:xfrm>
              <a:off x="7181113" y="20725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6" name="pt24556"/>
            <p:cNvSpPr/>
            <p:nvPr/>
          </p:nvSpPr>
          <p:spPr>
            <a:xfrm>
              <a:off x="7046893" y="21543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7" name="pt24557"/>
            <p:cNvSpPr/>
            <p:nvPr/>
          </p:nvSpPr>
          <p:spPr>
            <a:xfrm>
              <a:off x="7086661" y="22212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8" name="pt24558"/>
            <p:cNvSpPr/>
            <p:nvPr/>
          </p:nvSpPr>
          <p:spPr>
            <a:xfrm>
              <a:off x="7108289" y="20944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9" name="pt24559"/>
            <p:cNvSpPr/>
            <p:nvPr/>
          </p:nvSpPr>
          <p:spPr>
            <a:xfrm>
              <a:off x="7115960" y="21948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0" name="pt24560"/>
            <p:cNvSpPr/>
            <p:nvPr/>
          </p:nvSpPr>
          <p:spPr>
            <a:xfrm>
              <a:off x="7053554" y="18952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1" name="pt24561"/>
            <p:cNvSpPr/>
            <p:nvPr/>
          </p:nvSpPr>
          <p:spPr>
            <a:xfrm>
              <a:off x="7153523" y="20248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2" name="pt24562"/>
            <p:cNvSpPr/>
            <p:nvPr/>
          </p:nvSpPr>
          <p:spPr>
            <a:xfrm>
              <a:off x="7145744" y="20089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3" name="pt24563"/>
            <p:cNvSpPr/>
            <p:nvPr/>
          </p:nvSpPr>
          <p:spPr>
            <a:xfrm>
              <a:off x="7109926" y="21630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4" name="pt24564"/>
            <p:cNvSpPr/>
            <p:nvPr/>
          </p:nvSpPr>
          <p:spPr>
            <a:xfrm>
              <a:off x="7190971" y="22043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5" name="pt24565"/>
            <p:cNvSpPr/>
            <p:nvPr/>
          </p:nvSpPr>
          <p:spPr>
            <a:xfrm>
              <a:off x="6979745" y="18641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6" name="pt24566"/>
            <p:cNvSpPr/>
            <p:nvPr/>
          </p:nvSpPr>
          <p:spPr>
            <a:xfrm>
              <a:off x="7413420" y="2318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7" name="pt24567"/>
            <p:cNvSpPr/>
            <p:nvPr/>
          </p:nvSpPr>
          <p:spPr>
            <a:xfrm>
              <a:off x="7238445" y="20194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8" name="pt24568"/>
            <p:cNvSpPr/>
            <p:nvPr/>
          </p:nvSpPr>
          <p:spPr>
            <a:xfrm>
              <a:off x="7406215" y="28444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9" name="pt24569"/>
            <p:cNvSpPr/>
            <p:nvPr/>
          </p:nvSpPr>
          <p:spPr>
            <a:xfrm>
              <a:off x="7111650" y="21855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0" name="pt24570"/>
            <p:cNvSpPr/>
            <p:nvPr/>
          </p:nvSpPr>
          <p:spPr>
            <a:xfrm>
              <a:off x="6981009" y="2058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1" name="pt24571"/>
            <p:cNvSpPr/>
            <p:nvPr/>
          </p:nvSpPr>
          <p:spPr>
            <a:xfrm>
              <a:off x="6895715" y="20598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2" name="pt24572"/>
            <p:cNvSpPr/>
            <p:nvPr/>
          </p:nvSpPr>
          <p:spPr>
            <a:xfrm>
              <a:off x="7269818" y="19993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3" name="pt24573"/>
            <p:cNvSpPr/>
            <p:nvPr/>
          </p:nvSpPr>
          <p:spPr>
            <a:xfrm>
              <a:off x="7204201" y="21844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4" name="pt24574"/>
            <p:cNvSpPr/>
            <p:nvPr/>
          </p:nvSpPr>
          <p:spPr>
            <a:xfrm>
              <a:off x="7076547" y="22454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5" name="pt24575"/>
            <p:cNvSpPr/>
            <p:nvPr/>
          </p:nvSpPr>
          <p:spPr>
            <a:xfrm>
              <a:off x="7021053" y="20018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6" name="pt24576"/>
            <p:cNvSpPr/>
            <p:nvPr/>
          </p:nvSpPr>
          <p:spPr>
            <a:xfrm>
              <a:off x="7029319" y="22308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7" name="pt24577"/>
            <p:cNvSpPr/>
            <p:nvPr/>
          </p:nvSpPr>
          <p:spPr>
            <a:xfrm>
              <a:off x="7188526" y="21331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8" name="pt24578"/>
            <p:cNvSpPr/>
            <p:nvPr/>
          </p:nvSpPr>
          <p:spPr>
            <a:xfrm>
              <a:off x="7104553" y="21411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9" name="pt24579"/>
            <p:cNvSpPr/>
            <p:nvPr/>
          </p:nvSpPr>
          <p:spPr>
            <a:xfrm>
              <a:off x="7128822" y="23021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0" name="pt24580"/>
            <p:cNvSpPr/>
            <p:nvPr/>
          </p:nvSpPr>
          <p:spPr>
            <a:xfrm>
              <a:off x="7154345" y="19769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1" name="pt24581"/>
            <p:cNvSpPr/>
            <p:nvPr/>
          </p:nvSpPr>
          <p:spPr>
            <a:xfrm>
              <a:off x="7269736" y="20624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2" name="pt24582"/>
            <p:cNvSpPr/>
            <p:nvPr/>
          </p:nvSpPr>
          <p:spPr>
            <a:xfrm>
              <a:off x="7275810" y="20093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3" name="pt24583"/>
            <p:cNvSpPr/>
            <p:nvPr/>
          </p:nvSpPr>
          <p:spPr>
            <a:xfrm>
              <a:off x="7192011" y="21475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4" name="pt24584"/>
            <p:cNvSpPr/>
            <p:nvPr/>
          </p:nvSpPr>
          <p:spPr>
            <a:xfrm>
              <a:off x="7383460" y="22116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5" name="pt24585"/>
            <p:cNvSpPr/>
            <p:nvPr/>
          </p:nvSpPr>
          <p:spPr>
            <a:xfrm>
              <a:off x="7206242" y="20788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6" name="pt24586"/>
            <p:cNvSpPr/>
            <p:nvPr/>
          </p:nvSpPr>
          <p:spPr>
            <a:xfrm>
              <a:off x="7233032" y="21281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7" name="pt24587"/>
            <p:cNvSpPr/>
            <p:nvPr/>
          </p:nvSpPr>
          <p:spPr>
            <a:xfrm>
              <a:off x="6977901" y="19742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8" name="pt24588"/>
            <p:cNvSpPr/>
            <p:nvPr/>
          </p:nvSpPr>
          <p:spPr>
            <a:xfrm>
              <a:off x="7392646" y="27518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9" name="pt24589"/>
            <p:cNvSpPr/>
            <p:nvPr/>
          </p:nvSpPr>
          <p:spPr>
            <a:xfrm>
              <a:off x="7084662" y="21698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0" name="pt24590"/>
            <p:cNvSpPr/>
            <p:nvPr/>
          </p:nvSpPr>
          <p:spPr>
            <a:xfrm>
              <a:off x="7000883" y="18475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1" name="pt24591"/>
            <p:cNvSpPr/>
            <p:nvPr/>
          </p:nvSpPr>
          <p:spPr>
            <a:xfrm>
              <a:off x="7265384" y="20581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2" name="pt24592"/>
            <p:cNvSpPr/>
            <p:nvPr/>
          </p:nvSpPr>
          <p:spPr>
            <a:xfrm>
              <a:off x="7195126" y="21837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3" name="pt24593"/>
            <p:cNvSpPr/>
            <p:nvPr/>
          </p:nvSpPr>
          <p:spPr>
            <a:xfrm>
              <a:off x="7067014" y="20683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4" name="pt24594"/>
            <p:cNvSpPr/>
            <p:nvPr/>
          </p:nvSpPr>
          <p:spPr>
            <a:xfrm>
              <a:off x="7143445" y="21539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5" name="pt24595"/>
            <p:cNvSpPr/>
            <p:nvPr/>
          </p:nvSpPr>
          <p:spPr>
            <a:xfrm>
              <a:off x="7257804" y="20809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6" name="pt24596"/>
            <p:cNvSpPr/>
            <p:nvPr/>
          </p:nvSpPr>
          <p:spPr>
            <a:xfrm>
              <a:off x="7055597" y="21117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7" name="pt24597"/>
            <p:cNvSpPr/>
            <p:nvPr/>
          </p:nvSpPr>
          <p:spPr>
            <a:xfrm>
              <a:off x="7142757" y="21201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8" name="pt24598"/>
            <p:cNvSpPr/>
            <p:nvPr/>
          </p:nvSpPr>
          <p:spPr>
            <a:xfrm>
              <a:off x="7182546" y="19418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9" name="pt24599"/>
            <p:cNvSpPr/>
            <p:nvPr/>
          </p:nvSpPr>
          <p:spPr>
            <a:xfrm>
              <a:off x="7090496" y="21869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0" name="pt24600"/>
            <p:cNvSpPr/>
            <p:nvPr/>
          </p:nvSpPr>
          <p:spPr>
            <a:xfrm>
              <a:off x="7186288" y="20608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1" name="pt24601"/>
            <p:cNvSpPr/>
            <p:nvPr/>
          </p:nvSpPr>
          <p:spPr>
            <a:xfrm>
              <a:off x="7196294" y="23195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2" name="pt24602"/>
            <p:cNvSpPr/>
            <p:nvPr/>
          </p:nvSpPr>
          <p:spPr>
            <a:xfrm>
              <a:off x="7201063" y="20861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3" name="pt24603"/>
            <p:cNvSpPr/>
            <p:nvPr/>
          </p:nvSpPr>
          <p:spPr>
            <a:xfrm>
              <a:off x="7299113" y="20047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4" name="pt24604"/>
            <p:cNvSpPr/>
            <p:nvPr/>
          </p:nvSpPr>
          <p:spPr>
            <a:xfrm>
              <a:off x="6751175" y="24347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5" name="pt24605"/>
            <p:cNvSpPr/>
            <p:nvPr/>
          </p:nvSpPr>
          <p:spPr>
            <a:xfrm>
              <a:off x="7264582" y="19998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6" name="pt24606"/>
            <p:cNvSpPr/>
            <p:nvPr/>
          </p:nvSpPr>
          <p:spPr>
            <a:xfrm>
              <a:off x="7242467" y="20148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7" name="pt24607"/>
            <p:cNvSpPr/>
            <p:nvPr/>
          </p:nvSpPr>
          <p:spPr>
            <a:xfrm>
              <a:off x="7145377" y="21220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8" name="pt24608"/>
            <p:cNvSpPr/>
            <p:nvPr/>
          </p:nvSpPr>
          <p:spPr>
            <a:xfrm>
              <a:off x="6995012" y="18908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9" name="pt24609"/>
            <p:cNvSpPr/>
            <p:nvPr/>
          </p:nvSpPr>
          <p:spPr>
            <a:xfrm>
              <a:off x="7015531" y="18343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0" name="pt24610"/>
            <p:cNvSpPr/>
            <p:nvPr/>
          </p:nvSpPr>
          <p:spPr>
            <a:xfrm>
              <a:off x="7069900" y="22044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1" name="pt24611"/>
            <p:cNvSpPr/>
            <p:nvPr/>
          </p:nvSpPr>
          <p:spPr>
            <a:xfrm>
              <a:off x="7063615" y="2134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2" name="pt24612"/>
            <p:cNvSpPr/>
            <p:nvPr/>
          </p:nvSpPr>
          <p:spPr>
            <a:xfrm>
              <a:off x="6998796" y="19878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3" name="pt24613"/>
            <p:cNvSpPr/>
            <p:nvPr/>
          </p:nvSpPr>
          <p:spPr>
            <a:xfrm>
              <a:off x="7244854" y="20831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4" name="pt24614"/>
            <p:cNvSpPr/>
            <p:nvPr/>
          </p:nvSpPr>
          <p:spPr>
            <a:xfrm>
              <a:off x="6939929" y="21648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5" name="pt24615"/>
            <p:cNvSpPr/>
            <p:nvPr/>
          </p:nvSpPr>
          <p:spPr>
            <a:xfrm>
              <a:off x="7080702" y="22319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6" name="pt24616"/>
            <p:cNvSpPr/>
            <p:nvPr/>
          </p:nvSpPr>
          <p:spPr>
            <a:xfrm>
              <a:off x="7263202" y="20176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7" name="pt24617"/>
            <p:cNvSpPr/>
            <p:nvPr/>
          </p:nvSpPr>
          <p:spPr>
            <a:xfrm>
              <a:off x="7224876" y="21759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8" name="pt24618"/>
            <p:cNvSpPr/>
            <p:nvPr/>
          </p:nvSpPr>
          <p:spPr>
            <a:xfrm>
              <a:off x="6903885" y="20955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9" name="pt24619"/>
            <p:cNvSpPr/>
            <p:nvPr/>
          </p:nvSpPr>
          <p:spPr>
            <a:xfrm>
              <a:off x="6942473" y="21346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0" name="pt24620"/>
            <p:cNvSpPr/>
            <p:nvPr/>
          </p:nvSpPr>
          <p:spPr>
            <a:xfrm>
              <a:off x="7095715" y="21695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1" name="pt24621"/>
            <p:cNvSpPr/>
            <p:nvPr/>
          </p:nvSpPr>
          <p:spPr>
            <a:xfrm>
              <a:off x="6800855" y="22724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2" name="pt24622"/>
            <p:cNvSpPr/>
            <p:nvPr/>
          </p:nvSpPr>
          <p:spPr>
            <a:xfrm>
              <a:off x="7149489" y="20433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3" name="pt24623"/>
            <p:cNvSpPr/>
            <p:nvPr/>
          </p:nvSpPr>
          <p:spPr>
            <a:xfrm>
              <a:off x="7238447" y="20298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4" name="pt24624"/>
            <p:cNvSpPr/>
            <p:nvPr/>
          </p:nvSpPr>
          <p:spPr>
            <a:xfrm>
              <a:off x="7278310" y="19973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5" name="pt24625"/>
            <p:cNvSpPr/>
            <p:nvPr/>
          </p:nvSpPr>
          <p:spPr>
            <a:xfrm>
              <a:off x="7047934" y="18551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6" name="pt24626"/>
            <p:cNvSpPr/>
            <p:nvPr/>
          </p:nvSpPr>
          <p:spPr>
            <a:xfrm>
              <a:off x="7034824" y="23092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7" name="pt24627"/>
            <p:cNvSpPr/>
            <p:nvPr/>
          </p:nvSpPr>
          <p:spPr>
            <a:xfrm>
              <a:off x="7302646" y="18989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8" name="pt24628"/>
            <p:cNvSpPr/>
            <p:nvPr/>
          </p:nvSpPr>
          <p:spPr>
            <a:xfrm>
              <a:off x="7394772" y="24600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9" name="pt24629"/>
            <p:cNvSpPr/>
            <p:nvPr/>
          </p:nvSpPr>
          <p:spPr>
            <a:xfrm>
              <a:off x="7151737" y="20324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0" name="pt24630"/>
            <p:cNvSpPr/>
            <p:nvPr/>
          </p:nvSpPr>
          <p:spPr>
            <a:xfrm>
              <a:off x="7077225" y="22403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1" name="pt24631"/>
            <p:cNvSpPr/>
            <p:nvPr/>
          </p:nvSpPr>
          <p:spPr>
            <a:xfrm>
              <a:off x="7241491" y="20764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2" name="pt24632"/>
            <p:cNvSpPr/>
            <p:nvPr/>
          </p:nvSpPr>
          <p:spPr>
            <a:xfrm>
              <a:off x="7051518" y="19878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3" name="pt24633"/>
            <p:cNvSpPr/>
            <p:nvPr/>
          </p:nvSpPr>
          <p:spPr>
            <a:xfrm>
              <a:off x="7067469" y="20498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4" name="pt24634"/>
            <p:cNvSpPr/>
            <p:nvPr/>
          </p:nvSpPr>
          <p:spPr>
            <a:xfrm>
              <a:off x="6631667" y="21905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5" name="pt24635"/>
            <p:cNvSpPr/>
            <p:nvPr/>
          </p:nvSpPr>
          <p:spPr>
            <a:xfrm>
              <a:off x="7089742" y="23000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6" name="pt24636"/>
            <p:cNvSpPr/>
            <p:nvPr/>
          </p:nvSpPr>
          <p:spPr>
            <a:xfrm>
              <a:off x="6982457" y="21040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7" name="pt24637"/>
            <p:cNvSpPr/>
            <p:nvPr/>
          </p:nvSpPr>
          <p:spPr>
            <a:xfrm>
              <a:off x="7105395" y="21169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8" name="pt24638"/>
            <p:cNvSpPr/>
            <p:nvPr/>
          </p:nvSpPr>
          <p:spPr>
            <a:xfrm>
              <a:off x="7360024" y="20859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9" name="pt24639"/>
            <p:cNvSpPr/>
            <p:nvPr/>
          </p:nvSpPr>
          <p:spPr>
            <a:xfrm>
              <a:off x="7150972" y="20129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0" name="pt24640"/>
            <p:cNvSpPr/>
            <p:nvPr/>
          </p:nvSpPr>
          <p:spPr>
            <a:xfrm>
              <a:off x="7187423" y="2083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1" name="pt24641"/>
            <p:cNvSpPr/>
            <p:nvPr/>
          </p:nvSpPr>
          <p:spPr>
            <a:xfrm>
              <a:off x="7138777" y="23636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2" name="pt24642"/>
            <p:cNvSpPr/>
            <p:nvPr/>
          </p:nvSpPr>
          <p:spPr>
            <a:xfrm>
              <a:off x="7251268" y="19438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3" name="pt24643"/>
            <p:cNvSpPr/>
            <p:nvPr/>
          </p:nvSpPr>
          <p:spPr>
            <a:xfrm>
              <a:off x="7207299" y="21121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4" name="pt24644"/>
            <p:cNvSpPr/>
            <p:nvPr/>
          </p:nvSpPr>
          <p:spPr>
            <a:xfrm>
              <a:off x="7298069" y="20601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5" name="pt24645"/>
            <p:cNvSpPr/>
            <p:nvPr/>
          </p:nvSpPr>
          <p:spPr>
            <a:xfrm>
              <a:off x="7095616" y="21901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6" name="pt24646"/>
            <p:cNvSpPr/>
            <p:nvPr/>
          </p:nvSpPr>
          <p:spPr>
            <a:xfrm>
              <a:off x="7059365" y="22965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7" name="pt24647"/>
            <p:cNvSpPr/>
            <p:nvPr/>
          </p:nvSpPr>
          <p:spPr>
            <a:xfrm>
              <a:off x="6909335" y="21754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8" name="pt24648"/>
            <p:cNvSpPr/>
            <p:nvPr/>
          </p:nvSpPr>
          <p:spPr>
            <a:xfrm>
              <a:off x="7060651" y="22525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9" name="pt24649"/>
            <p:cNvSpPr/>
            <p:nvPr/>
          </p:nvSpPr>
          <p:spPr>
            <a:xfrm>
              <a:off x="7100355" y="21378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0" name="pt24650"/>
            <p:cNvSpPr/>
            <p:nvPr/>
          </p:nvSpPr>
          <p:spPr>
            <a:xfrm>
              <a:off x="7020515" y="19490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1" name="pt24651"/>
            <p:cNvSpPr/>
            <p:nvPr/>
          </p:nvSpPr>
          <p:spPr>
            <a:xfrm>
              <a:off x="7242818" y="20554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2" name="pt24652"/>
            <p:cNvSpPr/>
            <p:nvPr/>
          </p:nvSpPr>
          <p:spPr>
            <a:xfrm>
              <a:off x="7108792" y="21298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3" name="pt24653"/>
            <p:cNvSpPr/>
            <p:nvPr/>
          </p:nvSpPr>
          <p:spPr>
            <a:xfrm>
              <a:off x="7083348" y="22183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4" name="pt24654"/>
            <p:cNvSpPr/>
            <p:nvPr/>
          </p:nvSpPr>
          <p:spPr>
            <a:xfrm>
              <a:off x="7166692" y="2172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5" name="pt24655"/>
            <p:cNvSpPr/>
            <p:nvPr/>
          </p:nvSpPr>
          <p:spPr>
            <a:xfrm>
              <a:off x="6888985" y="20051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6" name="pt24656"/>
            <p:cNvSpPr/>
            <p:nvPr/>
          </p:nvSpPr>
          <p:spPr>
            <a:xfrm>
              <a:off x="7001457" y="17672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7" name="pt24657"/>
            <p:cNvSpPr/>
            <p:nvPr/>
          </p:nvSpPr>
          <p:spPr>
            <a:xfrm>
              <a:off x="7288249" y="20990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8" name="pt24658"/>
            <p:cNvSpPr/>
            <p:nvPr/>
          </p:nvSpPr>
          <p:spPr>
            <a:xfrm>
              <a:off x="6891928" y="21319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9" name="pt24659"/>
            <p:cNvSpPr/>
            <p:nvPr/>
          </p:nvSpPr>
          <p:spPr>
            <a:xfrm>
              <a:off x="6852195" y="23664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0" name="pt24660"/>
            <p:cNvSpPr/>
            <p:nvPr/>
          </p:nvSpPr>
          <p:spPr>
            <a:xfrm>
              <a:off x="7233451" y="20986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1" name="pt24661"/>
            <p:cNvSpPr/>
            <p:nvPr/>
          </p:nvSpPr>
          <p:spPr>
            <a:xfrm>
              <a:off x="7018949" y="20013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2" name="pt24662"/>
            <p:cNvSpPr/>
            <p:nvPr/>
          </p:nvSpPr>
          <p:spPr>
            <a:xfrm>
              <a:off x="7119307" y="21524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3" name="pt24663"/>
            <p:cNvSpPr/>
            <p:nvPr/>
          </p:nvSpPr>
          <p:spPr>
            <a:xfrm>
              <a:off x="7244743" y="20377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4" name="pt24664"/>
            <p:cNvSpPr/>
            <p:nvPr/>
          </p:nvSpPr>
          <p:spPr>
            <a:xfrm>
              <a:off x="6944599" y="21912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5" name="pt24665"/>
            <p:cNvSpPr/>
            <p:nvPr/>
          </p:nvSpPr>
          <p:spPr>
            <a:xfrm>
              <a:off x="6977826" y="20255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6" name="pt24666"/>
            <p:cNvSpPr/>
            <p:nvPr/>
          </p:nvSpPr>
          <p:spPr>
            <a:xfrm>
              <a:off x="6730035" y="20740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7" name="pt24667"/>
            <p:cNvSpPr/>
            <p:nvPr/>
          </p:nvSpPr>
          <p:spPr>
            <a:xfrm>
              <a:off x="7278545" y="19898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8" name="pt24668"/>
            <p:cNvSpPr/>
            <p:nvPr/>
          </p:nvSpPr>
          <p:spPr>
            <a:xfrm>
              <a:off x="7653052" y="23048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9" name="pt24669"/>
            <p:cNvSpPr/>
            <p:nvPr/>
          </p:nvSpPr>
          <p:spPr>
            <a:xfrm>
              <a:off x="7010797" y="17644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0" name="pt24670"/>
            <p:cNvSpPr/>
            <p:nvPr/>
          </p:nvSpPr>
          <p:spPr>
            <a:xfrm>
              <a:off x="7171423" y="21461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1" name="pt24671"/>
            <p:cNvSpPr/>
            <p:nvPr/>
          </p:nvSpPr>
          <p:spPr>
            <a:xfrm>
              <a:off x="7218387" y="20060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2" name="pt24672"/>
            <p:cNvSpPr/>
            <p:nvPr/>
          </p:nvSpPr>
          <p:spPr>
            <a:xfrm>
              <a:off x="6829859" y="20685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3" name="pt24673"/>
            <p:cNvSpPr/>
            <p:nvPr/>
          </p:nvSpPr>
          <p:spPr>
            <a:xfrm>
              <a:off x="7143616" y="20725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4" name="pt24674"/>
            <p:cNvSpPr/>
            <p:nvPr/>
          </p:nvSpPr>
          <p:spPr>
            <a:xfrm>
              <a:off x="7123639" y="21540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5" name="pt24675"/>
            <p:cNvSpPr/>
            <p:nvPr/>
          </p:nvSpPr>
          <p:spPr>
            <a:xfrm>
              <a:off x="6841255" y="23043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6" name="pt24676"/>
            <p:cNvSpPr/>
            <p:nvPr/>
          </p:nvSpPr>
          <p:spPr>
            <a:xfrm>
              <a:off x="7394497" y="27644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7" name="pt24677"/>
            <p:cNvSpPr/>
            <p:nvPr/>
          </p:nvSpPr>
          <p:spPr>
            <a:xfrm>
              <a:off x="7229864" y="20918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8" name="pt24678"/>
            <p:cNvSpPr/>
            <p:nvPr/>
          </p:nvSpPr>
          <p:spPr>
            <a:xfrm>
              <a:off x="7203045" y="20711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9" name="pt24679"/>
            <p:cNvSpPr/>
            <p:nvPr/>
          </p:nvSpPr>
          <p:spPr>
            <a:xfrm>
              <a:off x="7200934" y="22572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0" name="pt24680"/>
            <p:cNvSpPr/>
            <p:nvPr/>
          </p:nvSpPr>
          <p:spPr>
            <a:xfrm>
              <a:off x="6955841" y="20358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1" name="pt24681"/>
            <p:cNvSpPr/>
            <p:nvPr/>
          </p:nvSpPr>
          <p:spPr>
            <a:xfrm>
              <a:off x="7143228" y="21173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2" name="pt24682"/>
            <p:cNvSpPr/>
            <p:nvPr/>
          </p:nvSpPr>
          <p:spPr>
            <a:xfrm>
              <a:off x="7055815" y="21380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3" name="pt24683"/>
            <p:cNvSpPr/>
            <p:nvPr/>
          </p:nvSpPr>
          <p:spPr>
            <a:xfrm>
              <a:off x="7215281" y="21494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4" name="pt24684"/>
            <p:cNvSpPr/>
            <p:nvPr/>
          </p:nvSpPr>
          <p:spPr>
            <a:xfrm>
              <a:off x="7074618" y="22162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5" name="pt24685"/>
            <p:cNvSpPr/>
            <p:nvPr/>
          </p:nvSpPr>
          <p:spPr>
            <a:xfrm>
              <a:off x="7159969" y="20635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6" name="pt24686"/>
            <p:cNvSpPr/>
            <p:nvPr/>
          </p:nvSpPr>
          <p:spPr>
            <a:xfrm>
              <a:off x="6849240" y="21320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7" name="pt24687"/>
            <p:cNvSpPr/>
            <p:nvPr/>
          </p:nvSpPr>
          <p:spPr>
            <a:xfrm>
              <a:off x="7002806" y="20686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8" name="pt24688"/>
            <p:cNvSpPr/>
            <p:nvPr/>
          </p:nvSpPr>
          <p:spPr>
            <a:xfrm>
              <a:off x="7234540" y="21166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9" name="pt24689"/>
            <p:cNvSpPr/>
            <p:nvPr/>
          </p:nvSpPr>
          <p:spPr>
            <a:xfrm>
              <a:off x="7182644" y="20180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0" name="pt24690"/>
            <p:cNvSpPr/>
            <p:nvPr/>
          </p:nvSpPr>
          <p:spPr>
            <a:xfrm>
              <a:off x="7241445" y="22366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1" name="pt24691"/>
            <p:cNvSpPr/>
            <p:nvPr/>
          </p:nvSpPr>
          <p:spPr>
            <a:xfrm>
              <a:off x="7095019" y="21709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2" name="pt24692"/>
            <p:cNvSpPr/>
            <p:nvPr/>
          </p:nvSpPr>
          <p:spPr>
            <a:xfrm>
              <a:off x="6945194" y="19707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3" name="pt24693"/>
            <p:cNvSpPr/>
            <p:nvPr/>
          </p:nvSpPr>
          <p:spPr>
            <a:xfrm>
              <a:off x="6981726" y="21614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4" name="pt24694"/>
            <p:cNvSpPr/>
            <p:nvPr/>
          </p:nvSpPr>
          <p:spPr>
            <a:xfrm>
              <a:off x="7112585" y="21497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5" name="pt24695"/>
            <p:cNvSpPr/>
            <p:nvPr/>
          </p:nvSpPr>
          <p:spPr>
            <a:xfrm>
              <a:off x="7139701" y="22849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6" name="pt24696"/>
            <p:cNvSpPr/>
            <p:nvPr/>
          </p:nvSpPr>
          <p:spPr>
            <a:xfrm>
              <a:off x="6925997" y="21675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7" name="pt24697"/>
            <p:cNvSpPr/>
            <p:nvPr/>
          </p:nvSpPr>
          <p:spPr>
            <a:xfrm>
              <a:off x="7133186" y="23105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8" name="pt24698"/>
            <p:cNvSpPr/>
            <p:nvPr/>
          </p:nvSpPr>
          <p:spPr>
            <a:xfrm>
              <a:off x="7326272" y="20960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9" name="pt24699"/>
            <p:cNvSpPr/>
            <p:nvPr/>
          </p:nvSpPr>
          <p:spPr>
            <a:xfrm>
              <a:off x="7156440" y="20143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0" name="pt24700"/>
            <p:cNvSpPr/>
            <p:nvPr/>
          </p:nvSpPr>
          <p:spPr>
            <a:xfrm>
              <a:off x="7249959" y="20347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1" name="pt24701"/>
            <p:cNvSpPr/>
            <p:nvPr/>
          </p:nvSpPr>
          <p:spPr>
            <a:xfrm>
              <a:off x="6951759" y="18934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2" name="pt24702"/>
            <p:cNvSpPr/>
            <p:nvPr/>
          </p:nvSpPr>
          <p:spPr>
            <a:xfrm>
              <a:off x="6994261" y="19906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3" name="pt24703"/>
            <p:cNvSpPr/>
            <p:nvPr/>
          </p:nvSpPr>
          <p:spPr>
            <a:xfrm>
              <a:off x="7135455" y="22936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4" name="pt24704"/>
            <p:cNvSpPr/>
            <p:nvPr/>
          </p:nvSpPr>
          <p:spPr>
            <a:xfrm>
              <a:off x="7187799" y="20816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5" name="pt24705"/>
            <p:cNvSpPr/>
            <p:nvPr/>
          </p:nvSpPr>
          <p:spPr>
            <a:xfrm>
              <a:off x="7110031" y="21070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6" name="pt24706"/>
            <p:cNvSpPr/>
            <p:nvPr/>
          </p:nvSpPr>
          <p:spPr>
            <a:xfrm>
              <a:off x="6906033" y="20205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7" name="pt24707"/>
            <p:cNvSpPr/>
            <p:nvPr/>
          </p:nvSpPr>
          <p:spPr>
            <a:xfrm>
              <a:off x="7289370" y="21314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8" name="pt24708"/>
            <p:cNvSpPr/>
            <p:nvPr/>
          </p:nvSpPr>
          <p:spPr>
            <a:xfrm>
              <a:off x="7100310" y="2167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9" name="pt24709"/>
            <p:cNvSpPr/>
            <p:nvPr/>
          </p:nvSpPr>
          <p:spPr>
            <a:xfrm>
              <a:off x="7137137" y="22332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0" name="pt24710"/>
            <p:cNvSpPr/>
            <p:nvPr/>
          </p:nvSpPr>
          <p:spPr>
            <a:xfrm>
              <a:off x="7094844" y="21796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1" name="pt24711"/>
            <p:cNvSpPr/>
            <p:nvPr/>
          </p:nvSpPr>
          <p:spPr>
            <a:xfrm>
              <a:off x="7220386" y="17438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2" name="pt24712"/>
            <p:cNvSpPr/>
            <p:nvPr/>
          </p:nvSpPr>
          <p:spPr>
            <a:xfrm>
              <a:off x="7106917" y="20900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3" name="pt24713"/>
            <p:cNvSpPr/>
            <p:nvPr/>
          </p:nvSpPr>
          <p:spPr>
            <a:xfrm>
              <a:off x="7055430" y="21978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4" name="pt24714"/>
            <p:cNvSpPr/>
            <p:nvPr/>
          </p:nvSpPr>
          <p:spPr>
            <a:xfrm>
              <a:off x="7108661" y="21273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5" name="pt24715"/>
            <p:cNvSpPr/>
            <p:nvPr/>
          </p:nvSpPr>
          <p:spPr>
            <a:xfrm>
              <a:off x="7053763" y="22208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6" name="pt24716"/>
            <p:cNvSpPr/>
            <p:nvPr/>
          </p:nvSpPr>
          <p:spPr>
            <a:xfrm>
              <a:off x="7383901" y="28728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7" name="pt24717"/>
            <p:cNvSpPr/>
            <p:nvPr/>
          </p:nvSpPr>
          <p:spPr>
            <a:xfrm>
              <a:off x="7336970" y="2165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8" name="pt24718"/>
            <p:cNvSpPr/>
            <p:nvPr/>
          </p:nvSpPr>
          <p:spPr>
            <a:xfrm>
              <a:off x="6682249" y="24221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9" name="pt24719"/>
            <p:cNvSpPr/>
            <p:nvPr/>
          </p:nvSpPr>
          <p:spPr>
            <a:xfrm>
              <a:off x="7080392" y="21864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0" name="pt24720"/>
            <p:cNvSpPr/>
            <p:nvPr/>
          </p:nvSpPr>
          <p:spPr>
            <a:xfrm>
              <a:off x="7147117" y="21401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1" name="pt24721"/>
            <p:cNvSpPr/>
            <p:nvPr/>
          </p:nvSpPr>
          <p:spPr>
            <a:xfrm>
              <a:off x="7106618" y="21549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2" name="pt24722"/>
            <p:cNvSpPr/>
            <p:nvPr/>
          </p:nvSpPr>
          <p:spPr>
            <a:xfrm>
              <a:off x="7474282" y="23760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3" name="pt24723"/>
            <p:cNvSpPr/>
            <p:nvPr/>
          </p:nvSpPr>
          <p:spPr>
            <a:xfrm>
              <a:off x="7152073" y="20215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4" name="pt24724"/>
            <p:cNvSpPr/>
            <p:nvPr/>
          </p:nvSpPr>
          <p:spPr>
            <a:xfrm>
              <a:off x="7073858" y="22305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5" name="pt24725"/>
            <p:cNvSpPr/>
            <p:nvPr/>
          </p:nvSpPr>
          <p:spPr>
            <a:xfrm>
              <a:off x="7172765" y="21661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6" name="pt24726"/>
            <p:cNvSpPr/>
            <p:nvPr/>
          </p:nvSpPr>
          <p:spPr>
            <a:xfrm>
              <a:off x="7182934" y="19557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7" name="pt24727"/>
            <p:cNvSpPr/>
            <p:nvPr/>
          </p:nvSpPr>
          <p:spPr>
            <a:xfrm>
              <a:off x="7224811" y="21872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8" name="pt24728"/>
            <p:cNvSpPr/>
            <p:nvPr/>
          </p:nvSpPr>
          <p:spPr>
            <a:xfrm>
              <a:off x="7170111" y="21679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9" name="pt24729"/>
            <p:cNvSpPr/>
            <p:nvPr/>
          </p:nvSpPr>
          <p:spPr>
            <a:xfrm>
              <a:off x="6808109" y="21705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0" name="pt24730"/>
            <p:cNvSpPr/>
            <p:nvPr/>
          </p:nvSpPr>
          <p:spPr>
            <a:xfrm>
              <a:off x="7044439" y="19695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1" name="pt24731"/>
            <p:cNvSpPr/>
            <p:nvPr/>
          </p:nvSpPr>
          <p:spPr>
            <a:xfrm>
              <a:off x="7220504" y="19787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2" name="pt24732"/>
            <p:cNvSpPr/>
            <p:nvPr/>
          </p:nvSpPr>
          <p:spPr>
            <a:xfrm>
              <a:off x="7221929" y="18759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3" name="pt24733"/>
            <p:cNvSpPr/>
            <p:nvPr/>
          </p:nvSpPr>
          <p:spPr>
            <a:xfrm>
              <a:off x="7260195" y="20065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4" name="pt24734"/>
            <p:cNvSpPr/>
            <p:nvPr/>
          </p:nvSpPr>
          <p:spPr>
            <a:xfrm>
              <a:off x="6980563" y="18664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5" name="pt24735"/>
            <p:cNvSpPr/>
            <p:nvPr/>
          </p:nvSpPr>
          <p:spPr>
            <a:xfrm>
              <a:off x="7134312" y="22033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6" name="pt24736"/>
            <p:cNvSpPr/>
            <p:nvPr/>
          </p:nvSpPr>
          <p:spPr>
            <a:xfrm>
              <a:off x="7077015" y="2233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7" name="pt24737"/>
            <p:cNvSpPr/>
            <p:nvPr/>
          </p:nvSpPr>
          <p:spPr>
            <a:xfrm>
              <a:off x="7250406" y="20972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8" name="pt24738"/>
            <p:cNvSpPr/>
            <p:nvPr/>
          </p:nvSpPr>
          <p:spPr>
            <a:xfrm>
              <a:off x="7106439" y="21429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9" name="pt24739"/>
            <p:cNvSpPr/>
            <p:nvPr/>
          </p:nvSpPr>
          <p:spPr>
            <a:xfrm>
              <a:off x="7082398" y="21993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0" name="pt24740"/>
            <p:cNvSpPr/>
            <p:nvPr/>
          </p:nvSpPr>
          <p:spPr>
            <a:xfrm>
              <a:off x="7158516" y="20692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1" name="pt24741"/>
            <p:cNvSpPr/>
            <p:nvPr/>
          </p:nvSpPr>
          <p:spPr>
            <a:xfrm>
              <a:off x="7108857" y="20871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2" name="pt24742"/>
            <p:cNvSpPr/>
            <p:nvPr/>
          </p:nvSpPr>
          <p:spPr>
            <a:xfrm>
              <a:off x="7112151" y="22036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3" name="pt24743"/>
            <p:cNvSpPr/>
            <p:nvPr/>
          </p:nvSpPr>
          <p:spPr>
            <a:xfrm>
              <a:off x="7314993" y="20188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4" name="pt24744"/>
            <p:cNvSpPr/>
            <p:nvPr/>
          </p:nvSpPr>
          <p:spPr>
            <a:xfrm>
              <a:off x="7332593" y="19321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5" name="pt24745"/>
            <p:cNvSpPr/>
            <p:nvPr/>
          </p:nvSpPr>
          <p:spPr>
            <a:xfrm>
              <a:off x="7185977" y="22665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6" name="pt24746"/>
            <p:cNvSpPr/>
            <p:nvPr/>
          </p:nvSpPr>
          <p:spPr>
            <a:xfrm>
              <a:off x="7075351" y="21639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7" name="pt24747"/>
            <p:cNvSpPr/>
            <p:nvPr/>
          </p:nvSpPr>
          <p:spPr>
            <a:xfrm>
              <a:off x="7179441" y="20504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8" name="pt24748"/>
            <p:cNvSpPr/>
            <p:nvPr/>
          </p:nvSpPr>
          <p:spPr>
            <a:xfrm>
              <a:off x="7088898" y="22186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9" name="pt24749"/>
            <p:cNvSpPr/>
            <p:nvPr/>
          </p:nvSpPr>
          <p:spPr>
            <a:xfrm>
              <a:off x="7335535" y="22497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0" name="pt24750"/>
            <p:cNvSpPr/>
            <p:nvPr/>
          </p:nvSpPr>
          <p:spPr>
            <a:xfrm>
              <a:off x="7256031" y="20643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1" name="pt24751"/>
            <p:cNvSpPr/>
            <p:nvPr/>
          </p:nvSpPr>
          <p:spPr>
            <a:xfrm>
              <a:off x="7233290" y="20452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2" name="pt24752"/>
            <p:cNvSpPr/>
            <p:nvPr/>
          </p:nvSpPr>
          <p:spPr>
            <a:xfrm>
              <a:off x="7344193" y="26716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3" name="pt24753"/>
            <p:cNvSpPr/>
            <p:nvPr/>
          </p:nvSpPr>
          <p:spPr>
            <a:xfrm>
              <a:off x="7275017" y="20543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4" name="pt24754"/>
            <p:cNvSpPr/>
            <p:nvPr/>
          </p:nvSpPr>
          <p:spPr>
            <a:xfrm>
              <a:off x="6980295" y="19081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5" name="pt24755"/>
            <p:cNvSpPr/>
            <p:nvPr/>
          </p:nvSpPr>
          <p:spPr>
            <a:xfrm>
              <a:off x="6879337" y="18441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6" name="pt24756"/>
            <p:cNvSpPr/>
            <p:nvPr/>
          </p:nvSpPr>
          <p:spPr>
            <a:xfrm>
              <a:off x="6995258" y="18324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7" name="pt24757"/>
            <p:cNvSpPr/>
            <p:nvPr/>
          </p:nvSpPr>
          <p:spPr>
            <a:xfrm>
              <a:off x="7574074" y="25569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8" name="pt24758"/>
            <p:cNvSpPr/>
            <p:nvPr/>
          </p:nvSpPr>
          <p:spPr>
            <a:xfrm>
              <a:off x="7379189" y="23524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9" name="pt24759"/>
            <p:cNvSpPr/>
            <p:nvPr/>
          </p:nvSpPr>
          <p:spPr>
            <a:xfrm>
              <a:off x="7148037" y="20963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0" name="pt24760"/>
            <p:cNvSpPr/>
            <p:nvPr/>
          </p:nvSpPr>
          <p:spPr>
            <a:xfrm>
              <a:off x="7329352" y="21953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1" name="pt24761"/>
            <p:cNvSpPr/>
            <p:nvPr/>
          </p:nvSpPr>
          <p:spPr>
            <a:xfrm>
              <a:off x="7178986" y="20776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2" name="pt24762"/>
            <p:cNvSpPr/>
            <p:nvPr/>
          </p:nvSpPr>
          <p:spPr>
            <a:xfrm>
              <a:off x="6980355" y="19543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3" name="pt24763"/>
            <p:cNvSpPr/>
            <p:nvPr/>
          </p:nvSpPr>
          <p:spPr>
            <a:xfrm>
              <a:off x="7153618" y="1977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4" name="pt24764"/>
            <p:cNvSpPr/>
            <p:nvPr/>
          </p:nvSpPr>
          <p:spPr>
            <a:xfrm>
              <a:off x="7155314" y="19347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5" name="pt24765"/>
            <p:cNvSpPr/>
            <p:nvPr/>
          </p:nvSpPr>
          <p:spPr>
            <a:xfrm>
              <a:off x="7270890" y="20534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6" name="pt24766"/>
            <p:cNvSpPr/>
            <p:nvPr/>
          </p:nvSpPr>
          <p:spPr>
            <a:xfrm>
              <a:off x="7432829" y="28163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7" name="pt24767"/>
            <p:cNvSpPr/>
            <p:nvPr/>
          </p:nvSpPr>
          <p:spPr>
            <a:xfrm>
              <a:off x="7171286" y="21099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8" name="pt24768"/>
            <p:cNvSpPr/>
            <p:nvPr/>
          </p:nvSpPr>
          <p:spPr>
            <a:xfrm>
              <a:off x="7206464" y="20424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9" name="pt24769"/>
            <p:cNvSpPr/>
            <p:nvPr/>
          </p:nvSpPr>
          <p:spPr>
            <a:xfrm>
              <a:off x="7126643" y="22044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0" name="pt24770"/>
            <p:cNvSpPr/>
            <p:nvPr/>
          </p:nvSpPr>
          <p:spPr>
            <a:xfrm>
              <a:off x="7430199" y="24805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1" name="pt24771"/>
            <p:cNvSpPr/>
            <p:nvPr/>
          </p:nvSpPr>
          <p:spPr>
            <a:xfrm>
              <a:off x="7366857" y="20807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2" name="pt24772"/>
            <p:cNvSpPr/>
            <p:nvPr/>
          </p:nvSpPr>
          <p:spPr>
            <a:xfrm>
              <a:off x="7090943" y="22465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3" name="pt24773"/>
            <p:cNvSpPr/>
            <p:nvPr/>
          </p:nvSpPr>
          <p:spPr>
            <a:xfrm>
              <a:off x="7072584" y="21943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4" name="pt24774"/>
            <p:cNvSpPr/>
            <p:nvPr/>
          </p:nvSpPr>
          <p:spPr>
            <a:xfrm>
              <a:off x="6955473" y="19342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5" name="pt24775"/>
            <p:cNvSpPr/>
            <p:nvPr/>
          </p:nvSpPr>
          <p:spPr>
            <a:xfrm>
              <a:off x="6946871" y="19380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6" name="pt24776"/>
            <p:cNvSpPr/>
            <p:nvPr/>
          </p:nvSpPr>
          <p:spPr>
            <a:xfrm>
              <a:off x="6904926" y="21729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7" name="pt24777"/>
            <p:cNvSpPr/>
            <p:nvPr/>
          </p:nvSpPr>
          <p:spPr>
            <a:xfrm>
              <a:off x="7140493" y="23041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8" name="pt24778"/>
            <p:cNvSpPr/>
            <p:nvPr/>
          </p:nvSpPr>
          <p:spPr>
            <a:xfrm>
              <a:off x="7097464" y="21882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9" name="pt24779"/>
            <p:cNvSpPr/>
            <p:nvPr/>
          </p:nvSpPr>
          <p:spPr>
            <a:xfrm>
              <a:off x="6835836" y="21874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0" name="pt24780"/>
            <p:cNvSpPr/>
            <p:nvPr/>
          </p:nvSpPr>
          <p:spPr>
            <a:xfrm>
              <a:off x="7129499" y="22672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1" name="pt24781"/>
            <p:cNvSpPr/>
            <p:nvPr/>
          </p:nvSpPr>
          <p:spPr>
            <a:xfrm>
              <a:off x="7162460" y="21951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2" name="pt24782"/>
            <p:cNvSpPr/>
            <p:nvPr/>
          </p:nvSpPr>
          <p:spPr>
            <a:xfrm>
              <a:off x="7129651" y="23166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3" name="pt24783"/>
            <p:cNvSpPr/>
            <p:nvPr/>
          </p:nvSpPr>
          <p:spPr>
            <a:xfrm>
              <a:off x="7065404" y="21600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4" name="pt24784"/>
            <p:cNvSpPr/>
            <p:nvPr/>
          </p:nvSpPr>
          <p:spPr>
            <a:xfrm>
              <a:off x="7106975" y="21575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5" name="pt24785"/>
            <p:cNvSpPr/>
            <p:nvPr/>
          </p:nvSpPr>
          <p:spPr>
            <a:xfrm>
              <a:off x="7020221" y="20083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6" name="pt24786"/>
            <p:cNvSpPr/>
            <p:nvPr/>
          </p:nvSpPr>
          <p:spPr>
            <a:xfrm>
              <a:off x="7279349" y="20311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7" name="pt24787"/>
            <p:cNvSpPr/>
            <p:nvPr/>
          </p:nvSpPr>
          <p:spPr>
            <a:xfrm>
              <a:off x="7108939" y="21219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8" name="pt24788"/>
            <p:cNvSpPr/>
            <p:nvPr/>
          </p:nvSpPr>
          <p:spPr>
            <a:xfrm>
              <a:off x="6763763" y="2697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9" name="pt24789"/>
            <p:cNvSpPr/>
            <p:nvPr/>
          </p:nvSpPr>
          <p:spPr>
            <a:xfrm>
              <a:off x="6987784" y="20396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0" name="pt24790"/>
            <p:cNvSpPr/>
            <p:nvPr/>
          </p:nvSpPr>
          <p:spPr>
            <a:xfrm>
              <a:off x="7484262" y="24454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1" name="pt24791"/>
            <p:cNvSpPr/>
            <p:nvPr/>
          </p:nvSpPr>
          <p:spPr>
            <a:xfrm>
              <a:off x="7028960" y="22228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2" name="pt24792"/>
            <p:cNvSpPr/>
            <p:nvPr/>
          </p:nvSpPr>
          <p:spPr>
            <a:xfrm>
              <a:off x="7195881" y="22595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3" name="pt24793"/>
            <p:cNvSpPr/>
            <p:nvPr/>
          </p:nvSpPr>
          <p:spPr>
            <a:xfrm>
              <a:off x="7120687" y="21845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4" name="pt24794"/>
            <p:cNvSpPr/>
            <p:nvPr/>
          </p:nvSpPr>
          <p:spPr>
            <a:xfrm>
              <a:off x="7302219" y="1997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5" name="pt24795"/>
            <p:cNvSpPr/>
            <p:nvPr/>
          </p:nvSpPr>
          <p:spPr>
            <a:xfrm>
              <a:off x="6968958" y="20528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6" name="pt24796"/>
            <p:cNvSpPr/>
            <p:nvPr/>
          </p:nvSpPr>
          <p:spPr>
            <a:xfrm>
              <a:off x="7186679" y="20337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7" name="pt24797"/>
            <p:cNvSpPr/>
            <p:nvPr/>
          </p:nvSpPr>
          <p:spPr>
            <a:xfrm>
              <a:off x="6942186" y="21840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8" name="pt24798"/>
            <p:cNvSpPr/>
            <p:nvPr/>
          </p:nvSpPr>
          <p:spPr>
            <a:xfrm>
              <a:off x="7180231" y="20585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9" name="pt24799"/>
            <p:cNvSpPr/>
            <p:nvPr/>
          </p:nvSpPr>
          <p:spPr>
            <a:xfrm>
              <a:off x="7141888" y="22009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0" name="pt24800"/>
            <p:cNvSpPr/>
            <p:nvPr/>
          </p:nvSpPr>
          <p:spPr>
            <a:xfrm>
              <a:off x="7304061" y="21701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1" name="pt24801"/>
            <p:cNvSpPr/>
            <p:nvPr/>
          </p:nvSpPr>
          <p:spPr>
            <a:xfrm>
              <a:off x="7232241" y="22057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2" name="pt24802"/>
            <p:cNvSpPr/>
            <p:nvPr/>
          </p:nvSpPr>
          <p:spPr>
            <a:xfrm>
              <a:off x="7629231" y="27693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3" name="pt24803"/>
            <p:cNvSpPr/>
            <p:nvPr/>
          </p:nvSpPr>
          <p:spPr>
            <a:xfrm>
              <a:off x="6481369" y="1891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4" name="pt24804"/>
            <p:cNvSpPr/>
            <p:nvPr/>
          </p:nvSpPr>
          <p:spPr>
            <a:xfrm>
              <a:off x="7148323" y="20530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5" name="pt24805"/>
            <p:cNvSpPr/>
            <p:nvPr/>
          </p:nvSpPr>
          <p:spPr>
            <a:xfrm>
              <a:off x="7268548" y="18879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6" name="pt24806"/>
            <p:cNvSpPr/>
            <p:nvPr/>
          </p:nvSpPr>
          <p:spPr>
            <a:xfrm>
              <a:off x="7216922" y="20450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7" name="pt24807"/>
            <p:cNvSpPr/>
            <p:nvPr/>
          </p:nvSpPr>
          <p:spPr>
            <a:xfrm>
              <a:off x="7088343" y="22338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8" name="pt24808"/>
            <p:cNvSpPr/>
            <p:nvPr/>
          </p:nvSpPr>
          <p:spPr>
            <a:xfrm>
              <a:off x="7037814" y="24324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9" name="pt24809"/>
            <p:cNvSpPr/>
            <p:nvPr/>
          </p:nvSpPr>
          <p:spPr>
            <a:xfrm>
              <a:off x="7263074" y="21447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0" name="pt24810"/>
            <p:cNvSpPr/>
            <p:nvPr/>
          </p:nvSpPr>
          <p:spPr>
            <a:xfrm>
              <a:off x="7222921" y="17483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1" name="pt24811"/>
            <p:cNvSpPr/>
            <p:nvPr/>
          </p:nvSpPr>
          <p:spPr>
            <a:xfrm>
              <a:off x="7049474" y="15572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2" name="pt24812"/>
            <p:cNvSpPr/>
            <p:nvPr/>
          </p:nvSpPr>
          <p:spPr>
            <a:xfrm>
              <a:off x="7174296" y="20150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3" name="pt24813"/>
            <p:cNvSpPr/>
            <p:nvPr/>
          </p:nvSpPr>
          <p:spPr>
            <a:xfrm>
              <a:off x="7068214" y="20406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4" name="pt24814"/>
            <p:cNvSpPr/>
            <p:nvPr/>
          </p:nvSpPr>
          <p:spPr>
            <a:xfrm>
              <a:off x="6813902" y="19767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5" name="pt24815"/>
            <p:cNvSpPr/>
            <p:nvPr/>
          </p:nvSpPr>
          <p:spPr>
            <a:xfrm>
              <a:off x="7209542" y="21376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6" name="pt24816"/>
            <p:cNvSpPr/>
            <p:nvPr/>
          </p:nvSpPr>
          <p:spPr>
            <a:xfrm>
              <a:off x="7142910" y="2149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7" name="pt24817"/>
            <p:cNvSpPr/>
            <p:nvPr/>
          </p:nvSpPr>
          <p:spPr>
            <a:xfrm>
              <a:off x="7094855" y="21496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8" name="pt24818"/>
            <p:cNvSpPr/>
            <p:nvPr/>
          </p:nvSpPr>
          <p:spPr>
            <a:xfrm>
              <a:off x="7009150" y="19818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9" name="pt24819"/>
            <p:cNvSpPr/>
            <p:nvPr/>
          </p:nvSpPr>
          <p:spPr>
            <a:xfrm>
              <a:off x="7194499" y="22821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0" name="pt24820"/>
            <p:cNvSpPr/>
            <p:nvPr/>
          </p:nvSpPr>
          <p:spPr>
            <a:xfrm>
              <a:off x="7180908" y="20438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1" name="pt24821"/>
            <p:cNvSpPr/>
            <p:nvPr/>
          </p:nvSpPr>
          <p:spPr>
            <a:xfrm>
              <a:off x="7135478" y="23225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2" name="pt24822"/>
            <p:cNvSpPr/>
            <p:nvPr/>
          </p:nvSpPr>
          <p:spPr>
            <a:xfrm>
              <a:off x="7141383" y="21182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3" name="pt24823"/>
            <p:cNvSpPr/>
            <p:nvPr/>
          </p:nvSpPr>
          <p:spPr>
            <a:xfrm>
              <a:off x="7069311" y="20064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4" name="pt24824"/>
            <p:cNvSpPr/>
            <p:nvPr/>
          </p:nvSpPr>
          <p:spPr>
            <a:xfrm>
              <a:off x="7168401" y="21475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5" name="pt24825"/>
            <p:cNvSpPr/>
            <p:nvPr/>
          </p:nvSpPr>
          <p:spPr>
            <a:xfrm>
              <a:off x="7104097" y="21613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6" name="pt24826"/>
            <p:cNvSpPr/>
            <p:nvPr/>
          </p:nvSpPr>
          <p:spPr>
            <a:xfrm>
              <a:off x="6964037" y="21059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7" name="pt24827"/>
            <p:cNvSpPr/>
            <p:nvPr/>
          </p:nvSpPr>
          <p:spPr>
            <a:xfrm>
              <a:off x="7397459" y="24959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8" name="pt24828"/>
            <p:cNvSpPr/>
            <p:nvPr/>
          </p:nvSpPr>
          <p:spPr>
            <a:xfrm>
              <a:off x="6914742" y="20033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9" name="pt24829"/>
            <p:cNvSpPr/>
            <p:nvPr/>
          </p:nvSpPr>
          <p:spPr>
            <a:xfrm>
              <a:off x="7041972" y="19217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0" name="pt24830"/>
            <p:cNvSpPr/>
            <p:nvPr/>
          </p:nvSpPr>
          <p:spPr>
            <a:xfrm>
              <a:off x="7016629" y="19424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1" name="pt24831"/>
            <p:cNvSpPr/>
            <p:nvPr/>
          </p:nvSpPr>
          <p:spPr>
            <a:xfrm>
              <a:off x="7225729" y="22210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2" name="pt24832"/>
            <p:cNvSpPr/>
            <p:nvPr/>
          </p:nvSpPr>
          <p:spPr>
            <a:xfrm>
              <a:off x="6960500" y="19213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3" name="pt24833"/>
            <p:cNvSpPr/>
            <p:nvPr/>
          </p:nvSpPr>
          <p:spPr>
            <a:xfrm>
              <a:off x="7166902" y="21665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4" name="pt24834"/>
            <p:cNvSpPr/>
            <p:nvPr/>
          </p:nvSpPr>
          <p:spPr>
            <a:xfrm>
              <a:off x="6984413" y="20323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5" name="pt24835"/>
            <p:cNvSpPr/>
            <p:nvPr/>
          </p:nvSpPr>
          <p:spPr>
            <a:xfrm>
              <a:off x="7039019" y="24260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6" name="pt24836"/>
            <p:cNvSpPr/>
            <p:nvPr/>
          </p:nvSpPr>
          <p:spPr>
            <a:xfrm>
              <a:off x="6730701" y="19747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7" name="pt24837"/>
            <p:cNvSpPr/>
            <p:nvPr/>
          </p:nvSpPr>
          <p:spPr>
            <a:xfrm>
              <a:off x="6837571" y="21559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8" name="pt24838"/>
            <p:cNvSpPr/>
            <p:nvPr/>
          </p:nvSpPr>
          <p:spPr>
            <a:xfrm>
              <a:off x="7085341" y="22323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9" name="pt24839"/>
            <p:cNvSpPr/>
            <p:nvPr/>
          </p:nvSpPr>
          <p:spPr>
            <a:xfrm>
              <a:off x="7285196" y="19830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0" name="pt24840"/>
            <p:cNvSpPr/>
            <p:nvPr/>
          </p:nvSpPr>
          <p:spPr>
            <a:xfrm>
              <a:off x="7016078" y="17971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1" name="pt24841"/>
            <p:cNvSpPr/>
            <p:nvPr/>
          </p:nvSpPr>
          <p:spPr>
            <a:xfrm>
              <a:off x="6910958" y="2175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2" name="pt24842"/>
            <p:cNvSpPr/>
            <p:nvPr/>
          </p:nvSpPr>
          <p:spPr>
            <a:xfrm>
              <a:off x="7296453" y="19473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3" name="pt24843"/>
            <p:cNvSpPr/>
            <p:nvPr/>
          </p:nvSpPr>
          <p:spPr>
            <a:xfrm>
              <a:off x="7101705" y="21595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4" name="pt24844"/>
            <p:cNvSpPr/>
            <p:nvPr/>
          </p:nvSpPr>
          <p:spPr>
            <a:xfrm>
              <a:off x="7335291" y="23476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5" name="pt24845"/>
            <p:cNvSpPr/>
            <p:nvPr/>
          </p:nvSpPr>
          <p:spPr>
            <a:xfrm>
              <a:off x="7074760" y="22471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6" name="pt24846"/>
            <p:cNvSpPr/>
            <p:nvPr/>
          </p:nvSpPr>
          <p:spPr>
            <a:xfrm>
              <a:off x="7184128" y="21413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7" name="pt24847"/>
            <p:cNvSpPr/>
            <p:nvPr/>
          </p:nvSpPr>
          <p:spPr>
            <a:xfrm>
              <a:off x="7094874" y="21967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8" name="pt24848"/>
            <p:cNvSpPr/>
            <p:nvPr/>
          </p:nvSpPr>
          <p:spPr>
            <a:xfrm>
              <a:off x="7076166" y="21920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9" name="pt24849"/>
            <p:cNvSpPr/>
            <p:nvPr/>
          </p:nvSpPr>
          <p:spPr>
            <a:xfrm>
              <a:off x="7182630" y="20125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0" name="pt24850"/>
            <p:cNvSpPr/>
            <p:nvPr/>
          </p:nvSpPr>
          <p:spPr>
            <a:xfrm>
              <a:off x="7082285" y="22128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1" name="pt24851"/>
            <p:cNvSpPr/>
            <p:nvPr/>
          </p:nvSpPr>
          <p:spPr>
            <a:xfrm>
              <a:off x="7487266" y="23300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2" name="pt24852"/>
            <p:cNvSpPr/>
            <p:nvPr/>
          </p:nvSpPr>
          <p:spPr>
            <a:xfrm>
              <a:off x="7282938" y="20101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3" name="pt24853"/>
            <p:cNvSpPr/>
            <p:nvPr/>
          </p:nvSpPr>
          <p:spPr>
            <a:xfrm>
              <a:off x="6957117" y="19194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4" name="pt24854"/>
            <p:cNvSpPr/>
            <p:nvPr/>
          </p:nvSpPr>
          <p:spPr>
            <a:xfrm>
              <a:off x="7079301" y="22424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5" name="pt24855"/>
            <p:cNvSpPr/>
            <p:nvPr/>
          </p:nvSpPr>
          <p:spPr>
            <a:xfrm>
              <a:off x="7103763" y="21449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6" name="pt24856"/>
            <p:cNvSpPr/>
            <p:nvPr/>
          </p:nvSpPr>
          <p:spPr>
            <a:xfrm>
              <a:off x="7037248" y="2515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7" name="pt24857"/>
            <p:cNvSpPr/>
            <p:nvPr/>
          </p:nvSpPr>
          <p:spPr>
            <a:xfrm>
              <a:off x="6932951" y="22286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8" name="pt24858"/>
            <p:cNvSpPr/>
            <p:nvPr/>
          </p:nvSpPr>
          <p:spPr>
            <a:xfrm>
              <a:off x="7155063" y="19175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9" name="pt24859"/>
            <p:cNvSpPr/>
            <p:nvPr/>
          </p:nvSpPr>
          <p:spPr>
            <a:xfrm>
              <a:off x="7163642" y="2121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0" name="pt24860"/>
            <p:cNvSpPr/>
            <p:nvPr/>
          </p:nvSpPr>
          <p:spPr>
            <a:xfrm>
              <a:off x="6864166" y="2325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1" name="pt24861"/>
            <p:cNvSpPr/>
            <p:nvPr/>
          </p:nvSpPr>
          <p:spPr>
            <a:xfrm>
              <a:off x="7151020" y="20325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2" name="pt24862"/>
            <p:cNvSpPr/>
            <p:nvPr/>
          </p:nvSpPr>
          <p:spPr>
            <a:xfrm>
              <a:off x="7240119" y="20644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3" name="pt24863"/>
            <p:cNvSpPr/>
            <p:nvPr/>
          </p:nvSpPr>
          <p:spPr>
            <a:xfrm>
              <a:off x="6868953" y="22736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4" name="pt24864"/>
            <p:cNvSpPr/>
            <p:nvPr/>
          </p:nvSpPr>
          <p:spPr>
            <a:xfrm>
              <a:off x="7108177" y="21578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5" name="pt24865"/>
            <p:cNvSpPr/>
            <p:nvPr/>
          </p:nvSpPr>
          <p:spPr>
            <a:xfrm>
              <a:off x="7040717" y="2260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6" name="pt24866"/>
            <p:cNvSpPr/>
            <p:nvPr/>
          </p:nvSpPr>
          <p:spPr>
            <a:xfrm>
              <a:off x="6771945" y="24241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7" name="pt24867"/>
            <p:cNvSpPr/>
            <p:nvPr/>
          </p:nvSpPr>
          <p:spPr>
            <a:xfrm>
              <a:off x="7178234" y="2041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8" name="pt24868"/>
            <p:cNvSpPr/>
            <p:nvPr/>
          </p:nvSpPr>
          <p:spPr>
            <a:xfrm>
              <a:off x="6916939" y="22727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9" name="pt24869"/>
            <p:cNvSpPr/>
            <p:nvPr/>
          </p:nvSpPr>
          <p:spPr>
            <a:xfrm>
              <a:off x="7168394" y="22234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0" name="pt24870"/>
            <p:cNvSpPr/>
            <p:nvPr/>
          </p:nvSpPr>
          <p:spPr>
            <a:xfrm>
              <a:off x="7134186" y="23109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1" name="pt24871"/>
            <p:cNvSpPr/>
            <p:nvPr/>
          </p:nvSpPr>
          <p:spPr>
            <a:xfrm>
              <a:off x="7241739" y="2092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2" name="pt24872"/>
            <p:cNvSpPr/>
            <p:nvPr/>
          </p:nvSpPr>
          <p:spPr>
            <a:xfrm>
              <a:off x="7183792" y="20850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3" name="pt24873"/>
            <p:cNvSpPr/>
            <p:nvPr/>
          </p:nvSpPr>
          <p:spPr>
            <a:xfrm>
              <a:off x="7114675" y="21126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4" name="pt24874"/>
            <p:cNvSpPr/>
            <p:nvPr/>
          </p:nvSpPr>
          <p:spPr>
            <a:xfrm>
              <a:off x="7313162" y="19335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5" name="pt24875"/>
            <p:cNvSpPr/>
            <p:nvPr/>
          </p:nvSpPr>
          <p:spPr>
            <a:xfrm>
              <a:off x="7141904" y="20954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6" name="pt24876"/>
            <p:cNvSpPr/>
            <p:nvPr/>
          </p:nvSpPr>
          <p:spPr>
            <a:xfrm>
              <a:off x="7129300" y="22295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7" name="pt24877"/>
            <p:cNvSpPr/>
            <p:nvPr/>
          </p:nvSpPr>
          <p:spPr>
            <a:xfrm>
              <a:off x="7446262" y="29240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8" name="pt24878"/>
            <p:cNvSpPr/>
            <p:nvPr/>
          </p:nvSpPr>
          <p:spPr>
            <a:xfrm>
              <a:off x="7224694" y="2225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9" name="pt24879"/>
            <p:cNvSpPr/>
            <p:nvPr/>
          </p:nvSpPr>
          <p:spPr>
            <a:xfrm>
              <a:off x="7044732" y="1889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0" name="pt24880"/>
            <p:cNvSpPr/>
            <p:nvPr/>
          </p:nvSpPr>
          <p:spPr>
            <a:xfrm>
              <a:off x="6562872" y="20336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1" name="pt24881"/>
            <p:cNvSpPr/>
            <p:nvPr/>
          </p:nvSpPr>
          <p:spPr>
            <a:xfrm>
              <a:off x="6956413" y="19328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2" name="pt24882"/>
            <p:cNvSpPr/>
            <p:nvPr/>
          </p:nvSpPr>
          <p:spPr>
            <a:xfrm>
              <a:off x="7184807" y="21549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3" name="pt24883"/>
            <p:cNvSpPr/>
            <p:nvPr/>
          </p:nvSpPr>
          <p:spPr>
            <a:xfrm>
              <a:off x="7169884" y="22128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4" name="pt24884"/>
            <p:cNvSpPr/>
            <p:nvPr/>
          </p:nvSpPr>
          <p:spPr>
            <a:xfrm>
              <a:off x="7005039" y="19851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5" name="pt24885"/>
            <p:cNvSpPr/>
            <p:nvPr/>
          </p:nvSpPr>
          <p:spPr>
            <a:xfrm>
              <a:off x="7114708" y="21772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6" name="pt24886"/>
            <p:cNvSpPr/>
            <p:nvPr/>
          </p:nvSpPr>
          <p:spPr>
            <a:xfrm>
              <a:off x="7227145" y="22427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7" name="pt24887"/>
            <p:cNvSpPr/>
            <p:nvPr/>
          </p:nvSpPr>
          <p:spPr>
            <a:xfrm>
              <a:off x="6935337" y="21443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8" name="pt24888"/>
            <p:cNvSpPr/>
            <p:nvPr/>
          </p:nvSpPr>
          <p:spPr>
            <a:xfrm>
              <a:off x="7102911" y="20279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9" name="pt24889"/>
            <p:cNvSpPr/>
            <p:nvPr/>
          </p:nvSpPr>
          <p:spPr>
            <a:xfrm>
              <a:off x="7083480" y="21805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0" name="pt24890"/>
            <p:cNvSpPr/>
            <p:nvPr/>
          </p:nvSpPr>
          <p:spPr>
            <a:xfrm>
              <a:off x="6841561" y="22821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1" name="pt24891"/>
            <p:cNvSpPr/>
            <p:nvPr/>
          </p:nvSpPr>
          <p:spPr>
            <a:xfrm>
              <a:off x="6955822" y="19673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2" name="pt24892"/>
            <p:cNvSpPr/>
            <p:nvPr/>
          </p:nvSpPr>
          <p:spPr>
            <a:xfrm>
              <a:off x="7172905" y="21558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3" name="pt24893"/>
            <p:cNvSpPr/>
            <p:nvPr/>
          </p:nvSpPr>
          <p:spPr>
            <a:xfrm>
              <a:off x="7120896" y="21797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4" name="pt24894"/>
            <p:cNvSpPr/>
            <p:nvPr/>
          </p:nvSpPr>
          <p:spPr>
            <a:xfrm>
              <a:off x="7093631" y="20973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5" name="pt24895"/>
            <p:cNvSpPr/>
            <p:nvPr/>
          </p:nvSpPr>
          <p:spPr>
            <a:xfrm>
              <a:off x="7022158" y="22836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6" name="pt24896"/>
            <p:cNvSpPr/>
            <p:nvPr/>
          </p:nvSpPr>
          <p:spPr>
            <a:xfrm>
              <a:off x="7095559" y="21561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7" name="pt24897"/>
            <p:cNvSpPr/>
            <p:nvPr/>
          </p:nvSpPr>
          <p:spPr>
            <a:xfrm>
              <a:off x="7228474" y="21907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8" name="pt24898"/>
            <p:cNvSpPr/>
            <p:nvPr/>
          </p:nvSpPr>
          <p:spPr>
            <a:xfrm>
              <a:off x="7444707" y="25010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9" name="pt24899"/>
            <p:cNvSpPr/>
            <p:nvPr/>
          </p:nvSpPr>
          <p:spPr>
            <a:xfrm>
              <a:off x="7249013" y="21367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0" name="pt24900"/>
            <p:cNvSpPr/>
            <p:nvPr/>
          </p:nvSpPr>
          <p:spPr>
            <a:xfrm>
              <a:off x="7132859" y="23738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1" name="pt24901"/>
            <p:cNvSpPr/>
            <p:nvPr/>
          </p:nvSpPr>
          <p:spPr>
            <a:xfrm>
              <a:off x="7303509" y="19782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2" name="pt24902"/>
            <p:cNvSpPr/>
            <p:nvPr/>
          </p:nvSpPr>
          <p:spPr>
            <a:xfrm>
              <a:off x="7106673" y="2136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3" name="pt24903"/>
            <p:cNvSpPr/>
            <p:nvPr/>
          </p:nvSpPr>
          <p:spPr>
            <a:xfrm>
              <a:off x="6988588" y="21459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4" name="pt24904"/>
            <p:cNvSpPr/>
            <p:nvPr/>
          </p:nvSpPr>
          <p:spPr>
            <a:xfrm>
              <a:off x="7189394" y="20895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5" name="pt24905"/>
            <p:cNvSpPr/>
            <p:nvPr/>
          </p:nvSpPr>
          <p:spPr>
            <a:xfrm>
              <a:off x="7174695" y="20324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6" name="pt24906"/>
            <p:cNvSpPr/>
            <p:nvPr/>
          </p:nvSpPr>
          <p:spPr>
            <a:xfrm>
              <a:off x="7109022" y="21367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7" name="pt24907"/>
            <p:cNvSpPr/>
            <p:nvPr/>
          </p:nvSpPr>
          <p:spPr>
            <a:xfrm>
              <a:off x="6907038" y="21646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8" name="pt24908"/>
            <p:cNvSpPr/>
            <p:nvPr/>
          </p:nvSpPr>
          <p:spPr>
            <a:xfrm>
              <a:off x="7211886" y="22202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9" name="pt24909"/>
            <p:cNvSpPr/>
            <p:nvPr/>
          </p:nvSpPr>
          <p:spPr>
            <a:xfrm>
              <a:off x="7024423" y="21691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0" name="pt24910"/>
            <p:cNvSpPr/>
            <p:nvPr/>
          </p:nvSpPr>
          <p:spPr>
            <a:xfrm>
              <a:off x="7120587" y="20971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1" name="pt24911"/>
            <p:cNvSpPr/>
            <p:nvPr/>
          </p:nvSpPr>
          <p:spPr>
            <a:xfrm>
              <a:off x="7002102" y="18730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2" name="pt24912"/>
            <p:cNvSpPr/>
            <p:nvPr/>
          </p:nvSpPr>
          <p:spPr>
            <a:xfrm>
              <a:off x="7202054" y="22335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3" name="pt24913"/>
            <p:cNvSpPr/>
            <p:nvPr/>
          </p:nvSpPr>
          <p:spPr>
            <a:xfrm>
              <a:off x="7039582" y="23853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4" name="pt24914"/>
            <p:cNvSpPr/>
            <p:nvPr/>
          </p:nvSpPr>
          <p:spPr>
            <a:xfrm>
              <a:off x="7333055" y="22535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5" name="pt24915"/>
            <p:cNvSpPr/>
            <p:nvPr/>
          </p:nvSpPr>
          <p:spPr>
            <a:xfrm>
              <a:off x="7099935" y="20598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6" name="pt24916"/>
            <p:cNvSpPr/>
            <p:nvPr/>
          </p:nvSpPr>
          <p:spPr>
            <a:xfrm>
              <a:off x="7265816" y="19727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7" name="pt24917"/>
            <p:cNvSpPr/>
            <p:nvPr/>
          </p:nvSpPr>
          <p:spPr>
            <a:xfrm>
              <a:off x="6907795" y="21916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8" name="pt24918"/>
            <p:cNvSpPr/>
            <p:nvPr/>
          </p:nvSpPr>
          <p:spPr>
            <a:xfrm>
              <a:off x="7192789" y="22836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9" name="pt24919"/>
            <p:cNvSpPr/>
            <p:nvPr/>
          </p:nvSpPr>
          <p:spPr>
            <a:xfrm>
              <a:off x="7195096" y="23681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0" name="pt24920"/>
            <p:cNvSpPr/>
            <p:nvPr/>
          </p:nvSpPr>
          <p:spPr>
            <a:xfrm>
              <a:off x="6908660" y="20937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1" name="pt24921"/>
            <p:cNvSpPr/>
            <p:nvPr/>
          </p:nvSpPr>
          <p:spPr>
            <a:xfrm>
              <a:off x="6967596" y="20346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2" name="pt24922"/>
            <p:cNvSpPr/>
            <p:nvPr/>
          </p:nvSpPr>
          <p:spPr>
            <a:xfrm>
              <a:off x="7319944" y="20167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3" name="pt24923"/>
            <p:cNvSpPr/>
            <p:nvPr/>
          </p:nvSpPr>
          <p:spPr>
            <a:xfrm>
              <a:off x="7117337" y="21923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4" name="pt24924"/>
            <p:cNvSpPr/>
            <p:nvPr/>
          </p:nvSpPr>
          <p:spPr>
            <a:xfrm>
              <a:off x="7161397" y="21231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5" name="pt24925"/>
            <p:cNvSpPr/>
            <p:nvPr/>
          </p:nvSpPr>
          <p:spPr>
            <a:xfrm>
              <a:off x="7312776" y="19103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6" name="pt24926"/>
            <p:cNvSpPr/>
            <p:nvPr/>
          </p:nvSpPr>
          <p:spPr>
            <a:xfrm>
              <a:off x="7080461" y="22768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7" name="pt24927"/>
            <p:cNvSpPr/>
            <p:nvPr/>
          </p:nvSpPr>
          <p:spPr>
            <a:xfrm>
              <a:off x="7060402" y="21931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8" name="pt24928"/>
            <p:cNvSpPr/>
            <p:nvPr/>
          </p:nvSpPr>
          <p:spPr>
            <a:xfrm>
              <a:off x="7152930" y="20390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9" name="pt24929"/>
            <p:cNvSpPr/>
            <p:nvPr/>
          </p:nvSpPr>
          <p:spPr>
            <a:xfrm>
              <a:off x="7327349" y="21486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0" name="pt24930"/>
            <p:cNvSpPr/>
            <p:nvPr/>
          </p:nvSpPr>
          <p:spPr>
            <a:xfrm>
              <a:off x="7398748" y="25858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1" name="pt24931"/>
            <p:cNvSpPr/>
            <p:nvPr/>
          </p:nvSpPr>
          <p:spPr>
            <a:xfrm>
              <a:off x="7008773" y="19918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2" name="pt24932"/>
            <p:cNvSpPr/>
            <p:nvPr/>
          </p:nvSpPr>
          <p:spPr>
            <a:xfrm>
              <a:off x="7011326" y="18229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3" name="pt24933"/>
            <p:cNvSpPr/>
            <p:nvPr/>
          </p:nvSpPr>
          <p:spPr>
            <a:xfrm>
              <a:off x="6832290" y="20222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4" name="pt24934"/>
            <p:cNvSpPr/>
            <p:nvPr/>
          </p:nvSpPr>
          <p:spPr>
            <a:xfrm>
              <a:off x="7094909" y="21780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5" name="pt24935"/>
            <p:cNvSpPr/>
            <p:nvPr/>
          </p:nvSpPr>
          <p:spPr>
            <a:xfrm>
              <a:off x="7068911" y="21150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6" name="pt24936"/>
            <p:cNvSpPr/>
            <p:nvPr/>
          </p:nvSpPr>
          <p:spPr>
            <a:xfrm>
              <a:off x="7117361" y="21952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7" name="pt24937"/>
            <p:cNvSpPr/>
            <p:nvPr/>
          </p:nvSpPr>
          <p:spPr>
            <a:xfrm>
              <a:off x="6994600" y="19040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8" name="pt24938"/>
            <p:cNvSpPr/>
            <p:nvPr/>
          </p:nvSpPr>
          <p:spPr>
            <a:xfrm>
              <a:off x="7277721" y="20182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9" name="pt24939"/>
            <p:cNvSpPr/>
            <p:nvPr/>
          </p:nvSpPr>
          <p:spPr>
            <a:xfrm>
              <a:off x="7352071" y="25920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0" name="pt24940"/>
            <p:cNvSpPr/>
            <p:nvPr/>
          </p:nvSpPr>
          <p:spPr>
            <a:xfrm>
              <a:off x="7378066" y="24297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1" name="pt24941"/>
            <p:cNvSpPr/>
            <p:nvPr/>
          </p:nvSpPr>
          <p:spPr>
            <a:xfrm>
              <a:off x="7477539" y="20714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2" name="pt24942"/>
            <p:cNvSpPr/>
            <p:nvPr/>
          </p:nvSpPr>
          <p:spPr>
            <a:xfrm>
              <a:off x="7139407" y="23577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3" name="pt24943"/>
            <p:cNvSpPr/>
            <p:nvPr/>
          </p:nvSpPr>
          <p:spPr>
            <a:xfrm>
              <a:off x="7120687" y="22064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4" name="pt24944"/>
            <p:cNvSpPr/>
            <p:nvPr/>
          </p:nvSpPr>
          <p:spPr>
            <a:xfrm>
              <a:off x="7163157" y="21433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5" name="pt24945"/>
            <p:cNvSpPr/>
            <p:nvPr/>
          </p:nvSpPr>
          <p:spPr>
            <a:xfrm>
              <a:off x="7118909" y="22076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6" name="pt24946"/>
            <p:cNvSpPr/>
            <p:nvPr/>
          </p:nvSpPr>
          <p:spPr>
            <a:xfrm>
              <a:off x="6968375" y="19449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7" name="pt24947"/>
            <p:cNvSpPr/>
            <p:nvPr/>
          </p:nvSpPr>
          <p:spPr>
            <a:xfrm>
              <a:off x="6789447" y="22991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8" name="pt24948"/>
            <p:cNvSpPr/>
            <p:nvPr/>
          </p:nvSpPr>
          <p:spPr>
            <a:xfrm>
              <a:off x="7054982" y="22014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9" name="pt24949"/>
            <p:cNvSpPr/>
            <p:nvPr/>
          </p:nvSpPr>
          <p:spPr>
            <a:xfrm>
              <a:off x="7131489" y="23319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0" name="pt24950"/>
            <p:cNvSpPr/>
            <p:nvPr/>
          </p:nvSpPr>
          <p:spPr>
            <a:xfrm>
              <a:off x="6919164" y="22355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1" name="pt24951"/>
            <p:cNvSpPr/>
            <p:nvPr/>
          </p:nvSpPr>
          <p:spPr>
            <a:xfrm>
              <a:off x="6881118" y="17207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2" name="pt24952"/>
            <p:cNvSpPr/>
            <p:nvPr/>
          </p:nvSpPr>
          <p:spPr>
            <a:xfrm>
              <a:off x="6917347" y="21670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3" name="pt24953"/>
            <p:cNvSpPr/>
            <p:nvPr/>
          </p:nvSpPr>
          <p:spPr>
            <a:xfrm>
              <a:off x="6945509" y="20319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4" name="pt24954"/>
            <p:cNvSpPr/>
            <p:nvPr/>
          </p:nvSpPr>
          <p:spPr>
            <a:xfrm>
              <a:off x="7088613" y="22076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5" name="pt24955"/>
            <p:cNvSpPr/>
            <p:nvPr/>
          </p:nvSpPr>
          <p:spPr>
            <a:xfrm>
              <a:off x="7142094" y="21164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6" name="pt24956"/>
            <p:cNvSpPr/>
            <p:nvPr/>
          </p:nvSpPr>
          <p:spPr>
            <a:xfrm>
              <a:off x="7127279" y="22818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7" name="pt24957"/>
            <p:cNvSpPr/>
            <p:nvPr/>
          </p:nvSpPr>
          <p:spPr>
            <a:xfrm>
              <a:off x="7044122" y="21359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8" name="pt24958"/>
            <p:cNvSpPr/>
            <p:nvPr/>
          </p:nvSpPr>
          <p:spPr>
            <a:xfrm>
              <a:off x="7302152" y="19667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9" name="pt24959"/>
            <p:cNvSpPr/>
            <p:nvPr/>
          </p:nvSpPr>
          <p:spPr>
            <a:xfrm>
              <a:off x="7015771" y="19863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0" name="pt24960"/>
            <p:cNvSpPr/>
            <p:nvPr/>
          </p:nvSpPr>
          <p:spPr>
            <a:xfrm>
              <a:off x="7302561" y="20574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1" name="pt24961"/>
            <p:cNvSpPr/>
            <p:nvPr/>
          </p:nvSpPr>
          <p:spPr>
            <a:xfrm>
              <a:off x="6961782" y="20693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2" name="pt24962"/>
            <p:cNvSpPr/>
            <p:nvPr/>
          </p:nvSpPr>
          <p:spPr>
            <a:xfrm>
              <a:off x="7059406" y="22369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3" name="pt24963"/>
            <p:cNvSpPr/>
            <p:nvPr/>
          </p:nvSpPr>
          <p:spPr>
            <a:xfrm>
              <a:off x="7153840" y="20434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4" name="pt24964"/>
            <p:cNvSpPr/>
            <p:nvPr/>
          </p:nvSpPr>
          <p:spPr>
            <a:xfrm>
              <a:off x="7066409" y="20494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5" name="pt24965"/>
            <p:cNvSpPr/>
            <p:nvPr/>
          </p:nvSpPr>
          <p:spPr>
            <a:xfrm>
              <a:off x="6899925" y="23390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6" name="pt24966"/>
            <p:cNvSpPr/>
            <p:nvPr/>
          </p:nvSpPr>
          <p:spPr>
            <a:xfrm>
              <a:off x="7071633" y="22251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7" name="pt24967"/>
            <p:cNvSpPr/>
            <p:nvPr/>
          </p:nvSpPr>
          <p:spPr>
            <a:xfrm>
              <a:off x="7303501" y="21641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8" name="pt24968"/>
            <p:cNvSpPr/>
            <p:nvPr/>
          </p:nvSpPr>
          <p:spPr>
            <a:xfrm>
              <a:off x="7148776" y="20790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9" name="pt24969"/>
            <p:cNvSpPr/>
            <p:nvPr/>
          </p:nvSpPr>
          <p:spPr>
            <a:xfrm>
              <a:off x="7075854" y="22068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0" name="pt24970"/>
            <p:cNvSpPr/>
            <p:nvPr/>
          </p:nvSpPr>
          <p:spPr>
            <a:xfrm>
              <a:off x="6932672" y="2186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1" name="pt24971"/>
            <p:cNvSpPr/>
            <p:nvPr/>
          </p:nvSpPr>
          <p:spPr>
            <a:xfrm>
              <a:off x="7208589" y="20534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2" name="pt24972"/>
            <p:cNvSpPr/>
            <p:nvPr/>
          </p:nvSpPr>
          <p:spPr>
            <a:xfrm>
              <a:off x="6794610" y="25092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3" name="pt24973"/>
            <p:cNvSpPr/>
            <p:nvPr/>
          </p:nvSpPr>
          <p:spPr>
            <a:xfrm>
              <a:off x="7273200" y="22724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4" name="pt24974"/>
            <p:cNvSpPr/>
            <p:nvPr/>
          </p:nvSpPr>
          <p:spPr>
            <a:xfrm>
              <a:off x="7031622" y="22193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5" name="pt24975"/>
            <p:cNvSpPr/>
            <p:nvPr/>
          </p:nvSpPr>
          <p:spPr>
            <a:xfrm>
              <a:off x="7080690" y="22463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6" name="pt24976"/>
            <p:cNvSpPr/>
            <p:nvPr/>
          </p:nvSpPr>
          <p:spPr>
            <a:xfrm>
              <a:off x="7094227" y="21721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7" name="pt24977"/>
            <p:cNvSpPr/>
            <p:nvPr/>
          </p:nvSpPr>
          <p:spPr>
            <a:xfrm>
              <a:off x="6963097" y="19846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8" name="pt24978"/>
            <p:cNvSpPr/>
            <p:nvPr/>
          </p:nvSpPr>
          <p:spPr>
            <a:xfrm>
              <a:off x="7202687" y="23386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9" name="pt24979"/>
            <p:cNvSpPr/>
            <p:nvPr/>
          </p:nvSpPr>
          <p:spPr>
            <a:xfrm>
              <a:off x="7239974" y="20529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0" name="pt24980"/>
            <p:cNvSpPr/>
            <p:nvPr/>
          </p:nvSpPr>
          <p:spPr>
            <a:xfrm>
              <a:off x="7223544" y="22123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1" name="pt24981"/>
            <p:cNvSpPr/>
            <p:nvPr/>
          </p:nvSpPr>
          <p:spPr>
            <a:xfrm>
              <a:off x="6917286" y="22054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2" name="pt24982"/>
            <p:cNvSpPr/>
            <p:nvPr/>
          </p:nvSpPr>
          <p:spPr>
            <a:xfrm>
              <a:off x="7241313" y="21482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3" name="pt24983"/>
            <p:cNvSpPr/>
            <p:nvPr/>
          </p:nvSpPr>
          <p:spPr>
            <a:xfrm>
              <a:off x="6980280" y="19152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4" name="pt24984"/>
            <p:cNvSpPr/>
            <p:nvPr/>
          </p:nvSpPr>
          <p:spPr>
            <a:xfrm>
              <a:off x="7263530" y="21037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5" name="pt24985"/>
            <p:cNvSpPr/>
            <p:nvPr/>
          </p:nvSpPr>
          <p:spPr>
            <a:xfrm>
              <a:off x="7174121" y="20563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6" name="pt24986"/>
            <p:cNvSpPr/>
            <p:nvPr/>
          </p:nvSpPr>
          <p:spPr>
            <a:xfrm>
              <a:off x="7217659" y="20598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7" name="pt24987"/>
            <p:cNvSpPr/>
            <p:nvPr/>
          </p:nvSpPr>
          <p:spPr>
            <a:xfrm>
              <a:off x="7277482" y="20181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8" name="pt24988"/>
            <p:cNvSpPr/>
            <p:nvPr/>
          </p:nvSpPr>
          <p:spPr>
            <a:xfrm>
              <a:off x="7253182" y="20152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9" name="pt24989"/>
            <p:cNvSpPr/>
            <p:nvPr/>
          </p:nvSpPr>
          <p:spPr>
            <a:xfrm>
              <a:off x="6922908" y="22296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0" name="pt24990"/>
            <p:cNvSpPr/>
            <p:nvPr/>
          </p:nvSpPr>
          <p:spPr>
            <a:xfrm>
              <a:off x="7107304" y="20793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1" name="pt24991"/>
            <p:cNvSpPr/>
            <p:nvPr/>
          </p:nvSpPr>
          <p:spPr>
            <a:xfrm>
              <a:off x="7193966" y="23114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2" name="pt24992"/>
            <p:cNvSpPr/>
            <p:nvPr/>
          </p:nvSpPr>
          <p:spPr>
            <a:xfrm>
              <a:off x="7042548" y="21753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3" name="pt24993"/>
            <p:cNvSpPr/>
            <p:nvPr/>
          </p:nvSpPr>
          <p:spPr>
            <a:xfrm>
              <a:off x="6790006" y="21953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4" name="pt24994"/>
            <p:cNvSpPr/>
            <p:nvPr/>
          </p:nvSpPr>
          <p:spPr>
            <a:xfrm>
              <a:off x="7182120" y="19410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5" name="pt24995"/>
            <p:cNvSpPr/>
            <p:nvPr/>
          </p:nvSpPr>
          <p:spPr>
            <a:xfrm>
              <a:off x="7287248" y="20398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6" name="pt24996"/>
            <p:cNvSpPr/>
            <p:nvPr/>
          </p:nvSpPr>
          <p:spPr>
            <a:xfrm>
              <a:off x="7204085" y="22205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7" name="pt24997"/>
            <p:cNvSpPr/>
            <p:nvPr/>
          </p:nvSpPr>
          <p:spPr>
            <a:xfrm>
              <a:off x="7188372" y="21059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8" name="pt24998"/>
            <p:cNvSpPr/>
            <p:nvPr/>
          </p:nvSpPr>
          <p:spPr>
            <a:xfrm>
              <a:off x="7024462" y="23131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9" name="pt24999"/>
            <p:cNvSpPr/>
            <p:nvPr/>
          </p:nvSpPr>
          <p:spPr>
            <a:xfrm>
              <a:off x="7068766" y="19859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0" name="pt25000"/>
            <p:cNvSpPr/>
            <p:nvPr/>
          </p:nvSpPr>
          <p:spPr>
            <a:xfrm>
              <a:off x="7217990" y="19965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1" name="pt25001"/>
            <p:cNvSpPr/>
            <p:nvPr/>
          </p:nvSpPr>
          <p:spPr>
            <a:xfrm>
              <a:off x="6993254" y="19363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2" name="pt25002"/>
            <p:cNvSpPr/>
            <p:nvPr/>
          </p:nvSpPr>
          <p:spPr>
            <a:xfrm>
              <a:off x="7314939" y="2172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3" name="pt25003"/>
            <p:cNvSpPr/>
            <p:nvPr/>
          </p:nvSpPr>
          <p:spPr>
            <a:xfrm>
              <a:off x="7470058" y="23412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4" name="pt25004"/>
            <p:cNvSpPr/>
            <p:nvPr/>
          </p:nvSpPr>
          <p:spPr>
            <a:xfrm>
              <a:off x="7049138" y="18462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5" name="pt25005"/>
            <p:cNvSpPr/>
            <p:nvPr/>
          </p:nvSpPr>
          <p:spPr>
            <a:xfrm>
              <a:off x="7141868" y="21798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6" name="pt25006"/>
            <p:cNvSpPr/>
            <p:nvPr/>
          </p:nvSpPr>
          <p:spPr>
            <a:xfrm>
              <a:off x="7237077" y="20880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7" name="pt25007"/>
            <p:cNvSpPr/>
            <p:nvPr/>
          </p:nvSpPr>
          <p:spPr>
            <a:xfrm>
              <a:off x="7305130" y="20505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8" name="pt25008"/>
            <p:cNvSpPr/>
            <p:nvPr/>
          </p:nvSpPr>
          <p:spPr>
            <a:xfrm>
              <a:off x="7114653" y="21281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9" name="pt25009"/>
            <p:cNvSpPr/>
            <p:nvPr/>
          </p:nvSpPr>
          <p:spPr>
            <a:xfrm>
              <a:off x="7139496" y="23547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0" name="pt25010"/>
            <p:cNvSpPr/>
            <p:nvPr/>
          </p:nvSpPr>
          <p:spPr>
            <a:xfrm>
              <a:off x="6812160" y="22520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1" name="pt25011"/>
            <p:cNvSpPr/>
            <p:nvPr/>
          </p:nvSpPr>
          <p:spPr>
            <a:xfrm>
              <a:off x="7230064" y="20273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2" name="pt25012"/>
            <p:cNvSpPr/>
            <p:nvPr/>
          </p:nvSpPr>
          <p:spPr>
            <a:xfrm>
              <a:off x="6950825" y="20361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3" name="pt25013"/>
            <p:cNvSpPr/>
            <p:nvPr/>
          </p:nvSpPr>
          <p:spPr>
            <a:xfrm>
              <a:off x="7072698" y="21885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4" name="pt25014"/>
            <p:cNvSpPr/>
            <p:nvPr/>
          </p:nvSpPr>
          <p:spPr>
            <a:xfrm>
              <a:off x="6999457" y="18274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5" name="pt25015"/>
            <p:cNvSpPr/>
            <p:nvPr/>
          </p:nvSpPr>
          <p:spPr>
            <a:xfrm>
              <a:off x="7187392" y="21352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6" name="pt25016"/>
            <p:cNvSpPr/>
            <p:nvPr/>
          </p:nvSpPr>
          <p:spPr>
            <a:xfrm>
              <a:off x="7399022" y="24689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7" name="pt25017"/>
            <p:cNvSpPr/>
            <p:nvPr/>
          </p:nvSpPr>
          <p:spPr>
            <a:xfrm>
              <a:off x="6756244" y="26637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8" name="pt25018"/>
            <p:cNvSpPr/>
            <p:nvPr/>
          </p:nvSpPr>
          <p:spPr>
            <a:xfrm>
              <a:off x="7283747" y="19829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9" name="pt25019"/>
            <p:cNvSpPr/>
            <p:nvPr/>
          </p:nvSpPr>
          <p:spPr>
            <a:xfrm>
              <a:off x="7087365" y="21687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0" name="pt25020"/>
            <p:cNvSpPr/>
            <p:nvPr/>
          </p:nvSpPr>
          <p:spPr>
            <a:xfrm>
              <a:off x="7277437" y="20278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1" name="pt25021"/>
            <p:cNvSpPr/>
            <p:nvPr/>
          </p:nvSpPr>
          <p:spPr>
            <a:xfrm>
              <a:off x="6996133" y="20047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2" name="pt25022"/>
            <p:cNvSpPr/>
            <p:nvPr/>
          </p:nvSpPr>
          <p:spPr>
            <a:xfrm>
              <a:off x="7147161" y="20721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3" name="pt25023"/>
            <p:cNvSpPr/>
            <p:nvPr/>
          </p:nvSpPr>
          <p:spPr>
            <a:xfrm>
              <a:off x="7169451" y="21808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4" name="pt25024"/>
            <p:cNvSpPr/>
            <p:nvPr/>
          </p:nvSpPr>
          <p:spPr>
            <a:xfrm>
              <a:off x="7002848" y="20063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5" name="pt25025"/>
            <p:cNvSpPr/>
            <p:nvPr/>
          </p:nvSpPr>
          <p:spPr>
            <a:xfrm>
              <a:off x="7188109" y="22021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6" name="pt25026"/>
            <p:cNvSpPr/>
            <p:nvPr/>
          </p:nvSpPr>
          <p:spPr>
            <a:xfrm>
              <a:off x="6848552" y="22094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7" name="pt25027"/>
            <p:cNvSpPr/>
            <p:nvPr/>
          </p:nvSpPr>
          <p:spPr>
            <a:xfrm>
              <a:off x="7134920" y="2438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8" name="pt25028"/>
            <p:cNvSpPr/>
            <p:nvPr/>
          </p:nvSpPr>
          <p:spPr>
            <a:xfrm>
              <a:off x="7233606" y="21760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9" name="pt25029"/>
            <p:cNvSpPr/>
            <p:nvPr/>
          </p:nvSpPr>
          <p:spPr>
            <a:xfrm>
              <a:off x="6921080" y="21990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0" name="pt25030"/>
            <p:cNvSpPr/>
            <p:nvPr/>
          </p:nvSpPr>
          <p:spPr>
            <a:xfrm>
              <a:off x="7098994" y="20685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1" name="pt25031"/>
            <p:cNvSpPr/>
            <p:nvPr/>
          </p:nvSpPr>
          <p:spPr>
            <a:xfrm>
              <a:off x="7291345" y="24289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2" name="pt25032"/>
            <p:cNvSpPr/>
            <p:nvPr/>
          </p:nvSpPr>
          <p:spPr>
            <a:xfrm>
              <a:off x="7241013" y="20608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3" name="pt25033"/>
            <p:cNvSpPr/>
            <p:nvPr/>
          </p:nvSpPr>
          <p:spPr>
            <a:xfrm>
              <a:off x="6642696" y="18856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4" name="pt25034"/>
            <p:cNvSpPr/>
            <p:nvPr/>
          </p:nvSpPr>
          <p:spPr>
            <a:xfrm>
              <a:off x="7117507" y="21784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5" name="pt25035"/>
            <p:cNvSpPr/>
            <p:nvPr/>
          </p:nvSpPr>
          <p:spPr>
            <a:xfrm>
              <a:off x="7315215" y="21473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6" name="pt25036"/>
            <p:cNvSpPr/>
            <p:nvPr/>
          </p:nvSpPr>
          <p:spPr>
            <a:xfrm>
              <a:off x="7278025" y="19007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7" name="pt25037"/>
            <p:cNvSpPr/>
            <p:nvPr/>
          </p:nvSpPr>
          <p:spPr>
            <a:xfrm>
              <a:off x="6767649" y="2266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8" name="pt25038"/>
            <p:cNvSpPr/>
            <p:nvPr/>
          </p:nvSpPr>
          <p:spPr>
            <a:xfrm>
              <a:off x="7446560" y="2544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9" name="pt25039"/>
            <p:cNvSpPr/>
            <p:nvPr/>
          </p:nvSpPr>
          <p:spPr>
            <a:xfrm>
              <a:off x="7342855" y="24197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0" name="pt25040"/>
            <p:cNvSpPr/>
            <p:nvPr/>
          </p:nvSpPr>
          <p:spPr>
            <a:xfrm>
              <a:off x="7170878" y="21454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1" name="pt25041"/>
            <p:cNvSpPr/>
            <p:nvPr/>
          </p:nvSpPr>
          <p:spPr>
            <a:xfrm>
              <a:off x="7357557" y="21512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2" name="pt25042"/>
            <p:cNvSpPr/>
            <p:nvPr/>
          </p:nvSpPr>
          <p:spPr>
            <a:xfrm>
              <a:off x="6925891" y="19409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3" name="pt25043"/>
            <p:cNvSpPr/>
            <p:nvPr/>
          </p:nvSpPr>
          <p:spPr>
            <a:xfrm>
              <a:off x="7180813" y="21253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4" name="pt25044"/>
            <p:cNvSpPr/>
            <p:nvPr/>
          </p:nvSpPr>
          <p:spPr>
            <a:xfrm>
              <a:off x="7066964" y="21018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5" name="pt25045"/>
            <p:cNvSpPr/>
            <p:nvPr/>
          </p:nvSpPr>
          <p:spPr>
            <a:xfrm>
              <a:off x="7037530" y="24075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6" name="pt25046"/>
            <p:cNvSpPr/>
            <p:nvPr/>
          </p:nvSpPr>
          <p:spPr>
            <a:xfrm>
              <a:off x="6875172" y="20203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7" name="pt25047"/>
            <p:cNvSpPr/>
            <p:nvPr/>
          </p:nvSpPr>
          <p:spPr>
            <a:xfrm>
              <a:off x="6973833" y="20222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8" name="pt25048"/>
            <p:cNvSpPr/>
            <p:nvPr/>
          </p:nvSpPr>
          <p:spPr>
            <a:xfrm>
              <a:off x="7076344" y="22348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9" name="pt25049"/>
            <p:cNvSpPr/>
            <p:nvPr/>
          </p:nvSpPr>
          <p:spPr>
            <a:xfrm>
              <a:off x="7133657" y="23138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0" name="pt25050"/>
            <p:cNvSpPr/>
            <p:nvPr/>
          </p:nvSpPr>
          <p:spPr>
            <a:xfrm>
              <a:off x="7086543" y="22218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1" name="pt25051"/>
            <p:cNvSpPr/>
            <p:nvPr/>
          </p:nvSpPr>
          <p:spPr>
            <a:xfrm>
              <a:off x="7044355" y="22288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2" name="pt25052"/>
            <p:cNvSpPr/>
            <p:nvPr/>
          </p:nvSpPr>
          <p:spPr>
            <a:xfrm>
              <a:off x="6973271" y="18925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3" name="pt25053"/>
            <p:cNvSpPr/>
            <p:nvPr/>
          </p:nvSpPr>
          <p:spPr>
            <a:xfrm>
              <a:off x="7062867" y="21590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4" name="pt25054"/>
            <p:cNvSpPr/>
            <p:nvPr/>
          </p:nvSpPr>
          <p:spPr>
            <a:xfrm>
              <a:off x="7250691" y="19557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5" name="pt25055"/>
            <p:cNvSpPr/>
            <p:nvPr/>
          </p:nvSpPr>
          <p:spPr>
            <a:xfrm>
              <a:off x="7047459" y="21095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6" name="pt25056"/>
            <p:cNvSpPr/>
            <p:nvPr/>
          </p:nvSpPr>
          <p:spPr>
            <a:xfrm>
              <a:off x="7287365" y="22962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7" name="pt25057"/>
            <p:cNvSpPr/>
            <p:nvPr/>
          </p:nvSpPr>
          <p:spPr>
            <a:xfrm>
              <a:off x="7073477" y="22281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8" name="pt25058"/>
            <p:cNvSpPr/>
            <p:nvPr/>
          </p:nvSpPr>
          <p:spPr>
            <a:xfrm>
              <a:off x="7047952" y="18415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9" name="pt25059"/>
            <p:cNvSpPr/>
            <p:nvPr/>
          </p:nvSpPr>
          <p:spPr>
            <a:xfrm>
              <a:off x="7111763" y="21185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0" name="pt25060"/>
            <p:cNvSpPr/>
            <p:nvPr/>
          </p:nvSpPr>
          <p:spPr>
            <a:xfrm>
              <a:off x="7194599" y="22080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1" name="pt25061"/>
            <p:cNvSpPr/>
            <p:nvPr/>
          </p:nvSpPr>
          <p:spPr>
            <a:xfrm>
              <a:off x="6777178" y="24297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2" name="pt25062"/>
            <p:cNvSpPr/>
            <p:nvPr/>
          </p:nvSpPr>
          <p:spPr>
            <a:xfrm>
              <a:off x="6987637" y="20864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3" name="pt25063"/>
            <p:cNvSpPr/>
            <p:nvPr/>
          </p:nvSpPr>
          <p:spPr>
            <a:xfrm>
              <a:off x="7138081" y="2354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4" name="pt25064"/>
            <p:cNvSpPr/>
            <p:nvPr/>
          </p:nvSpPr>
          <p:spPr>
            <a:xfrm>
              <a:off x="7068796" y="20264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5" name="pt25065"/>
            <p:cNvSpPr/>
            <p:nvPr/>
          </p:nvSpPr>
          <p:spPr>
            <a:xfrm>
              <a:off x="7072522" y="21274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6" name="pt25066"/>
            <p:cNvSpPr/>
            <p:nvPr/>
          </p:nvSpPr>
          <p:spPr>
            <a:xfrm>
              <a:off x="7274823" y="19426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7" name="pt25067"/>
            <p:cNvSpPr/>
            <p:nvPr/>
          </p:nvSpPr>
          <p:spPr>
            <a:xfrm>
              <a:off x="6893068" y="19001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8" name="pt25068"/>
            <p:cNvSpPr/>
            <p:nvPr/>
          </p:nvSpPr>
          <p:spPr>
            <a:xfrm>
              <a:off x="7190159" y="23022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9" name="pt25069"/>
            <p:cNvSpPr/>
            <p:nvPr/>
          </p:nvSpPr>
          <p:spPr>
            <a:xfrm>
              <a:off x="7127787" y="22347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0" name="pt25070"/>
            <p:cNvSpPr/>
            <p:nvPr/>
          </p:nvSpPr>
          <p:spPr>
            <a:xfrm>
              <a:off x="6971305" y="19815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1" name="pt25071"/>
            <p:cNvSpPr/>
            <p:nvPr/>
          </p:nvSpPr>
          <p:spPr>
            <a:xfrm>
              <a:off x="7135192" y="23303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2" name="pt25072"/>
            <p:cNvSpPr/>
            <p:nvPr/>
          </p:nvSpPr>
          <p:spPr>
            <a:xfrm>
              <a:off x="6934714" y="21785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3" name="pt25073"/>
            <p:cNvSpPr/>
            <p:nvPr/>
          </p:nvSpPr>
          <p:spPr>
            <a:xfrm>
              <a:off x="7106657" y="20594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4" name="pt25074"/>
            <p:cNvSpPr/>
            <p:nvPr/>
          </p:nvSpPr>
          <p:spPr>
            <a:xfrm>
              <a:off x="6999350" y="17496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5" name="pt25075"/>
            <p:cNvSpPr/>
            <p:nvPr/>
          </p:nvSpPr>
          <p:spPr>
            <a:xfrm>
              <a:off x="7189632" y="22823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6" name="pt25076"/>
            <p:cNvSpPr/>
            <p:nvPr/>
          </p:nvSpPr>
          <p:spPr>
            <a:xfrm>
              <a:off x="7053905" y="21103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7" name="pt25077"/>
            <p:cNvSpPr/>
            <p:nvPr/>
          </p:nvSpPr>
          <p:spPr>
            <a:xfrm>
              <a:off x="6840935" y="24338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8" name="pt25078"/>
            <p:cNvSpPr/>
            <p:nvPr/>
          </p:nvSpPr>
          <p:spPr>
            <a:xfrm>
              <a:off x="6701379" y="26299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9" name="pt25079"/>
            <p:cNvSpPr/>
            <p:nvPr/>
          </p:nvSpPr>
          <p:spPr>
            <a:xfrm>
              <a:off x="7341714" y="24659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0" name="pt25080"/>
            <p:cNvSpPr/>
            <p:nvPr/>
          </p:nvSpPr>
          <p:spPr>
            <a:xfrm>
              <a:off x="7176406" y="20520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1" name="pt25081"/>
            <p:cNvSpPr/>
            <p:nvPr/>
          </p:nvSpPr>
          <p:spPr>
            <a:xfrm>
              <a:off x="7011785" y="19042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2" name="pt25082"/>
            <p:cNvSpPr/>
            <p:nvPr/>
          </p:nvSpPr>
          <p:spPr>
            <a:xfrm>
              <a:off x="7019797" y="21208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3" name="pt25083"/>
            <p:cNvSpPr/>
            <p:nvPr/>
          </p:nvSpPr>
          <p:spPr>
            <a:xfrm>
              <a:off x="7113469" y="21152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4" name="pt25084"/>
            <p:cNvSpPr/>
            <p:nvPr/>
          </p:nvSpPr>
          <p:spPr>
            <a:xfrm>
              <a:off x="7214632" y="22356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5" name="pt25085"/>
            <p:cNvSpPr/>
            <p:nvPr/>
          </p:nvSpPr>
          <p:spPr>
            <a:xfrm>
              <a:off x="6812147" y="21511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6" name="pt25086"/>
            <p:cNvSpPr/>
            <p:nvPr/>
          </p:nvSpPr>
          <p:spPr>
            <a:xfrm>
              <a:off x="7205904" y="21163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7" name="pt25087"/>
            <p:cNvSpPr/>
            <p:nvPr/>
          </p:nvSpPr>
          <p:spPr>
            <a:xfrm>
              <a:off x="7112918" y="22060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8" name="pt25088"/>
            <p:cNvSpPr/>
            <p:nvPr/>
          </p:nvSpPr>
          <p:spPr>
            <a:xfrm>
              <a:off x="7059369" y="22302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9" name="pt25089"/>
            <p:cNvSpPr/>
            <p:nvPr/>
          </p:nvSpPr>
          <p:spPr>
            <a:xfrm>
              <a:off x="6999505" y="19394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0" name="pt25090"/>
            <p:cNvSpPr/>
            <p:nvPr/>
          </p:nvSpPr>
          <p:spPr>
            <a:xfrm>
              <a:off x="7228993" y="20366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1" name="pt25091"/>
            <p:cNvSpPr/>
            <p:nvPr/>
          </p:nvSpPr>
          <p:spPr>
            <a:xfrm>
              <a:off x="6933379" y="21748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2" name="pt25092"/>
            <p:cNvSpPr/>
            <p:nvPr/>
          </p:nvSpPr>
          <p:spPr>
            <a:xfrm>
              <a:off x="7048260" y="18498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3" name="pt25093"/>
            <p:cNvSpPr/>
            <p:nvPr/>
          </p:nvSpPr>
          <p:spPr>
            <a:xfrm>
              <a:off x="7062411" y="19683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4" name="pt25094"/>
            <p:cNvSpPr/>
            <p:nvPr/>
          </p:nvSpPr>
          <p:spPr>
            <a:xfrm>
              <a:off x="7019054" y="18700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5" name="pt25095"/>
            <p:cNvSpPr/>
            <p:nvPr/>
          </p:nvSpPr>
          <p:spPr>
            <a:xfrm>
              <a:off x="7360643" y="18506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6" name="pt25096"/>
            <p:cNvSpPr/>
            <p:nvPr/>
          </p:nvSpPr>
          <p:spPr>
            <a:xfrm>
              <a:off x="7121030" y="20774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7" name="pt25097"/>
            <p:cNvSpPr/>
            <p:nvPr/>
          </p:nvSpPr>
          <p:spPr>
            <a:xfrm>
              <a:off x="7171033" y="21707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8" name="pt25098"/>
            <p:cNvSpPr/>
            <p:nvPr/>
          </p:nvSpPr>
          <p:spPr>
            <a:xfrm>
              <a:off x="7403429" y="27408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9" name="pt25099"/>
            <p:cNvSpPr/>
            <p:nvPr/>
          </p:nvSpPr>
          <p:spPr>
            <a:xfrm>
              <a:off x="7074527" y="22344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0" name="pt25100"/>
            <p:cNvSpPr/>
            <p:nvPr/>
          </p:nvSpPr>
          <p:spPr>
            <a:xfrm>
              <a:off x="7105528" y="21334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1" name="pt25101"/>
            <p:cNvSpPr/>
            <p:nvPr/>
          </p:nvSpPr>
          <p:spPr>
            <a:xfrm>
              <a:off x="7312002" y="20152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2" name="pt25102"/>
            <p:cNvSpPr/>
            <p:nvPr/>
          </p:nvSpPr>
          <p:spPr>
            <a:xfrm>
              <a:off x="6994926" y="19085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3" name="pt25103"/>
            <p:cNvSpPr/>
            <p:nvPr/>
          </p:nvSpPr>
          <p:spPr>
            <a:xfrm>
              <a:off x="7457950" y="22184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4" name="pt25104"/>
            <p:cNvSpPr/>
            <p:nvPr/>
          </p:nvSpPr>
          <p:spPr>
            <a:xfrm>
              <a:off x="7248966" y="21413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5" name="pt25105"/>
            <p:cNvSpPr/>
            <p:nvPr/>
          </p:nvSpPr>
          <p:spPr>
            <a:xfrm>
              <a:off x="6798781" y="23240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6" name="pt25106"/>
            <p:cNvSpPr/>
            <p:nvPr/>
          </p:nvSpPr>
          <p:spPr>
            <a:xfrm>
              <a:off x="7200426" y="21748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7" name="pt25107"/>
            <p:cNvSpPr/>
            <p:nvPr/>
          </p:nvSpPr>
          <p:spPr>
            <a:xfrm>
              <a:off x="7022446" y="23798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8" name="pt25108"/>
            <p:cNvSpPr/>
            <p:nvPr/>
          </p:nvSpPr>
          <p:spPr>
            <a:xfrm>
              <a:off x="6862731" y="21507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9" name="pt25109"/>
            <p:cNvSpPr/>
            <p:nvPr/>
          </p:nvSpPr>
          <p:spPr>
            <a:xfrm>
              <a:off x="7197561" y="22159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0" name="pt25110"/>
            <p:cNvSpPr/>
            <p:nvPr/>
          </p:nvSpPr>
          <p:spPr>
            <a:xfrm>
              <a:off x="7108892" y="21308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1" name="pt25111"/>
            <p:cNvSpPr/>
            <p:nvPr/>
          </p:nvSpPr>
          <p:spPr>
            <a:xfrm>
              <a:off x="7120129" y="22439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2" name="pt25112"/>
            <p:cNvSpPr/>
            <p:nvPr/>
          </p:nvSpPr>
          <p:spPr>
            <a:xfrm>
              <a:off x="6968884" y="20637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3" name="pt25113"/>
            <p:cNvSpPr/>
            <p:nvPr/>
          </p:nvSpPr>
          <p:spPr>
            <a:xfrm>
              <a:off x="7167262" y="22033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4" name="pt25114"/>
            <p:cNvSpPr/>
            <p:nvPr/>
          </p:nvSpPr>
          <p:spPr>
            <a:xfrm>
              <a:off x="7132952" y="22050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5" name="pt25115"/>
            <p:cNvSpPr/>
            <p:nvPr/>
          </p:nvSpPr>
          <p:spPr>
            <a:xfrm>
              <a:off x="7229581" y="20923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6" name="pt25116"/>
            <p:cNvSpPr/>
            <p:nvPr/>
          </p:nvSpPr>
          <p:spPr>
            <a:xfrm>
              <a:off x="6894658" y="21329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7" name="pt25117"/>
            <p:cNvSpPr/>
            <p:nvPr/>
          </p:nvSpPr>
          <p:spPr>
            <a:xfrm>
              <a:off x="7248800" y="22751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8" name="pt25118"/>
            <p:cNvSpPr/>
            <p:nvPr/>
          </p:nvSpPr>
          <p:spPr>
            <a:xfrm>
              <a:off x="7663173" y="24761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9" name="pt25119"/>
            <p:cNvSpPr/>
            <p:nvPr/>
          </p:nvSpPr>
          <p:spPr>
            <a:xfrm>
              <a:off x="7045089" y="21729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0" name="pt25120"/>
            <p:cNvSpPr/>
            <p:nvPr/>
          </p:nvSpPr>
          <p:spPr>
            <a:xfrm>
              <a:off x="7224652" y="24437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1" name="pt25121"/>
            <p:cNvSpPr/>
            <p:nvPr/>
          </p:nvSpPr>
          <p:spPr>
            <a:xfrm>
              <a:off x="7059375" y="21226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2" name="pt25122"/>
            <p:cNvSpPr/>
            <p:nvPr/>
          </p:nvSpPr>
          <p:spPr>
            <a:xfrm>
              <a:off x="7148702" y="20818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3" name="pt25123"/>
            <p:cNvSpPr/>
            <p:nvPr/>
          </p:nvSpPr>
          <p:spPr>
            <a:xfrm>
              <a:off x="7411216" y="25749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4" name="pt25124"/>
            <p:cNvSpPr/>
            <p:nvPr/>
          </p:nvSpPr>
          <p:spPr>
            <a:xfrm>
              <a:off x="7187944" y="20840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5" name="pt25125"/>
            <p:cNvSpPr/>
            <p:nvPr/>
          </p:nvSpPr>
          <p:spPr>
            <a:xfrm>
              <a:off x="7070252" y="22295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6" name="pt25126"/>
            <p:cNvSpPr/>
            <p:nvPr/>
          </p:nvSpPr>
          <p:spPr>
            <a:xfrm>
              <a:off x="6912185" y="21488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7" name="pt25127"/>
            <p:cNvSpPr/>
            <p:nvPr/>
          </p:nvSpPr>
          <p:spPr>
            <a:xfrm>
              <a:off x="7153535" y="18847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8" name="pt25128"/>
            <p:cNvSpPr/>
            <p:nvPr/>
          </p:nvSpPr>
          <p:spPr>
            <a:xfrm>
              <a:off x="6670343" y="18288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9" name="pt25129"/>
            <p:cNvSpPr/>
            <p:nvPr/>
          </p:nvSpPr>
          <p:spPr>
            <a:xfrm>
              <a:off x="6964803" y="20437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0" name="pt25130"/>
            <p:cNvSpPr/>
            <p:nvPr/>
          </p:nvSpPr>
          <p:spPr>
            <a:xfrm>
              <a:off x="6971600" y="20862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1" name="pt25131"/>
            <p:cNvSpPr/>
            <p:nvPr/>
          </p:nvSpPr>
          <p:spPr>
            <a:xfrm>
              <a:off x="7045117" y="21446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2" name="pt25132"/>
            <p:cNvSpPr/>
            <p:nvPr/>
          </p:nvSpPr>
          <p:spPr>
            <a:xfrm>
              <a:off x="7167890" y="21053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3" name="pt25133"/>
            <p:cNvSpPr/>
            <p:nvPr/>
          </p:nvSpPr>
          <p:spPr>
            <a:xfrm>
              <a:off x="6682247" y="20248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4" name="pt25134"/>
            <p:cNvSpPr/>
            <p:nvPr/>
          </p:nvSpPr>
          <p:spPr>
            <a:xfrm>
              <a:off x="7040487" y="23585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5" name="pt25135"/>
            <p:cNvSpPr/>
            <p:nvPr/>
          </p:nvSpPr>
          <p:spPr>
            <a:xfrm>
              <a:off x="6844680" y="20412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6" name="pt25136"/>
            <p:cNvSpPr/>
            <p:nvPr/>
          </p:nvSpPr>
          <p:spPr>
            <a:xfrm>
              <a:off x="7143800" y="20547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7" name="pt25137"/>
            <p:cNvSpPr/>
            <p:nvPr/>
          </p:nvSpPr>
          <p:spPr>
            <a:xfrm>
              <a:off x="7284092" y="20543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8" name="pt25138"/>
            <p:cNvSpPr/>
            <p:nvPr/>
          </p:nvSpPr>
          <p:spPr>
            <a:xfrm>
              <a:off x="7296186" y="19152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9" name="pt25139"/>
            <p:cNvSpPr/>
            <p:nvPr/>
          </p:nvSpPr>
          <p:spPr>
            <a:xfrm>
              <a:off x="7128696" y="23827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0" name="pt25140"/>
            <p:cNvSpPr/>
            <p:nvPr/>
          </p:nvSpPr>
          <p:spPr>
            <a:xfrm>
              <a:off x="7297072" y="1966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1" name="pt25141"/>
            <p:cNvSpPr/>
            <p:nvPr/>
          </p:nvSpPr>
          <p:spPr>
            <a:xfrm>
              <a:off x="7065322" y="21089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2" name="pt25142"/>
            <p:cNvSpPr/>
            <p:nvPr/>
          </p:nvSpPr>
          <p:spPr>
            <a:xfrm>
              <a:off x="7121465" y="21993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3" name="pt25143"/>
            <p:cNvSpPr/>
            <p:nvPr/>
          </p:nvSpPr>
          <p:spPr>
            <a:xfrm>
              <a:off x="7223762" y="22440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4" name="pt25144"/>
            <p:cNvSpPr/>
            <p:nvPr/>
          </p:nvSpPr>
          <p:spPr>
            <a:xfrm>
              <a:off x="7195177" y="23278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5" name="pt25145"/>
            <p:cNvSpPr/>
            <p:nvPr/>
          </p:nvSpPr>
          <p:spPr>
            <a:xfrm>
              <a:off x="7120497" y="22095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6" name="pt25146"/>
            <p:cNvSpPr/>
            <p:nvPr/>
          </p:nvSpPr>
          <p:spPr>
            <a:xfrm>
              <a:off x="7160137" y="20627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7" name="pt25147"/>
            <p:cNvSpPr/>
            <p:nvPr/>
          </p:nvSpPr>
          <p:spPr>
            <a:xfrm>
              <a:off x="7140333" y="22019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8" name="pt25148"/>
            <p:cNvSpPr/>
            <p:nvPr/>
          </p:nvSpPr>
          <p:spPr>
            <a:xfrm>
              <a:off x="7443027" y="26989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9" name="pt25149"/>
            <p:cNvSpPr/>
            <p:nvPr/>
          </p:nvSpPr>
          <p:spPr>
            <a:xfrm>
              <a:off x="7045266" y="21683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0" name="pt25150"/>
            <p:cNvSpPr/>
            <p:nvPr/>
          </p:nvSpPr>
          <p:spPr>
            <a:xfrm>
              <a:off x="6974316" y="19740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1" name="pt25151"/>
            <p:cNvSpPr/>
            <p:nvPr/>
          </p:nvSpPr>
          <p:spPr>
            <a:xfrm>
              <a:off x="6930260" y="22118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2" name="pt25152"/>
            <p:cNvSpPr/>
            <p:nvPr/>
          </p:nvSpPr>
          <p:spPr>
            <a:xfrm>
              <a:off x="7135179" y="22058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3" name="pt25153"/>
            <p:cNvSpPr/>
            <p:nvPr/>
          </p:nvSpPr>
          <p:spPr>
            <a:xfrm>
              <a:off x="7095388" y="21479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4" name="pt25154"/>
            <p:cNvSpPr/>
            <p:nvPr/>
          </p:nvSpPr>
          <p:spPr>
            <a:xfrm>
              <a:off x="7145782" y="21576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5" name="pt25155"/>
            <p:cNvSpPr/>
            <p:nvPr/>
          </p:nvSpPr>
          <p:spPr>
            <a:xfrm>
              <a:off x="7293028" y="19841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6" name="pt25156"/>
            <p:cNvSpPr/>
            <p:nvPr/>
          </p:nvSpPr>
          <p:spPr>
            <a:xfrm>
              <a:off x="7083326" y="21882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7" name="pt25157"/>
            <p:cNvSpPr/>
            <p:nvPr/>
          </p:nvSpPr>
          <p:spPr>
            <a:xfrm>
              <a:off x="7033132" y="23058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8" name="pt25158"/>
            <p:cNvSpPr/>
            <p:nvPr/>
          </p:nvSpPr>
          <p:spPr>
            <a:xfrm>
              <a:off x="7116523" y="22081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9" name="pt25159"/>
            <p:cNvSpPr/>
            <p:nvPr/>
          </p:nvSpPr>
          <p:spPr>
            <a:xfrm>
              <a:off x="7582741" y="21537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0" name="pt25160"/>
            <p:cNvSpPr/>
            <p:nvPr/>
          </p:nvSpPr>
          <p:spPr>
            <a:xfrm>
              <a:off x="7044845" y="21999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1" name="pt25161"/>
            <p:cNvSpPr/>
            <p:nvPr/>
          </p:nvSpPr>
          <p:spPr>
            <a:xfrm>
              <a:off x="7177569" y="20275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2" name="pt25162"/>
            <p:cNvSpPr/>
            <p:nvPr/>
          </p:nvSpPr>
          <p:spPr>
            <a:xfrm>
              <a:off x="7064764" y="19634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3" name="pt25163"/>
            <p:cNvSpPr/>
            <p:nvPr/>
          </p:nvSpPr>
          <p:spPr>
            <a:xfrm>
              <a:off x="6991376" y="20454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4" name="pt25164"/>
            <p:cNvSpPr/>
            <p:nvPr/>
          </p:nvSpPr>
          <p:spPr>
            <a:xfrm>
              <a:off x="7295325" y="20427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5" name="pt25165"/>
            <p:cNvSpPr/>
            <p:nvPr/>
          </p:nvSpPr>
          <p:spPr>
            <a:xfrm>
              <a:off x="7445272" y="27271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6" name="pt25166"/>
            <p:cNvSpPr/>
            <p:nvPr/>
          </p:nvSpPr>
          <p:spPr>
            <a:xfrm>
              <a:off x="7233619" y="21020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7" name="pt25167"/>
            <p:cNvSpPr/>
            <p:nvPr/>
          </p:nvSpPr>
          <p:spPr>
            <a:xfrm>
              <a:off x="6773454" y="25512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8" name="pt25168"/>
            <p:cNvSpPr/>
            <p:nvPr/>
          </p:nvSpPr>
          <p:spPr>
            <a:xfrm>
              <a:off x="7176381" y="20256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9" name="pt25169"/>
            <p:cNvSpPr/>
            <p:nvPr/>
          </p:nvSpPr>
          <p:spPr>
            <a:xfrm>
              <a:off x="7041881" y="22916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0" name="pt25170"/>
            <p:cNvSpPr/>
            <p:nvPr/>
          </p:nvSpPr>
          <p:spPr>
            <a:xfrm>
              <a:off x="7043625" y="20886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1" name="pt25171"/>
            <p:cNvSpPr/>
            <p:nvPr/>
          </p:nvSpPr>
          <p:spPr>
            <a:xfrm>
              <a:off x="6608525" y="2187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2" name="pt25172"/>
            <p:cNvSpPr/>
            <p:nvPr/>
          </p:nvSpPr>
          <p:spPr>
            <a:xfrm>
              <a:off x="6915728" y="22329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3" name="pt25173"/>
            <p:cNvSpPr/>
            <p:nvPr/>
          </p:nvSpPr>
          <p:spPr>
            <a:xfrm>
              <a:off x="7166977" y="21719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4" name="pt25174"/>
            <p:cNvSpPr/>
            <p:nvPr/>
          </p:nvSpPr>
          <p:spPr>
            <a:xfrm>
              <a:off x="7088917" y="21980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5" name="pt25175"/>
            <p:cNvSpPr/>
            <p:nvPr/>
          </p:nvSpPr>
          <p:spPr>
            <a:xfrm>
              <a:off x="7295709" y="18921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6" name="pt25176"/>
            <p:cNvSpPr/>
            <p:nvPr/>
          </p:nvSpPr>
          <p:spPr>
            <a:xfrm>
              <a:off x="7204187" y="21724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7" name="pt25177"/>
            <p:cNvSpPr/>
            <p:nvPr/>
          </p:nvSpPr>
          <p:spPr>
            <a:xfrm>
              <a:off x="7149701" y="21038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8" name="pt25178"/>
            <p:cNvSpPr/>
            <p:nvPr/>
          </p:nvSpPr>
          <p:spPr>
            <a:xfrm>
              <a:off x="7094616" y="21568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9" name="pt25179"/>
            <p:cNvSpPr/>
            <p:nvPr/>
          </p:nvSpPr>
          <p:spPr>
            <a:xfrm>
              <a:off x="7042683" y="22800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0" name="pt25180"/>
            <p:cNvSpPr/>
            <p:nvPr/>
          </p:nvSpPr>
          <p:spPr>
            <a:xfrm>
              <a:off x="7320062" y="20751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1" name="pt25181"/>
            <p:cNvSpPr/>
            <p:nvPr/>
          </p:nvSpPr>
          <p:spPr>
            <a:xfrm>
              <a:off x="7171910" y="22364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2" name="pt25182"/>
            <p:cNvSpPr/>
            <p:nvPr/>
          </p:nvSpPr>
          <p:spPr>
            <a:xfrm>
              <a:off x="7399128" y="26738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3" name="pt25183"/>
            <p:cNvSpPr/>
            <p:nvPr/>
          </p:nvSpPr>
          <p:spPr>
            <a:xfrm>
              <a:off x="7218828" y="20645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4" name="pt25184"/>
            <p:cNvSpPr/>
            <p:nvPr/>
          </p:nvSpPr>
          <p:spPr>
            <a:xfrm>
              <a:off x="7080120" y="22156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5" name="pt25185"/>
            <p:cNvSpPr/>
            <p:nvPr/>
          </p:nvSpPr>
          <p:spPr>
            <a:xfrm>
              <a:off x="7071882" y="22073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6" name="pt25186"/>
            <p:cNvSpPr/>
            <p:nvPr/>
          </p:nvSpPr>
          <p:spPr>
            <a:xfrm>
              <a:off x="7390781" y="27322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7" name="pt25187"/>
            <p:cNvSpPr/>
            <p:nvPr/>
          </p:nvSpPr>
          <p:spPr>
            <a:xfrm>
              <a:off x="7172951" y="20966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8" name="pt25188"/>
            <p:cNvSpPr/>
            <p:nvPr/>
          </p:nvSpPr>
          <p:spPr>
            <a:xfrm>
              <a:off x="6928852" y="22776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9" name="pt25189"/>
            <p:cNvSpPr/>
            <p:nvPr/>
          </p:nvSpPr>
          <p:spPr>
            <a:xfrm>
              <a:off x="7082108" y="21618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0" name="pt25190"/>
            <p:cNvSpPr/>
            <p:nvPr/>
          </p:nvSpPr>
          <p:spPr>
            <a:xfrm>
              <a:off x="7232219" y="22527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1" name="pt25191"/>
            <p:cNvSpPr/>
            <p:nvPr/>
          </p:nvSpPr>
          <p:spPr>
            <a:xfrm>
              <a:off x="6938641" y="2165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2" name="pt25192"/>
            <p:cNvSpPr/>
            <p:nvPr/>
          </p:nvSpPr>
          <p:spPr>
            <a:xfrm>
              <a:off x="7195093" y="21540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3" name="pt25193"/>
            <p:cNvSpPr/>
            <p:nvPr/>
          </p:nvSpPr>
          <p:spPr>
            <a:xfrm>
              <a:off x="7121791" y="22015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4" name="pt25194"/>
            <p:cNvSpPr/>
            <p:nvPr/>
          </p:nvSpPr>
          <p:spPr>
            <a:xfrm>
              <a:off x="7484145" y="22704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5" name="pt25195"/>
            <p:cNvSpPr/>
            <p:nvPr/>
          </p:nvSpPr>
          <p:spPr>
            <a:xfrm>
              <a:off x="7188878" y="22204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6" name="pt25196"/>
            <p:cNvSpPr/>
            <p:nvPr/>
          </p:nvSpPr>
          <p:spPr>
            <a:xfrm>
              <a:off x="7154949" y="20242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7" name="pt25197"/>
            <p:cNvSpPr/>
            <p:nvPr/>
          </p:nvSpPr>
          <p:spPr>
            <a:xfrm>
              <a:off x="7387369" y="23517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8" name="pt25198"/>
            <p:cNvSpPr/>
            <p:nvPr/>
          </p:nvSpPr>
          <p:spPr>
            <a:xfrm>
              <a:off x="6889813" y="15847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9" name="pt25199"/>
            <p:cNvSpPr/>
            <p:nvPr/>
          </p:nvSpPr>
          <p:spPr>
            <a:xfrm>
              <a:off x="6890582" y="20401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0" name="pt25200"/>
            <p:cNvSpPr/>
            <p:nvPr/>
          </p:nvSpPr>
          <p:spPr>
            <a:xfrm>
              <a:off x="7332216" y="18622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1" name="pt25201"/>
            <p:cNvSpPr/>
            <p:nvPr/>
          </p:nvSpPr>
          <p:spPr>
            <a:xfrm>
              <a:off x="7397581" y="28685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2" name="pt25202"/>
            <p:cNvSpPr/>
            <p:nvPr/>
          </p:nvSpPr>
          <p:spPr>
            <a:xfrm>
              <a:off x="7303632" y="21324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3" name="pt25203"/>
            <p:cNvSpPr/>
            <p:nvPr/>
          </p:nvSpPr>
          <p:spPr>
            <a:xfrm>
              <a:off x="6971887" y="19927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4" name="pt25204"/>
            <p:cNvSpPr/>
            <p:nvPr/>
          </p:nvSpPr>
          <p:spPr>
            <a:xfrm>
              <a:off x="7363337" y="22720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5" name="pt25205"/>
            <p:cNvSpPr/>
            <p:nvPr/>
          </p:nvSpPr>
          <p:spPr>
            <a:xfrm>
              <a:off x="7232910" y="20990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6" name="pt25206"/>
            <p:cNvSpPr/>
            <p:nvPr/>
          </p:nvSpPr>
          <p:spPr>
            <a:xfrm>
              <a:off x="7194079" y="22505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7" name="pt25207"/>
            <p:cNvSpPr/>
            <p:nvPr/>
          </p:nvSpPr>
          <p:spPr>
            <a:xfrm>
              <a:off x="6968135" y="19802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8" name="pt25208"/>
            <p:cNvSpPr/>
            <p:nvPr/>
          </p:nvSpPr>
          <p:spPr>
            <a:xfrm>
              <a:off x="6799068" y="25719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9" name="pt25209"/>
            <p:cNvSpPr/>
            <p:nvPr/>
          </p:nvSpPr>
          <p:spPr>
            <a:xfrm>
              <a:off x="6707455" y="20370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0" name="pt25210"/>
            <p:cNvSpPr/>
            <p:nvPr/>
          </p:nvSpPr>
          <p:spPr>
            <a:xfrm>
              <a:off x="7163334" y="20273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1" name="pt25211"/>
            <p:cNvSpPr/>
            <p:nvPr/>
          </p:nvSpPr>
          <p:spPr>
            <a:xfrm>
              <a:off x="7061075" y="22010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2" name="pt25212"/>
            <p:cNvSpPr/>
            <p:nvPr/>
          </p:nvSpPr>
          <p:spPr>
            <a:xfrm>
              <a:off x="7121865" y="21881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3" name="pt25213"/>
            <p:cNvSpPr/>
            <p:nvPr/>
          </p:nvSpPr>
          <p:spPr>
            <a:xfrm>
              <a:off x="7296975" y="19859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4" name="pt25214"/>
            <p:cNvSpPr/>
            <p:nvPr/>
          </p:nvSpPr>
          <p:spPr>
            <a:xfrm>
              <a:off x="7125489" y="23286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5" name="pt25215"/>
            <p:cNvSpPr/>
            <p:nvPr/>
          </p:nvSpPr>
          <p:spPr>
            <a:xfrm>
              <a:off x="7040217" y="22114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6" name="pt25216"/>
            <p:cNvSpPr/>
            <p:nvPr/>
          </p:nvSpPr>
          <p:spPr>
            <a:xfrm>
              <a:off x="7252366" y="21975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7" name="pt25217"/>
            <p:cNvSpPr/>
            <p:nvPr/>
          </p:nvSpPr>
          <p:spPr>
            <a:xfrm>
              <a:off x="7097755" y="21516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8" name="pt25218"/>
            <p:cNvSpPr/>
            <p:nvPr/>
          </p:nvSpPr>
          <p:spPr>
            <a:xfrm>
              <a:off x="7236777" y="22327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9" name="pt25219"/>
            <p:cNvSpPr/>
            <p:nvPr/>
          </p:nvSpPr>
          <p:spPr>
            <a:xfrm>
              <a:off x="7030364" y="21098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0" name="pt25220"/>
            <p:cNvSpPr/>
            <p:nvPr/>
          </p:nvSpPr>
          <p:spPr>
            <a:xfrm>
              <a:off x="7199593" y="21784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1" name="pt25221"/>
            <p:cNvSpPr/>
            <p:nvPr/>
          </p:nvSpPr>
          <p:spPr>
            <a:xfrm>
              <a:off x="6948447" y="19443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2" name="pt25222"/>
            <p:cNvSpPr/>
            <p:nvPr/>
          </p:nvSpPr>
          <p:spPr>
            <a:xfrm>
              <a:off x="7128566" y="21786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3" name="pt25223"/>
            <p:cNvSpPr/>
            <p:nvPr/>
          </p:nvSpPr>
          <p:spPr>
            <a:xfrm>
              <a:off x="6941665" y="21078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4" name="pt25224"/>
            <p:cNvSpPr/>
            <p:nvPr/>
          </p:nvSpPr>
          <p:spPr>
            <a:xfrm>
              <a:off x="7214135" y="21100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5" name="pt25225"/>
            <p:cNvSpPr/>
            <p:nvPr/>
          </p:nvSpPr>
          <p:spPr>
            <a:xfrm>
              <a:off x="7021692" y="21737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6" name="pt25226"/>
            <p:cNvSpPr/>
            <p:nvPr/>
          </p:nvSpPr>
          <p:spPr>
            <a:xfrm>
              <a:off x="7120359" y="22013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7" name="pt25227"/>
            <p:cNvSpPr/>
            <p:nvPr/>
          </p:nvSpPr>
          <p:spPr>
            <a:xfrm>
              <a:off x="7240760" y="20209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8" name="pt25228"/>
            <p:cNvSpPr/>
            <p:nvPr/>
          </p:nvSpPr>
          <p:spPr>
            <a:xfrm>
              <a:off x="7225917" y="22531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9" name="pt25229"/>
            <p:cNvSpPr/>
            <p:nvPr/>
          </p:nvSpPr>
          <p:spPr>
            <a:xfrm>
              <a:off x="7066821" y="20404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0" name="pt25230"/>
            <p:cNvSpPr/>
            <p:nvPr/>
          </p:nvSpPr>
          <p:spPr>
            <a:xfrm>
              <a:off x="7145674" y="21104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1" name="pt25231"/>
            <p:cNvSpPr/>
            <p:nvPr/>
          </p:nvSpPr>
          <p:spPr>
            <a:xfrm>
              <a:off x="7346571" y="2500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2" name="pt25232"/>
            <p:cNvSpPr/>
            <p:nvPr/>
          </p:nvSpPr>
          <p:spPr>
            <a:xfrm>
              <a:off x="7093776" y="21555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3" name="pt25233"/>
            <p:cNvSpPr/>
            <p:nvPr/>
          </p:nvSpPr>
          <p:spPr>
            <a:xfrm>
              <a:off x="7172714" y="21622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4" name="pt25234"/>
            <p:cNvSpPr/>
            <p:nvPr/>
          </p:nvSpPr>
          <p:spPr>
            <a:xfrm>
              <a:off x="6961484" y="19060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5" name="pt25235"/>
            <p:cNvSpPr/>
            <p:nvPr/>
          </p:nvSpPr>
          <p:spPr>
            <a:xfrm>
              <a:off x="7078759" y="21759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6" name="pt25236"/>
            <p:cNvSpPr/>
            <p:nvPr/>
          </p:nvSpPr>
          <p:spPr>
            <a:xfrm>
              <a:off x="7245935" y="21135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7" name="pt25237"/>
            <p:cNvSpPr/>
            <p:nvPr/>
          </p:nvSpPr>
          <p:spPr>
            <a:xfrm>
              <a:off x="6893441" y="18436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8" name="pt25238"/>
            <p:cNvSpPr/>
            <p:nvPr/>
          </p:nvSpPr>
          <p:spPr>
            <a:xfrm>
              <a:off x="7033128" y="23184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9" name="pt25239"/>
            <p:cNvSpPr/>
            <p:nvPr/>
          </p:nvSpPr>
          <p:spPr>
            <a:xfrm>
              <a:off x="7455461" y="24090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0" name="pt25240"/>
            <p:cNvSpPr/>
            <p:nvPr/>
          </p:nvSpPr>
          <p:spPr>
            <a:xfrm>
              <a:off x="7079946" y="20911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1" name="pt25241"/>
            <p:cNvSpPr/>
            <p:nvPr/>
          </p:nvSpPr>
          <p:spPr>
            <a:xfrm>
              <a:off x="7159483" y="20858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2" name="pt25242"/>
            <p:cNvSpPr/>
            <p:nvPr/>
          </p:nvSpPr>
          <p:spPr>
            <a:xfrm>
              <a:off x="6793981" y="25390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3" name="pt25243"/>
            <p:cNvSpPr/>
            <p:nvPr/>
          </p:nvSpPr>
          <p:spPr>
            <a:xfrm>
              <a:off x="7244054" y="20353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4" name="pt25244"/>
            <p:cNvSpPr/>
            <p:nvPr/>
          </p:nvSpPr>
          <p:spPr>
            <a:xfrm>
              <a:off x="7133119" y="23281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5" name="pt25245"/>
            <p:cNvSpPr/>
            <p:nvPr/>
          </p:nvSpPr>
          <p:spPr>
            <a:xfrm>
              <a:off x="6906155" y="23461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6" name="pt25246"/>
            <p:cNvSpPr/>
            <p:nvPr/>
          </p:nvSpPr>
          <p:spPr>
            <a:xfrm>
              <a:off x="7167459" y="22439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7" name="pt25247"/>
            <p:cNvSpPr/>
            <p:nvPr/>
          </p:nvSpPr>
          <p:spPr>
            <a:xfrm>
              <a:off x="7086632" y="21947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8" name="pt25248"/>
            <p:cNvSpPr/>
            <p:nvPr/>
          </p:nvSpPr>
          <p:spPr>
            <a:xfrm>
              <a:off x="7056419" y="22268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9" name="pt25249"/>
            <p:cNvSpPr/>
            <p:nvPr/>
          </p:nvSpPr>
          <p:spPr>
            <a:xfrm>
              <a:off x="7260110" y="19748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0" name="pt25250"/>
            <p:cNvSpPr/>
            <p:nvPr/>
          </p:nvSpPr>
          <p:spPr>
            <a:xfrm>
              <a:off x="7161401" y="21154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1" name="pt25251"/>
            <p:cNvSpPr/>
            <p:nvPr/>
          </p:nvSpPr>
          <p:spPr>
            <a:xfrm>
              <a:off x="7220727" y="19586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2" name="pt25252"/>
            <p:cNvSpPr/>
            <p:nvPr/>
          </p:nvSpPr>
          <p:spPr>
            <a:xfrm>
              <a:off x="7006638" y="19458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3" name="pt25253"/>
            <p:cNvSpPr/>
            <p:nvPr/>
          </p:nvSpPr>
          <p:spPr>
            <a:xfrm>
              <a:off x="7141199" y="21488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4" name="pt25254"/>
            <p:cNvSpPr/>
            <p:nvPr/>
          </p:nvSpPr>
          <p:spPr>
            <a:xfrm>
              <a:off x="7050882" y="17537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5" name="pt25255"/>
            <p:cNvSpPr/>
            <p:nvPr/>
          </p:nvSpPr>
          <p:spPr>
            <a:xfrm>
              <a:off x="7004907" y="19561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6" name="pt25256"/>
            <p:cNvSpPr/>
            <p:nvPr/>
          </p:nvSpPr>
          <p:spPr>
            <a:xfrm>
              <a:off x="7091904" y="21654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7" name="pt25257"/>
            <p:cNvSpPr/>
            <p:nvPr/>
          </p:nvSpPr>
          <p:spPr>
            <a:xfrm>
              <a:off x="7137016" y="23018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8" name="pt25258"/>
            <p:cNvSpPr/>
            <p:nvPr/>
          </p:nvSpPr>
          <p:spPr>
            <a:xfrm>
              <a:off x="7016659" y="20257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9" name="pt25259"/>
            <p:cNvSpPr/>
            <p:nvPr/>
          </p:nvSpPr>
          <p:spPr>
            <a:xfrm>
              <a:off x="7086089" y="22301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0" name="pt25260"/>
            <p:cNvSpPr/>
            <p:nvPr/>
          </p:nvSpPr>
          <p:spPr>
            <a:xfrm>
              <a:off x="7096300" y="21932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1" name="pt25261"/>
            <p:cNvSpPr/>
            <p:nvPr/>
          </p:nvSpPr>
          <p:spPr>
            <a:xfrm>
              <a:off x="6928557" y="19635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2" name="pt25262"/>
            <p:cNvSpPr/>
            <p:nvPr/>
          </p:nvSpPr>
          <p:spPr>
            <a:xfrm>
              <a:off x="6868104" y="22264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3" name="pt25263"/>
            <p:cNvSpPr/>
            <p:nvPr/>
          </p:nvSpPr>
          <p:spPr>
            <a:xfrm>
              <a:off x="7086480" y="21821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4" name="pt25264"/>
            <p:cNvSpPr/>
            <p:nvPr/>
          </p:nvSpPr>
          <p:spPr>
            <a:xfrm>
              <a:off x="7336844" y="23685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5" name="pt25265"/>
            <p:cNvSpPr/>
            <p:nvPr/>
          </p:nvSpPr>
          <p:spPr>
            <a:xfrm>
              <a:off x="7130902" y="22926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6" name="pt25266"/>
            <p:cNvSpPr/>
            <p:nvPr/>
          </p:nvSpPr>
          <p:spPr>
            <a:xfrm>
              <a:off x="7613543" y="25287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7" name="pt25267"/>
            <p:cNvSpPr/>
            <p:nvPr/>
          </p:nvSpPr>
          <p:spPr>
            <a:xfrm>
              <a:off x="7010518" y="1838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8" name="pt25268"/>
            <p:cNvSpPr/>
            <p:nvPr/>
          </p:nvSpPr>
          <p:spPr>
            <a:xfrm>
              <a:off x="7119922" y="21829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9" name="pt25269"/>
            <p:cNvSpPr/>
            <p:nvPr/>
          </p:nvSpPr>
          <p:spPr>
            <a:xfrm>
              <a:off x="7147141" y="21114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0" name="pt25270"/>
            <p:cNvSpPr/>
            <p:nvPr/>
          </p:nvSpPr>
          <p:spPr>
            <a:xfrm>
              <a:off x="7048758" y="17567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1" name="pt25271"/>
            <p:cNvSpPr/>
            <p:nvPr/>
          </p:nvSpPr>
          <p:spPr>
            <a:xfrm>
              <a:off x="7115241" y="21662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2" name="pt25272"/>
            <p:cNvSpPr/>
            <p:nvPr/>
          </p:nvSpPr>
          <p:spPr>
            <a:xfrm>
              <a:off x="7142849" y="21897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3" name="pt25273"/>
            <p:cNvSpPr/>
            <p:nvPr/>
          </p:nvSpPr>
          <p:spPr>
            <a:xfrm>
              <a:off x="7408261" y="22890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4" name="pt25274"/>
            <p:cNvSpPr/>
            <p:nvPr/>
          </p:nvSpPr>
          <p:spPr>
            <a:xfrm>
              <a:off x="6890556" y="2049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5" name="pt25275"/>
            <p:cNvSpPr/>
            <p:nvPr/>
          </p:nvSpPr>
          <p:spPr>
            <a:xfrm>
              <a:off x="7094808" y="21867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6" name="pt25276"/>
            <p:cNvSpPr/>
            <p:nvPr/>
          </p:nvSpPr>
          <p:spPr>
            <a:xfrm>
              <a:off x="7252737" y="20168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7" name="pt25277"/>
            <p:cNvSpPr/>
            <p:nvPr/>
          </p:nvSpPr>
          <p:spPr>
            <a:xfrm>
              <a:off x="7067085" y="21065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8" name="pt25278"/>
            <p:cNvSpPr/>
            <p:nvPr/>
          </p:nvSpPr>
          <p:spPr>
            <a:xfrm>
              <a:off x="6994642" y="19522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9" name="pt25279"/>
            <p:cNvSpPr/>
            <p:nvPr/>
          </p:nvSpPr>
          <p:spPr>
            <a:xfrm>
              <a:off x="7046130" y="2037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0" name="pt25280"/>
            <p:cNvSpPr/>
            <p:nvPr/>
          </p:nvSpPr>
          <p:spPr>
            <a:xfrm>
              <a:off x="7122217" y="21495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1" name="pt25281"/>
            <p:cNvSpPr/>
            <p:nvPr/>
          </p:nvSpPr>
          <p:spPr>
            <a:xfrm>
              <a:off x="6979432" y="18766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2" name="pt25282"/>
            <p:cNvSpPr/>
            <p:nvPr/>
          </p:nvSpPr>
          <p:spPr>
            <a:xfrm>
              <a:off x="7159680" y="20545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3" name="pt25283"/>
            <p:cNvSpPr/>
            <p:nvPr/>
          </p:nvSpPr>
          <p:spPr>
            <a:xfrm>
              <a:off x="7109545" y="21408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4" name="pt25284"/>
            <p:cNvSpPr/>
            <p:nvPr/>
          </p:nvSpPr>
          <p:spPr>
            <a:xfrm>
              <a:off x="7122044" y="21213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5" name="pt25285"/>
            <p:cNvSpPr/>
            <p:nvPr/>
          </p:nvSpPr>
          <p:spPr>
            <a:xfrm>
              <a:off x="7090562" y="22278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6" name="pt25286"/>
            <p:cNvSpPr/>
            <p:nvPr/>
          </p:nvSpPr>
          <p:spPr>
            <a:xfrm>
              <a:off x="7258062" y="20059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7" name="pt25287"/>
            <p:cNvSpPr/>
            <p:nvPr/>
          </p:nvSpPr>
          <p:spPr>
            <a:xfrm>
              <a:off x="7162680" y="21809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8" name="pt25288"/>
            <p:cNvSpPr/>
            <p:nvPr/>
          </p:nvSpPr>
          <p:spPr>
            <a:xfrm>
              <a:off x="7340154" y="23400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9" name="pt25289"/>
            <p:cNvSpPr/>
            <p:nvPr/>
          </p:nvSpPr>
          <p:spPr>
            <a:xfrm>
              <a:off x="7079404" y="21105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0" name="pt25290"/>
            <p:cNvSpPr/>
            <p:nvPr/>
          </p:nvSpPr>
          <p:spPr>
            <a:xfrm>
              <a:off x="7332717" y="19911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1" name="pt25291"/>
            <p:cNvSpPr/>
            <p:nvPr/>
          </p:nvSpPr>
          <p:spPr>
            <a:xfrm>
              <a:off x="7246785" y="21353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2" name="pt25292"/>
            <p:cNvSpPr/>
            <p:nvPr/>
          </p:nvSpPr>
          <p:spPr>
            <a:xfrm>
              <a:off x="6784494" y="25966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3" name="pt25293"/>
            <p:cNvSpPr/>
            <p:nvPr/>
          </p:nvSpPr>
          <p:spPr>
            <a:xfrm>
              <a:off x="7210899" y="22238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4" name="pt25294"/>
            <p:cNvSpPr/>
            <p:nvPr/>
          </p:nvSpPr>
          <p:spPr>
            <a:xfrm>
              <a:off x="7257713" y="20607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5" name="pt25295"/>
            <p:cNvSpPr/>
            <p:nvPr/>
          </p:nvSpPr>
          <p:spPr>
            <a:xfrm>
              <a:off x="7007474" y="20134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6" name="pt25296"/>
            <p:cNvSpPr/>
            <p:nvPr/>
          </p:nvSpPr>
          <p:spPr>
            <a:xfrm>
              <a:off x="7458226" y="26285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7" name="pt25297"/>
            <p:cNvSpPr/>
            <p:nvPr/>
          </p:nvSpPr>
          <p:spPr>
            <a:xfrm>
              <a:off x="6992233" y="18804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8" name="pt25298"/>
            <p:cNvSpPr/>
            <p:nvPr/>
          </p:nvSpPr>
          <p:spPr>
            <a:xfrm>
              <a:off x="6988170" y="2047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9" name="pt25299"/>
            <p:cNvSpPr/>
            <p:nvPr/>
          </p:nvSpPr>
          <p:spPr>
            <a:xfrm>
              <a:off x="7062119" y="21784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0" name="pt25300"/>
            <p:cNvSpPr/>
            <p:nvPr/>
          </p:nvSpPr>
          <p:spPr>
            <a:xfrm>
              <a:off x="6946587" y="20058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1" name="pt25301"/>
            <p:cNvSpPr/>
            <p:nvPr/>
          </p:nvSpPr>
          <p:spPr>
            <a:xfrm>
              <a:off x="7463183" y="27386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2" name="pt25302"/>
            <p:cNvSpPr/>
            <p:nvPr/>
          </p:nvSpPr>
          <p:spPr>
            <a:xfrm>
              <a:off x="7105268" y="21240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3" name="pt25303"/>
            <p:cNvSpPr/>
            <p:nvPr/>
          </p:nvSpPr>
          <p:spPr>
            <a:xfrm>
              <a:off x="7188285" y="22492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4" name="pt25304"/>
            <p:cNvSpPr/>
            <p:nvPr/>
          </p:nvSpPr>
          <p:spPr>
            <a:xfrm>
              <a:off x="7162385" y="20706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5" name="pt25305"/>
            <p:cNvSpPr/>
            <p:nvPr/>
          </p:nvSpPr>
          <p:spPr>
            <a:xfrm>
              <a:off x="7233943" y="21726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6" name="pt25306"/>
            <p:cNvSpPr/>
            <p:nvPr/>
          </p:nvSpPr>
          <p:spPr>
            <a:xfrm>
              <a:off x="6954699" y="19835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7" name="pt25307"/>
            <p:cNvSpPr/>
            <p:nvPr/>
          </p:nvSpPr>
          <p:spPr>
            <a:xfrm>
              <a:off x="7225347" y="22224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8" name="pt25308"/>
            <p:cNvSpPr/>
            <p:nvPr/>
          </p:nvSpPr>
          <p:spPr>
            <a:xfrm>
              <a:off x="6843324" y="24617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9" name="pt25309"/>
            <p:cNvSpPr/>
            <p:nvPr/>
          </p:nvSpPr>
          <p:spPr>
            <a:xfrm>
              <a:off x="7330733" y="20640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0" name="pt25310"/>
            <p:cNvSpPr/>
            <p:nvPr/>
          </p:nvSpPr>
          <p:spPr>
            <a:xfrm>
              <a:off x="7183483" y="20060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1" name="pt25311"/>
            <p:cNvSpPr/>
            <p:nvPr/>
          </p:nvSpPr>
          <p:spPr>
            <a:xfrm>
              <a:off x="6927998" y="2164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2" name="pt25312"/>
            <p:cNvSpPr/>
            <p:nvPr/>
          </p:nvSpPr>
          <p:spPr>
            <a:xfrm>
              <a:off x="7059019" y="23249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3" name="pt25313"/>
            <p:cNvSpPr/>
            <p:nvPr/>
          </p:nvSpPr>
          <p:spPr>
            <a:xfrm>
              <a:off x="7074573" y="21950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4" name="pt25314"/>
            <p:cNvSpPr/>
            <p:nvPr/>
          </p:nvSpPr>
          <p:spPr>
            <a:xfrm>
              <a:off x="7101789" y="21942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5" name="pt25315"/>
            <p:cNvSpPr/>
            <p:nvPr/>
          </p:nvSpPr>
          <p:spPr>
            <a:xfrm>
              <a:off x="7076952" y="22147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6" name="pt25316"/>
            <p:cNvSpPr/>
            <p:nvPr/>
          </p:nvSpPr>
          <p:spPr>
            <a:xfrm>
              <a:off x="7213510" y="20635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7" name="pt25317"/>
            <p:cNvSpPr/>
            <p:nvPr/>
          </p:nvSpPr>
          <p:spPr>
            <a:xfrm>
              <a:off x="6905664" y="22273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8" name="pt25318"/>
            <p:cNvSpPr/>
            <p:nvPr/>
          </p:nvSpPr>
          <p:spPr>
            <a:xfrm>
              <a:off x="7221624" y="19030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9" name="pt25319"/>
            <p:cNvSpPr/>
            <p:nvPr/>
          </p:nvSpPr>
          <p:spPr>
            <a:xfrm>
              <a:off x="7089143" y="2201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0" name="pt25320"/>
            <p:cNvSpPr/>
            <p:nvPr/>
          </p:nvSpPr>
          <p:spPr>
            <a:xfrm>
              <a:off x="7228100" y="20525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1" name="pt25321"/>
            <p:cNvSpPr/>
            <p:nvPr/>
          </p:nvSpPr>
          <p:spPr>
            <a:xfrm>
              <a:off x="6965618" y="20849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2" name="pt25322"/>
            <p:cNvSpPr/>
            <p:nvPr/>
          </p:nvSpPr>
          <p:spPr>
            <a:xfrm>
              <a:off x="7524570" y="24987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3" name="pt25323"/>
            <p:cNvSpPr/>
            <p:nvPr/>
          </p:nvSpPr>
          <p:spPr>
            <a:xfrm>
              <a:off x="7244785" y="21196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4" name="pt25324"/>
            <p:cNvSpPr/>
            <p:nvPr/>
          </p:nvSpPr>
          <p:spPr>
            <a:xfrm>
              <a:off x="7197984" y="22928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5" name="pt25325"/>
            <p:cNvSpPr/>
            <p:nvPr/>
          </p:nvSpPr>
          <p:spPr>
            <a:xfrm>
              <a:off x="7106086" y="21314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6" name="pt25326"/>
            <p:cNvSpPr/>
            <p:nvPr/>
          </p:nvSpPr>
          <p:spPr>
            <a:xfrm>
              <a:off x="7511649" y="22244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7" name="pt25327"/>
            <p:cNvSpPr/>
            <p:nvPr/>
          </p:nvSpPr>
          <p:spPr>
            <a:xfrm>
              <a:off x="6909600" y="21442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8" name="pt25328"/>
            <p:cNvSpPr/>
            <p:nvPr/>
          </p:nvSpPr>
          <p:spPr>
            <a:xfrm>
              <a:off x="7230454" y="21449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9" name="pt25329"/>
            <p:cNvSpPr/>
            <p:nvPr/>
          </p:nvSpPr>
          <p:spPr>
            <a:xfrm>
              <a:off x="7096798" y="21537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0" name="pt25330"/>
            <p:cNvSpPr/>
            <p:nvPr/>
          </p:nvSpPr>
          <p:spPr>
            <a:xfrm>
              <a:off x="7162134" y="20957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1" name="pt25331"/>
            <p:cNvSpPr/>
            <p:nvPr/>
          </p:nvSpPr>
          <p:spPr>
            <a:xfrm>
              <a:off x="7196424" y="22121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2" name="pt25332"/>
            <p:cNvSpPr/>
            <p:nvPr/>
          </p:nvSpPr>
          <p:spPr>
            <a:xfrm>
              <a:off x="7201546" y="22598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3" name="pt25333"/>
            <p:cNvSpPr/>
            <p:nvPr/>
          </p:nvSpPr>
          <p:spPr>
            <a:xfrm>
              <a:off x="7019265" y="20816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4" name="pt25334"/>
            <p:cNvSpPr/>
            <p:nvPr/>
          </p:nvSpPr>
          <p:spPr>
            <a:xfrm>
              <a:off x="7149258" y="20854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5" name="pt25335"/>
            <p:cNvSpPr/>
            <p:nvPr/>
          </p:nvSpPr>
          <p:spPr>
            <a:xfrm>
              <a:off x="7310404" y="20970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6" name="pt25336"/>
            <p:cNvSpPr/>
            <p:nvPr/>
          </p:nvSpPr>
          <p:spPr>
            <a:xfrm>
              <a:off x="7503457" y="25543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7" name="pt25337"/>
            <p:cNvSpPr/>
            <p:nvPr/>
          </p:nvSpPr>
          <p:spPr>
            <a:xfrm>
              <a:off x="7248208" y="21212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8" name="pt25338"/>
            <p:cNvSpPr/>
            <p:nvPr/>
          </p:nvSpPr>
          <p:spPr>
            <a:xfrm>
              <a:off x="7182351" y="1970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9" name="pt25339"/>
            <p:cNvSpPr/>
            <p:nvPr/>
          </p:nvSpPr>
          <p:spPr>
            <a:xfrm>
              <a:off x="7084273" y="22317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0" name="pt25340"/>
            <p:cNvSpPr/>
            <p:nvPr/>
          </p:nvSpPr>
          <p:spPr>
            <a:xfrm>
              <a:off x="7219061" y="21573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1" name="pt25341"/>
            <p:cNvSpPr/>
            <p:nvPr/>
          </p:nvSpPr>
          <p:spPr>
            <a:xfrm>
              <a:off x="7124751" y="22262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2" name="pt25342"/>
            <p:cNvSpPr/>
            <p:nvPr/>
          </p:nvSpPr>
          <p:spPr>
            <a:xfrm>
              <a:off x="7113734" y="21476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3" name="pt25343"/>
            <p:cNvSpPr/>
            <p:nvPr/>
          </p:nvSpPr>
          <p:spPr>
            <a:xfrm>
              <a:off x="7198711" y="22329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4" name="pt25344"/>
            <p:cNvSpPr/>
            <p:nvPr/>
          </p:nvSpPr>
          <p:spPr>
            <a:xfrm>
              <a:off x="7419860" y="25429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5" name="pt25345"/>
            <p:cNvSpPr/>
            <p:nvPr/>
          </p:nvSpPr>
          <p:spPr>
            <a:xfrm>
              <a:off x="7349597" y="24159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6" name="pt25346"/>
            <p:cNvSpPr/>
            <p:nvPr/>
          </p:nvSpPr>
          <p:spPr>
            <a:xfrm>
              <a:off x="7122844" y="2177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7" name="pt25347"/>
            <p:cNvSpPr/>
            <p:nvPr/>
          </p:nvSpPr>
          <p:spPr>
            <a:xfrm>
              <a:off x="7249520" y="19868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8" name="pt25348"/>
            <p:cNvSpPr/>
            <p:nvPr/>
          </p:nvSpPr>
          <p:spPr>
            <a:xfrm>
              <a:off x="7228778" y="22522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9" name="pt25349"/>
            <p:cNvSpPr/>
            <p:nvPr/>
          </p:nvSpPr>
          <p:spPr>
            <a:xfrm>
              <a:off x="7016557" y="19335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0" name="pt25350"/>
            <p:cNvSpPr/>
            <p:nvPr/>
          </p:nvSpPr>
          <p:spPr>
            <a:xfrm>
              <a:off x="7378646" y="27636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1" name="pt25351"/>
            <p:cNvSpPr/>
            <p:nvPr/>
          </p:nvSpPr>
          <p:spPr>
            <a:xfrm>
              <a:off x="6819846" y="20375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2" name="pt25352"/>
            <p:cNvSpPr/>
            <p:nvPr/>
          </p:nvSpPr>
          <p:spPr>
            <a:xfrm>
              <a:off x="6862326" y="23365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3" name="pt25353"/>
            <p:cNvSpPr/>
            <p:nvPr/>
          </p:nvSpPr>
          <p:spPr>
            <a:xfrm>
              <a:off x="6987424" y="20400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4" name="pt25354"/>
            <p:cNvSpPr/>
            <p:nvPr/>
          </p:nvSpPr>
          <p:spPr>
            <a:xfrm>
              <a:off x="7109105" y="21335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5" name="pt25355"/>
            <p:cNvSpPr/>
            <p:nvPr/>
          </p:nvSpPr>
          <p:spPr>
            <a:xfrm>
              <a:off x="7146250" y="21285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6" name="pt25356"/>
            <p:cNvSpPr/>
            <p:nvPr/>
          </p:nvSpPr>
          <p:spPr>
            <a:xfrm>
              <a:off x="7125275" y="23480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7" name="pt25357"/>
            <p:cNvSpPr/>
            <p:nvPr/>
          </p:nvSpPr>
          <p:spPr>
            <a:xfrm>
              <a:off x="6909483" y="19552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8" name="pt25358"/>
            <p:cNvSpPr/>
            <p:nvPr/>
          </p:nvSpPr>
          <p:spPr>
            <a:xfrm>
              <a:off x="7337054" y="22375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9" name="pt25359"/>
            <p:cNvSpPr/>
            <p:nvPr/>
          </p:nvSpPr>
          <p:spPr>
            <a:xfrm>
              <a:off x="7115083" y="21863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0" name="pt25360"/>
            <p:cNvSpPr/>
            <p:nvPr/>
          </p:nvSpPr>
          <p:spPr>
            <a:xfrm>
              <a:off x="7171266" y="21189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1" name="pt25361"/>
            <p:cNvSpPr/>
            <p:nvPr/>
          </p:nvSpPr>
          <p:spPr>
            <a:xfrm>
              <a:off x="7218497" y="2158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2" name="pt25362"/>
            <p:cNvSpPr/>
            <p:nvPr/>
          </p:nvSpPr>
          <p:spPr>
            <a:xfrm>
              <a:off x="6855334" y="21239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3" name="pt25363"/>
            <p:cNvSpPr/>
            <p:nvPr/>
          </p:nvSpPr>
          <p:spPr>
            <a:xfrm>
              <a:off x="7446395" y="28136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4" name="pt25364"/>
            <p:cNvSpPr/>
            <p:nvPr/>
          </p:nvSpPr>
          <p:spPr>
            <a:xfrm>
              <a:off x="7275739" y="19810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5" name="pt25365"/>
            <p:cNvSpPr/>
            <p:nvPr/>
          </p:nvSpPr>
          <p:spPr>
            <a:xfrm>
              <a:off x="7081491" y="21667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6" name="pt25366"/>
            <p:cNvSpPr/>
            <p:nvPr/>
          </p:nvSpPr>
          <p:spPr>
            <a:xfrm>
              <a:off x="7219131" y="20842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7" name="pt25367"/>
            <p:cNvSpPr/>
            <p:nvPr/>
          </p:nvSpPr>
          <p:spPr>
            <a:xfrm>
              <a:off x="7208483" y="20952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8" name="pt25368"/>
            <p:cNvSpPr/>
            <p:nvPr/>
          </p:nvSpPr>
          <p:spPr>
            <a:xfrm>
              <a:off x="7325474" y="20296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9" name="pt25369"/>
            <p:cNvSpPr/>
            <p:nvPr/>
          </p:nvSpPr>
          <p:spPr>
            <a:xfrm>
              <a:off x="7311651" y="21371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0" name="pt25370"/>
            <p:cNvSpPr/>
            <p:nvPr/>
          </p:nvSpPr>
          <p:spPr>
            <a:xfrm>
              <a:off x="7072163" y="21781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1" name="pt25371"/>
            <p:cNvSpPr/>
            <p:nvPr/>
          </p:nvSpPr>
          <p:spPr>
            <a:xfrm>
              <a:off x="7185752" y="21952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2" name="pt25372"/>
            <p:cNvSpPr/>
            <p:nvPr/>
          </p:nvSpPr>
          <p:spPr>
            <a:xfrm>
              <a:off x="7091225" y="21715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3" name="pt25373"/>
            <p:cNvSpPr/>
            <p:nvPr/>
          </p:nvSpPr>
          <p:spPr>
            <a:xfrm>
              <a:off x="7273658" y="23330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4" name="pt25374"/>
            <p:cNvSpPr/>
            <p:nvPr/>
          </p:nvSpPr>
          <p:spPr>
            <a:xfrm>
              <a:off x="7476144" y="23589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5" name="pt25375"/>
            <p:cNvSpPr/>
            <p:nvPr/>
          </p:nvSpPr>
          <p:spPr>
            <a:xfrm>
              <a:off x="7016706" y="19044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6" name="pt25376"/>
            <p:cNvSpPr/>
            <p:nvPr/>
          </p:nvSpPr>
          <p:spPr>
            <a:xfrm>
              <a:off x="7123800" y="20625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7" name="pt25377"/>
            <p:cNvSpPr/>
            <p:nvPr/>
          </p:nvSpPr>
          <p:spPr>
            <a:xfrm>
              <a:off x="7300885" y="19327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8" name="pt25378"/>
            <p:cNvSpPr/>
            <p:nvPr/>
          </p:nvSpPr>
          <p:spPr>
            <a:xfrm>
              <a:off x="7161240" y="20519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9" name="pt25379"/>
            <p:cNvSpPr/>
            <p:nvPr/>
          </p:nvSpPr>
          <p:spPr>
            <a:xfrm>
              <a:off x="7212135" y="20439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0" name="pt25380"/>
            <p:cNvSpPr/>
            <p:nvPr/>
          </p:nvSpPr>
          <p:spPr>
            <a:xfrm>
              <a:off x="7263618" y="20761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1" name="pt25381"/>
            <p:cNvSpPr/>
            <p:nvPr/>
          </p:nvSpPr>
          <p:spPr>
            <a:xfrm>
              <a:off x="7033117" y="22686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2" name="pt25382"/>
            <p:cNvSpPr/>
            <p:nvPr/>
          </p:nvSpPr>
          <p:spPr>
            <a:xfrm>
              <a:off x="7176772" y="2086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3" name="pt25383"/>
            <p:cNvSpPr/>
            <p:nvPr/>
          </p:nvSpPr>
          <p:spPr>
            <a:xfrm>
              <a:off x="7090522" y="22377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4" name="pt25384"/>
            <p:cNvSpPr/>
            <p:nvPr/>
          </p:nvSpPr>
          <p:spPr>
            <a:xfrm>
              <a:off x="7088008" y="2224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5" name="pt25385"/>
            <p:cNvSpPr/>
            <p:nvPr/>
          </p:nvSpPr>
          <p:spPr>
            <a:xfrm>
              <a:off x="7002538" y="17618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6" name="pt25386"/>
            <p:cNvSpPr/>
            <p:nvPr/>
          </p:nvSpPr>
          <p:spPr>
            <a:xfrm>
              <a:off x="7101545" y="21362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7" name="pt25387"/>
            <p:cNvSpPr/>
            <p:nvPr/>
          </p:nvSpPr>
          <p:spPr>
            <a:xfrm>
              <a:off x="7094653" y="21528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8" name="pt25388"/>
            <p:cNvSpPr/>
            <p:nvPr/>
          </p:nvSpPr>
          <p:spPr>
            <a:xfrm>
              <a:off x="7308816" y="19872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9" name="pt25389"/>
            <p:cNvSpPr/>
            <p:nvPr/>
          </p:nvSpPr>
          <p:spPr>
            <a:xfrm>
              <a:off x="7123188" y="21487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0" name="pt25390"/>
            <p:cNvSpPr/>
            <p:nvPr/>
          </p:nvSpPr>
          <p:spPr>
            <a:xfrm>
              <a:off x="7174293" y="20799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1" name="pt25391"/>
            <p:cNvSpPr/>
            <p:nvPr/>
          </p:nvSpPr>
          <p:spPr>
            <a:xfrm>
              <a:off x="7090236" y="21594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2" name="pt25392"/>
            <p:cNvSpPr/>
            <p:nvPr/>
          </p:nvSpPr>
          <p:spPr>
            <a:xfrm>
              <a:off x="7004330" y="20988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3" name="pt25393"/>
            <p:cNvSpPr/>
            <p:nvPr/>
          </p:nvSpPr>
          <p:spPr>
            <a:xfrm>
              <a:off x="7130278" y="22756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4" name="pt25394"/>
            <p:cNvSpPr/>
            <p:nvPr/>
          </p:nvSpPr>
          <p:spPr>
            <a:xfrm>
              <a:off x="7299175" y="21517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5" name="pt25395"/>
            <p:cNvSpPr/>
            <p:nvPr/>
          </p:nvSpPr>
          <p:spPr>
            <a:xfrm>
              <a:off x="7047337" y="20934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6" name="pt25396"/>
            <p:cNvSpPr/>
            <p:nvPr/>
          </p:nvSpPr>
          <p:spPr>
            <a:xfrm>
              <a:off x="7427107" y="24239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7" name="pt25397"/>
            <p:cNvSpPr/>
            <p:nvPr/>
          </p:nvSpPr>
          <p:spPr>
            <a:xfrm>
              <a:off x="7127903" y="22269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8" name="pt25398"/>
            <p:cNvSpPr/>
            <p:nvPr/>
          </p:nvSpPr>
          <p:spPr>
            <a:xfrm>
              <a:off x="7037695" y="24213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9" name="pt25399"/>
            <p:cNvSpPr/>
            <p:nvPr/>
          </p:nvSpPr>
          <p:spPr>
            <a:xfrm>
              <a:off x="7189667" y="23010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0" name="pt25400"/>
            <p:cNvSpPr/>
            <p:nvPr/>
          </p:nvSpPr>
          <p:spPr>
            <a:xfrm>
              <a:off x="7047877" y="18050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1" name="pt25401"/>
            <p:cNvSpPr/>
            <p:nvPr/>
          </p:nvSpPr>
          <p:spPr>
            <a:xfrm>
              <a:off x="7361914" y="19338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2" name="pt25402"/>
            <p:cNvSpPr/>
            <p:nvPr/>
          </p:nvSpPr>
          <p:spPr>
            <a:xfrm>
              <a:off x="7097097" y="21729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3" name="pt25403"/>
            <p:cNvSpPr/>
            <p:nvPr/>
          </p:nvSpPr>
          <p:spPr>
            <a:xfrm>
              <a:off x="7128360" y="2312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4" name="pt25404"/>
            <p:cNvSpPr/>
            <p:nvPr/>
          </p:nvSpPr>
          <p:spPr>
            <a:xfrm>
              <a:off x="6908696" y="21190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5" name="pt25405"/>
            <p:cNvSpPr/>
            <p:nvPr/>
          </p:nvSpPr>
          <p:spPr>
            <a:xfrm>
              <a:off x="7163619" y="21109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6" name="pt25406"/>
            <p:cNvSpPr/>
            <p:nvPr/>
          </p:nvSpPr>
          <p:spPr>
            <a:xfrm>
              <a:off x="7313461" y="19412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7" name="pt25407"/>
            <p:cNvSpPr/>
            <p:nvPr/>
          </p:nvSpPr>
          <p:spPr>
            <a:xfrm>
              <a:off x="7173957" y="20403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8" name="pt25408"/>
            <p:cNvSpPr/>
            <p:nvPr/>
          </p:nvSpPr>
          <p:spPr>
            <a:xfrm>
              <a:off x="7125929" y="21968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9" name="pt25409"/>
            <p:cNvSpPr/>
            <p:nvPr/>
          </p:nvSpPr>
          <p:spPr>
            <a:xfrm>
              <a:off x="7384068" y="27357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0" name="pt25410"/>
            <p:cNvSpPr/>
            <p:nvPr/>
          </p:nvSpPr>
          <p:spPr>
            <a:xfrm>
              <a:off x="7320867" y="19363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1" name="pt25411"/>
            <p:cNvSpPr/>
            <p:nvPr/>
          </p:nvSpPr>
          <p:spPr>
            <a:xfrm>
              <a:off x="7133292" y="22351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2" name="pt25412"/>
            <p:cNvSpPr/>
            <p:nvPr/>
          </p:nvSpPr>
          <p:spPr>
            <a:xfrm>
              <a:off x="7142267" y="21355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3" name="pt25413"/>
            <p:cNvSpPr/>
            <p:nvPr/>
          </p:nvSpPr>
          <p:spPr>
            <a:xfrm>
              <a:off x="7317749" y="21238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4" name="pt25414"/>
            <p:cNvSpPr/>
            <p:nvPr/>
          </p:nvSpPr>
          <p:spPr>
            <a:xfrm>
              <a:off x="7166152" y="21377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5" name="pt25415"/>
            <p:cNvSpPr/>
            <p:nvPr/>
          </p:nvSpPr>
          <p:spPr>
            <a:xfrm>
              <a:off x="7027123" y="2338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6" name="pt25416"/>
            <p:cNvSpPr/>
            <p:nvPr/>
          </p:nvSpPr>
          <p:spPr>
            <a:xfrm>
              <a:off x="7080837" y="21175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7" name="pt25417"/>
            <p:cNvSpPr/>
            <p:nvPr/>
          </p:nvSpPr>
          <p:spPr>
            <a:xfrm>
              <a:off x="7032018" y="22959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8" name="pt25418"/>
            <p:cNvSpPr/>
            <p:nvPr/>
          </p:nvSpPr>
          <p:spPr>
            <a:xfrm>
              <a:off x="7019138" y="21818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9" name="pt25419"/>
            <p:cNvSpPr/>
            <p:nvPr/>
          </p:nvSpPr>
          <p:spPr>
            <a:xfrm>
              <a:off x="6982306" y="21417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0" name="pt25420"/>
            <p:cNvSpPr/>
            <p:nvPr/>
          </p:nvSpPr>
          <p:spPr>
            <a:xfrm>
              <a:off x="7126869" y="22864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1" name="pt25421"/>
            <p:cNvSpPr/>
            <p:nvPr/>
          </p:nvSpPr>
          <p:spPr>
            <a:xfrm>
              <a:off x="6931056" y="21238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2" name="pt25422"/>
            <p:cNvSpPr/>
            <p:nvPr/>
          </p:nvSpPr>
          <p:spPr>
            <a:xfrm>
              <a:off x="7199484" y="21129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3" name="pt25423"/>
            <p:cNvSpPr/>
            <p:nvPr/>
          </p:nvSpPr>
          <p:spPr>
            <a:xfrm>
              <a:off x="7268156" y="17301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4" name="pt25424"/>
            <p:cNvSpPr/>
            <p:nvPr/>
          </p:nvSpPr>
          <p:spPr>
            <a:xfrm>
              <a:off x="7147806" y="20700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5" name="pt25425"/>
            <p:cNvSpPr/>
            <p:nvPr/>
          </p:nvSpPr>
          <p:spPr>
            <a:xfrm>
              <a:off x="7171623" y="20927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6" name="pt25426"/>
            <p:cNvSpPr/>
            <p:nvPr/>
          </p:nvSpPr>
          <p:spPr>
            <a:xfrm>
              <a:off x="6984762" y="1974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7" name="pt25427"/>
            <p:cNvSpPr/>
            <p:nvPr/>
          </p:nvSpPr>
          <p:spPr>
            <a:xfrm>
              <a:off x="7228831" y="22589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8" name="pt25428"/>
            <p:cNvSpPr/>
            <p:nvPr/>
          </p:nvSpPr>
          <p:spPr>
            <a:xfrm>
              <a:off x="6944274" y="21046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9" name="pt25429"/>
            <p:cNvSpPr/>
            <p:nvPr/>
          </p:nvSpPr>
          <p:spPr>
            <a:xfrm>
              <a:off x="7171098" y="20639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0" name="pt25430"/>
            <p:cNvSpPr/>
            <p:nvPr/>
          </p:nvSpPr>
          <p:spPr>
            <a:xfrm>
              <a:off x="7014037" y="1878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1" name="pt25431"/>
            <p:cNvSpPr/>
            <p:nvPr/>
          </p:nvSpPr>
          <p:spPr>
            <a:xfrm>
              <a:off x="7181587" y="20538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2" name="pt25432"/>
            <p:cNvSpPr/>
            <p:nvPr/>
          </p:nvSpPr>
          <p:spPr>
            <a:xfrm>
              <a:off x="6966954" y="19579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3" name="pt25433"/>
            <p:cNvSpPr/>
            <p:nvPr/>
          </p:nvSpPr>
          <p:spPr>
            <a:xfrm>
              <a:off x="7059370" y="22690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4" name="pt25434"/>
            <p:cNvSpPr/>
            <p:nvPr/>
          </p:nvSpPr>
          <p:spPr>
            <a:xfrm>
              <a:off x="7203214" y="22475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5" name="pt25435"/>
            <p:cNvSpPr/>
            <p:nvPr/>
          </p:nvSpPr>
          <p:spPr>
            <a:xfrm>
              <a:off x="7138548" y="24048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6" name="pt25436"/>
            <p:cNvSpPr/>
            <p:nvPr/>
          </p:nvSpPr>
          <p:spPr>
            <a:xfrm>
              <a:off x="7352088" y="26342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7" name="pt25437"/>
            <p:cNvSpPr/>
            <p:nvPr/>
          </p:nvSpPr>
          <p:spPr>
            <a:xfrm>
              <a:off x="7318909" y="21043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8" name="pt25438"/>
            <p:cNvSpPr/>
            <p:nvPr/>
          </p:nvSpPr>
          <p:spPr>
            <a:xfrm>
              <a:off x="7163155" y="21286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9" name="pt25439"/>
            <p:cNvSpPr/>
            <p:nvPr/>
          </p:nvSpPr>
          <p:spPr>
            <a:xfrm>
              <a:off x="7373780" y="22321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0" name="pt25440"/>
            <p:cNvSpPr/>
            <p:nvPr/>
          </p:nvSpPr>
          <p:spPr>
            <a:xfrm>
              <a:off x="7372690" y="17904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1" name="pt25441"/>
            <p:cNvSpPr/>
            <p:nvPr/>
          </p:nvSpPr>
          <p:spPr>
            <a:xfrm>
              <a:off x="7206678" y="20607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2" name="pt25442"/>
            <p:cNvSpPr/>
            <p:nvPr/>
          </p:nvSpPr>
          <p:spPr>
            <a:xfrm>
              <a:off x="7363347" y="21751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3" name="pt25443"/>
            <p:cNvSpPr/>
            <p:nvPr/>
          </p:nvSpPr>
          <p:spPr>
            <a:xfrm>
              <a:off x="7125984" y="22907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4" name="pt25444"/>
            <p:cNvSpPr/>
            <p:nvPr/>
          </p:nvSpPr>
          <p:spPr>
            <a:xfrm>
              <a:off x="6989682" y="20968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5" name="pt25445"/>
            <p:cNvSpPr/>
            <p:nvPr/>
          </p:nvSpPr>
          <p:spPr>
            <a:xfrm>
              <a:off x="6987699" y="20074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6" name="pt25446"/>
            <p:cNvSpPr/>
            <p:nvPr/>
          </p:nvSpPr>
          <p:spPr>
            <a:xfrm>
              <a:off x="6979599" y="19783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7" name="pt25447"/>
            <p:cNvSpPr/>
            <p:nvPr/>
          </p:nvSpPr>
          <p:spPr>
            <a:xfrm>
              <a:off x="7111178" y="21322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8" name="pt25448"/>
            <p:cNvSpPr/>
            <p:nvPr/>
          </p:nvSpPr>
          <p:spPr>
            <a:xfrm>
              <a:off x="7357740" y="23925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9" name="pt25449"/>
            <p:cNvSpPr/>
            <p:nvPr/>
          </p:nvSpPr>
          <p:spPr>
            <a:xfrm>
              <a:off x="7155702" y="19589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0" name="pt25450"/>
            <p:cNvSpPr/>
            <p:nvPr/>
          </p:nvSpPr>
          <p:spPr>
            <a:xfrm>
              <a:off x="6765836" y="26934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1" name="pt25451"/>
            <p:cNvSpPr/>
            <p:nvPr/>
          </p:nvSpPr>
          <p:spPr>
            <a:xfrm>
              <a:off x="6904337" y="22607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2" name="pt25452"/>
            <p:cNvSpPr/>
            <p:nvPr/>
          </p:nvSpPr>
          <p:spPr>
            <a:xfrm>
              <a:off x="7202178" y="2091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3" name="pt25453"/>
            <p:cNvSpPr/>
            <p:nvPr/>
          </p:nvSpPr>
          <p:spPr>
            <a:xfrm>
              <a:off x="7131192" y="2297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4" name="pt25454"/>
            <p:cNvSpPr/>
            <p:nvPr/>
          </p:nvSpPr>
          <p:spPr>
            <a:xfrm>
              <a:off x="6914762" y="19892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5" name="pt25455"/>
            <p:cNvSpPr/>
            <p:nvPr/>
          </p:nvSpPr>
          <p:spPr>
            <a:xfrm>
              <a:off x="7234165" y="20733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6" name="pt25456"/>
            <p:cNvSpPr/>
            <p:nvPr/>
          </p:nvSpPr>
          <p:spPr>
            <a:xfrm>
              <a:off x="7115258" y="21220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7" name="pt25457"/>
            <p:cNvSpPr/>
            <p:nvPr/>
          </p:nvSpPr>
          <p:spPr>
            <a:xfrm>
              <a:off x="7299105" y="19808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8" name="pt25458"/>
            <p:cNvSpPr/>
            <p:nvPr/>
          </p:nvSpPr>
          <p:spPr>
            <a:xfrm>
              <a:off x="6665440" y="23460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9" name="pt25459"/>
            <p:cNvSpPr/>
            <p:nvPr/>
          </p:nvSpPr>
          <p:spPr>
            <a:xfrm>
              <a:off x="7011888" y="19831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0" name="pt25460"/>
            <p:cNvSpPr/>
            <p:nvPr/>
          </p:nvSpPr>
          <p:spPr>
            <a:xfrm>
              <a:off x="7081928" y="22129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1" name="pt25461"/>
            <p:cNvSpPr/>
            <p:nvPr/>
          </p:nvSpPr>
          <p:spPr>
            <a:xfrm>
              <a:off x="7007435" y="20746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2" name="pt25462"/>
            <p:cNvSpPr/>
            <p:nvPr/>
          </p:nvSpPr>
          <p:spPr>
            <a:xfrm>
              <a:off x="7193953" y="23672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3" name="pt25463"/>
            <p:cNvSpPr/>
            <p:nvPr/>
          </p:nvSpPr>
          <p:spPr>
            <a:xfrm>
              <a:off x="7094616" y="20930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4" name="pt25464"/>
            <p:cNvSpPr/>
            <p:nvPr/>
          </p:nvSpPr>
          <p:spPr>
            <a:xfrm>
              <a:off x="7096266" y="21567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5" name="pt25465"/>
            <p:cNvSpPr/>
            <p:nvPr/>
          </p:nvSpPr>
          <p:spPr>
            <a:xfrm>
              <a:off x="7195275" y="22027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6" name="pt25466"/>
            <p:cNvSpPr/>
            <p:nvPr/>
          </p:nvSpPr>
          <p:spPr>
            <a:xfrm>
              <a:off x="7009028" y="18974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7" name="pt25467"/>
            <p:cNvSpPr/>
            <p:nvPr/>
          </p:nvSpPr>
          <p:spPr>
            <a:xfrm>
              <a:off x="6985959" y="20169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8" name="pt25468"/>
            <p:cNvSpPr/>
            <p:nvPr/>
          </p:nvSpPr>
          <p:spPr>
            <a:xfrm>
              <a:off x="7056928" y="22508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9" name="pt25469"/>
            <p:cNvSpPr/>
            <p:nvPr/>
          </p:nvSpPr>
          <p:spPr>
            <a:xfrm>
              <a:off x="6902393" y="24644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0" name="pt25470"/>
            <p:cNvSpPr/>
            <p:nvPr/>
          </p:nvSpPr>
          <p:spPr>
            <a:xfrm>
              <a:off x="7153442" y="20076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1" name="pt25471"/>
            <p:cNvSpPr/>
            <p:nvPr/>
          </p:nvSpPr>
          <p:spPr>
            <a:xfrm>
              <a:off x="7125717" y="23202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2" name="pt25472"/>
            <p:cNvSpPr/>
            <p:nvPr/>
          </p:nvSpPr>
          <p:spPr>
            <a:xfrm>
              <a:off x="7025044" y="22137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3" name="pt25473"/>
            <p:cNvSpPr/>
            <p:nvPr/>
          </p:nvSpPr>
          <p:spPr>
            <a:xfrm>
              <a:off x="6940838" y="21556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4" name="pt25474"/>
            <p:cNvSpPr/>
            <p:nvPr/>
          </p:nvSpPr>
          <p:spPr>
            <a:xfrm>
              <a:off x="7099643" y="20847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5" name="pt25475"/>
            <p:cNvSpPr/>
            <p:nvPr/>
          </p:nvSpPr>
          <p:spPr>
            <a:xfrm>
              <a:off x="7193351" y="22138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6" name="pt25476"/>
            <p:cNvSpPr/>
            <p:nvPr/>
          </p:nvSpPr>
          <p:spPr>
            <a:xfrm>
              <a:off x="6857789" y="21622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7" name="pt25477"/>
            <p:cNvSpPr/>
            <p:nvPr/>
          </p:nvSpPr>
          <p:spPr>
            <a:xfrm>
              <a:off x="7438649" y="24219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8" name="pt25478"/>
            <p:cNvSpPr/>
            <p:nvPr/>
          </p:nvSpPr>
          <p:spPr>
            <a:xfrm>
              <a:off x="7386750" y="26065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9" name="pt25479"/>
            <p:cNvSpPr/>
            <p:nvPr/>
          </p:nvSpPr>
          <p:spPr>
            <a:xfrm>
              <a:off x="7468815" y="29115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0" name="pt25480"/>
            <p:cNvSpPr/>
            <p:nvPr/>
          </p:nvSpPr>
          <p:spPr>
            <a:xfrm>
              <a:off x="7222879" y="18368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1" name="pt25481"/>
            <p:cNvSpPr/>
            <p:nvPr/>
          </p:nvSpPr>
          <p:spPr>
            <a:xfrm>
              <a:off x="7221496" y="18133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2" name="pt25482"/>
            <p:cNvSpPr/>
            <p:nvPr/>
          </p:nvSpPr>
          <p:spPr>
            <a:xfrm>
              <a:off x="6985370" y="19628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3" name="pt25483"/>
            <p:cNvSpPr/>
            <p:nvPr/>
          </p:nvSpPr>
          <p:spPr>
            <a:xfrm>
              <a:off x="7433907" y="24380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4" name="pt25484"/>
            <p:cNvSpPr/>
            <p:nvPr/>
          </p:nvSpPr>
          <p:spPr>
            <a:xfrm>
              <a:off x="7094909" y="21276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5" name="pt25485"/>
            <p:cNvSpPr/>
            <p:nvPr/>
          </p:nvSpPr>
          <p:spPr>
            <a:xfrm>
              <a:off x="7162593" y="21163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6" name="pt25486"/>
            <p:cNvSpPr/>
            <p:nvPr/>
          </p:nvSpPr>
          <p:spPr>
            <a:xfrm>
              <a:off x="7225760" y="21676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7" name="pt25487"/>
            <p:cNvSpPr/>
            <p:nvPr/>
          </p:nvSpPr>
          <p:spPr>
            <a:xfrm>
              <a:off x="7178062" y="20584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8" name="pt25488"/>
            <p:cNvSpPr/>
            <p:nvPr/>
          </p:nvSpPr>
          <p:spPr>
            <a:xfrm>
              <a:off x="7159389" y="20939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9" name="pt25489"/>
            <p:cNvSpPr/>
            <p:nvPr/>
          </p:nvSpPr>
          <p:spPr>
            <a:xfrm>
              <a:off x="7201336" y="20897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0" name="pt25490"/>
            <p:cNvSpPr/>
            <p:nvPr/>
          </p:nvSpPr>
          <p:spPr>
            <a:xfrm>
              <a:off x="7198216" y="23112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1" name="pt25491"/>
            <p:cNvSpPr/>
            <p:nvPr/>
          </p:nvSpPr>
          <p:spPr>
            <a:xfrm>
              <a:off x="7052041" y="19773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2" name="pt25492"/>
            <p:cNvSpPr/>
            <p:nvPr/>
          </p:nvSpPr>
          <p:spPr>
            <a:xfrm>
              <a:off x="7005100" y="20275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3" name="pt25493"/>
            <p:cNvSpPr/>
            <p:nvPr/>
          </p:nvSpPr>
          <p:spPr>
            <a:xfrm>
              <a:off x="6871571" y="19692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4" name="pt25494"/>
            <p:cNvSpPr/>
            <p:nvPr/>
          </p:nvSpPr>
          <p:spPr>
            <a:xfrm>
              <a:off x="6860387" y="19805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5" name="pt25495"/>
            <p:cNvSpPr/>
            <p:nvPr/>
          </p:nvSpPr>
          <p:spPr>
            <a:xfrm>
              <a:off x="7231474" y="21314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6" name="pt25496"/>
            <p:cNvSpPr/>
            <p:nvPr/>
          </p:nvSpPr>
          <p:spPr>
            <a:xfrm>
              <a:off x="7145293" y="21457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7" name="pt25497"/>
            <p:cNvSpPr/>
            <p:nvPr/>
          </p:nvSpPr>
          <p:spPr>
            <a:xfrm>
              <a:off x="7122273" y="21257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8" name="pt25498"/>
            <p:cNvSpPr/>
            <p:nvPr/>
          </p:nvSpPr>
          <p:spPr>
            <a:xfrm>
              <a:off x="7174024" y="20101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9" name="pt25499"/>
            <p:cNvSpPr/>
            <p:nvPr/>
          </p:nvSpPr>
          <p:spPr>
            <a:xfrm>
              <a:off x="7377280" y="24076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0" name="pt25500"/>
            <p:cNvSpPr/>
            <p:nvPr/>
          </p:nvSpPr>
          <p:spPr>
            <a:xfrm>
              <a:off x="7520070" y="21524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1" name="pt25501"/>
            <p:cNvSpPr/>
            <p:nvPr/>
          </p:nvSpPr>
          <p:spPr>
            <a:xfrm>
              <a:off x="7289194" y="21198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2" name="pt25502"/>
            <p:cNvSpPr/>
            <p:nvPr/>
          </p:nvSpPr>
          <p:spPr>
            <a:xfrm>
              <a:off x="7007568" y="20099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3" name="pt25503"/>
            <p:cNvSpPr/>
            <p:nvPr/>
          </p:nvSpPr>
          <p:spPr>
            <a:xfrm>
              <a:off x="7283094" y="19859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4" name="pt25504"/>
            <p:cNvSpPr/>
            <p:nvPr/>
          </p:nvSpPr>
          <p:spPr>
            <a:xfrm>
              <a:off x="7283156" y="20186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5" name="pt25505"/>
            <p:cNvSpPr/>
            <p:nvPr/>
          </p:nvSpPr>
          <p:spPr>
            <a:xfrm>
              <a:off x="7148444" y="20821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6" name="pt25506"/>
            <p:cNvSpPr/>
            <p:nvPr/>
          </p:nvSpPr>
          <p:spPr>
            <a:xfrm>
              <a:off x="6987485" y="20094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7" name="pt25507"/>
            <p:cNvSpPr/>
            <p:nvPr/>
          </p:nvSpPr>
          <p:spPr>
            <a:xfrm>
              <a:off x="7250623" y="20498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8" name="pt25508"/>
            <p:cNvSpPr/>
            <p:nvPr/>
          </p:nvSpPr>
          <p:spPr>
            <a:xfrm>
              <a:off x="7055358" y="22064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9" name="pt25509"/>
            <p:cNvSpPr/>
            <p:nvPr/>
          </p:nvSpPr>
          <p:spPr>
            <a:xfrm>
              <a:off x="6875205" y="19925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0" name="pt25510"/>
            <p:cNvSpPr/>
            <p:nvPr/>
          </p:nvSpPr>
          <p:spPr>
            <a:xfrm>
              <a:off x="7159302" y="2023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1" name="pt25511"/>
            <p:cNvSpPr/>
            <p:nvPr/>
          </p:nvSpPr>
          <p:spPr>
            <a:xfrm>
              <a:off x="7342330" y="23103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2" name="pt25512"/>
            <p:cNvSpPr/>
            <p:nvPr/>
          </p:nvSpPr>
          <p:spPr>
            <a:xfrm>
              <a:off x="6816671" y="19314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3" name="pt25513"/>
            <p:cNvSpPr/>
            <p:nvPr/>
          </p:nvSpPr>
          <p:spPr>
            <a:xfrm>
              <a:off x="6969970" y="19660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4" name="pt25514"/>
            <p:cNvSpPr/>
            <p:nvPr/>
          </p:nvSpPr>
          <p:spPr>
            <a:xfrm>
              <a:off x="6970738" y="19891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5" name="pt25515"/>
            <p:cNvSpPr/>
            <p:nvPr/>
          </p:nvSpPr>
          <p:spPr>
            <a:xfrm>
              <a:off x="7358808" y="22607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6" name="pt25516"/>
            <p:cNvSpPr/>
            <p:nvPr/>
          </p:nvSpPr>
          <p:spPr>
            <a:xfrm>
              <a:off x="7045374" y="21322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7" name="pt25517"/>
            <p:cNvSpPr/>
            <p:nvPr/>
          </p:nvSpPr>
          <p:spPr>
            <a:xfrm>
              <a:off x="6851364" y="2359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8" name="pt25518"/>
            <p:cNvSpPr/>
            <p:nvPr/>
          </p:nvSpPr>
          <p:spPr>
            <a:xfrm>
              <a:off x="7117926" y="21026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9" name="pt25519"/>
            <p:cNvSpPr/>
            <p:nvPr/>
          </p:nvSpPr>
          <p:spPr>
            <a:xfrm>
              <a:off x="7381950" y="27978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0" name="pt25520"/>
            <p:cNvSpPr/>
            <p:nvPr/>
          </p:nvSpPr>
          <p:spPr>
            <a:xfrm>
              <a:off x="7222077" y="17856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1" name="pt25521"/>
            <p:cNvSpPr/>
            <p:nvPr/>
          </p:nvSpPr>
          <p:spPr>
            <a:xfrm>
              <a:off x="6857528" y="23887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2" name="pt25522"/>
            <p:cNvSpPr/>
            <p:nvPr/>
          </p:nvSpPr>
          <p:spPr>
            <a:xfrm>
              <a:off x="7061927" y="22492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3" name="pt25523"/>
            <p:cNvSpPr/>
            <p:nvPr/>
          </p:nvSpPr>
          <p:spPr>
            <a:xfrm>
              <a:off x="7476584" y="24472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4" name="pt25524"/>
            <p:cNvSpPr/>
            <p:nvPr/>
          </p:nvSpPr>
          <p:spPr>
            <a:xfrm>
              <a:off x="7061731" y="19888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5" name="pt25525"/>
            <p:cNvSpPr/>
            <p:nvPr/>
          </p:nvSpPr>
          <p:spPr>
            <a:xfrm>
              <a:off x="7058773" y="22299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6" name="pt25526"/>
            <p:cNvSpPr/>
            <p:nvPr/>
          </p:nvSpPr>
          <p:spPr>
            <a:xfrm>
              <a:off x="6899287" y="21187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7" name="pt25527"/>
            <p:cNvSpPr/>
            <p:nvPr/>
          </p:nvSpPr>
          <p:spPr>
            <a:xfrm>
              <a:off x="7163181" y="21185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8" name="pt25528"/>
            <p:cNvSpPr/>
            <p:nvPr/>
          </p:nvSpPr>
          <p:spPr>
            <a:xfrm>
              <a:off x="7329616" y="22256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9" name="pt25529"/>
            <p:cNvSpPr/>
            <p:nvPr/>
          </p:nvSpPr>
          <p:spPr>
            <a:xfrm>
              <a:off x="7186258" y="21910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0" name="pt25530"/>
            <p:cNvSpPr/>
            <p:nvPr/>
          </p:nvSpPr>
          <p:spPr>
            <a:xfrm>
              <a:off x="7171700" y="21198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1" name="pt25531"/>
            <p:cNvSpPr/>
            <p:nvPr/>
          </p:nvSpPr>
          <p:spPr>
            <a:xfrm>
              <a:off x="7090013" y="22650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2" name="pt25532"/>
            <p:cNvSpPr/>
            <p:nvPr/>
          </p:nvSpPr>
          <p:spPr>
            <a:xfrm>
              <a:off x="7264926" y="20650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3" name="pt25533"/>
            <p:cNvSpPr/>
            <p:nvPr/>
          </p:nvSpPr>
          <p:spPr>
            <a:xfrm>
              <a:off x="7223739" y="23860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4" name="pt25534"/>
            <p:cNvSpPr/>
            <p:nvPr/>
          </p:nvSpPr>
          <p:spPr>
            <a:xfrm>
              <a:off x="6939590" y="22340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5" name="pt25535"/>
            <p:cNvSpPr/>
            <p:nvPr/>
          </p:nvSpPr>
          <p:spPr>
            <a:xfrm>
              <a:off x="6834908" y="22318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6" name="pt25536"/>
            <p:cNvSpPr/>
            <p:nvPr/>
          </p:nvSpPr>
          <p:spPr>
            <a:xfrm>
              <a:off x="7069851" y="22198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7" name="pt25537"/>
            <p:cNvSpPr/>
            <p:nvPr/>
          </p:nvSpPr>
          <p:spPr>
            <a:xfrm>
              <a:off x="7104986" y="19930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8" name="pt25538"/>
            <p:cNvSpPr/>
            <p:nvPr/>
          </p:nvSpPr>
          <p:spPr>
            <a:xfrm>
              <a:off x="7412440" y="22864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9" name="pt25539"/>
            <p:cNvSpPr/>
            <p:nvPr/>
          </p:nvSpPr>
          <p:spPr>
            <a:xfrm>
              <a:off x="7094824" y="21571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0" name="pt25540"/>
            <p:cNvSpPr/>
            <p:nvPr/>
          </p:nvSpPr>
          <p:spPr>
            <a:xfrm>
              <a:off x="7086428" y="22092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1" name="pt25541"/>
            <p:cNvSpPr/>
            <p:nvPr/>
          </p:nvSpPr>
          <p:spPr>
            <a:xfrm>
              <a:off x="6954294" y="1967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2" name="pt25542"/>
            <p:cNvSpPr/>
            <p:nvPr/>
          </p:nvSpPr>
          <p:spPr>
            <a:xfrm>
              <a:off x="7266685" y="21503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3" name="pt25543"/>
            <p:cNvSpPr/>
            <p:nvPr/>
          </p:nvSpPr>
          <p:spPr>
            <a:xfrm>
              <a:off x="7342276" y="23726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4" name="pt25544"/>
            <p:cNvSpPr/>
            <p:nvPr/>
          </p:nvSpPr>
          <p:spPr>
            <a:xfrm>
              <a:off x="7207656" y="22946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5" name="pt25545"/>
            <p:cNvSpPr/>
            <p:nvPr/>
          </p:nvSpPr>
          <p:spPr>
            <a:xfrm>
              <a:off x="7014889" y="20058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6" name="pt25546"/>
            <p:cNvSpPr/>
            <p:nvPr/>
          </p:nvSpPr>
          <p:spPr>
            <a:xfrm>
              <a:off x="7171111" y="21295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7" name="pt25547"/>
            <p:cNvSpPr/>
            <p:nvPr/>
          </p:nvSpPr>
          <p:spPr>
            <a:xfrm>
              <a:off x="7175561" y="20325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8" name="pt25548"/>
            <p:cNvSpPr/>
            <p:nvPr/>
          </p:nvSpPr>
          <p:spPr>
            <a:xfrm>
              <a:off x="7364388" y="22176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9" name="pt25549"/>
            <p:cNvSpPr/>
            <p:nvPr/>
          </p:nvSpPr>
          <p:spPr>
            <a:xfrm>
              <a:off x="7351210" y="27507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0" name="pt25550"/>
            <p:cNvSpPr/>
            <p:nvPr/>
          </p:nvSpPr>
          <p:spPr>
            <a:xfrm>
              <a:off x="7246967" y="19810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1" name="pt25551"/>
            <p:cNvSpPr/>
            <p:nvPr/>
          </p:nvSpPr>
          <p:spPr>
            <a:xfrm>
              <a:off x="7385515" y="23997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2" name="pt25552"/>
            <p:cNvSpPr/>
            <p:nvPr/>
          </p:nvSpPr>
          <p:spPr>
            <a:xfrm>
              <a:off x="7206999" y="21942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3" name="pt25553"/>
            <p:cNvSpPr/>
            <p:nvPr/>
          </p:nvSpPr>
          <p:spPr>
            <a:xfrm>
              <a:off x="7279195" y="20054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4" name="pt25554"/>
            <p:cNvSpPr/>
            <p:nvPr/>
          </p:nvSpPr>
          <p:spPr>
            <a:xfrm>
              <a:off x="7264426" y="20870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5" name="pt25555"/>
            <p:cNvSpPr/>
            <p:nvPr/>
          </p:nvSpPr>
          <p:spPr>
            <a:xfrm>
              <a:off x="7349309" y="26117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6" name="pt25556"/>
            <p:cNvSpPr/>
            <p:nvPr/>
          </p:nvSpPr>
          <p:spPr>
            <a:xfrm>
              <a:off x="7174889" y="19770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7" name="pt25557"/>
            <p:cNvSpPr/>
            <p:nvPr/>
          </p:nvSpPr>
          <p:spPr>
            <a:xfrm>
              <a:off x="6799866" y="2272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8" name="pt25558"/>
            <p:cNvSpPr/>
            <p:nvPr/>
          </p:nvSpPr>
          <p:spPr>
            <a:xfrm>
              <a:off x="6964209" y="19172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9" name="pt25559"/>
            <p:cNvSpPr/>
            <p:nvPr/>
          </p:nvSpPr>
          <p:spPr>
            <a:xfrm>
              <a:off x="6968327" y="20728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0" name="pt25560"/>
            <p:cNvSpPr/>
            <p:nvPr/>
          </p:nvSpPr>
          <p:spPr>
            <a:xfrm>
              <a:off x="7340175" y="26122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1" name="pt25561"/>
            <p:cNvSpPr/>
            <p:nvPr/>
          </p:nvSpPr>
          <p:spPr>
            <a:xfrm>
              <a:off x="7116073" y="21703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2" name="pt25562"/>
            <p:cNvSpPr/>
            <p:nvPr/>
          </p:nvSpPr>
          <p:spPr>
            <a:xfrm>
              <a:off x="7074535" y="21536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3" name="pt25563"/>
            <p:cNvSpPr/>
            <p:nvPr/>
          </p:nvSpPr>
          <p:spPr>
            <a:xfrm>
              <a:off x="7061480" y="22730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4" name="pt25564"/>
            <p:cNvSpPr/>
            <p:nvPr/>
          </p:nvSpPr>
          <p:spPr>
            <a:xfrm>
              <a:off x="7229802" y="20300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5" name="pt25565"/>
            <p:cNvSpPr/>
            <p:nvPr/>
          </p:nvSpPr>
          <p:spPr>
            <a:xfrm>
              <a:off x="7229465" y="20782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6" name="pt25566"/>
            <p:cNvSpPr/>
            <p:nvPr/>
          </p:nvSpPr>
          <p:spPr>
            <a:xfrm>
              <a:off x="7125041" y="22340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7" name="pt25567"/>
            <p:cNvSpPr/>
            <p:nvPr/>
          </p:nvSpPr>
          <p:spPr>
            <a:xfrm>
              <a:off x="7082496" y="23133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8" name="pt25568"/>
            <p:cNvSpPr/>
            <p:nvPr/>
          </p:nvSpPr>
          <p:spPr>
            <a:xfrm>
              <a:off x="7209616" y="18718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9" name="pt25569"/>
            <p:cNvSpPr/>
            <p:nvPr/>
          </p:nvSpPr>
          <p:spPr>
            <a:xfrm>
              <a:off x="7357777" y="21024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0" name="pt25570"/>
            <p:cNvSpPr/>
            <p:nvPr/>
          </p:nvSpPr>
          <p:spPr>
            <a:xfrm>
              <a:off x="7292160" y="20794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1" name="pt25571"/>
            <p:cNvSpPr/>
            <p:nvPr/>
          </p:nvSpPr>
          <p:spPr>
            <a:xfrm>
              <a:off x="6929542" y="22013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2" name="pt25572"/>
            <p:cNvSpPr/>
            <p:nvPr/>
          </p:nvSpPr>
          <p:spPr>
            <a:xfrm>
              <a:off x="7086249" y="21975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3" name="pt25573"/>
            <p:cNvSpPr/>
            <p:nvPr/>
          </p:nvSpPr>
          <p:spPr>
            <a:xfrm>
              <a:off x="7156925" y="19342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4" name="pt25574"/>
            <p:cNvSpPr/>
            <p:nvPr/>
          </p:nvSpPr>
          <p:spPr>
            <a:xfrm>
              <a:off x="7277622" y="2002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5" name="pt25575"/>
            <p:cNvSpPr/>
            <p:nvPr/>
          </p:nvSpPr>
          <p:spPr>
            <a:xfrm>
              <a:off x="7373589" y="21284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6" name="pt25576"/>
            <p:cNvSpPr/>
            <p:nvPr/>
          </p:nvSpPr>
          <p:spPr>
            <a:xfrm>
              <a:off x="6977550" y="19913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7" name="pt25577"/>
            <p:cNvSpPr/>
            <p:nvPr/>
          </p:nvSpPr>
          <p:spPr>
            <a:xfrm>
              <a:off x="7276014" y="20790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8" name="pt25578"/>
            <p:cNvSpPr/>
            <p:nvPr/>
          </p:nvSpPr>
          <p:spPr>
            <a:xfrm>
              <a:off x="6812845" y="22804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9" name="pt25579"/>
            <p:cNvSpPr/>
            <p:nvPr/>
          </p:nvSpPr>
          <p:spPr>
            <a:xfrm>
              <a:off x="6953446" y="19760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0" name="pt25580"/>
            <p:cNvSpPr/>
            <p:nvPr/>
          </p:nvSpPr>
          <p:spPr>
            <a:xfrm>
              <a:off x="7138483" y="23279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1" name="pt25581"/>
            <p:cNvSpPr/>
            <p:nvPr/>
          </p:nvSpPr>
          <p:spPr>
            <a:xfrm>
              <a:off x="7075142" y="21802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2" name="pt25582"/>
            <p:cNvSpPr/>
            <p:nvPr/>
          </p:nvSpPr>
          <p:spPr>
            <a:xfrm>
              <a:off x="7296443" y="20677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3" name="pt25583"/>
            <p:cNvSpPr/>
            <p:nvPr/>
          </p:nvSpPr>
          <p:spPr>
            <a:xfrm>
              <a:off x="7120989" y="21502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4" name="pt25584"/>
            <p:cNvSpPr/>
            <p:nvPr/>
          </p:nvSpPr>
          <p:spPr>
            <a:xfrm>
              <a:off x="7052039" y="17834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5" name="pt25585"/>
            <p:cNvSpPr/>
            <p:nvPr/>
          </p:nvSpPr>
          <p:spPr>
            <a:xfrm>
              <a:off x="7057279" y="22698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6" name="pt25586"/>
            <p:cNvSpPr/>
            <p:nvPr/>
          </p:nvSpPr>
          <p:spPr>
            <a:xfrm>
              <a:off x="6959830" y="20295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7" name="pt25587"/>
            <p:cNvSpPr/>
            <p:nvPr/>
          </p:nvSpPr>
          <p:spPr>
            <a:xfrm>
              <a:off x="7390135" y="26984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8" name="pt25588"/>
            <p:cNvSpPr/>
            <p:nvPr/>
          </p:nvSpPr>
          <p:spPr>
            <a:xfrm>
              <a:off x="7045462" y="22038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9" name="pt25589"/>
            <p:cNvSpPr/>
            <p:nvPr/>
          </p:nvSpPr>
          <p:spPr>
            <a:xfrm>
              <a:off x="6994491" y="19481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0" name="pt25590"/>
            <p:cNvSpPr/>
            <p:nvPr/>
          </p:nvSpPr>
          <p:spPr>
            <a:xfrm>
              <a:off x="7225566" y="2247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1" name="pt25591"/>
            <p:cNvSpPr/>
            <p:nvPr/>
          </p:nvSpPr>
          <p:spPr>
            <a:xfrm>
              <a:off x="7291245" y="21358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2" name="pt25592"/>
            <p:cNvSpPr/>
            <p:nvPr/>
          </p:nvSpPr>
          <p:spPr>
            <a:xfrm>
              <a:off x="7456688" y="25530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3" name="pt25593"/>
            <p:cNvSpPr/>
            <p:nvPr/>
          </p:nvSpPr>
          <p:spPr>
            <a:xfrm>
              <a:off x="7358690" y="22882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4" name="pt25594"/>
            <p:cNvSpPr/>
            <p:nvPr/>
          </p:nvSpPr>
          <p:spPr>
            <a:xfrm>
              <a:off x="6928232" y="21943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5" name="pt25595"/>
            <p:cNvSpPr/>
            <p:nvPr/>
          </p:nvSpPr>
          <p:spPr>
            <a:xfrm>
              <a:off x="7427782" y="25123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6" name="pt25596"/>
            <p:cNvSpPr/>
            <p:nvPr/>
          </p:nvSpPr>
          <p:spPr>
            <a:xfrm>
              <a:off x="6802391" y="21043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7" name="pt25597"/>
            <p:cNvSpPr/>
            <p:nvPr/>
          </p:nvSpPr>
          <p:spPr>
            <a:xfrm>
              <a:off x="7118822" y="21238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8" name="pt25598"/>
            <p:cNvSpPr/>
            <p:nvPr/>
          </p:nvSpPr>
          <p:spPr>
            <a:xfrm>
              <a:off x="6881017" y="17795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9" name="pt25599"/>
            <p:cNvSpPr/>
            <p:nvPr/>
          </p:nvSpPr>
          <p:spPr>
            <a:xfrm>
              <a:off x="6959365" y="2005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0" name="pt25600"/>
            <p:cNvSpPr/>
            <p:nvPr/>
          </p:nvSpPr>
          <p:spPr>
            <a:xfrm>
              <a:off x="7456042" y="27165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1" name="pt25601"/>
            <p:cNvSpPr/>
            <p:nvPr/>
          </p:nvSpPr>
          <p:spPr>
            <a:xfrm>
              <a:off x="6810971" y="22093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2" name="pt25602"/>
            <p:cNvSpPr/>
            <p:nvPr/>
          </p:nvSpPr>
          <p:spPr>
            <a:xfrm>
              <a:off x="7098711" y="21005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3" name="pt25603"/>
            <p:cNvSpPr/>
            <p:nvPr/>
          </p:nvSpPr>
          <p:spPr>
            <a:xfrm>
              <a:off x="6604318" y="17603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4" name="pt25604"/>
            <p:cNvSpPr/>
            <p:nvPr/>
          </p:nvSpPr>
          <p:spPr>
            <a:xfrm>
              <a:off x="7022131" y="22994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5" name="pt25605"/>
            <p:cNvSpPr/>
            <p:nvPr/>
          </p:nvSpPr>
          <p:spPr>
            <a:xfrm>
              <a:off x="7168585" y="21713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6" name="pt25606"/>
            <p:cNvSpPr/>
            <p:nvPr/>
          </p:nvSpPr>
          <p:spPr>
            <a:xfrm>
              <a:off x="6942125" y="19908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7" name="pt25607"/>
            <p:cNvSpPr/>
            <p:nvPr/>
          </p:nvSpPr>
          <p:spPr>
            <a:xfrm>
              <a:off x="7318406" y="18826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8" name="pt25608"/>
            <p:cNvSpPr/>
            <p:nvPr/>
          </p:nvSpPr>
          <p:spPr>
            <a:xfrm>
              <a:off x="6947042" y="20549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9" name="pt25609"/>
            <p:cNvSpPr/>
            <p:nvPr/>
          </p:nvSpPr>
          <p:spPr>
            <a:xfrm>
              <a:off x="7368511" y="21172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0" name="pt25610"/>
            <p:cNvSpPr/>
            <p:nvPr/>
          </p:nvSpPr>
          <p:spPr>
            <a:xfrm>
              <a:off x="7455087" y="22532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1" name="pt25611"/>
            <p:cNvSpPr/>
            <p:nvPr/>
          </p:nvSpPr>
          <p:spPr>
            <a:xfrm>
              <a:off x="7176467" y="20830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2" name="pt25612"/>
            <p:cNvSpPr/>
            <p:nvPr/>
          </p:nvSpPr>
          <p:spPr>
            <a:xfrm>
              <a:off x="7296829" y="20226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3" name="pt25613"/>
            <p:cNvSpPr/>
            <p:nvPr/>
          </p:nvSpPr>
          <p:spPr>
            <a:xfrm>
              <a:off x="7164279" y="21403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4" name="pt25614"/>
            <p:cNvSpPr/>
            <p:nvPr/>
          </p:nvSpPr>
          <p:spPr>
            <a:xfrm>
              <a:off x="7117290" y="21858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5" name="pt25615"/>
            <p:cNvSpPr/>
            <p:nvPr/>
          </p:nvSpPr>
          <p:spPr>
            <a:xfrm>
              <a:off x="7394760" y="25307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6" name="pt25616"/>
            <p:cNvSpPr/>
            <p:nvPr/>
          </p:nvSpPr>
          <p:spPr>
            <a:xfrm>
              <a:off x="7356725" y="22410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7" name="pt25617"/>
            <p:cNvSpPr/>
            <p:nvPr/>
          </p:nvSpPr>
          <p:spPr>
            <a:xfrm>
              <a:off x="6877925" y="17923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8" name="pt25618"/>
            <p:cNvSpPr/>
            <p:nvPr/>
          </p:nvSpPr>
          <p:spPr>
            <a:xfrm>
              <a:off x="7141313" y="21048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9" name="pt25619"/>
            <p:cNvSpPr/>
            <p:nvPr/>
          </p:nvSpPr>
          <p:spPr>
            <a:xfrm>
              <a:off x="7187153" y="21325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0" name="pt25620"/>
            <p:cNvSpPr/>
            <p:nvPr/>
          </p:nvSpPr>
          <p:spPr>
            <a:xfrm>
              <a:off x="7191964" y="22034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1" name="pt25621"/>
            <p:cNvSpPr/>
            <p:nvPr/>
          </p:nvSpPr>
          <p:spPr>
            <a:xfrm>
              <a:off x="6961758" y="2066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2" name="pt25622"/>
            <p:cNvSpPr/>
            <p:nvPr/>
          </p:nvSpPr>
          <p:spPr>
            <a:xfrm>
              <a:off x="6848795" y="24179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3" name="pt25623"/>
            <p:cNvSpPr/>
            <p:nvPr/>
          </p:nvSpPr>
          <p:spPr>
            <a:xfrm>
              <a:off x="7280256" y="19306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4" name="pt25624"/>
            <p:cNvSpPr/>
            <p:nvPr/>
          </p:nvSpPr>
          <p:spPr>
            <a:xfrm>
              <a:off x="7209358" y="19370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5" name="pt25625"/>
            <p:cNvSpPr/>
            <p:nvPr/>
          </p:nvSpPr>
          <p:spPr>
            <a:xfrm>
              <a:off x="7463683" y="21649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6" name="pt25626"/>
            <p:cNvSpPr/>
            <p:nvPr/>
          </p:nvSpPr>
          <p:spPr>
            <a:xfrm>
              <a:off x="7207553" y="20537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7" name="pt25627"/>
            <p:cNvSpPr/>
            <p:nvPr/>
          </p:nvSpPr>
          <p:spPr>
            <a:xfrm>
              <a:off x="7032771" y="22306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8" name="pt25628"/>
            <p:cNvSpPr/>
            <p:nvPr/>
          </p:nvSpPr>
          <p:spPr>
            <a:xfrm>
              <a:off x="7038489" y="23304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9" name="pt25629"/>
            <p:cNvSpPr/>
            <p:nvPr/>
          </p:nvSpPr>
          <p:spPr>
            <a:xfrm>
              <a:off x="7238588" y="2057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0" name="pt25630"/>
            <p:cNvSpPr/>
            <p:nvPr/>
          </p:nvSpPr>
          <p:spPr>
            <a:xfrm>
              <a:off x="7166139" y="22408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1" name="pt25631"/>
            <p:cNvSpPr/>
            <p:nvPr/>
          </p:nvSpPr>
          <p:spPr>
            <a:xfrm>
              <a:off x="7285578" y="20958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2" name="pt25632"/>
            <p:cNvSpPr/>
            <p:nvPr/>
          </p:nvSpPr>
          <p:spPr>
            <a:xfrm>
              <a:off x="7128434" y="21899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3" name="pt25633"/>
            <p:cNvSpPr/>
            <p:nvPr/>
          </p:nvSpPr>
          <p:spPr>
            <a:xfrm>
              <a:off x="7293057" y="20189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4" name="pt25634"/>
            <p:cNvSpPr/>
            <p:nvPr/>
          </p:nvSpPr>
          <p:spPr>
            <a:xfrm>
              <a:off x="7018412" y="18623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5" name="pt25635"/>
            <p:cNvSpPr/>
            <p:nvPr/>
          </p:nvSpPr>
          <p:spPr>
            <a:xfrm>
              <a:off x="7173266" y="21887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6" name="pt25636"/>
            <p:cNvSpPr/>
            <p:nvPr/>
          </p:nvSpPr>
          <p:spPr>
            <a:xfrm>
              <a:off x="7187162" y="21551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7" name="pt25637"/>
            <p:cNvSpPr/>
            <p:nvPr/>
          </p:nvSpPr>
          <p:spPr>
            <a:xfrm>
              <a:off x="6975508" y="19787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8" name="pt25638"/>
            <p:cNvSpPr/>
            <p:nvPr/>
          </p:nvSpPr>
          <p:spPr>
            <a:xfrm>
              <a:off x="7265059" y="20606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9" name="pt25639"/>
            <p:cNvSpPr/>
            <p:nvPr/>
          </p:nvSpPr>
          <p:spPr>
            <a:xfrm>
              <a:off x="7257182" y="20157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0" name="pt25640"/>
            <p:cNvSpPr/>
            <p:nvPr/>
          </p:nvSpPr>
          <p:spPr>
            <a:xfrm>
              <a:off x="6768372" y="27425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1" name="pt25641"/>
            <p:cNvSpPr/>
            <p:nvPr/>
          </p:nvSpPr>
          <p:spPr>
            <a:xfrm>
              <a:off x="7130252" y="22087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2" name="pt25642"/>
            <p:cNvSpPr/>
            <p:nvPr/>
          </p:nvSpPr>
          <p:spPr>
            <a:xfrm>
              <a:off x="7113828" y="2104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3" name="pt25643"/>
            <p:cNvSpPr/>
            <p:nvPr/>
          </p:nvSpPr>
          <p:spPr>
            <a:xfrm>
              <a:off x="7138430" y="22449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4" name="pt25644"/>
            <p:cNvSpPr/>
            <p:nvPr/>
          </p:nvSpPr>
          <p:spPr>
            <a:xfrm>
              <a:off x="7011601" y="18584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5" name="pt25645"/>
            <p:cNvSpPr/>
            <p:nvPr/>
          </p:nvSpPr>
          <p:spPr>
            <a:xfrm>
              <a:off x="7084908" y="21637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6" name="pt25646"/>
            <p:cNvSpPr/>
            <p:nvPr/>
          </p:nvSpPr>
          <p:spPr>
            <a:xfrm>
              <a:off x="7212736" y="21668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7" name="pt25647"/>
            <p:cNvSpPr/>
            <p:nvPr/>
          </p:nvSpPr>
          <p:spPr>
            <a:xfrm>
              <a:off x="7122199" y="20987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8" name="pt25648"/>
            <p:cNvSpPr/>
            <p:nvPr/>
          </p:nvSpPr>
          <p:spPr>
            <a:xfrm>
              <a:off x="6988770" y="20480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9" name="pt25649"/>
            <p:cNvSpPr/>
            <p:nvPr/>
          </p:nvSpPr>
          <p:spPr>
            <a:xfrm>
              <a:off x="7077801" y="22042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0" name="pt25650"/>
            <p:cNvSpPr/>
            <p:nvPr/>
          </p:nvSpPr>
          <p:spPr>
            <a:xfrm>
              <a:off x="7189703" y="2316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1" name="pt25651"/>
            <p:cNvSpPr/>
            <p:nvPr/>
          </p:nvSpPr>
          <p:spPr>
            <a:xfrm>
              <a:off x="7474900" y="23522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2" name="pt25652"/>
            <p:cNvSpPr/>
            <p:nvPr/>
          </p:nvSpPr>
          <p:spPr>
            <a:xfrm>
              <a:off x="7144622" y="20502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3" name="pt25653"/>
            <p:cNvSpPr/>
            <p:nvPr/>
          </p:nvSpPr>
          <p:spPr>
            <a:xfrm>
              <a:off x="7083353" y="21595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4" name="pt25654"/>
            <p:cNvSpPr/>
            <p:nvPr/>
          </p:nvSpPr>
          <p:spPr>
            <a:xfrm>
              <a:off x="7304602" y="20699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5" name="pt25655"/>
            <p:cNvSpPr/>
            <p:nvPr/>
          </p:nvSpPr>
          <p:spPr>
            <a:xfrm>
              <a:off x="7273191" y="20793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6" name="pt25656"/>
            <p:cNvSpPr/>
            <p:nvPr/>
          </p:nvSpPr>
          <p:spPr>
            <a:xfrm>
              <a:off x="7152155" y="1874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7" name="pt25657"/>
            <p:cNvSpPr/>
            <p:nvPr/>
          </p:nvSpPr>
          <p:spPr>
            <a:xfrm>
              <a:off x="7179681" y="20981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8" name="pt25658"/>
            <p:cNvSpPr/>
            <p:nvPr/>
          </p:nvSpPr>
          <p:spPr>
            <a:xfrm>
              <a:off x="7169054" y="22035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9" name="pt25659"/>
            <p:cNvSpPr/>
            <p:nvPr/>
          </p:nvSpPr>
          <p:spPr>
            <a:xfrm>
              <a:off x="7040792" y="21879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0" name="pt25660"/>
            <p:cNvSpPr/>
            <p:nvPr/>
          </p:nvSpPr>
          <p:spPr>
            <a:xfrm>
              <a:off x="7187802" y="20585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1" name="pt25661"/>
            <p:cNvSpPr/>
            <p:nvPr/>
          </p:nvSpPr>
          <p:spPr>
            <a:xfrm>
              <a:off x="6891325" y="18748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2" name="pt25662"/>
            <p:cNvSpPr/>
            <p:nvPr/>
          </p:nvSpPr>
          <p:spPr>
            <a:xfrm>
              <a:off x="6824217" y="19960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3" name="pt25663"/>
            <p:cNvSpPr/>
            <p:nvPr/>
          </p:nvSpPr>
          <p:spPr>
            <a:xfrm>
              <a:off x="7116742" y="21786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4" name="pt25664"/>
            <p:cNvSpPr/>
            <p:nvPr/>
          </p:nvSpPr>
          <p:spPr>
            <a:xfrm>
              <a:off x="7028029" y="22994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5" name="pt25665"/>
            <p:cNvSpPr/>
            <p:nvPr/>
          </p:nvSpPr>
          <p:spPr>
            <a:xfrm>
              <a:off x="7041825" y="21931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6" name="pt25666"/>
            <p:cNvSpPr/>
            <p:nvPr/>
          </p:nvSpPr>
          <p:spPr>
            <a:xfrm>
              <a:off x="7134877" y="23116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7" name="pt25667"/>
            <p:cNvSpPr/>
            <p:nvPr/>
          </p:nvSpPr>
          <p:spPr>
            <a:xfrm>
              <a:off x="7281988" y="19702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8" name="pt25668"/>
            <p:cNvSpPr/>
            <p:nvPr/>
          </p:nvSpPr>
          <p:spPr>
            <a:xfrm>
              <a:off x="6958370" y="2077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9" name="pt25669"/>
            <p:cNvSpPr/>
            <p:nvPr/>
          </p:nvSpPr>
          <p:spPr>
            <a:xfrm>
              <a:off x="7013197" y="18265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0" name="pt25670"/>
            <p:cNvSpPr/>
            <p:nvPr/>
          </p:nvSpPr>
          <p:spPr>
            <a:xfrm>
              <a:off x="7105114" y="20986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1" name="pt25671"/>
            <p:cNvSpPr/>
            <p:nvPr/>
          </p:nvSpPr>
          <p:spPr>
            <a:xfrm>
              <a:off x="7198957" y="22694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2" name="pt25672"/>
            <p:cNvSpPr/>
            <p:nvPr/>
          </p:nvSpPr>
          <p:spPr>
            <a:xfrm>
              <a:off x="7180606" y="20125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3" name="pt25673"/>
            <p:cNvSpPr/>
            <p:nvPr/>
          </p:nvSpPr>
          <p:spPr>
            <a:xfrm>
              <a:off x="6718702" y="23261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4" name="pt25674"/>
            <p:cNvSpPr/>
            <p:nvPr/>
          </p:nvSpPr>
          <p:spPr>
            <a:xfrm>
              <a:off x="7262294" y="2007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5" name="pt25675"/>
            <p:cNvSpPr/>
            <p:nvPr/>
          </p:nvSpPr>
          <p:spPr>
            <a:xfrm>
              <a:off x="7199663" y="23178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6" name="pt25676"/>
            <p:cNvSpPr/>
            <p:nvPr/>
          </p:nvSpPr>
          <p:spPr>
            <a:xfrm>
              <a:off x="7040537" y="23341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7" name="pt25677"/>
            <p:cNvSpPr/>
            <p:nvPr/>
          </p:nvSpPr>
          <p:spPr>
            <a:xfrm>
              <a:off x="7226317" y="22301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8" name="pt25678"/>
            <p:cNvSpPr/>
            <p:nvPr/>
          </p:nvSpPr>
          <p:spPr>
            <a:xfrm>
              <a:off x="7245631" y="21791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9" name="pt25679"/>
            <p:cNvSpPr/>
            <p:nvPr/>
          </p:nvSpPr>
          <p:spPr>
            <a:xfrm>
              <a:off x="7114624" y="21741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0" name="pt25680"/>
            <p:cNvSpPr/>
            <p:nvPr/>
          </p:nvSpPr>
          <p:spPr>
            <a:xfrm>
              <a:off x="7141292" y="21897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1" name="pt25681"/>
            <p:cNvSpPr/>
            <p:nvPr/>
          </p:nvSpPr>
          <p:spPr>
            <a:xfrm>
              <a:off x="7119244" y="22592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2" name="pt25682"/>
            <p:cNvSpPr/>
            <p:nvPr/>
          </p:nvSpPr>
          <p:spPr>
            <a:xfrm>
              <a:off x="7092487" y="21027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3" name="pt25683"/>
            <p:cNvSpPr/>
            <p:nvPr/>
          </p:nvSpPr>
          <p:spPr>
            <a:xfrm>
              <a:off x="7242440" y="20246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4" name="pt25684"/>
            <p:cNvSpPr/>
            <p:nvPr/>
          </p:nvSpPr>
          <p:spPr>
            <a:xfrm>
              <a:off x="7189498" y="22317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5" name="pt25685"/>
            <p:cNvSpPr/>
            <p:nvPr/>
          </p:nvSpPr>
          <p:spPr>
            <a:xfrm>
              <a:off x="6966696" y="20396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6" name="pt25686"/>
            <p:cNvSpPr/>
            <p:nvPr/>
          </p:nvSpPr>
          <p:spPr>
            <a:xfrm>
              <a:off x="7178063" y="20707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7" name="pt25687"/>
            <p:cNvSpPr/>
            <p:nvPr/>
          </p:nvSpPr>
          <p:spPr>
            <a:xfrm>
              <a:off x="7028497" y="20889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8" name="pt25688"/>
            <p:cNvSpPr/>
            <p:nvPr/>
          </p:nvSpPr>
          <p:spPr>
            <a:xfrm>
              <a:off x="7267399" y="17513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9" name="pt25689"/>
            <p:cNvSpPr/>
            <p:nvPr/>
          </p:nvSpPr>
          <p:spPr>
            <a:xfrm>
              <a:off x="7180291" y="21266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0" name="pt25690"/>
            <p:cNvSpPr/>
            <p:nvPr/>
          </p:nvSpPr>
          <p:spPr>
            <a:xfrm>
              <a:off x="7177855" y="21143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1" name="pt25691"/>
            <p:cNvSpPr/>
            <p:nvPr/>
          </p:nvSpPr>
          <p:spPr>
            <a:xfrm>
              <a:off x="7198207" y="2157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2" name="pt25692"/>
            <p:cNvSpPr/>
            <p:nvPr/>
          </p:nvSpPr>
          <p:spPr>
            <a:xfrm>
              <a:off x="7190680" y="23099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3" name="pt25693"/>
            <p:cNvSpPr/>
            <p:nvPr/>
          </p:nvSpPr>
          <p:spPr>
            <a:xfrm>
              <a:off x="7057170" y="20956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4" name="pt25694"/>
            <p:cNvSpPr/>
            <p:nvPr/>
          </p:nvSpPr>
          <p:spPr>
            <a:xfrm>
              <a:off x="7171553" y="21593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5" name="pt25695"/>
            <p:cNvSpPr/>
            <p:nvPr/>
          </p:nvSpPr>
          <p:spPr>
            <a:xfrm>
              <a:off x="7163666" y="21436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6" name="pt25696"/>
            <p:cNvSpPr/>
            <p:nvPr/>
          </p:nvSpPr>
          <p:spPr>
            <a:xfrm>
              <a:off x="7002971" y="20593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7" name="pt25697"/>
            <p:cNvSpPr/>
            <p:nvPr/>
          </p:nvSpPr>
          <p:spPr>
            <a:xfrm>
              <a:off x="7195703" y="22279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8" name="pt25698"/>
            <p:cNvSpPr/>
            <p:nvPr/>
          </p:nvSpPr>
          <p:spPr>
            <a:xfrm>
              <a:off x="7470863" y="21471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9" name="pt25699"/>
            <p:cNvSpPr/>
            <p:nvPr/>
          </p:nvSpPr>
          <p:spPr>
            <a:xfrm>
              <a:off x="7259643" y="20389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0" name="pt25700"/>
            <p:cNvSpPr/>
            <p:nvPr/>
          </p:nvSpPr>
          <p:spPr>
            <a:xfrm>
              <a:off x="7244493" y="20415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1" name="pt25701"/>
            <p:cNvSpPr/>
            <p:nvPr/>
          </p:nvSpPr>
          <p:spPr>
            <a:xfrm>
              <a:off x="7105120" y="21565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2" name="pt25702"/>
            <p:cNvSpPr/>
            <p:nvPr/>
          </p:nvSpPr>
          <p:spPr>
            <a:xfrm>
              <a:off x="7131278" y="23364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3" name="pt25703"/>
            <p:cNvSpPr/>
            <p:nvPr/>
          </p:nvSpPr>
          <p:spPr>
            <a:xfrm>
              <a:off x="7112882" y="21964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4" name="pt25704"/>
            <p:cNvSpPr/>
            <p:nvPr/>
          </p:nvSpPr>
          <p:spPr>
            <a:xfrm>
              <a:off x="7016656" y="19021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5" name="pt25705"/>
            <p:cNvSpPr/>
            <p:nvPr/>
          </p:nvSpPr>
          <p:spPr>
            <a:xfrm>
              <a:off x="7132927" y="2407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6" name="pt25706"/>
            <p:cNvSpPr/>
            <p:nvPr/>
          </p:nvSpPr>
          <p:spPr>
            <a:xfrm>
              <a:off x="7372336" y="22366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7" name="pt25707"/>
            <p:cNvSpPr/>
            <p:nvPr/>
          </p:nvSpPr>
          <p:spPr>
            <a:xfrm>
              <a:off x="7189814" y="23890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8" name="pt25708"/>
            <p:cNvSpPr/>
            <p:nvPr/>
          </p:nvSpPr>
          <p:spPr>
            <a:xfrm>
              <a:off x="7163840" y="20884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9" name="pt25709"/>
            <p:cNvSpPr/>
            <p:nvPr/>
          </p:nvSpPr>
          <p:spPr>
            <a:xfrm>
              <a:off x="7099162" y="21007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0" name="pt25710"/>
            <p:cNvSpPr/>
            <p:nvPr/>
          </p:nvSpPr>
          <p:spPr>
            <a:xfrm>
              <a:off x="7118065" y="21918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1" name="pt25711"/>
            <p:cNvSpPr/>
            <p:nvPr/>
          </p:nvSpPr>
          <p:spPr>
            <a:xfrm>
              <a:off x="7260821" y="19447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2" name="pt25712"/>
            <p:cNvSpPr/>
            <p:nvPr/>
          </p:nvSpPr>
          <p:spPr>
            <a:xfrm>
              <a:off x="7183946" y="2238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3" name="pt25713"/>
            <p:cNvSpPr/>
            <p:nvPr/>
          </p:nvSpPr>
          <p:spPr>
            <a:xfrm>
              <a:off x="7094632" y="21325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4" name="pt25714"/>
            <p:cNvSpPr/>
            <p:nvPr/>
          </p:nvSpPr>
          <p:spPr>
            <a:xfrm>
              <a:off x="6939272" y="21042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5" name="pt25715"/>
            <p:cNvSpPr/>
            <p:nvPr/>
          </p:nvSpPr>
          <p:spPr>
            <a:xfrm>
              <a:off x="7330074" y="22206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6" name="pt25716"/>
            <p:cNvSpPr/>
            <p:nvPr/>
          </p:nvSpPr>
          <p:spPr>
            <a:xfrm>
              <a:off x="6831550" y="20538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7" name="pt25717"/>
            <p:cNvSpPr/>
            <p:nvPr/>
          </p:nvSpPr>
          <p:spPr>
            <a:xfrm>
              <a:off x="7290157" y="21863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8" name="pt25718"/>
            <p:cNvSpPr/>
            <p:nvPr/>
          </p:nvSpPr>
          <p:spPr>
            <a:xfrm>
              <a:off x="6893810" y="21237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9" name="pt25719"/>
            <p:cNvSpPr/>
            <p:nvPr/>
          </p:nvSpPr>
          <p:spPr>
            <a:xfrm>
              <a:off x="7192419" y="22273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0" name="pt25720"/>
            <p:cNvSpPr/>
            <p:nvPr/>
          </p:nvSpPr>
          <p:spPr>
            <a:xfrm>
              <a:off x="7293996" y="20471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1" name="pt25721"/>
            <p:cNvSpPr/>
            <p:nvPr/>
          </p:nvSpPr>
          <p:spPr>
            <a:xfrm>
              <a:off x="7336299" y="21914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2" name="pt25722"/>
            <p:cNvSpPr/>
            <p:nvPr/>
          </p:nvSpPr>
          <p:spPr>
            <a:xfrm>
              <a:off x="7177987" y="2064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3" name="pt25723"/>
            <p:cNvSpPr/>
            <p:nvPr/>
          </p:nvSpPr>
          <p:spPr>
            <a:xfrm>
              <a:off x="7172548" y="20581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4" name="pt25724"/>
            <p:cNvSpPr/>
            <p:nvPr/>
          </p:nvSpPr>
          <p:spPr>
            <a:xfrm>
              <a:off x="7066897" y="18798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5" name="pt25725"/>
            <p:cNvSpPr/>
            <p:nvPr/>
          </p:nvSpPr>
          <p:spPr>
            <a:xfrm>
              <a:off x="7057366" y="22457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6" name="pt25726"/>
            <p:cNvSpPr/>
            <p:nvPr/>
          </p:nvSpPr>
          <p:spPr>
            <a:xfrm>
              <a:off x="7024684" y="21532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7" name="pt25727"/>
            <p:cNvSpPr/>
            <p:nvPr/>
          </p:nvSpPr>
          <p:spPr>
            <a:xfrm>
              <a:off x="7004066" y="19337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8" name="pt25728"/>
            <p:cNvSpPr/>
            <p:nvPr/>
          </p:nvSpPr>
          <p:spPr>
            <a:xfrm>
              <a:off x="7246068" y="20595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9" name="pt25729"/>
            <p:cNvSpPr/>
            <p:nvPr/>
          </p:nvSpPr>
          <p:spPr>
            <a:xfrm>
              <a:off x="7273085" y="20142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0" name="pt25730"/>
            <p:cNvSpPr/>
            <p:nvPr/>
          </p:nvSpPr>
          <p:spPr>
            <a:xfrm>
              <a:off x="7104759" y="20774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1" name="pt25731"/>
            <p:cNvSpPr/>
            <p:nvPr/>
          </p:nvSpPr>
          <p:spPr>
            <a:xfrm>
              <a:off x="6999328" y="18961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2" name="pt25732"/>
            <p:cNvSpPr/>
            <p:nvPr/>
          </p:nvSpPr>
          <p:spPr>
            <a:xfrm>
              <a:off x="7286144" y="20052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3" name="pt25733"/>
            <p:cNvSpPr/>
            <p:nvPr/>
          </p:nvSpPr>
          <p:spPr>
            <a:xfrm>
              <a:off x="7061400" y="23753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4" name="pt25734"/>
            <p:cNvSpPr/>
            <p:nvPr/>
          </p:nvSpPr>
          <p:spPr>
            <a:xfrm>
              <a:off x="7071978" y="21883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5" name="pt25735"/>
            <p:cNvSpPr/>
            <p:nvPr/>
          </p:nvSpPr>
          <p:spPr>
            <a:xfrm>
              <a:off x="7055094" y="21562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6" name="pt25736"/>
            <p:cNvSpPr/>
            <p:nvPr/>
          </p:nvSpPr>
          <p:spPr>
            <a:xfrm>
              <a:off x="7084358" y="21941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7" name="pt25737"/>
            <p:cNvSpPr/>
            <p:nvPr/>
          </p:nvSpPr>
          <p:spPr>
            <a:xfrm>
              <a:off x="7331539" y="19689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8" name="pt25738"/>
            <p:cNvSpPr/>
            <p:nvPr/>
          </p:nvSpPr>
          <p:spPr>
            <a:xfrm>
              <a:off x="7181129" y="20689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9" name="pt25739"/>
            <p:cNvSpPr/>
            <p:nvPr/>
          </p:nvSpPr>
          <p:spPr>
            <a:xfrm>
              <a:off x="7184459" y="21703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0" name="pt25740"/>
            <p:cNvSpPr/>
            <p:nvPr/>
          </p:nvSpPr>
          <p:spPr>
            <a:xfrm>
              <a:off x="7382922" y="30308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1" name="pt25741"/>
            <p:cNvSpPr/>
            <p:nvPr/>
          </p:nvSpPr>
          <p:spPr>
            <a:xfrm>
              <a:off x="7038006" y="22918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2" name="pt25742"/>
            <p:cNvSpPr/>
            <p:nvPr/>
          </p:nvSpPr>
          <p:spPr>
            <a:xfrm>
              <a:off x="7332921" y="20665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3" name="pt25743"/>
            <p:cNvSpPr/>
            <p:nvPr/>
          </p:nvSpPr>
          <p:spPr>
            <a:xfrm>
              <a:off x="6971181" y="20472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4" name="pt25744"/>
            <p:cNvSpPr/>
            <p:nvPr/>
          </p:nvSpPr>
          <p:spPr>
            <a:xfrm>
              <a:off x="7081499" y="22229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5" name="pt25745"/>
            <p:cNvSpPr/>
            <p:nvPr/>
          </p:nvSpPr>
          <p:spPr>
            <a:xfrm>
              <a:off x="6640547" y="23310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6" name="pt25746"/>
            <p:cNvSpPr/>
            <p:nvPr/>
          </p:nvSpPr>
          <p:spPr>
            <a:xfrm>
              <a:off x="7079895" y="21713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7" name="pt25747"/>
            <p:cNvSpPr/>
            <p:nvPr/>
          </p:nvSpPr>
          <p:spPr>
            <a:xfrm>
              <a:off x="7183579" y="1910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8" name="pt25748"/>
            <p:cNvSpPr/>
            <p:nvPr/>
          </p:nvSpPr>
          <p:spPr>
            <a:xfrm>
              <a:off x="7225601" y="21837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9" name="pt25749"/>
            <p:cNvSpPr/>
            <p:nvPr/>
          </p:nvSpPr>
          <p:spPr>
            <a:xfrm>
              <a:off x="7119792" y="21595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0" name="pt25750"/>
            <p:cNvSpPr/>
            <p:nvPr/>
          </p:nvSpPr>
          <p:spPr>
            <a:xfrm>
              <a:off x="7153495" y="19115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1" name="pt25751"/>
            <p:cNvSpPr/>
            <p:nvPr/>
          </p:nvSpPr>
          <p:spPr>
            <a:xfrm>
              <a:off x="7120551" y="21966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2" name="pt25752"/>
            <p:cNvSpPr/>
            <p:nvPr/>
          </p:nvSpPr>
          <p:spPr>
            <a:xfrm>
              <a:off x="7367672" y="19016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3" name="pt25753"/>
            <p:cNvSpPr/>
            <p:nvPr/>
          </p:nvSpPr>
          <p:spPr>
            <a:xfrm>
              <a:off x="6932868" y="21018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4" name="pt25754"/>
            <p:cNvSpPr/>
            <p:nvPr/>
          </p:nvSpPr>
          <p:spPr>
            <a:xfrm>
              <a:off x="7059082" y="23020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5" name="pt25755"/>
            <p:cNvSpPr/>
            <p:nvPr/>
          </p:nvSpPr>
          <p:spPr>
            <a:xfrm>
              <a:off x="7116959" y="21414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6" name="pt25756"/>
            <p:cNvSpPr/>
            <p:nvPr/>
          </p:nvSpPr>
          <p:spPr>
            <a:xfrm>
              <a:off x="7288209" y="20802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7" name="pt25757"/>
            <p:cNvSpPr/>
            <p:nvPr/>
          </p:nvSpPr>
          <p:spPr>
            <a:xfrm>
              <a:off x="7034665" y="25118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8" name="pt25758"/>
            <p:cNvSpPr/>
            <p:nvPr/>
          </p:nvSpPr>
          <p:spPr>
            <a:xfrm>
              <a:off x="7075629" y="2200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9" name="pt25759"/>
            <p:cNvSpPr/>
            <p:nvPr/>
          </p:nvSpPr>
          <p:spPr>
            <a:xfrm>
              <a:off x="7127470" y="23005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0" name="pt25760"/>
            <p:cNvSpPr/>
            <p:nvPr/>
          </p:nvSpPr>
          <p:spPr>
            <a:xfrm>
              <a:off x="6936583" y="20453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1" name="pt25761"/>
            <p:cNvSpPr/>
            <p:nvPr/>
          </p:nvSpPr>
          <p:spPr>
            <a:xfrm>
              <a:off x="7252166" y="20926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2" name="pt25762"/>
            <p:cNvSpPr/>
            <p:nvPr/>
          </p:nvSpPr>
          <p:spPr>
            <a:xfrm>
              <a:off x="7107712" y="2162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3" name="pt25763"/>
            <p:cNvSpPr/>
            <p:nvPr/>
          </p:nvSpPr>
          <p:spPr>
            <a:xfrm>
              <a:off x="6993438" y="20297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4" name="pt25764"/>
            <p:cNvSpPr/>
            <p:nvPr/>
          </p:nvSpPr>
          <p:spPr>
            <a:xfrm>
              <a:off x="7364584" y="21081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5" name="pt25765"/>
            <p:cNvSpPr/>
            <p:nvPr/>
          </p:nvSpPr>
          <p:spPr>
            <a:xfrm>
              <a:off x="7223232" y="19009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6" name="pt25766"/>
            <p:cNvSpPr/>
            <p:nvPr/>
          </p:nvSpPr>
          <p:spPr>
            <a:xfrm>
              <a:off x="7120561" y="21895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7" name="pt25767"/>
            <p:cNvSpPr/>
            <p:nvPr/>
          </p:nvSpPr>
          <p:spPr>
            <a:xfrm>
              <a:off x="6978831" y="18734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8" name="pt25768"/>
            <p:cNvSpPr/>
            <p:nvPr/>
          </p:nvSpPr>
          <p:spPr>
            <a:xfrm>
              <a:off x="6906659" y="2221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9" name="pt25769"/>
            <p:cNvSpPr/>
            <p:nvPr/>
          </p:nvSpPr>
          <p:spPr>
            <a:xfrm>
              <a:off x="7152448" y="20359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0" name="pt25770"/>
            <p:cNvSpPr/>
            <p:nvPr/>
          </p:nvSpPr>
          <p:spPr>
            <a:xfrm>
              <a:off x="7158292" y="20000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1" name="pt25771"/>
            <p:cNvSpPr/>
            <p:nvPr/>
          </p:nvSpPr>
          <p:spPr>
            <a:xfrm>
              <a:off x="7199365" y="21455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2" name="pt25772"/>
            <p:cNvSpPr/>
            <p:nvPr/>
          </p:nvSpPr>
          <p:spPr>
            <a:xfrm>
              <a:off x="7151786" y="20238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3" name="pt25773"/>
            <p:cNvSpPr/>
            <p:nvPr/>
          </p:nvSpPr>
          <p:spPr>
            <a:xfrm>
              <a:off x="7095291" y="21046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4" name="pt25774"/>
            <p:cNvSpPr/>
            <p:nvPr/>
          </p:nvSpPr>
          <p:spPr>
            <a:xfrm>
              <a:off x="7161059" y="20554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5" name="pt25775"/>
            <p:cNvSpPr/>
            <p:nvPr/>
          </p:nvSpPr>
          <p:spPr>
            <a:xfrm>
              <a:off x="7143376" y="21696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6" name="pt25776"/>
            <p:cNvSpPr/>
            <p:nvPr/>
          </p:nvSpPr>
          <p:spPr>
            <a:xfrm>
              <a:off x="6917208" y="21729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7" name="pt25777"/>
            <p:cNvSpPr/>
            <p:nvPr/>
          </p:nvSpPr>
          <p:spPr>
            <a:xfrm>
              <a:off x="7088134" y="22363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8" name="pt25778"/>
            <p:cNvSpPr/>
            <p:nvPr/>
          </p:nvSpPr>
          <p:spPr>
            <a:xfrm>
              <a:off x="7014475" y="20070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9" name="pt25779"/>
            <p:cNvSpPr/>
            <p:nvPr/>
          </p:nvSpPr>
          <p:spPr>
            <a:xfrm>
              <a:off x="6724098" y="22215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0" name="pt25780"/>
            <p:cNvSpPr/>
            <p:nvPr/>
          </p:nvSpPr>
          <p:spPr>
            <a:xfrm>
              <a:off x="6903217" y="23902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1" name="pt25781"/>
            <p:cNvSpPr/>
            <p:nvPr/>
          </p:nvSpPr>
          <p:spPr>
            <a:xfrm>
              <a:off x="6957386" y="19866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2" name="pt25782"/>
            <p:cNvSpPr/>
            <p:nvPr/>
          </p:nvSpPr>
          <p:spPr>
            <a:xfrm>
              <a:off x="7110064" y="21943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3" name="pt25783"/>
            <p:cNvSpPr/>
            <p:nvPr/>
          </p:nvSpPr>
          <p:spPr>
            <a:xfrm>
              <a:off x="7421629" y="26576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4" name="pt25784"/>
            <p:cNvSpPr/>
            <p:nvPr/>
          </p:nvSpPr>
          <p:spPr>
            <a:xfrm>
              <a:off x="7142811" y="22114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5" name="pt25785"/>
            <p:cNvSpPr/>
            <p:nvPr/>
          </p:nvSpPr>
          <p:spPr>
            <a:xfrm>
              <a:off x="7091900" y="21742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6" name="pt25786"/>
            <p:cNvSpPr/>
            <p:nvPr/>
          </p:nvSpPr>
          <p:spPr>
            <a:xfrm>
              <a:off x="7132105" y="22610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7" name="pt25787"/>
            <p:cNvSpPr/>
            <p:nvPr/>
          </p:nvSpPr>
          <p:spPr>
            <a:xfrm>
              <a:off x="7226772" y="23944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8" name="pt25788"/>
            <p:cNvSpPr/>
            <p:nvPr/>
          </p:nvSpPr>
          <p:spPr>
            <a:xfrm>
              <a:off x="7121768" y="21884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9" name="pt25789"/>
            <p:cNvSpPr/>
            <p:nvPr/>
          </p:nvSpPr>
          <p:spPr>
            <a:xfrm>
              <a:off x="7174645" y="21321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0" name="pt25790"/>
            <p:cNvSpPr/>
            <p:nvPr/>
          </p:nvSpPr>
          <p:spPr>
            <a:xfrm>
              <a:off x="7293243" y="20880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1" name="pt25791"/>
            <p:cNvSpPr/>
            <p:nvPr/>
          </p:nvSpPr>
          <p:spPr>
            <a:xfrm>
              <a:off x="7100914" y="20154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2" name="pt25792"/>
            <p:cNvSpPr/>
            <p:nvPr/>
          </p:nvSpPr>
          <p:spPr>
            <a:xfrm>
              <a:off x="7066683" y="21021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3" name="pt25793"/>
            <p:cNvSpPr/>
            <p:nvPr/>
          </p:nvSpPr>
          <p:spPr>
            <a:xfrm>
              <a:off x="7192202" y="22057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4" name="pt25794"/>
            <p:cNvSpPr/>
            <p:nvPr/>
          </p:nvSpPr>
          <p:spPr>
            <a:xfrm>
              <a:off x="7204869" y="21163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5" name="pt25795"/>
            <p:cNvSpPr/>
            <p:nvPr/>
          </p:nvSpPr>
          <p:spPr>
            <a:xfrm>
              <a:off x="6916979" y="22955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6" name="pt25796"/>
            <p:cNvSpPr/>
            <p:nvPr/>
          </p:nvSpPr>
          <p:spPr>
            <a:xfrm>
              <a:off x="7176080" y="19201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7" name="pt25797"/>
            <p:cNvSpPr/>
            <p:nvPr/>
          </p:nvSpPr>
          <p:spPr>
            <a:xfrm>
              <a:off x="6938558" y="1903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8" name="pt25798"/>
            <p:cNvSpPr/>
            <p:nvPr/>
          </p:nvSpPr>
          <p:spPr>
            <a:xfrm>
              <a:off x="7058936" y="20837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9" name="pt25799"/>
            <p:cNvSpPr/>
            <p:nvPr/>
          </p:nvSpPr>
          <p:spPr>
            <a:xfrm>
              <a:off x="7296043" y="18874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0" name="pt25800"/>
            <p:cNvSpPr/>
            <p:nvPr/>
          </p:nvSpPr>
          <p:spPr>
            <a:xfrm>
              <a:off x="7442817" y="25861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1" name="pt25801"/>
            <p:cNvSpPr/>
            <p:nvPr/>
          </p:nvSpPr>
          <p:spPr>
            <a:xfrm>
              <a:off x="7036979" y="24094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2" name="pt25802"/>
            <p:cNvSpPr/>
            <p:nvPr/>
          </p:nvSpPr>
          <p:spPr>
            <a:xfrm>
              <a:off x="6900471" y="23341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3" name="pt25803"/>
            <p:cNvSpPr/>
            <p:nvPr/>
          </p:nvSpPr>
          <p:spPr>
            <a:xfrm>
              <a:off x="7170250" y="21746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4" name="pt25804"/>
            <p:cNvSpPr/>
            <p:nvPr/>
          </p:nvSpPr>
          <p:spPr>
            <a:xfrm>
              <a:off x="7235101" y="20293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5" name="pt25805"/>
            <p:cNvSpPr/>
            <p:nvPr/>
          </p:nvSpPr>
          <p:spPr>
            <a:xfrm>
              <a:off x="7128418" y="21988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6" name="pt25806"/>
            <p:cNvSpPr/>
            <p:nvPr/>
          </p:nvSpPr>
          <p:spPr>
            <a:xfrm>
              <a:off x="7372174" y="21707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7" name="pt25807"/>
            <p:cNvSpPr/>
            <p:nvPr/>
          </p:nvSpPr>
          <p:spPr>
            <a:xfrm>
              <a:off x="7073430" y="21201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8" name="pt25808"/>
            <p:cNvSpPr/>
            <p:nvPr/>
          </p:nvSpPr>
          <p:spPr>
            <a:xfrm>
              <a:off x="6831254" y="23418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9" name="pt25809"/>
            <p:cNvSpPr/>
            <p:nvPr/>
          </p:nvSpPr>
          <p:spPr>
            <a:xfrm>
              <a:off x="7070858" y="22019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0" name="pt25810"/>
            <p:cNvSpPr/>
            <p:nvPr/>
          </p:nvSpPr>
          <p:spPr>
            <a:xfrm>
              <a:off x="6781078" y="24703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1" name="pt25811"/>
            <p:cNvSpPr/>
            <p:nvPr/>
          </p:nvSpPr>
          <p:spPr>
            <a:xfrm>
              <a:off x="7569815" y="20532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2" name="pt25812"/>
            <p:cNvSpPr/>
            <p:nvPr/>
          </p:nvSpPr>
          <p:spPr>
            <a:xfrm>
              <a:off x="6978081" y="18352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3" name="pt25813"/>
            <p:cNvSpPr/>
            <p:nvPr/>
          </p:nvSpPr>
          <p:spPr>
            <a:xfrm>
              <a:off x="7121586" y="21927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4" name="pt25814"/>
            <p:cNvSpPr/>
            <p:nvPr/>
          </p:nvSpPr>
          <p:spPr>
            <a:xfrm>
              <a:off x="7020457" y="20820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5" name="pt25815"/>
            <p:cNvSpPr/>
            <p:nvPr/>
          </p:nvSpPr>
          <p:spPr>
            <a:xfrm>
              <a:off x="6953729" y="20590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6" name="pt25816"/>
            <p:cNvSpPr/>
            <p:nvPr/>
          </p:nvSpPr>
          <p:spPr>
            <a:xfrm>
              <a:off x="7177057" y="19823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7" name="pt25817"/>
            <p:cNvSpPr/>
            <p:nvPr/>
          </p:nvSpPr>
          <p:spPr>
            <a:xfrm>
              <a:off x="7210151" y="21037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8" name="pt25818"/>
            <p:cNvSpPr/>
            <p:nvPr/>
          </p:nvSpPr>
          <p:spPr>
            <a:xfrm>
              <a:off x="7146908" y="21028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9" name="pt25819"/>
            <p:cNvSpPr/>
            <p:nvPr/>
          </p:nvSpPr>
          <p:spPr>
            <a:xfrm>
              <a:off x="7455305" y="26593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0" name="pt25820"/>
            <p:cNvSpPr/>
            <p:nvPr/>
          </p:nvSpPr>
          <p:spPr>
            <a:xfrm>
              <a:off x="7171547" y="21331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1" name="pt25821"/>
            <p:cNvSpPr/>
            <p:nvPr/>
          </p:nvSpPr>
          <p:spPr>
            <a:xfrm>
              <a:off x="7432297" y="28369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2" name="pt25822"/>
            <p:cNvSpPr/>
            <p:nvPr/>
          </p:nvSpPr>
          <p:spPr>
            <a:xfrm>
              <a:off x="7092916" y="22269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3" name="pt25823"/>
            <p:cNvSpPr/>
            <p:nvPr/>
          </p:nvSpPr>
          <p:spPr>
            <a:xfrm>
              <a:off x="7109589" y="22080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4" name="pt25824"/>
            <p:cNvSpPr/>
            <p:nvPr/>
          </p:nvSpPr>
          <p:spPr>
            <a:xfrm>
              <a:off x="7138586" y="23104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5" name="pt25825"/>
            <p:cNvSpPr/>
            <p:nvPr/>
          </p:nvSpPr>
          <p:spPr>
            <a:xfrm>
              <a:off x="7112718" y="21688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6" name="pt25826"/>
            <p:cNvSpPr/>
            <p:nvPr/>
          </p:nvSpPr>
          <p:spPr>
            <a:xfrm>
              <a:off x="7121007" y="21053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7" name="pt25827"/>
            <p:cNvSpPr/>
            <p:nvPr/>
          </p:nvSpPr>
          <p:spPr>
            <a:xfrm>
              <a:off x="7194287" y="23102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8" name="pt25828"/>
            <p:cNvSpPr/>
            <p:nvPr/>
          </p:nvSpPr>
          <p:spPr>
            <a:xfrm>
              <a:off x="7152810" y="19023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9" name="pt25829"/>
            <p:cNvSpPr/>
            <p:nvPr/>
          </p:nvSpPr>
          <p:spPr>
            <a:xfrm>
              <a:off x="7198461" y="22739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0" name="pt25830"/>
            <p:cNvSpPr/>
            <p:nvPr/>
          </p:nvSpPr>
          <p:spPr>
            <a:xfrm>
              <a:off x="7135197" y="23077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1" name="pt25831"/>
            <p:cNvSpPr/>
            <p:nvPr/>
          </p:nvSpPr>
          <p:spPr>
            <a:xfrm>
              <a:off x="7202334" y="22671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2" name="pt25832"/>
            <p:cNvSpPr/>
            <p:nvPr/>
          </p:nvSpPr>
          <p:spPr>
            <a:xfrm>
              <a:off x="7068581" y="20613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3" name="pt25833"/>
            <p:cNvSpPr/>
            <p:nvPr/>
          </p:nvSpPr>
          <p:spPr>
            <a:xfrm>
              <a:off x="6962387" y="20313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4" name="pt25834"/>
            <p:cNvSpPr/>
            <p:nvPr/>
          </p:nvSpPr>
          <p:spPr>
            <a:xfrm>
              <a:off x="7151261" y="20207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5" name="pt25835"/>
            <p:cNvSpPr/>
            <p:nvPr/>
          </p:nvSpPr>
          <p:spPr>
            <a:xfrm>
              <a:off x="7171768" y="21639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6" name="pt25836"/>
            <p:cNvSpPr/>
            <p:nvPr/>
          </p:nvSpPr>
          <p:spPr>
            <a:xfrm>
              <a:off x="7065204" y="21797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7" name="pt25837"/>
            <p:cNvSpPr/>
            <p:nvPr/>
          </p:nvSpPr>
          <p:spPr>
            <a:xfrm>
              <a:off x="7003284" y="19890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8" name="pt25838"/>
            <p:cNvSpPr/>
            <p:nvPr/>
          </p:nvSpPr>
          <p:spPr>
            <a:xfrm>
              <a:off x="6985038" y="20989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9" name="pt25839"/>
            <p:cNvSpPr/>
            <p:nvPr/>
          </p:nvSpPr>
          <p:spPr>
            <a:xfrm>
              <a:off x="7126889" y="22963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0" name="pt25840"/>
            <p:cNvSpPr/>
            <p:nvPr/>
          </p:nvSpPr>
          <p:spPr>
            <a:xfrm>
              <a:off x="7043729" y="22506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1" name="pt25841"/>
            <p:cNvSpPr/>
            <p:nvPr/>
          </p:nvSpPr>
          <p:spPr>
            <a:xfrm>
              <a:off x="7104385" y="21468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2" name="pt25842"/>
            <p:cNvSpPr/>
            <p:nvPr/>
          </p:nvSpPr>
          <p:spPr>
            <a:xfrm>
              <a:off x="7166915" y="21853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3" name="pt25843"/>
            <p:cNvSpPr/>
            <p:nvPr/>
          </p:nvSpPr>
          <p:spPr>
            <a:xfrm>
              <a:off x="7113819" y="21703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4" name="pt25844"/>
            <p:cNvSpPr/>
            <p:nvPr/>
          </p:nvSpPr>
          <p:spPr>
            <a:xfrm>
              <a:off x="7331896" y="22088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5" name="pt25845"/>
            <p:cNvSpPr/>
            <p:nvPr/>
          </p:nvSpPr>
          <p:spPr>
            <a:xfrm>
              <a:off x="6853868" y="22306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6" name="pt25846"/>
            <p:cNvSpPr/>
            <p:nvPr/>
          </p:nvSpPr>
          <p:spPr>
            <a:xfrm>
              <a:off x="7202251" y="21678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7" name="pt25847"/>
            <p:cNvSpPr/>
            <p:nvPr/>
          </p:nvSpPr>
          <p:spPr>
            <a:xfrm>
              <a:off x="7037418" y="2376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8" name="pt25848"/>
            <p:cNvSpPr/>
            <p:nvPr/>
          </p:nvSpPr>
          <p:spPr>
            <a:xfrm>
              <a:off x="7130852" y="22854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9" name="pt25849"/>
            <p:cNvSpPr/>
            <p:nvPr/>
          </p:nvSpPr>
          <p:spPr>
            <a:xfrm>
              <a:off x="7191959" y="21969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0" name="pt25850"/>
            <p:cNvSpPr/>
            <p:nvPr/>
          </p:nvSpPr>
          <p:spPr>
            <a:xfrm>
              <a:off x="7002395" y="18541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1" name="pt25851"/>
            <p:cNvSpPr/>
            <p:nvPr/>
          </p:nvSpPr>
          <p:spPr>
            <a:xfrm>
              <a:off x="7295779" y="19668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2" name="pt25852"/>
            <p:cNvSpPr/>
            <p:nvPr/>
          </p:nvSpPr>
          <p:spPr>
            <a:xfrm>
              <a:off x="7134012" y="22170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3" name="pt25853"/>
            <p:cNvSpPr/>
            <p:nvPr/>
          </p:nvSpPr>
          <p:spPr>
            <a:xfrm>
              <a:off x="7244209" y="20532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4" name="pt25854"/>
            <p:cNvSpPr/>
            <p:nvPr/>
          </p:nvSpPr>
          <p:spPr>
            <a:xfrm>
              <a:off x="7174056" y="20703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5" name="pt25855"/>
            <p:cNvSpPr/>
            <p:nvPr/>
          </p:nvSpPr>
          <p:spPr>
            <a:xfrm>
              <a:off x="7234112" y="21280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6" name="pt25856"/>
            <p:cNvSpPr/>
            <p:nvPr/>
          </p:nvSpPr>
          <p:spPr>
            <a:xfrm>
              <a:off x="7168199" y="22420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7" name="pt25857"/>
            <p:cNvSpPr/>
            <p:nvPr/>
          </p:nvSpPr>
          <p:spPr>
            <a:xfrm>
              <a:off x="6980138" y="19445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8" name="pt25858"/>
            <p:cNvSpPr/>
            <p:nvPr/>
          </p:nvSpPr>
          <p:spPr>
            <a:xfrm>
              <a:off x="7072193" y="21966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9" name="pt25859"/>
            <p:cNvSpPr/>
            <p:nvPr/>
          </p:nvSpPr>
          <p:spPr>
            <a:xfrm>
              <a:off x="6936212" y="21993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0" name="pt25860"/>
            <p:cNvSpPr/>
            <p:nvPr/>
          </p:nvSpPr>
          <p:spPr>
            <a:xfrm>
              <a:off x="6865439" y="19539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1" name="pt25861"/>
            <p:cNvSpPr/>
            <p:nvPr/>
          </p:nvSpPr>
          <p:spPr>
            <a:xfrm>
              <a:off x="6975642" y="19645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2" name="pt25862"/>
            <p:cNvSpPr/>
            <p:nvPr/>
          </p:nvSpPr>
          <p:spPr>
            <a:xfrm>
              <a:off x="7229308" y="21707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3" name="pt25863"/>
            <p:cNvSpPr/>
            <p:nvPr/>
          </p:nvSpPr>
          <p:spPr>
            <a:xfrm>
              <a:off x="7218859" y="19947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4" name="pt25864"/>
            <p:cNvSpPr/>
            <p:nvPr/>
          </p:nvSpPr>
          <p:spPr>
            <a:xfrm>
              <a:off x="7189386" y="21124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5" name="pt25865"/>
            <p:cNvSpPr/>
            <p:nvPr/>
          </p:nvSpPr>
          <p:spPr>
            <a:xfrm>
              <a:off x="7143043" y="21897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6" name="pt25866"/>
            <p:cNvSpPr/>
            <p:nvPr/>
          </p:nvSpPr>
          <p:spPr>
            <a:xfrm>
              <a:off x="7027245" y="21796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7" name="pt25867"/>
            <p:cNvSpPr/>
            <p:nvPr/>
          </p:nvSpPr>
          <p:spPr>
            <a:xfrm>
              <a:off x="7180495" y="20664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8" name="pt25868"/>
            <p:cNvSpPr/>
            <p:nvPr/>
          </p:nvSpPr>
          <p:spPr>
            <a:xfrm>
              <a:off x="7452726" y="26072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9" name="pt25869"/>
            <p:cNvSpPr/>
            <p:nvPr/>
          </p:nvSpPr>
          <p:spPr>
            <a:xfrm>
              <a:off x="7276464" y="2154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0" name="pt25870"/>
            <p:cNvSpPr/>
            <p:nvPr/>
          </p:nvSpPr>
          <p:spPr>
            <a:xfrm>
              <a:off x="7029272" y="24009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1" name="pt25871"/>
            <p:cNvSpPr/>
            <p:nvPr/>
          </p:nvSpPr>
          <p:spPr>
            <a:xfrm>
              <a:off x="7186714" y="21196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2" name="pt25872"/>
            <p:cNvSpPr/>
            <p:nvPr/>
          </p:nvSpPr>
          <p:spPr>
            <a:xfrm>
              <a:off x="7195669" y="21805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3" name="pt25873"/>
            <p:cNvSpPr/>
            <p:nvPr/>
          </p:nvSpPr>
          <p:spPr>
            <a:xfrm>
              <a:off x="6904940" y="23265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4" name="pt25874"/>
            <p:cNvSpPr/>
            <p:nvPr/>
          </p:nvSpPr>
          <p:spPr>
            <a:xfrm>
              <a:off x="7442733" y="27512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5" name="pt25875"/>
            <p:cNvSpPr/>
            <p:nvPr/>
          </p:nvSpPr>
          <p:spPr>
            <a:xfrm>
              <a:off x="7237375" y="20121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6" name="pt25876"/>
            <p:cNvSpPr/>
            <p:nvPr/>
          </p:nvSpPr>
          <p:spPr>
            <a:xfrm>
              <a:off x="6789857" y="20197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7" name="pt25877"/>
            <p:cNvSpPr/>
            <p:nvPr/>
          </p:nvSpPr>
          <p:spPr>
            <a:xfrm>
              <a:off x="6913712" y="20951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8" name="pt25878"/>
            <p:cNvSpPr/>
            <p:nvPr/>
          </p:nvSpPr>
          <p:spPr>
            <a:xfrm>
              <a:off x="7232633" y="21434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9" name="pt25879"/>
            <p:cNvSpPr/>
            <p:nvPr/>
          </p:nvSpPr>
          <p:spPr>
            <a:xfrm>
              <a:off x="7186614" y="22057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0" name="pt25880"/>
            <p:cNvSpPr/>
            <p:nvPr/>
          </p:nvSpPr>
          <p:spPr>
            <a:xfrm>
              <a:off x="7169303" y="21495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1" name="pt25881"/>
            <p:cNvSpPr/>
            <p:nvPr/>
          </p:nvSpPr>
          <p:spPr>
            <a:xfrm>
              <a:off x="6847723" y="25428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2" name="pt25882"/>
            <p:cNvSpPr/>
            <p:nvPr/>
          </p:nvSpPr>
          <p:spPr>
            <a:xfrm>
              <a:off x="7353709" y="26330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3" name="pt25883"/>
            <p:cNvSpPr/>
            <p:nvPr/>
          </p:nvSpPr>
          <p:spPr>
            <a:xfrm>
              <a:off x="7314128" y="19317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4" name="pt25884"/>
            <p:cNvSpPr/>
            <p:nvPr/>
          </p:nvSpPr>
          <p:spPr>
            <a:xfrm>
              <a:off x="7152631" y="20138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5" name="pt25885"/>
            <p:cNvSpPr/>
            <p:nvPr/>
          </p:nvSpPr>
          <p:spPr>
            <a:xfrm>
              <a:off x="7261175" y="20750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6" name="pt25886"/>
            <p:cNvSpPr/>
            <p:nvPr/>
          </p:nvSpPr>
          <p:spPr>
            <a:xfrm>
              <a:off x="7022065" y="22522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7" name="pt25887"/>
            <p:cNvSpPr/>
            <p:nvPr/>
          </p:nvSpPr>
          <p:spPr>
            <a:xfrm>
              <a:off x="6722306" y="18574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8" name="pt25888"/>
            <p:cNvSpPr/>
            <p:nvPr/>
          </p:nvSpPr>
          <p:spPr>
            <a:xfrm>
              <a:off x="6908005" y="22943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9" name="pt25889"/>
            <p:cNvSpPr/>
            <p:nvPr/>
          </p:nvSpPr>
          <p:spPr>
            <a:xfrm>
              <a:off x="7186669" y="20955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0" name="pt25890"/>
            <p:cNvSpPr/>
            <p:nvPr/>
          </p:nvSpPr>
          <p:spPr>
            <a:xfrm>
              <a:off x="7543379" y="22622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1" name="pt25891"/>
            <p:cNvSpPr/>
            <p:nvPr/>
          </p:nvSpPr>
          <p:spPr>
            <a:xfrm>
              <a:off x="7095924" y="21249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2" name="pt25892"/>
            <p:cNvSpPr/>
            <p:nvPr/>
          </p:nvSpPr>
          <p:spPr>
            <a:xfrm>
              <a:off x="7012012" y="18300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3" name="pt25893"/>
            <p:cNvSpPr/>
            <p:nvPr/>
          </p:nvSpPr>
          <p:spPr>
            <a:xfrm>
              <a:off x="7012758" y="19277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4" name="pt25894"/>
            <p:cNvSpPr/>
            <p:nvPr/>
          </p:nvSpPr>
          <p:spPr>
            <a:xfrm>
              <a:off x="7044102" y="21999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5" name="pt25895"/>
            <p:cNvSpPr/>
            <p:nvPr/>
          </p:nvSpPr>
          <p:spPr>
            <a:xfrm>
              <a:off x="7115642" y="21378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6" name="pt25896"/>
            <p:cNvSpPr/>
            <p:nvPr/>
          </p:nvSpPr>
          <p:spPr>
            <a:xfrm>
              <a:off x="7392573" y="23628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7" name="pt25897"/>
            <p:cNvSpPr/>
            <p:nvPr/>
          </p:nvSpPr>
          <p:spPr>
            <a:xfrm>
              <a:off x="7335358" y="26205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8" name="pt25898"/>
            <p:cNvSpPr/>
            <p:nvPr/>
          </p:nvSpPr>
          <p:spPr>
            <a:xfrm>
              <a:off x="7059912" y="22297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9" name="pt25899"/>
            <p:cNvSpPr/>
            <p:nvPr/>
          </p:nvSpPr>
          <p:spPr>
            <a:xfrm>
              <a:off x="6877600" y="20305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0" name="pt25900"/>
            <p:cNvSpPr/>
            <p:nvPr/>
          </p:nvSpPr>
          <p:spPr>
            <a:xfrm>
              <a:off x="7297347" y="18418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1" name="pt25901"/>
            <p:cNvSpPr/>
            <p:nvPr/>
          </p:nvSpPr>
          <p:spPr>
            <a:xfrm>
              <a:off x="7203433" y="21980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2" name="pt25902"/>
            <p:cNvSpPr/>
            <p:nvPr/>
          </p:nvSpPr>
          <p:spPr>
            <a:xfrm>
              <a:off x="7316833" y="21448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3" name="pt25903"/>
            <p:cNvSpPr/>
            <p:nvPr/>
          </p:nvSpPr>
          <p:spPr>
            <a:xfrm>
              <a:off x="7396452" y="29290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4" name="pt25904"/>
            <p:cNvSpPr/>
            <p:nvPr/>
          </p:nvSpPr>
          <p:spPr>
            <a:xfrm>
              <a:off x="7181782" y="20541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5" name="pt25905"/>
            <p:cNvSpPr/>
            <p:nvPr/>
          </p:nvSpPr>
          <p:spPr>
            <a:xfrm>
              <a:off x="7053674" y="20526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6" name="pt25906"/>
            <p:cNvSpPr/>
            <p:nvPr/>
          </p:nvSpPr>
          <p:spPr>
            <a:xfrm>
              <a:off x="7156374" y="19948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7" name="pt25907"/>
            <p:cNvSpPr/>
            <p:nvPr/>
          </p:nvSpPr>
          <p:spPr>
            <a:xfrm>
              <a:off x="7149650" y="19824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8" name="pt25908"/>
            <p:cNvSpPr/>
            <p:nvPr/>
          </p:nvSpPr>
          <p:spPr>
            <a:xfrm>
              <a:off x="6939680" y="22005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9" name="pt25909"/>
            <p:cNvSpPr/>
            <p:nvPr/>
          </p:nvSpPr>
          <p:spPr>
            <a:xfrm>
              <a:off x="7486488" y="20833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0" name="pt25910"/>
            <p:cNvSpPr/>
            <p:nvPr/>
          </p:nvSpPr>
          <p:spPr>
            <a:xfrm>
              <a:off x="7028193" y="23432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1" name="pt25911"/>
            <p:cNvSpPr/>
            <p:nvPr/>
          </p:nvSpPr>
          <p:spPr>
            <a:xfrm>
              <a:off x="7104955" y="21496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2" name="pt25912"/>
            <p:cNvSpPr/>
            <p:nvPr/>
          </p:nvSpPr>
          <p:spPr>
            <a:xfrm>
              <a:off x="7164515" y="21744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3" name="pt25913"/>
            <p:cNvSpPr/>
            <p:nvPr/>
          </p:nvSpPr>
          <p:spPr>
            <a:xfrm>
              <a:off x="7077920" y="21785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4" name="pt25914"/>
            <p:cNvSpPr/>
            <p:nvPr/>
          </p:nvSpPr>
          <p:spPr>
            <a:xfrm>
              <a:off x="7123530" y="20820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5" name="pt25915"/>
            <p:cNvSpPr/>
            <p:nvPr/>
          </p:nvSpPr>
          <p:spPr>
            <a:xfrm>
              <a:off x="7245726" y="21845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6" name="pt25916"/>
            <p:cNvSpPr/>
            <p:nvPr/>
          </p:nvSpPr>
          <p:spPr>
            <a:xfrm>
              <a:off x="6543041" y="19737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7" name="pt25917"/>
            <p:cNvSpPr/>
            <p:nvPr/>
          </p:nvSpPr>
          <p:spPr>
            <a:xfrm>
              <a:off x="7204671" y="22191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8" name="pt25918"/>
            <p:cNvSpPr/>
            <p:nvPr/>
          </p:nvSpPr>
          <p:spPr>
            <a:xfrm>
              <a:off x="7107888" y="20771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9" name="pt25919"/>
            <p:cNvSpPr/>
            <p:nvPr/>
          </p:nvSpPr>
          <p:spPr>
            <a:xfrm>
              <a:off x="7184593" y="21066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0" name="pt25920"/>
            <p:cNvSpPr/>
            <p:nvPr/>
          </p:nvSpPr>
          <p:spPr>
            <a:xfrm>
              <a:off x="7246367" y="21405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1" name="pt25921"/>
            <p:cNvSpPr/>
            <p:nvPr/>
          </p:nvSpPr>
          <p:spPr>
            <a:xfrm>
              <a:off x="6632884" y="17741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2" name="pt25922"/>
            <p:cNvSpPr/>
            <p:nvPr/>
          </p:nvSpPr>
          <p:spPr>
            <a:xfrm>
              <a:off x="7017413" y="17519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3" name="pt25923"/>
            <p:cNvSpPr/>
            <p:nvPr/>
          </p:nvSpPr>
          <p:spPr>
            <a:xfrm>
              <a:off x="7380449" y="27295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4" name="pt25924"/>
            <p:cNvSpPr/>
            <p:nvPr/>
          </p:nvSpPr>
          <p:spPr>
            <a:xfrm>
              <a:off x="7076961" y="22187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5" name="pt25925"/>
            <p:cNvSpPr/>
            <p:nvPr/>
          </p:nvSpPr>
          <p:spPr>
            <a:xfrm>
              <a:off x="6974327" y="19793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6" name="pt25926"/>
            <p:cNvSpPr/>
            <p:nvPr/>
          </p:nvSpPr>
          <p:spPr>
            <a:xfrm>
              <a:off x="7369829" y="20533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7" name="pt25927"/>
            <p:cNvSpPr/>
            <p:nvPr/>
          </p:nvSpPr>
          <p:spPr>
            <a:xfrm>
              <a:off x="7117296" y="21950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8" name="pt25928"/>
            <p:cNvSpPr/>
            <p:nvPr/>
          </p:nvSpPr>
          <p:spPr>
            <a:xfrm>
              <a:off x="7101411" y="20547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9" name="pt25929"/>
            <p:cNvSpPr/>
            <p:nvPr/>
          </p:nvSpPr>
          <p:spPr>
            <a:xfrm>
              <a:off x="7497187" y="22915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0" name="pt25930"/>
            <p:cNvSpPr/>
            <p:nvPr/>
          </p:nvSpPr>
          <p:spPr>
            <a:xfrm>
              <a:off x="6956833" y="18995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1" name="pt25931"/>
            <p:cNvSpPr/>
            <p:nvPr/>
          </p:nvSpPr>
          <p:spPr>
            <a:xfrm>
              <a:off x="7202723" y="22780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2" name="pt25932"/>
            <p:cNvSpPr/>
            <p:nvPr/>
          </p:nvSpPr>
          <p:spPr>
            <a:xfrm>
              <a:off x="7137230" y="23402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3" name="pt25933"/>
            <p:cNvSpPr/>
            <p:nvPr/>
          </p:nvSpPr>
          <p:spPr>
            <a:xfrm>
              <a:off x="7028423" y="23875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4" name="pt25934"/>
            <p:cNvSpPr/>
            <p:nvPr/>
          </p:nvSpPr>
          <p:spPr>
            <a:xfrm>
              <a:off x="7112969" y="21793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5" name="pt25935"/>
            <p:cNvSpPr/>
            <p:nvPr/>
          </p:nvSpPr>
          <p:spPr>
            <a:xfrm>
              <a:off x="7126490" y="22015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6" name="pt25936"/>
            <p:cNvSpPr/>
            <p:nvPr/>
          </p:nvSpPr>
          <p:spPr>
            <a:xfrm>
              <a:off x="6819873" y="2046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7" name="pt25937"/>
            <p:cNvSpPr/>
            <p:nvPr/>
          </p:nvSpPr>
          <p:spPr>
            <a:xfrm>
              <a:off x="6865426" y="22816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8" name="pt25938"/>
            <p:cNvSpPr/>
            <p:nvPr/>
          </p:nvSpPr>
          <p:spPr>
            <a:xfrm>
              <a:off x="7263853" y="20956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9" name="pt25939"/>
            <p:cNvSpPr/>
            <p:nvPr/>
          </p:nvSpPr>
          <p:spPr>
            <a:xfrm>
              <a:off x="6806829" y="23510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0" name="pt25940"/>
            <p:cNvSpPr/>
            <p:nvPr/>
          </p:nvSpPr>
          <p:spPr>
            <a:xfrm>
              <a:off x="7146877" y="20578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1" name="pt25941"/>
            <p:cNvSpPr/>
            <p:nvPr/>
          </p:nvSpPr>
          <p:spPr>
            <a:xfrm>
              <a:off x="7305452" y="21105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2" name="pt25942"/>
            <p:cNvSpPr/>
            <p:nvPr/>
          </p:nvSpPr>
          <p:spPr>
            <a:xfrm>
              <a:off x="6942207" y="20714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3" name="pt25943"/>
            <p:cNvSpPr/>
            <p:nvPr/>
          </p:nvSpPr>
          <p:spPr>
            <a:xfrm>
              <a:off x="7134482" y="23213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4" name="pt25944"/>
            <p:cNvSpPr/>
            <p:nvPr/>
          </p:nvSpPr>
          <p:spPr>
            <a:xfrm>
              <a:off x="6768222" y="23787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5" name="pt25945"/>
            <p:cNvSpPr/>
            <p:nvPr/>
          </p:nvSpPr>
          <p:spPr>
            <a:xfrm>
              <a:off x="7100945" y="21519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6" name="pt25946"/>
            <p:cNvSpPr/>
            <p:nvPr/>
          </p:nvSpPr>
          <p:spPr>
            <a:xfrm>
              <a:off x="7065412" y="20918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7" name="pt25947"/>
            <p:cNvSpPr/>
            <p:nvPr/>
          </p:nvSpPr>
          <p:spPr>
            <a:xfrm>
              <a:off x="7025071" y="23890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8" name="pt25948"/>
            <p:cNvSpPr/>
            <p:nvPr/>
          </p:nvSpPr>
          <p:spPr>
            <a:xfrm>
              <a:off x="6808543" y="21422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9" name="pt25949"/>
            <p:cNvSpPr/>
            <p:nvPr/>
          </p:nvSpPr>
          <p:spPr>
            <a:xfrm>
              <a:off x="7388168" y="24111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0" name="pt25950"/>
            <p:cNvSpPr/>
            <p:nvPr/>
          </p:nvSpPr>
          <p:spPr>
            <a:xfrm>
              <a:off x="7272388" y="19998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1" name="pt25951"/>
            <p:cNvSpPr/>
            <p:nvPr/>
          </p:nvSpPr>
          <p:spPr>
            <a:xfrm>
              <a:off x="7017541" y="19078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2" name="pt25952"/>
            <p:cNvSpPr/>
            <p:nvPr/>
          </p:nvSpPr>
          <p:spPr>
            <a:xfrm>
              <a:off x="7061013" y="22731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3" name="pt25953"/>
            <p:cNvSpPr/>
            <p:nvPr/>
          </p:nvSpPr>
          <p:spPr>
            <a:xfrm>
              <a:off x="7309081" y="20634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4" name="pt25954"/>
            <p:cNvSpPr/>
            <p:nvPr/>
          </p:nvSpPr>
          <p:spPr>
            <a:xfrm>
              <a:off x="7261024" y="20587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5" name="pt25955"/>
            <p:cNvSpPr/>
            <p:nvPr/>
          </p:nvSpPr>
          <p:spPr>
            <a:xfrm>
              <a:off x="7000681" y="17595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6" name="pt25956"/>
            <p:cNvSpPr/>
            <p:nvPr/>
          </p:nvSpPr>
          <p:spPr>
            <a:xfrm>
              <a:off x="7730054" y="22601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7" name="pt25957"/>
            <p:cNvSpPr/>
            <p:nvPr/>
          </p:nvSpPr>
          <p:spPr>
            <a:xfrm>
              <a:off x="7385272" y="24397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8" name="pt25958"/>
            <p:cNvSpPr/>
            <p:nvPr/>
          </p:nvSpPr>
          <p:spPr>
            <a:xfrm>
              <a:off x="7114456" y="21392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9" name="pt25959"/>
            <p:cNvSpPr/>
            <p:nvPr/>
          </p:nvSpPr>
          <p:spPr>
            <a:xfrm>
              <a:off x="7145963" y="20810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0" name="pt25960"/>
            <p:cNvSpPr/>
            <p:nvPr/>
          </p:nvSpPr>
          <p:spPr>
            <a:xfrm>
              <a:off x="7165425" y="22063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1" name="pt25961"/>
            <p:cNvSpPr/>
            <p:nvPr/>
          </p:nvSpPr>
          <p:spPr>
            <a:xfrm>
              <a:off x="6782945" y="27764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2" name="pt25962"/>
            <p:cNvSpPr/>
            <p:nvPr/>
          </p:nvSpPr>
          <p:spPr>
            <a:xfrm>
              <a:off x="7147195" y="20459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3" name="pt25963"/>
            <p:cNvSpPr/>
            <p:nvPr/>
          </p:nvSpPr>
          <p:spPr>
            <a:xfrm>
              <a:off x="7367616" y="20925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4" name="pt25964"/>
            <p:cNvSpPr/>
            <p:nvPr/>
          </p:nvSpPr>
          <p:spPr>
            <a:xfrm>
              <a:off x="6879603" y="20434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5" name="pt25965"/>
            <p:cNvSpPr/>
            <p:nvPr/>
          </p:nvSpPr>
          <p:spPr>
            <a:xfrm>
              <a:off x="7271470" y="2028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6" name="pt25966"/>
            <p:cNvSpPr/>
            <p:nvPr/>
          </p:nvSpPr>
          <p:spPr>
            <a:xfrm>
              <a:off x="7075134" y="22640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7" name="pt25967"/>
            <p:cNvSpPr/>
            <p:nvPr/>
          </p:nvSpPr>
          <p:spPr>
            <a:xfrm>
              <a:off x="7542007" y="19681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8" name="pt25968"/>
            <p:cNvSpPr/>
            <p:nvPr/>
          </p:nvSpPr>
          <p:spPr>
            <a:xfrm>
              <a:off x="7186572" y="21499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9" name="pt25969"/>
            <p:cNvSpPr/>
            <p:nvPr/>
          </p:nvSpPr>
          <p:spPr>
            <a:xfrm>
              <a:off x="7326348" y="20743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0" name="pt25970"/>
            <p:cNvSpPr/>
            <p:nvPr/>
          </p:nvSpPr>
          <p:spPr>
            <a:xfrm>
              <a:off x="7140972" y="21473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1" name="pt25971"/>
            <p:cNvSpPr/>
            <p:nvPr/>
          </p:nvSpPr>
          <p:spPr>
            <a:xfrm>
              <a:off x="6874279" y="2015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2" name="pt25972"/>
            <p:cNvSpPr/>
            <p:nvPr/>
          </p:nvSpPr>
          <p:spPr>
            <a:xfrm>
              <a:off x="7414314" y="22226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3" name="pt25973"/>
            <p:cNvSpPr/>
            <p:nvPr/>
          </p:nvSpPr>
          <p:spPr>
            <a:xfrm>
              <a:off x="7166378" y="21879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4" name="pt25974"/>
            <p:cNvSpPr/>
            <p:nvPr/>
          </p:nvSpPr>
          <p:spPr>
            <a:xfrm>
              <a:off x="6778308" y="25314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5" name="pt25975"/>
            <p:cNvSpPr/>
            <p:nvPr/>
          </p:nvSpPr>
          <p:spPr>
            <a:xfrm>
              <a:off x="7140086" y="22354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6" name="pt25976"/>
            <p:cNvSpPr/>
            <p:nvPr/>
          </p:nvSpPr>
          <p:spPr>
            <a:xfrm>
              <a:off x="7095950" y="21608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7" name="pt25977"/>
            <p:cNvSpPr/>
            <p:nvPr/>
          </p:nvSpPr>
          <p:spPr>
            <a:xfrm>
              <a:off x="7201017" y="22369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8" name="pt25978"/>
            <p:cNvSpPr/>
            <p:nvPr/>
          </p:nvSpPr>
          <p:spPr>
            <a:xfrm>
              <a:off x="7296899" y="20267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9" name="pt25979"/>
            <p:cNvSpPr/>
            <p:nvPr/>
          </p:nvSpPr>
          <p:spPr>
            <a:xfrm>
              <a:off x="7122841" y="21019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0" name="pt25980"/>
            <p:cNvSpPr/>
            <p:nvPr/>
          </p:nvSpPr>
          <p:spPr>
            <a:xfrm>
              <a:off x="7239912" y="20641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1" name="pt25981"/>
            <p:cNvSpPr/>
            <p:nvPr/>
          </p:nvSpPr>
          <p:spPr>
            <a:xfrm>
              <a:off x="7060611" y="21123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2" name="pt25982"/>
            <p:cNvSpPr/>
            <p:nvPr/>
          </p:nvSpPr>
          <p:spPr>
            <a:xfrm>
              <a:off x="7092471" y="21120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3" name="pt25983"/>
            <p:cNvSpPr/>
            <p:nvPr/>
          </p:nvSpPr>
          <p:spPr>
            <a:xfrm>
              <a:off x="7195134" y="21663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4" name="pt25984"/>
            <p:cNvSpPr/>
            <p:nvPr/>
          </p:nvSpPr>
          <p:spPr>
            <a:xfrm>
              <a:off x="7120585" y="22146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5" name="pt25985"/>
            <p:cNvSpPr/>
            <p:nvPr/>
          </p:nvSpPr>
          <p:spPr>
            <a:xfrm>
              <a:off x="7011504" y="18023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6" name="pt25986"/>
            <p:cNvSpPr/>
            <p:nvPr/>
          </p:nvSpPr>
          <p:spPr>
            <a:xfrm>
              <a:off x="7298646" y="20013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7" name="pt25987"/>
            <p:cNvSpPr/>
            <p:nvPr/>
          </p:nvSpPr>
          <p:spPr>
            <a:xfrm>
              <a:off x="7083932" y="21935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8" name="pt25988"/>
            <p:cNvSpPr/>
            <p:nvPr/>
          </p:nvSpPr>
          <p:spPr>
            <a:xfrm>
              <a:off x="6996728" y="20230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9" name="pt25989"/>
            <p:cNvSpPr/>
            <p:nvPr/>
          </p:nvSpPr>
          <p:spPr>
            <a:xfrm>
              <a:off x="7152695" y="20309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0" name="pt25990"/>
            <p:cNvSpPr/>
            <p:nvPr/>
          </p:nvSpPr>
          <p:spPr>
            <a:xfrm>
              <a:off x="7368488" y="20819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1" name="pt25991"/>
            <p:cNvSpPr/>
            <p:nvPr/>
          </p:nvSpPr>
          <p:spPr>
            <a:xfrm>
              <a:off x="7102837" y="21645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2" name="pt25992"/>
            <p:cNvSpPr/>
            <p:nvPr/>
          </p:nvSpPr>
          <p:spPr>
            <a:xfrm>
              <a:off x="7241244" y="21405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3" name="pt25993"/>
            <p:cNvSpPr/>
            <p:nvPr/>
          </p:nvSpPr>
          <p:spPr>
            <a:xfrm>
              <a:off x="7214351" y="20605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4" name="pt25994"/>
            <p:cNvSpPr/>
            <p:nvPr/>
          </p:nvSpPr>
          <p:spPr>
            <a:xfrm>
              <a:off x="7248539" y="20389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5" name="pt25995"/>
            <p:cNvSpPr/>
            <p:nvPr/>
          </p:nvSpPr>
          <p:spPr>
            <a:xfrm>
              <a:off x="7086591" y="22190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6" name="pt25996"/>
            <p:cNvSpPr/>
            <p:nvPr/>
          </p:nvSpPr>
          <p:spPr>
            <a:xfrm>
              <a:off x="7110785" y="21492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7" name="pt25997"/>
            <p:cNvSpPr/>
            <p:nvPr/>
          </p:nvSpPr>
          <p:spPr>
            <a:xfrm>
              <a:off x="7104550" y="20700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8" name="pt25998"/>
            <p:cNvSpPr/>
            <p:nvPr/>
          </p:nvSpPr>
          <p:spPr>
            <a:xfrm>
              <a:off x="7325295" y="19320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9" name="pt25999"/>
            <p:cNvSpPr/>
            <p:nvPr/>
          </p:nvSpPr>
          <p:spPr>
            <a:xfrm>
              <a:off x="7153477" y="19714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0" name="pt26000"/>
            <p:cNvSpPr/>
            <p:nvPr/>
          </p:nvSpPr>
          <p:spPr>
            <a:xfrm>
              <a:off x="7417940" y="26197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1" name="pt26001"/>
            <p:cNvSpPr/>
            <p:nvPr/>
          </p:nvSpPr>
          <p:spPr>
            <a:xfrm>
              <a:off x="7140541" y="22146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2" name="pt26002"/>
            <p:cNvSpPr/>
            <p:nvPr/>
          </p:nvSpPr>
          <p:spPr>
            <a:xfrm>
              <a:off x="7136938" y="23478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3" name="pt26003"/>
            <p:cNvSpPr/>
            <p:nvPr/>
          </p:nvSpPr>
          <p:spPr>
            <a:xfrm>
              <a:off x="6915132" y="2246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4" name="pt26004"/>
            <p:cNvSpPr/>
            <p:nvPr/>
          </p:nvSpPr>
          <p:spPr>
            <a:xfrm>
              <a:off x="7374166" y="19297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5" name="pt26005"/>
            <p:cNvSpPr/>
            <p:nvPr/>
          </p:nvSpPr>
          <p:spPr>
            <a:xfrm>
              <a:off x="7127411" y="21951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6" name="pt26006"/>
            <p:cNvSpPr/>
            <p:nvPr/>
          </p:nvSpPr>
          <p:spPr>
            <a:xfrm>
              <a:off x="7008585" y="1908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7" name="pt26007"/>
            <p:cNvSpPr/>
            <p:nvPr/>
          </p:nvSpPr>
          <p:spPr>
            <a:xfrm>
              <a:off x="6889373" y="21086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8" name="pt26008"/>
            <p:cNvSpPr/>
            <p:nvPr/>
          </p:nvSpPr>
          <p:spPr>
            <a:xfrm>
              <a:off x="7358053" y="21086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9" name="pt26009"/>
            <p:cNvSpPr/>
            <p:nvPr/>
          </p:nvSpPr>
          <p:spPr>
            <a:xfrm>
              <a:off x="7151896" y="19881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0" name="pt26010"/>
            <p:cNvSpPr/>
            <p:nvPr/>
          </p:nvSpPr>
          <p:spPr>
            <a:xfrm>
              <a:off x="7422021" y="25396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1" name="pt26011"/>
            <p:cNvSpPr/>
            <p:nvPr/>
          </p:nvSpPr>
          <p:spPr>
            <a:xfrm>
              <a:off x="6950273" y="19395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2" name="pt26012"/>
            <p:cNvSpPr/>
            <p:nvPr/>
          </p:nvSpPr>
          <p:spPr>
            <a:xfrm>
              <a:off x="7335151" y="2379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3" name="pt26013"/>
            <p:cNvSpPr/>
            <p:nvPr/>
          </p:nvSpPr>
          <p:spPr>
            <a:xfrm>
              <a:off x="7351298" y="26215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4" name="pt26014"/>
            <p:cNvSpPr/>
            <p:nvPr/>
          </p:nvSpPr>
          <p:spPr>
            <a:xfrm>
              <a:off x="7175322" y="20450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5" name="pt26015"/>
            <p:cNvSpPr/>
            <p:nvPr/>
          </p:nvSpPr>
          <p:spPr>
            <a:xfrm>
              <a:off x="6912216" y="22767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6" name="pt26016"/>
            <p:cNvSpPr/>
            <p:nvPr/>
          </p:nvSpPr>
          <p:spPr>
            <a:xfrm>
              <a:off x="7178991" y="21461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7" name="pt26017"/>
            <p:cNvSpPr/>
            <p:nvPr/>
          </p:nvSpPr>
          <p:spPr>
            <a:xfrm>
              <a:off x="7379136" y="24834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8" name="pt26018"/>
            <p:cNvSpPr/>
            <p:nvPr/>
          </p:nvSpPr>
          <p:spPr>
            <a:xfrm>
              <a:off x="7241658" y="20107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9" name="pt26019"/>
            <p:cNvSpPr/>
            <p:nvPr/>
          </p:nvSpPr>
          <p:spPr>
            <a:xfrm>
              <a:off x="7105709" y="21351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0" name="pt26020"/>
            <p:cNvSpPr/>
            <p:nvPr/>
          </p:nvSpPr>
          <p:spPr>
            <a:xfrm>
              <a:off x="6998411" y="18460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1" name="pt26021"/>
            <p:cNvSpPr/>
            <p:nvPr/>
          </p:nvSpPr>
          <p:spPr>
            <a:xfrm>
              <a:off x="7128031" y="22208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2" name="pt26022"/>
            <p:cNvSpPr/>
            <p:nvPr/>
          </p:nvSpPr>
          <p:spPr>
            <a:xfrm>
              <a:off x="7175755" y="20643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3" name="pt26023"/>
            <p:cNvSpPr/>
            <p:nvPr/>
          </p:nvSpPr>
          <p:spPr>
            <a:xfrm>
              <a:off x="7095811" y="21939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4" name="pt26024"/>
            <p:cNvSpPr/>
            <p:nvPr/>
          </p:nvSpPr>
          <p:spPr>
            <a:xfrm>
              <a:off x="7087793" y="22412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5" name="pt26025"/>
            <p:cNvSpPr/>
            <p:nvPr/>
          </p:nvSpPr>
          <p:spPr>
            <a:xfrm>
              <a:off x="7141468" y="22499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6" name="pt26026"/>
            <p:cNvSpPr/>
            <p:nvPr/>
          </p:nvSpPr>
          <p:spPr>
            <a:xfrm>
              <a:off x="7226837" y="22595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7" name="pt26027"/>
            <p:cNvSpPr/>
            <p:nvPr/>
          </p:nvSpPr>
          <p:spPr>
            <a:xfrm>
              <a:off x="6918853" y="2186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8" name="pt26028"/>
            <p:cNvSpPr/>
            <p:nvPr/>
          </p:nvSpPr>
          <p:spPr>
            <a:xfrm>
              <a:off x="7138619" y="21981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9" name="pt26029"/>
            <p:cNvSpPr/>
            <p:nvPr/>
          </p:nvSpPr>
          <p:spPr>
            <a:xfrm>
              <a:off x="7245484" y="20570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0" name="pt26030"/>
            <p:cNvSpPr/>
            <p:nvPr/>
          </p:nvSpPr>
          <p:spPr>
            <a:xfrm>
              <a:off x="7243503" y="20897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1" name="pt26031"/>
            <p:cNvSpPr/>
            <p:nvPr/>
          </p:nvSpPr>
          <p:spPr>
            <a:xfrm>
              <a:off x="7149519" y="21110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2" name="pt26032"/>
            <p:cNvSpPr/>
            <p:nvPr/>
          </p:nvSpPr>
          <p:spPr>
            <a:xfrm>
              <a:off x="6859957" y="22227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3" name="pt26033"/>
            <p:cNvSpPr/>
            <p:nvPr/>
          </p:nvSpPr>
          <p:spPr>
            <a:xfrm>
              <a:off x="6985174" y="20669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4" name="pt26034"/>
            <p:cNvSpPr/>
            <p:nvPr/>
          </p:nvSpPr>
          <p:spPr>
            <a:xfrm>
              <a:off x="7078337" y="21733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5" name="pt26035"/>
            <p:cNvSpPr/>
            <p:nvPr/>
          </p:nvSpPr>
          <p:spPr>
            <a:xfrm>
              <a:off x="7180144" y="21208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6" name="pt26036"/>
            <p:cNvSpPr/>
            <p:nvPr/>
          </p:nvSpPr>
          <p:spPr>
            <a:xfrm>
              <a:off x="7340055" y="23684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7" name="pt26037"/>
            <p:cNvSpPr/>
            <p:nvPr/>
          </p:nvSpPr>
          <p:spPr>
            <a:xfrm>
              <a:off x="7010426" y="19340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8" name="pt26038"/>
            <p:cNvSpPr/>
            <p:nvPr/>
          </p:nvSpPr>
          <p:spPr>
            <a:xfrm>
              <a:off x="7124967" y="22463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9" name="pt26039"/>
            <p:cNvSpPr/>
            <p:nvPr/>
          </p:nvSpPr>
          <p:spPr>
            <a:xfrm>
              <a:off x="7321397" y="23465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0" name="pt26040"/>
            <p:cNvSpPr/>
            <p:nvPr/>
          </p:nvSpPr>
          <p:spPr>
            <a:xfrm>
              <a:off x="7057777" y="22697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1" name="pt26041"/>
            <p:cNvSpPr/>
            <p:nvPr/>
          </p:nvSpPr>
          <p:spPr>
            <a:xfrm>
              <a:off x="7289421" y="20959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2" name="pt26042"/>
            <p:cNvSpPr/>
            <p:nvPr/>
          </p:nvSpPr>
          <p:spPr>
            <a:xfrm>
              <a:off x="6923999" y="21564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3" name="pt26043"/>
            <p:cNvSpPr/>
            <p:nvPr/>
          </p:nvSpPr>
          <p:spPr>
            <a:xfrm>
              <a:off x="7087894" y="22075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4" name="pt26044"/>
            <p:cNvSpPr/>
            <p:nvPr/>
          </p:nvSpPr>
          <p:spPr>
            <a:xfrm>
              <a:off x="7343193" y="25399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5" name="pt26045"/>
            <p:cNvSpPr/>
            <p:nvPr/>
          </p:nvSpPr>
          <p:spPr>
            <a:xfrm>
              <a:off x="7457155" y="23035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6" name="pt26046"/>
            <p:cNvSpPr/>
            <p:nvPr/>
          </p:nvSpPr>
          <p:spPr>
            <a:xfrm>
              <a:off x="6942886" y="21537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7" name="pt26047"/>
            <p:cNvSpPr/>
            <p:nvPr/>
          </p:nvSpPr>
          <p:spPr>
            <a:xfrm>
              <a:off x="7373776" y="22079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8" name="pt26048"/>
            <p:cNvSpPr/>
            <p:nvPr/>
          </p:nvSpPr>
          <p:spPr>
            <a:xfrm>
              <a:off x="6895417" y="19038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9" name="pt26049"/>
            <p:cNvSpPr/>
            <p:nvPr/>
          </p:nvSpPr>
          <p:spPr>
            <a:xfrm>
              <a:off x="7102393" y="21048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0" name="pt26050"/>
            <p:cNvSpPr/>
            <p:nvPr/>
          </p:nvSpPr>
          <p:spPr>
            <a:xfrm>
              <a:off x="7008591" y="19462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1" name="pt26051"/>
            <p:cNvSpPr/>
            <p:nvPr/>
          </p:nvSpPr>
          <p:spPr>
            <a:xfrm>
              <a:off x="7114323" y="21651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2" name="pt26052"/>
            <p:cNvSpPr/>
            <p:nvPr/>
          </p:nvSpPr>
          <p:spPr>
            <a:xfrm>
              <a:off x="7077025" y="22171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3" name="pt26053"/>
            <p:cNvSpPr/>
            <p:nvPr/>
          </p:nvSpPr>
          <p:spPr>
            <a:xfrm>
              <a:off x="7367837" y="20595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4" name="pt26054"/>
            <p:cNvSpPr/>
            <p:nvPr/>
          </p:nvSpPr>
          <p:spPr>
            <a:xfrm>
              <a:off x="7012195" y="18887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5" name="pt26055"/>
            <p:cNvSpPr/>
            <p:nvPr/>
          </p:nvSpPr>
          <p:spPr>
            <a:xfrm>
              <a:off x="7146915" y="20654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6" name="pt26056"/>
            <p:cNvSpPr/>
            <p:nvPr/>
          </p:nvSpPr>
          <p:spPr>
            <a:xfrm>
              <a:off x="7015774" y="1943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7" name="pt26057"/>
            <p:cNvSpPr/>
            <p:nvPr/>
          </p:nvSpPr>
          <p:spPr>
            <a:xfrm>
              <a:off x="7481919" y="21997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8" name="pt26058"/>
            <p:cNvSpPr/>
            <p:nvPr/>
          </p:nvSpPr>
          <p:spPr>
            <a:xfrm>
              <a:off x="6819962" y="18628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9" name="pt26059"/>
            <p:cNvSpPr/>
            <p:nvPr/>
          </p:nvSpPr>
          <p:spPr>
            <a:xfrm>
              <a:off x="7179598" y="19447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0" name="pt26060"/>
            <p:cNvSpPr/>
            <p:nvPr/>
          </p:nvSpPr>
          <p:spPr>
            <a:xfrm>
              <a:off x="7195003" y="22827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1" name="pt26061"/>
            <p:cNvSpPr/>
            <p:nvPr/>
          </p:nvSpPr>
          <p:spPr>
            <a:xfrm>
              <a:off x="7064632" y="21148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2" name="pt26062"/>
            <p:cNvSpPr/>
            <p:nvPr/>
          </p:nvSpPr>
          <p:spPr>
            <a:xfrm>
              <a:off x="7050131" y="18404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3" name="pt26063"/>
            <p:cNvSpPr/>
            <p:nvPr/>
          </p:nvSpPr>
          <p:spPr>
            <a:xfrm>
              <a:off x="7240827" y="21062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4" name="pt26064"/>
            <p:cNvSpPr/>
            <p:nvPr/>
          </p:nvSpPr>
          <p:spPr>
            <a:xfrm>
              <a:off x="7094157" y="21771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5" name="pt26065"/>
            <p:cNvSpPr/>
            <p:nvPr/>
          </p:nvSpPr>
          <p:spPr>
            <a:xfrm>
              <a:off x="7213875" y="20849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6" name="pt26066"/>
            <p:cNvSpPr/>
            <p:nvPr/>
          </p:nvSpPr>
          <p:spPr>
            <a:xfrm>
              <a:off x="7137901" y="22836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7" name="pt26067"/>
            <p:cNvSpPr/>
            <p:nvPr/>
          </p:nvSpPr>
          <p:spPr>
            <a:xfrm>
              <a:off x="7169190" y="22158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8" name="pt26068"/>
            <p:cNvSpPr/>
            <p:nvPr/>
          </p:nvSpPr>
          <p:spPr>
            <a:xfrm>
              <a:off x="6979063" y="18158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9" name="pt26069"/>
            <p:cNvSpPr/>
            <p:nvPr/>
          </p:nvSpPr>
          <p:spPr>
            <a:xfrm>
              <a:off x="7038358" y="23490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0" name="pt26070"/>
            <p:cNvSpPr/>
            <p:nvPr/>
          </p:nvSpPr>
          <p:spPr>
            <a:xfrm>
              <a:off x="6977766" y="19249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1" name="pt26071"/>
            <p:cNvSpPr/>
            <p:nvPr/>
          </p:nvSpPr>
          <p:spPr>
            <a:xfrm>
              <a:off x="7115596" y="21803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2" name="pt26072"/>
            <p:cNvSpPr/>
            <p:nvPr/>
          </p:nvSpPr>
          <p:spPr>
            <a:xfrm>
              <a:off x="7176084" y="21075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3" name="pt26073"/>
            <p:cNvSpPr/>
            <p:nvPr/>
          </p:nvSpPr>
          <p:spPr>
            <a:xfrm>
              <a:off x="7186614" y="21584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4" name="pt26074"/>
            <p:cNvSpPr/>
            <p:nvPr/>
          </p:nvSpPr>
          <p:spPr>
            <a:xfrm>
              <a:off x="6937604" y="21976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5" name="pt26075"/>
            <p:cNvSpPr/>
            <p:nvPr/>
          </p:nvSpPr>
          <p:spPr>
            <a:xfrm>
              <a:off x="7263518" y="21107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6" name="pt26076"/>
            <p:cNvSpPr/>
            <p:nvPr/>
          </p:nvSpPr>
          <p:spPr>
            <a:xfrm>
              <a:off x="7118599" y="21654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7" name="pt26077"/>
            <p:cNvSpPr/>
            <p:nvPr/>
          </p:nvSpPr>
          <p:spPr>
            <a:xfrm>
              <a:off x="7126278" y="22054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8" name="pt26078"/>
            <p:cNvSpPr/>
            <p:nvPr/>
          </p:nvSpPr>
          <p:spPr>
            <a:xfrm>
              <a:off x="6835210" y="23415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9" name="pt26079"/>
            <p:cNvSpPr/>
            <p:nvPr/>
          </p:nvSpPr>
          <p:spPr>
            <a:xfrm>
              <a:off x="7062264" y="22035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0" name="pt26080"/>
            <p:cNvSpPr/>
            <p:nvPr/>
          </p:nvSpPr>
          <p:spPr>
            <a:xfrm>
              <a:off x="6879479" y="17766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1" name="pt26081"/>
            <p:cNvSpPr/>
            <p:nvPr/>
          </p:nvSpPr>
          <p:spPr>
            <a:xfrm>
              <a:off x="7180877" y="2084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2" name="pt26082"/>
            <p:cNvSpPr/>
            <p:nvPr/>
          </p:nvSpPr>
          <p:spPr>
            <a:xfrm>
              <a:off x="7121653" y="22043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3" name="pt26083"/>
            <p:cNvSpPr/>
            <p:nvPr/>
          </p:nvSpPr>
          <p:spPr>
            <a:xfrm>
              <a:off x="6851408" y="22524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4" name="pt26084"/>
            <p:cNvSpPr/>
            <p:nvPr/>
          </p:nvSpPr>
          <p:spPr>
            <a:xfrm>
              <a:off x="7066501" y="20543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5" name="pt26085"/>
            <p:cNvSpPr/>
            <p:nvPr/>
          </p:nvSpPr>
          <p:spPr>
            <a:xfrm>
              <a:off x="7040917" y="21742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6" name="pt26086"/>
            <p:cNvSpPr/>
            <p:nvPr/>
          </p:nvSpPr>
          <p:spPr>
            <a:xfrm>
              <a:off x="7598036" y="24742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7" name="pt26087"/>
            <p:cNvSpPr/>
            <p:nvPr/>
          </p:nvSpPr>
          <p:spPr>
            <a:xfrm>
              <a:off x="7075379" y="22562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8" name="pt26088"/>
            <p:cNvSpPr/>
            <p:nvPr/>
          </p:nvSpPr>
          <p:spPr>
            <a:xfrm>
              <a:off x="7386383" y="25520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9" name="pt26089"/>
            <p:cNvSpPr/>
            <p:nvPr/>
          </p:nvSpPr>
          <p:spPr>
            <a:xfrm>
              <a:off x="7216914" y="19305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0" name="pt26090"/>
            <p:cNvSpPr/>
            <p:nvPr/>
          </p:nvSpPr>
          <p:spPr>
            <a:xfrm>
              <a:off x="7242791" y="22569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1" name="pt26091"/>
            <p:cNvSpPr/>
            <p:nvPr/>
          </p:nvSpPr>
          <p:spPr>
            <a:xfrm>
              <a:off x="7289642" y="21181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2" name="pt26092"/>
            <p:cNvSpPr/>
            <p:nvPr/>
          </p:nvSpPr>
          <p:spPr>
            <a:xfrm>
              <a:off x="7126751" y="22686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3" name="pt26093"/>
            <p:cNvSpPr/>
            <p:nvPr/>
          </p:nvSpPr>
          <p:spPr>
            <a:xfrm>
              <a:off x="6813289" y="18115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4" name="pt26094"/>
            <p:cNvSpPr/>
            <p:nvPr/>
          </p:nvSpPr>
          <p:spPr>
            <a:xfrm>
              <a:off x="6862955" y="23421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5" name="pt26095"/>
            <p:cNvSpPr/>
            <p:nvPr/>
          </p:nvSpPr>
          <p:spPr>
            <a:xfrm>
              <a:off x="6987324" y="19263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6" name="pt26096"/>
            <p:cNvSpPr/>
            <p:nvPr/>
          </p:nvSpPr>
          <p:spPr>
            <a:xfrm>
              <a:off x="7115034" y="21350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7" name="pt26097"/>
            <p:cNvSpPr/>
            <p:nvPr/>
          </p:nvSpPr>
          <p:spPr>
            <a:xfrm>
              <a:off x="7175352" y="20471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8" name="pt26098"/>
            <p:cNvSpPr/>
            <p:nvPr/>
          </p:nvSpPr>
          <p:spPr>
            <a:xfrm>
              <a:off x="6897277" y="20724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9" name="pt26099"/>
            <p:cNvSpPr/>
            <p:nvPr/>
          </p:nvSpPr>
          <p:spPr>
            <a:xfrm>
              <a:off x="7104208" y="2140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0" name="pt26100"/>
            <p:cNvSpPr/>
            <p:nvPr/>
          </p:nvSpPr>
          <p:spPr>
            <a:xfrm>
              <a:off x="7104689" y="21304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1" name="pt26101"/>
            <p:cNvSpPr/>
            <p:nvPr/>
          </p:nvSpPr>
          <p:spPr>
            <a:xfrm>
              <a:off x="7321802" y="2036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2" name="pt26102"/>
            <p:cNvSpPr/>
            <p:nvPr/>
          </p:nvSpPr>
          <p:spPr>
            <a:xfrm>
              <a:off x="6938870" y="21617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3" name="pt26103"/>
            <p:cNvSpPr/>
            <p:nvPr/>
          </p:nvSpPr>
          <p:spPr>
            <a:xfrm>
              <a:off x="7378088" y="25192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4" name="pt26104"/>
            <p:cNvSpPr/>
            <p:nvPr/>
          </p:nvSpPr>
          <p:spPr>
            <a:xfrm>
              <a:off x="6871398" y="20297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5" name="pt26105"/>
            <p:cNvSpPr/>
            <p:nvPr/>
          </p:nvSpPr>
          <p:spPr>
            <a:xfrm>
              <a:off x="7236452" y="20498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6" name="pt26106"/>
            <p:cNvSpPr/>
            <p:nvPr/>
          </p:nvSpPr>
          <p:spPr>
            <a:xfrm>
              <a:off x="7686195" y="24388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7" name="pt26107"/>
            <p:cNvSpPr/>
            <p:nvPr/>
          </p:nvSpPr>
          <p:spPr>
            <a:xfrm>
              <a:off x="6990182" y="20541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8" name="pt26108"/>
            <p:cNvSpPr/>
            <p:nvPr/>
          </p:nvSpPr>
          <p:spPr>
            <a:xfrm>
              <a:off x="7019307" y="19557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9" name="pt26109"/>
            <p:cNvSpPr/>
            <p:nvPr/>
          </p:nvSpPr>
          <p:spPr>
            <a:xfrm>
              <a:off x="7662052" y="24100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0" name="pt26110"/>
            <p:cNvSpPr/>
            <p:nvPr/>
          </p:nvSpPr>
          <p:spPr>
            <a:xfrm>
              <a:off x="7043749" y="21910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1" name="pt26111"/>
            <p:cNvSpPr/>
            <p:nvPr/>
          </p:nvSpPr>
          <p:spPr>
            <a:xfrm>
              <a:off x="7226719" y="22233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2" name="pt26112"/>
            <p:cNvSpPr/>
            <p:nvPr/>
          </p:nvSpPr>
          <p:spPr>
            <a:xfrm>
              <a:off x="7170990" y="21615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3" name="pt26113"/>
            <p:cNvSpPr/>
            <p:nvPr/>
          </p:nvSpPr>
          <p:spPr>
            <a:xfrm>
              <a:off x="7197614" y="2301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4" name="pt26114"/>
            <p:cNvSpPr/>
            <p:nvPr/>
          </p:nvSpPr>
          <p:spPr>
            <a:xfrm>
              <a:off x="7294817" y="19604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5" name="pt26115"/>
            <p:cNvSpPr/>
            <p:nvPr/>
          </p:nvSpPr>
          <p:spPr>
            <a:xfrm>
              <a:off x="7210880" y="20800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6" name="pt26116"/>
            <p:cNvSpPr/>
            <p:nvPr/>
          </p:nvSpPr>
          <p:spPr>
            <a:xfrm>
              <a:off x="7237637" y="21991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7" name="pt26117"/>
            <p:cNvSpPr/>
            <p:nvPr/>
          </p:nvSpPr>
          <p:spPr>
            <a:xfrm>
              <a:off x="7286335" y="19483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8" name="pt26118"/>
            <p:cNvSpPr/>
            <p:nvPr/>
          </p:nvSpPr>
          <p:spPr>
            <a:xfrm>
              <a:off x="7141557" y="21508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9" name="pt26119"/>
            <p:cNvSpPr/>
            <p:nvPr/>
          </p:nvSpPr>
          <p:spPr>
            <a:xfrm>
              <a:off x="7066616" y="19660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0" name="pt26120"/>
            <p:cNvSpPr/>
            <p:nvPr/>
          </p:nvSpPr>
          <p:spPr>
            <a:xfrm>
              <a:off x="7034383" y="23557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1" name="pt26121"/>
            <p:cNvSpPr/>
            <p:nvPr/>
          </p:nvSpPr>
          <p:spPr>
            <a:xfrm>
              <a:off x="7155997" y="19579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2" name="pt26122"/>
            <p:cNvSpPr/>
            <p:nvPr/>
          </p:nvSpPr>
          <p:spPr>
            <a:xfrm>
              <a:off x="6899514" y="23401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3" name="pt26123"/>
            <p:cNvSpPr/>
            <p:nvPr/>
          </p:nvSpPr>
          <p:spPr>
            <a:xfrm>
              <a:off x="7975693" y="2470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4" name="pt26124"/>
            <p:cNvSpPr/>
            <p:nvPr/>
          </p:nvSpPr>
          <p:spPr>
            <a:xfrm>
              <a:off x="7177813" y="20381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5" name="pt26125"/>
            <p:cNvSpPr/>
            <p:nvPr/>
          </p:nvSpPr>
          <p:spPr>
            <a:xfrm>
              <a:off x="6767517" y="26186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6" name="pt26126"/>
            <p:cNvSpPr/>
            <p:nvPr/>
          </p:nvSpPr>
          <p:spPr>
            <a:xfrm>
              <a:off x="7071491" y="2166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7" name="pt26127"/>
            <p:cNvSpPr/>
            <p:nvPr/>
          </p:nvSpPr>
          <p:spPr>
            <a:xfrm>
              <a:off x="6822438" y="19882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8" name="pt26128"/>
            <p:cNvSpPr/>
            <p:nvPr/>
          </p:nvSpPr>
          <p:spPr>
            <a:xfrm>
              <a:off x="7002286" y="17026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9" name="pt26129"/>
            <p:cNvSpPr/>
            <p:nvPr/>
          </p:nvSpPr>
          <p:spPr>
            <a:xfrm>
              <a:off x="6914675" y="19596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0" name="pt26130"/>
            <p:cNvSpPr/>
            <p:nvPr/>
          </p:nvSpPr>
          <p:spPr>
            <a:xfrm>
              <a:off x="7123680" y="21001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1" name="pt26131"/>
            <p:cNvSpPr/>
            <p:nvPr/>
          </p:nvSpPr>
          <p:spPr>
            <a:xfrm>
              <a:off x="7073426" y="22184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2" name="pt26132"/>
            <p:cNvSpPr/>
            <p:nvPr/>
          </p:nvSpPr>
          <p:spPr>
            <a:xfrm>
              <a:off x="7033215" y="2338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3" name="pt26133"/>
            <p:cNvSpPr/>
            <p:nvPr/>
          </p:nvSpPr>
          <p:spPr>
            <a:xfrm>
              <a:off x="7377213" y="24573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4" name="pt26134"/>
            <p:cNvSpPr/>
            <p:nvPr/>
          </p:nvSpPr>
          <p:spPr>
            <a:xfrm>
              <a:off x="7167807" y="21627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5" name="pt26135"/>
            <p:cNvSpPr/>
            <p:nvPr/>
          </p:nvSpPr>
          <p:spPr>
            <a:xfrm>
              <a:off x="7216616" y="20711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6" name="pt26136"/>
            <p:cNvSpPr/>
            <p:nvPr/>
          </p:nvSpPr>
          <p:spPr>
            <a:xfrm>
              <a:off x="7397898" y="28983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7" name="pt26137"/>
            <p:cNvSpPr/>
            <p:nvPr/>
          </p:nvSpPr>
          <p:spPr>
            <a:xfrm>
              <a:off x="7030808" y="22636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8" name="pt26138"/>
            <p:cNvSpPr/>
            <p:nvPr/>
          </p:nvSpPr>
          <p:spPr>
            <a:xfrm>
              <a:off x="6877005" y="2238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9" name="pt26139"/>
            <p:cNvSpPr/>
            <p:nvPr/>
          </p:nvSpPr>
          <p:spPr>
            <a:xfrm>
              <a:off x="7067095" y="19697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0" name="pt26140"/>
            <p:cNvSpPr/>
            <p:nvPr/>
          </p:nvSpPr>
          <p:spPr>
            <a:xfrm>
              <a:off x="7274610" y="19706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1" name="pt26141"/>
            <p:cNvSpPr/>
            <p:nvPr/>
          </p:nvSpPr>
          <p:spPr>
            <a:xfrm>
              <a:off x="7305031" y="19749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2" name="pt26142"/>
            <p:cNvSpPr/>
            <p:nvPr/>
          </p:nvSpPr>
          <p:spPr>
            <a:xfrm>
              <a:off x="7333075" y="18422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3" name="pt26143"/>
            <p:cNvSpPr/>
            <p:nvPr/>
          </p:nvSpPr>
          <p:spPr>
            <a:xfrm>
              <a:off x="6989445" y="2088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4" name="pt26144"/>
            <p:cNvSpPr/>
            <p:nvPr/>
          </p:nvSpPr>
          <p:spPr>
            <a:xfrm>
              <a:off x="7052769" y="19388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5" name="pt26145"/>
            <p:cNvSpPr/>
            <p:nvPr/>
          </p:nvSpPr>
          <p:spPr>
            <a:xfrm>
              <a:off x="6875062" y="21291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6" name="pt26146"/>
            <p:cNvSpPr/>
            <p:nvPr/>
          </p:nvSpPr>
          <p:spPr>
            <a:xfrm>
              <a:off x="7161867" y="21212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7" name="pt26147"/>
            <p:cNvSpPr/>
            <p:nvPr/>
          </p:nvSpPr>
          <p:spPr>
            <a:xfrm>
              <a:off x="6770558" y="24597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8" name="pt26148"/>
            <p:cNvSpPr/>
            <p:nvPr/>
          </p:nvSpPr>
          <p:spPr>
            <a:xfrm>
              <a:off x="7050857" y="17468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9" name="pt26149"/>
            <p:cNvSpPr/>
            <p:nvPr/>
          </p:nvSpPr>
          <p:spPr>
            <a:xfrm>
              <a:off x="6839614" y="22186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0" name="pt26150"/>
            <p:cNvSpPr/>
            <p:nvPr/>
          </p:nvSpPr>
          <p:spPr>
            <a:xfrm>
              <a:off x="7228071" y="21758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1" name="pt26151"/>
            <p:cNvSpPr/>
            <p:nvPr/>
          </p:nvSpPr>
          <p:spPr>
            <a:xfrm>
              <a:off x="7030342" y="22304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2" name="pt26152"/>
            <p:cNvSpPr/>
            <p:nvPr/>
          </p:nvSpPr>
          <p:spPr>
            <a:xfrm>
              <a:off x="7036886" y="24458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3" name="pt26153"/>
            <p:cNvSpPr/>
            <p:nvPr/>
          </p:nvSpPr>
          <p:spPr>
            <a:xfrm>
              <a:off x="6919925" y="22830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4" name="pt26154"/>
            <p:cNvSpPr/>
            <p:nvPr/>
          </p:nvSpPr>
          <p:spPr>
            <a:xfrm>
              <a:off x="6879109" y="17781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5" name="pt26155"/>
            <p:cNvSpPr/>
            <p:nvPr/>
          </p:nvSpPr>
          <p:spPr>
            <a:xfrm>
              <a:off x="7045759" y="21374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6" name="pt26156"/>
            <p:cNvSpPr/>
            <p:nvPr/>
          </p:nvSpPr>
          <p:spPr>
            <a:xfrm>
              <a:off x="7218172" y="19916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7" name="pt26157"/>
            <p:cNvSpPr/>
            <p:nvPr/>
          </p:nvSpPr>
          <p:spPr>
            <a:xfrm>
              <a:off x="7081557" y="21981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8" name="pt26158"/>
            <p:cNvSpPr/>
            <p:nvPr/>
          </p:nvSpPr>
          <p:spPr>
            <a:xfrm>
              <a:off x="7145837" y="21516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9" name="pt26159"/>
            <p:cNvSpPr/>
            <p:nvPr/>
          </p:nvSpPr>
          <p:spPr>
            <a:xfrm>
              <a:off x="6964960" y="1976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0" name="pt26160"/>
            <p:cNvSpPr/>
            <p:nvPr/>
          </p:nvSpPr>
          <p:spPr>
            <a:xfrm>
              <a:off x="7118378" y="22311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1" name="pt26161"/>
            <p:cNvSpPr/>
            <p:nvPr/>
          </p:nvSpPr>
          <p:spPr>
            <a:xfrm>
              <a:off x="7143435" y="21498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2" name="pt26162"/>
            <p:cNvSpPr/>
            <p:nvPr/>
          </p:nvSpPr>
          <p:spPr>
            <a:xfrm>
              <a:off x="6981218" y="22244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3" name="pt26163"/>
            <p:cNvSpPr/>
            <p:nvPr/>
          </p:nvSpPr>
          <p:spPr>
            <a:xfrm>
              <a:off x="7129970" y="23420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4" name="pt26164"/>
            <p:cNvSpPr/>
            <p:nvPr/>
          </p:nvSpPr>
          <p:spPr>
            <a:xfrm>
              <a:off x="7344838" y="25188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5" name="pt26165"/>
            <p:cNvSpPr/>
            <p:nvPr/>
          </p:nvSpPr>
          <p:spPr>
            <a:xfrm>
              <a:off x="7145935" y="20751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6" name="pt26166"/>
            <p:cNvSpPr/>
            <p:nvPr/>
          </p:nvSpPr>
          <p:spPr>
            <a:xfrm>
              <a:off x="7117374" y="21191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7" name="pt26167"/>
            <p:cNvSpPr/>
            <p:nvPr/>
          </p:nvSpPr>
          <p:spPr>
            <a:xfrm>
              <a:off x="7174243" y="20219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8" name="pt26168"/>
            <p:cNvSpPr/>
            <p:nvPr/>
          </p:nvSpPr>
          <p:spPr>
            <a:xfrm>
              <a:off x="7260774" y="20845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9" name="pt26169"/>
            <p:cNvSpPr/>
            <p:nvPr/>
          </p:nvSpPr>
          <p:spPr>
            <a:xfrm>
              <a:off x="7585986" y="24268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0" name="pt26170"/>
            <p:cNvSpPr/>
            <p:nvPr/>
          </p:nvSpPr>
          <p:spPr>
            <a:xfrm>
              <a:off x="6942082" y="20808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1" name="pt26171"/>
            <p:cNvSpPr/>
            <p:nvPr/>
          </p:nvSpPr>
          <p:spPr>
            <a:xfrm>
              <a:off x="7168015" y="21903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2" name="pt26172"/>
            <p:cNvSpPr/>
            <p:nvPr/>
          </p:nvSpPr>
          <p:spPr>
            <a:xfrm>
              <a:off x="7058048" y="22898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3" name="pt26173"/>
            <p:cNvSpPr/>
            <p:nvPr/>
          </p:nvSpPr>
          <p:spPr>
            <a:xfrm>
              <a:off x="7262038" y="20435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4" name="pt26174"/>
            <p:cNvSpPr/>
            <p:nvPr/>
          </p:nvSpPr>
          <p:spPr>
            <a:xfrm>
              <a:off x="7210198" y="22221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5" name="pt26175"/>
            <p:cNvSpPr/>
            <p:nvPr/>
          </p:nvSpPr>
          <p:spPr>
            <a:xfrm>
              <a:off x="7107129" y="21332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6" name="pt26176"/>
            <p:cNvSpPr/>
            <p:nvPr/>
          </p:nvSpPr>
          <p:spPr>
            <a:xfrm>
              <a:off x="7124813" y="22336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7" name="pt26177"/>
            <p:cNvSpPr/>
            <p:nvPr/>
          </p:nvSpPr>
          <p:spPr>
            <a:xfrm>
              <a:off x="7348011" y="25153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8" name="pt26178"/>
            <p:cNvSpPr/>
            <p:nvPr/>
          </p:nvSpPr>
          <p:spPr>
            <a:xfrm>
              <a:off x="6861037" y="22737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9" name="pt26179"/>
            <p:cNvSpPr/>
            <p:nvPr/>
          </p:nvSpPr>
          <p:spPr>
            <a:xfrm>
              <a:off x="7068219" y="20510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0" name="pt26180"/>
            <p:cNvSpPr/>
            <p:nvPr/>
          </p:nvSpPr>
          <p:spPr>
            <a:xfrm>
              <a:off x="7036684" y="23768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1" name="pt26181"/>
            <p:cNvSpPr/>
            <p:nvPr/>
          </p:nvSpPr>
          <p:spPr>
            <a:xfrm>
              <a:off x="7203153" y="22044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2" name="pt26182"/>
            <p:cNvSpPr/>
            <p:nvPr/>
          </p:nvSpPr>
          <p:spPr>
            <a:xfrm>
              <a:off x="7040419" y="21132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3" name="pt26183"/>
            <p:cNvSpPr/>
            <p:nvPr/>
          </p:nvSpPr>
          <p:spPr>
            <a:xfrm>
              <a:off x="6986314" y="20294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4" name="pt26184"/>
            <p:cNvSpPr/>
            <p:nvPr/>
          </p:nvSpPr>
          <p:spPr>
            <a:xfrm>
              <a:off x="7057622" y="22544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5" name="pt26185"/>
            <p:cNvSpPr/>
            <p:nvPr/>
          </p:nvSpPr>
          <p:spPr>
            <a:xfrm>
              <a:off x="7038098" y="24409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6" name="pt26186"/>
            <p:cNvSpPr/>
            <p:nvPr/>
          </p:nvSpPr>
          <p:spPr>
            <a:xfrm>
              <a:off x="7078924" y="20802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7" name="pt26187"/>
            <p:cNvSpPr/>
            <p:nvPr/>
          </p:nvSpPr>
          <p:spPr>
            <a:xfrm>
              <a:off x="7099903" y="20420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8" name="pt26188"/>
            <p:cNvSpPr/>
            <p:nvPr/>
          </p:nvSpPr>
          <p:spPr>
            <a:xfrm>
              <a:off x="7232189" y="21787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9" name="pt26189"/>
            <p:cNvSpPr/>
            <p:nvPr/>
          </p:nvSpPr>
          <p:spPr>
            <a:xfrm>
              <a:off x="7271115" y="19736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0" name="pt26190"/>
            <p:cNvSpPr/>
            <p:nvPr/>
          </p:nvSpPr>
          <p:spPr>
            <a:xfrm>
              <a:off x="7274050" y="21898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1" name="pt26191"/>
            <p:cNvSpPr/>
            <p:nvPr/>
          </p:nvSpPr>
          <p:spPr>
            <a:xfrm>
              <a:off x="6867225" y="19692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2" name="pt26192"/>
            <p:cNvSpPr/>
            <p:nvPr/>
          </p:nvSpPr>
          <p:spPr>
            <a:xfrm>
              <a:off x="7441139" y="29388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3" name="pt26193"/>
            <p:cNvSpPr/>
            <p:nvPr/>
          </p:nvSpPr>
          <p:spPr>
            <a:xfrm>
              <a:off x="7724666" y="22726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4" name="pt26194"/>
            <p:cNvSpPr/>
            <p:nvPr/>
          </p:nvSpPr>
          <p:spPr>
            <a:xfrm>
              <a:off x="7138339" y="23170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5" name="pt26195"/>
            <p:cNvSpPr/>
            <p:nvPr/>
          </p:nvSpPr>
          <p:spPr>
            <a:xfrm>
              <a:off x="7253317" y="2001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6" name="pt26196"/>
            <p:cNvSpPr/>
            <p:nvPr/>
          </p:nvSpPr>
          <p:spPr>
            <a:xfrm>
              <a:off x="7189331" y="20959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7" name="pt26197"/>
            <p:cNvSpPr/>
            <p:nvPr/>
          </p:nvSpPr>
          <p:spPr>
            <a:xfrm>
              <a:off x="7065391" y="20809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8" name="pt26198"/>
            <p:cNvSpPr/>
            <p:nvPr/>
          </p:nvSpPr>
          <p:spPr>
            <a:xfrm>
              <a:off x="7014106" y="18271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9" name="pt26199"/>
            <p:cNvSpPr/>
            <p:nvPr/>
          </p:nvSpPr>
          <p:spPr>
            <a:xfrm>
              <a:off x="7214454" y="22111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0" name="pt26200"/>
            <p:cNvSpPr/>
            <p:nvPr/>
          </p:nvSpPr>
          <p:spPr>
            <a:xfrm>
              <a:off x="7186073" y="21385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1" name="pt26201"/>
            <p:cNvSpPr/>
            <p:nvPr/>
          </p:nvSpPr>
          <p:spPr>
            <a:xfrm>
              <a:off x="7240829" y="21192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2" name="pt26202"/>
            <p:cNvSpPr/>
            <p:nvPr/>
          </p:nvSpPr>
          <p:spPr>
            <a:xfrm>
              <a:off x="6976971" y="19887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3" name="pt26203"/>
            <p:cNvSpPr/>
            <p:nvPr/>
          </p:nvSpPr>
          <p:spPr>
            <a:xfrm>
              <a:off x="6831973" y="22138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4" name="pt26204"/>
            <p:cNvSpPr/>
            <p:nvPr/>
          </p:nvSpPr>
          <p:spPr>
            <a:xfrm>
              <a:off x="7187104" y="21080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5" name="pt26205"/>
            <p:cNvSpPr/>
            <p:nvPr/>
          </p:nvSpPr>
          <p:spPr>
            <a:xfrm>
              <a:off x="7075264" y="22269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6" name="pt26206"/>
            <p:cNvSpPr/>
            <p:nvPr/>
          </p:nvSpPr>
          <p:spPr>
            <a:xfrm>
              <a:off x="7453389" y="2646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7" name="pt26207"/>
            <p:cNvSpPr/>
            <p:nvPr/>
          </p:nvSpPr>
          <p:spPr>
            <a:xfrm>
              <a:off x="7136230" y="23391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8" name="pt26208"/>
            <p:cNvSpPr/>
            <p:nvPr/>
          </p:nvSpPr>
          <p:spPr>
            <a:xfrm>
              <a:off x="7119653" y="22198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9" name="pt26209"/>
            <p:cNvSpPr/>
            <p:nvPr/>
          </p:nvSpPr>
          <p:spPr>
            <a:xfrm>
              <a:off x="7202357" y="21520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0" name="pt26210"/>
            <p:cNvSpPr/>
            <p:nvPr/>
          </p:nvSpPr>
          <p:spPr>
            <a:xfrm>
              <a:off x="7109089" y="21897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1" name="pt26211"/>
            <p:cNvSpPr/>
            <p:nvPr/>
          </p:nvSpPr>
          <p:spPr>
            <a:xfrm>
              <a:off x="7115179" y="21006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2" name="pt26212"/>
            <p:cNvSpPr/>
            <p:nvPr/>
          </p:nvSpPr>
          <p:spPr>
            <a:xfrm>
              <a:off x="7317352" y="21666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3" name="pt26213"/>
            <p:cNvSpPr/>
            <p:nvPr/>
          </p:nvSpPr>
          <p:spPr>
            <a:xfrm>
              <a:off x="7104927" y="21443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4" name="pt26214"/>
            <p:cNvSpPr/>
            <p:nvPr/>
          </p:nvSpPr>
          <p:spPr>
            <a:xfrm>
              <a:off x="7017491" y="19041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5" name="pt26215"/>
            <p:cNvSpPr/>
            <p:nvPr/>
          </p:nvSpPr>
          <p:spPr>
            <a:xfrm>
              <a:off x="7535837" y="19863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6" name="pt26216"/>
            <p:cNvSpPr/>
            <p:nvPr/>
          </p:nvSpPr>
          <p:spPr>
            <a:xfrm>
              <a:off x="7317929" y="20198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7" name="pt26217"/>
            <p:cNvSpPr/>
            <p:nvPr/>
          </p:nvSpPr>
          <p:spPr>
            <a:xfrm>
              <a:off x="7132701" y="2350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8" name="pt26218"/>
            <p:cNvSpPr/>
            <p:nvPr/>
          </p:nvSpPr>
          <p:spPr>
            <a:xfrm>
              <a:off x="7170939" y="20659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9" name="pt26219"/>
            <p:cNvSpPr/>
            <p:nvPr/>
          </p:nvSpPr>
          <p:spPr>
            <a:xfrm>
              <a:off x="7045644" y="21510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0" name="pt26220"/>
            <p:cNvSpPr/>
            <p:nvPr/>
          </p:nvSpPr>
          <p:spPr>
            <a:xfrm>
              <a:off x="7162033" y="21108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1" name="pt26221"/>
            <p:cNvSpPr/>
            <p:nvPr/>
          </p:nvSpPr>
          <p:spPr>
            <a:xfrm>
              <a:off x="7046435" y="21304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2" name="pt26222"/>
            <p:cNvSpPr/>
            <p:nvPr/>
          </p:nvSpPr>
          <p:spPr>
            <a:xfrm>
              <a:off x="7108611" y="21001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3" name="pt26223"/>
            <p:cNvSpPr/>
            <p:nvPr/>
          </p:nvSpPr>
          <p:spPr>
            <a:xfrm>
              <a:off x="6986204" y="20785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4" name="pt26224"/>
            <p:cNvSpPr/>
            <p:nvPr/>
          </p:nvSpPr>
          <p:spPr>
            <a:xfrm>
              <a:off x="7001410" y="17998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5" name="pt26225"/>
            <p:cNvSpPr/>
            <p:nvPr/>
          </p:nvSpPr>
          <p:spPr>
            <a:xfrm>
              <a:off x="7025228" y="23253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6" name="pt26226"/>
            <p:cNvSpPr/>
            <p:nvPr/>
          </p:nvSpPr>
          <p:spPr>
            <a:xfrm>
              <a:off x="7110488" y="2152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7" name="pt26227"/>
            <p:cNvSpPr/>
            <p:nvPr/>
          </p:nvSpPr>
          <p:spPr>
            <a:xfrm>
              <a:off x="7229586" y="2017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8" name="pt26228"/>
            <p:cNvSpPr/>
            <p:nvPr/>
          </p:nvSpPr>
          <p:spPr>
            <a:xfrm>
              <a:off x="7030746" y="23128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9" name="pt26229"/>
            <p:cNvSpPr/>
            <p:nvPr/>
          </p:nvSpPr>
          <p:spPr>
            <a:xfrm>
              <a:off x="7189687" y="22373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0" name="pt26230"/>
            <p:cNvSpPr/>
            <p:nvPr/>
          </p:nvSpPr>
          <p:spPr>
            <a:xfrm>
              <a:off x="7151117" y="20360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1" name="pt26231"/>
            <p:cNvSpPr/>
            <p:nvPr/>
          </p:nvSpPr>
          <p:spPr>
            <a:xfrm>
              <a:off x="7136529" y="22565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2" name="pt26232"/>
            <p:cNvSpPr/>
            <p:nvPr/>
          </p:nvSpPr>
          <p:spPr>
            <a:xfrm>
              <a:off x="7023288" y="22900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3" name="pt26233"/>
            <p:cNvSpPr/>
            <p:nvPr/>
          </p:nvSpPr>
          <p:spPr>
            <a:xfrm>
              <a:off x="7082215" y="2237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4" name="pt26234"/>
            <p:cNvSpPr/>
            <p:nvPr/>
          </p:nvSpPr>
          <p:spPr>
            <a:xfrm>
              <a:off x="7200762" y="2274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5" name="pt26235"/>
            <p:cNvSpPr/>
            <p:nvPr/>
          </p:nvSpPr>
          <p:spPr>
            <a:xfrm>
              <a:off x="6940201" y="21331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6" name="pt26236"/>
            <p:cNvSpPr/>
            <p:nvPr/>
          </p:nvSpPr>
          <p:spPr>
            <a:xfrm>
              <a:off x="7035281" y="24414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7" name="pt26237"/>
            <p:cNvSpPr/>
            <p:nvPr/>
          </p:nvSpPr>
          <p:spPr>
            <a:xfrm>
              <a:off x="6921858" y="22547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8" name="pt26238"/>
            <p:cNvSpPr/>
            <p:nvPr/>
          </p:nvSpPr>
          <p:spPr>
            <a:xfrm>
              <a:off x="7177471" y="20098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9" name="pt26239"/>
            <p:cNvSpPr/>
            <p:nvPr/>
          </p:nvSpPr>
          <p:spPr>
            <a:xfrm>
              <a:off x="7502681" y="21546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0" name="pt26240"/>
            <p:cNvSpPr/>
            <p:nvPr/>
          </p:nvSpPr>
          <p:spPr>
            <a:xfrm>
              <a:off x="7155591" y="20339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1" name="pt26241"/>
            <p:cNvSpPr/>
            <p:nvPr/>
          </p:nvSpPr>
          <p:spPr>
            <a:xfrm>
              <a:off x="6855214" y="21707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2" name="pt26242"/>
            <p:cNvSpPr/>
            <p:nvPr/>
          </p:nvSpPr>
          <p:spPr>
            <a:xfrm>
              <a:off x="7027155" y="22356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3" name="pt26243"/>
            <p:cNvSpPr/>
            <p:nvPr/>
          </p:nvSpPr>
          <p:spPr>
            <a:xfrm>
              <a:off x="7206716" y="21079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4" name="pt26244"/>
            <p:cNvSpPr/>
            <p:nvPr/>
          </p:nvSpPr>
          <p:spPr>
            <a:xfrm>
              <a:off x="7032424" y="23280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5" name="pt26245"/>
            <p:cNvSpPr/>
            <p:nvPr/>
          </p:nvSpPr>
          <p:spPr>
            <a:xfrm>
              <a:off x="7209111" y="2205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6" name="pt26246"/>
            <p:cNvSpPr/>
            <p:nvPr/>
          </p:nvSpPr>
          <p:spPr>
            <a:xfrm>
              <a:off x="6839263" y="21226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7" name="pt26247"/>
            <p:cNvSpPr/>
            <p:nvPr/>
          </p:nvSpPr>
          <p:spPr>
            <a:xfrm>
              <a:off x="7177100" y="2051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8" name="pt26248"/>
            <p:cNvSpPr/>
            <p:nvPr/>
          </p:nvSpPr>
          <p:spPr>
            <a:xfrm>
              <a:off x="7184814" y="21705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9" name="pt26249"/>
            <p:cNvSpPr/>
            <p:nvPr/>
          </p:nvSpPr>
          <p:spPr>
            <a:xfrm>
              <a:off x="7364211" y="21803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0" name="pt26250"/>
            <p:cNvSpPr/>
            <p:nvPr/>
          </p:nvSpPr>
          <p:spPr>
            <a:xfrm>
              <a:off x="7162920" y="20861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1" name="pt26251"/>
            <p:cNvSpPr/>
            <p:nvPr/>
          </p:nvSpPr>
          <p:spPr>
            <a:xfrm>
              <a:off x="7146088" y="22045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2" name="pt26252"/>
            <p:cNvSpPr/>
            <p:nvPr/>
          </p:nvSpPr>
          <p:spPr>
            <a:xfrm>
              <a:off x="7292030" y="20855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3" name="pt26253"/>
            <p:cNvSpPr/>
            <p:nvPr/>
          </p:nvSpPr>
          <p:spPr>
            <a:xfrm>
              <a:off x="7059174" y="23633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4" name="pt26254"/>
            <p:cNvSpPr/>
            <p:nvPr/>
          </p:nvSpPr>
          <p:spPr>
            <a:xfrm>
              <a:off x="7112894" y="22042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5" name="pt26255"/>
            <p:cNvSpPr/>
            <p:nvPr/>
          </p:nvSpPr>
          <p:spPr>
            <a:xfrm>
              <a:off x="6890400" y="17043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6" name="pt26256"/>
            <p:cNvSpPr/>
            <p:nvPr/>
          </p:nvSpPr>
          <p:spPr>
            <a:xfrm>
              <a:off x="7053002" y="21904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7" name="pt26257"/>
            <p:cNvSpPr/>
            <p:nvPr/>
          </p:nvSpPr>
          <p:spPr>
            <a:xfrm>
              <a:off x="7083539" y="2209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8" name="pt26258"/>
            <p:cNvSpPr/>
            <p:nvPr/>
          </p:nvSpPr>
          <p:spPr>
            <a:xfrm>
              <a:off x="7159012" y="19822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9" name="pt26259"/>
            <p:cNvSpPr/>
            <p:nvPr/>
          </p:nvSpPr>
          <p:spPr>
            <a:xfrm>
              <a:off x="7355882" y="21486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0" name="pt26260"/>
            <p:cNvSpPr/>
            <p:nvPr/>
          </p:nvSpPr>
          <p:spPr>
            <a:xfrm>
              <a:off x="7072117" y="22045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1" name="pt26261"/>
            <p:cNvSpPr/>
            <p:nvPr/>
          </p:nvSpPr>
          <p:spPr>
            <a:xfrm>
              <a:off x="7110060" y="21818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2" name="pt26262"/>
            <p:cNvSpPr/>
            <p:nvPr/>
          </p:nvSpPr>
          <p:spPr>
            <a:xfrm>
              <a:off x="7141562" y="21853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3" name="pt26263"/>
            <p:cNvSpPr/>
            <p:nvPr/>
          </p:nvSpPr>
          <p:spPr>
            <a:xfrm>
              <a:off x="7243990" y="19057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4" name="pt26264"/>
            <p:cNvSpPr/>
            <p:nvPr/>
          </p:nvSpPr>
          <p:spPr>
            <a:xfrm>
              <a:off x="7225419" y="2268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5" name="pt26265"/>
            <p:cNvSpPr/>
            <p:nvPr/>
          </p:nvSpPr>
          <p:spPr>
            <a:xfrm>
              <a:off x="6990863" y="20368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6" name="pt26266"/>
            <p:cNvSpPr/>
            <p:nvPr/>
          </p:nvSpPr>
          <p:spPr>
            <a:xfrm>
              <a:off x="7419582" y="25591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7" name="pt26267"/>
            <p:cNvSpPr/>
            <p:nvPr/>
          </p:nvSpPr>
          <p:spPr>
            <a:xfrm>
              <a:off x="6930081" y="21328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8" name="pt26268"/>
            <p:cNvSpPr/>
            <p:nvPr/>
          </p:nvSpPr>
          <p:spPr>
            <a:xfrm>
              <a:off x="7260180" y="19502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9" name="pt26269"/>
            <p:cNvSpPr/>
            <p:nvPr/>
          </p:nvSpPr>
          <p:spPr>
            <a:xfrm>
              <a:off x="7363040" y="19228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0" name="pt26270"/>
            <p:cNvSpPr/>
            <p:nvPr/>
          </p:nvSpPr>
          <p:spPr>
            <a:xfrm>
              <a:off x="7359164" y="21622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1" name="pt26271"/>
            <p:cNvSpPr/>
            <p:nvPr/>
          </p:nvSpPr>
          <p:spPr>
            <a:xfrm>
              <a:off x="7398857" y="27573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2" name="pt26272"/>
            <p:cNvSpPr/>
            <p:nvPr/>
          </p:nvSpPr>
          <p:spPr>
            <a:xfrm>
              <a:off x="7418442" y="24463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3" name="pt26273"/>
            <p:cNvSpPr/>
            <p:nvPr/>
          </p:nvSpPr>
          <p:spPr>
            <a:xfrm>
              <a:off x="7042782" y="21174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4" name="pt26274"/>
            <p:cNvSpPr/>
            <p:nvPr/>
          </p:nvSpPr>
          <p:spPr>
            <a:xfrm>
              <a:off x="6881965" y="18894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5" name="pt26275"/>
            <p:cNvSpPr/>
            <p:nvPr/>
          </p:nvSpPr>
          <p:spPr>
            <a:xfrm>
              <a:off x="6869147" y="21612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6" name="pt26276"/>
            <p:cNvSpPr/>
            <p:nvPr/>
          </p:nvSpPr>
          <p:spPr>
            <a:xfrm>
              <a:off x="7158137" y="19954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7" name="pt26277"/>
            <p:cNvSpPr/>
            <p:nvPr/>
          </p:nvSpPr>
          <p:spPr>
            <a:xfrm>
              <a:off x="7072460" y="22442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8" name="pt26278"/>
            <p:cNvSpPr/>
            <p:nvPr/>
          </p:nvSpPr>
          <p:spPr>
            <a:xfrm>
              <a:off x="7020382" y="20692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9" name="pt26279"/>
            <p:cNvSpPr/>
            <p:nvPr/>
          </p:nvSpPr>
          <p:spPr>
            <a:xfrm>
              <a:off x="7193823" y="23035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0" name="pt26280"/>
            <p:cNvSpPr/>
            <p:nvPr/>
          </p:nvSpPr>
          <p:spPr>
            <a:xfrm>
              <a:off x="7301312" y="19897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1" name="pt26281"/>
            <p:cNvSpPr/>
            <p:nvPr/>
          </p:nvSpPr>
          <p:spPr>
            <a:xfrm>
              <a:off x="6927205" y="18932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2" name="pt26282"/>
            <p:cNvSpPr/>
            <p:nvPr/>
          </p:nvSpPr>
          <p:spPr>
            <a:xfrm>
              <a:off x="7092280" y="21737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3" name="pt26283"/>
            <p:cNvSpPr/>
            <p:nvPr/>
          </p:nvSpPr>
          <p:spPr>
            <a:xfrm>
              <a:off x="7366503" y="21330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4" name="pt26284"/>
            <p:cNvSpPr/>
            <p:nvPr/>
          </p:nvSpPr>
          <p:spPr>
            <a:xfrm>
              <a:off x="7137634" y="23035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5" name="pt26285"/>
            <p:cNvSpPr/>
            <p:nvPr/>
          </p:nvSpPr>
          <p:spPr>
            <a:xfrm>
              <a:off x="7000992" y="19273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6" name="pt26286"/>
            <p:cNvSpPr/>
            <p:nvPr/>
          </p:nvSpPr>
          <p:spPr>
            <a:xfrm>
              <a:off x="7181149" y="20591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7" name="pt26287"/>
            <p:cNvSpPr/>
            <p:nvPr/>
          </p:nvSpPr>
          <p:spPr>
            <a:xfrm>
              <a:off x="7120801" y="2241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8" name="pt26288"/>
            <p:cNvSpPr/>
            <p:nvPr/>
          </p:nvSpPr>
          <p:spPr>
            <a:xfrm>
              <a:off x="6786405" y="23600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9" name="pt26289"/>
            <p:cNvSpPr/>
            <p:nvPr/>
          </p:nvSpPr>
          <p:spPr>
            <a:xfrm>
              <a:off x="7343494" y="25639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0" name="pt26290"/>
            <p:cNvSpPr/>
            <p:nvPr/>
          </p:nvSpPr>
          <p:spPr>
            <a:xfrm>
              <a:off x="7299440" y="19910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1" name="pt26291"/>
            <p:cNvSpPr/>
            <p:nvPr/>
          </p:nvSpPr>
          <p:spPr>
            <a:xfrm>
              <a:off x="7073329" y="22334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2" name="pt26292"/>
            <p:cNvSpPr/>
            <p:nvPr/>
          </p:nvSpPr>
          <p:spPr>
            <a:xfrm>
              <a:off x="7114981" y="21699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3" name="pt26293"/>
            <p:cNvSpPr/>
            <p:nvPr/>
          </p:nvSpPr>
          <p:spPr>
            <a:xfrm>
              <a:off x="7178605" y="21124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4" name="pt26294"/>
            <p:cNvSpPr/>
            <p:nvPr/>
          </p:nvSpPr>
          <p:spPr>
            <a:xfrm>
              <a:off x="7219526" y="20593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5" name="pt26295"/>
            <p:cNvSpPr/>
            <p:nvPr/>
          </p:nvSpPr>
          <p:spPr>
            <a:xfrm>
              <a:off x="7175320" y="20414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6" name="pt26296"/>
            <p:cNvSpPr/>
            <p:nvPr/>
          </p:nvSpPr>
          <p:spPr>
            <a:xfrm>
              <a:off x="6696066" y="20284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7" name="pt26297"/>
            <p:cNvSpPr/>
            <p:nvPr/>
          </p:nvSpPr>
          <p:spPr>
            <a:xfrm>
              <a:off x="7065767" y="21916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8" name="pt26298"/>
            <p:cNvSpPr/>
            <p:nvPr/>
          </p:nvSpPr>
          <p:spPr>
            <a:xfrm>
              <a:off x="7175753" y="19720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9" name="pt26299"/>
            <p:cNvSpPr/>
            <p:nvPr/>
          </p:nvSpPr>
          <p:spPr>
            <a:xfrm>
              <a:off x="7190316" y="22102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0" name="pt26300"/>
            <p:cNvSpPr/>
            <p:nvPr/>
          </p:nvSpPr>
          <p:spPr>
            <a:xfrm>
              <a:off x="7184532" y="21676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1" name="pt26301"/>
            <p:cNvSpPr/>
            <p:nvPr/>
          </p:nvSpPr>
          <p:spPr>
            <a:xfrm>
              <a:off x="7352060" y="25481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2" name="pt26302"/>
            <p:cNvSpPr/>
            <p:nvPr/>
          </p:nvSpPr>
          <p:spPr>
            <a:xfrm>
              <a:off x="7151863" y="20384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3" name="pt26303"/>
            <p:cNvSpPr/>
            <p:nvPr/>
          </p:nvSpPr>
          <p:spPr>
            <a:xfrm>
              <a:off x="7041399" y="22655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4" name="pt26304"/>
            <p:cNvSpPr/>
            <p:nvPr/>
          </p:nvSpPr>
          <p:spPr>
            <a:xfrm>
              <a:off x="7076975" y="21984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5" name="pt26305"/>
            <p:cNvSpPr/>
            <p:nvPr/>
          </p:nvSpPr>
          <p:spPr>
            <a:xfrm>
              <a:off x="7226783" y="21993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6" name="pt26306"/>
            <p:cNvSpPr/>
            <p:nvPr/>
          </p:nvSpPr>
          <p:spPr>
            <a:xfrm>
              <a:off x="7268695" y="1816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7" name="pt26307"/>
            <p:cNvSpPr/>
            <p:nvPr/>
          </p:nvSpPr>
          <p:spPr>
            <a:xfrm>
              <a:off x="7002890" y="20369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8" name="pt26308"/>
            <p:cNvSpPr/>
            <p:nvPr/>
          </p:nvSpPr>
          <p:spPr>
            <a:xfrm>
              <a:off x="7074093" y="22427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9" name="pt26309"/>
            <p:cNvSpPr/>
            <p:nvPr/>
          </p:nvSpPr>
          <p:spPr>
            <a:xfrm>
              <a:off x="7160266" y="20753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0" name="pt26310"/>
            <p:cNvSpPr/>
            <p:nvPr/>
          </p:nvSpPr>
          <p:spPr>
            <a:xfrm>
              <a:off x="7169658" y="21255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1" name="pt26311"/>
            <p:cNvSpPr/>
            <p:nvPr/>
          </p:nvSpPr>
          <p:spPr>
            <a:xfrm>
              <a:off x="7373867" y="21411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2" name="pt26312"/>
            <p:cNvSpPr/>
            <p:nvPr/>
          </p:nvSpPr>
          <p:spPr>
            <a:xfrm>
              <a:off x="7249031" y="22577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3" name="pt26313"/>
            <p:cNvSpPr/>
            <p:nvPr/>
          </p:nvSpPr>
          <p:spPr>
            <a:xfrm>
              <a:off x="6899332" y="2400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4" name="pt26314"/>
            <p:cNvSpPr/>
            <p:nvPr/>
          </p:nvSpPr>
          <p:spPr>
            <a:xfrm>
              <a:off x="7339228" y="24505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5" name="pt26315"/>
            <p:cNvSpPr/>
            <p:nvPr/>
          </p:nvSpPr>
          <p:spPr>
            <a:xfrm>
              <a:off x="6890399" y="19661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6" name="pt26316"/>
            <p:cNvSpPr/>
            <p:nvPr/>
          </p:nvSpPr>
          <p:spPr>
            <a:xfrm>
              <a:off x="7360995" y="23639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7" name="pt26317"/>
            <p:cNvSpPr/>
            <p:nvPr/>
          </p:nvSpPr>
          <p:spPr>
            <a:xfrm>
              <a:off x="6903134" y="22703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8" name="pt26318"/>
            <p:cNvSpPr/>
            <p:nvPr/>
          </p:nvSpPr>
          <p:spPr>
            <a:xfrm>
              <a:off x="6948582" y="19635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9" name="pt26319"/>
            <p:cNvSpPr/>
            <p:nvPr/>
          </p:nvSpPr>
          <p:spPr>
            <a:xfrm>
              <a:off x="6977687" y="19416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0" name="pt26320"/>
            <p:cNvSpPr/>
            <p:nvPr/>
          </p:nvSpPr>
          <p:spPr>
            <a:xfrm>
              <a:off x="7362263" y="21706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1" name="pt26321"/>
            <p:cNvSpPr/>
            <p:nvPr/>
          </p:nvSpPr>
          <p:spPr>
            <a:xfrm>
              <a:off x="7155622" y="20068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2" name="pt26322"/>
            <p:cNvSpPr/>
            <p:nvPr/>
          </p:nvSpPr>
          <p:spPr>
            <a:xfrm>
              <a:off x="6769837" y="25380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3" name="pt26323"/>
            <p:cNvSpPr/>
            <p:nvPr/>
          </p:nvSpPr>
          <p:spPr>
            <a:xfrm>
              <a:off x="6901947" y="24376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4" name="pt26324"/>
            <p:cNvSpPr/>
            <p:nvPr/>
          </p:nvSpPr>
          <p:spPr>
            <a:xfrm>
              <a:off x="7219541" y="19439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5" name="pt26325"/>
            <p:cNvSpPr/>
            <p:nvPr/>
          </p:nvSpPr>
          <p:spPr>
            <a:xfrm>
              <a:off x="7168534" y="21730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6" name="pt26326"/>
            <p:cNvSpPr/>
            <p:nvPr/>
          </p:nvSpPr>
          <p:spPr>
            <a:xfrm>
              <a:off x="6896135" y="20413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7" name="pt26327"/>
            <p:cNvSpPr/>
            <p:nvPr/>
          </p:nvSpPr>
          <p:spPr>
            <a:xfrm>
              <a:off x="6732995" y="20028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8" name="pt26328"/>
            <p:cNvSpPr/>
            <p:nvPr/>
          </p:nvSpPr>
          <p:spPr>
            <a:xfrm>
              <a:off x="7120830" y="21460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9" name="pt26329"/>
            <p:cNvSpPr/>
            <p:nvPr/>
          </p:nvSpPr>
          <p:spPr>
            <a:xfrm>
              <a:off x="6978296" y="19427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0" name="pt26330"/>
            <p:cNvSpPr/>
            <p:nvPr/>
          </p:nvSpPr>
          <p:spPr>
            <a:xfrm>
              <a:off x="7175531" y="19958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1" name="pt26331"/>
            <p:cNvSpPr/>
            <p:nvPr/>
          </p:nvSpPr>
          <p:spPr>
            <a:xfrm>
              <a:off x="7273205" y="19537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2" name="pt26332"/>
            <p:cNvSpPr/>
            <p:nvPr/>
          </p:nvSpPr>
          <p:spPr>
            <a:xfrm>
              <a:off x="7354889" y="21436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3" name="pt26333"/>
            <p:cNvSpPr/>
            <p:nvPr/>
          </p:nvSpPr>
          <p:spPr>
            <a:xfrm>
              <a:off x="7225874" y="2182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4" name="pt26334"/>
            <p:cNvSpPr/>
            <p:nvPr/>
          </p:nvSpPr>
          <p:spPr>
            <a:xfrm>
              <a:off x="7169555" y="21937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5" name="pt26335"/>
            <p:cNvSpPr/>
            <p:nvPr/>
          </p:nvSpPr>
          <p:spPr>
            <a:xfrm>
              <a:off x="7244589" y="21887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6" name="pt26336"/>
            <p:cNvSpPr/>
            <p:nvPr/>
          </p:nvSpPr>
          <p:spPr>
            <a:xfrm>
              <a:off x="7346195" y="26056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7" name="pt26337"/>
            <p:cNvSpPr/>
            <p:nvPr/>
          </p:nvSpPr>
          <p:spPr>
            <a:xfrm>
              <a:off x="6972870" y="20319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8" name="pt26338"/>
            <p:cNvSpPr/>
            <p:nvPr/>
          </p:nvSpPr>
          <p:spPr>
            <a:xfrm>
              <a:off x="7315847" y="2110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9" name="pt26339"/>
            <p:cNvSpPr/>
            <p:nvPr/>
          </p:nvSpPr>
          <p:spPr>
            <a:xfrm>
              <a:off x="7178666" y="20519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0" name="pt26340"/>
            <p:cNvSpPr/>
            <p:nvPr/>
          </p:nvSpPr>
          <p:spPr>
            <a:xfrm>
              <a:off x="7102768" y="21629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1" name="pt26341"/>
            <p:cNvSpPr/>
            <p:nvPr/>
          </p:nvSpPr>
          <p:spPr>
            <a:xfrm>
              <a:off x="7073651" y="22417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2" name="pt26342"/>
            <p:cNvSpPr/>
            <p:nvPr/>
          </p:nvSpPr>
          <p:spPr>
            <a:xfrm>
              <a:off x="7179198" y="19766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3" name="pt26343"/>
            <p:cNvSpPr/>
            <p:nvPr/>
          </p:nvSpPr>
          <p:spPr>
            <a:xfrm>
              <a:off x="7231006" y="21730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4" name="pt26344"/>
            <p:cNvSpPr/>
            <p:nvPr/>
          </p:nvSpPr>
          <p:spPr>
            <a:xfrm>
              <a:off x="7022311" y="21698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5" name="pt26345"/>
            <p:cNvSpPr/>
            <p:nvPr/>
          </p:nvSpPr>
          <p:spPr>
            <a:xfrm>
              <a:off x="6787734" y="24671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6" name="pt26346"/>
            <p:cNvSpPr/>
            <p:nvPr/>
          </p:nvSpPr>
          <p:spPr>
            <a:xfrm>
              <a:off x="7235417" y="19948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7" name="pt26347"/>
            <p:cNvSpPr/>
            <p:nvPr/>
          </p:nvSpPr>
          <p:spPr>
            <a:xfrm>
              <a:off x="7091699" y="22195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8" name="pt26348"/>
            <p:cNvSpPr/>
            <p:nvPr/>
          </p:nvSpPr>
          <p:spPr>
            <a:xfrm>
              <a:off x="7213505" y="22089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9" name="pt26349"/>
            <p:cNvSpPr/>
            <p:nvPr/>
          </p:nvSpPr>
          <p:spPr>
            <a:xfrm>
              <a:off x="7132610" y="23419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0" name="pt26350"/>
            <p:cNvSpPr/>
            <p:nvPr/>
          </p:nvSpPr>
          <p:spPr>
            <a:xfrm>
              <a:off x="6943293" y="21330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1" name="pt26351"/>
            <p:cNvSpPr/>
            <p:nvPr/>
          </p:nvSpPr>
          <p:spPr>
            <a:xfrm>
              <a:off x="7064588" y="20762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2" name="pt26352"/>
            <p:cNvSpPr/>
            <p:nvPr/>
          </p:nvSpPr>
          <p:spPr>
            <a:xfrm>
              <a:off x="7048888" y="18645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3" name="pt26353"/>
            <p:cNvSpPr/>
            <p:nvPr/>
          </p:nvSpPr>
          <p:spPr>
            <a:xfrm>
              <a:off x="7277597" y="20244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4" name="pt26354"/>
            <p:cNvSpPr/>
            <p:nvPr/>
          </p:nvSpPr>
          <p:spPr>
            <a:xfrm>
              <a:off x="7074912" y="22377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5" name="pt26355"/>
            <p:cNvSpPr/>
            <p:nvPr/>
          </p:nvSpPr>
          <p:spPr>
            <a:xfrm>
              <a:off x="7226439" y="23780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6" name="pt26356"/>
            <p:cNvSpPr/>
            <p:nvPr/>
          </p:nvSpPr>
          <p:spPr>
            <a:xfrm>
              <a:off x="7281121" y="2001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7" name="pt26357"/>
            <p:cNvSpPr/>
            <p:nvPr/>
          </p:nvSpPr>
          <p:spPr>
            <a:xfrm>
              <a:off x="7324842" y="20718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8" name="pt26358"/>
            <p:cNvSpPr/>
            <p:nvPr/>
          </p:nvSpPr>
          <p:spPr>
            <a:xfrm>
              <a:off x="7013368" y="17645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9" name="pt26359"/>
            <p:cNvSpPr/>
            <p:nvPr/>
          </p:nvSpPr>
          <p:spPr>
            <a:xfrm>
              <a:off x="7087079" y="22038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0" name="pt26360"/>
            <p:cNvSpPr/>
            <p:nvPr/>
          </p:nvSpPr>
          <p:spPr>
            <a:xfrm>
              <a:off x="6884172" y="21640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1" name="pt26361"/>
            <p:cNvSpPr/>
            <p:nvPr/>
          </p:nvSpPr>
          <p:spPr>
            <a:xfrm>
              <a:off x="7154219" y="19704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2" name="pt26362"/>
            <p:cNvSpPr/>
            <p:nvPr/>
          </p:nvSpPr>
          <p:spPr>
            <a:xfrm>
              <a:off x="7300979" y="19410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3" name="pt26363"/>
            <p:cNvSpPr/>
            <p:nvPr/>
          </p:nvSpPr>
          <p:spPr>
            <a:xfrm>
              <a:off x="7163856" y="21068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4" name="pt26364"/>
            <p:cNvSpPr/>
            <p:nvPr/>
          </p:nvSpPr>
          <p:spPr>
            <a:xfrm>
              <a:off x="7116755" y="21605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5" name="pt26365"/>
            <p:cNvSpPr/>
            <p:nvPr/>
          </p:nvSpPr>
          <p:spPr>
            <a:xfrm>
              <a:off x="6875964" y="19681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6" name="pt26366"/>
            <p:cNvSpPr/>
            <p:nvPr/>
          </p:nvSpPr>
          <p:spPr>
            <a:xfrm>
              <a:off x="7254309" y="20613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7" name="pt26367"/>
            <p:cNvSpPr/>
            <p:nvPr/>
          </p:nvSpPr>
          <p:spPr>
            <a:xfrm>
              <a:off x="7267501" y="18648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8" name="pt26368"/>
            <p:cNvSpPr/>
            <p:nvPr/>
          </p:nvSpPr>
          <p:spPr>
            <a:xfrm>
              <a:off x="7105791" y="22053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9" name="pt26369"/>
            <p:cNvSpPr/>
            <p:nvPr/>
          </p:nvSpPr>
          <p:spPr>
            <a:xfrm>
              <a:off x="7023930" y="20504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0" name="pt26370"/>
            <p:cNvSpPr/>
            <p:nvPr/>
          </p:nvSpPr>
          <p:spPr>
            <a:xfrm>
              <a:off x="6987441" y="2064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1" name="pt26371"/>
            <p:cNvSpPr/>
            <p:nvPr/>
          </p:nvSpPr>
          <p:spPr>
            <a:xfrm>
              <a:off x="7357065" y="22594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2" name="pt26372"/>
            <p:cNvSpPr/>
            <p:nvPr/>
          </p:nvSpPr>
          <p:spPr>
            <a:xfrm>
              <a:off x="7161567" y="21093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3" name="pt26373"/>
            <p:cNvSpPr/>
            <p:nvPr/>
          </p:nvSpPr>
          <p:spPr>
            <a:xfrm>
              <a:off x="7313222" y="20176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4" name="pt26374"/>
            <p:cNvSpPr/>
            <p:nvPr/>
          </p:nvSpPr>
          <p:spPr>
            <a:xfrm>
              <a:off x="7055632" y="21831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5" name="pt26375"/>
            <p:cNvSpPr/>
            <p:nvPr/>
          </p:nvSpPr>
          <p:spPr>
            <a:xfrm>
              <a:off x="7220369" y="19482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6" name="pt26376"/>
            <p:cNvSpPr/>
            <p:nvPr/>
          </p:nvSpPr>
          <p:spPr>
            <a:xfrm>
              <a:off x="7065980" y="21487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7" name="pt26377"/>
            <p:cNvSpPr/>
            <p:nvPr/>
          </p:nvSpPr>
          <p:spPr>
            <a:xfrm>
              <a:off x="7207074" y="2089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8" name="pt26378"/>
            <p:cNvSpPr/>
            <p:nvPr/>
          </p:nvSpPr>
          <p:spPr>
            <a:xfrm>
              <a:off x="7179657" y="21203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9" name="pt26379"/>
            <p:cNvSpPr/>
            <p:nvPr/>
          </p:nvSpPr>
          <p:spPr>
            <a:xfrm>
              <a:off x="7087208" y="21636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0" name="pt26380"/>
            <p:cNvSpPr/>
            <p:nvPr/>
          </p:nvSpPr>
          <p:spPr>
            <a:xfrm>
              <a:off x="7122727" y="20754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1" name="pt26381"/>
            <p:cNvSpPr/>
            <p:nvPr/>
          </p:nvSpPr>
          <p:spPr>
            <a:xfrm>
              <a:off x="7200415" y="21722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2" name="pt26382"/>
            <p:cNvSpPr/>
            <p:nvPr/>
          </p:nvSpPr>
          <p:spPr>
            <a:xfrm>
              <a:off x="7028654" y="23394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3" name="pt26383"/>
            <p:cNvSpPr/>
            <p:nvPr/>
          </p:nvSpPr>
          <p:spPr>
            <a:xfrm>
              <a:off x="7004495" y="20583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4" name="pt26384"/>
            <p:cNvSpPr/>
            <p:nvPr/>
          </p:nvSpPr>
          <p:spPr>
            <a:xfrm>
              <a:off x="7156483" y="19619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5" name="pt26385"/>
            <p:cNvSpPr/>
            <p:nvPr/>
          </p:nvSpPr>
          <p:spPr>
            <a:xfrm>
              <a:off x="7120247" y="22265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6" name="pt26386"/>
            <p:cNvSpPr/>
            <p:nvPr/>
          </p:nvSpPr>
          <p:spPr>
            <a:xfrm>
              <a:off x="7175458" y="19943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7" name="pt26387"/>
            <p:cNvSpPr/>
            <p:nvPr/>
          </p:nvSpPr>
          <p:spPr>
            <a:xfrm>
              <a:off x="7876266" y="25337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8" name="pt26388"/>
            <p:cNvSpPr/>
            <p:nvPr/>
          </p:nvSpPr>
          <p:spPr>
            <a:xfrm>
              <a:off x="7173596" y="20849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9" name="pt26389"/>
            <p:cNvSpPr/>
            <p:nvPr/>
          </p:nvSpPr>
          <p:spPr>
            <a:xfrm>
              <a:off x="7157763" y="20756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0" name="pt26390"/>
            <p:cNvSpPr/>
            <p:nvPr/>
          </p:nvSpPr>
          <p:spPr>
            <a:xfrm>
              <a:off x="7316184" y="20564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1" name="pt26391"/>
            <p:cNvSpPr/>
            <p:nvPr/>
          </p:nvSpPr>
          <p:spPr>
            <a:xfrm>
              <a:off x="7037796" y="24935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2" name="pt26392"/>
            <p:cNvSpPr/>
            <p:nvPr/>
          </p:nvSpPr>
          <p:spPr>
            <a:xfrm>
              <a:off x="7396345" y="24335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3" name="pt26393"/>
            <p:cNvSpPr/>
            <p:nvPr/>
          </p:nvSpPr>
          <p:spPr>
            <a:xfrm>
              <a:off x="7143335" y="2175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4" name="pt26394"/>
            <p:cNvSpPr/>
            <p:nvPr/>
          </p:nvSpPr>
          <p:spPr>
            <a:xfrm>
              <a:off x="6992270" y="18854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5" name="pt26395"/>
            <p:cNvSpPr/>
            <p:nvPr/>
          </p:nvSpPr>
          <p:spPr>
            <a:xfrm>
              <a:off x="6951980" y="19529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6" name="pt26396"/>
            <p:cNvSpPr/>
            <p:nvPr/>
          </p:nvSpPr>
          <p:spPr>
            <a:xfrm>
              <a:off x="7276672" y="19723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7" name="pt26397"/>
            <p:cNvSpPr/>
            <p:nvPr/>
          </p:nvSpPr>
          <p:spPr>
            <a:xfrm>
              <a:off x="7156459" y="20462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8" name="pt26398"/>
            <p:cNvSpPr/>
            <p:nvPr/>
          </p:nvSpPr>
          <p:spPr>
            <a:xfrm>
              <a:off x="7280561" y="19500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9" name="pt26399"/>
            <p:cNvSpPr/>
            <p:nvPr/>
          </p:nvSpPr>
          <p:spPr>
            <a:xfrm>
              <a:off x="6925176" y="21475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0" name="pt26400"/>
            <p:cNvSpPr/>
            <p:nvPr/>
          </p:nvSpPr>
          <p:spPr>
            <a:xfrm>
              <a:off x="7112470" y="21899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1" name="pt26401"/>
            <p:cNvSpPr/>
            <p:nvPr/>
          </p:nvSpPr>
          <p:spPr>
            <a:xfrm>
              <a:off x="7214155" y="21907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2" name="pt26402"/>
            <p:cNvSpPr/>
            <p:nvPr/>
          </p:nvSpPr>
          <p:spPr>
            <a:xfrm>
              <a:off x="7205016" y="20769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3" name="pt26403"/>
            <p:cNvSpPr/>
            <p:nvPr/>
          </p:nvSpPr>
          <p:spPr>
            <a:xfrm>
              <a:off x="7161144" y="2113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4" name="pt26404"/>
            <p:cNvSpPr/>
            <p:nvPr/>
          </p:nvSpPr>
          <p:spPr>
            <a:xfrm>
              <a:off x="7185145" y="21790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5" name="pt26405"/>
            <p:cNvSpPr/>
            <p:nvPr/>
          </p:nvSpPr>
          <p:spPr>
            <a:xfrm>
              <a:off x="7059414" y="23091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6" name="pt26406"/>
            <p:cNvSpPr/>
            <p:nvPr/>
          </p:nvSpPr>
          <p:spPr>
            <a:xfrm>
              <a:off x="6797336" y="23363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7" name="pt26407"/>
            <p:cNvSpPr/>
            <p:nvPr/>
          </p:nvSpPr>
          <p:spPr>
            <a:xfrm>
              <a:off x="7323162" y="20522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8" name="pt26408"/>
            <p:cNvSpPr/>
            <p:nvPr/>
          </p:nvSpPr>
          <p:spPr>
            <a:xfrm>
              <a:off x="7128413" y="2288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9" name="pt26409"/>
            <p:cNvSpPr/>
            <p:nvPr/>
          </p:nvSpPr>
          <p:spPr>
            <a:xfrm>
              <a:off x="7152415" y="19207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0" name="pt26410"/>
            <p:cNvSpPr/>
            <p:nvPr/>
          </p:nvSpPr>
          <p:spPr>
            <a:xfrm>
              <a:off x="7410686" y="26173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1" name="pt26411"/>
            <p:cNvSpPr/>
            <p:nvPr/>
          </p:nvSpPr>
          <p:spPr>
            <a:xfrm>
              <a:off x="7105589" y="20423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2" name="pt26412"/>
            <p:cNvSpPr/>
            <p:nvPr/>
          </p:nvSpPr>
          <p:spPr>
            <a:xfrm>
              <a:off x="6975046" y="20583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3" name="pt26413"/>
            <p:cNvSpPr/>
            <p:nvPr/>
          </p:nvSpPr>
          <p:spPr>
            <a:xfrm>
              <a:off x="7030833" y="22692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4" name="pt26414"/>
            <p:cNvSpPr/>
            <p:nvPr/>
          </p:nvSpPr>
          <p:spPr>
            <a:xfrm>
              <a:off x="7495343" y="23832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5" name="pt26415"/>
            <p:cNvSpPr/>
            <p:nvPr/>
          </p:nvSpPr>
          <p:spPr>
            <a:xfrm>
              <a:off x="7105561" y="21425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6" name="pt26416"/>
            <p:cNvSpPr/>
            <p:nvPr/>
          </p:nvSpPr>
          <p:spPr>
            <a:xfrm>
              <a:off x="6983635" y="21826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7" name="pt26417"/>
            <p:cNvSpPr/>
            <p:nvPr/>
          </p:nvSpPr>
          <p:spPr>
            <a:xfrm>
              <a:off x="7220312" y="17743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8" name="pt26418"/>
            <p:cNvSpPr/>
            <p:nvPr/>
          </p:nvSpPr>
          <p:spPr>
            <a:xfrm>
              <a:off x="7222722" y="17894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9" name="pt26419"/>
            <p:cNvSpPr/>
            <p:nvPr/>
          </p:nvSpPr>
          <p:spPr>
            <a:xfrm>
              <a:off x="6714531" y="17403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0" name="pt26420"/>
            <p:cNvSpPr/>
            <p:nvPr/>
          </p:nvSpPr>
          <p:spPr>
            <a:xfrm>
              <a:off x="6873072" y="20145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1" name="pt26421"/>
            <p:cNvSpPr/>
            <p:nvPr/>
          </p:nvSpPr>
          <p:spPr>
            <a:xfrm>
              <a:off x="7175128" y="19777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2" name="pt26422"/>
            <p:cNvSpPr/>
            <p:nvPr/>
          </p:nvSpPr>
          <p:spPr>
            <a:xfrm>
              <a:off x="6912214" y="2186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3" name="pt26423"/>
            <p:cNvSpPr/>
            <p:nvPr/>
          </p:nvSpPr>
          <p:spPr>
            <a:xfrm>
              <a:off x="6842886" y="21090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4" name="pt26424"/>
            <p:cNvSpPr/>
            <p:nvPr/>
          </p:nvSpPr>
          <p:spPr>
            <a:xfrm>
              <a:off x="7188223" y="20762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5" name="pt26425"/>
            <p:cNvSpPr/>
            <p:nvPr/>
          </p:nvSpPr>
          <p:spPr>
            <a:xfrm>
              <a:off x="7133163" y="22731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6" name="pt26426"/>
            <p:cNvSpPr/>
            <p:nvPr/>
          </p:nvSpPr>
          <p:spPr>
            <a:xfrm>
              <a:off x="7140246" y="21241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7" name="pt26427"/>
            <p:cNvSpPr/>
            <p:nvPr/>
          </p:nvSpPr>
          <p:spPr>
            <a:xfrm>
              <a:off x="7285811" y="19415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8" name="pt26428"/>
            <p:cNvSpPr/>
            <p:nvPr/>
          </p:nvSpPr>
          <p:spPr>
            <a:xfrm>
              <a:off x="6825282" y="22171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9" name="pt26429"/>
            <p:cNvSpPr/>
            <p:nvPr/>
          </p:nvSpPr>
          <p:spPr>
            <a:xfrm>
              <a:off x="7356957" y="20937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0" name="pt26430"/>
            <p:cNvSpPr/>
            <p:nvPr/>
          </p:nvSpPr>
          <p:spPr>
            <a:xfrm>
              <a:off x="7059042" y="2202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1" name="pt26431"/>
            <p:cNvSpPr/>
            <p:nvPr/>
          </p:nvSpPr>
          <p:spPr>
            <a:xfrm>
              <a:off x="7250369" y="19526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2" name="pt26432"/>
            <p:cNvSpPr/>
            <p:nvPr/>
          </p:nvSpPr>
          <p:spPr>
            <a:xfrm>
              <a:off x="7111083" y="21384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3" name="pt26433"/>
            <p:cNvSpPr/>
            <p:nvPr/>
          </p:nvSpPr>
          <p:spPr>
            <a:xfrm>
              <a:off x="6889651" y="20379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4" name="pt26434"/>
            <p:cNvSpPr/>
            <p:nvPr/>
          </p:nvSpPr>
          <p:spPr>
            <a:xfrm>
              <a:off x="7314332" y="20825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5" name="pt26435"/>
            <p:cNvSpPr/>
            <p:nvPr/>
          </p:nvSpPr>
          <p:spPr>
            <a:xfrm>
              <a:off x="7136088" y="22823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6" name="pt26436"/>
            <p:cNvSpPr/>
            <p:nvPr/>
          </p:nvSpPr>
          <p:spPr>
            <a:xfrm>
              <a:off x="7104945" y="20773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7" name="pt26437"/>
            <p:cNvSpPr/>
            <p:nvPr/>
          </p:nvSpPr>
          <p:spPr>
            <a:xfrm>
              <a:off x="6877525" y="20453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8" name="pt26438"/>
            <p:cNvSpPr/>
            <p:nvPr/>
          </p:nvSpPr>
          <p:spPr>
            <a:xfrm>
              <a:off x="7077290" y="22450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9" name="pt26439"/>
            <p:cNvSpPr/>
            <p:nvPr/>
          </p:nvSpPr>
          <p:spPr>
            <a:xfrm>
              <a:off x="7281117" y="20166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0" name="pt26440"/>
            <p:cNvSpPr/>
            <p:nvPr/>
          </p:nvSpPr>
          <p:spPr>
            <a:xfrm>
              <a:off x="7288435" y="19755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1" name="pt26441"/>
            <p:cNvSpPr/>
            <p:nvPr/>
          </p:nvSpPr>
          <p:spPr>
            <a:xfrm>
              <a:off x="6900579" y="20594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2" name="pt26442"/>
            <p:cNvSpPr/>
            <p:nvPr/>
          </p:nvSpPr>
          <p:spPr>
            <a:xfrm>
              <a:off x="7072465" y="22072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3" name="pt26443"/>
            <p:cNvSpPr/>
            <p:nvPr/>
          </p:nvSpPr>
          <p:spPr>
            <a:xfrm>
              <a:off x="7023118" y="2183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4" name="pt26444"/>
            <p:cNvSpPr/>
            <p:nvPr/>
          </p:nvSpPr>
          <p:spPr>
            <a:xfrm>
              <a:off x="7119953" y="21334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5" name="pt26445"/>
            <p:cNvSpPr/>
            <p:nvPr/>
          </p:nvSpPr>
          <p:spPr>
            <a:xfrm>
              <a:off x="6828415" y="22274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6" name="pt26446"/>
            <p:cNvSpPr/>
            <p:nvPr/>
          </p:nvSpPr>
          <p:spPr>
            <a:xfrm>
              <a:off x="7309836" y="19444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7" name="pt26447"/>
            <p:cNvSpPr/>
            <p:nvPr/>
          </p:nvSpPr>
          <p:spPr>
            <a:xfrm>
              <a:off x="7040503" y="23145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8" name="pt26448"/>
            <p:cNvSpPr/>
            <p:nvPr/>
          </p:nvSpPr>
          <p:spPr>
            <a:xfrm>
              <a:off x="7085110" y="21032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9" name="pt26449"/>
            <p:cNvSpPr/>
            <p:nvPr/>
          </p:nvSpPr>
          <p:spPr>
            <a:xfrm>
              <a:off x="7557849" y="21249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0" name="pt26450"/>
            <p:cNvSpPr/>
            <p:nvPr/>
          </p:nvSpPr>
          <p:spPr>
            <a:xfrm>
              <a:off x="7154077" y="2003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1" name="pt26451"/>
            <p:cNvSpPr/>
            <p:nvPr/>
          </p:nvSpPr>
          <p:spPr>
            <a:xfrm>
              <a:off x="7145642" y="20282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2" name="pt26452"/>
            <p:cNvSpPr/>
            <p:nvPr/>
          </p:nvSpPr>
          <p:spPr>
            <a:xfrm>
              <a:off x="6932228" y="21701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3" name="pt26453"/>
            <p:cNvSpPr/>
            <p:nvPr/>
          </p:nvSpPr>
          <p:spPr>
            <a:xfrm>
              <a:off x="7211154" y="20603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4" name="pt26454"/>
            <p:cNvSpPr/>
            <p:nvPr/>
          </p:nvSpPr>
          <p:spPr>
            <a:xfrm>
              <a:off x="7040509" y="20394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5" name="pt26455"/>
            <p:cNvSpPr/>
            <p:nvPr/>
          </p:nvSpPr>
          <p:spPr>
            <a:xfrm>
              <a:off x="6952643" y="20171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6" name="pt26456"/>
            <p:cNvSpPr/>
            <p:nvPr/>
          </p:nvSpPr>
          <p:spPr>
            <a:xfrm>
              <a:off x="6800310" y="21228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7" name="pt26457"/>
            <p:cNvSpPr/>
            <p:nvPr/>
          </p:nvSpPr>
          <p:spPr>
            <a:xfrm>
              <a:off x="7063616" y="21874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8" name="pt26458"/>
            <p:cNvSpPr/>
            <p:nvPr/>
          </p:nvSpPr>
          <p:spPr>
            <a:xfrm>
              <a:off x="7615492" y="23882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9" name="pt26459"/>
            <p:cNvSpPr/>
            <p:nvPr/>
          </p:nvSpPr>
          <p:spPr>
            <a:xfrm>
              <a:off x="7132608" y="23370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0" name="pt26460"/>
            <p:cNvSpPr/>
            <p:nvPr/>
          </p:nvSpPr>
          <p:spPr>
            <a:xfrm>
              <a:off x="7337586" y="22500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1" name="pt26461"/>
            <p:cNvSpPr/>
            <p:nvPr/>
          </p:nvSpPr>
          <p:spPr>
            <a:xfrm>
              <a:off x="7164754" y="21299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2" name="pt26462"/>
            <p:cNvSpPr/>
            <p:nvPr/>
          </p:nvSpPr>
          <p:spPr>
            <a:xfrm>
              <a:off x="7242272" y="2108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3" name="pt26463"/>
            <p:cNvSpPr/>
            <p:nvPr/>
          </p:nvSpPr>
          <p:spPr>
            <a:xfrm>
              <a:off x="7053104" y="20489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4" name="pt26464"/>
            <p:cNvSpPr/>
            <p:nvPr/>
          </p:nvSpPr>
          <p:spPr>
            <a:xfrm>
              <a:off x="7232875" y="20560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5" name="pt26465"/>
            <p:cNvSpPr/>
            <p:nvPr/>
          </p:nvSpPr>
          <p:spPr>
            <a:xfrm>
              <a:off x="7315338" y="2094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6" name="pt26466"/>
            <p:cNvSpPr/>
            <p:nvPr/>
          </p:nvSpPr>
          <p:spPr>
            <a:xfrm>
              <a:off x="7007145" y="19333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7" name="pt26467"/>
            <p:cNvSpPr/>
            <p:nvPr/>
          </p:nvSpPr>
          <p:spPr>
            <a:xfrm>
              <a:off x="7145709" y="19691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8" name="pt26468"/>
            <p:cNvSpPr/>
            <p:nvPr/>
          </p:nvSpPr>
          <p:spPr>
            <a:xfrm>
              <a:off x="6946950" y="20453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9" name="pt26469"/>
            <p:cNvSpPr/>
            <p:nvPr/>
          </p:nvSpPr>
          <p:spPr>
            <a:xfrm>
              <a:off x="6838546" y="20759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0" name="pt26470"/>
            <p:cNvSpPr/>
            <p:nvPr/>
          </p:nvSpPr>
          <p:spPr>
            <a:xfrm>
              <a:off x="7316913" y="21084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1" name="pt26471"/>
            <p:cNvSpPr/>
            <p:nvPr/>
          </p:nvSpPr>
          <p:spPr>
            <a:xfrm>
              <a:off x="7180303" y="19845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2" name="pt26472"/>
            <p:cNvSpPr/>
            <p:nvPr/>
          </p:nvSpPr>
          <p:spPr>
            <a:xfrm>
              <a:off x="7129626" y="22353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3" name="pt26473"/>
            <p:cNvSpPr/>
            <p:nvPr/>
          </p:nvSpPr>
          <p:spPr>
            <a:xfrm>
              <a:off x="7192590" y="23713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4" name="pt26474"/>
            <p:cNvSpPr/>
            <p:nvPr/>
          </p:nvSpPr>
          <p:spPr>
            <a:xfrm>
              <a:off x="7113958" y="20814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5" name="pt26475"/>
            <p:cNvSpPr/>
            <p:nvPr/>
          </p:nvSpPr>
          <p:spPr>
            <a:xfrm>
              <a:off x="7077436" y="21018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6" name="pt26476"/>
            <p:cNvSpPr/>
            <p:nvPr/>
          </p:nvSpPr>
          <p:spPr>
            <a:xfrm>
              <a:off x="7075413" y="22510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7" name="pt26477"/>
            <p:cNvSpPr/>
            <p:nvPr/>
          </p:nvSpPr>
          <p:spPr>
            <a:xfrm>
              <a:off x="7232274" y="21623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8" name="pt26478"/>
            <p:cNvSpPr/>
            <p:nvPr/>
          </p:nvSpPr>
          <p:spPr>
            <a:xfrm>
              <a:off x="7225883" y="2182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9" name="pt26479"/>
            <p:cNvSpPr/>
            <p:nvPr/>
          </p:nvSpPr>
          <p:spPr>
            <a:xfrm>
              <a:off x="7366336" y="20820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0" name="pt26480"/>
            <p:cNvSpPr/>
            <p:nvPr/>
          </p:nvSpPr>
          <p:spPr>
            <a:xfrm>
              <a:off x="7271680" y="20895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1" name="pt26481"/>
            <p:cNvSpPr/>
            <p:nvPr/>
          </p:nvSpPr>
          <p:spPr>
            <a:xfrm>
              <a:off x="6913530" y="22398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2" name="pt26482"/>
            <p:cNvSpPr/>
            <p:nvPr/>
          </p:nvSpPr>
          <p:spPr>
            <a:xfrm>
              <a:off x="7209320" y="22997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3" name="pt26483"/>
            <p:cNvSpPr/>
            <p:nvPr/>
          </p:nvSpPr>
          <p:spPr>
            <a:xfrm>
              <a:off x="7068169" y="21146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4" name="pt26484"/>
            <p:cNvSpPr/>
            <p:nvPr/>
          </p:nvSpPr>
          <p:spPr>
            <a:xfrm>
              <a:off x="7305401" y="20461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5" name="pt26485"/>
            <p:cNvSpPr/>
            <p:nvPr/>
          </p:nvSpPr>
          <p:spPr>
            <a:xfrm>
              <a:off x="6788522" y="23240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6" name="pt26486"/>
            <p:cNvSpPr/>
            <p:nvPr/>
          </p:nvSpPr>
          <p:spPr>
            <a:xfrm>
              <a:off x="7191824" y="21966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7" name="pt26487"/>
            <p:cNvSpPr/>
            <p:nvPr/>
          </p:nvSpPr>
          <p:spPr>
            <a:xfrm>
              <a:off x="7280262" y="19579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8" name="pt26488"/>
            <p:cNvSpPr/>
            <p:nvPr/>
          </p:nvSpPr>
          <p:spPr>
            <a:xfrm>
              <a:off x="7313673" y="21156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9" name="pt26489"/>
            <p:cNvSpPr/>
            <p:nvPr/>
          </p:nvSpPr>
          <p:spPr>
            <a:xfrm>
              <a:off x="7180520" y="21042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0" name="pt26490"/>
            <p:cNvSpPr/>
            <p:nvPr/>
          </p:nvSpPr>
          <p:spPr>
            <a:xfrm>
              <a:off x="7079889" y="22375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1" name="pt26491"/>
            <p:cNvSpPr/>
            <p:nvPr/>
          </p:nvSpPr>
          <p:spPr>
            <a:xfrm>
              <a:off x="7324791" y="20432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2" name="pt26492"/>
            <p:cNvSpPr/>
            <p:nvPr/>
          </p:nvSpPr>
          <p:spPr>
            <a:xfrm>
              <a:off x="6997013" y="20161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3" name="pt26493"/>
            <p:cNvSpPr/>
            <p:nvPr/>
          </p:nvSpPr>
          <p:spPr>
            <a:xfrm>
              <a:off x="6944604" y="21847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4" name="pt26494"/>
            <p:cNvSpPr/>
            <p:nvPr/>
          </p:nvSpPr>
          <p:spPr>
            <a:xfrm>
              <a:off x="6983641" y="22435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5" name="pt26495"/>
            <p:cNvSpPr/>
            <p:nvPr/>
          </p:nvSpPr>
          <p:spPr>
            <a:xfrm>
              <a:off x="7039895" y="22040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6" name="pt26496"/>
            <p:cNvSpPr/>
            <p:nvPr/>
          </p:nvSpPr>
          <p:spPr>
            <a:xfrm>
              <a:off x="7398439" y="25960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7" name="pt26497"/>
            <p:cNvSpPr/>
            <p:nvPr/>
          </p:nvSpPr>
          <p:spPr>
            <a:xfrm>
              <a:off x="7325120" y="21792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8" name="pt26498"/>
            <p:cNvSpPr/>
            <p:nvPr/>
          </p:nvSpPr>
          <p:spPr>
            <a:xfrm>
              <a:off x="7365354" y="20657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9" name="pt26499"/>
            <p:cNvSpPr/>
            <p:nvPr/>
          </p:nvSpPr>
          <p:spPr>
            <a:xfrm>
              <a:off x="7100855" y="21538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0" name="pt26500"/>
            <p:cNvSpPr/>
            <p:nvPr/>
          </p:nvSpPr>
          <p:spPr>
            <a:xfrm>
              <a:off x="7091974" y="21795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1" name="pt26501"/>
            <p:cNvSpPr/>
            <p:nvPr/>
          </p:nvSpPr>
          <p:spPr>
            <a:xfrm>
              <a:off x="7230515" y="22739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2" name="pt26502"/>
            <p:cNvSpPr/>
            <p:nvPr/>
          </p:nvSpPr>
          <p:spPr>
            <a:xfrm>
              <a:off x="7058067" y="22120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3" name="pt26503"/>
            <p:cNvSpPr/>
            <p:nvPr/>
          </p:nvSpPr>
          <p:spPr>
            <a:xfrm>
              <a:off x="6892689" y="19194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4" name="pt26504"/>
            <p:cNvSpPr/>
            <p:nvPr/>
          </p:nvSpPr>
          <p:spPr>
            <a:xfrm>
              <a:off x="7125561" y="22810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5" name="pt26505"/>
            <p:cNvSpPr/>
            <p:nvPr/>
          </p:nvSpPr>
          <p:spPr>
            <a:xfrm>
              <a:off x="7375240" y="21846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6" name="pt26506"/>
            <p:cNvSpPr/>
            <p:nvPr/>
          </p:nvSpPr>
          <p:spPr>
            <a:xfrm>
              <a:off x="7374706" y="21033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7" name="pt26507"/>
            <p:cNvSpPr/>
            <p:nvPr/>
          </p:nvSpPr>
          <p:spPr>
            <a:xfrm>
              <a:off x="7088544" y="22002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8" name="pt26508"/>
            <p:cNvSpPr/>
            <p:nvPr/>
          </p:nvSpPr>
          <p:spPr>
            <a:xfrm>
              <a:off x="7083688" y="2192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9" name="pt26509"/>
            <p:cNvSpPr/>
            <p:nvPr/>
          </p:nvSpPr>
          <p:spPr>
            <a:xfrm>
              <a:off x="7074009" y="21572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0" name="pt26510"/>
            <p:cNvSpPr/>
            <p:nvPr/>
          </p:nvSpPr>
          <p:spPr>
            <a:xfrm>
              <a:off x="7307735" y="19246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1" name="pt26511"/>
            <p:cNvSpPr/>
            <p:nvPr/>
          </p:nvSpPr>
          <p:spPr>
            <a:xfrm>
              <a:off x="7059189" y="20278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2" name="pt26512"/>
            <p:cNvSpPr/>
            <p:nvPr/>
          </p:nvSpPr>
          <p:spPr>
            <a:xfrm>
              <a:off x="7219330" y="2147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3" name="pt26513"/>
            <p:cNvSpPr/>
            <p:nvPr/>
          </p:nvSpPr>
          <p:spPr>
            <a:xfrm>
              <a:off x="7114917" y="21812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4" name="pt26514"/>
            <p:cNvSpPr/>
            <p:nvPr/>
          </p:nvSpPr>
          <p:spPr>
            <a:xfrm>
              <a:off x="7214739" y="20479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5" name="pt26515"/>
            <p:cNvSpPr/>
            <p:nvPr/>
          </p:nvSpPr>
          <p:spPr>
            <a:xfrm>
              <a:off x="6979005" y="18199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6" name="pt26516"/>
            <p:cNvSpPr/>
            <p:nvPr/>
          </p:nvSpPr>
          <p:spPr>
            <a:xfrm>
              <a:off x="7059562" y="22376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7" name="pt26517"/>
            <p:cNvSpPr/>
            <p:nvPr/>
          </p:nvSpPr>
          <p:spPr>
            <a:xfrm>
              <a:off x="7180575" y="20665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8" name="pt26518"/>
            <p:cNvSpPr/>
            <p:nvPr/>
          </p:nvSpPr>
          <p:spPr>
            <a:xfrm>
              <a:off x="7262443" y="21154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9" name="pt26519"/>
            <p:cNvSpPr/>
            <p:nvPr/>
          </p:nvSpPr>
          <p:spPr>
            <a:xfrm>
              <a:off x="7198030" y="22540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0" name="pt26520"/>
            <p:cNvSpPr/>
            <p:nvPr/>
          </p:nvSpPr>
          <p:spPr>
            <a:xfrm>
              <a:off x="7575812" y="25131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1" name="pt26521"/>
            <p:cNvSpPr/>
            <p:nvPr/>
          </p:nvSpPr>
          <p:spPr>
            <a:xfrm>
              <a:off x="7144613" y="21258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2" name="pt26522"/>
            <p:cNvSpPr/>
            <p:nvPr/>
          </p:nvSpPr>
          <p:spPr>
            <a:xfrm>
              <a:off x="7215771" y="20795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3" name="pt26523"/>
            <p:cNvSpPr/>
            <p:nvPr/>
          </p:nvSpPr>
          <p:spPr>
            <a:xfrm>
              <a:off x="6873157" y="18648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4" name="pt26524"/>
            <p:cNvSpPr/>
            <p:nvPr/>
          </p:nvSpPr>
          <p:spPr>
            <a:xfrm>
              <a:off x="7122715" y="21419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5" name="pt26525"/>
            <p:cNvSpPr/>
            <p:nvPr/>
          </p:nvSpPr>
          <p:spPr>
            <a:xfrm>
              <a:off x="7034227" y="24180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6" name="pt26526"/>
            <p:cNvSpPr/>
            <p:nvPr/>
          </p:nvSpPr>
          <p:spPr>
            <a:xfrm>
              <a:off x="7199843" y="21405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7" name="pt26527"/>
            <p:cNvSpPr/>
            <p:nvPr/>
          </p:nvSpPr>
          <p:spPr>
            <a:xfrm>
              <a:off x="7216175" y="19662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8" name="pt26528"/>
            <p:cNvSpPr/>
            <p:nvPr/>
          </p:nvSpPr>
          <p:spPr>
            <a:xfrm>
              <a:off x="6982401" y="21988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9" name="pt26529"/>
            <p:cNvSpPr/>
            <p:nvPr/>
          </p:nvSpPr>
          <p:spPr>
            <a:xfrm>
              <a:off x="7220008" y="19785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0" name="pt26530"/>
            <p:cNvSpPr/>
            <p:nvPr/>
          </p:nvSpPr>
          <p:spPr>
            <a:xfrm>
              <a:off x="7098225" y="22170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1" name="pt26531"/>
            <p:cNvSpPr/>
            <p:nvPr/>
          </p:nvSpPr>
          <p:spPr>
            <a:xfrm>
              <a:off x="6654393" y="23128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2" name="pt26532"/>
            <p:cNvSpPr/>
            <p:nvPr/>
          </p:nvSpPr>
          <p:spPr>
            <a:xfrm>
              <a:off x="7379756" y="27336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3" name="pt26533"/>
            <p:cNvSpPr/>
            <p:nvPr/>
          </p:nvSpPr>
          <p:spPr>
            <a:xfrm>
              <a:off x="7207238" y="20716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4" name="pt26534"/>
            <p:cNvSpPr/>
            <p:nvPr/>
          </p:nvSpPr>
          <p:spPr>
            <a:xfrm>
              <a:off x="7156754" y="20115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5" name="pt26535"/>
            <p:cNvSpPr/>
            <p:nvPr/>
          </p:nvSpPr>
          <p:spPr>
            <a:xfrm>
              <a:off x="6992475" y="18835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6" name="pt26536"/>
            <p:cNvSpPr/>
            <p:nvPr/>
          </p:nvSpPr>
          <p:spPr>
            <a:xfrm>
              <a:off x="7193318" y="21734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7" name="pt26537"/>
            <p:cNvSpPr/>
            <p:nvPr/>
          </p:nvSpPr>
          <p:spPr>
            <a:xfrm>
              <a:off x="6868735" y="20899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8" name="pt26538"/>
            <p:cNvSpPr/>
            <p:nvPr/>
          </p:nvSpPr>
          <p:spPr>
            <a:xfrm>
              <a:off x="7118133" y="22077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9" name="pt26539"/>
            <p:cNvSpPr/>
            <p:nvPr/>
          </p:nvSpPr>
          <p:spPr>
            <a:xfrm>
              <a:off x="7201781" y="22557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0" name="pt26540"/>
            <p:cNvSpPr/>
            <p:nvPr/>
          </p:nvSpPr>
          <p:spPr>
            <a:xfrm>
              <a:off x="7174060" y="20550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1" name="pt26541"/>
            <p:cNvSpPr/>
            <p:nvPr/>
          </p:nvSpPr>
          <p:spPr>
            <a:xfrm>
              <a:off x="7204818" y="21017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2" name="pt26542"/>
            <p:cNvSpPr/>
            <p:nvPr/>
          </p:nvSpPr>
          <p:spPr>
            <a:xfrm>
              <a:off x="7074432" y="21078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3" name="pt26543"/>
            <p:cNvSpPr/>
            <p:nvPr/>
          </p:nvSpPr>
          <p:spPr>
            <a:xfrm>
              <a:off x="7311900" y="19872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4" name="pt26544"/>
            <p:cNvSpPr/>
            <p:nvPr/>
          </p:nvSpPr>
          <p:spPr>
            <a:xfrm>
              <a:off x="7086310" y="21861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5" name="pt26545"/>
            <p:cNvSpPr/>
            <p:nvPr/>
          </p:nvSpPr>
          <p:spPr>
            <a:xfrm>
              <a:off x="7436673" y="28127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6" name="pt26546"/>
            <p:cNvSpPr/>
            <p:nvPr/>
          </p:nvSpPr>
          <p:spPr>
            <a:xfrm>
              <a:off x="6919013" y="22513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7" name="pt26547"/>
            <p:cNvSpPr/>
            <p:nvPr/>
          </p:nvSpPr>
          <p:spPr>
            <a:xfrm>
              <a:off x="7068500" y="20618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8" name="pt26548"/>
            <p:cNvSpPr/>
            <p:nvPr/>
          </p:nvSpPr>
          <p:spPr>
            <a:xfrm>
              <a:off x="7118558" y="21550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9" name="pt26549"/>
            <p:cNvSpPr/>
            <p:nvPr/>
          </p:nvSpPr>
          <p:spPr>
            <a:xfrm>
              <a:off x="7150982" y="19670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0" name="pt26550"/>
            <p:cNvSpPr/>
            <p:nvPr/>
          </p:nvSpPr>
          <p:spPr>
            <a:xfrm>
              <a:off x="7088045" y="22081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1" name="pt26551"/>
            <p:cNvSpPr/>
            <p:nvPr/>
          </p:nvSpPr>
          <p:spPr>
            <a:xfrm>
              <a:off x="7329524" y="19567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2" name="pt26552"/>
            <p:cNvSpPr/>
            <p:nvPr/>
          </p:nvSpPr>
          <p:spPr>
            <a:xfrm>
              <a:off x="7339649" y="25194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3" name="pt26553"/>
            <p:cNvSpPr/>
            <p:nvPr/>
          </p:nvSpPr>
          <p:spPr>
            <a:xfrm>
              <a:off x="7267643" y="18924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4" name="pt26554"/>
            <p:cNvSpPr/>
            <p:nvPr/>
          </p:nvSpPr>
          <p:spPr>
            <a:xfrm>
              <a:off x="7254224" y="20358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5" name="pt26555"/>
            <p:cNvSpPr/>
            <p:nvPr/>
          </p:nvSpPr>
          <p:spPr>
            <a:xfrm>
              <a:off x="7193639" y="21985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6" name="pt26556"/>
            <p:cNvSpPr/>
            <p:nvPr/>
          </p:nvSpPr>
          <p:spPr>
            <a:xfrm>
              <a:off x="7318803" y="21208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7" name="pt26557"/>
            <p:cNvSpPr/>
            <p:nvPr/>
          </p:nvSpPr>
          <p:spPr>
            <a:xfrm>
              <a:off x="7103587" y="21781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8" name="pt26558"/>
            <p:cNvSpPr/>
            <p:nvPr/>
          </p:nvSpPr>
          <p:spPr>
            <a:xfrm>
              <a:off x="6983414" y="21799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9" name="pt26559"/>
            <p:cNvSpPr/>
            <p:nvPr/>
          </p:nvSpPr>
          <p:spPr>
            <a:xfrm>
              <a:off x="6880810" y="18566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0" name="pt26560"/>
            <p:cNvSpPr/>
            <p:nvPr/>
          </p:nvSpPr>
          <p:spPr>
            <a:xfrm>
              <a:off x="7092669" y="21394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1" name="pt26561"/>
            <p:cNvSpPr/>
            <p:nvPr/>
          </p:nvSpPr>
          <p:spPr>
            <a:xfrm>
              <a:off x="7555515" y="20255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2" name="pt26562"/>
            <p:cNvSpPr/>
            <p:nvPr/>
          </p:nvSpPr>
          <p:spPr>
            <a:xfrm>
              <a:off x="7134374" y="23106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3" name="pt26563"/>
            <p:cNvSpPr/>
            <p:nvPr/>
          </p:nvSpPr>
          <p:spPr>
            <a:xfrm>
              <a:off x="7252563" y="20194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4" name="pt26564"/>
            <p:cNvSpPr/>
            <p:nvPr/>
          </p:nvSpPr>
          <p:spPr>
            <a:xfrm>
              <a:off x="7057117" y="22144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5" name="pt26565"/>
            <p:cNvSpPr/>
            <p:nvPr/>
          </p:nvSpPr>
          <p:spPr>
            <a:xfrm>
              <a:off x="6888902" y="20021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6" name="pt26566"/>
            <p:cNvSpPr/>
            <p:nvPr/>
          </p:nvSpPr>
          <p:spPr>
            <a:xfrm>
              <a:off x="7131033" y="22904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7" name="pt26567"/>
            <p:cNvSpPr/>
            <p:nvPr/>
          </p:nvSpPr>
          <p:spPr>
            <a:xfrm>
              <a:off x="7091011" y="20882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8" name="pt26568"/>
            <p:cNvSpPr/>
            <p:nvPr/>
          </p:nvSpPr>
          <p:spPr>
            <a:xfrm>
              <a:off x="6972785" y="19846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9" name="pt26569"/>
            <p:cNvSpPr/>
            <p:nvPr/>
          </p:nvSpPr>
          <p:spPr>
            <a:xfrm>
              <a:off x="7211633" y="21887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0" name="pt26570"/>
            <p:cNvSpPr/>
            <p:nvPr/>
          </p:nvSpPr>
          <p:spPr>
            <a:xfrm>
              <a:off x="7374462" y="23594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1" name="pt26571"/>
            <p:cNvSpPr/>
            <p:nvPr/>
          </p:nvSpPr>
          <p:spPr>
            <a:xfrm>
              <a:off x="7178850" y="2105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2" name="pt26572"/>
            <p:cNvSpPr/>
            <p:nvPr/>
          </p:nvSpPr>
          <p:spPr>
            <a:xfrm>
              <a:off x="7226907" y="21635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3" name="pt26573"/>
            <p:cNvSpPr/>
            <p:nvPr/>
          </p:nvSpPr>
          <p:spPr>
            <a:xfrm>
              <a:off x="6662279" y="18405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4" name="pt26574"/>
            <p:cNvSpPr/>
            <p:nvPr/>
          </p:nvSpPr>
          <p:spPr>
            <a:xfrm>
              <a:off x="7195971" y="2215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5" name="pt26575"/>
            <p:cNvSpPr/>
            <p:nvPr/>
          </p:nvSpPr>
          <p:spPr>
            <a:xfrm>
              <a:off x="7216763" y="21010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6" name="pt26576"/>
            <p:cNvSpPr/>
            <p:nvPr/>
          </p:nvSpPr>
          <p:spPr>
            <a:xfrm>
              <a:off x="7291262" y="20803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7" name="pt26577"/>
            <p:cNvSpPr/>
            <p:nvPr/>
          </p:nvSpPr>
          <p:spPr>
            <a:xfrm>
              <a:off x="7337640" y="22779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8" name="pt26578"/>
            <p:cNvSpPr/>
            <p:nvPr/>
          </p:nvSpPr>
          <p:spPr>
            <a:xfrm>
              <a:off x="7111145" y="2186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9" name="pt26579"/>
            <p:cNvSpPr/>
            <p:nvPr/>
          </p:nvSpPr>
          <p:spPr>
            <a:xfrm>
              <a:off x="7202344" y="20665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0" name="pt26580"/>
            <p:cNvSpPr/>
            <p:nvPr/>
          </p:nvSpPr>
          <p:spPr>
            <a:xfrm>
              <a:off x="7103707" y="2133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1" name="pt26581"/>
            <p:cNvSpPr/>
            <p:nvPr/>
          </p:nvSpPr>
          <p:spPr>
            <a:xfrm>
              <a:off x="7277006" y="19861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2" name="pt26582"/>
            <p:cNvSpPr/>
            <p:nvPr/>
          </p:nvSpPr>
          <p:spPr>
            <a:xfrm>
              <a:off x="6904899" y="21834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3" name="pt26583"/>
            <p:cNvSpPr/>
            <p:nvPr/>
          </p:nvSpPr>
          <p:spPr>
            <a:xfrm>
              <a:off x="6541810" y="1977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4" name="pt26584"/>
            <p:cNvSpPr/>
            <p:nvPr/>
          </p:nvSpPr>
          <p:spPr>
            <a:xfrm>
              <a:off x="7070991" y="21460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5" name="pt26585"/>
            <p:cNvSpPr/>
            <p:nvPr/>
          </p:nvSpPr>
          <p:spPr>
            <a:xfrm>
              <a:off x="7169788" y="21658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6" name="pt26586"/>
            <p:cNvSpPr/>
            <p:nvPr/>
          </p:nvSpPr>
          <p:spPr>
            <a:xfrm>
              <a:off x="7174424" y="20346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7" name="pt26587"/>
            <p:cNvSpPr/>
            <p:nvPr/>
          </p:nvSpPr>
          <p:spPr>
            <a:xfrm>
              <a:off x="7194506" y="22329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8" name="pt26588"/>
            <p:cNvSpPr/>
            <p:nvPr/>
          </p:nvSpPr>
          <p:spPr>
            <a:xfrm>
              <a:off x="7033398" y="20604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9" name="pt26589"/>
            <p:cNvSpPr/>
            <p:nvPr/>
          </p:nvSpPr>
          <p:spPr>
            <a:xfrm>
              <a:off x="7584694" y="21996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0" name="pt26590"/>
            <p:cNvSpPr/>
            <p:nvPr/>
          </p:nvSpPr>
          <p:spPr>
            <a:xfrm>
              <a:off x="7357849" y="21446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1" name="pt26591"/>
            <p:cNvSpPr/>
            <p:nvPr/>
          </p:nvSpPr>
          <p:spPr>
            <a:xfrm>
              <a:off x="7098611" y="21050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2" name="pt26592"/>
            <p:cNvSpPr/>
            <p:nvPr/>
          </p:nvSpPr>
          <p:spPr>
            <a:xfrm>
              <a:off x="7111947" y="21192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3" name="pt26593"/>
            <p:cNvSpPr/>
            <p:nvPr/>
          </p:nvSpPr>
          <p:spPr>
            <a:xfrm>
              <a:off x="7048042" y="17081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4" name="pt26594"/>
            <p:cNvSpPr/>
            <p:nvPr/>
          </p:nvSpPr>
          <p:spPr>
            <a:xfrm>
              <a:off x="7170403" y="21523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5" name="pt26595"/>
            <p:cNvSpPr/>
            <p:nvPr/>
          </p:nvSpPr>
          <p:spPr>
            <a:xfrm>
              <a:off x="7191169" y="22057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6" name="pt26596"/>
            <p:cNvSpPr/>
            <p:nvPr/>
          </p:nvSpPr>
          <p:spPr>
            <a:xfrm>
              <a:off x="6846572" y="21640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7" name="pt26597"/>
            <p:cNvSpPr/>
            <p:nvPr/>
          </p:nvSpPr>
          <p:spPr>
            <a:xfrm>
              <a:off x="7171198" y="22543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8" name="pt26598"/>
            <p:cNvSpPr/>
            <p:nvPr/>
          </p:nvSpPr>
          <p:spPr>
            <a:xfrm>
              <a:off x="7096597" y="21328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9" name="pt26599"/>
            <p:cNvSpPr/>
            <p:nvPr/>
          </p:nvSpPr>
          <p:spPr>
            <a:xfrm>
              <a:off x="6761177" y="27043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0" name="pt26600"/>
            <p:cNvSpPr/>
            <p:nvPr/>
          </p:nvSpPr>
          <p:spPr>
            <a:xfrm>
              <a:off x="7303473" y="19992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1" name="pt26601"/>
            <p:cNvSpPr/>
            <p:nvPr/>
          </p:nvSpPr>
          <p:spPr>
            <a:xfrm>
              <a:off x="7061772" y="2157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2" name="pt26602"/>
            <p:cNvSpPr/>
            <p:nvPr/>
          </p:nvSpPr>
          <p:spPr>
            <a:xfrm>
              <a:off x="7037754" y="22106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3" name="pt26603"/>
            <p:cNvSpPr/>
            <p:nvPr/>
          </p:nvSpPr>
          <p:spPr>
            <a:xfrm>
              <a:off x="7293110" y="21266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4" name="pt26604"/>
            <p:cNvSpPr/>
            <p:nvPr/>
          </p:nvSpPr>
          <p:spPr>
            <a:xfrm>
              <a:off x="6887708" y="17341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5" name="pt26605"/>
            <p:cNvSpPr/>
            <p:nvPr/>
          </p:nvSpPr>
          <p:spPr>
            <a:xfrm>
              <a:off x="7100800" y="2188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6" name="pt26606"/>
            <p:cNvSpPr/>
            <p:nvPr/>
          </p:nvSpPr>
          <p:spPr>
            <a:xfrm>
              <a:off x="7192933" y="22955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7" name="pt26607"/>
            <p:cNvSpPr/>
            <p:nvPr/>
          </p:nvSpPr>
          <p:spPr>
            <a:xfrm>
              <a:off x="6875903" y="17596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8" name="pt26608"/>
            <p:cNvSpPr/>
            <p:nvPr/>
          </p:nvSpPr>
          <p:spPr>
            <a:xfrm>
              <a:off x="7243346" y="20673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9" name="pt26609"/>
            <p:cNvSpPr/>
            <p:nvPr/>
          </p:nvSpPr>
          <p:spPr>
            <a:xfrm>
              <a:off x="7285438" y="19963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0" name="pt26610"/>
            <p:cNvSpPr/>
            <p:nvPr/>
          </p:nvSpPr>
          <p:spPr>
            <a:xfrm>
              <a:off x="7089831" y="21276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1" name="pt26611"/>
            <p:cNvSpPr/>
            <p:nvPr/>
          </p:nvSpPr>
          <p:spPr>
            <a:xfrm>
              <a:off x="7206678" y="2193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2" name="pt26612"/>
            <p:cNvSpPr/>
            <p:nvPr/>
          </p:nvSpPr>
          <p:spPr>
            <a:xfrm>
              <a:off x="6922416" y="21983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3" name="pt26613"/>
            <p:cNvSpPr/>
            <p:nvPr/>
          </p:nvSpPr>
          <p:spPr>
            <a:xfrm>
              <a:off x="7036384" y="22571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4" name="pt26614"/>
            <p:cNvSpPr/>
            <p:nvPr/>
          </p:nvSpPr>
          <p:spPr>
            <a:xfrm>
              <a:off x="7076200" y="22239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5" name="pt26615"/>
            <p:cNvSpPr/>
            <p:nvPr/>
          </p:nvSpPr>
          <p:spPr>
            <a:xfrm>
              <a:off x="7127400" y="22520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6" name="pt26616"/>
            <p:cNvSpPr/>
            <p:nvPr/>
          </p:nvSpPr>
          <p:spPr>
            <a:xfrm>
              <a:off x="7083546" y="21933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7" name="pt26617"/>
            <p:cNvSpPr/>
            <p:nvPr/>
          </p:nvSpPr>
          <p:spPr>
            <a:xfrm>
              <a:off x="6908471" y="22443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8" name="pt26618"/>
            <p:cNvSpPr/>
            <p:nvPr/>
          </p:nvSpPr>
          <p:spPr>
            <a:xfrm>
              <a:off x="7295038" y="19409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9" name="pt26619"/>
            <p:cNvSpPr/>
            <p:nvPr/>
          </p:nvSpPr>
          <p:spPr>
            <a:xfrm>
              <a:off x="7351508" y="25867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0" name="pt26620"/>
            <p:cNvSpPr/>
            <p:nvPr/>
          </p:nvSpPr>
          <p:spPr>
            <a:xfrm>
              <a:off x="7085186" y="22613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1" name="pt26621"/>
            <p:cNvSpPr/>
            <p:nvPr/>
          </p:nvSpPr>
          <p:spPr>
            <a:xfrm>
              <a:off x="6981525" y="21844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2" name="pt26622"/>
            <p:cNvSpPr/>
            <p:nvPr/>
          </p:nvSpPr>
          <p:spPr>
            <a:xfrm>
              <a:off x="6905597" y="23220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3" name="pt26623"/>
            <p:cNvSpPr/>
            <p:nvPr/>
          </p:nvSpPr>
          <p:spPr>
            <a:xfrm>
              <a:off x="7114701" y="21721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4" name="pt26624"/>
            <p:cNvSpPr/>
            <p:nvPr/>
          </p:nvSpPr>
          <p:spPr>
            <a:xfrm>
              <a:off x="7135768" y="21770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5" name="pt26625"/>
            <p:cNvSpPr/>
            <p:nvPr/>
          </p:nvSpPr>
          <p:spPr>
            <a:xfrm>
              <a:off x="6951554" y="20791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6" name="pt26626"/>
            <p:cNvSpPr/>
            <p:nvPr/>
          </p:nvSpPr>
          <p:spPr>
            <a:xfrm>
              <a:off x="6855193" y="22798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7" name="pt26627"/>
            <p:cNvSpPr/>
            <p:nvPr/>
          </p:nvSpPr>
          <p:spPr>
            <a:xfrm>
              <a:off x="6876006" y="18972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8" name="pt26628"/>
            <p:cNvSpPr/>
            <p:nvPr/>
          </p:nvSpPr>
          <p:spPr>
            <a:xfrm>
              <a:off x="7077855" y="20912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9" name="pt26629"/>
            <p:cNvSpPr/>
            <p:nvPr/>
          </p:nvSpPr>
          <p:spPr>
            <a:xfrm>
              <a:off x="7253324" y="19457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0" name="pt26630"/>
            <p:cNvSpPr/>
            <p:nvPr/>
          </p:nvSpPr>
          <p:spPr>
            <a:xfrm>
              <a:off x="7349526" y="26242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1" name="pt26631"/>
            <p:cNvSpPr/>
            <p:nvPr/>
          </p:nvSpPr>
          <p:spPr>
            <a:xfrm>
              <a:off x="6752823" y="17356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2" name="pt26632"/>
            <p:cNvSpPr/>
            <p:nvPr/>
          </p:nvSpPr>
          <p:spPr>
            <a:xfrm>
              <a:off x="7194596" y="22430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3" name="pt26633"/>
            <p:cNvSpPr/>
            <p:nvPr/>
          </p:nvSpPr>
          <p:spPr>
            <a:xfrm>
              <a:off x="6836675" y="23211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4" name="pt26634"/>
            <p:cNvSpPr/>
            <p:nvPr/>
          </p:nvSpPr>
          <p:spPr>
            <a:xfrm>
              <a:off x="7203693" y="22718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5" name="pt26635"/>
            <p:cNvSpPr/>
            <p:nvPr/>
          </p:nvSpPr>
          <p:spPr>
            <a:xfrm>
              <a:off x="7317138" y="2147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6" name="pt26636"/>
            <p:cNvSpPr/>
            <p:nvPr/>
          </p:nvSpPr>
          <p:spPr>
            <a:xfrm>
              <a:off x="6788271" y="22152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7" name="pt26637"/>
            <p:cNvSpPr/>
            <p:nvPr/>
          </p:nvSpPr>
          <p:spPr>
            <a:xfrm>
              <a:off x="7055004" y="21161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8" name="pt26638"/>
            <p:cNvSpPr/>
            <p:nvPr/>
          </p:nvSpPr>
          <p:spPr>
            <a:xfrm>
              <a:off x="7041514" y="2185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9" name="pt26639"/>
            <p:cNvSpPr/>
            <p:nvPr/>
          </p:nvSpPr>
          <p:spPr>
            <a:xfrm>
              <a:off x="7246363" y="20640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0" name="pt26640"/>
            <p:cNvSpPr/>
            <p:nvPr/>
          </p:nvSpPr>
          <p:spPr>
            <a:xfrm>
              <a:off x="7101347" y="21673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1" name="pt26641"/>
            <p:cNvSpPr/>
            <p:nvPr/>
          </p:nvSpPr>
          <p:spPr>
            <a:xfrm>
              <a:off x="7036972" y="23612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2" name="pt26642"/>
            <p:cNvSpPr/>
            <p:nvPr/>
          </p:nvSpPr>
          <p:spPr>
            <a:xfrm>
              <a:off x="7063377" y="21375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3" name="pt26643"/>
            <p:cNvSpPr/>
            <p:nvPr/>
          </p:nvSpPr>
          <p:spPr>
            <a:xfrm>
              <a:off x="7227459" y="22487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4" name="pt26644"/>
            <p:cNvSpPr/>
            <p:nvPr/>
          </p:nvSpPr>
          <p:spPr>
            <a:xfrm>
              <a:off x="6903301" y="22675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5" name="pt26645"/>
            <p:cNvSpPr/>
            <p:nvPr/>
          </p:nvSpPr>
          <p:spPr>
            <a:xfrm>
              <a:off x="6904908" y="23490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6" name="pt26646"/>
            <p:cNvSpPr/>
            <p:nvPr/>
          </p:nvSpPr>
          <p:spPr>
            <a:xfrm>
              <a:off x="6827805" y="20283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7" name="pt26647"/>
            <p:cNvSpPr/>
            <p:nvPr/>
          </p:nvSpPr>
          <p:spPr>
            <a:xfrm>
              <a:off x="7159899" y="20647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8" name="pt26648"/>
            <p:cNvSpPr/>
            <p:nvPr/>
          </p:nvSpPr>
          <p:spPr>
            <a:xfrm>
              <a:off x="7184891" y="20740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9" name="pt26649"/>
            <p:cNvSpPr/>
            <p:nvPr/>
          </p:nvSpPr>
          <p:spPr>
            <a:xfrm>
              <a:off x="7147268" y="19788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0" name="pt26650"/>
            <p:cNvSpPr/>
            <p:nvPr/>
          </p:nvSpPr>
          <p:spPr>
            <a:xfrm>
              <a:off x="7033049" y="22417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1" name="pt26651"/>
            <p:cNvSpPr/>
            <p:nvPr/>
          </p:nvSpPr>
          <p:spPr>
            <a:xfrm>
              <a:off x="7094305" y="21552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2" name="pt26652"/>
            <p:cNvSpPr/>
            <p:nvPr/>
          </p:nvSpPr>
          <p:spPr>
            <a:xfrm>
              <a:off x="7178548" y="20877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3" name="pt26653"/>
            <p:cNvSpPr/>
            <p:nvPr/>
          </p:nvSpPr>
          <p:spPr>
            <a:xfrm>
              <a:off x="7090438" y="20945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4" name="pt26654"/>
            <p:cNvSpPr/>
            <p:nvPr/>
          </p:nvSpPr>
          <p:spPr>
            <a:xfrm>
              <a:off x="7087362" y="21969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5" name="pt26655"/>
            <p:cNvSpPr/>
            <p:nvPr/>
          </p:nvSpPr>
          <p:spPr>
            <a:xfrm>
              <a:off x="7126866" y="22822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6" name="pt26656"/>
            <p:cNvSpPr/>
            <p:nvPr/>
          </p:nvSpPr>
          <p:spPr>
            <a:xfrm>
              <a:off x="7178714" y="20439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7" name="pt26657"/>
            <p:cNvSpPr/>
            <p:nvPr/>
          </p:nvSpPr>
          <p:spPr>
            <a:xfrm>
              <a:off x="7167864" y="21518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8" name="pt26658"/>
            <p:cNvSpPr/>
            <p:nvPr/>
          </p:nvSpPr>
          <p:spPr>
            <a:xfrm>
              <a:off x="7142144" y="22360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9" name="pt26659"/>
            <p:cNvSpPr/>
            <p:nvPr/>
          </p:nvSpPr>
          <p:spPr>
            <a:xfrm>
              <a:off x="7068218" y="19557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0" name="pt26660"/>
            <p:cNvSpPr/>
            <p:nvPr/>
          </p:nvSpPr>
          <p:spPr>
            <a:xfrm>
              <a:off x="7313792" y="21309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1" name="pt26661"/>
            <p:cNvSpPr/>
            <p:nvPr/>
          </p:nvSpPr>
          <p:spPr>
            <a:xfrm>
              <a:off x="7069691" y="18188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2" name="pt26662"/>
            <p:cNvSpPr/>
            <p:nvPr/>
          </p:nvSpPr>
          <p:spPr>
            <a:xfrm>
              <a:off x="6966353" y="2040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3" name="pt26663"/>
            <p:cNvSpPr/>
            <p:nvPr/>
          </p:nvSpPr>
          <p:spPr>
            <a:xfrm>
              <a:off x="7163191" y="21081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4" name="pt26664"/>
            <p:cNvSpPr/>
            <p:nvPr/>
          </p:nvSpPr>
          <p:spPr>
            <a:xfrm>
              <a:off x="7155538" y="20492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5" name="pt26665"/>
            <p:cNvSpPr/>
            <p:nvPr/>
          </p:nvSpPr>
          <p:spPr>
            <a:xfrm>
              <a:off x="7258193" y="20813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6" name="pt26666"/>
            <p:cNvSpPr/>
            <p:nvPr/>
          </p:nvSpPr>
          <p:spPr>
            <a:xfrm>
              <a:off x="7113942" y="21874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7" name="pt26667"/>
            <p:cNvSpPr/>
            <p:nvPr/>
          </p:nvSpPr>
          <p:spPr>
            <a:xfrm>
              <a:off x="7078027" y="21447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8" name="pt26668"/>
            <p:cNvSpPr/>
            <p:nvPr/>
          </p:nvSpPr>
          <p:spPr>
            <a:xfrm>
              <a:off x="7083077" y="22022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9" name="pt26669"/>
            <p:cNvSpPr/>
            <p:nvPr/>
          </p:nvSpPr>
          <p:spPr>
            <a:xfrm>
              <a:off x="7058748" y="22650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0" name="pt26670"/>
            <p:cNvSpPr/>
            <p:nvPr/>
          </p:nvSpPr>
          <p:spPr>
            <a:xfrm>
              <a:off x="7342822" y="24162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1" name="pt26671"/>
            <p:cNvSpPr/>
            <p:nvPr/>
          </p:nvSpPr>
          <p:spPr>
            <a:xfrm>
              <a:off x="7051758" y="21020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2" name="pt26672"/>
            <p:cNvSpPr/>
            <p:nvPr/>
          </p:nvSpPr>
          <p:spPr>
            <a:xfrm>
              <a:off x="6969563" y="19792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3" name="pt26673"/>
            <p:cNvSpPr/>
            <p:nvPr/>
          </p:nvSpPr>
          <p:spPr>
            <a:xfrm>
              <a:off x="6990336" y="21184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4" name="pt26674"/>
            <p:cNvSpPr/>
            <p:nvPr/>
          </p:nvSpPr>
          <p:spPr>
            <a:xfrm>
              <a:off x="7146102" y="20149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5" name="pt26675"/>
            <p:cNvSpPr/>
            <p:nvPr/>
          </p:nvSpPr>
          <p:spPr>
            <a:xfrm>
              <a:off x="7199788" y="22405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6" name="pt26676"/>
            <p:cNvSpPr/>
            <p:nvPr/>
          </p:nvSpPr>
          <p:spPr>
            <a:xfrm>
              <a:off x="7240625" y="20366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7" name="pt26677"/>
            <p:cNvSpPr/>
            <p:nvPr/>
          </p:nvSpPr>
          <p:spPr>
            <a:xfrm>
              <a:off x="7046252" y="20856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8" name="pt26678"/>
            <p:cNvSpPr/>
            <p:nvPr/>
          </p:nvSpPr>
          <p:spPr>
            <a:xfrm>
              <a:off x="7114838" y="21779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9" name="pt26679"/>
            <p:cNvSpPr/>
            <p:nvPr/>
          </p:nvSpPr>
          <p:spPr>
            <a:xfrm>
              <a:off x="7160681" y="20036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0" name="pt26680"/>
            <p:cNvSpPr/>
            <p:nvPr/>
          </p:nvSpPr>
          <p:spPr>
            <a:xfrm>
              <a:off x="7029029" y="22382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1" name="pt26681"/>
            <p:cNvSpPr/>
            <p:nvPr/>
          </p:nvSpPr>
          <p:spPr>
            <a:xfrm>
              <a:off x="7143394" y="21242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2" name="pt26682"/>
            <p:cNvSpPr/>
            <p:nvPr/>
          </p:nvSpPr>
          <p:spPr>
            <a:xfrm>
              <a:off x="6951741" y="2060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3" name="pt26683"/>
            <p:cNvSpPr/>
            <p:nvPr/>
          </p:nvSpPr>
          <p:spPr>
            <a:xfrm>
              <a:off x="7092929" y="21580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4" name="pt26684"/>
            <p:cNvSpPr/>
            <p:nvPr/>
          </p:nvSpPr>
          <p:spPr>
            <a:xfrm>
              <a:off x="7268057" y="18488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5" name="pt26685"/>
            <p:cNvSpPr/>
            <p:nvPr/>
          </p:nvSpPr>
          <p:spPr>
            <a:xfrm>
              <a:off x="7269591" y="20441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6" name="pt26686"/>
            <p:cNvSpPr/>
            <p:nvPr/>
          </p:nvSpPr>
          <p:spPr>
            <a:xfrm>
              <a:off x="7026769" y="21102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7" name="pt26687"/>
            <p:cNvSpPr/>
            <p:nvPr/>
          </p:nvSpPr>
          <p:spPr>
            <a:xfrm>
              <a:off x="7099601" y="21385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8" name="pt26688"/>
            <p:cNvSpPr/>
            <p:nvPr/>
          </p:nvSpPr>
          <p:spPr>
            <a:xfrm>
              <a:off x="6979531" y="19704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9" name="pt26689"/>
            <p:cNvSpPr/>
            <p:nvPr/>
          </p:nvSpPr>
          <p:spPr>
            <a:xfrm>
              <a:off x="7280846" y="19552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0" name="pt26690"/>
            <p:cNvSpPr/>
            <p:nvPr/>
          </p:nvSpPr>
          <p:spPr>
            <a:xfrm>
              <a:off x="6949292" y="20200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1" name="pt26691"/>
            <p:cNvSpPr/>
            <p:nvPr/>
          </p:nvSpPr>
          <p:spPr>
            <a:xfrm>
              <a:off x="7265842" y="21439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2" name="pt26692"/>
            <p:cNvSpPr/>
            <p:nvPr/>
          </p:nvSpPr>
          <p:spPr>
            <a:xfrm>
              <a:off x="7246849" y="21169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3" name="pt26693"/>
            <p:cNvSpPr/>
            <p:nvPr/>
          </p:nvSpPr>
          <p:spPr>
            <a:xfrm>
              <a:off x="7088018" y="22002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4" name="pt26694"/>
            <p:cNvSpPr/>
            <p:nvPr/>
          </p:nvSpPr>
          <p:spPr>
            <a:xfrm>
              <a:off x="7127671" y="23003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5" name="pt26695"/>
            <p:cNvSpPr/>
            <p:nvPr/>
          </p:nvSpPr>
          <p:spPr>
            <a:xfrm>
              <a:off x="7146753" y="21291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6" name="pt26696"/>
            <p:cNvSpPr/>
            <p:nvPr/>
          </p:nvSpPr>
          <p:spPr>
            <a:xfrm>
              <a:off x="7074421" y="21998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7" name="pt26697"/>
            <p:cNvSpPr/>
            <p:nvPr/>
          </p:nvSpPr>
          <p:spPr>
            <a:xfrm>
              <a:off x="6941874" y="21268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8" name="pt26698"/>
            <p:cNvSpPr/>
            <p:nvPr/>
          </p:nvSpPr>
          <p:spPr>
            <a:xfrm>
              <a:off x="7343822" y="23118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9" name="pt26699"/>
            <p:cNvSpPr/>
            <p:nvPr/>
          </p:nvSpPr>
          <p:spPr>
            <a:xfrm>
              <a:off x="7178901" y="2043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0" name="pt26700"/>
            <p:cNvSpPr/>
            <p:nvPr/>
          </p:nvSpPr>
          <p:spPr>
            <a:xfrm>
              <a:off x="7001968" y="17454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1" name="pt26701"/>
            <p:cNvSpPr/>
            <p:nvPr/>
          </p:nvSpPr>
          <p:spPr>
            <a:xfrm>
              <a:off x="7069306" y="20426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2" name="pt26702"/>
            <p:cNvSpPr/>
            <p:nvPr/>
          </p:nvSpPr>
          <p:spPr>
            <a:xfrm>
              <a:off x="7113799" y="21585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3" name="pt26703"/>
            <p:cNvSpPr/>
            <p:nvPr/>
          </p:nvSpPr>
          <p:spPr>
            <a:xfrm>
              <a:off x="7126552" y="21893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4" name="pt26704"/>
            <p:cNvSpPr/>
            <p:nvPr/>
          </p:nvSpPr>
          <p:spPr>
            <a:xfrm>
              <a:off x="7106282" y="2103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5" name="pt26705"/>
            <p:cNvSpPr/>
            <p:nvPr/>
          </p:nvSpPr>
          <p:spPr>
            <a:xfrm>
              <a:off x="7039709" y="23619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6" name="pt26706"/>
            <p:cNvSpPr/>
            <p:nvPr/>
          </p:nvSpPr>
          <p:spPr>
            <a:xfrm>
              <a:off x="7389591" y="24983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7" name="pt26707"/>
            <p:cNvSpPr/>
            <p:nvPr/>
          </p:nvSpPr>
          <p:spPr>
            <a:xfrm>
              <a:off x="6896717" y="21801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8" name="pt26708"/>
            <p:cNvSpPr/>
            <p:nvPr/>
          </p:nvSpPr>
          <p:spPr>
            <a:xfrm>
              <a:off x="6942282" y="20135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9" name="pt26709"/>
            <p:cNvSpPr/>
            <p:nvPr/>
          </p:nvSpPr>
          <p:spPr>
            <a:xfrm>
              <a:off x="7178792" y="20954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0" name="pt26710"/>
            <p:cNvSpPr/>
            <p:nvPr/>
          </p:nvSpPr>
          <p:spPr>
            <a:xfrm>
              <a:off x="6878261" y="18385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1" name="pt26711"/>
            <p:cNvSpPr/>
            <p:nvPr/>
          </p:nvSpPr>
          <p:spPr>
            <a:xfrm>
              <a:off x="7178999" y="20502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2" name="pt26712"/>
            <p:cNvSpPr/>
            <p:nvPr/>
          </p:nvSpPr>
          <p:spPr>
            <a:xfrm>
              <a:off x="7102681" y="21378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3" name="pt26713"/>
            <p:cNvSpPr/>
            <p:nvPr/>
          </p:nvSpPr>
          <p:spPr>
            <a:xfrm>
              <a:off x="7285780" y="20178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4" name="pt26714"/>
            <p:cNvSpPr/>
            <p:nvPr/>
          </p:nvSpPr>
          <p:spPr>
            <a:xfrm>
              <a:off x="6999345" y="19346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5" name="pt26715"/>
            <p:cNvSpPr/>
            <p:nvPr/>
          </p:nvSpPr>
          <p:spPr>
            <a:xfrm>
              <a:off x="7214565" y="20646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6" name="pt26716"/>
            <p:cNvSpPr/>
            <p:nvPr/>
          </p:nvSpPr>
          <p:spPr>
            <a:xfrm>
              <a:off x="6944037" y="20199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7" name="pt26717"/>
            <p:cNvSpPr/>
            <p:nvPr/>
          </p:nvSpPr>
          <p:spPr>
            <a:xfrm>
              <a:off x="7207642" y="21774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8" name="pt26718"/>
            <p:cNvSpPr/>
            <p:nvPr/>
          </p:nvSpPr>
          <p:spPr>
            <a:xfrm>
              <a:off x="7158869" y="2038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9" name="pt26719"/>
            <p:cNvSpPr/>
            <p:nvPr/>
          </p:nvSpPr>
          <p:spPr>
            <a:xfrm>
              <a:off x="7191590" y="22196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0" name="pt26720"/>
            <p:cNvSpPr/>
            <p:nvPr/>
          </p:nvSpPr>
          <p:spPr>
            <a:xfrm>
              <a:off x="6849843" y="22062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1" name="pt26721"/>
            <p:cNvSpPr/>
            <p:nvPr/>
          </p:nvSpPr>
          <p:spPr>
            <a:xfrm>
              <a:off x="7106554" y="20799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2" name="pt26722"/>
            <p:cNvSpPr/>
            <p:nvPr/>
          </p:nvSpPr>
          <p:spPr>
            <a:xfrm>
              <a:off x="7227398" y="23388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3" name="pt26723"/>
            <p:cNvSpPr/>
            <p:nvPr/>
          </p:nvSpPr>
          <p:spPr>
            <a:xfrm>
              <a:off x="7520637" y="2182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4" name="pt26724"/>
            <p:cNvSpPr/>
            <p:nvPr/>
          </p:nvSpPr>
          <p:spPr>
            <a:xfrm>
              <a:off x="6971640" y="20679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5" name="pt26725"/>
            <p:cNvSpPr/>
            <p:nvPr/>
          </p:nvSpPr>
          <p:spPr>
            <a:xfrm>
              <a:off x="7156969" y="20103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6" name="pt26726"/>
            <p:cNvSpPr/>
            <p:nvPr/>
          </p:nvSpPr>
          <p:spPr>
            <a:xfrm>
              <a:off x="7124468" y="21327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7" name="pt26727"/>
            <p:cNvSpPr/>
            <p:nvPr/>
          </p:nvSpPr>
          <p:spPr>
            <a:xfrm>
              <a:off x="6878643" y="17682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8" name="pt26728"/>
            <p:cNvSpPr/>
            <p:nvPr/>
          </p:nvSpPr>
          <p:spPr>
            <a:xfrm>
              <a:off x="7319754" y="21035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9" name="pt26729"/>
            <p:cNvSpPr/>
            <p:nvPr/>
          </p:nvSpPr>
          <p:spPr>
            <a:xfrm>
              <a:off x="7044714" y="21947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0" name="pt26730"/>
            <p:cNvSpPr/>
            <p:nvPr/>
          </p:nvSpPr>
          <p:spPr>
            <a:xfrm>
              <a:off x="7050505" y="17274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1" name="pt26731"/>
            <p:cNvSpPr/>
            <p:nvPr/>
          </p:nvSpPr>
          <p:spPr>
            <a:xfrm>
              <a:off x="7251700" y="20460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2" name="pt26732"/>
            <p:cNvSpPr/>
            <p:nvPr/>
          </p:nvSpPr>
          <p:spPr>
            <a:xfrm>
              <a:off x="6940297" y="21767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3" name="pt26733"/>
            <p:cNvSpPr/>
            <p:nvPr/>
          </p:nvSpPr>
          <p:spPr>
            <a:xfrm>
              <a:off x="6853376" y="21434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4" name="pt26734"/>
            <p:cNvSpPr/>
            <p:nvPr/>
          </p:nvSpPr>
          <p:spPr>
            <a:xfrm>
              <a:off x="7002952" y="20081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5" name="pt26735"/>
            <p:cNvSpPr/>
            <p:nvPr/>
          </p:nvSpPr>
          <p:spPr>
            <a:xfrm>
              <a:off x="7292835" y="20176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6" name="pt26736"/>
            <p:cNvSpPr/>
            <p:nvPr/>
          </p:nvSpPr>
          <p:spPr>
            <a:xfrm>
              <a:off x="7536086" y="23674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7" name="pt26737"/>
            <p:cNvSpPr/>
            <p:nvPr/>
          </p:nvSpPr>
          <p:spPr>
            <a:xfrm>
              <a:off x="6993803" y="19979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8" name="pt26738"/>
            <p:cNvSpPr/>
            <p:nvPr/>
          </p:nvSpPr>
          <p:spPr>
            <a:xfrm>
              <a:off x="7374156" y="19014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9" name="pt26739"/>
            <p:cNvSpPr/>
            <p:nvPr/>
          </p:nvSpPr>
          <p:spPr>
            <a:xfrm>
              <a:off x="7067697" y="19667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0" name="pt26740"/>
            <p:cNvSpPr/>
            <p:nvPr/>
          </p:nvSpPr>
          <p:spPr>
            <a:xfrm>
              <a:off x="7119186" y="21467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1" name="pt26741"/>
            <p:cNvSpPr/>
            <p:nvPr/>
          </p:nvSpPr>
          <p:spPr>
            <a:xfrm>
              <a:off x="6744653" y="17530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2" name="pt26742"/>
            <p:cNvSpPr/>
            <p:nvPr/>
          </p:nvSpPr>
          <p:spPr>
            <a:xfrm>
              <a:off x="7329556" y="21106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3" name="pt26743"/>
            <p:cNvSpPr/>
            <p:nvPr/>
          </p:nvSpPr>
          <p:spPr>
            <a:xfrm>
              <a:off x="7124171" y="21562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4" name="pt26744"/>
            <p:cNvSpPr/>
            <p:nvPr/>
          </p:nvSpPr>
          <p:spPr>
            <a:xfrm>
              <a:off x="7046539" y="21007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5" name="pt26745"/>
            <p:cNvSpPr/>
            <p:nvPr/>
          </p:nvSpPr>
          <p:spPr>
            <a:xfrm>
              <a:off x="7197416" y="2172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6" name="pt26746"/>
            <p:cNvSpPr/>
            <p:nvPr/>
          </p:nvSpPr>
          <p:spPr>
            <a:xfrm>
              <a:off x="7160040" y="20184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7" name="pt26747"/>
            <p:cNvSpPr/>
            <p:nvPr/>
          </p:nvSpPr>
          <p:spPr>
            <a:xfrm>
              <a:off x="6868276" y="19006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8" name="pt26748"/>
            <p:cNvSpPr/>
            <p:nvPr/>
          </p:nvSpPr>
          <p:spPr>
            <a:xfrm>
              <a:off x="6975838" y="1899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9" name="pt26749"/>
            <p:cNvSpPr/>
            <p:nvPr/>
          </p:nvSpPr>
          <p:spPr>
            <a:xfrm>
              <a:off x="7201002" y="21167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0" name="pt26750"/>
            <p:cNvSpPr/>
            <p:nvPr/>
          </p:nvSpPr>
          <p:spPr>
            <a:xfrm>
              <a:off x="7131518" y="23470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1" name="pt26751"/>
            <p:cNvSpPr/>
            <p:nvPr/>
          </p:nvSpPr>
          <p:spPr>
            <a:xfrm>
              <a:off x="7273328" y="20173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2" name="pt26752"/>
            <p:cNvSpPr/>
            <p:nvPr/>
          </p:nvSpPr>
          <p:spPr>
            <a:xfrm>
              <a:off x="7327031" y="1903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3" name="pt26753"/>
            <p:cNvSpPr/>
            <p:nvPr/>
          </p:nvSpPr>
          <p:spPr>
            <a:xfrm>
              <a:off x="7146577" y="20074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4" name="pt26754"/>
            <p:cNvSpPr/>
            <p:nvPr/>
          </p:nvSpPr>
          <p:spPr>
            <a:xfrm>
              <a:off x="7238123" y="20629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5" name="pt26755"/>
            <p:cNvSpPr/>
            <p:nvPr/>
          </p:nvSpPr>
          <p:spPr>
            <a:xfrm>
              <a:off x="7123868" y="21281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6" name="pt26756"/>
            <p:cNvSpPr/>
            <p:nvPr/>
          </p:nvSpPr>
          <p:spPr>
            <a:xfrm>
              <a:off x="7092623" y="21809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7" name="pt26757"/>
            <p:cNvSpPr/>
            <p:nvPr/>
          </p:nvSpPr>
          <p:spPr>
            <a:xfrm>
              <a:off x="7137426" y="24361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8" name="pt26758"/>
            <p:cNvSpPr/>
            <p:nvPr/>
          </p:nvSpPr>
          <p:spPr>
            <a:xfrm>
              <a:off x="7226139" y="21795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9" name="pt26759"/>
            <p:cNvSpPr/>
            <p:nvPr/>
          </p:nvSpPr>
          <p:spPr>
            <a:xfrm>
              <a:off x="7140129" y="22534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0" name="pt26760"/>
            <p:cNvSpPr/>
            <p:nvPr/>
          </p:nvSpPr>
          <p:spPr>
            <a:xfrm>
              <a:off x="7002220" y="17406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1" name="pt26761"/>
            <p:cNvSpPr/>
            <p:nvPr/>
          </p:nvSpPr>
          <p:spPr>
            <a:xfrm>
              <a:off x="7085758" y="22455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2" name="pt26762"/>
            <p:cNvSpPr/>
            <p:nvPr/>
          </p:nvSpPr>
          <p:spPr>
            <a:xfrm>
              <a:off x="7085740" y="22004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3" name="pt26763"/>
            <p:cNvSpPr/>
            <p:nvPr/>
          </p:nvSpPr>
          <p:spPr>
            <a:xfrm>
              <a:off x="7120614" y="21417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4" name="pt26764"/>
            <p:cNvSpPr/>
            <p:nvPr/>
          </p:nvSpPr>
          <p:spPr>
            <a:xfrm>
              <a:off x="6793651" y="20826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5" name="pt26765"/>
            <p:cNvSpPr/>
            <p:nvPr/>
          </p:nvSpPr>
          <p:spPr>
            <a:xfrm>
              <a:off x="7282197" y="20007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6" name="pt26766"/>
            <p:cNvSpPr/>
            <p:nvPr/>
          </p:nvSpPr>
          <p:spPr>
            <a:xfrm>
              <a:off x="7012313" y="19170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7" name="pt26767"/>
            <p:cNvSpPr/>
            <p:nvPr/>
          </p:nvSpPr>
          <p:spPr>
            <a:xfrm>
              <a:off x="7217019" y="20594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8" name="pt26768"/>
            <p:cNvSpPr/>
            <p:nvPr/>
          </p:nvSpPr>
          <p:spPr>
            <a:xfrm>
              <a:off x="7134704" y="22602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9" name="pt26769"/>
            <p:cNvSpPr/>
            <p:nvPr/>
          </p:nvSpPr>
          <p:spPr>
            <a:xfrm>
              <a:off x="7026561" y="22194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0" name="pt26770"/>
            <p:cNvSpPr/>
            <p:nvPr/>
          </p:nvSpPr>
          <p:spPr>
            <a:xfrm>
              <a:off x="7339508" y="23142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1" name="pt26771"/>
            <p:cNvSpPr/>
            <p:nvPr/>
          </p:nvSpPr>
          <p:spPr>
            <a:xfrm>
              <a:off x="7208844" y="22090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2" name="pt26772"/>
            <p:cNvSpPr/>
            <p:nvPr/>
          </p:nvSpPr>
          <p:spPr>
            <a:xfrm>
              <a:off x="7102579" y="20900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3" name="pt26773"/>
            <p:cNvSpPr/>
            <p:nvPr/>
          </p:nvSpPr>
          <p:spPr>
            <a:xfrm>
              <a:off x="7131404" y="24270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4" name="pt26774"/>
            <p:cNvSpPr/>
            <p:nvPr/>
          </p:nvSpPr>
          <p:spPr>
            <a:xfrm>
              <a:off x="7073257" y="2268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5" name="pt26775"/>
            <p:cNvSpPr/>
            <p:nvPr/>
          </p:nvSpPr>
          <p:spPr>
            <a:xfrm>
              <a:off x="7171495" y="21193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6" name="pt26776"/>
            <p:cNvSpPr/>
            <p:nvPr/>
          </p:nvSpPr>
          <p:spPr>
            <a:xfrm>
              <a:off x="7160853" y="20270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7" name="pt26777"/>
            <p:cNvSpPr/>
            <p:nvPr/>
          </p:nvSpPr>
          <p:spPr>
            <a:xfrm>
              <a:off x="7059113" y="22713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8" name="pt26778"/>
            <p:cNvSpPr/>
            <p:nvPr/>
          </p:nvSpPr>
          <p:spPr>
            <a:xfrm>
              <a:off x="7137209" y="23224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9" name="pt26779"/>
            <p:cNvSpPr/>
            <p:nvPr/>
          </p:nvSpPr>
          <p:spPr>
            <a:xfrm>
              <a:off x="6953389" y="2041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0" name="pt26780"/>
            <p:cNvSpPr/>
            <p:nvPr/>
          </p:nvSpPr>
          <p:spPr>
            <a:xfrm>
              <a:off x="7092614" y="20869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1" name="pt26781"/>
            <p:cNvSpPr/>
            <p:nvPr/>
          </p:nvSpPr>
          <p:spPr>
            <a:xfrm>
              <a:off x="6813566" y="19509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2" name="pt26782"/>
            <p:cNvSpPr/>
            <p:nvPr/>
          </p:nvSpPr>
          <p:spPr>
            <a:xfrm>
              <a:off x="7109318" y="21559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3" name="pt26783"/>
            <p:cNvSpPr/>
            <p:nvPr/>
          </p:nvSpPr>
          <p:spPr>
            <a:xfrm>
              <a:off x="7363010" y="21796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4" name="pt26784"/>
            <p:cNvSpPr/>
            <p:nvPr/>
          </p:nvSpPr>
          <p:spPr>
            <a:xfrm>
              <a:off x="6948760" y="19755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5" name="pt26785"/>
            <p:cNvSpPr/>
            <p:nvPr/>
          </p:nvSpPr>
          <p:spPr>
            <a:xfrm>
              <a:off x="7156815" y="19761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6" name="pt26786"/>
            <p:cNvSpPr/>
            <p:nvPr/>
          </p:nvSpPr>
          <p:spPr>
            <a:xfrm>
              <a:off x="7104240" y="20859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7" name="pt26787"/>
            <p:cNvSpPr/>
            <p:nvPr/>
          </p:nvSpPr>
          <p:spPr>
            <a:xfrm>
              <a:off x="7003087" y="1935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8" name="pt26788"/>
            <p:cNvSpPr/>
            <p:nvPr/>
          </p:nvSpPr>
          <p:spPr>
            <a:xfrm>
              <a:off x="6838009" y="24423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9" name="pt26789"/>
            <p:cNvSpPr/>
            <p:nvPr/>
          </p:nvSpPr>
          <p:spPr>
            <a:xfrm>
              <a:off x="7234877" y="20521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0" name="pt26790"/>
            <p:cNvSpPr/>
            <p:nvPr/>
          </p:nvSpPr>
          <p:spPr>
            <a:xfrm>
              <a:off x="7269688" y="20274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1" name="pt26791"/>
            <p:cNvSpPr/>
            <p:nvPr/>
          </p:nvSpPr>
          <p:spPr>
            <a:xfrm>
              <a:off x="7100402" y="21671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2" name="pt26792"/>
            <p:cNvSpPr/>
            <p:nvPr/>
          </p:nvSpPr>
          <p:spPr>
            <a:xfrm>
              <a:off x="6990838" y="19430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3" name="pt26793"/>
            <p:cNvSpPr/>
            <p:nvPr/>
          </p:nvSpPr>
          <p:spPr>
            <a:xfrm>
              <a:off x="7295053" y="1969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4" name="pt26794"/>
            <p:cNvSpPr/>
            <p:nvPr/>
          </p:nvSpPr>
          <p:spPr>
            <a:xfrm>
              <a:off x="7163830" y="21853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5" name="pt26795"/>
            <p:cNvSpPr/>
            <p:nvPr/>
          </p:nvSpPr>
          <p:spPr>
            <a:xfrm>
              <a:off x="7396208" y="27633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6" name="pt26796"/>
            <p:cNvSpPr/>
            <p:nvPr/>
          </p:nvSpPr>
          <p:spPr>
            <a:xfrm>
              <a:off x="7304533" y="19423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7" name="pt26797"/>
            <p:cNvSpPr/>
            <p:nvPr/>
          </p:nvSpPr>
          <p:spPr>
            <a:xfrm>
              <a:off x="6863950" y="22001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8" name="pt26798"/>
            <p:cNvSpPr/>
            <p:nvPr/>
          </p:nvSpPr>
          <p:spPr>
            <a:xfrm>
              <a:off x="7031029" y="21851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9" name="pt26799"/>
            <p:cNvSpPr/>
            <p:nvPr/>
          </p:nvSpPr>
          <p:spPr>
            <a:xfrm>
              <a:off x="7381645" y="24659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0" name="pt26800"/>
            <p:cNvSpPr/>
            <p:nvPr/>
          </p:nvSpPr>
          <p:spPr>
            <a:xfrm>
              <a:off x="7101117" y="21481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1" name="pt26801"/>
            <p:cNvSpPr/>
            <p:nvPr/>
          </p:nvSpPr>
          <p:spPr>
            <a:xfrm>
              <a:off x="6979348" y="18130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2" name="pt26802"/>
            <p:cNvSpPr/>
            <p:nvPr/>
          </p:nvSpPr>
          <p:spPr>
            <a:xfrm>
              <a:off x="7472103" y="25312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3" name="pt26803"/>
            <p:cNvSpPr/>
            <p:nvPr/>
          </p:nvSpPr>
          <p:spPr>
            <a:xfrm>
              <a:off x="7333671" y="19240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4" name="pt26804"/>
            <p:cNvSpPr/>
            <p:nvPr/>
          </p:nvSpPr>
          <p:spPr>
            <a:xfrm>
              <a:off x="6865692" y="18813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5" name="pt26805"/>
            <p:cNvSpPr/>
            <p:nvPr/>
          </p:nvSpPr>
          <p:spPr>
            <a:xfrm>
              <a:off x="7025020" y="22067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6" name="pt26806"/>
            <p:cNvSpPr/>
            <p:nvPr/>
          </p:nvSpPr>
          <p:spPr>
            <a:xfrm>
              <a:off x="7145247" y="20146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7" name="pt26807"/>
            <p:cNvSpPr/>
            <p:nvPr/>
          </p:nvSpPr>
          <p:spPr>
            <a:xfrm>
              <a:off x="7200287" y="21928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8" name="pt26808"/>
            <p:cNvSpPr/>
            <p:nvPr/>
          </p:nvSpPr>
          <p:spPr>
            <a:xfrm>
              <a:off x="7361834" y="24181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9" name="pt26809"/>
            <p:cNvSpPr/>
            <p:nvPr/>
          </p:nvSpPr>
          <p:spPr>
            <a:xfrm>
              <a:off x="7256185" y="18363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0" name="pt26810"/>
            <p:cNvSpPr/>
            <p:nvPr/>
          </p:nvSpPr>
          <p:spPr>
            <a:xfrm>
              <a:off x="7100766" y="21122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1" name="pt26811"/>
            <p:cNvSpPr/>
            <p:nvPr/>
          </p:nvSpPr>
          <p:spPr>
            <a:xfrm>
              <a:off x="7099522" y="21209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2" name="pt26812"/>
            <p:cNvSpPr/>
            <p:nvPr/>
          </p:nvSpPr>
          <p:spPr>
            <a:xfrm>
              <a:off x="7024204" y="22721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3" name="pt26813"/>
            <p:cNvSpPr/>
            <p:nvPr/>
          </p:nvSpPr>
          <p:spPr>
            <a:xfrm>
              <a:off x="7329435" y="21436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4" name="pt26814"/>
            <p:cNvSpPr/>
            <p:nvPr/>
          </p:nvSpPr>
          <p:spPr>
            <a:xfrm>
              <a:off x="7030624" y="23489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5" name="pt26815"/>
            <p:cNvSpPr/>
            <p:nvPr/>
          </p:nvSpPr>
          <p:spPr>
            <a:xfrm>
              <a:off x="7044782" y="1914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6" name="pt26816"/>
            <p:cNvSpPr/>
            <p:nvPr/>
          </p:nvSpPr>
          <p:spPr>
            <a:xfrm>
              <a:off x="7046699" y="21133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7" name="pt26817"/>
            <p:cNvSpPr/>
            <p:nvPr/>
          </p:nvSpPr>
          <p:spPr>
            <a:xfrm>
              <a:off x="7160686" y="20954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8" name="pt26818"/>
            <p:cNvSpPr/>
            <p:nvPr/>
          </p:nvSpPr>
          <p:spPr>
            <a:xfrm>
              <a:off x="7177814" y="20857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9" name="pt26819"/>
            <p:cNvSpPr/>
            <p:nvPr/>
          </p:nvSpPr>
          <p:spPr>
            <a:xfrm>
              <a:off x="7491557" y="19442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0" name="pt26820"/>
            <p:cNvSpPr/>
            <p:nvPr/>
          </p:nvSpPr>
          <p:spPr>
            <a:xfrm>
              <a:off x="7192064" y="23020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1" name="pt26821"/>
            <p:cNvSpPr/>
            <p:nvPr/>
          </p:nvSpPr>
          <p:spPr>
            <a:xfrm>
              <a:off x="7114137" y="19750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2" name="pt26822"/>
            <p:cNvSpPr/>
            <p:nvPr/>
          </p:nvSpPr>
          <p:spPr>
            <a:xfrm>
              <a:off x="7082030" y="21839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3" name="pt26823"/>
            <p:cNvSpPr/>
            <p:nvPr/>
          </p:nvSpPr>
          <p:spPr>
            <a:xfrm>
              <a:off x="6984701" y="1908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4" name="pt26824"/>
            <p:cNvSpPr/>
            <p:nvPr/>
          </p:nvSpPr>
          <p:spPr>
            <a:xfrm>
              <a:off x="7140197" y="22845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5" name="pt26825"/>
            <p:cNvSpPr/>
            <p:nvPr/>
          </p:nvSpPr>
          <p:spPr>
            <a:xfrm>
              <a:off x="7250626" y="18882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6" name="pt26826"/>
            <p:cNvSpPr/>
            <p:nvPr/>
          </p:nvSpPr>
          <p:spPr>
            <a:xfrm>
              <a:off x="7246388" y="21178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7" name="pt26827"/>
            <p:cNvSpPr/>
            <p:nvPr/>
          </p:nvSpPr>
          <p:spPr>
            <a:xfrm>
              <a:off x="7236082" y="21762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8" name="pt26828"/>
            <p:cNvSpPr/>
            <p:nvPr/>
          </p:nvSpPr>
          <p:spPr>
            <a:xfrm>
              <a:off x="6912789" y="21796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9" name="pt26829"/>
            <p:cNvSpPr/>
            <p:nvPr/>
          </p:nvSpPr>
          <p:spPr>
            <a:xfrm>
              <a:off x="7170000" y="22175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0" name="pt26830"/>
            <p:cNvSpPr/>
            <p:nvPr/>
          </p:nvSpPr>
          <p:spPr>
            <a:xfrm>
              <a:off x="7287069" y="1977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1" name="pt26831"/>
            <p:cNvSpPr/>
            <p:nvPr/>
          </p:nvSpPr>
          <p:spPr>
            <a:xfrm>
              <a:off x="7002204" y="17872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2" name="pt26832"/>
            <p:cNvSpPr/>
            <p:nvPr/>
          </p:nvSpPr>
          <p:spPr>
            <a:xfrm>
              <a:off x="7272327" y="19218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3" name="pt26833"/>
            <p:cNvSpPr/>
            <p:nvPr/>
          </p:nvSpPr>
          <p:spPr>
            <a:xfrm>
              <a:off x="6865852" y="22149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4" name="pt26834"/>
            <p:cNvSpPr/>
            <p:nvPr/>
          </p:nvSpPr>
          <p:spPr>
            <a:xfrm>
              <a:off x="7118121" y="21509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5" name="pt26835"/>
            <p:cNvSpPr/>
            <p:nvPr/>
          </p:nvSpPr>
          <p:spPr>
            <a:xfrm>
              <a:off x="7132030" y="23393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6" name="pt26836"/>
            <p:cNvSpPr/>
            <p:nvPr/>
          </p:nvSpPr>
          <p:spPr>
            <a:xfrm>
              <a:off x="7125397" y="22652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7" name="pt26837"/>
            <p:cNvSpPr/>
            <p:nvPr/>
          </p:nvSpPr>
          <p:spPr>
            <a:xfrm>
              <a:off x="7187848" y="20901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8" name="pt26838"/>
            <p:cNvSpPr/>
            <p:nvPr/>
          </p:nvSpPr>
          <p:spPr>
            <a:xfrm>
              <a:off x="7111244" y="21657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9" name="pt26839"/>
            <p:cNvSpPr/>
            <p:nvPr/>
          </p:nvSpPr>
          <p:spPr>
            <a:xfrm>
              <a:off x="7239783" y="21312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0" name="pt26840"/>
            <p:cNvSpPr/>
            <p:nvPr/>
          </p:nvSpPr>
          <p:spPr>
            <a:xfrm>
              <a:off x="7156871" y="20020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1" name="pt26841"/>
            <p:cNvSpPr/>
            <p:nvPr/>
          </p:nvSpPr>
          <p:spPr>
            <a:xfrm>
              <a:off x="7201153" y="21315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2" name="pt26842"/>
            <p:cNvSpPr/>
            <p:nvPr/>
          </p:nvSpPr>
          <p:spPr>
            <a:xfrm>
              <a:off x="7041229" y="23354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3" name="pt26843"/>
            <p:cNvSpPr/>
            <p:nvPr/>
          </p:nvSpPr>
          <p:spPr>
            <a:xfrm>
              <a:off x="7304408" y="20366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4" name="pt26844"/>
            <p:cNvSpPr/>
            <p:nvPr/>
          </p:nvSpPr>
          <p:spPr>
            <a:xfrm>
              <a:off x="7057854" y="2335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5" name="pt26845"/>
            <p:cNvSpPr/>
            <p:nvPr/>
          </p:nvSpPr>
          <p:spPr>
            <a:xfrm>
              <a:off x="7133119" y="22807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6" name="pt26846"/>
            <p:cNvSpPr/>
            <p:nvPr/>
          </p:nvSpPr>
          <p:spPr>
            <a:xfrm>
              <a:off x="7167922" y="21852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7" name="pt26847"/>
            <p:cNvSpPr/>
            <p:nvPr/>
          </p:nvSpPr>
          <p:spPr>
            <a:xfrm>
              <a:off x="7284319" y="19843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8" name="pt26848"/>
            <p:cNvSpPr/>
            <p:nvPr/>
          </p:nvSpPr>
          <p:spPr>
            <a:xfrm>
              <a:off x="7047110" y="21073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9" name="pt26849"/>
            <p:cNvSpPr/>
            <p:nvPr/>
          </p:nvSpPr>
          <p:spPr>
            <a:xfrm>
              <a:off x="7295825" y="19029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0" name="pt26850"/>
            <p:cNvSpPr/>
            <p:nvPr/>
          </p:nvSpPr>
          <p:spPr>
            <a:xfrm>
              <a:off x="7183074" y="20826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1" name="pt26851"/>
            <p:cNvSpPr/>
            <p:nvPr/>
          </p:nvSpPr>
          <p:spPr>
            <a:xfrm>
              <a:off x="7001910" y="17337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2" name="pt26852"/>
            <p:cNvSpPr/>
            <p:nvPr/>
          </p:nvSpPr>
          <p:spPr>
            <a:xfrm>
              <a:off x="7131476" y="23087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3" name="pt26853"/>
            <p:cNvSpPr/>
            <p:nvPr/>
          </p:nvSpPr>
          <p:spPr>
            <a:xfrm>
              <a:off x="7171068" y="21654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4" name="pt26854"/>
            <p:cNvSpPr/>
            <p:nvPr/>
          </p:nvSpPr>
          <p:spPr>
            <a:xfrm>
              <a:off x="7040801" y="22390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5" name="pt26855"/>
            <p:cNvSpPr/>
            <p:nvPr/>
          </p:nvSpPr>
          <p:spPr>
            <a:xfrm>
              <a:off x="7029914" y="22663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6" name="pt26856"/>
            <p:cNvSpPr/>
            <p:nvPr/>
          </p:nvSpPr>
          <p:spPr>
            <a:xfrm>
              <a:off x="7285234" y="20439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7" name="pt26857"/>
            <p:cNvSpPr/>
            <p:nvPr/>
          </p:nvSpPr>
          <p:spPr>
            <a:xfrm>
              <a:off x="7186290" y="22616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8" name="pt26858"/>
            <p:cNvSpPr/>
            <p:nvPr/>
          </p:nvSpPr>
          <p:spPr>
            <a:xfrm>
              <a:off x="7210738" y="22943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9" name="pt26859"/>
            <p:cNvSpPr/>
            <p:nvPr/>
          </p:nvSpPr>
          <p:spPr>
            <a:xfrm>
              <a:off x="7127438" y="22954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0" name="pt26860"/>
            <p:cNvSpPr/>
            <p:nvPr/>
          </p:nvSpPr>
          <p:spPr>
            <a:xfrm>
              <a:off x="7048312" y="17103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1" name="pt26861"/>
            <p:cNvSpPr/>
            <p:nvPr/>
          </p:nvSpPr>
          <p:spPr>
            <a:xfrm>
              <a:off x="7162992" y="21452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2" name="pt26862"/>
            <p:cNvSpPr/>
            <p:nvPr/>
          </p:nvSpPr>
          <p:spPr>
            <a:xfrm>
              <a:off x="6945650" y="21610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3" name="pt26863"/>
            <p:cNvSpPr/>
            <p:nvPr/>
          </p:nvSpPr>
          <p:spPr>
            <a:xfrm>
              <a:off x="7039250" y="23967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4" name="pt26864"/>
            <p:cNvSpPr/>
            <p:nvPr/>
          </p:nvSpPr>
          <p:spPr>
            <a:xfrm>
              <a:off x="7048171" y="18861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5" name="pt26865"/>
            <p:cNvSpPr/>
            <p:nvPr/>
          </p:nvSpPr>
          <p:spPr>
            <a:xfrm>
              <a:off x="7211606" y="20631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6" name="pt26866"/>
            <p:cNvSpPr/>
            <p:nvPr/>
          </p:nvSpPr>
          <p:spPr>
            <a:xfrm>
              <a:off x="7243459" y="21883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7" name="pt26867"/>
            <p:cNvSpPr/>
            <p:nvPr/>
          </p:nvSpPr>
          <p:spPr>
            <a:xfrm>
              <a:off x="7093118" y="22464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8" name="pt26868"/>
            <p:cNvSpPr/>
            <p:nvPr/>
          </p:nvSpPr>
          <p:spPr>
            <a:xfrm>
              <a:off x="6995131" y="19795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9" name="pt26869"/>
            <p:cNvSpPr/>
            <p:nvPr/>
          </p:nvSpPr>
          <p:spPr>
            <a:xfrm>
              <a:off x="7122047" y="22038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0" name="pt26870"/>
            <p:cNvSpPr/>
            <p:nvPr/>
          </p:nvSpPr>
          <p:spPr>
            <a:xfrm>
              <a:off x="6799907" y="26516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1" name="pt26871"/>
            <p:cNvSpPr/>
            <p:nvPr/>
          </p:nvSpPr>
          <p:spPr>
            <a:xfrm>
              <a:off x="6773273" y="23356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2" name="pt26872"/>
            <p:cNvSpPr/>
            <p:nvPr/>
          </p:nvSpPr>
          <p:spPr>
            <a:xfrm>
              <a:off x="7027336" y="22322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3" name="pt26873"/>
            <p:cNvSpPr/>
            <p:nvPr/>
          </p:nvSpPr>
          <p:spPr>
            <a:xfrm>
              <a:off x="6985353" y="20588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4" name="pt26874"/>
            <p:cNvSpPr/>
            <p:nvPr/>
          </p:nvSpPr>
          <p:spPr>
            <a:xfrm>
              <a:off x="6957235" y="20717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5" name="pt26875"/>
            <p:cNvSpPr/>
            <p:nvPr/>
          </p:nvSpPr>
          <p:spPr>
            <a:xfrm>
              <a:off x="7063294" y="20954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6" name="pt26876"/>
            <p:cNvSpPr/>
            <p:nvPr/>
          </p:nvSpPr>
          <p:spPr>
            <a:xfrm>
              <a:off x="7066932" y="21087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7" name="pt26877"/>
            <p:cNvSpPr/>
            <p:nvPr/>
          </p:nvSpPr>
          <p:spPr>
            <a:xfrm>
              <a:off x="7207141" y="20341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8" name="pt26878"/>
            <p:cNvSpPr/>
            <p:nvPr/>
          </p:nvSpPr>
          <p:spPr>
            <a:xfrm>
              <a:off x="6899442" y="22127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9" name="pt26879"/>
            <p:cNvSpPr/>
            <p:nvPr/>
          </p:nvSpPr>
          <p:spPr>
            <a:xfrm>
              <a:off x="7240977" y="20787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0" name="pt26880"/>
            <p:cNvSpPr/>
            <p:nvPr/>
          </p:nvSpPr>
          <p:spPr>
            <a:xfrm>
              <a:off x="7383381" y="24308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1" name="pt26881"/>
            <p:cNvSpPr/>
            <p:nvPr/>
          </p:nvSpPr>
          <p:spPr>
            <a:xfrm>
              <a:off x="6957224" y="19483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2" name="pt26882"/>
            <p:cNvSpPr/>
            <p:nvPr/>
          </p:nvSpPr>
          <p:spPr>
            <a:xfrm>
              <a:off x="7083741" y="22976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3" name="pt26883"/>
            <p:cNvSpPr/>
            <p:nvPr/>
          </p:nvSpPr>
          <p:spPr>
            <a:xfrm>
              <a:off x="7012755" y="17167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4" name="pt26884"/>
            <p:cNvSpPr/>
            <p:nvPr/>
          </p:nvSpPr>
          <p:spPr>
            <a:xfrm>
              <a:off x="7205227" y="22492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5" name="pt26885"/>
            <p:cNvSpPr/>
            <p:nvPr/>
          </p:nvSpPr>
          <p:spPr>
            <a:xfrm>
              <a:off x="6890751" y="20614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6" name="pt26886"/>
            <p:cNvSpPr/>
            <p:nvPr/>
          </p:nvSpPr>
          <p:spPr>
            <a:xfrm>
              <a:off x="7028554" y="21807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7" name="pt26887"/>
            <p:cNvSpPr/>
            <p:nvPr/>
          </p:nvSpPr>
          <p:spPr>
            <a:xfrm>
              <a:off x="7075199" y="22390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8" name="pt26888"/>
            <p:cNvSpPr/>
            <p:nvPr/>
          </p:nvSpPr>
          <p:spPr>
            <a:xfrm>
              <a:off x="7164337" y="22520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9" name="pt26889"/>
            <p:cNvSpPr/>
            <p:nvPr/>
          </p:nvSpPr>
          <p:spPr>
            <a:xfrm>
              <a:off x="7071733" y="22004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0" name="pt26890"/>
            <p:cNvSpPr/>
            <p:nvPr/>
          </p:nvSpPr>
          <p:spPr>
            <a:xfrm>
              <a:off x="7110999" y="20578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1" name="pt26891"/>
            <p:cNvSpPr/>
            <p:nvPr/>
          </p:nvSpPr>
          <p:spPr>
            <a:xfrm>
              <a:off x="7190159" y="2332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2" name="pt26892"/>
            <p:cNvSpPr/>
            <p:nvPr/>
          </p:nvSpPr>
          <p:spPr>
            <a:xfrm>
              <a:off x="7111403" y="21400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3" name="pt26893"/>
            <p:cNvSpPr/>
            <p:nvPr/>
          </p:nvSpPr>
          <p:spPr>
            <a:xfrm>
              <a:off x="7099434" y="21089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4" name="pt26894"/>
            <p:cNvSpPr/>
            <p:nvPr/>
          </p:nvSpPr>
          <p:spPr>
            <a:xfrm>
              <a:off x="7071264" y="21798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5" name="pt26895"/>
            <p:cNvSpPr/>
            <p:nvPr/>
          </p:nvSpPr>
          <p:spPr>
            <a:xfrm>
              <a:off x="7002629" y="20056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6" name="pt26896"/>
            <p:cNvSpPr/>
            <p:nvPr/>
          </p:nvSpPr>
          <p:spPr>
            <a:xfrm>
              <a:off x="7233160" y="21071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7" name="pt26897"/>
            <p:cNvSpPr/>
            <p:nvPr/>
          </p:nvSpPr>
          <p:spPr>
            <a:xfrm>
              <a:off x="7293950" y="20732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8" name="pt26898"/>
            <p:cNvSpPr/>
            <p:nvPr/>
          </p:nvSpPr>
          <p:spPr>
            <a:xfrm>
              <a:off x="7041276" y="22913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9" name="pt26899"/>
            <p:cNvSpPr/>
            <p:nvPr/>
          </p:nvSpPr>
          <p:spPr>
            <a:xfrm>
              <a:off x="7097443" y="20157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0" name="pt26900"/>
            <p:cNvSpPr/>
            <p:nvPr/>
          </p:nvSpPr>
          <p:spPr>
            <a:xfrm>
              <a:off x="7182555" y="19179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1" name="pt26901"/>
            <p:cNvSpPr/>
            <p:nvPr/>
          </p:nvSpPr>
          <p:spPr>
            <a:xfrm>
              <a:off x="7005682" y="19348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2" name="pt26902"/>
            <p:cNvSpPr/>
            <p:nvPr/>
          </p:nvSpPr>
          <p:spPr>
            <a:xfrm>
              <a:off x="7130533" y="22696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3" name="pt26903"/>
            <p:cNvSpPr/>
            <p:nvPr/>
          </p:nvSpPr>
          <p:spPr>
            <a:xfrm>
              <a:off x="7030008" y="20803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4" name="pt26904"/>
            <p:cNvSpPr/>
            <p:nvPr/>
          </p:nvSpPr>
          <p:spPr>
            <a:xfrm>
              <a:off x="7102837" y="21939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5" name="pt26905"/>
            <p:cNvSpPr/>
            <p:nvPr/>
          </p:nvSpPr>
          <p:spPr>
            <a:xfrm>
              <a:off x="6945442" y="19570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6" name="pt26906"/>
            <p:cNvSpPr/>
            <p:nvPr/>
          </p:nvSpPr>
          <p:spPr>
            <a:xfrm>
              <a:off x="7279434" y="20199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7" name="pt26907"/>
            <p:cNvSpPr/>
            <p:nvPr/>
          </p:nvSpPr>
          <p:spPr>
            <a:xfrm>
              <a:off x="7153377" y="20435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8" name="pt26908"/>
            <p:cNvSpPr/>
            <p:nvPr/>
          </p:nvSpPr>
          <p:spPr>
            <a:xfrm>
              <a:off x="7200655" y="22253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9" name="pt26909"/>
            <p:cNvSpPr/>
            <p:nvPr/>
          </p:nvSpPr>
          <p:spPr>
            <a:xfrm>
              <a:off x="7176290" y="19849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0" name="pt26910"/>
            <p:cNvSpPr/>
            <p:nvPr/>
          </p:nvSpPr>
          <p:spPr>
            <a:xfrm>
              <a:off x="6992596" y="18548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1" name="pt26911"/>
            <p:cNvSpPr/>
            <p:nvPr/>
          </p:nvSpPr>
          <p:spPr>
            <a:xfrm>
              <a:off x="7098836" y="20510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2" name="pt26912"/>
            <p:cNvSpPr/>
            <p:nvPr/>
          </p:nvSpPr>
          <p:spPr>
            <a:xfrm>
              <a:off x="7177411" y="20989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3" name="pt26913"/>
            <p:cNvSpPr/>
            <p:nvPr/>
          </p:nvSpPr>
          <p:spPr>
            <a:xfrm>
              <a:off x="6824749" y="21161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4" name="pt26914"/>
            <p:cNvSpPr/>
            <p:nvPr/>
          </p:nvSpPr>
          <p:spPr>
            <a:xfrm>
              <a:off x="7217116" y="19854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5" name="pt26915"/>
            <p:cNvSpPr/>
            <p:nvPr/>
          </p:nvSpPr>
          <p:spPr>
            <a:xfrm>
              <a:off x="7239994" y="20355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6" name="pt26916"/>
            <p:cNvSpPr/>
            <p:nvPr/>
          </p:nvSpPr>
          <p:spPr>
            <a:xfrm>
              <a:off x="6978095" y="18906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7" name="pt26917"/>
            <p:cNvSpPr/>
            <p:nvPr/>
          </p:nvSpPr>
          <p:spPr>
            <a:xfrm>
              <a:off x="7029125" y="21824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8" name="pt26918"/>
            <p:cNvSpPr/>
            <p:nvPr/>
          </p:nvSpPr>
          <p:spPr>
            <a:xfrm>
              <a:off x="6975266" y="19155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9" name="pt26919"/>
            <p:cNvSpPr/>
            <p:nvPr/>
          </p:nvSpPr>
          <p:spPr>
            <a:xfrm>
              <a:off x="6886946" y="17443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0" name="pt26920"/>
            <p:cNvSpPr/>
            <p:nvPr/>
          </p:nvSpPr>
          <p:spPr>
            <a:xfrm>
              <a:off x="7180253" y="2073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1" name="pt26921"/>
            <p:cNvSpPr/>
            <p:nvPr/>
          </p:nvSpPr>
          <p:spPr>
            <a:xfrm>
              <a:off x="7115369" y="21235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2" name="pt26922"/>
            <p:cNvSpPr/>
            <p:nvPr/>
          </p:nvSpPr>
          <p:spPr>
            <a:xfrm>
              <a:off x="6870277" y="19671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3" name="pt26923"/>
            <p:cNvSpPr/>
            <p:nvPr/>
          </p:nvSpPr>
          <p:spPr>
            <a:xfrm>
              <a:off x="7069414" y="20629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4" name="pt26924"/>
            <p:cNvSpPr/>
            <p:nvPr/>
          </p:nvSpPr>
          <p:spPr>
            <a:xfrm>
              <a:off x="7006733" y="20775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5" name="pt26925"/>
            <p:cNvSpPr/>
            <p:nvPr/>
          </p:nvSpPr>
          <p:spPr>
            <a:xfrm>
              <a:off x="6847858" y="21841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6" name="pt26926"/>
            <p:cNvSpPr/>
            <p:nvPr/>
          </p:nvSpPr>
          <p:spPr>
            <a:xfrm>
              <a:off x="7201650" y="21774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7" name="pt26927"/>
            <p:cNvSpPr/>
            <p:nvPr/>
          </p:nvSpPr>
          <p:spPr>
            <a:xfrm>
              <a:off x="7008953" y="1962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8" name="pt26928"/>
            <p:cNvSpPr/>
            <p:nvPr/>
          </p:nvSpPr>
          <p:spPr>
            <a:xfrm>
              <a:off x="7247794" y="20166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9" name="pt26929"/>
            <p:cNvSpPr/>
            <p:nvPr/>
          </p:nvSpPr>
          <p:spPr>
            <a:xfrm>
              <a:off x="7084080" y="22530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0" name="pt26930"/>
            <p:cNvSpPr/>
            <p:nvPr/>
          </p:nvSpPr>
          <p:spPr>
            <a:xfrm>
              <a:off x="7102655" y="20817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1" name="pt26931"/>
            <p:cNvSpPr/>
            <p:nvPr/>
          </p:nvSpPr>
          <p:spPr>
            <a:xfrm>
              <a:off x="7102839" y="21718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2" name="pt26932"/>
            <p:cNvSpPr/>
            <p:nvPr/>
          </p:nvSpPr>
          <p:spPr>
            <a:xfrm>
              <a:off x="7126578" y="22342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3" name="pt26933"/>
            <p:cNvSpPr/>
            <p:nvPr/>
          </p:nvSpPr>
          <p:spPr>
            <a:xfrm>
              <a:off x="7047897" y="1871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4" name="pt26934"/>
            <p:cNvSpPr/>
            <p:nvPr/>
          </p:nvSpPr>
          <p:spPr>
            <a:xfrm>
              <a:off x="6642306" y="19765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5" name="pt26935"/>
            <p:cNvSpPr/>
            <p:nvPr/>
          </p:nvSpPr>
          <p:spPr>
            <a:xfrm>
              <a:off x="7099793" y="21015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6" name="pt26936"/>
            <p:cNvSpPr/>
            <p:nvPr/>
          </p:nvSpPr>
          <p:spPr>
            <a:xfrm>
              <a:off x="7169301" y="22605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7" name="pt26937"/>
            <p:cNvSpPr/>
            <p:nvPr/>
          </p:nvSpPr>
          <p:spPr>
            <a:xfrm>
              <a:off x="7318809" y="20883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8" name="pt26938"/>
            <p:cNvSpPr/>
            <p:nvPr/>
          </p:nvSpPr>
          <p:spPr>
            <a:xfrm>
              <a:off x="7125212" y="22108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9" name="pt26939"/>
            <p:cNvSpPr/>
            <p:nvPr/>
          </p:nvSpPr>
          <p:spPr>
            <a:xfrm>
              <a:off x="7129148" y="22535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0" name="pt26940"/>
            <p:cNvSpPr/>
            <p:nvPr/>
          </p:nvSpPr>
          <p:spPr>
            <a:xfrm>
              <a:off x="7183511" y="20142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1" name="pt26941"/>
            <p:cNvSpPr/>
            <p:nvPr/>
          </p:nvSpPr>
          <p:spPr>
            <a:xfrm>
              <a:off x="7207139" y="20287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2" name="pt26942"/>
            <p:cNvSpPr/>
            <p:nvPr/>
          </p:nvSpPr>
          <p:spPr>
            <a:xfrm>
              <a:off x="7153830" y="20101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3" name="pt26943"/>
            <p:cNvSpPr/>
            <p:nvPr/>
          </p:nvSpPr>
          <p:spPr>
            <a:xfrm>
              <a:off x="7275477" y="21350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4" name="pt26944"/>
            <p:cNvSpPr/>
            <p:nvPr/>
          </p:nvSpPr>
          <p:spPr>
            <a:xfrm>
              <a:off x="7312087" y="1907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5" name="pt26945"/>
            <p:cNvSpPr/>
            <p:nvPr/>
          </p:nvSpPr>
          <p:spPr>
            <a:xfrm>
              <a:off x="7217491" y="21472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6" name="pt26946"/>
            <p:cNvSpPr/>
            <p:nvPr/>
          </p:nvSpPr>
          <p:spPr>
            <a:xfrm>
              <a:off x="6985128" y="2015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7" name="pt26947"/>
            <p:cNvSpPr/>
            <p:nvPr/>
          </p:nvSpPr>
          <p:spPr>
            <a:xfrm>
              <a:off x="6941367" y="21645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8" name="pt26948"/>
            <p:cNvSpPr/>
            <p:nvPr/>
          </p:nvSpPr>
          <p:spPr>
            <a:xfrm>
              <a:off x="7088283" y="22973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9" name="pt26949"/>
            <p:cNvSpPr/>
            <p:nvPr/>
          </p:nvSpPr>
          <p:spPr>
            <a:xfrm>
              <a:off x="7480661" y="22088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0" name="pt26950"/>
            <p:cNvSpPr/>
            <p:nvPr/>
          </p:nvSpPr>
          <p:spPr>
            <a:xfrm>
              <a:off x="6934052" y="20080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1" name="pt26951"/>
            <p:cNvSpPr/>
            <p:nvPr/>
          </p:nvSpPr>
          <p:spPr>
            <a:xfrm>
              <a:off x="7246774" y="20958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2" name="pt26952"/>
            <p:cNvSpPr/>
            <p:nvPr/>
          </p:nvSpPr>
          <p:spPr>
            <a:xfrm>
              <a:off x="7140296" y="21595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3" name="pt26953"/>
            <p:cNvSpPr/>
            <p:nvPr/>
          </p:nvSpPr>
          <p:spPr>
            <a:xfrm>
              <a:off x="7128936" y="22330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4" name="pt26954"/>
            <p:cNvSpPr/>
            <p:nvPr/>
          </p:nvSpPr>
          <p:spPr>
            <a:xfrm>
              <a:off x="7196465" y="22657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5" name="pt26955"/>
            <p:cNvSpPr/>
            <p:nvPr/>
          </p:nvSpPr>
          <p:spPr>
            <a:xfrm>
              <a:off x="7462017" y="20945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6" name="pt26956"/>
            <p:cNvSpPr/>
            <p:nvPr/>
          </p:nvSpPr>
          <p:spPr>
            <a:xfrm>
              <a:off x="7339481" y="23857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7" name="pt26957"/>
            <p:cNvSpPr/>
            <p:nvPr/>
          </p:nvSpPr>
          <p:spPr>
            <a:xfrm>
              <a:off x="7574018" y="23588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8" name="pt26958"/>
            <p:cNvSpPr/>
            <p:nvPr/>
          </p:nvSpPr>
          <p:spPr>
            <a:xfrm>
              <a:off x="7188678" y="22606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9" name="pt26959"/>
            <p:cNvSpPr/>
            <p:nvPr/>
          </p:nvSpPr>
          <p:spPr>
            <a:xfrm>
              <a:off x="7143662" y="21755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0" name="pt26960"/>
            <p:cNvSpPr/>
            <p:nvPr/>
          </p:nvSpPr>
          <p:spPr>
            <a:xfrm>
              <a:off x="7036239" y="22995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1" name="pt26961"/>
            <p:cNvSpPr/>
            <p:nvPr/>
          </p:nvSpPr>
          <p:spPr>
            <a:xfrm>
              <a:off x="7093074" y="20887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2" name="pt26962"/>
            <p:cNvSpPr/>
            <p:nvPr/>
          </p:nvSpPr>
          <p:spPr>
            <a:xfrm>
              <a:off x="7089776" y="22306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3" name="pt26963"/>
            <p:cNvSpPr/>
            <p:nvPr/>
          </p:nvSpPr>
          <p:spPr>
            <a:xfrm>
              <a:off x="7205282" y="23350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4" name="pt26964"/>
            <p:cNvSpPr/>
            <p:nvPr/>
          </p:nvSpPr>
          <p:spPr>
            <a:xfrm>
              <a:off x="7232721" y="20122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5" name="pt26965"/>
            <p:cNvSpPr/>
            <p:nvPr/>
          </p:nvSpPr>
          <p:spPr>
            <a:xfrm>
              <a:off x="7189228" y="20767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6" name="pt26966"/>
            <p:cNvSpPr/>
            <p:nvPr/>
          </p:nvSpPr>
          <p:spPr>
            <a:xfrm>
              <a:off x="7056544" y="22900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7" name="pt26967"/>
            <p:cNvSpPr/>
            <p:nvPr/>
          </p:nvSpPr>
          <p:spPr>
            <a:xfrm>
              <a:off x="7157905" y="19678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8" name="pt26968"/>
            <p:cNvSpPr/>
            <p:nvPr/>
          </p:nvSpPr>
          <p:spPr>
            <a:xfrm>
              <a:off x="6992110" y="18494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9" name="pt26969"/>
            <p:cNvSpPr/>
            <p:nvPr/>
          </p:nvSpPr>
          <p:spPr>
            <a:xfrm>
              <a:off x="7071205" y="21149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0" name="pt26970"/>
            <p:cNvSpPr/>
            <p:nvPr/>
          </p:nvSpPr>
          <p:spPr>
            <a:xfrm>
              <a:off x="7147055" y="19990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1" name="pt26971"/>
            <p:cNvSpPr/>
            <p:nvPr/>
          </p:nvSpPr>
          <p:spPr>
            <a:xfrm>
              <a:off x="7204851" y="21773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2" name="pt26972"/>
            <p:cNvSpPr/>
            <p:nvPr/>
          </p:nvSpPr>
          <p:spPr>
            <a:xfrm>
              <a:off x="7016273" y="18858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3" name="pt26973"/>
            <p:cNvSpPr/>
            <p:nvPr/>
          </p:nvSpPr>
          <p:spPr>
            <a:xfrm>
              <a:off x="7149844" y="20937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4" name="pt26974"/>
            <p:cNvSpPr/>
            <p:nvPr/>
          </p:nvSpPr>
          <p:spPr>
            <a:xfrm>
              <a:off x="7293119" y="19647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5" name="pt26975"/>
            <p:cNvSpPr/>
            <p:nvPr/>
          </p:nvSpPr>
          <p:spPr>
            <a:xfrm>
              <a:off x="7303950" y="19945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6" name="pt26976"/>
            <p:cNvSpPr/>
            <p:nvPr/>
          </p:nvSpPr>
          <p:spPr>
            <a:xfrm>
              <a:off x="7248256" y="21986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7" name="pt26977"/>
            <p:cNvSpPr/>
            <p:nvPr/>
          </p:nvSpPr>
          <p:spPr>
            <a:xfrm>
              <a:off x="7165344" y="21280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8" name="pt26978"/>
            <p:cNvSpPr/>
            <p:nvPr/>
          </p:nvSpPr>
          <p:spPr>
            <a:xfrm>
              <a:off x="7190717" y="22191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9" name="pt26979"/>
            <p:cNvSpPr/>
            <p:nvPr/>
          </p:nvSpPr>
          <p:spPr>
            <a:xfrm>
              <a:off x="7094898" y="21701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0" name="pt26980"/>
            <p:cNvSpPr/>
            <p:nvPr/>
          </p:nvSpPr>
          <p:spPr>
            <a:xfrm>
              <a:off x="7050429" y="16928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1" name="pt26981"/>
            <p:cNvSpPr/>
            <p:nvPr/>
          </p:nvSpPr>
          <p:spPr>
            <a:xfrm>
              <a:off x="7053665" y="20677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2" name="pt26982"/>
            <p:cNvSpPr/>
            <p:nvPr/>
          </p:nvSpPr>
          <p:spPr>
            <a:xfrm>
              <a:off x="7428437" y="24820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3" name="pt26983"/>
            <p:cNvSpPr/>
            <p:nvPr/>
          </p:nvSpPr>
          <p:spPr>
            <a:xfrm>
              <a:off x="7030497" y="21326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4" name="pt26984"/>
            <p:cNvSpPr/>
            <p:nvPr/>
          </p:nvSpPr>
          <p:spPr>
            <a:xfrm>
              <a:off x="7038817" y="24555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5" name="pt26985"/>
            <p:cNvSpPr/>
            <p:nvPr/>
          </p:nvSpPr>
          <p:spPr>
            <a:xfrm>
              <a:off x="7543966" y="22030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6" name="pt26986"/>
            <p:cNvSpPr/>
            <p:nvPr/>
          </p:nvSpPr>
          <p:spPr>
            <a:xfrm>
              <a:off x="6890082" y="18866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7" name="pt26987"/>
            <p:cNvSpPr/>
            <p:nvPr/>
          </p:nvSpPr>
          <p:spPr>
            <a:xfrm>
              <a:off x="7140988" y="21610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8" name="pt26988"/>
            <p:cNvSpPr/>
            <p:nvPr/>
          </p:nvSpPr>
          <p:spPr>
            <a:xfrm>
              <a:off x="7341079" y="24057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9" name="pt26989"/>
            <p:cNvSpPr/>
            <p:nvPr/>
          </p:nvSpPr>
          <p:spPr>
            <a:xfrm>
              <a:off x="7150343" y="19985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0" name="pt26990"/>
            <p:cNvSpPr/>
            <p:nvPr/>
          </p:nvSpPr>
          <p:spPr>
            <a:xfrm>
              <a:off x="7014985" y="1807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1" name="pt26991"/>
            <p:cNvSpPr/>
            <p:nvPr/>
          </p:nvSpPr>
          <p:spPr>
            <a:xfrm>
              <a:off x="7160910" y="19999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2" name="pt26992"/>
            <p:cNvSpPr/>
            <p:nvPr/>
          </p:nvSpPr>
          <p:spPr>
            <a:xfrm>
              <a:off x="7157823" y="20458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3" name="pt26993"/>
            <p:cNvSpPr/>
            <p:nvPr/>
          </p:nvSpPr>
          <p:spPr>
            <a:xfrm>
              <a:off x="7169146" y="21582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4" name="pt26994"/>
            <p:cNvSpPr/>
            <p:nvPr/>
          </p:nvSpPr>
          <p:spPr>
            <a:xfrm>
              <a:off x="6978380" y="18459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5" name="pt26995"/>
            <p:cNvSpPr/>
            <p:nvPr/>
          </p:nvSpPr>
          <p:spPr>
            <a:xfrm>
              <a:off x="7296587" y="1891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6" name="pt26996"/>
            <p:cNvSpPr/>
            <p:nvPr/>
          </p:nvSpPr>
          <p:spPr>
            <a:xfrm>
              <a:off x="7173603" y="2088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7" name="pt26997"/>
            <p:cNvSpPr/>
            <p:nvPr/>
          </p:nvSpPr>
          <p:spPr>
            <a:xfrm>
              <a:off x="7225560" y="22123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8" name="pt26998"/>
            <p:cNvSpPr/>
            <p:nvPr/>
          </p:nvSpPr>
          <p:spPr>
            <a:xfrm>
              <a:off x="6947623" y="2060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9" name="pt26999"/>
            <p:cNvSpPr/>
            <p:nvPr/>
          </p:nvSpPr>
          <p:spPr>
            <a:xfrm>
              <a:off x="7013571" y="19602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0" name="pt27000"/>
            <p:cNvSpPr/>
            <p:nvPr/>
          </p:nvSpPr>
          <p:spPr>
            <a:xfrm>
              <a:off x="7117364" y="20855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1" name="pt27001"/>
            <p:cNvSpPr/>
            <p:nvPr/>
          </p:nvSpPr>
          <p:spPr>
            <a:xfrm>
              <a:off x="6978936" y="19515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2" name="pt27002"/>
            <p:cNvSpPr/>
            <p:nvPr/>
          </p:nvSpPr>
          <p:spPr>
            <a:xfrm>
              <a:off x="7199457" y="23218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3" name="pt27003"/>
            <p:cNvSpPr/>
            <p:nvPr/>
          </p:nvSpPr>
          <p:spPr>
            <a:xfrm>
              <a:off x="7153028" y="20143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4" name="pt27004"/>
            <p:cNvSpPr/>
            <p:nvPr/>
          </p:nvSpPr>
          <p:spPr>
            <a:xfrm>
              <a:off x="7085618" y="21970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5" name="pt27005"/>
            <p:cNvSpPr/>
            <p:nvPr/>
          </p:nvSpPr>
          <p:spPr>
            <a:xfrm>
              <a:off x="6901110" y="21660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6" name="pt27006"/>
            <p:cNvSpPr/>
            <p:nvPr/>
          </p:nvSpPr>
          <p:spPr>
            <a:xfrm>
              <a:off x="6847505" y="23919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7" name="pt27007"/>
            <p:cNvSpPr/>
            <p:nvPr/>
          </p:nvSpPr>
          <p:spPr>
            <a:xfrm>
              <a:off x="7108520" y="21611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8" name="pt27008"/>
            <p:cNvSpPr/>
            <p:nvPr/>
          </p:nvSpPr>
          <p:spPr>
            <a:xfrm>
              <a:off x="7016463" y="18273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9" name="pt27009"/>
            <p:cNvSpPr/>
            <p:nvPr/>
          </p:nvSpPr>
          <p:spPr>
            <a:xfrm>
              <a:off x="6853928" y="21318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0" name="pt27010"/>
            <p:cNvSpPr/>
            <p:nvPr/>
          </p:nvSpPr>
          <p:spPr>
            <a:xfrm>
              <a:off x="7075621" y="22815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1" name="pt27011"/>
            <p:cNvSpPr/>
            <p:nvPr/>
          </p:nvSpPr>
          <p:spPr>
            <a:xfrm>
              <a:off x="6955824" y="19752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2" name="pt27012"/>
            <p:cNvSpPr/>
            <p:nvPr/>
          </p:nvSpPr>
          <p:spPr>
            <a:xfrm>
              <a:off x="7186746" y="21710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3" name="pt27013"/>
            <p:cNvSpPr/>
            <p:nvPr/>
          </p:nvSpPr>
          <p:spPr>
            <a:xfrm>
              <a:off x="6851391" y="2194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4" name="pt27014"/>
            <p:cNvSpPr/>
            <p:nvPr/>
          </p:nvSpPr>
          <p:spPr>
            <a:xfrm>
              <a:off x="7008409" y="20292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5" name="pt27015"/>
            <p:cNvSpPr/>
            <p:nvPr/>
          </p:nvSpPr>
          <p:spPr>
            <a:xfrm>
              <a:off x="7065986" y="20113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6" name="pt27016"/>
            <p:cNvSpPr/>
            <p:nvPr/>
          </p:nvSpPr>
          <p:spPr>
            <a:xfrm>
              <a:off x="7398561" y="25532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7" name="pt27017"/>
            <p:cNvSpPr/>
            <p:nvPr/>
          </p:nvSpPr>
          <p:spPr>
            <a:xfrm>
              <a:off x="6918433" y="22845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8" name="pt27018"/>
            <p:cNvSpPr/>
            <p:nvPr/>
          </p:nvSpPr>
          <p:spPr>
            <a:xfrm>
              <a:off x="7182628" y="20599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9" name="pt27019"/>
            <p:cNvSpPr/>
            <p:nvPr/>
          </p:nvSpPr>
          <p:spPr>
            <a:xfrm>
              <a:off x="7055014" y="20948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0" name="pt27020"/>
            <p:cNvSpPr/>
            <p:nvPr/>
          </p:nvSpPr>
          <p:spPr>
            <a:xfrm>
              <a:off x="7158039" y="19754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1" name="pt27021"/>
            <p:cNvSpPr/>
            <p:nvPr/>
          </p:nvSpPr>
          <p:spPr>
            <a:xfrm>
              <a:off x="7132952" y="24224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2" name="pt27022"/>
            <p:cNvSpPr/>
            <p:nvPr/>
          </p:nvSpPr>
          <p:spPr>
            <a:xfrm>
              <a:off x="7199624" y="22571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3" name="pt27023"/>
            <p:cNvSpPr/>
            <p:nvPr/>
          </p:nvSpPr>
          <p:spPr>
            <a:xfrm>
              <a:off x="7288180" y="20575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4" name="pt27024"/>
            <p:cNvSpPr/>
            <p:nvPr/>
          </p:nvSpPr>
          <p:spPr>
            <a:xfrm>
              <a:off x="7384272" y="26562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5" name="pt27025"/>
            <p:cNvSpPr/>
            <p:nvPr/>
          </p:nvSpPr>
          <p:spPr>
            <a:xfrm>
              <a:off x="7216767" y="19702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6" name="pt27026"/>
            <p:cNvSpPr/>
            <p:nvPr/>
          </p:nvSpPr>
          <p:spPr>
            <a:xfrm>
              <a:off x="7430899" y="28367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7" name="pt27027"/>
            <p:cNvSpPr/>
            <p:nvPr/>
          </p:nvSpPr>
          <p:spPr>
            <a:xfrm>
              <a:off x="7097162" y="21012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8" name="pt27028"/>
            <p:cNvSpPr/>
            <p:nvPr/>
          </p:nvSpPr>
          <p:spPr>
            <a:xfrm>
              <a:off x="7082443" y="22166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9" name="pt27029"/>
            <p:cNvSpPr/>
            <p:nvPr/>
          </p:nvSpPr>
          <p:spPr>
            <a:xfrm>
              <a:off x="7253027" y="19720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0" name="pt27030"/>
            <p:cNvSpPr/>
            <p:nvPr/>
          </p:nvSpPr>
          <p:spPr>
            <a:xfrm>
              <a:off x="7067484" y="21271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1" name="pt27031"/>
            <p:cNvSpPr/>
            <p:nvPr/>
          </p:nvSpPr>
          <p:spPr>
            <a:xfrm>
              <a:off x="7128294" y="22560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2" name="pt27032"/>
            <p:cNvSpPr/>
            <p:nvPr/>
          </p:nvSpPr>
          <p:spPr>
            <a:xfrm>
              <a:off x="7086904" y="22288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3" name="pt27033"/>
            <p:cNvSpPr/>
            <p:nvPr/>
          </p:nvSpPr>
          <p:spPr>
            <a:xfrm>
              <a:off x="7114097" y="22233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4" name="pt27034"/>
            <p:cNvSpPr/>
            <p:nvPr/>
          </p:nvSpPr>
          <p:spPr>
            <a:xfrm>
              <a:off x="7064232" y="18436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5" name="pt27035"/>
            <p:cNvSpPr/>
            <p:nvPr/>
          </p:nvSpPr>
          <p:spPr>
            <a:xfrm>
              <a:off x="6895540" y="18956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6" name="pt27036"/>
            <p:cNvSpPr/>
            <p:nvPr/>
          </p:nvSpPr>
          <p:spPr>
            <a:xfrm>
              <a:off x="7044505" y="2090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7" name="pt27037"/>
            <p:cNvSpPr/>
            <p:nvPr/>
          </p:nvSpPr>
          <p:spPr>
            <a:xfrm>
              <a:off x="7138646" y="22857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8" name="pt27038"/>
            <p:cNvSpPr/>
            <p:nvPr/>
          </p:nvSpPr>
          <p:spPr>
            <a:xfrm>
              <a:off x="7004689" y="21047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9" name="pt27039"/>
            <p:cNvSpPr/>
            <p:nvPr/>
          </p:nvSpPr>
          <p:spPr>
            <a:xfrm>
              <a:off x="7115738" y="22092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0" name="pt27040"/>
            <p:cNvSpPr/>
            <p:nvPr/>
          </p:nvSpPr>
          <p:spPr>
            <a:xfrm>
              <a:off x="7333218" y="18676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1" name="pt27041"/>
            <p:cNvSpPr/>
            <p:nvPr/>
          </p:nvSpPr>
          <p:spPr>
            <a:xfrm>
              <a:off x="6964290" y="19589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2" name="pt27042"/>
            <p:cNvSpPr/>
            <p:nvPr/>
          </p:nvSpPr>
          <p:spPr>
            <a:xfrm>
              <a:off x="7322312" y="23037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3" name="pt27043"/>
            <p:cNvSpPr/>
            <p:nvPr/>
          </p:nvSpPr>
          <p:spPr>
            <a:xfrm>
              <a:off x="7410744" y="22059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4" name="pt27044"/>
            <p:cNvSpPr/>
            <p:nvPr/>
          </p:nvSpPr>
          <p:spPr>
            <a:xfrm>
              <a:off x="7273454" y="20729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5" name="pt27045"/>
            <p:cNvSpPr/>
            <p:nvPr/>
          </p:nvSpPr>
          <p:spPr>
            <a:xfrm>
              <a:off x="7388699" y="21774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6" name="pt27046"/>
            <p:cNvSpPr/>
            <p:nvPr/>
          </p:nvSpPr>
          <p:spPr>
            <a:xfrm>
              <a:off x="7112772" y="21003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7" name="pt27047"/>
            <p:cNvSpPr/>
            <p:nvPr/>
          </p:nvSpPr>
          <p:spPr>
            <a:xfrm>
              <a:off x="6618682" y="18480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8" name="pt27048"/>
            <p:cNvSpPr/>
            <p:nvPr/>
          </p:nvSpPr>
          <p:spPr>
            <a:xfrm>
              <a:off x="7114562" y="21879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9" name="pt27049"/>
            <p:cNvSpPr/>
            <p:nvPr/>
          </p:nvSpPr>
          <p:spPr>
            <a:xfrm>
              <a:off x="7095352" y="20939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0" name="pt27050"/>
            <p:cNvSpPr/>
            <p:nvPr/>
          </p:nvSpPr>
          <p:spPr>
            <a:xfrm>
              <a:off x="7145613" y="20464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1" name="pt27051"/>
            <p:cNvSpPr/>
            <p:nvPr/>
          </p:nvSpPr>
          <p:spPr>
            <a:xfrm>
              <a:off x="7125959" y="22418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2" name="pt27052"/>
            <p:cNvSpPr/>
            <p:nvPr/>
          </p:nvSpPr>
          <p:spPr>
            <a:xfrm>
              <a:off x="7050630" y="17639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3" name="pt27053"/>
            <p:cNvSpPr/>
            <p:nvPr/>
          </p:nvSpPr>
          <p:spPr>
            <a:xfrm>
              <a:off x="6920493" y="22090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4" name="pt27054"/>
            <p:cNvSpPr/>
            <p:nvPr/>
          </p:nvSpPr>
          <p:spPr>
            <a:xfrm>
              <a:off x="7066478" y="2041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5" name="pt27055"/>
            <p:cNvSpPr/>
            <p:nvPr/>
          </p:nvSpPr>
          <p:spPr>
            <a:xfrm>
              <a:off x="7038215" y="23377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6" name="pt27056"/>
            <p:cNvSpPr/>
            <p:nvPr/>
          </p:nvSpPr>
          <p:spPr>
            <a:xfrm>
              <a:off x="7064541" y="21595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7" name="pt27057"/>
            <p:cNvSpPr/>
            <p:nvPr/>
          </p:nvSpPr>
          <p:spPr>
            <a:xfrm>
              <a:off x="7091906" y="22259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8" name="pt27058"/>
            <p:cNvSpPr/>
            <p:nvPr/>
          </p:nvSpPr>
          <p:spPr>
            <a:xfrm>
              <a:off x="7037477" y="23784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9" name="pt27059"/>
            <p:cNvSpPr/>
            <p:nvPr/>
          </p:nvSpPr>
          <p:spPr>
            <a:xfrm>
              <a:off x="7291395" y="20713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0" name="pt27060"/>
            <p:cNvSpPr/>
            <p:nvPr/>
          </p:nvSpPr>
          <p:spPr>
            <a:xfrm>
              <a:off x="7075068" y="22204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1" name="pt27061"/>
            <p:cNvSpPr/>
            <p:nvPr/>
          </p:nvSpPr>
          <p:spPr>
            <a:xfrm>
              <a:off x="6635615" y="19512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2" name="pt27062"/>
            <p:cNvSpPr/>
            <p:nvPr/>
          </p:nvSpPr>
          <p:spPr>
            <a:xfrm>
              <a:off x="7177242" y="21138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3" name="pt27063"/>
            <p:cNvSpPr/>
            <p:nvPr/>
          </p:nvSpPr>
          <p:spPr>
            <a:xfrm>
              <a:off x="6950174" y="2008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4" name="pt27064"/>
            <p:cNvSpPr/>
            <p:nvPr/>
          </p:nvSpPr>
          <p:spPr>
            <a:xfrm>
              <a:off x="7004209" y="2143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5" name="pt27065"/>
            <p:cNvSpPr/>
            <p:nvPr/>
          </p:nvSpPr>
          <p:spPr>
            <a:xfrm>
              <a:off x="7096497" y="2172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6" name="pt27066"/>
            <p:cNvSpPr/>
            <p:nvPr/>
          </p:nvSpPr>
          <p:spPr>
            <a:xfrm>
              <a:off x="6937642" y="20516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7" name="pt27067"/>
            <p:cNvSpPr/>
            <p:nvPr/>
          </p:nvSpPr>
          <p:spPr>
            <a:xfrm>
              <a:off x="7403811" y="27292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8" name="pt27068"/>
            <p:cNvSpPr/>
            <p:nvPr/>
          </p:nvSpPr>
          <p:spPr>
            <a:xfrm>
              <a:off x="6934291" y="20064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9" name="pt27069"/>
            <p:cNvSpPr/>
            <p:nvPr/>
          </p:nvSpPr>
          <p:spPr>
            <a:xfrm>
              <a:off x="7179679" y="20585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0" name="pt27070"/>
            <p:cNvSpPr/>
            <p:nvPr/>
          </p:nvSpPr>
          <p:spPr>
            <a:xfrm>
              <a:off x="7535893" y="20355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1" name="pt27071"/>
            <p:cNvSpPr/>
            <p:nvPr/>
          </p:nvSpPr>
          <p:spPr>
            <a:xfrm>
              <a:off x="7170999" y="2065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2" name="pt27072"/>
            <p:cNvSpPr/>
            <p:nvPr/>
          </p:nvSpPr>
          <p:spPr>
            <a:xfrm>
              <a:off x="7130392" y="22297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3" name="pt27073"/>
            <p:cNvSpPr/>
            <p:nvPr/>
          </p:nvSpPr>
          <p:spPr>
            <a:xfrm>
              <a:off x="6968602" y="20698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4" name="pt27074"/>
            <p:cNvSpPr/>
            <p:nvPr/>
          </p:nvSpPr>
          <p:spPr>
            <a:xfrm>
              <a:off x="7032966" y="23358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5" name="pt27075"/>
            <p:cNvSpPr/>
            <p:nvPr/>
          </p:nvSpPr>
          <p:spPr>
            <a:xfrm>
              <a:off x="7045728" y="20464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6" name="pt27076"/>
            <p:cNvSpPr/>
            <p:nvPr/>
          </p:nvSpPr>
          <p:spPr>
            <a:xfrm>
              <a:off x="7274066" y="20824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7" name="pt27077"/>
            <p:cNvSpPr/>
            <p:nvPr/>
          </p:nvSpPr>
          <p:spPr>
            <a:xfrm>
              <a:off x="7424605" y="2593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8" name="pt27078"/>
            <p:cNvSpPr/>
            <p:nvPr/>
          </p:nvSpPr>
          <p:spPr>
            <a:xfrm>
              <a:off x="7045837" y="21021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9" name="pt27079"/>
            <p:cNvSpPr/>
            <p:nvPr/>
          </p:nvSpPr>
          <p:spPr>
            <a:xfrm>
              <a:off x="7409177" y="24817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0" name="pt27080"/>
            <p:cNvSpPr/>
            <p:nvPr/>
          </p:nvSpPr>
          <p:spPr>
            <a:xfrm>
              <a:off x="7143021" y="21499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1" name="pt27081"/>
            <p:cNvSpPr/>
            <p:nvPr/>
          </p:nvSpPr>
          <p:spPr>
            <a:xfrm>
              <a:off x="7253628" y="21011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2" name="pt27082"/>
            <p:cNvSpPr/>
            <p:nvPr/>
          </p:nvSpPr>
          <p:spPr>
            <a:xfrm>
              <a:off x="6844396" y="23002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3" name="pt27083"/>
            <p:cNvSpPr/>
            <p:nvPr/>
          </p:nvSpPr>
          <p:spPr>
            <a:xfrm>
              <a:off x="7003951" y="19738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4" name="pt27084"/>
            <p:cNvSpPr/>
            <p:nvPr/>
          </p:nvSpPr>
          <p:spPr>
            <a:xfrm>
              <a:off x="7101654" y="21689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5" name="pt27085"/>
            <p:cNvSpPr/>
            <p:nvPr/>
          </p:nvSpPr>
          <p:spPr>
            <a:xfrm>
              <a:off x="7045972" y="1887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6" name="pt27086"/>
            <p:cNvSpPr/>
            <p:nvPr/>
          </p:nvSpPr>
          <p:spPr>
            <a:xfrm>
              <a:off x="7078196" y="22013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7" name="pt27087"/>
            <p:cNvSpPr/>
            <p:nvPr/>
          </p:nvSpPr>
          <p:spPr>
            <a:xfrm>
              <a:off x="7082585" y="21102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8" name="pt27088"/>
            <p:cNvSpPr/>
            <p:nvPr/>
          </p:nvSpPr>
          <p:spPr>
            <a:xfrm>
              <a:off x="6910037" y="22801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9" name="pt27089"/>
            <p:cNvSpPr/>
            <p:nvPr/>
          </p:nvSpPr>
          <p:spPr>
            <a:xfrm>
              <a:off x="6946004" y="20463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0" name="pt27090"/>
            <p:cNvSpPr/>
            <p:nvPr/>
          </p:nvSpPr>
          <p:spPr>
            <a:xfrm>
              <a:off x="7256334" y="20531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1" name="pt27091"/>
            <p:cNvSpPr/>
            <p:nvPr/>
          </p:nvSpPr>
          <p:spPr>
            <a:xfrm>
              <a:off x="7165026" y="21225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2" name="pt27092"/>
            <p:cNvSpPr/>
            <p:nvPr/>
          </p:nvSpPr>
          <p:spPr>
            <a:xfrm>
              <a:off x="7229603" y="21452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3" name="pt27093"/>
            <p:cNvSpPr/>
            <p:nvPr/>
          </p:nvSpPr>
          <p:spPr>
            <a:xfrm>
              <a:off x="7091181" y="22089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4" name="pt27094"/>
            <p:cNvSpPr/>
            <p:nvPr/>
          </p:nvSpPr>
          <p:spPr>
            <a:xfrm>
              <a:off x="7113854" y="21825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5" name="pt27095"/>
            <p:cNvSpPr/>
            <p:nvPr/>
          </p:nvSpPr>
          <p:spPr>
            <a:xfrm>
              <a:off x="6988457" y="21088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6" name="pt27096"/>
            <p:cNvSpPr/>
            <p:nvPr/>
          </p:nvSpPr>
          <p:spPr>
            <a:xfrm>
              <a:off x="7207376" y="20360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7" name="pt27097"/>
            <p:cNvSpPr/>
            <p:nvPr/>
          </p:nvSpPr>
          <p:spPr>
            <a:xfrm>
              <a:off x="7213314" y="2211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8" name="pt27098"/>
            <p:cNvSpPr/>
            <p:nvPr/>
          </p:nvSpPr>
          <p:spPr>
            <a:xfrm>
              <a:off x="7084164" y="22397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9" name="pt27099"/>
            <p:cNvSpPr/>
            <p:nvPr/>
          </p:nvSpPr>
          <p:spPr>
            <a:xfrm>
              <a:off x="7103698" y="21051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0" name="pt27100"/>
            <p:cNvSpPr/>
            <p:nvPr/>
          </p:nvSpPr>
          <p:spPr>
            <a:xfrm>
              <a:off x="7130958" y="22877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1" name="pt27101"/>
            <p:cNvSpPr/>
            <p:nvPr/>
          </p:nvSpPr>
          <p:spPr>
            <a:xfrm>
              <a:off x="7180645" y="21197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2" name="pt27102"/>
            <p:cNvSpPr/>
            <p:nvPr/>
          </p:nvSpPr>
          <p:spPr>
            <a:xfrm>
              <a:off x="7179619" y="20248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3" name="pt27103"/>
            <p:cNvSpPr/>
            <p:nvPr/>
          </p:nvSpPr>
          <p:spPr>
            <a:xfrm>
              <a:off x="7156758" y="20353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4" name="pt27104"/>
            <p:cNvSpPr/>
            <p:nvPr/>
          </p:nvSpPr>
          <p:spPr>
            <a:xfrm>
              <a:off x="6955075" y="20539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5" name="pt27105"/>
            <p:cNvSpPr/>
            <p:nvPr/>
          </p:nvSpPr>
          <p:spPr>
            <a:xfrm>
              <a:off x="7035901" y="25267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6" name="pt27106"/>
            <p:cNvSpPr/>
            <p:nvPr/>
          </p:nvSpPr>
          <p:spPr>
            <a:xfrm>
              <a:off x="7113966" y="21037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7" name="pt27107"/>
            <p:cNvSpPr/>
            <p:nvPr/>
          </p:nvSpPr>
          <p:spPr>
            <a:xfrm>
              <a:off x="6989544" y="19930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8" name="pt27108"/>
            <p:cNvSpPr/>
            <p:nvPr/>
          </p:nvSpPr>
          <p:spPr>
            <a:xfrm>
              <a:off x="6947428" y="20966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9" name="pt27109"/>
            <p:cNvSpPr/>
            <p:nvPr/>
          </p:nvSpPr>
          <p:spPr>
            <a:xfrm>
              <a:off x="7125457" y="22207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0" name="pt27110"/>
            <p:cNvSpPr/>
            <p:nvPr/>
          </p:nvSpPr>
          <p:spPr>
            <a:xfrm>
              <a:off x="7215755" y="22073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1" name="pt27111"/>
            <p:cNvSpPr/>
            <p:nvPr/>
          </p:nvSpPr>
          <p:spPr>
            <a:xfrm>
              <a:off x="7195196" y="23479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2" name="pt27112"/>
            <p:cNvSpPr/>
            <p:nvPr/>
          </p:nvSpPr>
          <p:spPr>
            <a:xfrm>
              <a:off x="7286400" y="19319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3" name="pt27113"/>
            <p:cNvSpPr/>
            <p:nvPr/>
          </p:nvSpPr>
          <p:spPr>
            <a:xfrm>
              <a:off x="7248688" y="21609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4" name="pt27114"/>
            <p:cNvSpPr/>
            <p:nvPr/>
          </p:nvSpPr>
          <p:spPr>
            <a:xfrm>
              <a:off x="7119132" y="22056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5" name="pt27115"/>
            <p:cNvSpPr/>
            <p:nvPr/>
          </p:nvSpPr>
          <p:spPr>
            <a:xfrm>
              <a:off x="6992706" y="19411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6" name="pt27116"/>
            <p:cNvSpPr/>
            <p:nvPr/>
          </p:nvSpPr>
          <p:spPr>
            <a:xfrm>
              <a:off x="7133485" y="23390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7" name="pt27117"/>
            <p:cNvSpPr/>
            <p:nvPr/>
          </p:nvSpPr>
          <p:spPr>
            <a:xfrm>
              <a:off x="6864634" y="21801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8" name="pt27118"/>
            <p:cNvSpPr/>
            <p:nvPr/>
          </p:nvSpPr>
          <p:spPr>
            <a:xfrm>
              <a:off x="7090154" y="22178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9" name="pt27119"/>
            <p:cNvSpPr/>
            <p:nvPr/>
          </p:nvSpPr>
          <p:spPr>
            <a:xfrm>
              <a:off x="7087984" y="19187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0" name="pt27120"/>
            <p:cNvSpPr/>
            <p:nvPr/>
          </p:nvSpPr>
          <p:spPr>
            <a:xfrm>
              <a:off x="7270203" y="20263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1" name="pt27121"/>
            <p:cNvSpPr/>
            <p:nvPr/>
          </p:nvSpPr>
          <p:spPr>
            <a:xfrm>
              <a:off x="7214642" y="20430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2" name="pt27122"/>
            <p:cNvSpPr/>
            <p:nvPr/>
          </p:nvSpPr>
          <p:spPr>
            <a:xfrm>
              <a:off x="6918246" y="23006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3" name="pt27123"/>
            <p:cNvSpPr/>
            <p:nvPr/>
          </p:nvSpPr>
          <p:spPr>
            <a:xfrm>
              <a:off x="6897199" y="2145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4" name="pt27124"/>
            <p:cNvSpPr/>
            <p:nvPr/>
          </p:nvSpPr>
          <p:spPr>
            <a:xfrm>
              <a:off x="6860401" y="23022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5" name="pt27125"/>
            <p:cNvSpPr/>
            <p:nvPr/>
          </p:nvSpPr>
          <p:spPr>
            <a:xfrm>
              <a:off x="7290099" y="20215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6" name="pt27126"/>
            <p:cNvSpPr/>
            <p:nvPr/>
          </p:nvSpPr>
          <p:spPr>
            <a:xfrm>
              <a:off x="7303764" y="20500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7" name="pt27127"/>
            <p:cNvSpPr/>
            <p:nvPr/>
          </p:nvSpPr>
          <p:spPr>
            <a:xfrm>
              <a:off x="7209278" y="21914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8" name="pt27128"/>
            <p:cNvSpPr/>
            <p:nvPr/>
          </p:nvSpPr>
          <p:spPr>
            <a:xfrm>
              <a:off x="7337046" y="24597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9" name="pt27129"/>
            <p:cNvSpPr/>
            <p:nvPr/>
          </p:nvSpPr>
          <p:spPr>
            <a:xfrm>
              <a:off x="7076381" y="21572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0" name="pt27130"/>
            <p:cNvSpPr/>
            <p:nvPr/>
          </p:nvSpPr>
          <p:spPr>
            <a:xfrm>
              <a:off x="6895701" y="20328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1" name="pt27131"/>
            <p:cNvSpPr/>
            <p:nvPr/>
          </p:nvSpPr>
          <p:spPr>
            <a:xfrm>
              <a:off x="7064378" y="21203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2" name="pt27132"/>
            <p:cNvSpPr/>
            <p:nvPr/>
          </p:nvSpPr>
          <p:spPr>
            <a:xfrm>
              <a:off x="7167002" y="21957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3" name="pt27133"/>
            <p:cNvSpPr/>
            <p:nvPr/>
          </p:nvSpPr>
          <p:spPr>
            <a:xfrm>
              <a:off x="7062905" y="22960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4" name="pt27134"/>
            <p:cNvSpPr/>
            <p:nvPr/>
          </p:nvSpPr>
          <p:spPr>
            <a:xfrm>
              <a:off x="7220261" y="19533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5" name="pt27135"/>
            <p:cNvSpPr/>
            <p:nvPr/>
          </p:nvSpPr>
          <p:spPr>
            <a:xfrm>
              <a:off x="7227518" y="21868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6" name="pt27136"/>
            <p:cNvSpPr/>
            <p:nvPr/>
          </p:nvSpPr>
          <p:spPr>
            <a:xfrm>
              <a:off x="6949038" y="20760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7" name="pt27137"/>
            <p:cNvSpPr/>
            <p:nvPr/>
          </p:nvSpPr>
          <p:spPr>
            <a:xfrm>
              <a:off x="7210533" y="21687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8" name="pt27138"/>
            <p:cNvSpPr/>
            <p:nvPr/>
          </p:nvSpPr>
          <p:spPr>
            <a:xfrm>
              <a:off x="6957576" y="1946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9" name="pt27139"/>
            <p:cNvSpPr/>
            <p:nvPr/>
          </p:nvSpPr>
          <p:spPr>
            <a:xfrm>
              <a:off x="7274193" y="19412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0" name="pt27140"/>
            <p:cNvSpPr/>
            <p:nvPr/>
          </p:nvSpPr>
          <p:spPr>
            <a:xfrm>
              <a:off x="7267133" y="19937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1" name="pt27141"/>
            <p:cNvSpPr/>
            <p:nvPr/>
          </p:nvSpPr>
          <p:spPr>
            <a:xfrm>
              <a:off x="7127653" y="22804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2" name="pt27142"/>
            <p:cNvSpPr/>
            <p:nvPr/>
          </p:nvSpPr>
          <p:spPr>
            <a:xfrm>
              <a:off x="7222702" y="17848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3" name="pt27143"/>
            <p:cNvSpPr/>
            <p:nvPr/>
          </p:nvSpPr>
          <p:spPr>
            <a:xfrm>
              <a:off x="6619236" y="1797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4" name="pt27144"/>
            <p:cNvSpPr/>
            <p:nvPr/>
          </p:nvSpPr>
          <p:spPr>
            <a:xfrm>
              <a:off x="7174311" y="20182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5" name="pt27145"/>
            <p:cNvSpPr/>
            <p:nvPr/>
          </p:nvSpPr>
          <p:spPr>
            <a:xfrm>
              <a:off x="7331149" y="20675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6" name="pt27146"/>
            <p:cNvSpPr/>
            <p:nvPr/>
          </p:nvSpPr>
          <p:spPr>
            <a:xfrm>
              <a:off x="7102733" y="21642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7" name="pt27147"/>
            <p:cNvSpPr/>
            <p:nvPr/>
          </p:nvSpPr>
          <p:spPr>
            <a:xfrm>
              <a:off x="7233266" y="20153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8" name="pt27148"/>
            <p:cNvSpPr/>
            <p:nvPr/>
          </p:nvSpPr>
          <p:spPr>
            <a:xfrm>
              <a:off x="7141626" y="21293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9" name="pt27149"/>
            <p:cNvSpPr/>
            <p:nvPr/>
          </p:nvSpPr>
          <p:spPr>
            <a:xfrm>
              <a:off x="7043598" y="19889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0" name="pt27150"/>
            <p:cNvSpPr/>
            <p:nvPr/>
          </p:nvSpPr>
          <p:spPr>
            <a:xfrm>
              <a:off x="7138140" y="23535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1" name="pt27151"/>
            <p:cNvSpPr/>
            <p:nvPr/>
          </p:nvSpPr>
          <p:spPr>
            <a:xfrm>
              <a:off x="7027245" y="21837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2" name="pt27152"/>
            <p:cNvSpPr/>
            <p:nvPr/>
          </p:nvSpPr>
          <p:spPr>
            <a:xfrm>
              <a:off x="7239625" y="22384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3" name="pt27153"/>
            <p:cNvSpPr/>
            <p:nvPr/>
          </p:nvSpPr>
          <p:spPr>
            <a:xfrm>
              <a:off x="7478155" y="24324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4" name="pt27154"/>
            <p:cNvSpPr/>
            <p:nvPr/>
          </p:nvSpPr>
          <p:spPr>
            <a:xfrm>
              <a:off x="7120101" y="21925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5" name="pt27155"/>
            <p:cNvSpPr/>
            <p:nvPr/>
          </p:nvSpPr>
          <p:spPr>
            <a:xfrm>
              <a:off x="6965231" y="1985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6" name="pt27156"/>
            <p:cNvSpPr/>
            <p:nvPr/>
          </p:nvSpPr>
          <p:spPr>
            <a:xfrm>
              <a:off x="7290876" y="21690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7" name="pt27157"/>
            <p:cNvSpPr/>
            <p:nvPr/>
          </p:nvSpPr>
          <p:spPr>
            <a:xfrm>
              <a:off x="7027003" y="2076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8" name="pt27158"/>
            <p:cNvSpPr/>
            <p:nvPr/>
          </p:nvSpPr>
          <p:spPr>
            <a:xfrm>
              <a:off x="6799575" y="2488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9" name="pt27159"/>
            <p:cNvSpPr/>
            <p:nvPr/>
          </p:nvSpPr>
          <p:spPr>
            <a:xfrm>
              <a:off x="7224717" y="22739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0" name="pt27160"/>
            <p:cNvSpPr/>
            <p:nvPr/>
          </p:nvSpPr>
          <p:spPr>
            <a:xfrm>
              <a:off x="7176574" y="20989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1" name="pt27161"/>
            <p:cNvSpPr/>
            <p:nvPr/>
          </p:nvSpPr>
          <p:spPr>
            <a:xfrm>
              <a:off x="7028289" y="22596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2" name="pt27162"/>
            <p:cNvSpPr/>
            <p:nvPr/>
          </p:nvSpPr>
          <p:spPr>
            <a:xfrm>
              <a:off x="7316147" y="21391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3" name="pt27163"/>
            <p:cNvSpPr/>
            <p:nvPr/>
          </p:nvSpPr>
          <p:spPr>
            <a:xfrm>
              <a:off x="7373958" y="21741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4" name="pt27164"/>
            <p:cNvSpPr/>
            <p:nvPr/>
          </p:nvSpPr>
          <p:spPr>
            <a:xfrm>
              <a:off x="7156404" y="19872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5" name="pt27165"/>
            <p:cNvSpPr/>
            <p:nvPr/>
          </p:nvSpPr>
          <p:spPr>
            <a:xfrm>
              <a:off x="7298972" y="19477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6" name="pt27166"/>
            <p:cNvSpPr/>
            <p:nvPr/>
          </p:nvSpPr>
          <p:spPr>
            <a:xfrm>
              <a:off x="7214596" y="20271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7" name="pt27167"/>
            <p:cNvSpPr/>
            <p:nvPr/>
          </p:nvSpPr>
          <p:spPr>
            <a:xfrm>
              <a:off x="7159935" y="20398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8" name="pt27168"/>
            <p:cNvSpPr/>
            <p:nvPr/>
          </p:nvSpPr>
          <p:spPr>
            <a:xfrm>
              <a:off x="6534777" y="19166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9" name="pt27169"/>
            <p:cNvSpPr/>
            <p:nvPr/>
          </p:nvSpPr>
          <p:spPr>
            <a:xfrm>
              <a:off x="7075170" y="21588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0" name="pt27170"/>
            <p:cNvSpPr/>
            <p:nvPr/>
          </p:nvSpPr>
          <p:spPr>
            <a:xfrm>
              <a:off x="7216306" y="21052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1" name="pt27171"/>
            <p:cNvSpPr/>
            <p:nvPr/>
          </p:nvSpPr>
          <p:spPr>
            <a:xfrm>
              <a:off x="7205099" y="21519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2" name="pt27172"/>
            <p:cNvSpPr/>
            <p:nvPr/>
          </p:nvSpPr>
          <p:spPr>
            <a:xfrm>
              <a:off x="7158542" y="20018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3" name="pt27173"/>
            <p:cNvSpPr/>
            <p:nvPr/>
          </p:nvSpPr>
          <p:spPr>
            <a:xfrm>
              <a:off x="7048948" y="18676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4" name="pt27174"/>
            <p:cNvSpPr/>
            <p:nvPr/>
          </p:nvSpPr>
          <p:spPr>
            <a:xfrm>
              <a:off x="7122945" y="22206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5" name="pt27175"/>
            <p:cNvSpPr/>
            <p:nvPr/>
          </p:nvSpPr>
          <p:spPr>
            <a:xfrm>
              <a:off x="7013491" y="18920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6" name="pt27176"/>
            <p:cNvSpPr/>
            <p:nvPr/>
          </p:nvSpPr>
          <p:spPr>
            <a:xfrm>
              <a:off x="7220666" y="20332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7" name="pt27177"/>
            <p:cNvSpPr/>
            <p:nvPr/>
          </p:nvSpPr>
          <p:spPr>
            <a:xfrm>
              <a:off x="7342947" y="24864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8" name="pt27178"/>
            <p:cNvSpPr/>
            <p:nvPr/>
          </p:nvSpPr>
          <p:spPr>
            <a:xfrm>
              <a:off x="6978370" y="19271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9" name="pt27179"/>
            <p:cNvSpPr/>
            <p:nvPr/>
          </p:nvSpPr>
          <p:spPr>
            <a:xfrm>
              <a:off x="7025294" y="23036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0" name="pt27180"/>
            <p:cNvSpPr/>
            <p:nvPr/>
          </p:nvSpPr>
          <p:spPr>
            <a:xfrm>
              <a:off x="7322248" y="20548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1" name="pt27181"/>
            <p:cNvSpPr/>
            <p:nvPr/>
          </p:nvSpPr>
          <p:spPr>
            <a:xfrm>
              <a:off x="7031140" y="22843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2" name="pt27182"/>
            <p:cNvSpPr/>
            <p:nvPr/>
          </p:nvSpPr>
          <p:spPr>
            <a:xfrm>
              <a:off x="7250489" y="19965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3" name="pt27183"/>
            <p:cNvSpPr/>
            <p:nvPr/>
          </p:nvSpPr>
          <p:spPr>
            <a:xfrm>
              <a:off x="6846668" y="23673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4" name="pt27184"/>
            <p:cNvSpPr/>
            <p:nvPr/>
          </p:nvSpPr>
          <p:spPr>
            <a:xfrm>
              <a:off x="7211727" y="22692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5" name="pt27185"/>
            <p:cNvSpPr/>
            <p:nvPr/>
          </p:nvSpPr>
          <p:spPr>
            <a:xfrm>
              <a:off x="7141204" y="21727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6" name="pt27186"/>
            <p:cNvSpPr/>
            <p:nvPr/>
          </p:nvSpPr>
          <p:spPr>
            <a:xfrm>
              <a:off x="7398969" y="2703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7" name="pt27187"/>
            <p:cNvSpPr/>
            <p:nvPr/>
          </p:nvSpPr>
          <p:spPr>
            <a:xfrm>
              <a:off x="7003670" y="21302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8" name="pt27188"/>
            <p:cNvSpPr/>
            <p:nvPr/>
          </p:nvSpPr>
          <p:spPr>
            <a:xfrm>
              <a:off x="7216974" y="20534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9" name="pt27189"/>
            <p:cNvSpPr/>
            <p:nvPr/>
          </p:nvSpPr>
          <p:spPr>
            <a:xfrm>
              <a:off x="7370503" y="21228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0" name="pt27190"/>
            <p:cNvSpPr/>
            <p:nvPr/>
          </p:nvSpPr>
          <p:spPr>
            <a:xfrm>
              <a:off x="7406051" y="24716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1" name="pt27191"/>
            <p:cNvSpPr/>
            <p:nvPr/>
          </p:nvSpPr>
          <p:spPr>
            <a:xfrm>
              <a:off x="7161482" y="22091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2" name="pt27192"/>
            <p:cNvSpPr/>
            <p:nvPr/>
          </p:nvSpPr>
          <p:spPr>
            <a:xfrm>
              <a:off x="7381783" y="27031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3" name="pt27193"/>
            <p:cNvSpPr/>
            <p:nvPr/>
          </p:nvSpPr>
          <p:spPr>
            <a:xfrm>
              <a:off x="7448209" y="28798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4" name="pt27194"/>
            <p:cNvSpPr/>
            <p:nvPr/>
          </p:nvSpPr>
          <p:spPr>
            <a:xfrm>
              <a:off x="7003478" y="20133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5" name="pt27195"/>
            <p:cNvSpPr/>
            <p:nvPr/>
          </p:nvSpPr>
          <p:spPr>
            <a:xfrm>
              <a:off x="7097269" y="20454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6" name="pt27196"/>
            <p:cNvSpPr/>
            <p:nvPr/>
          </p:nvSpPr>
          <p:spPr>
            <a:xfrm>
              <a:off x="7144007" y="2175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7" name="pt27197"/>
            <p:cNvSpPr/>
            <p:nvPr/>
          </p:nvSpPr>
          <p:spPr>
            <a:xfrm>
              <a:off x="7197034" y="23421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8" name="pt27198"/>
            <p:cNvSpPr/>
            <p:nvPr/>
          </p:nvSpPr>
          <p:spPr>
            <a:xfrm>
              <a:off x="7096988" y="21408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9" name="pt27199"/>
            <p:cNvSpPr/>
            <p:nvPr/>
          </p:nvSpPr>
          <p:spPr>
            <a:xfrm>
              <a:off x="6925474" y="21178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0" name="pt27200"/>
            <p:cNvSpPr/>
            <p:nvPr/>
          </p:nvSpPr>
          <p:spPr>
            <a:xfrm>
              <a:off x="7093318" y="20326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1" name="pt27201"/>
            <p:cNvSpPr/>
            <p:nvPr/>
          </p:nvSpPr>
          <p:spPr>
            <a:xfrm>
              <a:off x="7060692" y="22333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2" name="pt27202"/>
            <p:cNvSpPr/>
            <p:nvPr/>
          </p:nvSpPr>
          <p:spPr>
            <a:xfrm>
              <a:off x="7222833" y="18703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3" name="pt27203"/>
            <p:cNvSpPr/>
            <p:nvPr/>
          </p:nvSpPr>
          <p:spPr>
            <a:xfrm>
              <a:off x="6807262" y="20882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4" name="pt27204"/>
            <p:cNvSpPr/>
            <p:nvPr/>
          </p:nvSpPr>
          <p:spPr>
            <a:xfrm>
              <a:off x="6802893" y="21445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5" name="pt27205"/>
            <p:cNvSpPr/>
            <p:nvPr/>
          </p:nvSpPr>
          <p:spPr>
            <a:xfrm>
              <a:off x="7085563" y="22331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6" name="pt27206"/>
            <p:cNvSpPr/>
            <p:nvPr/>
          </p:nvSpPr>
          <p:spPr>
            <a:xfrm>
              <a:off x="7203553" y="21871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7" name="pt27207"/>
            <p:cNvSpPr/>
            <p:nvPr/>
          </p:nvSpPr>
          <p:spPr>
            <a:xfrm>
              <a:off x="7243729" y="20903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8" name="pt27208"/>
            <p:cNvSpPr/>
            <p:nvPr/>
          </p:nvSpPr>
          <p:spPr>
            <a:xfrm>
              <a:off x="7216380" y="21897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9" name="pt27209"/>
            <p:cNvSpPr/>
            <p:nvPr/>
          </p:nvSpPr>
          <p:spPr>
            <a:xfrm>
              <a:off x="7195906" y="23049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0" name="pt27210"/>
            <p:cNvSpPr/>
            <p:nvPr/>
          </p:nvSpPr>
          <p:spPr>
            <a:xfrm>
              <a:off x="7377527" y="23427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1" name="pt27211"/>
            <p:cNvSpPr/>
            <p:nvPr/>
          </p:nvSpPr>
          <p:spPr>
            <a:xfrm>
              <a:off x="7460478" y="23777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2" name="pt27212"/>
            <p:cNvSpPr/>
            <p:nvPr/>
          </p:nvSpPr>
          <p:spPr>
            <a:xfrm>
              <a:off x="6830561" y="19705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3" name="pt27213"/>
            <p:cNvSpPr/>
            <p:nvPr/>
          </p:nvSpPr>
          <p:spPr>
            <a:xfrm>
              <a:off x="7406895" y="25095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4" name="pt27214"/>
            <p:cNvSpPr/>
            <p:nvPr/>
          </p:nvSpPr>
          <p:spPr>
            <a:xfrm>
              <a:off x="6812893" y="22671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5" name="pt27215"/>
            <p:cNvSpPr/>
            <p:nvPr/>
          </p:nvSpPr>
          <p:spPr>
            <a:xfrm>
              <a:off x="7533380" y="20788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6" name="pt27216"/>
            <p:cNvSpPr/>
            <p:nvPr/>
          </p:nvSpPr>
          <p:spPr>
            <a:xfrm>
              <a:off x="7203279" y="21304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7" name="pt27217"/>
            <p:cNvSpPr/>
            <p:nvPr/>
          </p:nvSpPr>
          <p:spPr>
            <a:xfrm>
              <a:off x="6865880" y="22312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8" name="pt27218"/>
            <p:cNvSpPr/>
            <p:nvPr/>
          </p:nvSpPr>
          <p:spPr>
            <a:xfrm>
              <a:off x="7217216" y="20974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9" name="pt27219"/>
            <p:cNvSpPr/>
            <p:nvPr/>
          </p:nvSpPr>
          <p:spPr>
            <a:xfrm>
              <a:off x="7114987" y="21676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0" name="pt27220"/>
            <p:cNvSpPr/>
            <p:nvPr/>
          </p:nvSpPr>
          <p:spPr>
            <a:xfrm>
              <a:off x="6878847" y="19307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1" name="pt27221"/>
            <p:cNvSpPr/>
            <p:nvPr/>
          </p:nvSpPr>
          <p:spPr>
            <a:xfrm>
              <a:off x="7067442" y="21083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2" name="pt27222"/>
            <p:cNvSpPr/>
            <p:nvPr/>
          </p:nvSpPr>
          <p:spPr>
            <a:xfrm>
              <a:off x="7110044" y="21457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3" name="pt27223"/>
            <p:cNvSpPr/>
            <p:nvPr/>
          </p:nvSpPr>
          <p:spPr>
            <a:xfrm>
              <a:off x="6913035" y="2222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4" name="pt27224"/>
            <p:cNvSpPr/>
            <p:nvPr/>
          </p:nvSpPr>
          <p:spPr>
            <a:xfrm>
              <a:off x="7200213" y="21794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5" name="pt27225"/>
            <p:cNvSpPr/>
            <p:nvPr/>
          </p:nvSpPr>
          <p:spPr>
            <a:xfrm>
              <a:off x="7132912" y="2256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6" name="pt27226"/>
            <p:cNvSpPr/>
            <p:nvPr/>
          </p:nvSpPr>
          <p:spPr>
            <a:xfrm>
              <a:off x="7601428" y="24169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7" name="pt27227"/>
            <p:cNvSpPr/>
            <p:nvPr/>
          </p:nvSpPr>
          <p:spPr>
            <a:xfrm>
              <a:off x="7172838" y="20977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8" name="pt27228"/>
            <p:cNvSpPr/>
            <p:nvPr/>
          </p:nvSpPr>
          <p:spPr>
            <a:xfrm>
              <a:off x="7238270" y="22466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9" name="pt27229"/>
            <p:cNvSpPr/>
            <p:nvPr/>
          </p:nvSpPr>
          <p:spPr>
            <a:xfrm>
              <a:off x="7405788" y="24914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0" name="pt27230"/>
            <p:cNvSpPr/>
            <p:nvPr/>
          </p:nvSpPr>
          <p:spPr>
            <a:xfrm>
              <a:off x="7342128" y="25876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1" name="pt27231"/>
            <p:cNvSpPr/>
            <p:nvPr/>
          </p:nvSpPr>
          <p:spPr>
            <a:xfrm>
              <a:off x="7478695" y="25052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2" name="pt27232"/>
            <p:cNvSpPr/>
            <p:nvPr/>
          </p:nvSpPr>
          <p:spPr>
            <a:xfrm>
              <a:off x="7182234" y="19667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3" name="pt27233"/>
            <p:cNvSpPr/>
            <p:nvPr/>
          </p:nvSpPr>
          <p:spPr>
            <a:xfrm>
              <a:off x="6950874" y="20150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4" name="pt27234"/>
            <p:cNvSpPr/>
            <p:nvPr/>
          </p:nvSpPr>
          <p:spPr>
            <a:xfrm>
              <a:off x="7190143" y="22303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5" name="pt27235"/>
            <p:cNvSpPr/>
            <p:nvPr/>
          </p:nvSpPr>
          <p:spPr>
            <a:xfrm>
              <a:off x="7097109" y="21679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6" name="pt27236"/>
            <p:cNvSpPr/>
            <p:nvPr/>
          </p:nvSpPr>
          <p:spPr>
            <a:xfrm>
              <a:off x="7204136" y="23161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7" name="pt27237"/>
            <p:cNvSpPr/>
            <p:nvPr/>
          </p:nvSpPr>
          <p:spPr>
            <a:xfrm>
              <a:off x="7031385" y="22751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8" name="pt27238"/>
            <p:cNvSpPr/>
            <p:nvPr/>
          </p:nvSpPr>
          <p:spPr>
            <a:xfrm>
              <a:off x="7123686" y="20964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9" name="pt27239"/>
            <p:cNvSpPr/>
            <p:nvPr/>
          </p:nvSpPr>
          <p:spPr>
            <a:xfrm>
              <a:off x="7312139" y="19646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0" name="pt27240"/>
            <p:cNvSpPr/>
            <p:nvPr/>
          </p:nvSpPr>
          <p:spPr>
            <a:xfrm>
              <a:off x="7271624" y="18579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1" name="pt27241"/>
            <p:cNvSpPr/>
            <p:nvPr/>
          </p:nvSpPr>
          <p:spPr>
            <a:xfrm>
              <a:off x="7227431" y="21794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2" name="pt27242"/>
            <p:cNvSpPr/>
            <p:nvPr/>
          </p:nvSpPr>
          <p:spPr>
            <a:xfrm>
              <a:off x="7165124" y="21492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3" name="pt27243"/>
            <p:cNvSpPr/>
            <p:nvPr/>
          </p:nvSpPr>
          <p:spPr>
            <a:xfrm>
              <a:off x="6736637" y="20767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4" name="pt27244"/>
            <p:cNvSpPr/>
            <p:nvPr/>
          </p:nvSpPr>
          <p:spPr>
            <a:xfrm>
              <a:off x="7437425" y="24686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5" name="pt27245"/>
            <p:cNvSpPr/>
            <p:nvPr/>
          </p:nvSpPr>
          <p:spPr>
            <a:xfrm>
              <a:off x="7367857" y="19197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6" name="pt27246"/>
            <p:cNvSpPr/>
            <p:nvPr/>
          </p:nvSpPr>
          <p:spPr>
            <a:xfrm>
              <a:off x="7323746" y="19604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7" name="pt27247"/>
            <p:cNvSpPr/>
            <p:nvPr/>
          </p:nvSpPr>
          <p:spPr>
            <a:xfrm>
              <a:off x="7218145" y="20100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8" name="pt27248"/>
            <p:cNvSpPr/>
            <p:nvPr/>
          </p:nvSpPr>
          <p:spPr>
            <a:xfrm>
              <a:off x="7011615" y="18074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9" name="pt27249"/>
            <p:cNvSpPr/>
            <p:nvPr/>
          </p:nvSpPr>
          <p:spPr>
            <a:xfrm>
              <a:off x="7331140" y="22349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0" name="pt27250"/>
            <p:cNvSpPr/>
            <p:nvPr/>
          </p:nvSpPr>
          <p:spPr>
            <a:xfrm>
              <a:off x="7100779" y="22009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1" name="pt27251"/>
            <p:cNvSpPr/>
            <p:nvPr/>
          </p:nvSpPr>
          <p:spPr>
            <a:xfrm>
              <a:off x="7138208" y="23084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2" name="pt27252"/>
            <p:cNvSpPr/>
            <p:nvPr/>
          </p:nvSpPr>
          <p:spPr>
            <a:xfrm>
              <a:off x="7001904" y="18543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3" name="pt27253"/>
            <p:cNvSpPr/>
            <p:nvPr/>
          </p:nvSpPr>
          <p:spPr>
            <a:xfrm>
              <a:off x="7316543" y="19488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4" name="pt27254"/>
            <p:cNvSpPr/>
            <p:nvPr/>
          </p:nvSpPr>
          <p:spPr>
            <a:xfrm>
              <a:off x="6726888" y="20410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5" name="pt27255"/>
            <p:cNvSpPr/>
            <p:nvPr/>
          </p:nvSpPr>
          <p:spPr>
            <a:xfrm>
              <a:off x="7271589" y="19053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6" name="pt27256"/>
            <p:cNvSpPr/>
            <p:nvPr/>
          </p:nvSpPr>
          <p:spPr>
            <a:xfrm>
              <a:off x="7005542" y="19322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7" name="pt27257"/>
            <p:cNvSpPr/>
            <p:nvPr/>
          </p:nvSpPr>
          <p:spPr>
            <a:xfrm>
              <a:off x="7305842" y="20755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8" name="pt27258"/>
            <p:cNvSpPr/>
            <p:nvPr/>
          </p:nvSpPr>
          <p:spPr>
            <a:xfrm>
              <a:off x="7176977" y="21328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9" name="pt27259"/>
            <p:cNvSpPr/>
            <p:nvPr/>
          </p:nvSpPr>
          <p:spPr>
            <a:xfrm>
              <a:off x="7089493" y="22181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0" name="pt27260"/>
            <p:cNvSpPr/>
            <p:nvPr/>
          </p:nvSpPr>
          <p:spPr>
            <a:xfrm>
              <a:off x="7147571" y="2070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1" name="pt27261"/>
            <p:cNvSpPr/>
            <p:nvPr/>
          </p:nvSpPr>
          <p:spPr>
            <a:xfrm>
              <a:off x="7291148" y="21283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2" name="pt27262"/>
            <p:cNvSpPr/>
            <p:nvPr/>
          </p:nvSpPr>
          <p:spPr>
            <a:xfrm>
              <a:off x="6981739" y="21868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3" name="pt27263"/>
            <p:cNvSpPr/>
            <p:nvPr/>
          </p:nvSpPr>
          <p:spPr>
            <a:xfrm>
              <a:off x="7198165" y="23482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4" name="pt27264"/>
            <p:cNvSpPr/>
            <p:nvPr/>
          </p:nvSpPr>
          <p:spPr>
            <a:xfrm>
              <a:off x="7041421" y="20648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5" name="pt27265"/>
            <p:cNvSpPr/>
            <p:nvPr/>
          </p:nvSpPr>
          <p:spPr>
            <a:xfrm>
              <a:off x="6969839" y="20617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6" name="pt27266"/>
            <p:cNvSpPr/>
            <p:nvPr/>
          </p:nvSpPr>
          <p:spPr>
            <a:xfrm>
              <a:off x="7087499" y="21549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7" name="pt27267"/>
            <p:cNvSpPr/>
            <p:nvPr/>
          </p:nvSpPr>
          <p:spPr>
            <a:xfrm>
              <a:off x="7313944" y="20331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8" name="pt27268"/>
            <p:cNvSpPr/>
            <p:nvPr/>
          </p:nvSpPr>
          <p:spPr>
            <a:xfrm>
              <a:off x="7150951" y="20169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9" name="pt27269"/>
            <p:cNvSpPr/>
            <p:nvPr/>
          </p:nvSpPr>
          <p:spPr>
            <a:xfrm>
              <a:off x="7017512" y="18566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0" name="pt27270"/>
            <p:cNvSpPr/>
            <p:nvPr/>
          </p:nvSpPr>
          <p:spPr>
            <a:xfrm>
              <a:off x="7249795" y="20746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1" name="pt27271"/>
            <p:cNvSpPr/>
            <p:nvPr/>
          </p:nvSpPr>
          <p:spPr>
            <a:xfrm>
              <a:off x="7238452" y="19317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2" name="pt27272"/>
            <p:cNvSpPr/>
            <p:nvPr/>
          </p:nvSpPr>
          <p:spPr>
            <a:xfrm>
              <a:off x="7229461" y="21545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3" name="pt27273"/>
            <p:cNvSpPr/>
            <p:nvPr/>
          </p:nvSpPr>
          <p:spPr>
            <a:xfrm>
              <a:off x="6973108" y="19983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4" name="pt27274"/>
            <p:cNvSpPr/>
            <p:nvPr/>
          </p:nvSpPr>
          <p:spPr>
            <a:xfrm>
              <a:off x="7279233" y="19395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5" name="pt27275"/>
            <p:cNvSpPr/>
            <p:nvPr/>
          </p:nvSpPr>
          <p:spPr>
            <a:xfrm>
              <a:off x="7082410" y="22274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6" name="pt27276"/>
            <p:cNvSpPr/>
            <p:nvPr/>
          </p:nvSpPr>
          <p:spPr>
            <a:xfrm>
              <a:off x="7275752" y="20973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7" name="pt27277"/>
            <p:cNvSpPr/>
            <p:nvPr/>
          </p:nvSpPr>
          <p:spPr>
            <a:xfrm>
              <a:off x="7096378" y="21853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8" name="pt27278"/>
            <p:cNvSpPr/>
            <p:nvPr/>
          </p:nvSpPr>
          <p:spPr>
            <a:xfrm>
              <a:off x="6986973" y="20785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9" name="pt27279"/>
            <p:cNvSpPr/>
            <p:nvPr/>
          </p:nvSpPr>
          <p:spPr>
            <a:xfrm>
              <a:off x="7094836" y="20964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0" name="pt27280"/>
            <p:cNvSpPr/>
            <p:nvPr/>
          </p:nvSpPr>
          <p:spPr>
            <a:xfrm>
              <a:off x="6955842" y="19256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1" name="pt27281"/>
            <p:cNvSpPr/>
            <p:nvPr/>
          </p:nvSpPr>
          <p:spPr>
            <a:xfrm>
              <a:off x="7132282" y="21712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2" name="pt27282"/>
            <p:cNvSpPr/>
            <p:nvPr/>
          </p:nvSpPr>
          <p:spPr>
            <a:xfrm>
              <a:off x="7114578" y="21258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3" name="pt27283"/>
            <p:cNvSpPr/>
            <p:nvPr/>
          </p:nvSpPr>
          <p:spPr>
            <a:xfrm>
              <a:off x="6962611" y="19497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4" name="pt27284"/>
            <p:cNvSpPr/>
            <p:nvPr/>
          </p:nvSpPr>
          <p:spPr>
            <a:xfrm>
              <a:off x="6914645" y="22015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5" name="pt27285"/>
            <p:cNvSpPr/>
            <p:nvPr/>
          </p:nvSpPr>
          <p:spPr>
            <a:xfrm>
              <a:off x="7256709" y="20614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6" name="pt27286"/>
            <p:cNvSpPr/>
            <p:nvPr/>
          </p:nvSpPr>
          <p:spPr>
            <a:xfrm>
              <a:off x="6965345" y="20002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7" name="pt27287"/>
            <p:cNvSpPr/>
            <p:nvPr/>
          </p:nvSpPr>
          <p:spPr>
            <a:xfrm>
              <a:off x="7000254" y="18985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8" name="pt27288"/>
            <p:cNvSpPr/>
            <p:nvPr/>
          </p:nvSpPr>
          <p:spPr>
            <a:xfrm>
              <a:off x="7041457" y="22034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9" name="pt27289"/>
            <p:cNvSpPr/>
            <p:nvPr/>
          </p:nvSpPr>
          <p:spPr>
            <a:xfrm>
              <a:off x="7188259" y="22366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0" name="pt27290"/>
            <p:cNvSpPr/>
            <p:nvPr/>
          </p:nvSpPr>
          <p:spPr>
            <a:xfrm>
              <a:off x="7003710" y="2030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1" name="pt27291"/>
            <p:cNvSpPr/>
            <p:nvPr/>
          </p:nvSpPr>
          <p:spPr>
            <a:xfrm>
              <a:off x="7080616" y="21921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2" name="pt27292"/>
            <p:cNvSpPr/>
            <p:nvPr/>
          </p:nvSpPr>
          <p:spPr>
            <a:xfrm>
              <a:off x="7243135" y="21475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3" name="pt27293"/>
            <p:cNvSpPr/>
            <p:nvPr/>
          </p:nvSpPr>
          <p:spPr>
            <a:xfrm>
              <a:off x="7132646" y="22633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4" name="pt27294"/>
            <p:cNvSpPr/>
            <p:nvPr/>
          </p:nvSpPr>
          <p:spPr>
            <a:xfrm>
              <a:off x="7078850" y="21256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5" name="pt27295"/>
            <p:cNvSpPr/>
            <p:nvPr/>
          </p:nvSpPr>
          <p:spPr>
            <a:xfrm>
              <a:off x="6925307" y="22187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6" name="pt27296"/>
            <p:cNvSpPr/>
            <p:nvPr/>
          </p:nvSpPr>
          <p:spPr>
            <a:xfrm>
              <a:off x="7214566" y="20969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7" name="pt27297"/>
            <p:cNvSpPr/>
            <p:nvPr/>
          </p:nvSpPr>
          <p:spPr>
            <a:xfrm>
              <a:off x="7299169" y="19541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8" name="pt27298"/>
            <p:cNvSpPr/>
            <p:nvPr/>
          </p:nvSpPr>
          <p:spPr>
            <a:xfrm>
              <a:off x="7330350" y="21055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9" name="pt27299"/>
            <p:cNvSpPr/>
            <p:nvPr/>
          </p:nvSpPr>
          <p:spPr>
            <a:xfrm>
              <a:off x="7158879" y="20750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0" name="pt27300"/>
            <p:cNvSpPr/>
            <p:nvPr/>
          </p:nvSpPr>
          <p:spPr>
            <a:xfrm>
              <a:off x="7085826" y="22362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1" name="pt27301"/>
            <p:cNvSpPr/>
            <p:nvPr/>
          </p:nvSpPr>
          <p:spPr>
            <a:xfrm>
              <a:off x="7099537" y="21077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2" name="pt27302"/>
            <p:cNvSpPr/>
            <p:nvPr/>
          </p:nvSpPr>
          <p:spPr>
            <a:xfrm>
              <a:off x="7190200" y="2207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3" name="pt27303"/>
            <p:cNvSpPr/>
            <p:nvPr/>
          </p:nvSpPr>
          <p:spPr>
            <a:xfrm>
              <a:off x="6873622" y="17363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4" name="pt27304"/>
            <p:cNvSpPr/>
            <p:nvPr/>
          </p:nvSpPr>
          <p:spPr>
            <a:xfrm>
              <a:off x="7143174" y="21227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5" name="pt27305"/>
            <p:cNvSpPr/>
            <p:nvPr/>
          </p:nvSpPr>
          <p:spPr>
            <a:xfrm>
              <a:off x="7132675" y="22343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6" name="pt27306"/>
            <p:cNvSpPr/>
            <p:nvPr/>
          </p:nvSpPr>
          <p:spPr>
            <a:xfrm>
              <a:off x="7293680" y="20435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7" name="pt27307"/>
            <p:cNvSpPr/>
            <p:nvPr/>
          </p:nvSpPr>
          <p:spPr>
            <a:xfrm>
              <a:off x="7495137" y="23540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8" name="pt27308"/>
            <p:cNvSpPr/>
            <p:nvPr/>
          </p:nvSpPr>
          <p:spPr>
            <a:xfrm>
              <a:off x="7122205" y="21084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9" name="pt27309"/>
            <p:cNvSpPr/>
            <p:nvPr/>
          </p:nvSpPr>
          <p:spPr>
            <a:xfrm>
              <a:off x="6969295" y="20667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0" name="pt27310"/>
            <p:cNvSpPr/>
            <p:nvPr/>
          </p:nvSpPr>
          <p:spPr>
            <a:xfrm>
              <a:off x="7094288" y="21553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1" name="pt27311"/>
            <p:cNvSpPr/>
            <p:nvPr/>
          </p:nvSpPr>
          <p:spPr>
            <a:xfrm>
              <a:off x="7151457" y="20152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2" name="pt27312"/>
            <p:cNvSpPr/>
            <p:nvPr/>
          </p:nvSpPr>
          <p:spPr>
            <a:xfrm>
              <a:off x="7020666" y="19727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3" name="pt27313"/>
            <p:cNvSpPr/>
            <p:nvPr/>
          </p:nvSpPr>
          <p:spPr>
            <a:xfrm>
              <a:off x="7126044" y="22823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4" name="pt27314"/>
            <p:cNvSpPr/>
            <p:nvPr/>
          </p:nvSpPr>
          <p:spPr>
            <a:xfrm>
              <a:off x="7090603" y="22278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5" name="pt27315"/>
            <p:cNvSpPr/>
            <p:nvPr/>
          </p:nvSpPr>
          <p:spPr>
            <a:xfrm>
              <a:off x="7275575" y="20442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6" name="pt27316"/>
            <p:cNvSpPr/>
            <p:nvPr/>
          </p:nvSpPr>
          <p:spPr>
            <a:xfrm>
              <a:off x="7156027" y="19708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7" name="pt27317"/>
            <p:cNvSpPr/>
            <p:nvPr/>
          </p:nvSpPr>
          <p:spPr>
            <a:xfrm>
              <a:off x="7054207" y="21261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8" name="pt27318"/>
            <p:cNvSpPr/>
            <p:nvPr/>
          </p:nvSpPr>
          <p:spPr>
            <a:xfrm>
              <a:off x="7138698" y="24050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9" name="pt27319"/>
            <p:cNvSpPr/>
            <p:nvPr/>
          </p:nvSpPr>
          <p:spPr>
            <a:xfrm>
              <a:off x="6681607" y="19954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0" name="pt27320"/>
            <p:cNvSpPr/>
            <p:nvPr/>
          </p:nvSpPr>
          <p:spPr>
            <a:xfrm>
              <a:off x="7317470" y="19653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1" name="pt27321"/>
            <p:cNvSpPr/>
            <p:nvPr/>
          </p:nvSpPr>
          <p:spPr>
            <a:xfrm>
              <a:off x="6989600" y="20423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2" name="pt27322"/>
            <p:cNvSpPr/>
            <p:nvPr/>
          </p:nvSpPr>
          <p:spPr>
            <a:xfrm>
              <a:off x="6743510" y="17007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3" name="pt27323"/>
            <p:cNvSpPr/>
            <p:nvPr/>
          </p:nvSpPr>
          <p:spPr>
            <a:xfrm>
              <a:off x="7126908" y="22225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4" name="pt27324"/>
            <p:cNvSpPr/>
            <p:nvPr/>
          </p:nvSpPr>
          <p:spPr>
            <a:xfrm>
              <a:off x="7008683" y="19203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5" name="pt27325"/>
            <p:cNvSpPr/>
            <p:nvPr/>
          </p:nvSpPr>
          <p:spPr>
            <a:xfrm>
              <a:off x="7335660" y="23528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6" name="pt27326"/>
            <p:cNvSpPr/>
            <p:nvPr/>
          </p:nvSpPr>
          <p:spPr>
            <a:xfrm>
              <a:off x="7045228" y="22095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7" name="pt27327"/>
            <p:cNvSpPr/>
            <p:nvPr/>
          </p:nvSpPr>
          <p:spPr>
            <a:xfrm>
              <a:off x="7101564" y="21641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8" name="pt27328"/>
            <p:cNvSpPr/>
            <p:nvPr/>
          </p:nvSpPr>
          <p:spPr>
            <a:xfrm>
              <a:off x="7104498" y="21535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9" name="pt27329"/>
            <p:cNvSpPr/>
            <p:nvPr/>
          </p:nvSpPr>
          <p:spPr>
            <a:xfrm>
              <a:off x="7372345" y="22894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0" name="pt27330"/>
            <p:cNvSpPr/>
            <p:nvPr/>
          </p:nvSpPr>
          <p:spPr>
            <a:xfrm>
              <a:off x="7303447" y="20142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1" name="pt27331"/>
            <p:cNvSpPr/>
            <p:nvPr/>
          </p:nvSpPr>
          <p:spPr>
            <a:xfrm>
              <a:off x="7046986" y="20492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2" name="pt27332"/>
            <p:cNvSpPr/>
            <p:nvPr/>
          </p:nvSpPr>
          <p:spPr>
            <a:xfrm>
              <a:off x="7223564" y="21849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3" name="pt27333"/>
            <p:cNvSpPr/>
            <p:nvPr/>
          </p:nvSpPr>
          <p:spPr>
            <a:xfrm>
              <a:off x="7146768" y="20863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4" name="pt27334"/>
            <p:cNvSpPr/>
            <p:nvPr/>
          </p:nvSpPr>
          <p:spPr>
            <a:xfrm>
              <a:off x="7227591" y="21876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5" name="pt27335"/>
            <p:cNvSpPr/>
            <p:nvPr/>
          </p:nvSpPr>
          <p:spPr>
            <a:xfrm>
              <a:off x="7135474" y="2339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6" name="pt27336"/>
            <p:cNvSpPr/>
            <p:nvPr/>
          </p:nvSpPr>
          <p:spPr>
            <a:xfrm>
              <a:off x="7078227" y="21941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7" name="pt27337"/>
            <p:cNvSpPr/>
            <p:nvPr/>
          </p:nvSpPr>
          <p:spPr>
            <a:xfrm>
              <a:off x="6993975" y="18866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8" name="pt27338"/>
            <p:cNvSpPr/>
            <p:nvPr/>
          </p:nvSpPr>
          <p:spPr>
            <a:xfrm>
              <a:off x="7280893" y="19008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9" name="pt27339"/>
            <p:cNvSpPr/>
            <p:nvPr/>
          </p:nvSpPr>
          <p:spPr>
            <a:xfrm>
              <a:off x="7385524" y="24966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0" name="pt27340"/>
            <p:cNvSpPr/>
            <p:nvPr/>
          </p:nvSpPr>
          <p:spPr>
            <a:xfrm>
              <a:off x="7055475" y="21284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1" name="pt27341"/>
            <p:cNvSpPr/>
            <p:nvPr/>
          </p:nvSpPr>
          <p:spPr>
            <a:xfrm>
              <a:off x="6977123" y="19580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2" name="pt27342"/>
            <p:cNvSpPr/>
            <p:nvPr/>
          </p:nvSpPr>
          <p:spPr>
            <a:xfrm>
              <a:off x="7163445" y="20910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3" name="pt27343"/>
            <p:cNvSpPr/>
            <p:nvPr/>
          </p:nvSpPr>
          <p:spPr>
            <a:xfrm>
              <a:off x="7273967" y="20149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4" name="pt27344"/>
            <p:cNvSpPr/>
            <p:nvPr/>
          </p:nvSpPr>
          <p:spPr>
            <a:xfrm>
              <a:off x="6992496" y="19105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5" name="pt27345"/>
            <p:cNvSpPr/>
            <p:nvPr/>
          </p:nvSpPr>
          <p:spPr>
            <a:xfrm>
              <a:off x="7209210" y="2158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6" name="pt27346"/>
            <p:cNvSpPr/>
            <p:nvPr/>
          </p:nvSpPr>
          <p:spPr>
            <a:xfrm>
              <a:off x="7195259" y="23307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7" name="pt27347"/>
            <p:cNvSpPr/>
            <p:nvPr/>
          </p:nvSpPr>
          <p:spPr>
            <a:xfrm>
              <a:off x="7074738" y="20998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8" name="pt27348"/>
            <p:cNvSpPr/>
            <p:nvPr/>
          </p:nvSpPr>
          <p:spPr>
            <a:xfrm>
              <a:off x="7016854" y="18312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9" name="pt27349"/>
            <p:cNvSpPr/>
            <p:nvPr/>
          </p:nvSpPr>
          <p:spPr>
            <a:xfrm>
              <a:off x="7209421" y="21195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0" name="pt27350"/>
            <p:cNvSpPr/>
            <p:nvPr/>
          </p:nvSpPr>
          <p:spPr>
            <a:xfrm>
              <a:off x="7168987" y="22363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1" name="pt27351"/>
            <p:cNvSpPr/>
            <p:nvPr/>
          </p:nvSpPr>
          <p:spPr>
            <a:xfrm>
              <a:off x="7148772" y="20998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2" name="pt27352"/>
            <p:cNvSpPr/>
            <p:nvPr/>
          </p:nvSpPr>
          <p:spPr>
            <a:xfrm>
              <a:off x="7226466" y="22150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3" name="pt27353"/>
            <p:cNvSpPr/>
            <p:nvPr/>
          </p:nvSpPr>
          <p:spPr>
            <a:xfrm>
              <a:off x="6898434" y="19928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4" name="pt27354"/>
            <p:cNvSpPr/>
            <p:nvPr/>
          </p:nvSpPr>
          <p:spPr>
            <a:xfrm>
              <a:off x="7291251" y="20505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5" name="pt27355"/>
            <p:cNvSpPr/>
            <p:nvPr/>
          </p:nvSpPr>
          <p:spPr>
            <a:xfrm>
              <a:off x="7086273" y="21824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6" name="pt27356"/>
            <p:cNvSpPr/>
            <p:nvPr/>
          </p:nvSpPr>
          <p:spPr>
            <a:xfrm>
              <a:off x="7090562" y="21697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7" name="pt27357"/>
            <p:cNvSpPr/>
            <p:nvPr/>
          </p:nvSpPr>
          <p:spPr>
            <a:xfrm>
              <a:off x="7180235" y="20175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8" name="pt27358"/>
            <p:cNvSpPr/>
            <p:nvPr/>
          </p:nvSpPr>
          <p:spPr>
            <a:xfrm>
              <a:off x="7171627" y="22474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9" name="pt27359"/>
            <p:cNvSpPr/>
            <p:nvPr/>
          </p:nvSpPr>
          <p:spPr>
            <a:xfrm>
              <a:off x="7112052" y="21674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0" name="pt27360"/>
            <p:cNvSpPr/>
            <p:nvPr/>
          </p:nvSpPr>
          <p:spPr>
            <a:xfrm>
              <a:off x="7218040" y="20487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1" name="pt27361"/>
            <p:cNvSpPr/>
            <p:nvPr/>
          </p:nvSpPr>
          <p:spPr>
            <a:xfrm>
              <a:off x="7502071" y="18081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2" name="pt27362"/>
            <p:cNvSpPr/>
            <p:nvPr/>
          </p:nvSpPr>
          <p:spPr>
            <a:xfrm>
              <a:off x="6908348" y="20291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3" name="pt27363"/>
            <p:cNvSpPr/>
            <p:nvPr/>
          </p:nvSpPr>
          <p:spPr>
            <a:xfrm>
              <a:off x="6910995" y="21610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4" name="pt27364"/>
            <p:cNvSpPr/>
            <p:nvPr/>
          </p:nvSpPr>
          <p:spPr>
            <a:xfrm>
              <a:off x="7007570" y="19670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5" name="pt27365"/>
            <p:cNvSpPr/>
            <p:nvPr/>
          </p:nvSpPr>
          <p:spPr>
            <a:xfrm>
              <a:off x="7257026" y="20409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6" name="pt27366"/>
            <p:cNvSpPr/>
            <p:nvPr/>
          </p:nvSpPr>
          <p:spPr>
            <a:xfrm>
              <a:off x="7122850" y="21641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7" name="pt27367"/>
            <p:cNvSpPr/>
            <p:nvPr/>
          </p:nvSpPr>
          <p:spPr>
            <a:xfrm>
              <a:off x="7129994" y="22403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8" name="pt27368"/>
            <p:cNvSpPr/>
            <p:nvPr/>
          </p:nvSpPr>
          <p:spPr>
            <a:xfrm>
              <a:off x="7394407" y="24479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9" name="pt27369"/>
            <p:cNvSpPr/>
            <p:nvPr/>
          </p:nvSpPr>
          <p:spPr>
            <a:xfrm>
              <a:off x="7247213" y="2207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0" name="pt27370"/>
            <p:cNvSpPr/>
            <p:nvPr/>
          </p:nvSpPr>
          <p:spPr>
            <a:xfrm>
              <a:off x="7138064" y="22031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1" name="pt27371"/>
            <p:cNvSpPr/>
            <p:nvPr/>
          </p:nvSpPr>
          <p:spPr>
            <a:xfrm>
              <a:off x="7124988" y="21385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2" name="pt27372"/>
            <p:cNvSpPr/>
            <p:nvPr/>
          </p:nvSpPr>
          <p:spPr>
            <a:xfrm>
              <a:off x="7152734" y="19772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3" name="pt27373"/>
            <p:cNvSpPr/>
            <p:nvPr/>
          </p:nvSpPr>
          <p:spPr>
            <a:xfrm>
              <a:off x="6960966" y="20604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4" name="pt27374"/>
            <p:cNvSpPr/>
            <p:nvPr/>
          </p:nvSpPr>
          <p:spPr>
            <a:xfrm>
              <a:off x="7159476" y="20961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5" name="pt27375"/>
            <p:cNvSpPr/>
            <p:nvPr/>
          </p:nvSpPr>
          <p:spPr>
            <a:xfrm>
              <a:off x="7254480" y="20261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6" name="pt27376"/>
            <p:cNvSpPr/>
            <p:nvPr/>
          </p:nvSpPr>
          <p:spPr>
            <a:xfrm>
              <a:off x="7144237" y="20608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7" name="pt27377"/>
            <p:cNvSpPr/>
            <p:nvPr/>
          </p:nvSpPr>
          <p:spPr>
            <a:xfrm>
              <a:off x="7284391" y="20226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8" name="pt27378"/>
            <p:cNvSpPr/>
            <p:nvPr/>
          </p:nvSpPr>
          <p:spPr>
            <a:xfrm>
              <a:off x="6872699" y="19145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9" name="pt27379"/>
            <p:cNvSpPr/>
            <p:nvPr/>
          </p:nvSpPr>
          <p:spPr>
            <a:xfrm>
              <a:off x="7028232" y="22902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0" name="pt27380"/>
            <p:cNvSpPr/>
            <p:nvPr/>
          </p:nvSpPr>
          <p:spPr>
            <a:xfrm>
              <a:off x="7167216" y="22030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1" name="pt27381"/>
            <p:cNvSpPr/>
            <p:nvPr/>
          </p:nvSpPr>
          <p:spPr>
            <a:xfrm>
              <a:off x="6945553" y="19588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2" name="pt27382"/>
            <p:cNvSpPr/>
            <p:nvPr/>
          </p:nvSpPr>
          <p:spPr>
            <a:xfrm>
              <a:off x="7284549" y="19532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3" name="pt27383"/>
            <p:cNvSpPr/>
            <p:nvPr/>
          </p:nvSpPr>
          <p:spPr>
            <a:xfrm>
              <a:off x="7374860" y="21107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4" name="pt27384"/>
            <p:cNvSpPr/>
            <p:nvPr/>
          </p:nvSpPr>
          <p:spPr>
            <a:xfrm>
              <a:off x="7178169" y="21369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5" name="pt27385"/>
            <p:cNvSpPr/>
            <p:nvPr/>
          </p:nvSpPr>
          <p:spPr>
            <a:xfrm>
              <a:off x="7210565" y="21953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6" name="pt27386"/>
            <p:cNvSpPr/>
            <p:nvPr/>
          </p:nvSpPr>
          <p:spPr>
            <a:xfrm>
              <a:off x="7075798" y="21987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7" name="pt27387"/>
            <p:cNvSpPr/>
            <p:nvPr/>
          </p:nvSpPr>
          <p:spPr>
            <a:xfrm>
              <a:off x="7266015" y="20954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8" name="pt27388"/>
            <p:cNvSpPr/>
            <p:nvPr/>
          </p:nvSpPr>
          <p:spPr>
            <a:xfrm>
              <a:off x="7221942" y="1774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9" name="pt27389"/>
            <p:cNvSpPr/>
            <p:nvPr/>
          </p:nvSpPr>
          <p:spPr>
            <a:xfrm>
              <a:off x="6953013" y="21295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0" name="pt27390"/>
            <p:cNvSpPr/>
            <p:nvPr/>
          </p:nvSpPr>
          <p:spPr>
            <a:xfrm>
              <a:off x="7118435" y="21906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1" name="pt27391"/>
            <p:cNvSpPr/>
            <p:nvPr/>
          </p:nvSpPr>
          <p:spPr>
            <a:xfrm>
              <a:off x="7337834" y="22357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2" name="pt27392"/>
            <p:cNvSpPr/>
            <p:nvPr/>
          </p:nvSpPr>
          <p:spPr>
            <a:xfrm>
              <a:off x="7065663" y="20691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3" name="pt27393"/>
            <p:cNvSpPr/>
            <p:nvPr/>
          </p:nvSpPr>
          <p:spPr>
            <a:xfrm>
              <a:off x="7156202" y="20520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4" name="pt27394"/>
            <p:cNvSpPr/>
            <p:nvPr/>
          </p:nvSpPr>
          <p:spPr>
            <a:xfrm>
              <a:off x="7191737" y="22305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5" name="pt27395"/>
            <p:cNvSpPr/>
            <p:nvPr/>
          </p:nvSpPr>
          <p:spPr>
            <a:xfrm>
              <a:off x="7094199" y="20567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6" name="pt27396"/>
            <p:cNvSpPr/>
            <p:nvPr/>
          </p:nvSpPr>
          <p:spPr>
            <a:xfrm>
              <a:off x="7251010" y="18923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7" name="pt27397"/>
            <p:cNvSpPr/>
            <p:nvPr/>
          </p:nvSpPr>
          <p:spPr>
            <a:xfrm>
              <a:off x="6916129" y="2306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8" name="pt27398"/>
            <p:cNvSpPr/>
            <p:nvPr/>
          </p:nvSpPr>
          <p:spPr>
            <a:xfrm>
              <a:off x="7196782" y="21904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9" name="pt27399"/>
            <p:cNvSpPr/>
            <p:nvPr/>
          </p:nvSpPr>
          <p:spPr>
            <a:xfrm>
              <a:off x="7198850" y="24703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0" name="pt27400"/>
            <p:cNvSpPr/>
            <p:nvPr/>
          </p:nvSpPr>
          <p:spPr>
            <a:xfrm>
              <a:off x="7249537" y="20651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1" name="pt27401"/>
            <p:cNvSpPr/>
            <p:nvPr/>
          </p:nvSpPr>
          <p:spPr>
            <a:xfrm>
              <a:off x="7200533" y="2157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2" name="pt27402"/>
            <p:cNvSpPr/>
            <p:nvPr/>
          </p:nvSpPr>
          <p:spPr>
            <a:xfrm>
              <a:off x="7293135" y="19715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3" name="pt27403"/>
            <p:cNvSpPr/>
            <p:nvPr/>
          </p:nvSpPr>
          <p:spPr>
            <a:xfrm>
              <a:off x="7085291" y="21816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4" name="pt27404"/>
            <p:cNvSpPr/>
            <p:nvPr/>
          </p:nvSpPr>
          <p:spPr>
            <a:xfrm>
              <a:off x="7262237" y="19569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5" name="pt27405"/>
            <p:cNvSpPr/>
            <p:nvPr/>
          </p:nvSpPr>
          <p:spPr>
            <a:xfrm>
              <a:off x="7182237" y="19007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6" name="pt27406"/>
            <p:cNvSpPr/>
            <p:nvPr/>
          </p:nvSpPr>
          <p:spPr>
            <a:xfrm>
              <a:off x="7165336" y="22736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7" name="pt27407"/>
            <p:cNvSpPr/>
            <p:nvPr/>
          </p:nvSpPr>
          <p:spPr>
            <a:xfrm>
              <a:off x="7355495" y="23867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8" name="pt27408"/>
            <p:cNvSpPr/>
            <p:nvPr/>
          </p:nvSpPr>
          <p:spPr>
            <a:xfrm>
              <a:off x="7108161" y="21781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9" name="pt27409"/>
            <p:cNvSpPr/>
            <p:nvPr/>
          </p:nvSpPr>
          <p:spPr>
            <a:xfrm>
              <a:off x="7094725" y="21091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0" name="pt27410"/>
            <p:cNvSpPr/>
            <p:nvPr/>
          </p:nvSpPr>
          <p:spPr>
            <a:xfrm>
              <a:off x="7029089" y="22174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1" name="pt27411"/>
            <p:cNvSpPr/>
            <p:nvPr/>
          </p:nvSpPr>
          <p:spPr>
            <a:xfrm>
              <a:off x="7046298" y="18212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2" name="pt27412"/>
            <p:cNvSpPr/>
            <p:nvPr/>
          </p:nvSpPr>
          <p:spPr>
            <a:xfrm>
              <a:off x="6886283" y="20280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3" name="pt27413"/>
            <p:cNvSpPr/>
            <p:nvPr/>
          </p:nvSpPr>
          <p:spPr>
            <a:xfrm>
              <a:off x="7022487" y="22749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4" name="pt27414"/>
            <p:cNvSpPr/>
            <p:nvPr/>
          </p:nvSpPr>
          <p:spPr>
            <a:xfrm>
              <a:off x="7213737" y="21957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5" name="pt27415"/>
            <p:cNvSpPr/>
            <p:nvPr/>
          </p:nvSpPr>
          <p:spPr>
            <a:xfrm>
              <a:off x="7202176" y="21348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6" name="pt27416"/>
            <p:cNvSpPr/>
            <p:nvPr/>
          </p:nvSpPr>
          <p:spPr>
            <a:xfrm>
              <a:off x="6973110" y="19590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7" name="pt27417"/>
            <p:cNvSpPr/>
            <p:nvPr/>
          </p:nvSpPr>
          <p:spPr>
            <a:xfrm>
              <a:off x="6999179" y="1789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8" name="pt27418"/>
            <p:cNvSpPr/>
            <p:nvPr/>
          </p:nvSpPr>
          <p:spPr>
            <a:xfrm>
              <a:off x="6820181" y="18396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9" name="pt27419"/>
            <p:cNvSpPr/>
            <p:nvPr/>
          </p:nvSpPr>
          <p:spPr>
            <a:xfrm>
              <a:off x="6929592" y="21675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0" name="pt27420"/>
            <p:cNvSpPr/>
            <p:nvPr/>
          </p:nvSpPr>
          <p:spPr>
            <a:xfrm>
              <a:off x="7167273" y="2197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1" name="pt27421"/>
            <p:cNvSpPr/>
            <p:nvPr/>
          </p:nvSpPr>
          <p:spPr>
            <a:xfrm>
              <a:off x="6972371" y="20412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2" name="pt27422"/>
            <p:cNvSpPr/>
            <p:nvPr/>
          </p:nvSpPr>
          <p:spPr>
            <a:xfrm>
              <a:off x="7132749" y="24198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3" name="pt27423"/>
            <p:cNvSpPr/>
            <p:nvPr/>
          </p:nvSpPr>
          <p:spPr>
            <a:xfrm>
              <a:off x="7229156" y="21051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4" name="pt27424"/>
            <p:cNvSpPr/>
            <p:nvPr/>
          </p:nvSpPr>
          <p:spPr>
            <a:xfrm>
              <a:off x="7074917" y="20685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5" name="pt27425"/>
            <p:cNvSpPr/>
            <p:nvPr/>
          </p:nvSpPr>
          <p:spPr>
            <a:xfrm>
              <a:off x="7215558" y="21980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6" name="pt27426"/>
            <p:cNvSpPr/>
            <p:nvPr/>
          </p:nvSpPr>
          <p:spPr>
            <a:xfrm>
              <a:off x="7267302" y="20231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7" name="pt27427"/>
            <p:cNvSpPr/>
            <p:nvPr/>
          </p:nvSpPr>
          <p:spPr>
            <a:xfrm>
              <a:off x="7050331" y="18710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8" name="pt27428"/>
            <p:cNvSpPr/>
            <p:nvPr/>
          </p:nvSpPr>
          <p:spPr>
            <a:xfrm>
              <a:off x="7023652" y="2284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9" name="pt27429"/>
            <p:cNvSpPr/>
            <p:nvPr/>
          </p:nvSpPr>
          <p:spPr>
            <a:xfrm>
              <a:off x="7142268" y="21944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0" name="pt27430"/>
            <p:cNvSpPr/>
            <p:nvPr/>
          </p:nvSpPr>
          <p:spPr>
            <a:xfrm>
              <a:off x="7148576" y="20417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1" name="pt27431"/>
            <p:cNvSpPr/>
            <p:nvPr/>
          </p:nvSpPr>
          <p:spPr>
            <a:xfrm>
              <a:off x="7203208" y="20752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2" name="pt27432"/>
            <p:cNvSpPr/>
            <p:nvPr/>
          </p:nvSpPr>
          <p:spPr>
            <a:xfrm>
              <a:off x="6867441" y="18503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3" name="pt27433"/>
            <p:cNvSpPr/>
            <p:nvPr/>
          </p:nvSpPr>
          <p:spPr>
            <a:xfrm>
              <a:off x="6941774" y="20744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4" name="pt27434"/>
            <p:cNvSpPr/>
            <p:nvPr/>
          </p:nvSpPr>
          <p:spPr>
            <a:xfrm>
              <a:off x="7450175" y="23964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5" name="pt27435"/>
            <p:cNvSpPr/>
            <p:nvPr/>
          </p:nvSpPr>
          <p:spPr>
            <a:xfrm>
              <a:off x="7189205" y="2167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6" name="pt27436"/>
            <p:cNvSpPr/>
            <p:nvPr/>
          </p:nvSpPr>
          <p:spPr>
            <a:xfrm>
              <a:off x="7101988" y="21454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7" name="pt27437"/>
            <p:cNvSpPr/>
            <p:nvPr/>
          </p:nvSpPr>
          <p:spPr>
            <a:xfrm>
              <a:off x="6966118" y="21118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8" name="pt27438"/>
            <p:cNvSpPr/>
            <p:nvPr/>
          </p:nvSpPr>
          <p:spPr>
            <a:xfrm>
              <a:off x="7404611" y="27554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9" name="pt27439"/>
            <p:cNvSpPr/>
            <p:nvPr/>
          </p:nvSpPr>
          <p:spPr>
            <a:xfrm>
              <a:off x="7390578" y="24299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0" name="pt27440"/>
            <p:cNvSpPr/>
            <p:nvPr/>
          </p:nvSpPr>
          <p:spPr>
            <a:xfrm>
              <a:off x="7143288" y="21042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1" name="pt27441"/>
            <p:cNvSpPr/>
            <p:nvPr/>
          </p:nvSpPr>
          <p:spPr>
            <a:xfrm>
              <a:off x="7254247" y="20551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2" name="pt27442"/>
            <p:cNvSpPr/>
            <p:nvPr/>
          </p:nvSpPr>
          <p:spPr>
            <a:xfrm>
              <a:off x="7088894" y="21879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3" name="pt27443"/>
            <p:cNvSpPr/>
            <p:nvPr/>
          </p:nvSpPr>
          <p:spPr>
            <a:xfrm>
              <a:off x="7070443" y="22209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4" name="pt27444"/>
            <p:cNvSpPr/>
            <p:nvPr/>
          </p:nvSpPr>
          <p:spPr>
            <a:xfrm>
              <a:off x="6944310" y="2121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5" name="pt27445"/>
            <p:cNvSpPr/>
            <p:nvPr/>
          </p:nvSpPr>
          <p:spPr>
            <a:xfrm>
              <a:off x="6937990" y="20668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6" name="pt27446"/>
            <p:cNvSpPr/>
            <p:nvPr/>
          </p:nvSpPr>
          <p:spPr>
            <a:xfrm>
              <a:off x="7247749" y="21949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7" name="pt27447"/>
            <p:cNvSpPr/>
            <p:nvPr/>
          </p:nvSpPr>
          <p:spPr>
            <a:xfrm>
              <a:off x="7099618" y="20186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8" name="pt27448"/>
            <p:cNvSpPr/>
            <p:nvPr/>
          </p:nvSpPr>
          <p:spPr>
            <a:xfrm>
              <a:off x="7278892" y="19470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9" name="pt27449"/>
            <p:cNvSpPr/>
            <p:nvPr/>
          </p:nvSpPr>
          <p:spPr>
            <a:xfrm>
              <a:off x="6953055" y="20149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0" name="pt27450"/>
            <p:cNvSpPr/>
            <p:nvPr/>
          </p:nvSpPr>
          <p:spPr>
            <a:xfrm>
              <a:off x="7204732" y="22521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1" name="pt27451"/>
            <p:cNvSpPr/>
            <p:nvPr/>
          </p:nvSpPr>
          <p:spPr>
            <a:xfrm>
              <a:off x="7023525" y="21811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2" name="pt27452"/>
            <p:cNvSpPr/>
            <p:nvPr/>
          </p:nvSpPr>
          <p:spPr>
            <a:xfrm>
              <a:off x="7033915" y="23795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3" name="pt27453"/>
            <p:cNvSpPr/>
            <p:nvPr/>
          </p:nvSpPr>
          <p:spPr>
            <a:xfrm>
              <a:off x="7296485" y="19415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4" name="pt27454"/>
            <p:cNvSpPr/>
            <p:nvPr/>
          </p:nvSpPr>
          <p:spPr>
            <a:xfrm>
              <a:off x="6876711" y="2180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5" name="pt27455"/>
            <p:cNvSpPr/>
            <p:nvPr/>
          </p:nvSpPr>
          <p:spPr>
            <a:xfrm>
              <a:off x="7265883" y="18788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6" name="pt27456"/>
            <p:cNvSpPr/>
            <p:nvPr/>
          </p:nvSpPr>
          <p:spPr>
            <a:xfrm>
              <a:off x="6618668" y="21780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7" name="pt27457"/>
            <p:cNvSpPr/>
            <p:nvPr/>
          </p:nvSpPr>
          <p:spPr>
            <a:xfrm>
              <a:off x="7083030" y="21756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8" name="pt27458"/>
            <p:cNvSpPr/>
            <p:nvPr/>
          </p:nvSpPr>
          <p:spPr>
            <a:xfrm>
              <a:off x="7199734" y="21269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9" name="pt27459"/>
            <p:cNvSpPr/>
            <p:nvPr/>
          </p:nvSpPr>
          <p:spPr>
            <a:xfrm>
              <a:off x="7154733" y="20041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0" name="pt27460"/>
            <p:cNvSpPr/>
            <p:nvPr/>
          </p:nvSpPr>
          <p:spPr>
            <a:xfrm>
              <a:off x="7019499" y="20952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1" name="pt27461"/>
            <p:cNvSpPr/>
            <p:nvPr/>
          </p:nvSpPr>
          <p:spPr>
            <a:xfrm>
              <a:off x="7001558" y="17957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2" name="pt27462"/>
            <p:cNvSpPr/>
            <p:nvPr/>
          </p:nvSpPr>
          <p:spPr>
            <a:xfrm>
              <a:off x="7124021" y="2088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3" name="pt27463"/>
            <p:cNvSpPr/>
            <p:nvPr/>
          </p:nvSpPr>
          <p:spPr>
            <a:xfrm>
              <a:off x="7239711" y="20505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4" name="pt27464"/>
            <p:cNvSpPr/>
            <p:nvPr/>
          </p:nvSpPr>
          <p:spPr>
            <a:xfrm>
              <a:off x="6789139" y="22815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5" name="pt27465"/>
            <p:cNvSpPr/>
            <p:nvPr/>
          </p:nvSpPr>
          <p:spPr>
            <a:xfrm>
              <a:off x="7269695" y="19717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6" name="pt27466"/>
            <p:cNvSpPr/>
            <p:nvPr/>
          </p:nvSpPr>
          <p:spPr>
            <a:xfrm>
              <a:off x="7050713" y="17651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7" name="pt27467"/>
            <p:cNvSpPr/>
            <p:nvPr/>
          </p:nvSpPr>
          <p:spPr>
            <a:xfrm>
              <a:off x="7410245" y="27475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8" name="pt27468"/>
            <p:cNvSpPr/>
            <p:nvPr/>
          </p:nvSpPr>
          <p:spPr>
            <a:xfrm>
              <a:off x="7148528" y="19568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9" name="pt27469"/>
            <p:cNvSpPr/>
            <p:nvPr/>
          </p:nvSpPr>
          <p:spPr>
            <a:xfrm>
              <a:off x="7114541" y="21209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0" name="pt27470"/>
            <p:cNvSpPr/>
            <p:nvPr/>
          </p:nvSpPr>
          <p:spPr>
            <a:xfrm>
              <a:off x="7108068" y="20776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1" name="pt27471"/>
            <p:cNvSpPr/>
            <p:nvPr/>
          </p:nvSpPr>
          <p:spPr>
            <a:xfrm>
              <a:off x="7081562" y="22357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2" name="pt27472"/>
            <p:cNvSpPr/>
            <p:nvPr/>
          </p:nvSpPr>
          <p:spPr>
            <a:xfrm>
              <a:off x="7223871" y="22905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3" name="pt27473"/>
            <p:cNvSpPr/>
            <p:nvPr/>
          </p:nvSpPr>
          <p:spPr>
            <a:xfrm>
              <a:off x="6957426" y="19377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4" name="pt27474"/>
            <p:cNvSpPr/>
            <p:nvPr/>
          </p:nvSpPr>
          <p:spPr>
            <a:xfrm>
              <a:off x="6995530" y="19122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5" name="pt27475"/>
            <p:cNvSpPr/>
            <p:nvPr/>
          </p:nvSpPr>
          <p:spPr>
            <a:xfrm>
              <a:off x="7223640" y="22493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6" name="pt27476"/>
            <p:cNvSpPr/>
            <p:nvPr/>
          </p:nvSpPr>
          <p:spPr>
            <a:xfrm>
              <a:off x="7442174" y="27675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7" name="pt27477"/>
            <p:cNvSpPr/>
            <p:nvPr/>
          </p:nvSpPr>
          <p:spPr>
            <a:xfrm>
              <a:off x="6824574" y="21100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8" name="pt27478"/>
            <p:cNvSpPr/>
            <p:nvPr/>
          </p:nvSpPr>
          <p:spPr>
            <a:xfrm>
              <a:off x="7137775" y="21842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9" name="pt27479"/>
            <p:cNvSpPr/>
            <p:nvPr/>
          </p:nvSpPr>
          <p:spPr>
            <a:xfrm>
              <a:off x="7352593" y="26470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0" name="pt27480"/>
            <p:cNvSpPr/>
            <p:nvPr/>
          </p:nvSpPr>
          <p:spPr>
            <a:xfrm>
              <a:off x="6973301" y="20372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1" name="pt27481"/>
            <p:cNvSpPr/>
            <p:nvPr/>
          </p:nvSpPr>
          <p:spPr>
            <a:xfrm>
              <a:off x="7039876" y="21969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2" name="pt27482"/>
            <p:cNvSpPr/>
            <p:nvPr/>
          </p:nvSpPr>
          <p:spPr>
            <a:xfrm>
              <a:off x="7348939" y="26069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3" name="pt27483"/>
            <p:cNvSpPr/>
            <p:nvPr/>
          </p:nvSpPr>
          <p:spPr>
            <a:xfrm>
              <a:off x="7033534" y="21736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4" name="pt27484"/>
            <p:cNvSpPr/>
            <p:nvPr/>
          </p:nvSpPr>
          <p:spPr>
            <a:xfrm>
              <a:off x="7250711" y="18104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5" name="pt27485"/>
            <p:cNvSpPr/>
            <p:nvPr/>
          </p:nvSpPr>
          <p:spPr>
            <a:xfrm>
              <a:off x="7640546" y="24323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6" name="pt27486"/>
            <p:cNvSpPr/>
            <p:nvPr/>
          </p:nvSpPr>
          <p:spPr>
            <a:xfrm>
              <a:off x="7182083" y="20252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7" name="pt27487"/>
            <p:cNvSpPr/>
            <p:nvPr/>
          </p:nvSpPr>
          <p:spPr>
            <a:xfrm>
              <a:off x="7190477" y="21789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8" name="pt27488"/>
            <p:cNvSpPr/>
            <p:nvPr/>
          </p:nvSpPr>
          <p:spPr>
            <a:xfrm>
              <a:off x="7022572" y="22380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9" name="pt27489"/>
            <p:cNvSpPr/>
            <p:nvPr/>
          </p:nvSpPr>
          <p:spPr>
            <a:xfrm>
              <a:off x="7086493" y="22265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0" name="pt27490"/>
            <p:cNvSpPr/>
            <p:nvPr/>
          </p:nvSpPr>
          <p:spPr>
            <a:xfrm>
              <a:off x="7234734" y="21436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1" name="pt27491"/>
            <p:cNvSpPr/>
            <p:nvPr/>
          </p:nvSpPr>
          <p:spPr>
            <a:xfrm>
              <a:off x="7166981" y="22465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2" name="pt27492"/>
            <p:cNvSpPr/>
            <p:nvPr/>
          </p:nvSpPr>
          <p:spPr>
            <a:xfrm>
              <a:off x="7173196" y="21019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3" name="pt27493"/>
            <p:cNvSpPr/>
            <p:nvPr/>
          </p:nvSpPr>
          <p:spPr>
            <a:xfrm>
              <a:off x="7073535" y="22326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4" name="pt27494"/>
            <p:cNvSpPr/>
            <p:nvPr/>
          </p:nvSpPr>
          <p:spPr>
            <a:xfrm>
              <a:off x="7244828" y="18050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5" name="pt27495"/>
            <p:cNvSpPr/>
            <p:nvPr/>
          </p:nvSpPr>
          <p:spPr>
            <a:xfrm>
              <a:off x="6993684" y="19528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6" name="pt27496"/>
            <p:cNvSpPr/>
            <p:nvPr/>
          </p:nvSpPr>
          <p:spPr>
            <a:xfrm>
              <a:off x="7040443" y="22402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7" name="pt27497"/>
            <p:cNvSpPr/>
            <p:nvPr/>
          </p:nvSpPr>
          <p:spPr>
            <a:xfrm>
              <a:off x="7101635" y="21145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8" name="pt27498"/>
            <p:cNvSpPr/>
            <p:nvPr/>
          </p:nvSpPr>
          <p:spPr>
            <a:xfrm>
              <a:off x="7250816" y="20591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9" name="pt27499"/>
            <p:cNvSpPr/>
            <p:nvPr/>
          </p:nvSpPr>
          <p:spPr>
            <a:xfrm>
              <a:off x="7164640" y="21286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0" name="pt27500"/>
            <p:cNvSpPr/>
            <p:nvPr/>
          </p:nvSpPr>
          <p:spPr>
            <a:xfrm>
              <a:off x="6978010" y="19091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1" name="pt27501"/>
            <p:cNvSpPr/>
            <p:nvPr/>
          </p:nvSpPr>
          <p:spPr>
            <a:xfrm>
              <a:off x="7073055" y="2175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2" name="pt27502"/>
            <p:cNvSpPr/>
            <p:nvPr/>
          </p:nvSpPr>
          <p:spPr>
            <a:xfrm>
              <a:off x="7279092" y="18695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3" name="pt27503"/>
            <p:cNvSpPr/>
            <p:nvPr/>
          </p:nvSpPr>
          <p:spPr>
            <a:xfrm>
              <a:off x="7170998" y="21563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4" name="pt27504"/>
            <p:cNvSpPr/>
            <p:nvPr/>
          </p:nvSpPr>
          <p:spPr>
            <a:xfrm>
              <a:off x="7155319" y="20295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5" name="pt27505"/>
            <p:cNvSpPr/>
            <p:nvPr/>
          </p:nvSpPr>
          <p:spPr>
            <a:xfrm>
              <a:off x="7229664" y="20639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6" name="pt27506"/>
            <p:cNvSpPr/>
            <p:nvPr/>
          </p:nvSpPr>
          <p:spPr>
            <a:xfrm>
              <a:off x="7220563" y="18950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7" name="pt27507"/>
            <p:cNvSpPr/>
            <p:nvPr/>
          </p:nvSpPr>
          <p:spPr>
            <a:xfrm>
              <a:off x="7075370" y="22480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8" name="pt27508"/>
            <p:cNvSpPr/>
            <p:nvPr/>
          </p:nvSpPr>
          <p:spPr>
            <a:xfrm>
              <a:off x="6981705" y="21864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9" name="pt27509"/>
            <p:cNvSpPr/>
            <p:nvPr/>
          </p:nvSpPr>
          <p:spPr>
            <a:xfrm>
              <a:off x="7380126" y="25052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0" name="pt27510"/>
            <p:cNvSpPr/>
            <p:nvPr/>
          </p:nvSpPr>
          <p:spPr>
            <a:xfrm>
              <a:off x="7066033" y="21735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1" name="pt27511"/>
            <p:cNvSpPr/>
            <p:nvPr/>
          </p:nvSpPr>
          <p:spPr>
            <a:xfrm>
              <a:off x="6976459" y="19091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2" name="pt27512"/>
            <p:cNvSpPr/>
            <p:nvPr/>
          </p:nvSpPr>
          <p:spPr>
            <a:xfrm>
              <a:off x="7085210" y="22346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3" name="pt27513"/>
            <p:cNvSpPr/>
            <p:nvPr/>
          </p:nvSpPr>
          <p:spPr>
            <a:xfrm>
              <a:off x="6959899" y="20222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4" name="pt27514"/>
            <p:cNvSpPr/>
            <p:nvPr/>
          </p:nvSpPr>
          <p:spPr>
            <a:xfrm>
              <a:off x="7209631" y="22518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5" name="pt27515"/>
            <p:cNvSpPr/>
            <p:nvPr/>
          </p:nvSpPr>
          <p:spPr>
            <a:xfrm>
              <a:off x="6802064" y="21332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6" name="pt27516"/>
            <p:cNvSpPr/>
            <p:nvPr/>
          </p:nvSpPr>
          <p:spPr>
            <a:xfrm>
              <a:off x="7215818" y="20797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7" name="pt27517"/>
            <p:cNvSpPr/>
            <p:nvPr/>
          </p:nvSpPr>
          <p:spPr>
            <a:xfrm>
              <a:off x="6992011" y="19321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8" name="pt27518"/>
            <p:cNvSpPr/>
            <p:nvPr/>
          </p:nvSpPr>
          <p:spPr>
            <a:xfrm>
              <a:off x="7266319" y="20231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9" name="pt27519"/>
            <p:cNvSpPr/>
            <p:nvPr/>
          </p:nvSpPr>
          <p:spPr>
            <a:xfrm>
              <a:off x="7248855" y="22323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0" name="pt27520"/>
            <p:cNvSpPr/>
            <p:nvPr/>
          </p:nvSpPr>
          <p:spPr>
            <a:xfrm>
              <a:off x="7175790" y="20327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1" name="pt27521"/>
            <p:cNvSpPr/>
            <p:nvPr/>
          </p:nvSpPr>
          <p:spPr>
            <a:xfrm>
              <a:off x="7121670" y="21551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2" name="pt27522"/>
            <p:cNvSpPr/>
            <p:nvPr/>
          </p:nvSpPr>
          <p:spPr>
            <a:xfrm>
              <a:off x="7033953" y="24271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3" name="pt27523"/>
            <p:cNvSpPr/>
            <p:nvPr/>
          </p:nvSpPr>
          <p:spPr>
            <a:xfrm>
              <a:off x="7132922" y="24263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4" name="pt27524"/>
            <p:cNvSpPr/>
            <p:nvPr/>
          </p:nvSpPr>
          <p:spPr>
            <a:xfrm>
              <a:off x="7227095" y="21566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5" name="pt27525"/>
            <p:cNvSpPr/>
            <p:nvPr/>
          </p:nvSpPr>
          <p:spPr>
            <a:xfrm>
              <a:off x="6992681" y="19051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6" name="pt27526"/>
            <p:cNvSpPr/>
            <p:nvPr/>
          </p:nvSpPr>
          <p:spPr>
            <a:xfrm>
              <a:off x="7145138" y="19836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7" name="pt27527"/>
            <p:cNvSpPr/>
            <p:nvPr/>
          </p:nvSpPr>
          <p:spPr>
            <a:xfrm>
              <a:off x="7273275" y="20285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8" name="pt27528"/>
            <p:cNvSpPr/>
            <p:nvPr/>
          </p:nvSpPr>
          <p:spPr>
            <a:xfrm>
              <a:off x="7313329" y="20423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9" name="pt27529"/>
            <p:cNvSpPr/>
            <p:nvPr/>
          </p:nvSpPr>
          <p:spPr>
            <a:xfrm>
              <a:off x="7131724" y="22588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0" name="pt27530"/>
            <p:cNvSpPr/>
            <p:nvPr/>
          </p:nvSpPr>
          <p:spPr>
            <a:xfrm>
              <a:off x="6984397" y="21542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1" name="pt27531"/>
            <p:cNvSpPr/>
            <p:nvPr/>
          </p:nvSpPr>
          <p:spPr>
            <a:xfrm>
              <a:off x="7043001" y="2324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2" name="pt27532"/>
            <p:cNvSpPr/>
            <p:nvPr/>
          </p:nvSpPr>
          <p:spPr>
            <a:xfrm>
              <a:off x="7393736" y="23575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3" name="pt27533"/>
            <p:cNvSpPr/>
            <p:nvPr/>
          </p:nvSpPr>
          <p:spPr>
            <a:xfrm>
              <a:off x="7191320" y="21312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4" name="pt27534"/>
            <p:cNvSpPr/>
            <p:nvPr/>
          </p:nvSpPr>
          <p:spPr>
            <a:xfrm>
              <a:off x="7272190" y="22757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5" name="pt27535"/>
            <p:cNvSpPr/>
            <p:nvPr/>
          </p:nvSpPr>
          <p:spPr>
            <a:xfrm>
              <a:off x="7235282" y="2050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6" name="pt27536"/>
            <p:cNvSpPr/>
            <p:nvPr/>
          </p:nvSpPr>
          <p:spPr>
            <a:xfrm>
              <a:off x="6956917" y="19800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7" name="pt27537"/>
            <p:cNvSpPr/>
            <p:nvPr/>
          </p:nvSpPr>
          <p:spPr>
            <a:xfrm>
              <a:off x="7368404" y="19916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8" name="pt27538"/>
            <p:cNvSpPr/>
            <p:nvPr/>
          </p:nvSpPr>
          <p:spPr>
            <a:xfrm>
              <a:off x="7279546" y="19522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9" name="pt27539"/>
            <p:cNvSpPr/>
            <p:nvPr/>
          </p:nvSpPr>
          <p:spPr>
            <a:xfrm>
              <a:off x="7232642" y="22321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0" name="pt27540"/>
            <p:cNvSpPr/>
            <p:nvPr/>
          </p:nvSpPr>
          <p:spPr>
            <a:xfrm>
              <a:off x="7269024" y="18637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1" name="pt27541"/>
            <p:cNvSpPr/>
            <p:nvPr/>
          </p:nvSpPr>
          <p:spPr>
            <a:xfrm>
              <a:off x="7253606" y="20323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2" name="pt27542"/>
            <p:cNvSpPr/>
            <p:nvPr/>
          </p:nvSpPr>
          <p:spPr>
            <a:xfrm>
              <a:off x="6651875" y="22868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3" name="pt27543"/>
            <p:cNvSpPr/>
            <p:nvPr/>
          </p:nvSpPr>
          <p:spPr>
            <a:xfrm>
              <a:off x="7185622" y="21728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4" name="pt27544"/>
            <p:cNvSpPr/>
            <p:nvPr/>
          </p:nvSpPr>
          <p:spPr>
            <a:xfrm>
              <a:off x="6796211" y="24449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5" name="pt27545"/>
            <p:cNvSpPr/>
            <p:nvPr/>
          </p:nvSpPr>
          <p:spPr>
            <a:xfrm>
              <a:off x="6805033" y="21558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6" name="pt27546"/>
            <p:cNvSpPr/>
            <p:nvPr/>
          </p:nvSpPr>
          <p:spPr>
            <a:xfrm>
              <a:off x="7301988" y="23104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7" name="pt27547"/>
            <p:cNvSpPr/>
            <p:nvPr/>
          </p:nvSpPr>
          <p:spPr>
            <a:xfrm>
              <a:off x="7134371" y="22691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8" name="pt27548"/>
            <p:cNvSpPr/>
            <p:nvPr/>
          </p:nvSpPr>
          <p:spPr>
            <a:xfrm>
              <a:off x="7264732" y="19934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9" name="pt27549"/>
            <p:cNvSpPr/>
            <p:nvPr/>
          </p:nvSpPr>
          <p:spPr>
            <a:xfrm>
              <a:off x="7651801" y="22310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0" name="pt27550"/>
            <p:cNvSpPr/>
            <p:nvPr/>
          </p:nvSpPr>
          <p:spPr>
            <a:xfrm>
              <a:off x="7045003" y="21926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1" name="pt27551"/>
            <p:cNvSpPr/>
            <p:nvPr/>
          </p:nvSpPr>
          <p:spPr>
            <a:xfrm>
              <a:off x="7110074" y="21729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2" name="pt27552"/>
            <p:cNvSpPr/>
            <p:nvPr/>
          </p:nvSpPr>
          <p:spPr>
            <a:xfrm>
              <a:off x="7028073" y="22242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3" name="pt27553"/>
            <p:cNvSpPr/>
            <p:nvPr/>
          </p:nvSpPr>
          <p:spPr>
            <a:xfrm>
              <a:off x="7042895" y="21794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4" name="pt27554"/>
            <p:cNvSpPr/>
            <p:nvPr/>
          </p:nvSpPr>
          <p:spPr>
            <a:xfrm>
              <a:off x="7012990" y="19883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5" name="pt27555"/>
            <p:cNvSpPr/>
            <p:nvPr/>
          </p:nvSpPr>
          <p:spPr>
            <a:xfrm>
              <a:off x="7354944" y="21280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6" name="pt27556"/>
            <p:cNvSpPr/>
            <p:nvPr/>
          </p:nvSpPr>
          <p:spPr>
            <a:xfrm>
              <a:off x="7183848" y="20478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7" name="pt27557"/>
            <p:cNvSpPr/>
            <p:nvPr/>
          </p:nvSpPr>
          <p:spPr>
            <a:xfrm>
              <a:off x="6994996" y="19658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8" name="pt27558"/>
            <p:cNvSpPr/>
            <p:nvPr/>
          </p:nvSpPr>
          <p:spPr>
            <a:xfrm>
              <a:off x="7468988" y="21882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9" name="pt27559"/>
            <p:cNvSpPr/>
            <p:nvPr/>
          </p:nvSpPr>
          <p:spPr>
            <a:xfrm>
              <a:off x="6974171" y="20172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0" name="pt27560"/>
            <p:cNvSpPr/>
            <p:nvPr/>
          </p:nvSpPr>
          <p:spPr>
            <a:xfrm>
              <a:off x="7112142" y="21787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1" name="pt27561"/>
            <p:cNvSpPr/>
            <p:nvPr/>
          </p:nvSpPr>
          <p:spPr>
            <a:xfrm>
              <a:off x="7273346" y="19238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2" name="pt27562"/>
            <p:cNvSpPr/>
            <p:nvPr/>
          </p:nvSpPr>
          <p:spPr>
            <a:xfrm>
              <a:off x="7278777" y="19663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3" name="pt27563"/>
            <p:cNvSpPr/>
            <p:nvPr/>
          </p:nvSpPr>
          <p:spPr>
            <a:xfrm>
              <a:off x="6986280" y="19472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4" name="pt27564"/>
            <p:cNvSpPr/>
            <p:nvPr/>
          </p:nvSpPr>
          <p:spPr>
            <a:xfrm>
              <a:off x="7449947" y="22507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5" name="pt27565"/>
            <p:cNvSpPr/>
            <p:nvPr/>
          </p:nvSpPr>
          <p:spPr>
            <a:xfrm>
              <a:off x="7152187" y="19873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6" name="pt27566"/>
            <p:cNvSpPr/>
            <p:nvPr/>
          </p:nvSpPr>
          <p:spPr>
            <a:xfrm>
              <a:off x="7141127" y="21855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7" name="pt27567"/>
            <p:cNvSpPr/>
            <p:nvPr/>
          </p:nvSpPr>
          <p:spPr>
            <a:xfrm>
              <a:off x="6993395" y="19688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8" name="pt27568"/>
            <p:cNvSpPr/>
            <p:nvPr/>
          </p:nvSpPr>
          <p:spPr>
            <a:xfrm>
              <a:off x="7042310" y="2323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9" name="pt27569"/>
            <p:cNvSpPr/>
            <p:nvPr/>
          </p:nvSpPr>
          <p:spPr>
            <a:xfrm>
              <a:off x="6849870" y="23465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0" name="pt27570"/>
            <p:cNvSpPr/>
            <p:nvPr/>
          </p:nvSpPr>
          <p:spPr>
            <a:xfrm>
              <a:off x="6992696" y="19090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1" name="pt27571"/>
            <p:cNvSpPr/>
            <p:nvPr/>
          </p:nvSpPr>
          <p:spPr>
            <a:xfrm>
              <a:off x="6740725" y="18340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2" name="pt27572"/>
            <p:cNvSpPr/>
            <p:nvPr/>
          </p:nvSpPr>
          <p:spPr>
            <a:xfrm>
              <a:off x="7269259" y="18374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3" name="pt27573"/>
            <p:cNvSpPr/>
            <p:nvPr/>
          </p:nvSpPr>
          <p:spPr>
            <a:xfrm>
              <a:off x="7154295" y="20279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4" name="pt27574"/>
            <p:cNvSpPr/>
            <p:nvPr/>
          </p:nvSpPr>
          <p:spPr>
            <a:xfrm>
              <a:off x="7050232" y="15971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5" name="pt27575"/>
            <p:cNvSpPr/>
            <p:nvPr/>
          </p:nvSpPr>
          <p:spPr>
            <a:xfrm>
              <a:off x="7133098" y="23633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6" name="pt27576"/>
            <p:cNvSpPr/>
            <p:nvPr/>
          </p:nvSpPr>
          <p:spPr>
            <a:xfrm>
              <a:off x="6991198" y="19958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7" name="pt27577"/>
            <p:cNvSpPr/>
            <p:nvPr/>
          </p:nvSpPr>
          <p:spPr>
            <a:xfrm>
              <a:off x="7087473" y="21877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8" name="pt27578"/>
            <p:cNvSpPr/>
            <p:nvPr/>
          </p:nvSpPr>
          <p:spPr>
            <a:xfrm>
              <a:off x="7087345" y="21802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9" name="pt27579"/>
            <p:cNvSpPr/>
            <p:nvPr/>
          </p:nvSpPr>
          <p:spPr>
            <a:xfrm>
              <a:off x="7086038" y="21861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0" name="pt27580"/>
            <p:cNvSpPr/>
            <p:nvPr/>
          </p:nvSpPr>
          <p:spPr>
            <a:xfrm>
              <a:off x="7168334" y="22068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1" name="pt27581"/>
            <p:cNvSpPr/>
            <p:nvPr/>
          </p:nvSpPr>
          <p:spPr>
            <a:xfrm>
              <a:off x="7169575" y="21608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2" name="pt27582"/>
            <p:cNvSpPr/>
            <p:nvPr/>
          </p:nvSpPr>
          <p:spPr>
            <a:xfrm>
              <a:off x="7222258" y="17251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3" name="pt27583"/>
            <p:cNvSpPr/>
            <p:nvPr/>
          </p:nvSpPr>
          <p:spPr>
            <a:xfrm>
              <a:off x="6982978" y="20864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4" name="pt27584"/>
            <p:cNvSpPr/>
            <p:nvPr/>
          </p:nvSpPr>
          <p:spPr>
            <a:xfrm>
              <a:off x="7013303" y="19174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5" name="pt27585"/>
            <p:cNvSpPr/>
            <p:nvPr/>
          </p:nvSpPr>
          <p:spPr>
            <a:xfrm>
              <a:off x="7270712" y="21208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6" name="pt27586"/>
            <p:cNvSpPr/>
            <p:nvPr/>
          </p:nvSpPr>
          <p:spPr>
            <a:xfrm>
              <a:off x="7102492" y="21808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7" name="pt27587"/>
            <p:cNvSpPr/>
            <p:nvPr/>
          </p:nvSpPr>
          <p:spPr>
            <a:xfrm>
              <a:off x="7134270" y="2215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8" name="pt27588"/>
            <p:cNvSpPr/>
            <p:nvPr/>
          </p:nvSpPr>
          <p:spPr>
            <a:xfrm>
              <a:off x="7327576" y="21479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9" name="pt27589"/>
            <p:cNvSpPr/>
            <p:nvPr/>
          </p:nvSpPr>
          <p:spPr>
            <a:xfrm>
              <a:off x="7051050" y="17080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0" name="pt27590"/>
            <p:cNvSpPr/>
            <p:nvPr/>
          </p:nvSpPr>
          <p:spPr>
            <a:xfrm>
              <a:off x="7158172" y="19909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1" name="pt27591"/>
            <p:cNvSpPr/>
            <p:nvPr/>
          </p:nvSpPr>
          <p:spPr>
            <a:xfrm>
              <a:off x="7206982" y="22415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2" name="pt27592"/>
            <p:cNvSpPr/>
            <p:nvPr/>
          </p:nvSpPr>
          <p:spPr>
            <a:xfrm>
              <a:off x="6974262" y="19994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3" name="pt27593"/>
            <p:cNvSpPr/>
            <p:nvPr/>
          </p:nvSpPr>
          <p:spPr>
            <a:xfrm>
              <a:off x="7275323" y="20643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4" name="pt27594"/>
            <p:cNvSpPr/>
            <p:nvPr/>
          </p:nvSpPr>
          <p:spPr>
            <a:xfrm>
              <a:off x="7130792" y="22464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5" name="pt27595"/>
            <p:cNvSpPr/>
            <p:nvPr/>
          </p:nvSpPr>
          <p:spPr>
            <a:xfrm>
              <a:off x="6979096" y="19287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6" name="pt27596"/>
            <p:cNvSpPr/>
            <p:nvPr/>
          </p:nvSpPr>
          <p:spPr>
            <a:xfrm>
              <a:off x="7764144" y="25212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7" name="pt27597"/>
            <p:cNvSpPr/>
            <p:nvPr/>
          </p:nvSpPr>
          <p:spPr>
            <a:xfrm>
              <a:off x="7156017" y="20457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8" name="pt27598"/>
            <p:cNvSpPr/>
            <p:nvPr/>
          </p:nvSpPr>
          <p:spPr>
            <a:xfrm>
              <a:off x="7487736" y="23234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9" name="pt27599"/>
            <p:cNvSpPr/>
            <p:nvPr/>
          </p:nvSpPr>
          <p:spPr>
            <a:xfrm>
              <a:off x="7238958" y="20648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0" name="pt27600"/>
            <p:cNvSpPr/>
            <p:nvPr/>
          </p:nvSpPr>
          <p:spPr>
            <a:xfrm>
              <a:off x="7048600" y="17763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1" name="pt27601"/>
            <p:cNvSpPr/>
            <p:nvPr/>
          </p:nvSpPr>
          <p:spPr>
            <a:xfrm>
              <a:off x="7029744" y="2055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2" name="pt27602"/>
            <p:cNvSpPr/>
            <p:nvPr/>
          </p:nvSpPr>
          <p:spPr>
            <a:xfrm>
              <a:off x="7224566" y="20449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3" name="pt27603"/>
            <p:cNvSpPr/>
            <p:nvPr/>
          </p:nvSpPr>
          <p:spPr>
            <a:xfrm>
              <a:off x="7077609" y="21266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4" name="pt27604"/>
            <p:cNvSpPr/>
            <p:nvPr/>
          </p:nvSpPr>
          <p:spPr>
            <a:xfrm>
              <a:off x="7138905" y="2357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5" name="pt27605"/>
            <p:cNvSpPr/>
            <p:nvPr/>
          </p:nvSpPr>
          <p:spPr>
            <a:xfrm>
              <a:off x="7233894" y="22066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6" name="pt27606"/>
            <p:cNvSpPr/>
            <p:nvPr/>
          </p:nvSpPr>
          <p:spPr>
            <a:xfrm>
              <a:off x="7160783" y="19682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7" name="pt27607"/>
            <p:cNvSpPr/>
            <p:nvPr/>
          </p:nvSpPr>
          <p:spPr>
            <a:xfrm>
              <a:off x="6897423" y="24907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8" name="pt27608"/>
            <p:cNvSpPr/>
            <p:nvPr/>
          </p:nvSpPr>
          <p:spPr>
            <a:xfrm>
              <a:off x="7078557" y="21169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9" name="pt27609"/>
            <p:cNvSpPr/>
            <p:nvPr/>
          </p:nvSpPr>
          <p:spPr>
            <a:xfrm>
              <a:off x="7240974" y="20969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0" name="pt27610"/>
            <p:cNvSpPr/>
            <p:nvPr/>
          </p:nvSpPr>
          <p:spPr>
            <a:xfrm>
              <a:off x="7305238" y="18512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1" name="pt27611"/>
            <p:cNvSpPr/>
            <p:nvPr/>
          </p:nvSpPr>
          <p:spPr>
            <a:xfrm>
              <a:off x="7088048" y="21931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2" name="pt27612"/>
            <p:cNvSpPr/>
            <p:nvPr/>
          </p:nvSpPr>
          <p:spPr>
            <a:xfrm>
              <a:off x="7127329" y="22835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3" name="pt27613"/>
            <p:cNvSpPr/>
            <p:nvPr/>
          </p:nvSpPr>
          <p:spPr>
            <a:xfrm>
              <a:off x="7140599" y="21883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4" name="pt27614"/>
            <p:cNvSpPr/>
            <p:nvPr/>
          </p:nvSpPr>
          <p:spPr>
            <a:xfrm>
              <a:off x="6909315" y="21291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5" name="pt27615"/>
            <p:cNvSpPr/>
            <p:nvPr/>
          </p:nvSpPr>
          <p:spPr>
            <a:xfrm>
              <a:off x="7195115" y="22035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6" name="pt27616"/>
            <p:cNvSpPr/>
            <p:nvPr/>
          </p:nvSpPr>
          <p:spPr>
            <a:xfrm>
              <a:off x="6860916" y="2378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7" name="pt27617"/>
            <p:cNvSpPr/>
            <p:nvPr/>
          </p:nvSpPr>
          <p:spPr>
            <a:xfrm>
              <a:off x="6850240" y="2156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8" name="pt27618"/>
            <p:cNvSpPr/>
            <p:nvPr/>
          </p:nvSpPr>
          <p:spPr>
            <a:xfrm>
              <a:off x="7142432" y="21858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9" name="pt27619"/>
            <p:cNvSpPr/>
            <p:nvPr/>
          </p:nvSpPr>
          <p:spPr>
            <a:xfrm>
              <a:off x="6884664" y="17642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0" name="pt27620"/>
            <p:cNvSpPr/>
            <p:nvPr/>
          </p:nvSpPr>
          <p:spPr>
            <a:xfrm>
              <a:off x="7323635" y="19890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1" name="pt27621"/>
            <p:cNvSpPr/>
            <p:nvPr/>
          </p:nvSpPr>
          <p:spPr>
            <a:xfrm>
              <a:off x="7171279" y="21179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2" name="pt27622"/>
            <p:cNvSpPr/>
            <p:nvPr/>
          </p:nvSpPr>
          <p:spPr>
            <a:xfrm>
              <a:off x="7025838" y="22568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3" name="pt27623"/>
            <p:cNvSpPr/>
            <p:nvPr/>
          </p:nvSpPr>
          <p:spPr>
            <a:xfrm>
              <a:off x="7041512" y="22837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4" name="pt27624"/>
            <p:cNvSpPr/>
            <p:nvPr/>
          </p:nvSpPr>
          <p:spPr>
            <a:xfrm>
              <a:off x="7287513" y="21834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5" name="pt27625"/>
            <p:cNvSpPr/>
            <p:nvPr/>
          </p:nvSpPr>
          <p:spPr>
            <a:xfrm>
              <a:off x="7187680" y="21119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6" name="pt27626"/>
            <p:cNvSpPr/>
            <p:nvPr/>
          </p:nvSpPr>
          <p:spPr>
            <a:xfrm>
              <a:off x="7127397" y="22679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7" name="pt27627"/>
            <p:cNvSpPr/>
            <p:nvPr/>
          </p:nvSpPr>
          <p:spPr>
            <a:xfrm>
              <a:off x="7159591" y="20250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8" name="pt27628"/>
            <p:cNvSpPr/>
            <p:nvPr/>
          </p:nvSpPr>
          <p:spPr>
            <a:xfrm>
              <a:off x="6992200" y="17666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9" name="pt27629"/>
            <p:cNvSpPr/>
            <p:nvPr/>
          </p:nvSpPr>
          <p:spPr>
            <a:xfrm>
              <a:off x="7392183" y="24846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0" name="pt27630"/>
            <p:cNvSpPr/>
            <p:nvPr/>
          </p:nvSpPr>
          <p:spPr>
            <a:xfrm>
              <a:off x="7309170" y="18958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1" name="pt27631"/>
            <p:cNvSpPr/>
            <p:nvPr/>
          </p:nvSpPr>
          <p:spPr>
            <a:xfrm>
              <a:off x="6903514" y="23710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2" name="pt27632"/>
            <p:cNvSpPr/>
            <p:nvPr/>
          </p:nvSpPr>
          <p:spPr>
            <a:xfrm>
              <a:off x="7168642" y="22371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3" name="pt27633"/>
            <p:cNvSpPr/>
            <p:nvPr/>
          </p:nvSpPr>
          <p:spPr>
            <a:xfrm>
              <a:off x="7116229" y="21945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4" name="pt27634"/>
            <p:cNvSpPr/>
            <p:nvPr/>
          </p:nvSpPr>
          <p:spPr>
            <a:xfrm>
              <a:off x="7312618" y="19538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5" name="pt27635"/>
            <p:cNvSpPr/>
            <p:nvPr/>
          </p:nvSpPr>
          <p:spPr>
            <a:xfrm>
              <a:off x="7390783" y="27407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6" name="pt27636"/>
            <p:cNvSpPr/>
            <p:nvPr/>
          </p:nvSpPr>
          <p:spPr>
            <a:xfrm>
              <a:off x="7161729" y="21306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7" name="pt27637"/>
            <p:cNvSpPr/>
            <p:nvPr/>
          </p:nvSpPr>
          <p:spPr>
            <a:xfrm>
              <a:off x="7084734" y="21989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8" name="pt27638"/>
            <p:cNvSpPr/>
            <p:nvPr/>
          </p:nvSpPr>
          <p:spPr>
            <a:xfrm>
              <a:off x="7213733" y="21839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9" name="pt27639"/>
            <p:cNvSpPr/>
            <p:nvPr/>
          </p:nvSpPr>
          <p:spPr>
            <a:xfrm>
              <a:off x="7134009" y="23768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0" name="pt27640"/>
            <p:cNvSpPr/>
            <p:nvPr/>
          </p:nvSpPr>
          <p:spPr>
            <a:xfrm>
              <a:off x="7124035" y="20513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1" name="pt27641"/>
            <p:cNvSpPr/>
            <p:nvPr/>
          </p:nvSpPr>
          <p:spPr>
            <a:xfrm>
              <a:off x="7248199" y="21588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2" name="pt27642"/>
            <p:cNvSpPr/>
            <p:nvPr/>
          </p:nvSpPr>
          <p:spPr>
            <a:xfrm>
              <a:off x="7423534" y="28293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3" name="pt27643"/>
            <p:cNvSpPr/>
            <p:nvPr/>
          </p:nvSpPr>
          <p:spPr>
            <a:xfrm>
              <a:off x="7264915" y="20893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4" name="pt27644"/>
            <p:cNvSpPr/>
            <p:nvPr/>
          </p:nvSpPr>
          <p:spPr>
            <a:xfrm>
              <a:off x="7160794" y="21016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5" name="pt27645"/>
            <p:cNvSpPr/>
            <p:nvPr/>
          </p:nvSpPr>
          <p:spPr>
            <a:xfrm>
              <a:off x="7017423" y="18445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6" name="pt27646"/>
            <p:cNvSpPr/>
            <p:nvPr/>
          </p:nvSpPr>
          <p:spPr>
            <a:xfrm>
              <a:off x="7348475" y="23480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7" name="pt27647"/>
            <p:cNvSpPr/>
            <p:nvPr/>
          </p:nvSpPr>
          <p:spPr>
            <a:xfrm>
              <a:off x="7078375" y="2183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8" name="pt27648"/>
            <p:cNvSpPr/>
            <p:nvPr/>
          </p:nvSpPr>
          <p:spPr>
            <a:xfrm>
              <a:off x="7235555" y="20104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9" name="pt27649"/>
            <p:cNvSpPr/>
            <p:nvPr/>
          </p:nvSpPr>
          <p:spPr>
            <a:xfrm>
              <a:off x="7516184" y="24987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0" name="pt27650"/>
            <p:cNvSpPr/>
            <p:nvPr/>
          </p:nvSpPr>
          <p:spPr>
            <a:xfrm>
              <a:off x="7121175" y="21278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1" name="pt27651"/>
            <p:cNvSpPr/>
            <p:nvPr/>
          </p:nvSpPr>
          <p:spPr>
            <a:xfrm>
              <a:off x="7117508" y="21721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2" name="pt27652"/>
            <p:cNvSpPr/>
            <p:nvPr/>
          </p:nvSpPr>
          <p:spPr>
            <a:xfrm>
              <a:off x="7348005" y="26297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3" name="pt27653"/>
            <p:cNvSpPr/>
            <p:nvPr/>
          </p:nvSpPr>
          <p:spPr>
            <a:xfrm>
              <a:off x="7381441" y="22208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4" name="pt27654"/>
            <p:cNvSpPr/>
            <p:nvPr/>
          </p:nvSpPr>
          <p:spPr>
            <a:xfrm>
              <a:off x="6904483" y="22087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5" name="pt27655"/>
            <p:cNvSpPr/>
            <p:nvPr/>
          </p:nvSpPr>
          <p:spPr>
            <a:xfrm>
              <a:off x="6964538" y="20458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6" name="pt27656"/>
            <p:cNvSpPr/>
            <p:nvPr/>
          </p:nvSpPr>
          <p:spPr>
            <a:xfrm>
              <a:off x="7426345" y="27138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7" name="pt27657"/>
            <p:cNvSpPr/>
            <p:nvPr/>
          </p:nvSpPr>
          <p:spPr>
            <a:xfrm>
              <a:off x="7181867" y="20733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8" name="pt27658"/>
            <p:cNvSpPr/>
            <p:nvPr/>
          </p:nvSpPr>
          <p:spPr>
            <a:xfrm>
              <a:off x="7079465" y="22360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9" name="pt27659"/>
            <p:cNvSpPr/>
            <p:nvPr/>
          </p:nvSpPr>
          <p:spPr>
            <a:xfrm>
              <a:off x="7083233" y="21217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0" name="pt27660"/>
            <p:cNvSpPr/>
            <p:nvPr/>
          </p:nvSpPr>
          <p:spPr>
            <a:xfrm>
              <a:off x="7093055" y="21241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1" name="pt27661"/>
            <p:cNvSpPr/>
            <p:nvPr/>
          </p:nvSpPr>
          <p:spPr>
            <a:xfrm>
              <a:off x="7176610" y="20674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2" name="pt27662"/>
            <p:cNvSpPr/>
            <p:nvPr/>
          </p:nvSpPr>
          <p:spPr>
            <a:xfrm>
              <a:off x="7328766" y="23592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3" name="pt27663"/>
            <p:cNvSpPr/>
            <p:nvPr/>
          </p:nvSpPr>
          <p:spPr>
            <a:xfrm>
              <a:off x="7408703" y="25382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4" name="pt27664"/>
            <p:cNvSpPr/>
            <p:nvPr/>
          </p:nvSpPr>
          <p:spPr>
            <a:xfrm>
              <a:off x="7078217" y="21367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5" name="pt27665"/>
            <p:cNvSpPr/>
            <p:nvPr/>
          </p:nvSpPr>
          <p:spPr>
            <a:xfrm>
              <a:off x="7123888" y="20786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6" name="pt27666"/>
            <p:cNvSpPr/>
            <p:nvPr/>
          </p:nvSpPr>
          <p:spPr>
            <a:xfrm>
              <a:off x="6730192" y="12867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7" name="pt27667"/>
            <p:cNvSpPr/>
            <p:nvPr/>
          </p:nvSpPr>
          <p:spPr>
            <a:xfrm>
              <a:off x="7147270" y="21164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8" name="pt27668"/>
            <p:cNvSpPr/>
            <p:nvPr/>
          </p:nvSpPr>
          <p:spPr>
            <a:xfrm>
              <a:off x="6907852" y="21013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9" name="pt27669"/>
            <p:cNvSpPr/>
            <p:nvPr/>
          </p:nvSpPr>
          <p:spPr>
            <a:xfrm>
              <a:off x="7110885" y="21556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0" name="pt27670"/>
            <p:cNvSpPr/>
            <p:nvPr/>
          </p:nvSpPr>
          <p:spPr>
            <a:xfrm>
              <a:off x="7184229" y="2140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1" name="pt27671"/>
            <p:cNvSpPr/>
            <p:nvPr/>
          </p:nvSpPr>
          <p:spPr>
            <a:xfrm>
              <a:off x="7318533" y="20757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2" name="pt27672"/>
            <p:cNvSpPr/>
            <p:nvPr/>
          </p:nvSpPr>
          <p:spPr>
            <a:xfrm>
              <a:off x="7121321" y="22037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3" name="pt27673"/>
            <p:cNvSpPr/>
            <p:nvPr/>
          </p:nvSpPr>
          <p:spPr>
            <a:xfrm>
              <a:off x="7054306" y="21110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4" name="pt27674"/>
            <p:cNvSpPr/>
            <p:nvPr/>
          </p:nvSpPr>
          <p:spPr>
            <a:xfrm>
              <a:off x="7078805" y="21038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5" name="pt27675"/>
            <p:cNvSpPr/>
            <p:nvPr/>
          </p:nvSpPr>
          <p:spPr>
            <a:xfrm>
              <a:off x="7324265" y="20549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6" name="pt27676"/>
            <p:cNvSpPr/>
            <p:nvPr/>
          </p:nvSpPr>
          <p:spPr>
            <a:xfrm>
              <a:off x="7337681" y="24489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7" name="pt27677"/>
            <p:cNvSpPr/>
            <p:nvPr/>
          </p:nvSpPr>
          <p:spPr>
            <a:xfrm>
              <a:off x="7076926" y="21591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8" name="pt27678"/>
            <p:cNvSpPr/>
            <p:nvPr/>
          </p:nvSpPr>
          <p:spPr>
            <a:xfrm>
              <a:off x="7322756" y="21724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9" name="pt27679"/>
            <p:cNvSpPr/>
            <p:nvPr/>
          </p:nvSpPr>
          <p:spPr>
            <a:xfrm>
              <a:off x="7045712" y="21075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0" name="pt27680"/>
            <p:cNvSpPr/>
            <p:nvPr/>
          </p:nvSpPr>
          <p:spPr>
            <a:xfrm>
              <a:off x="7238273" y="20209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1" name="pt27681"/>
            <p:cNvSpPr/>
            <p:nvPr/>
          </p:nvSpPr>
          <p:spPr>
            <a:xfrm>
              <a:off x="7356239" y="22374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2" name="pt27682"/>
            <p:cNvSpPr/>
            <p:nvPr/>
          </p:nvSpPr>
          <p:spPr>
            <a:xfrm>
              <a:off x="7190784" y="22198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3" name="pt27683"/>
            <p:cNvSpPr/>
            <p:nvPr/>
          </p:nvSpPr>
          <p:spPr>
            <a:xfrm>
              <a:off x="7198157" y="23335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4" name="pt27684"/>
            <p:cNvSpPr/>
            <p:nvPr/>
          </p:nvSpPr>
          <p:spPr>
            <a:xfrm>
              <a:off x="6852163" y="20482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5" name="pt27685"/>
            <p:cNvSpPr/>
            <p:nvPr/>
          </p:nvSpPr>
          <p:spPr>
            <a:xfrm>
              <a:off x="7223500" y="23324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6" name="pt27686"/>
            <p:cNvSpPr/>
            <p:nvPr/>
          </p:nvSpPr>
          <p:spPr>
            <a:xfrm>
              <a:off x="7261910" y="21295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7" name="pt27687"/>
            <p:cNvSpPr/>
            <p:nvPr/>
          </p:nvSpPr>
          <p:spPr>
            <a:xfrm>
              <a:off x="7153845" y="20245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8" name="pt27688"/>
            <p:cNvSpPr/>
            <p:nvPr/>
          </p:nvSpPr>
          <p:spPr>
            <a:xfrm>
              <a:off x="7176331" y="20269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9" name="pt27689"/>
            <p:cNvSpPr/>
            <p:nvPr/>
          </p:nvSpPr>
          <p:spPr>
            <a:xfrm>
              <a:off x="7385893" y="24113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0" name="pt27690"/>
            <p:cNvSpPr/>
            <p:nvPr/>
          </p:nvSpPr>
          <p:spPr>
            <a:xfrm>
              <a:off x="7401857" y="2724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1" name="pt27691"/>
            <p:cNvSpPr/>
            <p:nvPr/>
          </p:nvSpPr>
          <p:spPr>
            <a:xfrm>
              <a:off x="7408145" y="28220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2" name="pt27692"/>
            <p:cNvSpPr/>
            <p:nvPr/>
          </p:nvSpPr>
          <p:spPr>
            <a:xfrm>
              <a:off x="7185613" y="23079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3" name="pt27693"/>
            <p:cNvSpPr/>
            <p:nvPr/>
          </p:nvSpPr>
          <p:spPr>
            <a:xfrm>
              <a:off x="7219961" y="18081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4" name="pt27694"/>
            <p:cNvSpPr/>
            <p:nvPr/>
          </p:nvSpPr>
          <p:spPr>
            <a:xfrm>
              <a:off x="7415262" y="24910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5" name="pt27695"/>
            <p:cNvSpPr/>
            <p:nvPr/>
          </p:nvSpPr>
          <p:spPr>
            <a:xfrm>
              <a:off x="7186542" y="22075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6" name="pt27696"/>
            <p:cNvSpPr/>
            <p:nvPr/>
          </p:nvSpPr>
          <p:spPr>
            <a:xfrm>
              <a:off x="7015320" y="18880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7" name="pt27697"/>
            <p:cNvSpPr/>
            <p:nvPr/>
          </p:nvSpPr>
          <p:spPr>
            <a:xfrm>
              <a:off x="6846343" y="2281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8" name="pt27698"/>
            <p:cNvSpPr/>
            <p:nvPr/>
          </p:nvSpPr>
          <p:spPr>
            <a:xfrm>
              <a:off x="6990159" y="17395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9" name="pt27699"/>
            <p:cNvSpPr/>
            <p:nvPr/>
          </p:nvSpPr>
          <p:spPr>
            <a:xfrm>
              <a:off x="6932244" y="21103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0" name="pt27700"/>
            <p:cNvSpPr/>
            <p:nvPr/>
          </p:nvSpPr>
          <p:spPr>
            <a:xfrm>
              <a:off x="6831582" y="20427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1" name="pt27701"/>
            <p:cNvSpPr/>
            <p:nvPr/>
          </p:nvSpPr>
          <p:spPr>
            <a:xfrm>
              <a:off x="7013851" y="19862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2" name="pt27702"/>
            <p:cNvSpPr/>
            <p:nvPr/>
          </p:nvSpPr>
          <p:spPr>
            <a:xfrm>
              <a:off x="7137729" y="22097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3" name="pt27703"/>
            <p:cNvSpPr/>
            <p:nvPr/>
          </p:nvSpPr>
          <p:spPr>
            <a:xfrm>
              <a:off x="7327870" y="21569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4" name="pt27704"/>
            <p:cNvSpPr/>
            <p:nvPr/>
          </p:nvSpPr>
          <p:spPr>
            <a:xfrm>
              <a:off x="7217617" y="20298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5" name="pt27705"/>
            <p:cNvSpPr/>
            <p:nvPr/>
          </p:nvSpPr>
          <p:spPr>
            <a:xfrm>
              <a:off x="7199859" y="22008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6" name="pt27706"/>
            <p:cNvSpPr/>
            <p:nvPr/>
          </p:nvSpPr>
          <p:spPr>
            <a:xfrm>
              <a:off x="7017314" y="17209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7" name="pt27707"/>
            <p:cNvSpPr/>
            <p:nvPr/>
          </p:nvSpPr>
          <p:spPr>
            <a:xfrm>
              <a:off x="7172245" y="21044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8" name="pt27708"/>
            <p:cNvSpPr/>
            <p:nvPr/>
          </p:nvSpPr>
          <p:spPr>
            <a:xfrm>
              <a:off x="7113876" y="21655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9" name="pt27709"/>
            <p:cNvSpPr/>
            <p:nvPr/>
          </p:nvSpPr>
          <p:spPr>
            <a:xfrm>
              <a:off x="7102149" y="21005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0" name="pt27710"/>
            <p:cNvSpPr/>
            <p:nvPr/>
          </p:nvSpPr>
          <p:spPr>
            <a:xfrm>
              <a:off x="7171553" y="20997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1" name="pt27711"/>
            <p:cNvSpPr/>
            <p:nvPr/>
          </p:nvSpPr>
          <p:spPr>
            <a:xfrm>
              <a:off x="7119365" y="21406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2" name="pt27712"/>
            <p:cNvSpPr/>
            <p:nvPr/>
          </p:nvSpPr>
          <p:spPr>
            <a:xfrm>
              <a:off x="7124521" y="20580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3" name="pt27713"/>
            <p:cNvSpPr/>
            <p:nvPr/>
          </p:nvSpPr>
          <p:spPr>
            <a:xfrm>
              <a:off x="7201723" y="22144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4" name="pt27714"/>
            <p:cNvSpPr/>
            <p:nvPr/>
          </p:nvSpPr>
          <p:spPr>
            <a:xfrm>
              <a:off x="7035528" y="24675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5" name="pt27715"/>
            <p:cNvSpPr/>
            <p:nvPr/>
          </p:nvSpPr>
          <p:spPr>
            <a:xfrm>
              <a:off x="6752018" y="19302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6" name="pt27716"/>
            <p:cNvSpPr/>
            <p:nvPr/>
          </p:nvSpPr>
          <p:spPr>
            <a:xfrm>
              <a:off x="7071843" y="21953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7" name="pt27717"/>
            <p:cNvSpPr/>
            <p:nvPr/>
          </p:nvSpPr>
          <p:spPr>
            <a:xfrm>
              <a:off x="7123853" y="21407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8" name="pt27718"/>
            <p:cNvSpPr/>
            <p:nvPr/>
          </p:nvSpPr>
          <p:spPr>
            <a:xfrm>
              <a:off x="7474724" y="24875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9" name="pt27719"/>
            <p:cNvSpPr/>
            <p:nvPr/>
          </p:nvSpPr>
          <p:spPr>
            <a:xfrm>
              <a:off x="7042367" y="22166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0" name="pt27720"/>
            <p:cNvSpPr/>
            <p:nvPr/>
          </p:nvSpPr>
          <p:spPr>
            <a:xfrm>
              <a:off x="7114586" y="21228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1" name="pt27721"/>
            <p:cNvSpPr/>
            <p:nvPr/>
          </p:nvSpPr>
          <p:spPr>
            <a:xfrm>
              <a:off x="7183223" y="19466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2" name="pt27722"/>
            <p:cNvSpPr/>
            <p:nvPr/>
          </p:nvSpPr>
          <p:spPr>
            <a:xfrm>
              <a:off x="7255835" y="19917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3" name="pt27723"/>
            <p:cNvSpPr/>
            <p:nvPr/>
          </p:nvSpPr>
          <p:spPr>
            <a:xfrm>
              <a:off x="6821032" y="19629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4" name="pt27724"/>
            <p:cNvSpPr/>
            <p:nvPr/>
          </p:nvSpPr>
          <p:spPr>
            <a:xfrm>
              <a:off x="7218815" y="19882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5" name="pt27725"/>
            <p:cNvSpPr/>
            <p:nvPr/>
          </p:nvSpPr>
          <p:spPr>
            <a:xfrm>
              <a:off x="6993102" y="19660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6" name="pt27726"/>
            <p:cNvSpPr/>
            <p:nvPr/>
          </p:nvSpPr>
          <p:spPr>
            <a:xfrm>
              <a:off x="7143164" y="21437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7" name="pt27727"/>
            <p:cNvSpPr/>
            <p:nvPr/>
          </p:nvSpPr>
          <p:spPr>
            <a:xfrm>
              <a:off x="7301566" y="20130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8" name="pt27728"/>
            <p:cNvSpPr/>
            <p:nvPr/>
          </p:nvSpPr>
          <p:spPr>
            <a:xfrm>
              <a:off x="6811572" y="22446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9" name="pt27729"/>
            <p:cNvSpPr/>
            <p:nvPr/>
          </p:nvSpPr>
          <p:spPr>
            <a:xfrm>
              <a:off x="7347998" y="24135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0" name="pt27730"/>
            <p:cNvSpPr/>
            <p:nvPr/>
          </p:nvSpPr>
          <p:spPr>
            <a:xfrm>
              <a:off x="7281383" y="20010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1" name="pt27731"/>
            <p:cNvSpPr/>
            <p:nvPr/>
          </p:nvSpPr>
          <p:spPr>
            <a:xfrm>
              <a:off x="7079632" y="21669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2" name="pt27732"/>
            <p:cNvSpPr/>
            <p:nvPr/>
          </p:nvSpPr>
          <p:spPr>
            <a:xfrm>
              <a:off x="7316988" y="20821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3" name="pt27733"/>
            <p:cNvSpPr/>
            <p:nvPr/>
          </p:nvSpPr>
          <p:spPr>
            <a:xfrm>
              <a:off x="6997209" y="20074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4" name="pt27734"/>
            <p:cNvSpPr/>
            <p:nvPr/>
          </p:nvSpPr>
          <p:spPr>
            <a:xfrm>
              <a:off x="7036354" y="24274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5" name="pt27735"/>
            <p:cNvSpPr/>
            <p:nvPr/>
          </p:nvSpPr>
          <p:spPr>
            <a:xfrm>
              <a:off x="7165999" y="22405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6" name="pt27736"/>
            <p:cNvSpPr/>
            <p:nvPr/>
          </p:nvSpPr>
          <p:spPr>
            <a:xfrm>
              <a:off x="7019704" y="21212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7" name="pt27737"/>
            <p:cNvSpPr/>
            <p:nvPr/>
          </p:nvSpPr>
          <p:spPr>
            <a:xfrm>
              <a:off x="7274804" y="20707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8" name="pt27738"/>
            <p:cNvSpPr/>
            <p:nvPr/>
          </p:nvSpPr>
          <p:spPr>
            <a:xfrm>
              <a:off x="7254906" y="20427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9" name="pt27739"/>
            <p:cNvSpPr/>
            <p:nvPr/>
          </p:nvSpPr>
          <p:spPr>
            <a:xfrm>
              <a:off x="7161425" y="20646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0" name="pt27740"/>
            <p:cNvSpPr/>
            <p:nvPr/>
          </p:nvSpPr>
          <p:spPr>
            <a:xfrm>
              <a:off x="7460444" y="24679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1" name="pt27741"/>
            <p:cNvSpPr/>
            <p:nvPr/>
          </p:nvSpPr>
          <p:spPr>
            <a:xfrm>
              <a:off x="7299878" y="19892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2" name="pt27742"/>
            <p:cNvSpPr/>
            <p:nvPr/>
          </p:nvSpPr>
          <p:spPr>
            <a:xfrm>
              <a:off x="6605503" y="21353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3" name="pt27743"/>
            <p:cNvSpPr/>
            <p:nvPr/>
          </p:nvSpPr>
          <p:spPr>
            <a:xfrm>
              <a:off x="6985416" y="19945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4" name="pt27744"/>
            <p:cNvSpPr/>
            <p:nvPr/>
          </p:nvSpPr>
          <p:spPr>
            <a:xfrm>
              <a:off x="7469625" y="25155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5" name="pt27745"/>
            <p:cNvSpPr/>
            <p:nvPr/>
          </p:nvSpPr>
          <p:spPr>
            <a:xfrm>
              <a:off x="7098332" y="21415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6" name="pt27746"/>
            <p:cNvSpPr/>
            <p:nvPr/>
          </p:nvSpPr>
          <p:spPr>
            <a:xfrm>
              <a:off x="6661273" y="18570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7" name="pt27747"/>
            <p:cNvSpPr/>
            <p:nvPr/>
          </p:nvSpPr>
          <p:spPr>
            <a:xfrm>
              <a:off x="7156219" y="19415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8" name="pt27748"/>
            <p:cNvSpPr/>
            <p:nvPr/>
          </p:nvSpPr>
          <p:spPr>
            <a:xfrm>
              <a:off x="7186830" y="22854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9" name="pt27749"/>
            <p:cNvSpPr/>
            <p:nvPr/>
          </p:nvSpPr>
          <p:spPr>
            <a:xfrm>
              <a:off x="7098283" y="21463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0" name="pt27750"/>
            <p:cNvSpPr/>
            <p:nvPr/>
          </p:nvSpPr>
          <p:spPr>
            <a:xfrm>
              <a:off x="7139609" y="23645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1" name="pt27751"/>
            <p:cNvSpPr/>
            <p:nvPr/>
          </p:nvSpPr>
          <p:spPr>
            <a:xfrm>
              <a:off x="7178396" y="20586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2" name="pt27752"/>
            <p:cNvSpPr/>
            <p:nvPr/>
          </p:nvSpPr>
          <p:spPr>
            <a:xfrm>
              <a:off x="7543391" y="24088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3" name="pt27753"/>
            <p:cNvSpPr/>
            <p:nvPr/>
          </p:nvSpPr>
          <p:spPr>
            <a:xfrm>
              <a:off x="6988158" y="20104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4" name="pt27754"/>
            <p:cNvSpPr/>
            <p:nvPr/>
          </p:nvSpPr>
          <p:spPr>
            <a:xfrm>
              <a:off x="7267086" y="2124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5" name="pt27755"/>
            <p:cNvSpPr/>
            <p:nvPr/>
          </p:nvSpPr>
          <p:spPr>
            <a:xfrm>
              <a:off x="7417343" y="23066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6" name="pt27756"/>
            <p:cNvSpPr/>
            <p:nvPr/>
          </p:nvSpPr>
          <p:spPr>
            <a:xfrm>
              <a:off x="7193063" y="22753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7" name="pt27757"/>
            <p:cNvSpPr/>
            <p:nvPr/>
          </p:nvSpPr>
          <p:spPr>
            <a:xfrm>
              <a:off x="6863838" y="19269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8" name="pt27758"/>
            <p:cNvSpPr/>
            <p:nvPr/>
          </p:nvSpPr>
          <p:spPr>
            <a:xfrm>
              <a:off x="7253368" y="20005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9" name="pt27759"/>
            <p:cNvSpPr/>
            <p:nvPr/>
          </p:nvSpPr>
          <p:spPr>
            <a:xfrm>
              <a:off x="7157426" y="1965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0" name="pt27760"/>
            <p:cNvSpPr/>
            <p:nvPr/>
          </p:nvSpPr>
          <p:spPr>
            <a:xfrm>
              <a:off x="7232066" y="21688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1" name="pt27761"/>
            <p:cNvSpPr/>
            <p:nvPr/>
          </p:nvSpPr>
          <p:spPr>
            <a:xfrm>
              <a:off x="7230964" y="23065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2" name="pt27762"/>
            <p:cNvSpPr/>
            <p:nvPr/>
          </p:nvSpPr>
          <p:spPr>
            <a:xfrm>
              <a:off x="6906791" y="22486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3" name="pt27763"/>
            <p:cNvSpPr/>
            <p:nvPr/>
          </p:nvSpPr>
          <p:spPr>
            <a:xfrm>
              <a:off x="6967448" y="20727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4" name="pt27764"/>
            <p:cNvSpPr/>
            <p:nvPr/>
          </p:nvSpPr>
          <p:spPr>
            <a:xfrm>
              <a:off x="7233289" y="19978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5" name="pt27765"/>
            <p:cNvSpPr/>
            <p:nvPr/>
          </p:nvSpPr>
          <p:spPr>
            <a:xfrm>
              <a:off x="7454291" y="24253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6" name="pt27766"/>
            <p:cNvSpPr/>
            <p:nvPr/>
          </p:nvSpPr>
          <p:spPr>
            <a:xfrm>
              <a:off x="7175313" y="20254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7" name="pt27767"/>
            <p:cNvSpPr/>
            <p:nvPr/>
          </p:nvSpPr>
          <p:spPr>
            <a:xfrm>
              <a:off x="7243840" y="20944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8" name="pt27768"/>
            <p:cNvSpPr/>
            <p:nvPr/>
          </p:nvSpPr>
          <p:spPr>
            <a:xfrm>
              <a:off x="7010251" y="18359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9" name="pt27769"/>
            <p:cNvSpPr/>
            <p:nvPr/>
          </p:nvSpPr>
          <p:spPr>
            <a:xfrm>
              <a:off x="7125017" y="23635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0" name="pt27770"/>
            <p:cNvSpPr/>
            <p:nvPr/>
          </p:nvSpPr>
          <p:spPr>
            <a:xfrm>
              <a:off x="7193787" y="21460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1" name="pt27771"/>
            <p:cNvSpPr/>
            <p:nvPr/>
          </p:nvSpPr>
          <p:spPr>
            <a:xfrm>
              <a:off x="7107573" y="21584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2" name="pt27772"/>
            <p:cNvSpPr/>
            <p:nvPr/>
          </p:nvSpPr>
          <p:spPr>
            <a:xfrm>
              <a:off x="7107071" y="21342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3" name="pt27773"/>
            <p:cNvSpPr/>
            <p:nvPr/>
          </p:nvSpPr>
          <p:spPr>
            <a:xfrm>
              <a:off x="7097726" y="21126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4" name="pt27774"/>
            <p:cNvSpPr/>
            <p:nvPr/>
          </p:nvSpPr>
          <p:spPr>
            <a:xfrm>
              <a:off x="7659463" y="24673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5" name="pt27775"/>
            <p:cNvSpPr/>
            <p:nvPr/>
          </p:nvSpPr>
          <p:spPr>
            <a:xfrm>
              <a:off x="7340415" y="23128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6" name="pt27776"/>
            <p:cNvSpPr/>
            <p:nvPr/>
          </p:nvSpPr>
          <p:spPr>
            <a:xfrm>
              <a:off x="7182425" y="19510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7" name="pt27777"/>
            <p:cNvSpPr/>
            <p:nvPr/>
          </p:nvSpPr>
          <p:spPr>
            <a:xfrm>
              <a:off x="6964300" y="20068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8" name="pt27778"/>
            <p:cNvSpPr/>
            <p:nvPr/>
          </p:nvSpPr>
          <p:spPr>
            <a:xfrm>
              <a:off x="6887651" y="21650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9" name="pt27779"/>
            <p:cNvSpPr/>
            <p:nvPr/>
          </p:nvSpPr>
          <p:spPr>
            <a:xfrm>
              <a:off x="7096695" y="22036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0" name="pt27780"/>
            <p:cNvSpPr/>
            <p:nvPr/>
          </p:nvSpPr>
          <p:spPr>
            <a:xfrm>
              <a:off x="7077050" y="22319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1" name="pt27781"/>
            <p:cNvSpPr/>
            <p:nvPr/>
          </p:nvSpPr>
          <p:spPr>
            <a:xfrm>
              <a:off x="7200384" y="22050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2" name="pt27782"/>
            <p:cNvSpPr/>
            <p:nvPr/>
          </p:nvSpPr>
          <p:spPr>
            <a:xfrm>
              <a:off x="7171803" y="2151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3" name="pt27783"/>
            <p:cNvSpPr/>
            <p:nvPr/>
          </p:nvSpPr>
          <p:spPr>
            <a:xfrm>
              <a:off x="7402486" y="26890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4" name="pt27784"/>
            <p:cNvSpPr/>
            <p:nvPr/>
          </p:nvSpPr>
          <p:spPr>
            <a:xfrm>
              <a:off x="7265623" y="20600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5" name="pt27785"/>
            <p:cNvSpPr/>
            <p:nvPr/>
          </p:nvSpPr>
          <p:spPr>
            <a:xfrm>
              <a:off x="6830435" y="21719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6" name="pt27786"/>
            <p:cNvSpPr/>
            <p:nvPr/>
          </p:nvSpPr>
          <p:spPr>
            <a:xfrm>
              <a:off x="7031970" y="22946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7" name="pt27787"/>
            <p:cNvSpPr/>
            <p:nvPr/>
          </p:nvSpPr>
          <p:spPr>
            <a:xfrm>
              <a:off x="7195517" y="23004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8" name="pt27788"/>
            <p:cNvSpPr/>
            <p:nvPr/>
          </p:nvSpPr>
          <p:spPr>
            <a:xfrm>
              <a:off x="6974359" y="20321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9" name="pt27789"/>
            <p:cNvSpPr/>
            <p:nvPr/>
          </p:nvSpPr>
          <p:spPr>
            <a:xfrm>
              <a:off x="7214575" y="20221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0" name="pt27790"/>
            <p:cNvSpPr/>
            <p:nvPr/>
          </p:nvSpPr>
          <p:spPr>
            <a:xfrm>
              <a:off x="7243380" y="21791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1" name="pt27791"/>
            <p:cNvSpPr/>
            <p:nvPr/>
          </p:nvSpPr>
          <p:spPr>
            <a:xfrm>
              <a:off x="7377697" y="27517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2" name="pt27792"/>
            <p:cNvSpPr/>
            <p:nvPr/>
          </p:nvSpPr>
          <p:spPr>
            <a:xfrm>
              <a:off x="7001974" y="17188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3" name="pt27793"/>
            <p:cNvSpPr/>
            <p:nvPr/>
          </p:nvSpPr>
          <p:spPr>
            <a:xfrm>
              <a:off x="7212190" y="21115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4" name="pt27794"/>
            <p:cNvSpPr/>
            <p:nvPr/>
          </p:nvSpPr>
          <p:spPr>
            <a:xfrm>
              <a:off x="7038607" y="21606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5" name="pt27795"/>
            <p:cNvSpPr/>
            <p:nvPr/>
          </p:nvSpPr>
          <p:spPr>
            <a:xfrm>
              <a:off x="7275187" y="20299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6" name="pt27796"/>
            <p:cNvSpPr/>
            <p:nvPr/>
          </p:nvSpPr>
          <p:spPr>
            <a:xfrm>
              <a:off x="7052246" y="19905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7" name="pt27797"/>
            <p:cNvSpPr/>
            <p:nvPr/>
          </p:nvSpPr>
          <p:spPr>
            <a:xfrm>
              <a:off x="7228201" y="22315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8" name="pt27798"/>
            <p:cNvSpPr/>
            <p:nvPr/>
          </p:nvSpPr>
          <p:spPr>
            <a:xfrm>
              <a:off x="7213204" y="20627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9" name="pt27799"/>
            <p:cNvSpPr/>
            <p:nvPr/>
          </p:nvSpPr>
          <p:spPr>
            <a:xfrm>
              <a:off x="7153124" y="20179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0" name="pt27800"/>
            <p:cNvSpPr/>
            <p:nvPr/>
          </p:nvSpPr>
          <p:spPr>
            <a:xfrm>
              <a:off x="7258387" y="20435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1" name="pt27801"/>
            <p:cNvSpPr/>
            <p:nvPr/>
          </p:nvSpPr>
          <p:spPr>
            <a:xfrm>
              <a:off x="7081845" y="21763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2" name="pt27802"/>
            <p:cNvSpPr/>
            <p:nvPr/>
          </p:nvSpPr>
          <p:spPr>
            <a:xfrm>
              <a:off x="6965253" y="19807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3" name="pt27803"/>
            <p:cNvSpPr/>
            <p:nvPr/>
          </p:nvSpPr>
          <p:spPr>
            <a:xfrm>
              <a:off x="7201807" y="2302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4" name="pt27804"/>
            <p:cNvSpPr/>
            <p:nvPr/>
          </p:nvSpPr>
          <p:spPr>
            <a:xfrm>
              <a:off x="7175290" y="20580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5" name="pt27805"/>
            <p:cNvSpPr/>
            <p:nvPr/>
          </p:nvSpPr>
          <p:spPr>
            <a:xfrm>
              <a:off x="6930165" y="22280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6" name="pt27806"/>
            <p:cNvSpPr/>
            <p:nvPr/>
          </p:nvSpPr>
          <p:spPr>
            <a:xfrm>
              <a:off x="7212759" y="21953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7" name="pt27807"/>
            <p:cNvSpPr/>
            <p:nvPr/>
          </p:nvSpPr>
          <p:spPr>
            <a:xfrm>
              <a:off x="7106330" y="21567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8" name="pt27808"/>
            <p:cNvSpPr/>
            <p:nvPr/>
          </p:nvSpPr>
          <p:spPr>
            <a:xfrm>
              <a:off x="6893943" y="18998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9" name="pt27809"/>
            <p:cNvSpPr/>
            <p:nvPr/>
          </p:nvSpPr>
          <p:spPr>
            <a:xfrm>
              <a:off x="7216143" y="19920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0" name="pt27810"/>
            <p:cNvSpPr/>
            <p:nvPr/>
          </p:nvSpPr>
          <p:spPr>
            <a:xfrm>
              <a:off x="7048016" y="17447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1" name="pt27811"/>
            <p:cNvSpPr/>
            <p:nvPr/>
          </p:nvSpPr>
          <p:spPr>
            <a:xfrm>
              <a:off x="7399056" y="2473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2" name="pt27812"/>
            <p:cNvSpPr/>
            <p:nvPr/>
          </p:nvSpPr>
          <p:spPr>
            <a:xfrm>
              <a:off x="7165124" y="22083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3" name="pt27813"/>
            <p:cNvSpPr/>
            <p:nvPr/>
          </p:nvSpPr>
          <p:spPr>
            <a:xfrm>
              <a:off x="7254673" y="20918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4" name="pt27814"/>
            <p:cNvSpPr/>
            <p:nvPr/>
          </p:nvSpPr>
          <p:spPr>
            <a:xfrm>
              <a:off x="7098453" y="21293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5" name="pt27815"/>
            <p:cNvSpPr/>
            <p:nvPr/>
          </p:nvSpPr>
          <p:spPr>
            <a:xfrm>
              <a:off x="6933465" y="2025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6" name="pt27816"/>
            <p:cNvSpPr/>
            <p:nvPr/>
          </p:nvSpPr>
          <p:spPr>
            <a:xfrm>
              <a:off x="7169710" y="22592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7" name="pt27817"/>
            <p:cNvSpPr/>
            <p:nvPr/>
          </p:nvSpPr>
          <p:spPr>
            <a:xfrm>
              <a:off x="7295892" y="19883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8" name="pt27818"/>
            <p:cNvSpPr/>
            <p:nvPr/>
          </p:nvSpPr>
          <p:spPr>
            <a:xfrm>
              <a:off x="7173704" y="20784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9" name="pt27819"/>
            <p:cNvSpPr/>
            <p:nvPr/>
          </p:nvSpPr>
          <p:spPr>
            <a:xfrm>
              <a:off x="7312096" y="19230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0" name="pt27820"/>
            <p:cNvSpPr/>
            <p:nvPr/>
          </p:nvSpPr>
          <p:spPr>
            <a:xfrm>
              <a:off x="7079399" y="22537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1" name="pt27821"/>
            <p:cNvSpPr/>
            <p:nvPr/>
          </p:nvSpPr>
          <p:spPr>
            <a:xfrm>
              <a:off x="7072518" y="21880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2" name="pt27822"/>
            <p:cNvSpPr/>
            <p:nvPr/>
          </p:nvSpPr>
          <p:spPr>
            <a:xfrm>
              <a:off x="7080624" y="22265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3" name="pt27823"/>
            <p:cNvSpPr/>
            <p:nvPr/>
          </p:nvSpPr>
          <p:spPr>
            <a:xfrm>
              <a:off x="7016359" y="19975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4" name="pt27824"/>
            <p:cNvSpPr/>
            <p:nvPr/>
          </p:nvSpPr>
          <p:spPr>
            <a:xfrm>
              <a:off x="7035635" y="23915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5" name="pt27825"/>
            <p:cNvSpPr/>
            <p:nvPr/>
          </p:nvSpPr>
          <p:spPr>
            <a:xfrm>
              <a:off x="7327655" y="20157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6" name="pt27826"/>
            <p:cNvSpPr/>
            <p:nvPr/>
          </p:nvSpPr>
          <p:spPr>
            <a:xfrm>
              <a:off x="7105583" y="20725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7" name="pt27827"/>
            <p:cNvSpPr/>
            <p:nvPr/>
          </p:nvSpPr>
          <p:spPr>
            <a:xfrm>
              <a:off x="7254170" y="20407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8" name="pt27828"/>
            <p:cNvSpPr/>
            <p:nvPr/>
          </p:nvSpPr>
          <p:spPr>
            <a:xfrm>
              <a:off x="6598027" y="21992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9" name="pt27829"/>
            <p:cNvSpPr/>
            <p:nvPr/>
          </p:nvSpPr>
          <p:spPr>
            <a:xfrm>
              <a:off x="7096700" y="21652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0" name="pt27830"/>
            <p:cNvSpPr/>
            <p:nvPr/>
          </p:nvSpPr>
          <p:spPr>
            <a:xfrm>
              <a:off x="7132535" y="23338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1" name="pt27831"/>
            <p:cNvSpPr/>
            <p:nvPr/>
          </p:nvSpPr>
          <p:spPr>
            <a:xfrm>
              <a:off x="7228647" y="21667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2" name="pt27832"/>
            <p:cNvSpPr/>
            <p:nvPr/>
          </p:nvSpPr>
          <p:spPr>
            <a:xfrm>
              <a:off x="7179320" y="20549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3" name="pt27833"/>
            <p:cNvSpPr/>
            <p:nvPr/>
          </p:nvSpPr>
          <p:spPr>
            <a:xfrm>
              <a:off x="6968080" y="20645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4" name="pt27834"/>
            <p:cNvSpPr/>
            <p:nvPr/>
          </p:nvSpPr>
          <p:spPr>
            <a:xfrm>
              <a:off x="6920073" y="22980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5" name="pt27835"/>
            <p:cNvSpPr/>
            <p:nvPr/>
          </p:nvSpPr>
          <p:spPr>
            <a:xfrm>
              <a:off x="7025005" y="22519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6" name="pt27836"/>
            <p:cNvSpPr/>
            <p:nvPr/>
          </p:nvSpPr>
          <p:spPr>
            <a:xfrm>
              <a:off x="7090642" y="22438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7" name="pt27837"/>
            <p:cNvSpPr/>
            <p:nvPr/>
          </p:nvSpPr>
          <p:spPr>
            <a:xfrm>
              <a:off x="7104853" y="21492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8" name="pt27838"/>
            <p:cNvSpPr/>
            <p:nvPr/>
          </p:nvSpPr>
          <p:spPr>
            <a:xfrm>
              <a:off x="6993867" y="19766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9" name="pt27839"/>
            <p:cNvSpPr/>
            <p:nvPr/>
          </p:nvSpPr>
          <p:spPr>
            <a:xfrm>
              <a:off x="7124231" y="20926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0" name="pt27840"/>
            <p:cNvSpPr/>
            <p:nvPr/>
          </p:nvSpPr>
          <p:spPr>
            <a:xfrm>
              <a:off x="7214777" y="20595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1" name="pt27841"/>
            <p:cNvSpPr/>
            <p:nvPr/>
          </p:nvSpPr>
          <p:spPr>
            <a:xfrm>
              <a:off x="7230891" y="2187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2" name="pt27842"/>
            <p:cNvSpPr/>
            <p:nvPr/>
          </p:nvSpPr>
          <p:spPr>
            <a:xfrm>
              <a:off x="6995445" y="19428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3" name="pt27843"/>
            <p:cNvSpPr/>
            <p:nvPr/>
          </p:nvSpPr>
          <p:spPr>
            <a:xfrm>
              <a:off x="7085368" y="22289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4" name="pt27844"/>
            <p:cNvSpPr/>
            <p:nvPr/>
          </p:nvSpPr>
          <p:spPr>
            <a:xfrm>
              <a:off x="7188820" y="20884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5" name="pt27845"/>
            <p:cNvSpPr/>
            <p:nvPr/>
          </p:nvSpPr>
          <p:spPr>
            <a:xfrm>
              <a:off x="7042433" y="22354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6" name="pt27846"/>
            <p:cNvSpPr/>
            <p:nvPr/>
          </p:nvSpPr>
          <p:spPr>
            <a:xfrm>
              <a:off x="7578641" y="26298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7" name="pt27847"/>
            <p:cNvSpPr/>
            <p:nvPr/>
          </p:nvSpPr>
          <p:spPr>
            <a:xfrm>
              <a:off x="6898335" y="23407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8" name="pt27848"/>
            <p:cNvSpPr/>
            <p:nvPr/>
          </p:nvSpPr>
          <p:spPr>
            <a:xfrm>
              <a:off x="7169781" y="21887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9" name="pt27849"/>
            <p:cNvSpPr/>
            <p:nvPr/>
          </p:nvSpPr>
          <p:spPr>
            <a:xfrm>
              <a:off x="7035069" y="23815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0" name="pt27850"/>
            <p:cNvSpPr/>
            <p:nvPr/>
          </p:nvSpPr>
          <p:spPr>
            <a:xfrm>
              <a:off x="7200414" y="21388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1" name="pt27851"/>
            <p:cNvSpPr/>
            <p:nvPr/>
          </p:nvSpPr>
          <p:spPr>
            <a:xfrm>
              <a:off x="7162759" y="21361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2" name="pt27852"/>
            <p:cNvSpPr/>
            <p:nvPr/>
          </p:nvSpPr>
          <p:spPr>
            <a:xfrm>
              <a:off x="7262688" y="20679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3" name="pt27853"/>
            <p:cNvSpPr/>
            <p:nvPr/>
          </p:nvSpPr>
          <p:spPr>
            <a:xfrm>
              <a:off x="7429264" y="26187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4" name="pt27854"/>
            <p:cNvSpPr/>
            <p:nvPr/>
          </p:nvSpPr>
          <p:spPr>
            <a:xfrm>
              <a:off x="7112948" y="21278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5" name="pt27855"/>
            <p:cNvSpPr/>
            <p:nvPr/>
          </p:nvSpPr>
          <p:spPr>
            <a:xfrm>
              <a:off x="7115706" y="21225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6" name="pt27856"/>
            <p:cNvSpPr/>
            <p:nvPr/>
          </p:nvSpPr>
          <p:spPr>
            <a:xfrm>
              <a:off x="6985645" y="20919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7" name="pt27857"/>
            <p:cNvSpPr/>
            <p:nvPr/>
          </p:nvSpPr>
          <p:spPr>
            <a:xfrm>
              <a:off x="7117999" y="21159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8" name="pt27858"/>
            <p:cNvSpPr/>
            <p:nvPr/>
          </p:nvSpPr>
          <p:spPr>
            <a:xfrm>
              <a:off x="7247101" y="24456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9" name="pt27859"/>
            <p:cNvSpPr/>
            <p:nvPr/>
          </p:nvSpPr>
          <p:spPr>
            <a:xfrm>
              <a:off x="6925131" y="20486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0" name="pt27860"/>
            <p:cNvSpPr/>
            <p:nvPr/>
          </p:nvSpPr>
          <p:spPr>
            <a:xfrm>
              <a:off x="6923430" y="19986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1" name="pt27861"/>
            <p:cNvSpPr/>
            <p:nvPr/>
          </p:nvSpPr>
          <p:spPr>
            <a:xfrm>
              <a:off x="7075488" y="2164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2" name="pt27862"/>
            <p:cNvSpPr/>
            <p:nvPr/>
          </p:nvSpPr>
          <p:spPr>
            <a:xfrm>
              <a:off x="7151111" y="20338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3" name="pt27863"/>
            <p:cNvSpPr/>
            <p:nvPr/>
          </p:nvSpPr>
          <p:spPr>
            <a:xfrm>
              <a:off x="6861669" y="20773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4" name="pt27864"/>
            <p:cNvSpPr/>
            <p:nvPr/>
          </p:nvSpPr>
          <p:spPr>
            <a:xfrm>
              <a:off x="7239248" y="22480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5" name="pt27865"/>
            <p:cNvSpPr/>
            <p:nvPr/>
          </p:nvSpPr>
          <p:spPr>
            <a:xfrm>
              <a:off x="7009483" y="20241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6" name="pt27866"/>
            <p:cNvSpPr/>
            <p:nvPr/>
          </p:nvSpPr>
          <p:spPr>
            <a:xfrm>
              <a:off x="7121131" y="21393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7" name="pt27867"/>
            <p:cNvSpPr/>
            <p:nvPr/>
          </p:nvSpPr>
          <p:spPr>
            <a:xfrm>
              <a:off x="7098776" y="20900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8" name="pt27868"/>
            <p:cNvSpPr/>
            <p:nvPr/>
          </p:nvSpPr>
          <p:spPr>
            <a:xfrm>
              <a:off x="7361884" y="21774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9" name="pt27869"/>
            <p:cNvSpPr/>
            <p:nvPr/>
          </p:nvSpPr>
          <p:spPr>
            <a:xfrm>
              <a:off x="7047737" y="17222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0" name="pt27870"/>
            <p:cNvSpPr/>
            <p:nvPr/>
          </p:nvSpPr>
          <p:spPr>
            <a:xfrm>
              <a:off x="6963500" y="20559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1" name="pt27871"/>
            <p:cNvSpPr/>
            <p:nvPr/>
          </p:nvSpPr>
          <p:spPr>
            <a:xfrm>
              <a:off x="7088724" y="22383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2" name="pt27872"/>
            <p:cNvSpPr/>
            <p:nvPr/>
          </p:nvSpPr>
          <p:spPr>
            <a:xfrm>
              <a:off x="6988908" y="20514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3" name="pt27873"/>
            <p:cNvSpPr/>
            <p:nvPr/>
          </p:nvSpPr>
          <p:spPr>
            <a:xfrm>
              <a:off x="7141872" y="2242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4" name="pt27874"/>
            <p:cNvSpPr/>
            <p:nvPr/>
          </p:nvSpPr>
          <p:spPr>
            <a:xfrm>
              <a:off x="7125196" y="23314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5" name="pt27875"/>
            <p:cNvSpPr/>
            <p:nvPr/>
          </p:nvSpPr>
          <p:spPr>
            <a:xfrm>
              <a:off x="7029955" y="22294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6" name="pt27876"/>
            <p:cNvSpPr/>
            <p:nvPr/>
          </p:nvSpPr>
          <p:spPr>
            <a:xfrm>
              <a:off x="7023292" y="22695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7" name="pt27877"/>
            <p:cNvSpPr/>
            <p:nvPr/>
          </p:nvSpPr>
          <p:spPr>
            <a:xfrm>
              <a:off x="7049600" y="16982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8" name="pt27878"/>
            <p:cNvSpPr/>
            <p:nvPr/>
          </p:nvSpPr>
          <p:spPr>
            <a:xfrm>
              <a:off x="7204621" y="21326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9" name="pt27879"/>
            <p:cNvSpPr/>
            <p:nvPr/>
          </p:nvSpPr>
          <p:spPr>
            <a:xfrm>
              <a:off x="7193748" y="22927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0" name="pt27880"/>
            <p:cNvSpPr/>
            <p:nvPr/>
          </p:nvSpPr>
          <p:spPr>
            <a:xfrm>
              <a:off x="7012919" y="19169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1" name="pt27881"/>
            <p:cNvSpPr/>
            <p:nvPr/>
          </p:nvSpPr>
          <p:spPr>
            <a:xfrm>
              <a:off x="7238717" y="1974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2" name="pt27882"/>
            <p:cNvSpPr/>
            <p:nvPr/>
          </p:nvSpPr>
          <p:spPr>
            <a:xfrm>
              <a:off x="7304238" y="20158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3" name="pt27883"/>
            <p:cNvSpPr/>
            <p:nvPr/>
          </p:nvSpPr>
          <p:spPr>
            <a:xfrm>
              <a:off x="6932024" y="22202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4" name="pt27884"/>
            <p:cNvSpPr/>
            <p:nvPr/>
          </p:nvSpPr>
          <p:spPr>
            <a:xfrm>
              <a:off x="7188307" y="20440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5" name="pt27885"/>
            <p:cNvSpPr/>
            <p:nvPr/>
          </p:nvSpPr>
          <p:spPr>
            <a:xfrm>
              <a:off x="7038178" y="23612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6" name="pt27886"/>
            <p:cNvSpPr/>
            <p:nvPr/>
          </p:nvSpPr>
          <p:spPr>
            <a:xfrm>
              <a:off x="7052985" y="21330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7" name="pt27887"/>
            <p:cNvSpPr/>
            <p:nvPr/>
          </p:nvSpPr>
          <p:spPr>
            <a:xfrm>
              <a:off x="7246982" y="21528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8" name="pt27888"/>
            <p:cNvSpPr/>
            <p:nvPr/>
          </p:nvSpPr>
          <p:spPr>
            <a:xfrm>
              <a:off x="7027082" y="20507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9" name="pt27889"/>
            <p:cNvSpPr/>
            <p:nvPr/>
          </p:nvSpPr>
          <p:spPr>
            <a:xfrm>
              <a:off x="7220181" y="19237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0" name="pt27890"/>
            <p:cNvSpPr/>
            <p:nvPr/>
          </p:nvSpPr>
          <p:spPr>
            <a:xfrm>
              <a:off x="7135666" y="22830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1" name="pt27891"/>
            <p:cNvSpPr/>
            <p:nvPr/>
          </p:nvSpPr>
          <p:spPr>
            <a:xfrm>
              <a:off x="7244930" y="19772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2" name="pt27892"/>
            <p:cNvSpPr/>
            <p:nvPr/>
          </p:nvSpPr>
          <p:spPr>
            <a:xfrm>
              <a:off x="6996068" y="20219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3" name="pt27893"/>
            <p:cNvSpPr/>
            <p:nvPr/>
          </p:nvSpPr>
          <p:spPr>
            <a:xfrm>
              <a:off x="7283499" y="19350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4" name="pt27894"/>
            <p:cNvSpPr/>
            <p:nvPr/>
          </p:nvSpPr>
          <p:spPr>
            <a:xfrm>
              <a:off x="7299367" y="21115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5" name="pt27895"/>
            <p:cNvSpPr/>
            <p:nvPr/>
          </p:nvSpPr>
          <p:spPr>
            <a:xfrm>
              <a:off x="7084239" y="2180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6" name="pt27896"/>
            <p:cNvSpPr/>
            <p:nvPr/>
          </p:nvSpPr>
          <p:spPr>
            <a:xfrm>
              <a:off x="7138447" y="23061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7" name="pt27897"/>
            <p:cNvSpPr/>
            <p:nvPr/>
          </p:nvSpPr>
          <p:spPr>
            <a:xfrm>
              <a:off x="7048742" y="16979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8" name="pt27898"/>
            <p:cNvSpPr/>
            <p:nvPr/>
          </p:nvSpPr>
          <p:spPr>
            <a:xfrm>
              <a:off x="6957514" y="2004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9" name="pt27899"/>
            <p:cNvSpPr/>
            <p:nvPr/>
          </p:nvSpPr>
          <p:spPr>
            <a:xfrm>
              <a:off x="7105278" y="21464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0" name="pt27900"/>
            <p:cNvSpPr/>
            <p:nvPr/>
          </p:nvSpPr>
          <p:spPr>
            <a:xfrm>
              <a:off x="7404277" y="29025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1" name="pt27901"/>
            <p:cNvSpPr/>
            <p:nvPr/>
          </p:nvSpPr>
          <p:spPr>
            <a:xfrm>
              <a:off x="7099416" y="2072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2" name="pt27902"/>
            <p:cNvSpPr/>
            <p:nvPr/>
          </p:nvSpPr>
          <p:spPr>
            <a:xfrm>
              <a:off x="6974472" y="20791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3" name="pt27903"/>
            <p:cNvSpPr/>
            <p:nvPr/>
          </p:nvSpPr>
          <p:spPr>
            <a:xfrm>
              <a:off x="7310494" y="19277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4" name="pt27904"/>
            <p:cNvSpPr/>
            <p:nvPr/>
          </p:nvSpPr>
          <p:spPr>
            <a:xfrm>
              <a:off x="7221022" y="18754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5" name="pt27905"/>
            <p:cNvSpPr/>
            <p:nvPr/>
          </p:nvSpPr>
          <p:spPr>
            <a:xfrm>
              <a:off x="7050792" y="18309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6" name="pt27906"/>
            <p:cNvSpPr/>
            <p:nvPr/>
          </p:nvSpPr>
          <p:spPr>
            <a:xfrm>
              <a:off x="6973897" y="20263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7" name="pt27907"/>
            <p:cNvSpPr/>
            <p:nvPr/>
          </p:nvSpPr>
          <p:spPr>
            <a:xfrm>
              <a:off x="7171614" y="21703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8" name="pt27908"/>
            <p:cNvSpPr/>
            <p:nvPr/>
          </p:nvSpPr>
          <p:spPr>
            <a:xfrm>
              <a:off x="7075851" y="22194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9" name="pt27909"/>
            <p:cNvSpPr/>
            <p:nvPr/>
          </p:nvSpPr>
          <p:spPr>
            <a:xfrm>
              <a:off x="7184355" y="2086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0" name="pt27910"/>
            <p:cNvSpPr/>
            <p:nvPr/>
          </p:nvSpPr>
          <p:spPr>
            <a:xfrm>
              <a:off x="7121698" y="21424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1" name="pt27911"/>
            <p:cNvSpPr/>
            <p:nvPr/>
          </p:nvSpPr>
          <p:spPr>
            <a:xfrm>
              <a:off x="7017122" y="17910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2" name="pt27912"/>
            <p:cNvSpPr/>
            <p:nvPr/>
          </p:nvSpPr>
          <p:spPr>
            <a:xfrm>
              <a:off x="7192991" y="22536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3" name="pt27913"/>
            <p:cNvSpPr/>
            <p:nvPr/>
          </p:nvSpPr>
          <p:spPr>
            <a:xfrm>
              <a:off x="7254623" y="20675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4" name="pt27914"/>
            <p:cNvSpPr/>
            <p:nvPr/>
          </p:nvSpPr>
          <p:spPr>
            <a:xfrm>
              <a:off x="6913697" y="21413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5" name="pt27915"/>
            <p:cNvSpPr/>
            <p:nvPr/>
          </p:nvSpPr>
          <p:spPr>
            <a:xfrm>
              <a:off x="7059219" y="23037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6" name="pt27916"/>
            <p:cNvSpPr/>
            <p:nvPr/>
          </p:nvSpPr>
          <p:spPr>
            <a:xfrm>
              <a:off x="7361634" y="22666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7" name="pt27917"/>
            <p:cNvSpPr/>
            <p:nvPr/>
          </p:nvSpPr>
          <p:spPr>
            <a:xfrm>
              <a:off x="7085625" y="22314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8" name="pt27918"/>
            <p:cNvSpPr/>
            <p:nvPr/>
          </p:nvSpPr>
          <p:spPr>
            <a:xfrm>
              <a:off x="7167759" y="2187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9" name="pt27919"/>
            <p:cNvSpPr/>
            <p:nvPr/>
          </p:nvSpPr>
          <p:spPr>
            <a:xfrm>
              <a:off x="7171319" y="22132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0" name="pt27920"/>
            <p:cNvSpPr/>
            <p:nvPr/>
          </p:nvSpPr>
          <p:spPr>
            <a:xfrm>
              <a:off x="7391039" y="21553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1" name="pt27921"/>
            <p:cNvSpPr/>
            <p:nvPr/>
          </p:nvSpPr>
          <p:spPr>
            <a:xfrm>
              <a:off x="7423704" y="25178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2" name="pt27922"/>
            <p:cNvSpPr/>
            <p:nvPr/>
          </p:nvSpPr>
          <p:spPr>
            <a:xfrm>
              <a:off x="6939509" y="19346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3" name="pt27923"/>
            <p:cNvSpPr/>
            <p:nvPr/>
          </p:nvSpPr>
          <p:spPr>
            <a:xfrm>
              <a:off x="7233668" y="20951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4" name="pt27924"/>
            <p:cNvSpPr/>
            <p:nvPr/>
          </p:nvSpPr>
          <p:spPr>
            <a:xfrm>
              <a:off x="7280455" y="19834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5" name="pt27925"/>
            <p:cNvSpPr/>
            <p:nvPr/>
          </p:nvSpPr>
          <p:spPr>
            <a:xfrm>
              <a:off x="7175934" y="19980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6" name="pt27926"/>
            <p:cNvSpPr/>
            <p:nvPr/>
          </p:nvSpPr>
          <p:spPr>
            <a:xfrm>
              <a:off x="6899284" y="20644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7" name="pt27927"/>
            <p:cNvSpPr/>
            <p:nvPr/>
          </p:nvSpPr>
          <p:spPr>
            <a:xfrm>
              <a:off x="7190037" y="22278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8" name="pt27928"/>
            <p:cNvSpPr/>
            <p:nvPr/>
          </p:nvSpPr>
          <p:spPr>
            <a:xfrm>
              <a:off x="7125974" y="22884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9" name="pt27929"/>
            <p:cNvSpPr/>
            <p:nvPr/>
          </p:nvSpPr>
          <p:spPr>
            <a:xfrm>
              <a:off x="7204999" y="21600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0" name="pt27930"/>
            <p:cNvSpPr/>
            <p:nvPr/>
          </p:nvSpPr>
          <p:spPr>
            <a:xfrm>
              <a:off x="7284740" y="20228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1" name="pt27931"/>
            <p:cNvSpPr/>
            <p:nvPr/>
          </p:nvSpPr>
          <p:spPr>
            <a:xfrm>
              <a:off x="7299632" y="19957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2" name="pt27932"/>
            <p:cNvSpPr/>
            <p:nvPr/>
          </p:nvSpPr>
          <p:spPr>
            <a:xfrm>
              <a:off x="7073863" y="21796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3" name="pt27933"/>
            <p:cNvSpPr/>
            <p:nvPr/>
          </p:nvSpPr>
          <p:spPr>
            <a:xfrm>
              <a:off x="7098593" y="21780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4" name="pt27934"/>
            <p:cNvSpPr/>
            <p:nvPr/>
          </p:nvSpPr>
          <p:spPr>
            <a:xfrm>
              <a:off x="6966157" y="20096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5" name="pt27935"/>
            <p:cNvSpPr/>
            <p:nvPr/>
          </p:nvSpPr>
          <p:spPr>
            <a:xfrm>
              <a:off x="7029617" y="21691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6" name="pt27936"/>
            <p:cNvSpPr/>
            <p:nvPr/>
          </p:nvSpPr>
          <p:spPr>
            <a:xfrm>
              <a:off x="6828700" y="21899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7" name="pt27937"/>
            <p:cNvSpPr/>
            <p:nvPr/>
          </p:nvSpPr>
          <p:spPr>
            <a:xfrm>
              <a:off x="7147271" y="20549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8" name="pt27938"/>
            <p:cNvSpPr/>
            <p:nvPr/>
          </p:nvSpPr>
          <p:spPr>
            <a:xfrm>
              <a:off x="7196433" y="23680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9" name="pt27939"/>
            <p:cNvSpPr/>
            <p:nvPr/>
          </p:nvSpPr>
          <p:spPr>
            <a:xfrm>
              <a:off x="7365959" y="20465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0" name="pt27940"/>
            <p:cNvSpPr/>
            <p:nvPr/>
          </p:nvSpPr>
          <p:spPr>
            <a:xfrm>
              <a:off x="7086026" y="21407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1" name="pt27941"/>
            <p:cNvSpPr/>
            <p:nvPr/>
          </p:nvSpPr>
          <p:spPr>
            <a:xfrm>
              <a:off x="7298257" y="19788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2" name="pt27942"/>
            <p:cNvSpPr/>
            <p:nvPr/>
          </p:nvSpPr>
          <p:spPr>
            <a:xfrm>
              <a:off x="7036112" y="23369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3" name="pt27943"/>
            <p:cNvSpPr/>
            <p:nvPr/>
          </p:nvSpPr>
          <p:spPr>
            <a:xfrm>
              <a:off x="7251121" y="20843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4" name="pt27944"/>
            <p:cNvSpPr/>
            <p:nvPr/>
          </p:nvSpPr>
          <p:spPr>
            <a:xfrm>
              <a:off x="7134727" y="23364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5" name="pt27945"/>
            <p:cNvSpPr/>
            <p:nvPr/>
          </p:nvSpPr>
          <p:spPr>
            <a:xfrm>
              <a:off x="7279213" y="18625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6" name="pt27946"/>
            <p:cNvSpPr/>
            <p:nvPr/>
          </p:nvSpPr>
          <p:spPr>
            <a:xfrm>
              <a:off x="7233817" y="20239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7" name="pt27947"/>
            <p:cNvSpPr/>
            <p:nvPr/>
          </p:nvSpPr>
          <p:spPr>
            <a:xfrm>
              <a:off x="7082799" y="22405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8" name="pt27948"/>
            <p:cNvSpPr/>
            <p:nvPr/>
          </p:nvSpPr>
          <p:spPr>
            <a:xfrm>
              <a:off x="6983260" y="22208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9" name="pt27949"/>
            <p:cNvSpPr/>
            <p:nvPr/>
          </p:nvSpPr>
          <p:spPr>
            <a:xfrm>
              <a:off x="7285334" y="19699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0" name="pt27950"/>
            <p:cNvSpPr/>
            <p:nvPr/>
          </p:nvSpPr>
          <p:spPr>
            <a:xfrm>
              <a:off x="6832394" y="20097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1" name="pt27951"/>
            <p:cNvSpPr/>
            <p:nvPr/>
          </p:nvSpPr>
          <p:spPr>
            <a:xfrm>
              <a:off x="7286094" y="2008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2" name="pt27952"/>
            <p:cNvSpPr/>
            <p:nvPr/>
          </p:nvSpPr>
          <p:spPr>
            <a:xfrm>
              <a:off x="7061893" y="20499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3" name="pt27953"/>
            <p:cNvSpPr/>
            <p:nvPr/>
          </p:nvSpPr>
          <p:spPr>
            <a:xfrm>
              <a:off x="7129554" y="22334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4" name="pt27954"/>
            <p:cNvSpPr/>
            <p:nvPr/>
          </p:nvSpPr>
          <p:spPr>
            <a:xfrm>
              <a:off x="7047176" y="20986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5" name="pt27955"/>
            <p:cNvSpPr/>
            <p:nvPr/>
          </p:nvSpPr>
          <p:spPr>
            <a:xfrm>
              <a:off x="7074151" y="22431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6" name="pt27956"/>
            <p:cNvSpPr/>
            <p:nvPr/>
          </p:nvSpPr>
          <p:spPr>
            <a:xfrm>
              <a:off x="7030693" y="23627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7" name="pt27957"/>
            <p:cNvSpPr/>
            <p:nvPr/>
          </p:nvSpPr>
          <p:spPr>
            <a:xfrm>
              <a:off x="7404310" y="25372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8" name="pt27958"/>
            <p:cNvSpPr/>
            <p:nvPr/>
          </p:nvSpPr>
          <p:spPr>
            <a:xfrm>
              <a:off x="7091729" y="2224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9" name="pt27959"/>
            <p:cNvSpPr/>
            <p:nvPr/>
          </p:nvSpPr>
          <p:spPr>
            <a:xfrm>
              <a:off x="7237830" y="21934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0" name="pt27960"/>
            <p:cNvSpPr/>
            <p:nvPr/>
          </p:nvSpPr>
          <p:spPr>
            <a:xfrm>
              <a:off x="7181602" y="20610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1" name="pt27961"/>
            <p:cNvSpPr/>
            <p:nvPr/>
          </p:nvSpPr>
          <p:spPr>
            <a:xfrm>
              <a:off x="6855679" y="1926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2" name="pt27962"/>
            <p:cNvSpPr/>
            <p:nvPr/>
          </p:nvSpPr>
          <p:spPr>
            <a:xfrm>
              <a:off x="7160612" y="20477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3" name="pt27963"/>
            <p:cNvSpPr/>
            <p:nvPr/>
          </p:nvSpPr>
          <p:spPr>
            <a:xfrm>
              <a:off x="6918160" y="23653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4" name="pt27964"/>
            <p:cNvSpPr/>
            <p:nvPr/>
          </p:nvSpPr>
          <p:spPr>
            <a:xfrm>
              <a:off x="7041034" y="22758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5" name="pt27965"/>
            <p:cNvSpPr/>
            <p:nvPr/>
          </p:nvSpPr>
          <p:spPr>
            <a:xfrm>
              <a:off x="7228473" y="2279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6" name="pt27966"/>
            <p:cNvSpPr/>
            <p:nvPr/>
          </p:nvSpPr>
          <p:spPr>
            <a:xfrm>
              <a:off x="7054085" y="19217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7" name="pt27967"/>
            <p:cNvSpPr/>
            <p:nvPr/>
          </p:nvSpPr>
          <p:spPr>
            <a:xfrm>
              <a:off x="6863247" y="23457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8" name="pt27968"/>
            <p:cNvSpPr/>
            <p:nvPr/>
          </p:nvSpPr>
          <p:spPr>
            <a:xfrm>
              <a:off x="6939204" y="20343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9" name="pt27969"/>
            <p:cNvSpPr/>
            <p:nvPr/>
          </p:nvSpPr>
          <p:spPr>
            <a:xfrm>
              <a:off x="7159658" y="20733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0" name="pt27970"/>
            <p:cNvSpPr/>
            <p:nvPr/>
          </p:nvSpPr>
          <p:spPr>
            <a:xfrm>
              <a:off x="6875417" y="21263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1" name="pt27971"/>
            <p:cNvSpPr/>
            <p:nvPr/>
          </p:nvSpPr>
          <p:spPr>
            <a:xfrm>
              <a:off x="7037453" y="24847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2" name="pt27972"/>
            <p:cNvSpPr/>
            <p:nvPr/>
          </p:nvSpPr>
          <p:spPr>
            <a:xfrm>
              <a:off x="7167813" y="21953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3" name="pt27973"/>
            <p:cNvSpPr/>
            <p:nvPr/>
          </p:nvSpPr>
          <p:spPr>
            <a:xfrm>
              <a:off x="7334964" y="23421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4" name="pt27974"/>
            <p:cNvSpPr/>
            <p:nvPr/>
          </p:nvSpPr>
          <p:spPr>
            <a:xfrm>
              <a:off x="7083232" y="21062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5" name="pt27975"/>
            <p:cNvSpPr/>
            <p:nvPr/>
          </p:nvSpPr>
          <p:spPr>
            <a:xfrm>
              <a:off x="6980887" y="18741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6" name="pt27976"/>
            <p:cNvSpPr/>
            <p:nvPr/>
          </p:nvSpPr>
          <p:spPr>
            <a:xfrm>
              <a:off x="7057214" y="22918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7" name="pt27977"/>
            <p:cNvSpPr/>
            <p:nvPr/>
          </p:nvSpPr>
          <p:spPr>
            <a:xfrm>
              <a:off x="7275113" y="20239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8" name="pt27978"/>
            <p:cNvSpPr/>
            <p:nvPr/>
          </p:nvSpPr>
          <p:spPr>
            <a:xfrm>
              <a:off x="7131462" y="24162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9" name="pt27979"/>
            <p:cNvSpPr/>
            <p:nvPr/>
          </p:nvSpPr>
          <p:spPr>
            <a:xfrm>
              <a:off x="7087698" y="22023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0" name="pt27980"/>
            <p:cNvSpPr/>
            <p:nvPr/>
          </p:nvSpPr>
          <p:spPr>
            <a:xfrm>
              <a:off x="7151402" y="19851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1" name="pt27981"/>
            <p:cNvSpPr/>
            <p:nvPr/>
          </p:nvSpPr>
          <p:spPr>
            <a:xfrm>
              <a:off x="6979685" y="19344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2" name="pt27982"/>
            <p:cNvSpPr/>
            <p:nvPr/>
          </p:nvSpPr>
          <p:spPr>
            <a:xfrm>
              <a:off x="6819228" y="18695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3" name="pt27983"/>
            <p:cNvSpPr/>
            <p:nvPr/>
          </p:nvSpPr>
          <p:spPr>
            <a:xfrm>
              <a:off x="7336913" y="24008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4" name="pt27984"/>
            <p:cNvSpPr/>
            <p:nvPr/>
          </p:nvSpPr>
          <p:spPr>
            <a:xfrm>
              <a:off x="7185721" y="21128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5" name="pt27985"/>
            <p:cNvSpPr/>
            <p:nvPr/>
          </p:nvSpPr>
          <p:spPr>
            <a:xfrm>
              <a:off x="7342603" y="23021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6" name="pt27986"/>
            <p:cNvSpPr/>
            <p:nvPr/>
          </p:nvSpPr>
          <p:spPr>
            <a:xfrm>
              <a:off x="7142471" y="2188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7" name="pt27987"/>
            <p:cNvSpPr/>
            <p:nvPr/>
          </p:nvSpPr>
          <p:spPr>
            <a:xfrm>
              <a:off x="7094195" y="21808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8" name="pt27988"/>
            <p:cNvSpPr/>
            <p:nvPr/>
          </p:nvSpPr>
          <p:spPr>
            <a:xfrm>
              <a:off x="7461597" y="2341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9" name="pt27989"/>
            <p:cNvSpPr/>
            <p:nvPr/>
          </p:nvSpPr>
          <p:spPr>
            <a:xfrm>
              <a:off x="7178766" y="20361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0" name="pt27990"/>
            <p:cNvSpPr/>
            <p:nvPr/>
          </p:nvSpPr>
          <p:spPr>
            <a:xfrm>
              <a:off x="7353835" y="22626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1" name="pt27991"/>
            <p:cNvSpPr/>
            <p:nvPr/>
          </p:nvSpPr>
          <p:spPr>
            <a:xfrm>
              <a:off x="7067602" y="20006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2" name="pt27992"/>
            <p:cNvSpPr/>
            <p:nvPr/>
          </p:nvSpPr>
          <p:spPr>
            <a:xfrm>
              <a:off x="7115586" y="21368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3" name="pt27993"/>
            <p:cNvSpPr/>
            <p:nvPr/>
          </p:nvSpPr>
          <p:spPr>
            <a:xfrm>
              <a:off x="7043252" y="20058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4" name="pt27994"/>
            <p:cNvSpPr/>
            <p:nvPr/>
          </p:nvSpPr>
          <p:spPr>
            <a:xfrm>
              <a:off x="7192278" y="2315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5" name="pt27995"/>
            <p:cNvSpPr/>
            <p:nvPr/>
          </p:nvSpPr>
          <p:spPr>
            <a:xfrm>
              <a:off x="6735968" y="20824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6" name="pt27996"/>
            <p:cNvSpPr/>
            <p:nvPr/>
          </p:nvSpPr>
          <p:spPr>
            <a:xfrm>
              <a:off x="7103863" y="21551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7" name="pt27997"/>
            <p:cNvSpPr/>
            <p:nvPr/>
          </p:nvSpPr>
          <p:spPr>
            <a:xfrm>
              <a:off x="7309164" y="21214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8" name="pt27998"/>
            <p:cNvSpPr/>
            <p:nvPr/>
          </p:nvSpPr>
          <p:spPr>
            <a:xfrm>
              <a:off x="6716898" y="18221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9" name="pt27999"/>
            <p:cNvSpPr/>
            <p:nvPr/>
          </p:nvSpPr>
          <p:spPr>
            <a:xfrm>
              <a:off x="7061566" y="22300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0" name="pt28000"/>
            <p:cNvSpPr/>
            <p:nvPr/>
          </p:nvSpPr>
          <p:spPr>
            <a:xfrm>
              <a:off x="7023465" y="21264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1" name="pt28001"/>
            <p:cNvSpPr/>
            <p:nvPr/>
          </p:nvSpPr>
          <p:spPr>
            <a:xfrm>
              <a:off x="7370977" y="20021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2" name="pt28002"/>
            <p:cNvSpPr/>
            <p:nvPr/>
          </p:nvSpPr>
          <p:spPr>
            <a:xfrm>
              <a:off x="7002762" y="19478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3" name="pt28003"/>
            <p:cNvSpPr/>
            <p:nvPr/>
          </p:nvSpPr>
          <p:spPr>
            <a:xfrm>
              <a:off x="6945723" y="20947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4" name="pt28004"/>
            <p:cNvSpPr/>
            <p:nvPr/>
          </p:nvSpPr>
          <p:spPr>
            <a:xfrm>
              <a:off x="7111935" y="21432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5" name="pt28005"/>
            <p:cNvSpPr/>
            <p:nvPr/>
          </p:nvSpPr>
          <p:spPr>
            <a:xfrm>
              <a:off x="6864114" y="22971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6" name="pt28006"/>
            <p:cNvSpPr/>
            <p:nvPr/>
          </p:nvSpPr>
          <p:spPr>
            <a:xfrm>
              <a:off x="6954795" y="20610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7" name="pt28007"/>
            <p:cNvSpPr/>
            <p:nvPr/>
          </p:nvSpPr>
          <p:spPr>
            <a:xfrm>
              <a:off x="7182460" y="19929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8" name="pt28008"/>
            <p:cNvSpPr/>
            <p:nvPr/>
          </p:nvSpPr>
          <p:spPr>
            <a:xfrm>
              <a:off x="7285085" y="20031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9" name="pt28009"/>
            <p:cNvSpPr/>
            <p:nvPr/>
          </p:nvSpPr>
          <p:spPr>
            <a:xfrm>
              <a:off x="7041330" y="23884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0" name="pt28010"/>
            <p:cNvSpPr/>
            <p:nvPr/>
          </p:nvSpPr>
          <p:spPr>
            <a:xfrm>
              <a:off x="6831055" y="19417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1" name="pt28011"/>
            <p:cNvSpPr/>
            <p:nvPr/>
          </p:nvSpPr>
          <p:spPr>
            <a:xfrm>
              <a:off x="7162640" y="21654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2" name="pt28012"/>
            <p:cNvSpPr/>
            <p:nvPr/>
          </p:nvSpPr>
          <p:spPr>
            <a:xfrm>
              <a:off x="6570098" y="19810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3" name="pt28013"/>
            <p:cNvSpPr/>
            <p:nvPr/>
          </p:nvSpPr>
          <p:spPr>
            <a:xfrm>
              <a:off x="7048233" y="16619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4" name="pt28014"/>
            <p:cNvSpPr/>
            <p:nvPr/>
          </p:nvSpPr>
          <p:spPr>
            <a:xfrm>
              <a:off x="7275454" y="19810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5" name="pt28015"/>
            <p:cNvSpPr/>
            <p:nvPr/>
          </p:nvSpPr>
          <p:spPr>
            <a:xfrm>
              <a:off x="6995798" y="19542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6" name="pt28016"/>
            <p:cNvSpPr/>
            <p:nvPr/>
          </p:nvSpPr>
          <p:spPr>
            <a:xfrm>
              <a:off x="7297442" y="19586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7" name="pt28017"/>
            <p:cNvSpPr/>
            <p:nvPr/>
          </p:nvSpPr>
          <p:spPr>
            <a:xfrm>
              <a:off x="7247641" y="21191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8" name="pt28018"/>
            <p:cNvSpPr/>
            <p:nvPr/>
          </p:nvSpPr>
          <p:spPr>
            <a:xfrm>
              <a:off x="7120203" y="22022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9" name="pt28019"/>
            <p:cNvSpPr/>
            <p:nvPr/>
          </p:nvSpPr>
          <p:spPr>
            <a:xfrm>
              <a:off x="7126452" y="22770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0" name="pt28020"/>
            <p:cNvSpPr/>
            <p:nvPr/>
          </p:nvSpPr>
          <p:spPr>
            <a:xfrm>
              <a:off x="7039248" y="23773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1" name="pt28021"/>
            <p:cNvSpPr/>
            <p:nvPr/>
          </p:nvSpPr>
          <p:spPr>
            <a:xfrm>
              <a:off x="7228038" y="22306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2" name="pt28022"/>
            <p:cNvSpPr/>
            <p:nvPr/>
          </p:nvSpPr>
          <p:spPr>
            <a:xfrm>
              <a:off x="7184804" y="20347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3" name="pt28023"/>
            <p:cNvSpPr/>
            <p:nvPr/>
          </p:nvSpPr>
          <p:spPr>
            <a:xfrm>
              <a:off x="7325962" y="20458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4" name="pt28024"/>
            <p:cNvSpPr/>
            <p:nvPr/>
          </p:nvSpPr>
          <p:spPr>
            <a:xfrm>
              <a:off x="7188013" y="20937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5" name="pt28025"/>
            <p:cNvSpPr/>
            <p:nvPr/>
          </p:nvSpPr>
          <p:spPr>
            <a:xfrm>
              <a:off x="6777600" y="26610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6" name="pt28026"/>
            <p:cNvSpPr/>
            <p:nvPr/>
          </p:nvSpPr>
          <p:spPr>
            <a:xfrm>
              <a:off x="7248825" y="20796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7" name="pt28027"/>
            <p:cNvSpPr/>
            <p:nvPr/>
          </p:nvSpPr>
          <p:spPr>
            <a:xfrm>
              <a:off x="7101677" y="21801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8" name="pt28028"/>
            <p:cNvSpPr/>
            <p:nvPr/>
          </p:nvSpPr>
          <p:spPr>
            <a:xfrm>
              <a:off x="7144310" y="20725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9" name="pt28029"/>
            <p:cNvSpPr/>
            <p:nvPr/>
          </p:nvSpPr>
          <p:spPr>
            <a:xfrm>
              <a:off x="7178529" y="21179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0" name="pt28030"/>
            <p:cNvSpPr/>
            <p:nvPr/>
          </p:nvSpPr>
          <p:spPr>
            <a:xfrm>
              <a:off x="6995444" y="20252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1" name="pt28031"/>
            <p:cNvSpPr/>
            <p:nvPr/>
          </p:nvSpPr>
          <p:spPr>
            <a:xfrm>
              <a:off x="7181133" y="20472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2" name="pt28032"/>
            <p:cNvSpPr/>
            <p:nvPr/>
          </p:nvSpPr>
          <p:spPr>
            <a:xfrm>
              <a:off x="7138665" y="22927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3" name="pt28033"/>
            <p:cNvSpPr/>
            <p:nvPr/>
          </p:nvSpPr>
          <p:spPr>
            <a:xfrm>
              <a:off x="7118466" y="21882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4" name="pt28034"/>
            <p:cNvSpPr/>
            <p:nvPr/>
          </p:nvSpPr>
          <p:spPr>
            <a:xfrm>
              <a:off x="7122145" y="21222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5" name="pt28035"/>
            <p:cNvSpPr/>
            <p:nvPr/>
          </p:nvSpPr>
          <p:spPr>
            <a:xfrm>
              <a:off x="7168343" y="22244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6" name="pt28036"/>
            <p:cNvSpPr/>
            <p:nvPr/>
          </p:nvSpPr>
          <p:spPr>
            <a:xfrm>
              <a:off x="7178299" y="21032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7" name="pt28037"/>
            <p:cNvSpPr/>
            <p:nvPr/>
          </p:nvSpPr>
          <p:spPr>
            <a:xfrm>
              <a:off x="7422776" y="25990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8" name="pt28038"/>
            <p:cNvSpPr/>
            <p:nvPr/>
          </p:nvSpPr>
          <p:spPr>
            <a:xfrm>
              <a:off x="6992488" y="19291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9" name="pt28039"/>
            <p:cNvSpPr/>
            <p:nvPr/>
          </p:nvSpPr>
          <p:spPr>
            <a:xfrm>
              <a:off x="6910875" y="20201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0" name="pt28040"/>
            <p:cNvSpPr/>
            <p:nvPr/>
          </p:nvSpPr>
          <p:spPr>
            <a:xfrm>
              <a:off x="7282911" y="20219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1" name="pt28041"/>
            <p:cNvSpPr/>
            <p:nvPr/>
          </p:nvSpPr>
          <p:spPr>
            <a:xfrm>
              <a:off x="7201760" y="22604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2" name="pt28042"/>
            <p:cNvSpPr/>
            <p:nvPr/>
          </p:nvSpPr>
          <p:spPr>
            <a:xfrm>
              <a:off x="7133364" y="23609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3" name="pt28043"/>
            <p:cNvSpPr/>
            <p:nvPr/>
          </p:nvSpPr>
          <p:spPr>
            <a:xfrm>
              <a:off x="6887317" y="19250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4" name="pt28044"/>
            <p:cNvSpPr/>
            <p:nvPr/>
          </p:nvSpPr>
          <p:spPr>
            <a:xfrm>
              <a:off x="7321441" y="22116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5" name="pt28045"/>
            <p:cNvSpPr/>
            <p:nvPr/>
          </p:nvSpPr>
          <p:spPr>
            <a:xfrm>
              <a:off x="6985869" y="21779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6" name="pt28046"/>
            <p:cNvSpPr/>
            <p:nvPr/>
          </p:nvSpPr>
          <p:spPr>
            <a:xfrm>
              <a:off x="7204327" y="21922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7" name="pt28047"/>
            <p:cNvSpPr/>
            <p:nvPr/>
          </p:nvSpPr>
          <p:spPr>
            <a:xfrm>
              <a:off x="7325212" y="22006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8" name="pt28048"/>
            <p:cNvSpPr/>
            <p:nvPr/>
          </p:nvSpPr>
          <p:spPr>
            <a:xfrm>
              <a:off x="6833441" y="22575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9" name="pt28049"/>
            <p:cNvSpPr/>
            <p:nvPr/>
          </p:nvSpPr>
          <p:spPr>
            <a:xfrm>
              <a:off x="7273307" y="19832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0" name="pt28050"/>
            <p:cNvSpPr/>
            <p:nvPr/>
          </p:nvSpPr>
          <p:spPr>
            <a:xfrm>
              <a:off x="7079193" y="22173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1" name="pt28051"/>
            <p:cNvSpPr/>
            <p:nvPr/>
          </p:nvSpPr>
          <p:spPr>
            <a:xfrm>
              <a:off x="6703674" y="21548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2" name="pt28052"/>
            <p:cNvSpPr/>
            <p:nvPr/>
          </p:nvSpPr>
          <p:spPr>
            <a:xfrm>
              <a:off x="7245881" y="20408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3" name="pt28053"/>
            <p:cNvSpPr/>
            <p:nvPr/>
          </p:nvSpPr>
          <p:spPr>
            <a:xfrm>
              <a:off x="7020890" y="19596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4" name="pt28054"/>
            <p:cNvSpPr/>
            <p:nvPr/>
          </p:nvSpPr>
          <p:spPr>
            <a:xfrm>
              <a:off x="7166200" y="21712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5" name="pt28055"/>
            <p:cNvSpPr/>
            <p:nvPr/>
          </p:nvSpPr>
          <p:spPr>
            <a:xfrm>
              <a:off x="7406493" y="24867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6" name="pt28056"/>
            <p:cNvSpPr/>
            <p:nvPr/>
          </p:nvSpPr>
          <p:spPr>
            <a:xfrm>
              <a:off x="7133481" y="23294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7" name="pt28057"/>
            <p:cNvSpPr/>
            <p:nvPr/>
          </p:nvSpPr>
          <p:spPr>
            <a:xfrm>
              <a:off x="7337908" y="23073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8" name="pt28058"/>
            <p:cNvSpPr/>
            <p:nvPr/>
          </p:nvSpPr>
          <p:spPr>
            <a:xfrm>
              <a:off x="7262974" y="20564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9" name="pt28059"/>
            <p:cNvSpPr/>
            <p:nvPr/>
          </p:nvSpPr>
          <p:spPr>
            <a:xfrm>
              <a:off x="7080372" y="21098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0" name="pt28060"/>
            <p:cNvSpPr/>
            <p:nvPr/>
          </p:nvSpPr>
          <p:spPr>
            <a:xfrm>
              <a:off x="6767777" y="23698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1" name="pt28061"/>
            <p:cNvSpPr/>
            <p:nvPr/>
          </p:nvSpPr>
          <p:spPr>
            <a:xfrm>
              <a:off x="7165281" y="22455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2" name="pt28062"/>
            <p:cNvSpPr/>
            <p:nvPr/>
          </p:nvSpPr>
          <p:spPr>
            <a:xfrm>
              <a:off x="7238295" y="20006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3" name="pt28063"/>
            <p:cNvSpPr/>
            <p:nvPr/>
          </p:nvSpPr>
          <p:spPr>
            <a:xfrm>
              <a:off x="7133833" y="22835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4" name="pt28064"/>
            <p:cNvSpPr/>
            <p:nvPr/>
          </p:nvSpPr>
          <p:spPr>
            <a:xfrm>
              <a:off x="7199113" y="21523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5" name="pt28065"/>
            <p:cNvSpPr/>
            <p:nvPr/>
          </p:nvSpPr>
          <p:spPr>
            <a:xfrm>
              <a:off x="7151795" y="20683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6" name="pt28066"/>
            <p:cNvSpPr/>
            <p:nvPr/>
          </p:nvSpPr>
          <p:spPr>
            <a:xfrm>
              <a:off x="7248210" y="20754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7" name="pt28067"/>
            <p:cNvSpPr/>
            <p:nvPr/>
          </p:nvSpPr>
          <p:spPr>
            <a:xfrm>
              <a:off x="7119643" y="21613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8" name="pt28068"/>
            <p:cNvSpPr/>
            <p:nvPr/>
          </p:nvSpPr>
          <p:spPr>
            <a:xfrm>
              <a:off x="7162689" y="21520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9" name="pt28069"/>
            <p:cNvSpPr/>
            <p:nvPr/>
          </p:nvSpPr>
          <p:spPr>
            <a:xfrm>
              <a:off x="6952434" y="20844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0" name="pt28070"/>
            <p:cNvSpPr/>
            <p:nvPr/>
          </p:nvSpPr>
          <p:spPr>
            <a:xfrm>
              <a:off x="7278955" y="19493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1" name="pt28071"/>
            <p:cNvSpPr/>
            <p:nvPr/>
          </p:nvSpPr>
          <p:spPr>
            <a:xfrm>
              <a:off x="7107067" y="20527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2" name="pt28072"/>
            <p:cNvSpPr/>
            <p:nvPr/>
          </p:nvSpPr>
          <p:spPr>
            <a:xfrm>
              <a:off x="7128731" y="23582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3" name="pt28073"/>
            <p:cNvSpPr/>
            <p:nvPr/>
          </p:nvSpPr>
          <p:spPr>
            <a:xfrm>
              <a:off x="6999056" y="17854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4" name="pt28074"/>
            <p:cNvSpPr/>
            <p:nvPr/>
          </p:nvSpPr>
          <p:spPr>
            <a:xfrm>
              <a:off x="7130724" y="21621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5" name="pt28075"/>
            <p:cNvSpPr/>
            <p:nvPr/>
          </p:nvSpPr>
          <p:spPr>
            <a:xfrm>
              <a:off x="7358528" y="1925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6" name="pt28076"/>
            <p:cNvSpPr/>
            <p:nvPr/>
          </p:nvSpPr>
          <p:spPr>
            <a:xfrm>
              <a:off x="7171948" y="20864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7" name="pt28077"/>
            <p:cNvSpPr/>
            <p:nvPr/>
          </p:nvSpPr>
          <p:spPr>
            <a:xfrm>
              <a:off x="7003842" y="20093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8" name="pt28078"/>
            <p:cNvSpPr/>
            <p:nvPr/>
          </p:nvSpPr>
          <p:spPr>
            <a:xfrm>
              <a:off x="6979132" y="19467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9" name="pt28079"/>
            <p:cNvSpPr/>
            <p:nvPr/>
          </p:nvSpPr>
          <p:spPr>
            <a:xfrm>
              <a:off x="7277365" y="19616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0" name="pt28080"/>
            <p:cNvSpPr/>
            <p:nvPr/>
          </p:nvSpPr>
          <p:spPr>
            <a:xfrm>
              <a:off x="6975563" y="18318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1" name="pt28081"/>
            <p:cNvSpPr/>
            <p:nvPr/>
          </p:nvSpPr>
          <p:spPr>
            <a:xfrm>
              <a:off x="6950124" y="1998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2" name="pt28082"/>
            <p:cNvSpPr/>
            <p:nvPr/>
          </p:nvSpPr>
          <p:spPr>
            <a:xfrm>
              <a:off x="7257948" y="20192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3" name="pt28083"/>
            <p:cNvSpPr/>
            <p:nvPr/>
          </p:nvSpPr>
          <p:spPr>
            <a:xfrm>
              <a:off x="7169829" y="21439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4" name="pt28084"/>
            <p:cNvSpPr/>
            <p:nvPr/>
          </p:nvSpPr>
          <p:spPr>
            <a:xfrm>
              <a:off x="6999339" y="19564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5" name="pt28085"/>
            <p:cNvSpPr/>
            <p:nvPr/>
          </p:nvSpPr>
          <p:spPr>
            <a:xfrm>
              <a:off x="6961285" y="19306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6" name="pt28086"/>
            <p:cNvSpPr/>
            <p:nvPr/>
          </p:nvSpPr>
          <p:spPr>
            <a:xfrm>
              <a:off x="7130148" y="23202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7" name="pt28087"/>
            <p:cNvSpPr/>
            <p:nvPr/>
          </p:nvSpPr>
          <p:spPr>
            <a:xfrm>
              <a:off x="7184142" y="21278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8" name="pt28088"/>
            <p:cNvSpPr/>
            <p:nvPr/>
          </p:nvSpPr>
          <p:spPr>
            <a:xfrm>
              <a:off x="7118166" y="21766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9" name="pt28089"/>
            <p:cNvSpPr/>
            <p:nvPr/>
          </p:nvSpPr>
          <p:spPr>
            <a:xfrm>
              <a:off x="7275984" y="19923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0" name="pt28090"/>
            <p:cNvSpPr/>
            <p:nvPr/>
          </p:nvSpPr>
          <p:spPr>
            <a:xfrm>
              <a:off x="7282137" y="19819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1" name="pt28091"/>
            <p:cNvSpPr/>
            <p:nvPr/>
          </p:nvSpPr>
          <p:spPr>
            <a:xfrm>
              <a:off x="6983228" y="2070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2" name="pt28092"/>
            <p:cNvSpPr/>
            <p:nvPr/>
          </p:nvSpPr>
          <p:spPr>
            <a:xfrm>
              <a:off x="7136277" y="2286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3" name="pt28093"/>
            <p:cNvSpPr/>
            <p:nvPr/>
          </p:nvSpPr>
          <p:spPr>
            <a:xfrm>
              <a:off x="7009360" y="19981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4" name="pt28094"/>
            <p:cNvSpPr/>
            <p:nvPr/>
          </p:nvSpPr>
          <p:spPr>
            <a:xfrm>
              <a:off x="7013352" y="20136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5" name="pt28095"/>
            <p:cNvSpPr/>
            <p:nvPr/>
          </p:nvSpPr>
          <p:spPr>
            <a:xfrm>
              <a:off x="7012456" y="19385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6" name="pt28096"/>
            <p:cNvSpPr/>
            <p:nvPr/>
          </p:nvSpPr>
          <p:spPr>
            <a:xfrm>
              <a:off x="6827796" y="21283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7" name="pt28097"/>
            <p:cNvSpPr/>
            <p:nvPr/>
          </p:nvSpPr>
          <p:spPr>
            <a:xfrm>
              <a:off x="7102246" y="21950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8" name="pt28098"/>
            <p:cNvSpPr/>
            <p:nvPr/>
          </p:nvSpPr>
          <p:spPr>
            <a:xfrm>
              <a:off x="7030823" y="23619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9" name="pt28099"/>
            <p:cNvSpPr/>
            <p:nvPr/>
          </p:nvSpPr>
          <p:spPr>
            <a:xfrm>
              <a:off x="7146691" y="20419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0" name="pt28100"/>
            <p:cNvSpPr/>
            <p:nvPr/>
          </p:nvSpPr>
          <p:spPr>
            <a:xfrm>
              <a:off x="6974043" y="19492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1" name="pt28101"/>
            <p:cNvSpPr/>
            <p:nvPr/>
          </p:nvSpPr>
          <p:spPr>
            <a:xfrm>
              <a:off x="7225419" y="23266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2" name="pt28102"/>
            <p:cNvSpPr/>
            <p:nvPr/>
          </p:nvSpPr>
          <p:spPr>
            <a:xfrm>
              <a:off x="6987055" y="19466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3" name="pt28103"/>
            <p:cNvSpPr/>
            <p:nvPr/>
          </p:nvSpPr>
          <p:spPr>
            <a:xfrm>
              <a:off x="6866981" y="20399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4" name="pt28104"/>
            <p:cNvSpPr/>
            <p:nvPr/>
          </p:nvSpPr>
          <p:spPr>
            <a:xfrm>
              <a:off x="7237046" y="21244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5" name="pt28105"/>
            <p:cNvSpPr/>
            <p:nvPr/>
          </p:nvSpPr>
          <p:spPr>
            <a:xfrm>
              <a:off x="6901218" y="22395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6" name="pt28106"/>
            <p:cNvSpPr/>
            <p:nvPr/>
          </p:nvSpPr>
          <p:spPr>
            <a:xfrm>
              <a:off x="6882017" y="21823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7" name="pt28107"/>
            <p:cNvSpPr/>
            <p:nvPr/>
          </p:nvSpPr>
          <p:spPr>
            <a:xfrm>
              <a:off x="6952366" y="19759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8" name="pt28108"/>
            <p:cNvSpPr/>
            <p:nvPr/>
          </p:nvSpPr>
          <p:spPr>
            <a:xfrm>
              <a:off x="7330222" y="20279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9" name="pt28109"/>
            <p:cNvSpPr/>
            <p:nvPr/>
          </p:nvSpPr>
          <p:spPr>
            <a:xfrm>
              <a:off x="7130770" y="22787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0" name="pt28110"/>
            <p:cNvSpPr/>
            <p:nvPr/>
          </p:nvSpPr>
          <p:spPr>
            <a:xfrm>
              <a:off x="7112641" y="21121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1" name="pt28111"/>
            <p:cNvSpPr/>
            <p:nvPr/>
          </p:nvSpPr>
          <p:spPr>
            <a:xfrm>
              <a:off x="7002880" y="20232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2" name="pt28112"/>
            <p:cNvSpPr/>
            <p:nvPr/>
          </p:nvSpPr>
          <p:spPr>
            <a:xfrm>
              <a:off x="6977318" y="20026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3" name="pt28113"/>
            <p:cNvSpPr/>
            <p:nvPr/>
          </p:nvSpPr>
          <p:spPr>
            <a:xfrm>
              <a:off x="6898640" y="20264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4" name="pt28114"/>
            <p:cNvSpPr/>
            <p:nvPr/>
          </p:nvSpPr>
          <p:spPr>
            <a:xfrm>
              <a:off x="6804917" y="22064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5" name="pt28115"/>
            <p:cNvSpPr/>
            <p:nvPr/>
          </p:nvSpPr>
          <p:spPr>
            <a:xfrm>
              <a:off x="7331474" y="20728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6" name="pt28116"/>
            <p:cNvSpPr/>
            <p:nvPr/>
          </p:nvSpPr>
          <p:spPr>
            <a:xfrm>
              <a:off x="7439774" y="27355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7" name="pt28117"/>
            <p:cNvSpPr/>
            <p:nvPr/>
          </p:nvSpPr>
          <p:spPr>
            <a:xfrm>
              <a:off x="7119758" y="21470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8" name="pt28118"/>
            <p:cNvSpPr/>
            <p:nvPr/>
          </p:nvSpPr>
          <p:spPr>
            <a:xfrm>
              <a:off x="7033920" y="24060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9" name="pt28119"/>
            <p:cNvSpPr/>
            <p:nvPr/>
          </p:nvSpPr>
          <p:spPr>
            <a:xfrm>
              <a:off x="7074191" y="21900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0" name="pt28120"/>
            <p:cNvSpPr/>
            <p:nvPr/>
          </p:nvSpPr>
          <p:spPr>
            <a:xfrm>
              <a:off x="7323530" y="17676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1" name="pt28121"/>
            <p:cNvSpPr/>
            <p:nvPr/>
          </p:nvSpPr>
          <p:spPr>
            <a:xfrm>
              <a:off x="7200137" y="21230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2" name="pt28122"/>
            <p:cNvSpPr/>
            <p:nvPr/>
          </p:nvSpPr>
          <p:spPr>
            <a:xfrm>
              <a:off x="7166701" y="22383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3" name="pt28123"/>
            <p:cNvSpPr/>
            <p:nvPr/>
          </p:nvSpPr>
          <p:spPr>
            <a:xfrm>
              <a:off x="7399215" y="27781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4" name="pt28124"/>
            <p:cNvSpPr/>
            <p:nvPr/>
          </p:nvSpPr>
          <p:spPr>
            <a:xfrm>
              <a:off x="7218403" y="20322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5" name="pt28125"/>
            <p:cNvSpPr/>
            <p:nvPr/>
          </p:nvSpPr>
          <p:spPr>
            <a:xfrm>
              <a:off x="7163562" y="21311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6" name="pt28126"/>
            <p:cNvSpPr/>
            <p:nvPr/>
          </p:nvSpPr>
          <p:spPr>
            <a:xfrm>
              <a:off x="7212918" y="21002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7" name="pt28127"/>
            <p:cNvSpPr/>
            <p:nvPr/>
          </p:nvSpPr>
          <p:spPr>
            <a:xfrm>
              <a:off x="7178789" y="20306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8" name="pt28128"/>
            <p:cNvSpPr/>
            <p:nvPr/>
          </p:nvSpPr>
          <p:spPr>
            <a:xfrm>
              <a:off x="7188412" y="2175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9" name="pt28129"/>
            <p:cNvSpPr/>
            <p:nvPr/>
          </p:nvSpPr>
          <p:spPr>
            <a:xfrm>
              <a:off x="7077598" y="21976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0" name="pt28130"/>
            <p:cNvSpPr/>
            <p:nvPr/>
          </p:nvSpPr>
          <p:spPr>
            <a:xfrm>
              <a:off x="7405524" y="24946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1" name="pt28131"/>
            <p:cNvSpPr/>
            <p:nvPr/>
          </p:nvSpPr>
          <p:spPr>
            <a:xfrm>
              <a:off x="7171684" y="21294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2" name="pt28132"/>
            <p:cNvSpPr/>
            <p:nvPr/>
          </p:nvSpPr>
          <p:spPr>
            <a:xfrm>
              <a:off x="7099506" y="21349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3" name="pt28133"/>
            <p:cNvSpPr/>
            <p:nvPr/>
          </p:nvSpPr>
          <p:spPr>
            <a:xfrm>
              <a:off x="7230785" y="23363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4" name="pt28134"/>
            <p:cNvSpPr/>
            <p:nvPr/>
          </p:nvSpPr>
          <p:spPr>
            <a:xfrm>
              <a:off x="7022646" y="22221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5" name="pt28135"/>
            <p:cNvSpPr/>
            <p:nvPr/>
          </p:nvSpPr>
          <p:spPr>
            <a:xfrm>
              <a:off x="7204292" y="21179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6" name="pt28136"/>
            <p:cNvSpPr/>
            <p:nvPr/>
          </p:nvSpPr>
          <p:spPr>
            <a:xfrm>
              <a:off x="6826242" y="22205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7" name="pt28137"/>
            <p:cNvSpPr/>
            <p:nvPr/>
          </p:nvSpPr>
          <p:spPr>
            <a:xfrm>
              <a:off x="7284507" y="19808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8" name="pt28138"/>
            <p:cNvSpPr/>
            <p:nvPr/>
          </p:nvSpPr>
          <p:spPr>
            <a:xfrm>
              <a:off x="7059575" y="22306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9" name="pt28139"/>
            <p:cNvSpPr/>
            <p:nvPr/>
          </p:nvSpPr>
          <p:spPr>
            <a:xfrm>
              <a:off x="6865461" y="21186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0" name="pt28140"/>
            <p:cNvSpPr/>
            <p:nvPr/>
          </p:nvSpPr>
          <p:spPr>
            <a:xfrm>
              <a:off x="6961377" y="19818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1" name="pt28141"/>
            <p:cNvSpPr/>
            <p:nvPr/>
          </p:nvSpPr>
          <p:spPr>
            <a:xfrm>
              <a:off x="7329782" y="20113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2" name="pt28142"/>
            <p:cNvSpPr/>
            <p:nvPr/>
          </p:nvSpPr>
          <p:spPr>
            <a:xfrm>
              <a:off x="7131152" y="22624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3" name="pt28143"/>
            <p:cNvSpPr/>
            <p:nvPr/>
          </p:nvSpPr>
          <p:spPr>
            <a:xfrm>
              <a:off x="7165151" y="21506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4" name="pt28144"/>
            <p:cNvSpPr/>
            <p:nvPr/>
          </p:nvSpPr>
          <p:spPr>
            <a:xfrm>
              <a:off x="6962910" y="19961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5" name="pt28145"/>
            <p:cNvSpPr/>
            <p:nvPr/>
          </p:nvSpPr>
          <p:spPr>
            <a:xfrm>
              <a:off x="7394649" y="24579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6" name="pt28146"/>
            <p:cNvSpPr/>
            <p:nvPr/>
          </p:nvSpPr>
          <p:spPr>
            <a:xfrm>
              <a:off x="6932096" y="19349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7" name="pt28147"/>
            <p:cNvSpPr/>
            <p:nvPr/>
          </p:nvSpPr>
          <p:spPr>
            <a:xfrm>
              <a:off x="7033010" y="22363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8" name="pt28148"/>
            <p:cNvSpPr/>
            <p:nvPr/>
          </p:nvSpPr>
          <p:spPr>
            <a:xfrm>
              <a:off x="7020133" y="20781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9" name="pt28149"/>
            <p:cNvSpPr/>
            <p:nvPr/>
          </p:nvSpPr>
          <p:spPr>
            <a:xfrm>
              <a:off x="7093676" y="21030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0" name="pt28150"/>
            <p:cNvSpPr/>
            <p:nvPr/>
          </p:nvSpPr>
          <p:spPr>
            <a:xfrm>
              <a:off x="7186983" y="21894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1" name="pt28151"/>
            <p:cNvSpPr/>
            <p:nvPr/>
          </p:nvSpPr>
          <p:spPr>
            <a:xfrm>
              <a:off x="7001946" y="18324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2" name="pt28152"/>
            <p:cNvSpPr/>
            <p:nvPr/>
          </p:nvSpPr>
          <p:spPr>
            <a:xfrm>
              <a:off x="7077981" y="21257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3" name="pt28153"/>
            <p:cNvSpPr/>
            <p:nvPr/>
          </p:nvSpPr>
          <p:spPr>
            <a:xfrm>
              <a:off x="7385030" y="27105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4" name="pt28154"/>
            <p:cNvSpPr/>
            <p:nvPr/>
          </p:nvSpPr>
          <p:spPr>
            <a:xfrm>
              <a:off x="6974785" y="20597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5" name="pt28155"/>
            <p:cNvSpPr/>
            <p:nvPr/>
          </p:nvSpPr>
          <p:spPr>
            <a:xfrm>
              <a:off x="7200336" y="21002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6" name="pt28156"/>
            <p:cNvSpPr/>
            <p:nvPr/>
          </p:nvSpPr>
          <p:spPr>
            <a:xfrm>
              <a:off x="7234747" y="19375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7" name="pt28157"/>
            <p:cNvSpPr/>
            <p:nvPr/>
          </p:nvSpPr>
          <p:spPr>
            <a:xfrm>
              <a:off x="7062041" y="22074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8" name="pt28158"/>
            <p:cNvSpPr/>
            <p:nvPr/>
          </p:nvSpPr>
          <p:spPr>
            <a:xfrm>
              <a:off x="6966405" y="20531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9" name="pt28159"/>
            <p:cNvSpPr/>
            <p:nvPr/>
          </p:nvSpPr>
          <p:spPr>
            <a:xfrm>
              <a:off x="7082540" y="2237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0" name="pt28160"/>
            <p:cNvSpPr/>
            <p:nvPr/>
          </p:nvSpPr>
          <p:spPr>
            <a:xfrm>
              <a:off x="7260852" y="19652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1" name="pt28161"/>
            <p:cNvSpPr/>
            <p:nvPr/>
          </p:nvSpPr>
          <p:spPr>
            <a:xfrm>
              <a:off x="7062584" y="22229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2" name="pt28162"/>
            <p:cNvSpPr/>
            <p:nvPr/>
          </p:nvSpPr>
          <p:spPr>
            <a:xfrm>
              <a:off x="7113040" y="21366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3" name="pt28163"/>
            <p:cNvSpPr/>
            <p:nvPr/>
          </p:nvSpPr>
          <p:spPr>
            <a:xfrm>
              <a:off x="7321041" y="21125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4" name="pt28164"/>
            <p:cNvSpPr/>
            <p:nvPr/>
          </p:nvSpPr>
          <p:spPr>
            <a:xfrm>
              <a:off x="6957252" y="19999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5" name="pt28165"/>
            <p:cNvSpPr/>
            <p:nvPr/>
          </p:nvSpPr>
          <p:spPr>
            <a:xfrm>
              <a:off x="7127575" y="23285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6" name="pt28166"/>
            <p:cNvSpPr/>
            <p:nvPr/>
          </p:nvSpPr>
          <p:spPr>
            <a:xfrm>
              <a:off x="7008954" y="20186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7" name="pt28167"/>
            <p:cNvSpPr/>
            <p:nvPr/>
          </p:nvSpPr>
          <p:spPr>
            <a:xfrm>
              <a:off x="7017827" y="18270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8" name="pt28168"/>
            <p:cNvSpPr/>
            <p:nvPr/>
          </p:nvSpPr>
          <p:spPr>
            <a:xfrm>
              <a:off x="6987763" y="20222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9" name="pt28169"/>
            <p:cNvSpPr/>
            <p:nvPr/>
          </p:nvSpPr>
          <p:spPr>
            <a:xfrm>
              <a:off x="7319397" y="20736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0" name="pt28170"/>
            <p:cNvSpPr/>
            <p:nvPr/>
          </p:nvSpPr>
          <p:spPr>
            <a:xfrm>
              <a:off x="6953369" y="21388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1" name="pt28171"/>
            <p:cNvSpPr/>
            <p:nvPr/>
          </p:nvSpPr>
          <p:spPr>
            <a:xfrm>
              <a:off x="7242194" y="2137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2" name="pt28172"/>
            <p:cNvSpPr/>
            <p:nvPr/>
          </p:nvSpPr>
          <p:spPr>
            <a:xfrm>
              <a:off x="7059774" y="22649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3" name="pt28173"/>
            <p:cNvSpPr/>
            <p:nvPr/>
          </p:nvSpPr>
          <p:spPr>
            <a:xfrm>
              <a:off x="7098141" y="21631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4" name="pt28174"/>
            <p:cNvSpPr/>
            <p:nvPr/>
          </p:nvSpPr>
          <p:spPr>
            <a:xfrm>
              <a:off x="7033343" y="22653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5" name="pt28175"/>
            <p:cNvSpPr/>
            <p:nvPr/>
          </p:nvSpPr>
          <p:spPr>
            <a:xfrm>
              <a:off x="7054824" y="22151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6" name="pt28176"/>
            <p:cNvSpPr/>
            <p:nvPr/>
          </p:nvSpPr>
          <p:spPr>
            <a:xfrm>
              <a:off x="7144272" y="21153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7" name="pt28177"/>
            <p:cNvSpPr/>
            <p:nvPr/>
          </p:nvSpPr>
          <p:spPr>
            <a:xfrm>
              <a:off x="6992762" y="1917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8" name="pt28178"/>
            <p:cNvSpPr/>
            <p:nvPr/>
          </p:nvSpPr>
          <p:spPr>
            <a:xfrm>
              <a:off x="6955419" y="20220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9" name="pt28179"/>
            <p:cNvSpPr/>
            <p:nvPr/>
          </p:nvSpPr>
          <p:spPr>
            <a:xfrm>
              <a:off x="6843842" y="24685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0" name="pt28180"/>
            <p:cNvSpPr/>
            <p:nvPr/>
          </p:nvSpPr>
          <p:spPr>
            <a:xfrm>
              <a:off x="7120922" y="22483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1" name="pt28181"/>
            <p:cNvSpPr/>
            <p:nvPr/>
          </p:nvSpPr>
          <p:spPr>
            <a:xfrm>
              <a:off x="7220035" y="18483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2" name="pt28182"/>
            <p:cNvSpPr/>
            <p:nvPr/>
          </p:nvSpPr>
          <p:spPr>
            <a:xfrm>
              <a:off x="6930580" y="21329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3" name="pt28183"/>
            <p:cNvSpPr/>
            <p:nvPr/>
          </p:nvSpPr>
          <p:spPr>
            <a:xfrm>
              <a:off x="7038647" y="24337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4" name="pt28184"/>
            <p:cNvSpPr/>
            <p:nvPr/>
          </p:nvSpPr>
          <p:spPr>
            <a:xfrm>
              <a:off x="6999035" y="19454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5" name="pt28185"/>
            <p:cNvSpPr/>
            <p:nvPr/>
          </p:nvSpPr>
          <p:spPr>
            <a:xfrm>
              <a:off x="7192588" y="2332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6" name="pt28186"/>
            <p:cNvSpPr/>
            <p:nvPr/>
          </p:nvSpPr>
          <p:spPr>
            <a:xfrm>
              <a:off x="7187493" y="21873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7" name="pt28187"/>
            <p:cNvSpPr/>
            <p:nvPr/>
          </p:nvSpPr>
          <p:spPr>
            <a:xfrm>
              <a:off x="7144162" y="21198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8" name="pt28188"/>
            <p:cNvSpPr/>
            <p:nvPr/>
          </p:nvSpPr>
          <p:spPr>
            <a:xfrm>
              <a:off x="7144161" y="21191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9" name="pt28189"/>
            <p:cNvSpPr/>
            <p:nvPr/>
          </p:nvSpPr>
          <p:spPr>
            <a:xfrm>
              <a:off x="7249023" y="21654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0" name="pt28190"/>
            <p:cNvSpPr/>
            <p:nvPr/>
          </p:nvSpPr>
          <p:spPr>
            <a:xfrm>
              <a:off x="7161846" y="21208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1" name="pt28191"/>
            <p:cNvSpPr/>
            <p:nvPr/>
          </p:nvSpPr>
          <p:spPr>
            <a:xfrm>
              <a:off x="6974934" y="20347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2" name="pt28192"/>
            <p:cNvSpPr/>
            <p:nvPr/>
          </p:nvSpPr>
          <p:spPr>
            <a:xfrm>
              <a:off x="6797212" y="25156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3" name="pt28193"/>
            <p:cNvSpPr/>
            <p:nvPr/>
          </p:nvSpPr>
          <p:spPr>
            <a:xfrm>
              <a:off x="6970871" y="20741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4" name="pt28194"/>
            <p:cNvSpPr/>
            <p:nvPr/>
          </p:nvSpPr>
          <p:spPr>
            <a:xfrm>
              <a:off x="7230560" y="20404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5" name="pt28195"/>
            <p:cNvSpPr/>
            <p:nvPr/>
          </p:nvSpPr>
          <p:spPr>
            <a:xfrm>
              <a:off x="6981921" y="21850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6" name="pt28196"/>
            <p:cNvSpPr/>
            <p:nvPr/>
          </p:nvSpPr>
          <p:spPr>
            <a:xfrm>
              <a:off x="6996725" y="18658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7" name="pt28197"/>
            <p:cNvSpPr/>
            <p:nvPr/>
          </p:nvSpPr>
          <p:spPr>
            <a:xfrm>
              <a:off x="7248950" y="21194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8" name="pt28198"/>
            <p:cNvSpPr/>
            <p:nvPr/>
          </p:nvSpPr>
          <p:spPr>
            <a:xfrm>
              <a:off x="7058859" y="20073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9" name="pt28199"/>
            <p:cNvSpPr/>
            <p:nvPr/>
          </p:nvSpPr>
          <p:spPr>
            <a:xfrm>
              <a:off x="7274845" y="19784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0" name="pt28200"/>
            <p:cNvSpPr/>
            <p:nvPr/>
          </p:nvSpPr>
          <p:spPr>
            <a:xfrm>
              <a:off x="7231022" y="22790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1" name="pt28201"/>
            <p:cNvSpPr/>
            <p:nvPr/>
          </p:nvSpPr>
          <p:spPr>
            <a:xfrm>
              <a:off x="7130796" y="22694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2" name="pt28202"/>
            <p:cNvSpPr/>
            <p:nvPr/>
          </p:nvSpPr>
          <p:spPr>
            <a:xfrm>
              <a:off x="7205767" y="22014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3" name="pt28203"/>
            <p:cNvSpPr/>
            <p:nvPr/>
          </p:nvSpPr>
          <p:spPr>
            <a:xfrm>
              <a:off x="7157897" y="2031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4" name="pt28204"/>
            <p:cNvSpPr/>
            <p:nvPr/>
          </p:nvSpPr>
          <p:spPr>
            <a:xfrm>
              <a:off x="6624676" y="19808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5" name="pt28205"/>
            <p:cNvSpPr/>
            <p:nvPr/>
          </p:nvSpPr>
          <p:spPr>
            <a:xfrm>
              <a:off x="6997090" y="20037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6" name="pt28206"/>
            <p:cNvSpPr/>
            <p:nvPr/>
          </p:nvSpPr>
          <p:spPr>
            <a:xfrm>
              <a:off x="6964809" y="20344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7" name="pt28207"/>
            <p:cNvSpPr/>
            <p:nvPr/>
          </p:nvSpPr>
          <p:spPr>
            <a:xfrm>
              <a:off x="7327562" y="21318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8" name="pt28208"/>
            <p:cNvSpPr/>
            <p:nvPr/>
          </p:nvSpPr>
          <p:spPr>
            <a:xfrm>
              <a:off x="7082808" y="21014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9" name="pt28209"/>
            <p:cNvSpPr/>
            <p:nvPr/>
          </p:nvSpPr>
          <p:spPr>
            <a:xfrm>
              <a:off x="7184065" y="20731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0" name="pt28210"/>
            <p:cNvSpPr/>
            <p:nvPr/>
          </p:nvSpPr>
          <p:spPr>
            <a:xfrm>
              <a:off x="7049406" y="1700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1" name="pt28211"/>
            <p:cNvSpPr/>
            <p:nvPr/>
          </p:nvSpPr>
          <p:spPr>
            <a:xfrm>
              <a:off x="7165709" y="21926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2" name="pt28212"/>
            <p:cNvSpPr/>
            <p:nvPr/>
          </p:nvSpPr>
          <p:spPr>
            <a:xfrm>
              <a:off x="7006092" y="19917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3" name="pt28213"/>
            <p:cNvSpPr/>
            <p:nvPr/>
          </p:nvSpPr>
          <p:spPr>
            <a:xfrm>
              <a:off x="7035697" y="24209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4" name="pt28214"/>
            <p:cNvSpPr/>
            <p:nvPr/>
          </p:nvSpPr>
          <p:spPr>
            <a:xfrm>
              <a:off x="7123836" y="20839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5" name="pt28215"/>
            <p:cNvSpPr/>
            <p:nvPr/>
          </p:nvSpPr>
          <p:spPr>
            <a:xfrm>
              <a:off x="7151986" y="20037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6" name="pt28216"/>
            <p:cNvSpPr/>
            <p:nvPr/>
          </p:nvSpPr>
          <p:spPr>
            <a:xfrm>
              <a:off x="7098907" y="20088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7" name="pt28217"/>
            <p:cNvSpPr/>
            <p:nvPr/>
          </p:nvSpPr>
          <p:spPr>
            <a:xfrm>
              <a:off x="7164318" y="21505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8" name="pt28218"/>
            <p:cNvSpPr/>
            <p:nvPr/>
          </p:nvSpPr>
          <p:spPr>
            <a:xfrm>
              <a:off x="6791924" y="24441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9" name="pt28219"/>
            <p:cNvSpPr/>
            <p:nvPr/>
          </p:nvSpPr>
          <p:spPr>
            <a:xfrm>
              <a:off x="7089509" y="21013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0" name="pt28220"/>
            <p:cNvSpPr/>
            <p:nvPr/>
          </p:nvSpPr>
          <p:spPr>
            <a:xfrm>
              <a:off x="7022685" y="23288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1" name="pt28221"/>
            <p:cNvSpPr/>
            <p:nvPr/>
          </p:nvSpPr>
          <p:spPr>
            <a:xfrm>
              <a:off x="7063847" y="20831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2" name="pt28222"/>
            <p:cNvSpPr/>
            <p:nvPr/>
          </p:nvSpPr>
          <p:spPr>
            <a:xfrm>
              <a:off x="7295558" y="20234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3" name="pt28223"/>
            <p:cNvSpPr/>
            <p:nvPr/>
          </p:nvSpPr>
          <p:spPr>
            <a:xfrm>
              <a:off x="7447097" y="23684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4" name="pt28224"/>
            <p:cNvSpPr/>
            <p:nvPr/>
          </p:nvSpPr>
          <p:spPr>
            <a:xfrm>
              <a:off x="6854598" y="19432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5" name="pt28225"/>
            <p:cNvSpPr/>
            <p:nvPr/>
          </p:nvSpPr>
          <p:spPr>
            <a:xfrm>
              <a:off x="7137738" y="22944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6" name="pt28226"/>
            <p:cNvSpPr/>
            <p:nvPr/>
          </p:nvSpPr>
          <p:spPr>
            <a:xfrm>
              <a:off x="7211378" y="20595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7" name="pt28227"/>
            <p:cNvSpPr/>
            <p:nvPr/>
          </p:nvSpPr>
          <p:spPr>
            <a:xfrm>
              <a:off x="7019818" y="20969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8" name="pt28228"/>
            <p:cNvSpPr/>
            <p:nvPr/>
          </p:nvSpPr>
          <p:spPr>
            <a:xfrm>
              <a:off x="7081688" y="21672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9" name="pt28229"/>
            <p:cNvSpPr/>
            <p:nvPr/>
          </p:nvSpPr>
          <p:spPr>
            <a:xfrm>
              <a:off x="7265175" y="21304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0" name="pt28230"/>
            <p:cNvSpPr/>
            <p:nvPr/>
          </p:nvSpPr>
          <p:spPr>
            <a:xfrm>
              <a:off x="7128982" y="23386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1" name="pt28231"/>
            <p:cNvSpPr/>
            <p:nvPr/>
          </p:nvSpPr>
          <p:spPr>
            <a:xfrm>
              <a:off x="7260968" y="20886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2" name="pt28232"/>
            <p:cNvSpPr/>
            <p:nvPr/>
          </p:nvSpPr>
          <p:spPr>
            <a:xfrm>
              <a:off x="7115845" y="2232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3" name="pt28233"/>
            <p:cNvSpPr/>
            <p:nvPr/>
          </p:nvSpPr>
          <p:spPr>
            <a:xfrm>
              <a:off x="6932376" y="19661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4" name="pt28234"/>
            <p:cNvSpPr/>
            <p:nvPr/>
          </p:nvSpPr>
          <p:spPr>
            <a:xfrm>
              <a:off x="6828987" y="21299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5" name="pt28235"/>
            <p:cNvSpPr/>
            <p:nvPr/>
          </p:nvSpPr>
          <p:spPr>
            <a:xfrm>
              <a:off x="7054784" y="20386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6" name="pt28236"/>
            <p:cNvSpPr/>
            <p:nvPr/>
          </p:nvSpPr>
          <p:spPr>
            <a:xfrm>
              <a:off x="7156557" y="20004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7" name="pt28237"/>
            <p:cNvSpPr/>
            <p:nvPr/>
          </p:nvSpPr>
          <p:spPr>
            <a:xfrm>
              <a:off x="7308330" y="20221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8" name="pt28238"/>
            <p:cNvSpPr/>
            <p:nvPr/>
          </p:nvSpPr>
          <p:spPr>
            <a:xfrm>
              <a:off x="7287745" y="20397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9" name="pt28239"/>
            <p:cNvSpPr/>
            <p:nvPr/>
          </p:nvSpPr>
          <p:spPr>
            <a:xfrm>
              <a:off x="7100658" y="21508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0" name="pt28240"/>
            <p:cNvSpPr/>
            <p:nvPr/>
          </p:nvSpPr>
          <p:spPr>
            <a:xfrm>
              <a:off x="7107035" y="21201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1" name="pt28241"/>
            <p:cNvSpPr/>
            <p:nvPr/>
          </p:nvSpPr>
          <p:spPr>
            <a:xfrm>
              <a:off x="7164630" y="21596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2" name="pt28242"/>
            <p:cNvSpPr/>
            <p:nvPr/>
          </p:nvSpPr>
          <p:spPr>
            <a:xfrm>
              <a:off x="7160235" y="20787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3" name="pt28243"/>
            <p:cNvSpPr/>
            <p:nvPr/>
          </p:nvSpPr>
          <p:spPr>
            <a:xfrm>
              <a:off x="7167485" y="2234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4" name="pt28244"/>
            <p:cNvSpPr/>
            <p:nvPr/>
          </p:nvSpPr>
          <p:spPr>
            <a:xfrm>
              <a:off x="6988489" y="20085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5" name="pt28245"/>
            <p:cNvSpPr/>
            <p:nvPr/>
          </p:nvSpPr>
          <p:spPr>
            <a:xfrm>
              <a:off x="6870486" y="21227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6" name="pt28246"/>
            <p:cNvSpPr/>
            <p:nvPr/>
          </p:nvSpPr>
          <p:spPr>
            <a:xfrm>
              <a:off x="7183629" y="20083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7" name="pt28247"/>
            <p:cNvSpPr/>
            <p:nvPr/>
          </p:nvSpPr>
          <p:spPr>
            <a:xfrm>
              <a:off x="7056724" y="22228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8" name="pt28248"/>
            <p:cNvSpPr/>
            <p:nvPr/>
          </p:nvSpPr>
          <p:spPr>
            <a:xfrm>
              <a:off x="7199560" y="21483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9" name="pt28249"/>
            <p:cNvSpPr/>
            <p:nvPr/>
          </p:nvSpPr>
          <p:spPr>
            <a:xfrm>
              <a:off x="7488686" y="24443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0" name="pt28250"/>
            <p:cNvSpPr/>
            <p:nvPr/>
          </p:nvSpPr>
          <p:spPr>
            <a:xfrm>
              <a:off x="7001752" y="18163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1" name="pt28251"/>
            <p:cNvSpPr/>
            <p:nvPr/>
          </p:nvSpPr>
          <p:spPr>
            <a:xfrm>
              <a:off x="7129771" y="2207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2" name="pt28252"/>
            <p:cNvSpPr/>
            <p:nvPr/>
          </p:nvSpPr>
          <p:spPr>
            <a:xfrm>
              <a:off x="7102763" y="21550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3" name="pt28253"/>
            <p:cNvSpPr/>
            <p:nvPr/>
          </p:nvSpPr>
          <p:spPr>
            <a:xfrm>
              <a:off x="7248204" y="21213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4" name="pt28254"/>
            <p:cNvSpPr/>
            <p:nvPr/>
          </p:nvSpPr>
          <p:spPr>
            <a:xfrm>
              <a:off x="7153559" y="2032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5" name="pt28255"/>
            <p:cNvSpPr/>
            <p:nvPr/>
          </p:nvSpPr>
          <p:spPr>
            <a:xfrm>
              <a:off x="7112588" y="21232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6" name="pt28256"/>
            <p:cNvSpPr/>
            <p:nvPr/>
          </p:nvSpPr>
          <p:spPr>
            <a:xfrm>
              <a:off x="6885176" y="17054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7" name="pt28257"/>
            <p:cNvSpPr/>
            <p:nvPr/>
          </p:nvSpPr>
          <p:spPr>
            <a:xfrm>
              <a:off x="7030313" y="22147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8" name="pt28258"/>
            <p:cNvSpPr/>
            <p:nvPr/>
          </p:nvSpPr>
          <p:spPr>
            <a:xfrm>
              <a:off x="7291207" y="20705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9" name="pt28259"/>
            <p:cNvSpPr/>
            <p:nvPr/>
          </p:nvSpPr>
          <p:spPr>
            <a:xfrm>
              <a:off x="7181344" y="21420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0" name="pt28260"/>
            <p:cNvSpPr/>
            <p:nvPr/>
          </p:nvSpPr>
          <p:spPr>
            <a:xfrm>
              <a:off x="7055812" y="21247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1" name="pt28261"/>
            <p:cNvSpPr/>
            <p:nvPr/>
          </p:nvSpPr>
          <p:spPr>
            <a:xfrm>
              <a:off x="7129207" y="22343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2" name="pt28262"/>
            <p:cNvSpPr/>
            <p:nvPr/>
          </p:nvSpPr>
          <p:spPr>
            <a:xfrm>
              <a:off x="7076959" y="2107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3" name="pt28263"/>
            <p:cNvSpPr/>
            <p:nvPr/>
          </p:nvSpPr>
          <p:spPr>
            <a:xfrm>
              <a:off x="7075020" y="22289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4" name="pt28264"/>
            <p:cNvSpPr/>
            <p:nvPr/>
          </p:nvSpPr>
          <p:spPr>
            <a:xfrm>
              <a:off x="7068880" y="21075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5" name="pt28265"/>
            <p:cNvSpPr/>
            <p:nvPr/>
          </p:nvSpPr>
          <p:spPr>
            <a:xfrm>
              <a:off x="7254346" y="20268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6" name="pt28266"/>
            <p:cNvSpPr/>
            <p:nvPr/>
          </p:nvSpPr>
          <p:spPr>
            <a:xfrm>
              <a:off x="6641306" y="20837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7" name="pt28267"/>
            <p:cNvSpPr/>
            <p:nvPr/>
          </p:nvSpPr>
          <p:spPr>
            <a:xfrm>
              <a:off x="7360129" y="21212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8" name="pt28268"/>
            <p:cNvSpPr/>
            <p:nvPr/>
          </p:nvSpPr>
          <p:spPr>
            <a:xfrm>
              <a:off x="6939531" y="19484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9" name="pt28269"/>
            <p:cNvSpPr/>
            <p:nvPr/>
          </p:nvSpPr>
          <p:spPr>
            <a:xfrm>
              <a:off x="7668633" y="23283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0" name="pt28270"/>
            <p:cNvSpPr/>
            <p:nvPr/>
          </p:nvSpPr>
          <p:spPr>
            <a:xfrm>
              <a:off x="7335235" y="22790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1" name="pt28271"/>
            <p:cNvSpPr/>
            <p:nvPr/>
          </p:nvSpPr>
          <p:spPr>
            <a:xfrm>
              <a:off x="7106878" y="21520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2" name="pt28272"/>
            <p:cNvSpPr/>
            <p:nvPr/>
          </p:nvSpPr>
          <p:spPr>
            <a:xfrm>
              <a:off x="7193597" y="21715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3" name="pt28273"/>
            <p:cNvSpPr/>
            <p:nvPr/>
          </p:nvSpPr>
          <p:spPr>
            <a:xfrm>
              <a:off x="7001306" y="18960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4" name="pt28274"/>
            <p:cNvSpPr/>
            <p:nvPr/>
          </p:nvSpPr>
          <p:spPr>
            <a:xfrm>
              <a:off x="7319913" y="20345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5" name="pt28275"/>
            <p:cNvSpPr/>
            <p:nvPr/>
          </p:nvSpPr>
          <p:spPr>
            <a:xfrm>
              <a:off x="7146942" y="21174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6" name="pt28276"/>
            <p:cNvSpPr/>
            <p:nvPr/>
          </p:nvSpPr>
          <p:spPr>
            <a:xfrm>
              <a:off x="7169717" y="2229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7" name="pt28277"/>
            <p:cNvSpPr/>
            <p:nvPr/>
          </p:nvSpPr>
          <p:spPr>
            <a:xfrm>
              <a:off x="7121456" y="21420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8" name="pt28278"/>
            <p:cNvSpPr/>
            <p:nvPr/>
          </p:nvSpPr>
          <p:spPr>
            <a:xfrm>
              <a:off x="7274554" y="20710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9" name="pt28279"/>
            <p:cNvSpPr/>
            <p:nvPr/>
          </p:nvSpPr>
          <p:spPr>
            <a:xfrm>
              <a:off x="7174903" y="19998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0" name="pt28280"/>
            <p:cNvSpPr/>
            <p:nvPr/>
          </p:nvSpPr>
          <p:spPr>
            <a:xfrm>
              <a:off x="7101609" y="22159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1" name="pt28281"/>
            <p:cNvSpPr/>
            <p:nvPr/>
          </p:nvSpPr>
          <p:spPr>
            <a:xfrm>
              <a:off x="7312390" y="18980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2" name="pt28282"/>
            <p:cNvSpPr/>
            <p:nvPr/>
          </p:nvSpPr>
          <p:spPr>
            <a:xfrm>
              <a:off x="7109975" y="20870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3" name="pt28283"/>
            <p:cNvSpPr/>
            <p:nvPr/>
          </p:nvSpPr>
          <p:spPr>
            <a:xfrm>
              <a:off x="7026275" y="23039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4" name="pt28284"/>
            <p:cNvSpPr/>
            <p:nvPr/>
          </p:nvSpPr>
          <p:spPr>
            <a:xfrm>
              <a:off x="6759397" y="24141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5" name="pt28285"/>
            <p:cNvSpPr/>
            <p:nvPr/>
          </p:nvSpPr>
          <p:spPr>
            <a:xfrm>
              <a:off x="7078321" y="22118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6" name="pt28286"/>
            <p:cNvSpPr/>
            <p:nvPr/>
          </p:nvSpPr>
          <p:spPr>
            <a:xfrm>
              <a:off x="7208852" y="21218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7" name="pt28287"/>
            <p:cNvSpPr/>
            <p:nvPr/>
          </p:nvSpPr>
          <p:spPr>
            <a:xfrm>
              <a:off x="7146935" y="20656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8" name="pt28288"/>
            <p:cNvSpPr/>
            <p:nvPr/>
          </p:nvSpPr>
          <p:spPr>
            <a:xfrm>
              <a:off x="7131474" y="23706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9" name="pt28289"/>
            <p:cNvSpPr/>
            <p:nvPr/>
          </p:nvSpPr>
          <p:spPr>
            <a:xfrm>
              <a:off x="7178405" y="20708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0" name="pt28290"/>
            <p:cNvSpPr/>
            <p:nvPr/>
          </p:nvSpPr>
          <p:spPr>
            <a:xfrm>
              <a:off x="7200050" y="20748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1" name="pt28291"/>
            <p:cNvSpPr/>
            <p:nvPr/>
          </p:nvSpPr>
          <p:spPr>
            <a:xfrm>
              <a:off x="7390537" y="25635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2" name="pt28292"/>
            <p:cNvSpPr/>
            <p:nvPr/>
          </p:nvSpPr>
          <p:spPr>
            <a:xfrm>
              <a:off x="6912452" y="22631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3" name="pt28293"/>
            <p:cNvSpPr/>
            <p:nvPr/>
          </p:nvSpPr>
          <p:spPr>
            <a:xfrm>
              <a:off x="7222179" y="19348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4" name="pt28294"/>
            <p:cNvSpPr/>
            <p:nvPr/>
          </p:nvSpPr>
          <p:spPr>
            <a:xfrm>
              <a:off x="7091214" y="21724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5" name="pt28295"/>
            <p:cNvSpPr/>
            <p:nvPr/>
          </p:nvSpPr>
          <p:spPr>
            <a:xfrm>
              <a:off x="7071937" y="22087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6" name="pt28296"/>
            <p:cNvSpPr/>
            <p:nvPr/>
          </p:nvSpPr>
          <p:spPr>
            <a:xfrm>
              <a:off x="7274856" y="19568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7" name="pt28297"/>
            <p:cNvSpPr/>
            <p:nvPr/>
          </p:nvSpPr>
          <p:spPr>
            <a:xfrm>
              <a:off x="7019752" y="20463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8" name="pt28298"/>
            <p:cNvSpPr/>
            <p:nvPr/>
          </p:nvSpPr>
          <p:spPr>
            <a:xfrm>
              <a:off x="7015006" y="19920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9" name="pt28299"/>
            <p:cNvSpPr/>
            <p:nvPr/>
          </p:nvSpPr>
          <p:spPr>
            <a:xfrm>
              <a:off x="7332417" y="19779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0" name="pt28300"/>
            <p:cNvSpPr/>
            <p:nvPr/>
          </p:nvSpPr>
          <p:spPr>
            <a:xfrm>
              <a:off x="6528953" y="17416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1" name="pt28301"/>
            <p:cNvSpPr/>
            <p:nvPr/>
          </p:nvSpPr>
          <p:spPr>
            <a:xfrm>
              <a:off x="7051400" y="2053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2" name="pt28302"/>
            <p:cNvSpPr/>
            <p:nvPr/>
          </p:nvSpPr>
          <p:spPr>
            <a:xfrm>
              <a:off x="7310411" y="21319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3" name="pt28303"/>
            <p:cNvSpPr/>
            <p:nvPr/>
          </p:nvSpPr>
          <p:spPr>
            <a:xfrm>
              <a:off x="7160025" y="20580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4" name="pt28304"/>
            <p:cNvSpPr/>
            <p:nvPr/>
          </p:nvSpPr>
          <p:spPr>
            <a:xfrm>
              <a:off x="7142317" y="2207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5" name="pt28305"/>
            <p:cNvSpPr/>
            <p:nvPr/>
          </p:nvSpPr>
          <p:spPr>
            <a:xfrm>
              <a:off x="7259754" y="20526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6" name="pt28306"/>
            <p:cNvSpPr/>
            <p:nvPr/>
          </p:nvSpPr>
          <p:spPr>
            <a:xfrm>
              <a:off x="6841019" y="21347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7" name="pt28307"/>
            <p:cNvSpPr/>
            <p:nvPr/>
          </p:nvSpPr>
          <p:spPr>
            <a:xfrm>
              <a:off x="7212442" y="22383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8" name="pt28308"/>
            <p:cNvSpPr/>
            <p:nvPr/>
          </p:nvSpPr>
          <p:spPr>
            <a:xfrm>
              <a:off x="6913508" y="20461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9" name="pt28309"/>
            <p:cNvSpPr/>
            <p:nvPr/>
          </p:nvSpPr>
          <p:spPr>
            <a:xfrm>
              <a:off x="7110932" y="21711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0" name="pt28310"/>
            <p:cNvSpPr/>
            <p:nvPr/>
          </p:nvSpPr>
          <p:spPr>
            <a:xfrm>
              <a:off x="7105061" y="2128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1" name="pt28311"/>
            <p:cNvSpPr/>
            <p:nvPr/>
          </p:nvSpPr>
          <p:spPr>
            <a:xfrm>
              <a:off x="7074908" y="22193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2" name="pt28312"/>
            <p:cNvSpPr/>
            <p:nvPr/>
          </p:nvSpPr>
          <p:spPr>
            <a:xfrm>
              <a:off x="7182536" y="20225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3" name="pt28313"/>
            <p:cNvSpPr/>
            <p:nvPr/>
          </p:nvSpPr>
          <p:spPr>
            <a:xfrm>
              <a:off x="6972275" y="20190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4" name="pt28314"/>
            <p:cNvSpPr/>
            <p:nvPr/>
          </p:nvSpPr>
          <p:spPr>
            <a:xfrm>
              <a:off x="7348996" y="25651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5" name="pt28315"/>
            <p:cNvSpPr/>
            <p:nvPr/>
          </p:nvSpPr>
          <p:spPr>
            <a:xfrm>
              <a:off x="7075762" y="22214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6" name="pt28316"/>
            <p:cNvSpPr/>
            <p:nvPr/>
          </p:nvSpPr>
          <p:spPr>
            <a:xfrm>
              <a:off x="7148474" y="20628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7" name="pt28317"/>
            <p:cNvSpPr/>
            <p:nvPr/>
          </p:nvSpPr>
          <p:spPr>
            <a:xfrm>
              <a:off x="7229514" y="20459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8" name="pt28318"/>
            <p:cNvSpPr/>
            <p:nvPr/>
          </p:nvSpPr>
          <p:spPr>
            <a:xfrm>
              <a:off x="7103670" y="21234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9" name="pt28319"/>
            <p:cNvSpPr/>
            <p:nvPr/>
          </p:nvSpPr>
          <p:spPr>
            <a:xfrm>
              <a:off x="7294091" y="20151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0" name="pt28320"/>
            <p:cNvSpPr/>
            <p:nvPr/>
          </p:nvSpPr>
          <p:spPr>
            <a:xfrm>
              <a:off x="6926027" y="21622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1" name="pt28321"/>
            <p:cNvSpPr/>
            <p:nvPr/>
          </p:nvSpPr>
          <p:spPr>
            <a:xfrm>
              <a:off x="6960064" y="20595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2" name="pt28322"/>
            <p:cNvSpPr/>
            <p:nvPr/>
          </p:nvSpPr>
          <p:spPr>
            <a:xfrm>
              <a:off x="6931909" y="21869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3" name="pt28323"/>
            <p:cNvSpPr/>
            <p:nvPr/>
          </p:nvSpPr>
          <p:spPr>
            <a:xfrm>
              <a:off x="7158092" y="19795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4" name="pt28324"/>
            <p:cNvSpPr/>
            <p:nvPr/>
          </p:nvSpPr>
          <p:spPr>
            <a:xfrm>
              <a:off x="7235557" y="21185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5" name="pt28325"/>
            <p:cNvSpPr/>
            <p:nvPr/>
          </p:nvSpPr>
          <p:spPr>
            <a:xfrm>
              <a:off x="7215642" y="21196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6" name="pt28326"/>
            <p:cNvSpPr/>
            <p:nvPr/>
          </p:nvSpPr>
          <p:spPr>
            <a:xfrm>
              <a:off x="6881093" y="18445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7" name="pt28327"/>
            <p:cNvSpPr/>
            <p:nvPr/>
          </p:nvSpPr>
          <p:spPr>
            <a:xfrm>
              <a:off x="6788419" y="24273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8" name="pt28328"/>
            <p:cNvSpPr/>
            <p:nvPr/>
          </p:nvSpPr>
          <p:spPr>
            <a:xfrm>
              <a:off x="6871906" y="18948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9" name="pt28329"/>
            <p:cNvSpPr/>
            <p:nvPr/>
          </p:nvSpPr>
          <p:spPr>
            <a:xfrm>
              <a:off x="6963776" y="19481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0" name="pt28330"/>
            <p:cNvSpPr/>
            <p:nvPr/>
          </p:nvSpPr>
          <p:spPr>
            <a:xfrm>
              <a:off x="7148307" y="20702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1" name="pt28331"/>
            <p:cNvSpPr/>
            <p:nvPr/>
          </p:nvSpPr>
          <p:spPr>
            <a:xfrm>
              <a:off x="7141718" y="21552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2" name="pt28332"/>
            <p:cNvSpPr/>
            <p:nvPr/>
          </p:nvSpPr>
          <p:spPr>
            <a:xfrm>
              <a:off x="7143049" y="22227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3" name="pt28333"/>
            <p:cNvSpPr/>
            <p:nvPr/>
          </p:nvSpPr>
          <p:spPr>
            <a:xfrm>
              <a:off x="7012856" y="19599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4" name="pt28334"/>
            <p:cNvSpPr/>
            <p:nvPr/>
          </p:nvSpPr>
          <p:spPr>
            <a:xfrm>
              <a:off x="7483683" y="21774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5" name="pt28335"/>
            <p:cNvSpPr/>
            <p:nvPr/>
          </p:nvSpPr>
          <p:spPr>
            <a:xfrm>
              <a:off x="7379794" y="22115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6" name="pt28336"/>
            <p:cNvSpPr/>
            <p:nvPr/>
          </p:nvSpPr>
          <p:spPr>
            <a:xfrm>
              <a:off x="7475914" y="29115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7" name="pt28337"/>
            <p:cNvSpPr/>
            <p:nvPr/>
          </p:nvSpPr>
          <p:spPr>
            <a:xfrm>
              <a:off x="7196701" y="23245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8" name="pt28338"/>
            <p:cNvSpPr/>
            <p:nvPr/>
          </p:nvSpPr>
          <p:spPr>
            <a:xfrm>
              <a:off x="7494052" y="23134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9" name="pt28339"/>
            <p:cNvSpPr/>
            <p:nvPr/>
          </p:nvSpPr>
          <p:spPr>
            <a:xfrm>
              <a:off x="7122687" y="21725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0" name="pt28340"/>
            <p:cNvSpPr/>
            <p:nvPr/>
          </p:nvSpPr>
          <p:spPr>
            <a:xfrm>
              <a:off x="7139839" y="22006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1" name="pt28341"/>
            <p:cNvSpPr/>
            <p:nvPr/>
          </p:nvSpPr>
          <p:spPr>
            <a:xfrm>
              <a:off x="7016768" y="20052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2" name="pt28342"/>
            <p:cNvSpPr/>
            <p:nvPr/>
          </p:nvSpPr>
          <p:spPr>
            <a:xfrm>
              <a:off x="7425825" y="29836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3" name="pt28343"/>
            <p:cNvSpPr/>
            <p:nvPr/>
          </p:nvSpPr>
          <p:spPr>
            <a:xfrm>
              <a:off x="7153180" y="2019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4" name="pt28344"/>
            <p:cNvSpPr/>
            <p:nvPr/>
          </p:nvSpPr>
          <p:spPr>
            <a:xfrm>
              <a:off x="7105562" y="21346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5" name="pt28345"/>
            <p:cNvSpPr/>
            <p:nvPr/>
          </p:nvSpPr>
          <p:spPr>
            <a:xfrm>
              <a:off x="7225462" y="2159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6" name="pt28346"/>
            <p:cNvSpPr/>
            <p:nvPr/>
          </p:nvSpPr>
          <p:spPr>
            <a:xfrm>
              <a:off x="7469406" y="26462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7" name="pt28347"/>
            <p:cNvSpPr/>
            <p:nvPr/>
          </p:nvSpPr>
          <p:spPr>
            <a:xfrm>
              <a:off x="7390123" y="23220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8" name="pt28348"/>
            <p:cNvSpPr/>
            <p:nvPr/>
          </p:nvSpPr>
          <p:spPr>
            <a:xfrm>
              <a:off x="6818111" y="19187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9" name="pt28349"/>
            <p:cNvSpPr/>
            <p:nvPr/>
          </p:nvSpPr>
          <p:spPr>
            <a:xfrm>
              <a:off x="7042834" y="22522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0" name="pt28350"/>
            <p:cNvSpPr/>
            <p:nvPr/>
          </p:nvSpPr>
          <p:spPr>
            <a:xfrm>
              <a:off x="6893519" y="19800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1" name="pt28351"/>
            <p:cNvSpPr/>
            <p:nvPr/>
          </p:nvSpPr>
          <p:spPr>
            <a:xfrm>
              <a:off x="7220227" y="1911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2" name="pt28352"/>
            <p:cNvSpPr/>
            <p:nvPr/>
          </p:nvSpPr>
          <p:spPr>
            <a:xfrm>
              <a:off x="7009803" y="19512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3" name="pt28353"/>
            <p:cNvSpPr/>
            <p:nvPr/>
          </p:nvSpPr>
          <p:spPr>
            <a:xfrm>
              <a:off x="7094230" y="21442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4" name="pt28354"/>
            <p:cNvSpPr/>
            <p:nvPr/>
          </p:nvSpPr>
          <p:spPr>
            <a:xfrm>
              <a:off x="7136240" y="23359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5" name="pt28355"/>
            <p:cNvSpPr/>
            <p:nvPr/>
          </p:nvSpPr>
          <p:spPr>
            <a:xfrm>
              <a:off x="7431140" y="28635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6" name="pt28356"/>
            <p:cNvSpPr/>
            <p:nvPr/>
          </p:nvSpPr>
          <p:spPr>
            <a:xfrm>
              <a:off x="7151778" y="20359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7" name="pt28357"/>
            <p:cNvSpPr/>
            <p:nvPr/>
          </p:nvSpPr>
          <p:spPr>
            <a:xfrm>
              <a:off x="7071715" y="22531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8" name="pt28358"/>
            <p:cNvSpPr/>
            <p:nvPr/>
          </p:nvSpPr>
          <p:spPr>
            <a:xfrm>
              <a:off x="7302700" y="20011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9" name="pt28359"/>
            <p:cNvSpPr/>
            <p:nvPr/>
          </p:nvSpPr>
          <p:spPr>
            <a:xfrm>
              <a:off x="7161287" y="20644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0" name="pt28360"/>
            <p:cNvSpPr/>
            <p:nvPr/>
          </p:nvSpPr>
          <p:spPr>
            <a:xfrm>
              <a:off x="7149618" y="20993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1" name="pt28361"/>
            <p:cNvSpPr/>
            <p:nvPr/>
          </p:nvSpPr>
          <p:spPr>
            <a:xfrm>
              <a:off x="7186079" y="21469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2" name="pt28362"/>
            <p:cNvSpPr/>
            <p:nvPr/>
          </p:nvSpPr>
          <p:spPr>
            <a:xfrm>
              <a:off x="6925323" y="19326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3" name="pt28363"/>
            <p:cNvSpPr/>
            <p:nvPr/>
          </p:nvSpPr>
          <p:spPr>
            <a:xfrm>
              <a:off x="7435678" y="28174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4" name="pt28364"/>
            <p:cNvSpPr/>
            <p:nvPr/>
          </p:nvSpPr>
          <p:spPr>
            <a:xfrm>
              <a:off x="7241931" y="20857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5" name="pt28365"/>
            <p:cNvSpPr/>
            <p:nvPr/>
          </p:nvSpPr>
          <p:spPr>
            <a:xfrm>
              <a:off x="7124021" y="2116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6" name="pt28366"/>
            <p:cNvSpPr/>
            <p:nvPr/>
          </p:nvSpPr>
          <p:spPr>
            <a:xfrm>
              <a:off x="7168692" y="21582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7" name="pt28367"/>
            <p:cNvSpPr/>
            <p:nvPr/>
          </p:nvSpPr>
          <p:spPr>
            <a:xfrm>
              <a:off x="7202765" y="21076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8" name="pt28368"/>
            <p:cNvSpPr/>
            <p:nvPr/>
          </p:nvSpPr>
          <p:spPr>
            <a:xfrm>
              <a:off x="7001051" y="17532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9" name="pt28369"/>
            <p:cNvSpPr/>
            <p:nvPr/>
          </p:nvSpPr>
          <p:spPr>
            <a:xfrm>
              <a:off x="7110906" y="21891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0" name="pt28370"/>
            <p:cNvSpPr/>
            <p:nvPr/>
          </p:nvSpPr>
          <p:spPr>
            <a:xfrm>
              <a:off x="7317329" y="20505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1" name="pt28371"/>
            <p:cNvSpPr/>
            <p:nvPr/>
          </p:nvSpPr>
          <p:spPr>
            <a:xfrm>
              <a:off x="7442184" y="28702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2" name="pt28372"/>
            <p:cNvSpPr/>
            <p:nvPr/>
          </p:nvSpPr>
          <p:spPr>
            <a:xfrm>
              <a:off x="6914326" y="21105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3" name="pt28373"/>
            <p:cNvSpPr/>
            <p:nvPr/>
          </p:nvSpPr>
          <p:spPr>
            <a:xfrm>
              <a:off x="7109709" y="21277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4" name="pt28374"/>
            <p:cNvSpPr/>
            <p:nvPr/>
          </p:nvSpPr>
          <p:spPr>
            <a:xfrm>
              <a:off x="7037863" y="23521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5" name="pt28375"/>
            <p:cNvSpPr/>
            <p:nvPr/>
          </p:nvSpPr>
          <p:spPr>
            <a:xfrm>
              <a:off x="7103926" y="21565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6" name="pt28376"/>
            <p:cNvSpPr/>
            <p:nvPr/>
          </p:nvSpPr>
          <p:spPr>
            <a:xfrm>
              <a:off x="7332513" y="19928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7" name="pt28377"/>
            <p:cNvSpPr/>
            <p:nvPr/>
          </p:nvSpPr>
          <p:spPr>
            <a:xfrm>
              <a:off x="6920026" y="22418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8" name="pt28378"/>
            <p:cNvSpPr/>
            <p:nvPr/>
          </p:nvSpPr>
          <p:spPr>
            <a:xfrm>
              <a:off x="7224269" y="23981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9" name="pt28379"/>
            <p:cNvSpPr/>
            <p:nvPr/>
          </p:nvSpPr>
          <p:spPr>
            <a:xfrm>
              <a:off x="7199489" y="22736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0" name="pt28380"/>
            <p:cNvSpPr/>
            <p:nvPr/>
          </p:nvSpPr>
          <p:spPr>
            <a:xfrm>
              <a:off x="7121674" y="21285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1" name="pt28381"/>
            <p:cNvSpPr/>
            <p:nvPr/>
          </p:nvSpPr>
          <p:spPr>
            <a:xfrm>
              <a:off x="7133369" y="23670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2" name="pt28382"/>
            <p:cNvSpPr/>
            <p:nvPr/>
          </p:nvSpPr>
          <p:spPr>
            <a:xfrm>
              <a:off x="7162223" y="20645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3" name="pt28383"/>
            <p:cNvSpPr/>
            <p:nvPr/>
          </p:nvSpPr>
          <p:spPr>
            <a:xfrm>
              <a:off x="6920113" y="2299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4" name="pt28384"/>
            <p:cNvSpPr/>
            <p:nvPr/>
          </p:nvSpPr>
          <p:spPr>
            <a:xfrm>
              <a:off x="7049742" y="15859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5" name="pt28385"/>
            <p:cNvSpPr/>
            <p:nvPr/>
          </p:nvSpPr>
          <p:spPr>
            <a:xfrm>
              <a:off x="6961990" y="19648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6" name="pt28386"/>
            <p:cNvSpPr/>
            <p:nvPr/>
          </p:nvSpPr>
          <p:spPr>
            <a:xfrm>
              <a:off x="6556191" y="25091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7" name="pt28387"/>
            <p:cNvSpPr/>
            <p:nvPr/>
          </p:nvSpPr>
          <p:spPr>
            <a:xfrm>
              <a:off x="7113963" y="21924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8" name="pt28388"/>
            <p:cNvSpPr/>
            <p:nvPr/>
          </p:nvSpPr>
          <p:spPr>
            <a:xfrm>
              <a:off x="7245110" y="21919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9" name="pt28389"/>
            <p:cNvSpPr/>
            <p:nvPr/>
          </p:nvSpPr>
          <p:spPr>
            <a:xfrm>
              <a:off x="7188382" y="20617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0" name="pt28390"/>
            <p:cNvSpPr/>
            <p:nvPr/>
          </p:nvSpPr>
          <p:spPr>
            <a:xfrm>
              <a:off x="7373819" y="21773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1" name="pt28391"/>
            <p:cNvSpPr/>
            <p:nvPr/>
          </p:nvSpPr>
          <p:spPr>
            <a:xfrm>
              <a:off x="7333198" y="18929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2" name="pt28392"/>
            <p:cNvSpPr/>
            <p:nvPr/>
          </p:nvSpPr>
          <p:spPr>
            <a:xfrm>
              <a:off x="7059448" y="2204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3" name="pt28393"/>
            <p:cNvSpPr/>
            <p:nvPr/>
          </p:nvSpPr>
          <p:spPr>
            <a:xfrm>
              <a:off x="7088101" y="22602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4" name="pt28394"/>
            <p:cNvSpPr/>
            <p:nvPr/>
          </p:nvSpPr>
          <p:spPr>
            <a:xfrm>
              <a:off x="6929594" y="21467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5" name="pt28395"/>
            <p:cNvSpPr/>
            <p:nvPr/>
          </p:nvSpPr>
          <p:spPr>
            <a:xfrm>
              <a:off x="6838937" y="22785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6" name="pt28396"/>
            <p:cNvSpPr/>
            <p:nvPr/>
          </p:nvSpPr>
          <p:spPr>
            <a:xfrm>
              <a:off x="7219520" y="20482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7" name="pt28397"/>
            <p:cNvSpPr/>
            <p:nvPr/>
          </p:nvSpPr>
          <p:spPr>
            <a:xfrm>
              <a:off x="7053161" y="22582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8" name="pt28398"/>
            <p:cNvSpPr/>
            <p:nvPr/>
          </p:nvSpPr>
          <p:spPr>
            <a:xfrm>
              <a:off x="6886698" y="16408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9" name="pt28399"/>
            <p:cNvSpPr/>
            <p:nvPr/>
          </p:nvSpPr>
          <p:spPr>
            <a:xfrm>
              <a:off x="7122037" y="22046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0" name="pt28400"/>
            <p:cNvSpPr/>
            <p:nvPr/>
          </p:nvSpPr>
          <p:spPr>
            <a:xfrm>
              <a:off x="6821455" y="20268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1" name="pt28401"/>
            <p:cNvSpPr/>
            <p:nvPr/>
          </p:nvSpPr>
          <p:spPr>
            <a:xfrm>
              <a:off x="7142801" y="21360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2" name="pt28402"/>
            <p:cNvSpPr/>
            <p:nvPr/>
          </p:nvSpPr>
          <p:spPr>
            <a:xfrm>
              <a:off x="7150062" y="20509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3" name="pt28403"/>
            <p:cNvSpPr/>
            <p:nvPr/>
          </p:nvSpPr>
          <p:spPr>
            <a:xfrm>
              <a:off x="6978122" y="19139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4" name="pt28404"/>
            <p:cNvSpPr/>
            <p:nvPr/>
          </p:nvSpPr>
          <p:spPr>
            <a:xfrm>
              <a:off x="6943997" y="21665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5" name="pt28405"/>
            <p:cNvSpPr/>
            <p:nvPr/>
          </p:nvSpPr>
          <p:spPr>
            <a:xfrm>
              <a:off x="7146765" y="20753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6" name="pt28406"/>
            <p:cNvSpPr/>
            <p:nvPr/>
          </p:nvSpPr>
          <p:spPr>
            <a:xfrm>
              <a:off x="6822372" y="22822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7" name="pt28407"/>
            <p:cNvSpPr/>
            <p:nvPr/>
          </p:nvSpPr>
          <p:spPr>
            <a:xfrm>
              <a:off x="7296044" y="19738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8" name="pt28408"/>
            <p:cNvSpPr/>
            <p:nvPr/>
          </p:nvSpPr>
          <p:spPr>
            <a:xfrm>
              <a:off x="7055764" y="20280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9" name="pt28409"/>
            <p:cNvSpPr/>
            <p:nvPr/>
          </p:nvSpPr>
          <p:spPr>
            <a:xfrm>
              <a:off x="6982199" y="22044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0" name="pt28410"/>
            <p:cNvSpPr/>
            <p:nvPr/>
          </p:nvSpPr>
          <p:spPr>
            <a:xfrm>
              <a:off x="7149863" y="20582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1" name="pt28411"/>
            <p:cNvSpPr/>
            <p:nvPr/>
          </p:nvSpPr>
          <p:spPr>
            <a:xfrm>
              <a:off x="6416096" y="18680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2" name="pt28412"/>
            <p:cNvSpPr/>
            <p:nvPr/>
          </p:nvSpPr>
          <p:spPr>
            <a:xfrm>
              <a:off x="7290247" y="21039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3" name="pt28413"/>
            <p:cNvSpPr/>
            <p:nvPr/>
          </p:nvSpPr>
          <p:spPr>
            <a:xfrm>
              <a:off x="7143496" y="20768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4" name="pt28414"/>
            <p:cNvSpPr/>
            <p:nvPr/>
          </p:nvSpPr>
          <p:spPr>
            <a:xfrm>
              <a:off x="7242289" y="20690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5" name="pt28415"/>
            <p:cNvSpPr/>
            <p:nvPr/>
          </p:nvSpPr>
          <p:spPr>
            <a:xfrm>
              <a:off x="6999239" y="18136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6" name="pt28416"/>
            <p:cNvSpPr/>
            <p:nvPr/>
          </p:nvSpPr>
          <p:spPr>
            <a:xfrm>
              <a:off x="7603367" y="25977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7" name="pt28417"/>
            <p:cNvSpPr/>
            <p:nvPr/>
          </p:nvSpPr>
          <p:spPr>
            <a:xfrm>
              <a:off x="7127344" y="22875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8" name="pt28418"/>
            <p:cNvSpPr/>
            <p:nvPr/>
          </p:nvSpPr>
          <p:spPr>
            <a:xfrm>
              <a:off x="7141186" y="21931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9" name="pt28419"/>
            <p:cNvSpPr/>
            <p:nvPr/>
          </p:nvSpPr>
          <p:spPr>
            <a:xfrm>
              <a:off x="6942520" y="20407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0" name="pt28420"/>
            <p:cNvSpPr/>
            <p:nvPr/>
          </p:nvSpPr>
          <p:spPr>
            <a:xfrm>
              <a:off x="7383689" y="25259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1" name="pt28421"/>
            <p:cNvSpPr/>
            <p:nvPr/>
          </p:nvSpPr>
          <p:spPr>
            <a:xfrm>
              <a:off x="7233932" y="21291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2" name="pt28422"/>
            <p:cNvSpPr/>
            <p:nvPr/>
          </p:nvSpPr>
          <p:spPr>
            <a:xfrm>
              <a:off x="7332763" y="2131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3" name="pt28423"/>
            <p:cNvSpPr/>
            <p:nvPr/>
          </p:nvSpPr>
          <p:spPr>
            <a:xfrm>
              <a:off x="7022194" y="23914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4" name="pt28424"/>
            <p:cNvSpPr/>
            <p:nvPr/>
          </p:nvSpPr>
          <p:spPr>
            <a:xfrm>
              <a:off x="7724169" y="24401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5" name="pt28425"/>
            <p:cNvSpPr/>
            <p:nvPr/>
          </p:nvSpPr>
          <p:spPr>
            <a:xfrm>
              <a:off x="7073052" y="22092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6" name="pt28426"/>
            <p:cNvSpPr/>
            <p:nvPr/>
          </p:nvSpPr>
          <p:spPr>
            <a:xfrm>
              <a:off x="7156351" y="20631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7" name="pt28427"/>
            <p:cNvSpPr/>
            <p:nvPr/>
          </p:nvSpPr>
          <p:spPr>
            <a:xfrm>
              <a:off x="7071697" y="22042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8" name="pt28428"/>
            <p:cNvSpPr/>
            <p:nvPr/>
          </p:nvSpPr>
          <p:spPr>
            <a:xfrm>
              <a:off x="6931459" y="21113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9" name="pt28429"/>
            <p:cNvSpPr/>
            <p:nvPr/>
          </p:nvSpPr>
          <p:spPr>
            <a:xfrm>
              <a:off x="7182908" y="20137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0" name="pt28430"/>
            <p:cNvSpPr/>
            <p:nvPr/>
          </p:nvSpPr>
          <p:spPr>
            <a:xfrm>
              <a:off x="7568311" y="23696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1" name="pt28431"/>
            <p:cNvSpPr/>
            <p:nvPr/>
          </p:nvSpPr>
          <p:spPr>
            <a:xfrm>
              <a:off x="7067467" y="20344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2" name="pt28432"/>
            <p:cNvSpPr/>
            <p:nvPr/>
          </p:nvSpPr>
          <p:spPr>
            <a:xfrm>
              <a:off x="7217182" y="20582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3" name="pt28433"/>
            <p:cNvSpPr/>
            <p:nvPr/>
          </p:nvSpPr>
          <p:spPr>
            <a:xfrm>
              <a:off x="7120603" y="21522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4" name="pt28434"/>
            <p:cNvSpPr/>
            <p:nvPr/>
          </p:nvSpPr>
          <p:spPr>
            <a:xfrm>
              <a:off x="7110436" y="21218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5" name="pt28435"/>
            <p:cNvSpPr/>
            <p:nvPr/>
          </p:nvSpPr>
          <p:spPr>
            <a:xfrm>
              <a:off x="7162220" y="20713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6" name="pt28436"/>
            <p:cNvSpPr/>
            <p:nvPr/>
          </p:nvSpPr>
          <p:spPr>
            <a:xfrm>
              <a:off x="7334700" y="19045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7" name="pt28437"/>
            <p:cNvSpPr/>
            <p:nvPr/>
          </p:nvSpPr>
          <p:spPr>
            <a:xfrm>
              <a:off x="6936501" y="19651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8" name="pt28438"/>
            <p:cNvSpPr/>
            <p:nvPr/>
          </p:nvSpPr>
          <p:spPr>
            <a:xfrm>
              <a:off x="7405125" y="23750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9" name="pt28439"/>
            <p:cNvSpPr/>
            <p:nvPr/>
          </p:nvSpPr>
          <p:spPr>
            <a:xfrm>
              <a:off x="7106018" y="21225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0" name="pt28440"/>
            <p:cNvSpPr/>
            <p:nvPr/>
          </p:nvSpPr>
          <p:spPr>
            <a:xfrm>
              <a:off x="7141626" y="21825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1" name="pt28441"/>
            <p:cNvSpPr/>
            <p:nvPr/>
          </p:nvSpPr>
          <p:spPr>
            <a:xfrm>
              <a:off x="7161285" y="21040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2" name="pt28442"/>
            <p:cNvSpPr/>
            <p:nvPr/>
          </p:nvSpPr>
          <p:spPr>
            <a:xfrm>
              <a:off x="7005441" y="20353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3" name="pt28443"/>
            <p:cNvSpPr/>
            <p:nvPr/>
          </p:nvSpPr>
          <p:spPr>
            <a:xfrm>
              <a:off x="7170797" y="21291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4" name="pt28444"/>
            <p:cNvSpPr/>
            <p:nvPr/>
          </p:nvSpPr>
          <p:spPr>
            <a:xfrm>
              <a:off x="7085728" y="22078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5" name="pt28445"/>
            <p:cNvSpPr/>
            <p:nvPr/>
          </p:nvSpPr>
          <p:spPr>
            <a:xfrm>
              <a:off x="7249432" y="20223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6" name="pt28446"/>
            <p:cNvSpPr/>
            <p:nvPr/>
          </p:nvSpPr>
          <p:spPr>
            <a:xfrm>
              <a:off x="7134017" y="22166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7" name="pt28447"/>
            <p:cNvSpPr/>
            <p:nvPr/>
          </p:nvSpPr>
          <p:spPr>
            <a:xfrm>
              <a:off x="7124691" y="22104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8" name="pt28448"/>
            <p:cNvSpPr/>
            <p:nvPr/>
          </p:nvSpPr>
          <p:spPr>
            <a:xfrm>
              <a:off x="6913509" y="20700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9" name="pt28449"/>
            <p:cNvSpPr/>
            <p:nvPr/>
          </p:nvSpPr>
          <p:spPr>
            <a:xfrm>
              <a:off x="6870709" y="2168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0" name="pt28450"/>
            <p:cNvSpPr/>
            <p:nvPr/>
          </p:nvSpPr>
          <p:spPr>
            <a:xfrm>
              <a:off x="7095704" y="21473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1" name="pt28451"/>
            <p:cNvSpPr/>
            <p:nvPr/>
          </p:nvSpPr>
          <p:spPr>
            <a:xfrm>
              <a:off x="7547024" y="20866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2" name="pt28452"/>
            <p:cNvSpPr/>
            <p:nvPr/>
          </p:nvSpPr>
          <p:spPr>
            <a:xfrm>
              <a:off x="6713516" y="21988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3" name="pt28453"/>
            <p:cNvSpPr/>
            <p:nvPr/>
          </p:nvSpPr>
          <p:spPr>
            <a:xfrm>
              <a:off x="7017316" y="19249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4" name="pt28454"/>
            <p:cNvSpPr/>
            <p:nvPr/>
          </p:nvSpPr>
          <p:spPr>
            <a:xfrm>
              <a:off x="7146886" y="20651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5" name="pt28455"/>
            <p:cNvSpPr/>
            <p:nvPr/>
          </p:nvSpPr>
          <p:spPr>
            <a:xfrm>
              <a:off x="7087781" y="22203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6" name="pt28456"/>
            <p:cNvSpPr/>
            <p:nvPr/>
          </p:nvSpPr>
          <p:spPr>
            <a:xfrm>
              <a:off x="6974918" y="19627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7" name="pt28457"/>
            <p:cNvSpPr/>
            <p:nvPr/>
          </p:nvSpPr>
          <p:spPr>
            <a:xfrm>
              <a:off x="7165598" y="21987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8" name="pt28458"/>
            <p:cNvSpPr/>
            <p:nvPr/>
          </p:nvSpPr>
          <p:spPr>
            <a:xfrm>
              <a:off x="7207399" y="21963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9" name="pt28459"/>
            <p:cNvSpPr/>
            <p:nvPr/>
          </p:nvSpPr>
          <p:spPr>
            <a:xfrm>
              <a:off x="7142222" y="22297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0" name="pt28460"/>
            <p:cNvSpPr/>
            <p:nvPr/>
          </p:nvSpPr>
          <p:spPr>
            <a:xfrm>
              <a:off x="7215173" y="20855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1" name="pt28461"/>
            <p:cNvSpPr/>
            <p:nvPr/>
          </p:nvSpPr>
          <p:spPr>
            <a:xfrm>
              <a:off x="7115512" y="21740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2" name="pt28462"/>
            <p:cNvSpPr/>
            <p:nvPr/>
          </p:nvSpPr>
          <p:spPr>
            <a:xfrm>
              <a:off x="6925678" y="19937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3" name="pt28463"/>
            <p:cNvSpPr/>
            <p:nvPr/>
          </p:nvSpPr>
          <p:spPr>
            <a:xfrm>
              <a:off x="7007354" y="20615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4" name="pt28464"/>
            <p:cNvSpPr/>
            <p:nvPr/>
          </p:nvSpPr>
          <p:spPr>
            <a:xfrm>
              <a:off x="6956607" y="19434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5" name="pt28465"/>
            <p:cNvSpPr/>
            <p:nvPr/>
          </p:nvSpPr>
          <p:spPr>
            <a:xfrm>
              <a:off x="7184612" y="21179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6" name="pt28466"/>
            <p:cNvSpPr/>
            <p:nvPr/>
          </p:nvSpPr>
          <p:spPr>
            <a:xfrm>
              <a:off x="7098781" y="21468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7" name="pt28467"/>
            <p:cNvSpPr/>
            <p:nvPr/>
          </p:nvSpPr>
          <p:spPr>
            <a:xfrm>
              <a:off x="7188363" y="20971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8" name="pt28468"/>
            <p:cNvSpPr/>
            <p:nvPr/>
          </p:nvSpPr>
          <p:spPr>
            <a:xfrm>
              <a:off x="7124809" y="23426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9" name="pt28469"/>
            <p:cNvSpPr/>
            <p:nvPr/>
          </p:nvSpPr>
          <p:spPr>
            <a:xfrm>
              <a:off x="7103935" y="21397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0" name="pt28470"/>
            <p:cNvSpPr/>
            <p:nvPr/>
          </p:nvSpPr>
          <p:spPr>
            <a:xfrm>
              <a:off x="7249877" y="19026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1" name="pt28471"/>
            <p:cNvSpPr/>
            <p:nvPr/>
          </p:nvSpPr>
          <p:spPr>
            <a:xfrm>
              <a:off x="7186163" y="23521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2" name="pt28472"/>
            <p:cNvSpPr/>
            <p:nvPr/>
          </p:nvSpPr>
          <p:spPr>
            <a:xfrm>
              <a:off x="7289471" y="21336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3" name="pt28473"/>
            <p:cNvSpPr/>
            <p:nvPr/>
          </p:nvSpPr>
          <p:spPr>
            <a:xfrm>
              <a:off x="6956535" y="21017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4" name="pt28474"/>
            <p:cNvSpPr/>
            <p:nvPr/>
          </p:nvSpPr>
          <p:spPr>
            <a:xfrm>
              <a:off x="7278659" y="20280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5" name="pt28475"/>
            <p:cNvSpPr/>
            <p:nvPr/>
          </p:nvSpPr>
          <p:spPr>
            <a:xfrm>
              <a:off x="7186978" y="21287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6" name="pt28476"/>
            <p:cNvSpPr/>
            <p:nvPr/>
          </p:nvSpPr>
          <p:spPr>
            <a:xfrm>
              <a:off x="7068468" y="18829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7" name="pt28477"/>
            <p:cNvSpPr/>
            <p:nvPr/>
          </p:nvSpPr>
          <p:spPr>
            <a:xfrm>
              <a:off x="7135649" y="23124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8" name="pt28478"/>
            <p:cNvSpPr/>
            <p:nvPr/>
          </p:nvSpPr>
          <p:spPr>
            <a:xfrm>
              <a:off x="6989430" y="19590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9" name="pt28479"/>
            <p:cNvSpPr/>
            <p:nvPr/>
          </p:nvSpPr>
          <p:spPr>
            <a:xfrm>
              <a:off x="7203579" y="21435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0" name="pt28480"/>
            <p:cNvSpPr/>
            <p:nvPr/>
          </p:nvSpPr>
          <p:spPr>
            <a:xfrm>
              <a:off x="6978531" y="18922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1" name="pt28481"/>
            <p:cNvSpPr/>
            <p:nvPr/>
          </p:nvSpPr>
          <p:spPr>
            <a:xfrm>
              <a:off x="7397025" y="24552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2" name="pt28482"/>
            <p:cNvSpPr/>
            <p:nvPr/>
          </p:nvSpPr>
          <p:spPr>
            <a:xfrm>
              <a:off x="7257393" y="19676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3" name="pt28483"/>
            <p:cNvSpPr/>
            <p:nvPr/>
          </p:nvSpPr>
          <p:spPr>
            <a:xfrm>
              <a:off x="7151777" y="1983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4" name="pt28484"/>
            <p:cNvSpPr/>
            <p:nvPr/>
          </p:nvSpPr>
          <p:spPr>
            <a:xfrm>
              <a:off x="7103274" y="20971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5" name="pt28485"/>
            <p:cNvSpPr/>
            <p:nvPr/>
          </p:nvSpPr>
          <p:spPr>
            <a:xfrm>
              <a:off x="6822572" y="20242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6" name="pt28486"/>
            <p:cNvSpPr/>
            <p:nvPr/>
          </p:nvSpPr>
          <p:spPr>
            <a:xfrm>
              <a:off x="6686818" y="18863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7" name="pt28487"/>
            <p:cNvSpPr/>
            <p:nvPr/>
          </p:nvSpPr>
          <p:spPr>
            <a:xfrm>
              <a:off x="6887764" y="20513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8" name="pt28488"/>
            <p:cNvSpPr/>
            <p:nvPr/>
          </p:nvSpPr>
          <p:spPr>
            <a:xfrm>
              <a:off x="7004508" y="21134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9" name="pt28489"/>
            <p:cNvSpPr/>
            <p:nvPr/>
          </p:nvSpPr>
          <p:spPr>
            <a:xfrm>
              <a:off x="6928112" y="21446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0" name="pt28490"/>
            <p:cNvSpPr/>
            <p:nvPr/>
          </p:nvSpPr>
          <p:spPr>
            <a:xfrm>
              <a:off x="7164192" y="20722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1" name="pt28491"/>
            <p:cNvSpPr/>
            <p:nvPr/>
          </p:nvSpPr>
          <p:spPr>
            <a:xfrm>
              <a:off x="7199825" y="21885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2" name="pt28492"/>
            <p:cNvSpPr/>
            <p:nvPr/>
          </p:nvSpPr>
          <p:spPr>
            <a:xfrm>
              <a:off x="6718837" y="21567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3" name="pt28493"/>
            <p:cNvSpPr/>
            <p:nvPr/>
          </p:nvSpPr>
          <p:spPr>
            <a:xfrm>
              <a:off x="7277771" y="19499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4" name="pt28494"/>
            <p:cNvSpPr/>
            <p:nvPr/>
          </p:nvSpPr>
          <p:spPr>
            <a:xfrm>
              <a:off x="7209451" y="22137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5" name="pt28495"/>
            <p:cNvSpPr/>
            <p:nvPr/>
          </p:nvSpPr>
          <p:spPr>
            <a:xfrm>
              <a:off x="7032475" y="23579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6" name="pt28496"/>
            <p:cNvSpPr/>
            <p:nvPr/>
          </p:nvSpPr>
          <p:spPr>
            <a:xfrm>
              <a:off x="7221052" y="19044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7" name="pt28497"/>
            <p:cNvSpPr/>
            <p:nvPr/>
          </p:nvSpPr>
          <p:spPr>
            <a:xfrm>
              <a:off x="7217935" y="21007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8" name="pt28498"/>
            <p:cNvSpPr/>
            <p:nvPr/>
          </p:nvSpPr>
          <p:spPr>
            <a:xfrm>
              <a:off x="7225410" y="23359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9" name="pt28499"/>
            <p:cNvSpPr/>
            <p:nvPr/>
          </p:nvSpPr>
          <p:spPr>
            <a:xfrm>
              <a:off x="7062372" y="20472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0" name="pt28500"/>
            <p:cNvSpPr/>
            <p:nvPr/>
          </p:nvSpPr>
          <p:spPr>
            <a:xfrm>
              <a:off x="6988627" y="19869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1" name="pt28501"/>
            <p:cNvSpPr/>
            <p:nvPr/>
          </p:nvSpPr>
          <p:spPr>
            <a:xfrm>
              <a:off x="6849291" y="23131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2" name="pt28502"/>
            <p:cNvSpPr/>
            <p:nvPr/>
          </p:nvSpPr>
          <p:spPr>
            <a:xfrm>
              <a:off x="7115602" y="22317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3" name="pt28503"/>
            <p:cNvSpPr/>
            <p:nvPr/>
          </p:nvSpPr>
          <p:spPr>
            <a:xfrm>
              <a:off x="7332617" y="2093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4" name="pt28504"/>
            <p:cNvSpPr/>
            <p:nvPr/>
          </p:nvSpPr>
          <p:spPr>
            <a:xfrm>
              <a:off x="7122834" y="21285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5" name="pt28505"/>
            <p:cNvSpPr/>
            <p:nvPr/>
          </p:nvSpPr>
          <p:spPr>
            <a:xfrm>
              <a:off x="7193926" y="21972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6" name="pt28506"/>
            <p:cNvSpPr/>
            <p:nvPr/>
          </p:nvSpPr>
          <p:spPr>
            <a:xfrm>
              <a:off x="7280711" y="1857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7" name="pt28507"/>
            <p:cNvSpPr/>
            <p:nvPr/>
          </p:nvSpPr>
          <p:spPr>
            <a:xfrm>
              <a:off x="7071869" y="21720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8" name="pt28508"/>
            <p:cNvSpPr/>
            <p:nvPr/>
          </p:nvSpPr>
          <p:spPr>
            <a:xfrm>
              <a:off x="6925214" y="21106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9" name="pt28509"/>
            <p:cNvSpPr/>
            <p:nvPr/>
          </p:nvSpPr>
          <p:spPr>
            <a:xfrm>
              <a:off x="7192170" y="21921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0" name="pt28510"/>
            <p:cNvSpPr/>
            <p:nvPr/>
          </p:nvSpPr>
          <p:spPr>
            <a:xfrm>
              <a:off x="7032859" y="22941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1" name="pt28511"/>
            <p:cNvSpPr/>
            <p:nvPr/>
          </p:nvSpPr>
          <p:spPr>
            <a:xfrm>
              <a:off x="7041772" y="22319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2" name="pt28512"/>
            <p:cNvSpPr/>
            <p:nvPr/>
          </p:nvSpPr>
          <p:spPr>
            <a:xfrm>
              <a:off x="6991399" y="20524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3" name="pt28513"/>
            <p:cNvSpPr/>
            <p:nvPr/>
          </p:nvSpPr>
          <p:spPr>
            <a:xfrm>
              <a:off x="7123044" y="19929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4" name="pt28514"/>
            <p:cNvSpPr/>
            <p:nvPr/>
          </p:nvSpPr>
          <p:spPr>
            <a:xfrm>
              <a:off x="7137548" y="23611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5" name="pt28515"/>
            <p:cNvSpPr/>
            <p:nvPr/>
          </p:nvSpPr>
          <p:spPr>
            <a:xfrm>
              <a:off x="7143282" y="20419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6" name="pt28516"/>
            <p:cNvSpPr/>
            <p:nvPr/>
          </p:nvSpPr>
          <p:spPr>
            <a:xfrm>
              <a:off x="7116186" y="22000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7" name="pt28517"/>
            <p:cNvSpPr/>
            <p:nvPr/>
          </p:nvSpPr>
          <p:spPr>
            <a:xfrm>
              <a:off x="7236232" y="19866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8" name="pt28518"/>
            <p:cNvSpPr/>
            <p:nvPr/>
          </p:nvSpPr>
          <p:spPr>
            <a:xfrm>
              <a:off x="7561666" y="19909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9" name="pt28519"/>
            <p:cNvSpPr/>
            <p:nvPr/>
          </p:nvSpPr>
          <p:spPr>
            <a:xfrm>
              <a:off x="6944853" y="20058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0" name="pt28520"/>
            <p:cNvSpPr/>
            <p:nvPr/>
          </p:nvSpPr>
          <p:spPr>
            <a:xfrm>
              <a:off x="7169533" y="21800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1" name="pt28521"/>
            <p:cNvSpPr/>
            <p:nvPr/>
          </p:nvSpPr>
          <p:spPr>
            <a:xfrm>
              <a:off x="7080504" y="22111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2" name="pt28522"/>
            <p:cNvSpPr/>
            <p:nvPr/>
          </p:nvSpPr>
          <p:spPr>
            <a:xfrm>
              <a:off x="6982372" y="21814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3" name="pt28523"/>
            <p:cNvSpPr/>
            <p:nvPr/>
          </p:nvSpPr>
          <p:spPr>
            <a:xfrm>
              <a:off x="7117750" y="21991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4" name="pt28524"/>
            <p:cNvSpPr/>
            <p:nvPr/>
          </p:nvSpPr>
          <p:spPr>
            <a:xfrm>
              <a:off x="7205078" y="2247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5" name="pt28525"/>
            <p:cNvSpPr/>
            <p:nvPr/>
          </p:nvSpPr>
          <p:spPr>
            <a:xfrm>
              <a:off x="7085911" y="22375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6" name="pt28526"/>
            <p:cNvSpPr/>
            <p:nvPr/>
          </p:nvSpPr>
          <p:spPr>
            <a:xfrm>
              <a:off x="7138095" y="2298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7" name="pt28527"/>
            <p:cNvSpPr/>
            <p:nvPr/>
          </p:nvSpPr>
          <p:spPr>
            <a:xfrm>
              <a:off x="7163913" y="21959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8" name="pt28528"/>
            <p:cNvSpPr/>
            <p:nvPr/>
          </p:nvSpPr>
          <p:spPr>
            <a:xfrm>
              <a:off x="7303063" y="20005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9" name="pt28529"/>
            <p:cNvSpPr/>
            <p:nvPr/>
          </p:nvSpPr>
          <p:spPr>
            <a:xfrm>
              <a:off x="7129495" y="22444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0" name="pt28530"/>
            <p:cNvSpPr/>
            <p:nvPr/>
          </p:nvSpPr>
          <p:spPr>
            <a:xfrm>
              <a:off x="6972578" y="20230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1" name="pt28531"/>
            <p:cNvSpPr/>
            <p:nvPr/>
          </p:nvSpPr>
          <p:spPr>
            <a:xfrm>
              <a:off x="6954666" y="20656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2" name="pt28532"/>
            <p:cNvSpPr/>
            <p:nvPr/>
          </p:nvSpPr>
          <p:spPr>
            <a:xfrm>
              <a:off x="7156661" y="20008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3" name="pt28533"/>
            <p:cNvSpPr/>
            <p:nvPr/>
          </p:nvSpPr>
          <p:spPr>
            <a:xfrm>
              <a:off x="7039817" y="23862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4" name="pt28534"/>
            <p:cNvSpPr/>
            <p:nvPr/>
          </p:nvSpPr>
          <p:spPr>
            <a:xfrm>
              <a:off x="7179836" y="20533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5" name="pt28535"/>
            <p:cNvSpPr/>
            <p:nvPr/>
          </p:nvSpPr>
          <p:spPr>
            <a:xfrm>
              <a:off x="7362894" y="21726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6" name="pt28536"/>
            <p:cNvSpPr/>
            <p:nvPr/>
          </p:nvSpPr>
          <p:spPr>
            <a:xfrm>
              <a:off x="6948467" y="20239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7" name="pt28537"/>
            <p:cNvSpPr/>
            <p:nvPr/>
          </p:nvSpPr>
          <p:spPr>
            <a:xfrm>
              <a:off x="7096471" y="21961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8" name="pt28538"/>
            <p:cNvSpPr/>
            <p:nvPr/>
          </p:nvSpPr>
          <p:spPr>
            <a:xfrm>
              <a:off x="7209809" y="22393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9" name="pt28539"/>
            <p:cNvSpPr/>
            <p:nvPr/>
          </p:nvSpPr>
          <p:spPr>
            <a:xfrm>
              <a:off x="7040930" y="22635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0" name="pt28540"/>
            <p:cNvSpPr/>
            <p:nvPr/>
          </p:nvSpPr>
          <p:spPr>
            <a:xfrm>
              <a:off x="6803022" y="21752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1" name="pt28541"/>
            <p:cNvSpPr/>
            <p:nvPr/>
          </p:nvSpPr>
          <p:spPr>
            <a:xfrm>
              <a:off x="6929113" y="21254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2" name="pt28542"/>
            <p:cNvSpPr/>
            <p:nvPr/>
          </p:nvSpPr>
          <p:spPr>
            <a:xfrm>
              <a:off x="7185549" y="21681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3" name="pt28543"/>
            <p:cNvSpPr/>
            <p:nvPr/>
          </p:nvSpPr>
          <p:spPr>
            <a:xfrm>
              <a:off x="7064659" y="21031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4" name="pt28544"/>
            <p:cNvSpPr/>
            <p:nvPr/>
          </p:nvSpPr>
          <p:spPr>
            <a:xfrm>
              <a:off x="7231586" y="21837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5" name="pt28545"/>
            <p:cNvSpPr/>
            <p:nvPr/>
          </p:nvSpPr>
          <p:spPr>
            <a:xfrm>
              <a:off x="7084954" y="2222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6" name="pt28546"/>
            <p:cNvSpPr/>
            <p:nvPr/>
          </p:nvSpPr>
          <p:spPr>
            <a:xfrm>
              <a:off x="7102115" y="21832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7" name="pt28547"/>
            <p:cNvSpPr/>
            <p:nvPr/>
          </p:nvSpPr>
          <p:spPr>
            <a:xfrm>
              <a:off x="7528181" y="20926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8" name="pt28548"/>
            <p:cNvSpPr/>
            <p:nvPr/>
          </p:nvSpPr>
          <p:spPr>
            <a:xfrm>
              <a:off x="7044948" y="21696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9" name="pt28549"/>
            <p:cNvSpPr/>
            <p:nvPr/>
          </p:nvSpPr>
          <p:spPr>
            <a:xfrm>
              <a:off x="6650091" y="21283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0" name="pt28550"/>
            <p:cNvSpPr/>
            <p:nvPr/>
          </p:nvSpPr>
          <p:spPr>
            <a:xfrm>
              <a:off x="7304850" y="20435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1" name="pt28551"/>
            <p:cNvSpPr/>
            <p:nvPr/>
          </p:nvSpPr>
          <p:spPr>
            <a:xfrm>
              <a:off x="7132776" y="22717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2" name="pt28552"/>
            <p:cNvSpPr/>
            <p:nvPr/>
          </p:nvSpPr>
          <p:spPr>
            <a:xfrm>
              <a:off x="6999253" y="18584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3" name="pt28553"/>
            <p:cNvSpPr/>
            <p:nvPr/>
          </p:nvSpPr>
          <p:spPr>
            <a:xfrm>
              <a:off x="7344046" y="26262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4" name="pt28554"/>
            <p:cNvSpPr/>
            <p:nvPr/>
          </p:nvSpPr>
          <p:spPr>
            <a:xfrm>
              <a:off x="6980254" y="18105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5" name="pt28555"/>
            <p:cNvSpPr/>
            <p:nvPr/>
          </p:nvSpPr>
          <p:spPr>
            <a:xfrm>
              <a:off x="7243839" y="2138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6" name="pt28556"/>
            <p:cNvSpPr/>
            <p:nvPr/>
          </p:nvSpPr>
          <p:spPr>
            <a:xfrm>
              <a:off x="7166087" y="22695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7" name="pt28557"/>
            <p:cNvSpPr/>
            <p:nvPr/>
          </p:nvSpPr>
          <p:spPr>
            <a:xfrm>
              <a:off x="7199164" y="22315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8" name="pt28558"/>
            <p:cNvSpPr/>
            <p:nvPr/>
          </p:nvSpPr>
          <p:spPr>
            <a:xfrm>
              <a:off x="7194963" y="23107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9" name="pt28559"/>
            <p:cNvSpPr/>
            <p:nvPr/>
          </p:nvSpPr>
          <p:spPr>
            <a:xfrm>
              <a:off x="7117295" y="21965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0" name="pt28560"/>
            <p:cNvSpPr/>
            <p:nvPr/>
          </p:nvSpPr>
          <p:spPr>
            <a:xfrm>
              <a:off x="7146117" y="21410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1" name="pt28561"/>
            <p:cNvSpPr/>
            <p:nvPr/>
          </p:nvSpPr>
          <p:spPr>
            <a:xfrm>
              <a:off x="7088287" y="22140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2" name="pt28562"/>
            <p:cNvSpPr/>
            <p:nvPr/>
          </p:nvSpPr>
          <p:spPr>
            <a:xfrm>
              <a:off x="7216274" y="20695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3" name="pt28563"/>
            <p:cNvSpPr/>
            <p:nvPr/>
          </p:nvSpPr>
          <p:spPr>
            <a:xfrm>
              <a:off x="6846377" y="23765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4" name="pt28564"/>
            <p:cNvSpPr/>
            <p:nvPr/>
          </p:nvSpPr>
          <p:spPr>
            <a:xfrm>
              <a:off x="7276534" y="20750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5" name="pt28565"/>
            <p:cNvSpPr/>
            <p:nvPr/>
          </p:nvSpPr>
          <p:spPr>
            <a:xfrm>
              <a:off x="7307197" y="20885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6" name="pt28566"/>
            <p:cNvSpPr/>
            <p:nvPr/>
          </p:nvSpPr>
          <p:spPr>
            <a:xfrm>
              <a:off x="7252182" y="19539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7" name="pt28567"/>
            <p:cNvSpPr/>
            <p:nvPr/>
          </p:nvSpPr>
          <p:spPr>
            <a:xfrm>
              <a:off x="7721523" y="27209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8" name="pt28568"/>
            <p:cNvSpPr/>
            <p:nvPr/>
          </p:nvSpPr>
          <p:spPr>
            <a:xfrm>
              <a:off x="7135776" y="2326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9" name="pt28569"/>
            <p:cNvSpPr/>
            <p:nvPr/>
          </p:nvSpPr>
          <p:spPr>
            <a:xfrm>
              <a:off x="7373578" y="23152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0" name="pt28570"/>
            <p:cNvSpPr/>
            <p:nvPr/>
          </p:nvSpPr>
          <p:spPr>
            <a:xfrm>
              <a:off x="6980218" y="19675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1" name="pt28571"/>
            <p:cNvSpPr/>
            <p:nvPr/>
          </p:nvSpPr>
          <p:spPr>
            <a:xfrm>
              <a:off x="7270961" y="21198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2" name="pt28572"/>
            <p:cNvSpPr/>
            <p:nvPr/>
          </p:nvSpPr>
          <p:spPr>
            <a:xfrm>
              <a:off x="7007556" y="20307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3" name="pt28573"/>
            <p:cNvSpPr/>
            <p:nvPr/>
          </p:nvSpPr>
          <p:spPr>
            <a:xfrm>
              <a:off x="7236591" y="20271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4" name="pt28574"/>
            <p:cNvSpPr/>
            <p:nvPr/>
          </p:nvSpPr>
          <p:spPr>
            <a:xfrm>
              <a:off x="7157508" y="20830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5" name="pt28575"/>
            <p:cNvSpPr/>
            <p:nvPr/>
          </p:nvSpPr>
          <p:spPr>
            <a:xfrm>
              <a:off x="7175172" y="20398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6" name="pt28576"/>
            <p:cNvSpPr/>
            <p:nvPr/>
          </p:nvSpPr>
          <p:spPr>
            <a:xfrm>
              <a:off x="7113713" y="21940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7" name="pt28577"/>
            <p:cNvSpPr/>
            <p:nvPr/>
          </p:nvSpPr>
          <p:spPr>
            <a:xfrm>
              <a:off x="7396856" y="27542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8" name="pt28578"/>
            <p:cNvSpPr/>
            <p:nvPr/>
          </p:nvSpPr>
          <p:spPr>
            <a:xfrm>
              <a:off x="7188354" y="20405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9" name="pt28579"/>
            <p:cNvSpPr/>
            <p:nvPr/>
          </p:nvSpPr>
          <p:spPr>
            <a:xfrm>
              <a:off x="6971579" y="19582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0" name="pt28580"/>
            <p:cNvSpPr/>
            <p:nvPr/>
          </p:nvSpPr>
          <p:spPr>
            <a:xfrm>
              <a:off x="6904395" y="21419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1" name="pt28581"/>
            <p:cNvSpPr/>
            <p:nvPr/>
          </p:nvSpPr>
          <p:spPr>
            <a:xfrm>
              <a:off x="6931066" y="22150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2" name="pt28582"/>
            <p:cNvSpPr/>
            <p:nvPr/>
          </p:nvSpPr>
          <p:spPr>
            <a:xfrm>
              <a:off x="6929259" y="22414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3" name="pt28583"/>
            <p:cNvSpPr/>
            <p:nvPr/>
          </p:nvSpPr>
          <p:spPr>
            <a:xfrm>
              <a:off x="7047901" y="18086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4" name="pt28584"/>
            <p:cNvSpPr/>
            <p:nvPr/>
          </p:nvSpPr>
          <p:spPr>
            <a:xfrm>
              <a:off x="6995229" y="21351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5" name="pt28585"/>
            <p:cNvSpPr/>
            <p:nvPr/>
          </p:nvSpPr>
          <p:spPr>
            <a:xfrm>
              <a:off x="6806653" y="22677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6" name="pt28586"/>
            <p:cNvSpPr/>
            <p:nvPr/>
          </p:nvSpPr>
          <p:spPr>
            <a:xfrm>
              <a:off x="7091813" y="22239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7" name="pt28587"/>
            <p:cNvSpPr/>
            <p:nvPr/>
          </p:nvSpPr>
          <p:spPr>
            <a:xfrm>
              <a:off x="7175222" y="19858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8" name="pt28588"/>
            <p:cNvSpPr/>
            <p:nvPr/>
          </p:nvSpPr>
          <p:spPr>
            <a:xfrm>
              <a:off x="7236871" y="20611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9" name="pt28589"/>
            <p:cNvSpPr/>
            <p:nvPr/>
          </p:nvSpPr>
          <p:spPr>
            <a:xfrm>
              <a:off x="7026768" y="22188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0" name="pt28590"/>
            <p:cNvSpPr/>
            <p:nvPr/>
          </p:nvSpPr>
          <p:spPr>
            <a:xfrm>
              <a:off x="6676275" y="2238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1" name="pt28591"/>
            <p:cNvSpPr/>
            <p:nvPr/>
          </p:nvSpPr>
          <p:spPr>
            <a:xfrm>
              <a:off x="7247631" y="20561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2" name="pt28592"/>
            <p:cNvSpPr/>
            <p:nvPr/>
          </p:nvSpPr>
          <p:spPr>
            <a:xfrm>
              <a:off x="7115786" y="21716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3" name="pt28593"/>
            <p:cNvSpPr/>
            <p:nvPr/>
          </p:nvSpPr>
          <p:spPr>
            <a:xfrm>
              <a:off x="7070037" y="22155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4" name="pt28594"/>
            <p:cNvSpPr/>
            <p:nvPr/>
          </p:nvSpPr>
          <p:spPr>
            <a:xfrm>
              <a:off x="7139100" y="23532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5" name="pt28595"/>
            <p:cNvSpPr/>
            <p:nvPr/>
          </p:nvSpPr>
          <p:spPr>
            <a:xfrm>
              <a:off x="7397270" y="27068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6" name="pt28596"/>
            <p:cNvSpPr/>
            <p:nvPr/>
          </p:nvSpPr>
          <p:spPr>
            <a:xfrm>
              <a:off x="6769992" y="26106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7" name="pt28597"/>
            <p:cNvSpPr/>
            <p:nvPr/>
          </p:nvSpPr>
          <p:spPr>
            <a:xfrm>
              <a:off x="7483312" y="2592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8" name="pt28598"/>
            <p:cNvSpPr/>
            <p:nvPr/>
          </p:nvSpPr>
          <p:spPr>
            <a:xfrm>
              <a:off x="7109743" y="2232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9" name="pt28599"/>
            <p:cNvSpPr/>
            <p:nvPr/>
          </p:nvSpPr>
          <p:spPr>
            <a:xfrm>
              <a:off x="7380988" y="23583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0" name="pt28600"/>
            <p:cNvSpPr/>
            <p:nvPr/>
          </p:nvSpPr>
          <p:spPr>
            <a:xfrm>
              <a:off x="7169139" y="2162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1" name="pt28601"/>
            <p:cNvSpPr/>
            <p:nvPr/>
          </p:nvSpPr>
          <p:spPr>
            <a:xfrm>
              <a:off x="7514922" y="2557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2" name="pt28602"/>
            <p:cNvSpPr/>
            <p:nvPr/>
          </p:nvSpPr>
          <p:spPr>
            <a:xfrm>
              <a:off x="6930030" y="2085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3" name="pt28603"/>
            <p:cNvSpPr/>
            <p:nvPr/>
          </p:nvSpPr>
          <p:spPr>
            <a:xfrm>
              <a:off x="7183526" y="19709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4" name="pt28604"/>
            <p:cNvSpPr/>
            <p:nvPr/>
          </p:nvSpPr>
          <p:spPr>
            <a:xfrm>
              <a:off x="7097737" y="21336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5" name="pt28605"/>
            <p:cNvSpPr/>
            <p:nvPr/>
          </p:nvSpPr>
          <p:spPr>
            <a:xfrm>
              <a:off x="7155186" y="19848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6" name="pt28606"/>
            <p:cNvSpPr/>
            <p:nvPr/>
          </p:nvSpPr>
          <p:spPr>
            <a:xfrm>
              <a:off x="6767125" y="22691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7" name="pt28607"/>
            <p:cNvSpPr/>
            <p:nvPr/>
          </p:nvSpPr>
          <p:spPr>
            <a:xfrm>
              <a:off x="7010726" y="16992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8" name="pt28608"/>
            <p:cNvSpPr/>
            <p:nvPr/>
          </p:nvSpPr>
          <p:spPr>
            <a:xfrm>
              <a:off x="7136223" y="23673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9" name="pt28609"/>
            <p:cNvSpPr/>
            <p:nvPr/>
          </p:nvSpPr>
          <p:spPr>
            <a:xfrm>
              <a:off x="7876242" y="26459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0" name="pt28610"/>
            <p:cNvSpPr/>
            <p:nvPr/>
          </p:nvSpPr>
          <p:spPr>
            <a:xfrm>
              <a:off x="7118062" y="21318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1" name="pt28611"/>
            <p:cNvSpPr/>
            <p:nvPr/>
          </p:nvSpPr>
          <p:spPr>
            <a:xfrm>
              <a:off x="6964479" y="20899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2" name="pt28612"/>
            <p:cNvSpPr/>
            <p:nvPr/>
          </p:nvSpPr>
          <p:spPr>
            <a:xfrm>
              <a:off x="6955472" y="21086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3" name="pt28613"/>
            <p:cNvSpPr/>
            <p:nvPr/>
          </p:nvSpPr>
          <p:spPr>
            <a:xfrm>
              <a:off x="7221192" y="20022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4" name="pt28614"/>
            <p:cNvSpPr/>
            <p:nvPr/>
          </p:nvSpPr>
          <p:spPr>
            <a:xfrm>
              <a:off x="7454654" y="22655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5" name="pt28615"/>
            <p:cNvSpPr/>
            <p:nvPr/>
          </p:nvSpPr>
          <p:spPr>
            <a:xfrm>
              <a:off x="7474834" y="22977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6" name="pt28616"/>
            <p:cNvSpPr/>
            <p:nvPr/>
          </p:nvSpPr>
          <p:spPr>
            <a:xfrm>
              <a:off x="6827872" y="20717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7" name="pt28617"/>
            <p:cNvSpPr/>
            <p:nvPr/>
          </p:nvSpPr>
          <p:spPr>
            <a:xfrm>
              <a:off x="7244966" y="21699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8" name="pt28618"/>
            <p:cNvSpPr/>
            <p:nvPr/>
          </p:nvSpPr>
          <p:spPr>
            <a:xfrm>
              <a:off x="7340248" y="22610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9" name="pt28619"/>
            <p:cNvSpPr/>
            <p:nvPr/>
          </p:nvSpPr>
          <p:spPr>
            <a:xfrm>
              <a:off x="7266002" y="18990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0" name="pt28620"/>
            <p:cNvSpPr/>
            <p:nvPr/>
          </p:nvSpPr>
          <p:spPr>
            <a:xfrm>
              <a:off x="7233947" y="21446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1" name="pt28621"/>
            <p:cNvSpPr/>
            <p:nvPr/>
          </p:nvSpPr>
          <p:spPr>
            <a:xfrm>
              <a:off x="7221072" y="18026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2" name="pt28622"/>
            <p:cNvSpPr/>
            <p:nvPr/>
          </p:nvSpPr>
          <p:spPr>
            <a:xfrm>
              <a:off x="7157643" y="20314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3" name="pt28623"/>
            <p:cNvSpPr/>
            <p:nvPr/>
          </p:nvSpPr>
          <p:spPr>
            <a:xfrm>
              <a:off x="7048004" y="15611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4" name="pt28624"/>
            <p:cNvSpPr/>
            <p:nvPr/>
          </p:nvSpPr>
          <p:spPr>
            <a:xfrm>
              <a:off x="7251643" y="20652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5" name="pt28625"/>
            <p:cNvSpPr/>
            <p:nvPr/>
          </p:nvSpPr>
          <p:spPr>
            <a:xfrm>
              <a:off x="7419690" y="27909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6" name="pt28626"/>
            <p:cNvSpPr/>
            <p:nvPr/>
          </p:nvSpPr>
          <p:spPr>
            <a:xfrm>
              <a:off x="6884179" y="20742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7" name="pt28627"/>
            <p:cNvSpPr/>
            <p:nvPr/>
          </p:nvSpPr>
          <p:spPr>
            <a:xfrm>
              <a:off x="7415576" y="21893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8" name="pt28628"/>
            <p:cNvSpPr/>
            <p:nvPr/>
          </p:nvSpPr>
          <p:spPr>
            <a:xfrm>
              <a:off x="7529798" y="17523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9" name="pt28629"/>
            <p:cNvSpPr/>
            <p:nvPr/>
          </p:nvSpPr>
          <p:spPr>
            <a:xfrm>
              <a:off x="7114112" y="22177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0" name="pt28630"/>
            <p:cNvSpPr/>
            <p:nvPr/>
          </p:nvSpPr>
          <p:spPr>
            <a:xfrm>
              <a:off x="7024889" y="22801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1" name="pt28631"/>
            <p:cNvSpPr/>
            <p:nvPr/>
          </p:nvSpPr>
          <p:spPr>
            <a:xfrm>
              <a:off x="7034385" y="24353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2" name="pt28632"/>
            <p:cNvSpPr/>
            <p:nvPr/>
          </p:nvSpPr>
          <p:spPr>
            <a:xfrm>
              <a:off x="6953858" y="20546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3" name="pt28633"/>
            <p:cNvSpPr/>
            <p:nvPr/>
          </p:nvSpPr>
          <p:spPr>
            <a:xfrm>
              <a:off x="7249552" y="20515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4" name="pt28634"/>
            <p:cNvSpPr/>
            <p:nvPr/>
          </p:nvSpPr>
          <p:spPr>
            <a:xfrm>
              <a:off x="6938908" y="21436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5" name="pt28635"/>
            <p:cNvSpPr/>
            <p:nvPr/>
          </p:nvSpPr>
          <p:spPr>
            <a:xfrm>
              <a:off x="6920498" y="21493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6" name="pt28636"/>
            <p:cNvSpPr/>
            <p:nvPr/>
          </p:nvSpPr>
          <p:spPr>
            <a:xfrm>
              <a:off x="7065736" y="21652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7" name="pt28637"/>
            <p:cNvSpPr/>
            <p:nvPr/>
          </p:nvSpPr>
          <p:spPr>
            <a:xfrm>
              <a:off x="7114516" y="21225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8" name="pt28638"/>
            <p:cNvSpPr/>
            <p:nvPr/>
          </p:nvSpPr>
          <p:spPr>
            <a:xfrm>
              <a:off x="7169269" y="22589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9" name="pt28639"/>
            <p:cNvSpPr/>
            <p:nvPr/>
          </p:nvSpPr>
          <p:spPr>
            <a:xfrm>
              <a:off x="7053638" y="21086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0" name="pt28640"/>
            <p:cNvSpPr/>
            <p:nvPr/>
          </p:nvSpPr>
          <p:spPr>
            <a:xfrm>
              <a:off x="7052130" y="19784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1" name="pt28641"/>
            <p:cNvSpPr/>
            <p:nvPr/>
          </p:nvSpPr>
          <p:spPr>
            <a:xfrm>
              <a:off x="7155395" y="19885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2" name="pt28642"/>
            <p:cNvSpPr/>
            <p:nvPr/>
          </p:nvSpPr>
          <p:spPr>
            <a:xfrm>
              <a:off x="7152699" y="19809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3" name="pt28643"/>
            <p:cNvSpPr/>
            <p:nvPr/>
          </p:nvSpPr>
          <p:spPr>
            <a:xfrm>
              <a:off x="7057314" y="22792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4" name="pt28644"/>
            <p:cNvSpPr/>
            <p:nvPr/>
          </p:nvSpPr>
          <p:spPr>
            <a:xfrm>
              <a:off x="6947092" y="18938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5" name="pt28645"/>
            <p:cNvSpPr/>
            <p:nvPr/>
          </p:nvSpPr>
          <p:spPr>
            <a:xfrm>
              <a:off x="6964640" y="19844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6" name="pt28646"/>
            <p:cNvSpPr/>
            <p:nvPr/>
          </p:nvSpPr>
          <p:spPr>
            <a:xfrm>
              <a:off x="6988363" y="19474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7" name="pt28647"/>
            <p:cNvSpPr/>
            <p:nvPr/>
          </p:nvSpPr>
          <p:spPr>
            <a:xfrm>
              <a:off x="7151083" y="20394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8" name="pt28648"/>
            <p:cNvSpPr/>
            <p:nvPr/>
          </p:nvSpPr>
          <p:spPr>
            <a:xfrm>
              <a:off x="7333186" y="20566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9" name="pt28649"/>
            <p:cNvSpPr/>
            <p:nvPr/>
          </p:nvSpPr>
          <p:spPr>
            <a:xfrm>
              <a:off x="7120768" y="22137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0" name="pt28650"/>
            <p:cNvSpPr/>
            <p:nvPr/>
          </p:nvSpPr>
          <p:spPr>
            <a:xfrm>
              <a:off x="7014745" y="19038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1" name="pt28651"/>
            <p:cNvSpPr/>
            <p:nvPr/>
          </p:nvSpPr>
          <p:spPr>
            <a:xfrm>
              <a:off x="7067220" y="20967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2" name="pt28652"/>
            <p:cNvSpPr/>
            <p:nvPr/>
          </p:nvSpPr>
          <p:spPr>
            <a:xfrm>
              <a:off x="6880515" y="21157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3" name="pt28653"/>
            <p:cNvSpPr/>
            <p:nvPr/>
          </p:nvSpPr>
          <p:spPr>
            <a:xfrm>
              <a:off x="7057780" y="22595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4" name="pt28654"/>
            <p:cNvSpPr/>
            <p:nvPr/>
          </p:nvSpPr>
          <p:spPr>
            <a:xfrm>
              <a:off x="7000189" y="18403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5" name="pt28655"/>
            <p:cNvSpPr/>
            <p:nvPr/>
          </p:nvSpPr>
          <p:spPr>
            <a:xfrm>
              <a:off x="6993265" y="19526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6" name="pt28656"/>
            <p:cNvSpPr/>
            <p:nvPr/>
          </p:nvSpPr>
          <p:spPr>
            <a:xfrm>
              <a:off x="6979758" y="18477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7" name="pt28657"/>
            <p:cNvSpPr/>
            <p:nvPr/>
          </p:nvSpPr>
          <p:spPr>
            <a:xfrm>
              <a:off x="7645493" y="23854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8" name="pt28658"/>
            <p:cNvSpPr/>
            <p:nvPr/>
          </p:nvSpPr>
          <p:spPr>
            <a:xfrm>
              <a:off x="7071812" y="22134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9" name="pt28659"/>
            <p:cNvSpPr/>
            <p:nvPr/>
          </p:nvSpPr>
          <p:spPr>
            <a:xfrm>
              <a:off x="7434997" y="25321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0" name="pt28660"/>
            <p:cNvSpPr/>
            <p:nvPr/>
          </p:nvSpPr>
          <p:spPr>
            <a:xfrm>
              <a:off x="7003814" y="20975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1" name="pt28661"/>
            <p:cNvSpPr/>
            <p:nvPr/>
          </p:nvSpPr>
          <p:spPr>
            <a:xfrm>
              <a:off x="7325633" y="22033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2" name="pt28662"/>
            <p:cNvSpPr/>
            <p:nvPr/>
          </p:nvSpPr>
          <p:spPr>
            <a:xfrm>
              <a:off x="7239219" y="2039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3" name="pt28663"/>
            <p:cNvSpPr/>
            <p:nvPr/>
          </p:nvSpPr>
          <p:spPr>
            <a:xfrm>
              <a:off x="7259567" y="20746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4" name="pt28664"/>
            <p:cNvSpPr/>
            <p:nvPr/>
          </p:nvSpPr>
          <p:spPr>
            <a:xfrm>
              <a:off x="7152583" y="19941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5" name="pt28665"/>
            <p:cNvSpPr/>
            <p:nvPr/>
          </p:nvSpPr>
          <p:spPr>
            <a:xfrm>
              <a:off x="7189215" y="23720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6" name="pt28666"/>
            <p:cNvSpPr/>
            <p:nvPr/>
          </p:nvSpPr>
          <p:spPr>
            <a:xfrm>
              <a:off x="7188534" y="20386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7" name="pt28667"/>
            <p:cNvSpPr/>
            <p:nvPr/>
          </p:nvSpPr>
          <p:spPr>
            <a:xfrm>
              <a:off x="6866634" y="20947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8" name="pt28668"/>
            <p:cNvSpPr/>
            <p:nvPr/>
          </p:nvSpPr>
          <p:spPr>
            <a:xfrm>
              <a:off x="7138872" y="23618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9" name="pt28669"/>
            <p:cNvSpPr/>
            <p:nvPr/>
          </p:nvSpPr>
          <p:spPr>
            <a:xfrm>
              <a:off x="7007477" y="19699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0" name="pt28670"/>
            <p:cNvSpPr/>
            <p:nvPr/>
          </p:nvSpPr>
          <p:spPr>
            <a:xfrm>
              <a:off x="7381888" y="24118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1" name="pt28671"/>
            <p:cNvSpPr/>
            <p:nvPr/>
          </p:nvSpPr>
          <p:spPr>
            <a:xfrm>
              <a:off x="6911469" y="21646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2" name="pt28672"/>
            <p:cNvSpPr/>
            <p:nvPr/>
          </p:nvSpPr>
          <p:spPr>
            <a:xfrm>
              <a:off x="7204183" y="21700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3" name="pt28673"/>
            <p:cNvSpPr/>
            <p:nvPr/>
          </p:nvSpPr>
          <p:spPr>
            <a:xfrm>
              <a:off x="7114480" y="21137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4" name="pt28674"/>
            <p:cNvSpPr/>
            <p:nvPr/>
          </p:nvSpPr>
          <p:spPr>
            <a:xfrm>
              <a:off x="6986843" y="20480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5" name="pt28675"/>
            <p:cNvSpPr/>
            <p:nvPr/>
          </p:nvSpPr>
          <p:spPr>
            <a:xfrm>
              <a:off x="6999854" y="1953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6" name="pt28676"/>
            <p:cNvSpPr/>
            <p:nvPr/>
          </p:nvSpPr>
          <p:spPr>
            <a:xfrm>
              <a:off x="7134722" y="22861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7" name="pt28677"/>
            <p:cNvSpPr/>
            <p:nvPr/>
          </p:nvSpPr>
          <p:spPr>
            <a:xfrm>
              <a:off x="7171995" y="21667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8" name="pt28678"/>
            <p:cNvSpPr/>
            <p:nvPr/>
          </p:nvSpPr>
          <p:spPr>
            <a:xfrm>
              <a:off x="7193674" y="22717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9" name="pt28679"/>
            <p:cNvSpPr/>
            <p:nvPr/>
          </p:nvSpPr>
          <p:spPr>
            <a:xfrm>
              <a:off x="7271250" y="19989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0" name="pt28680"/>
            <p:cNvSpPr/>
            <p:nvPr/>
          </p:nvSpPr>
          <p:spPr>
            <a:xfrm>
              <a:off x="6990473" y="21408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1" name="pt28681"/>
            <p:cNvSpPr/>
            <p:nvPr/>
          </p:nvSpPr>
          <p:spPr>
            <a:xfrm>
              <a:off x="7213959" y="22713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2" name="pt28682"/>
            <p:cNvSpPr/>
            <p:nvPr/>
          </p:nvSpPr>
          <p:spPr>
            <a:xfrm>
              <a:off x="6855110" y="22172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3" name="pt28683"/>
            <p:cNvSpPr/>
            <p:nvPr/>
          </p:nvSpPr>
          <p:spPr>
            <a:xfrm>
              <a:off x="7165392" y="21457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4" name="pt28684"/>
            <p:cNvSpPr/>
            <p:nvPr/>
          </p:nvSpPr>
          <p:spPr>
            <a:xfrm>
              <a:off x="7119456" y="21644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5" name="pt28685"/>
            <p:cNvSpPr/>
            <p:nvPr/>
          </p:nvSpPr>
          <p:spPr>
            <a:xfrm>
              <a:off x="7246118" y="20875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6" name="pt28686"/>
            <p:cNvSpPr/>
            <p:nvPr/>
          </p:nvSpPr>
          <p:spPr>
            <a:xfrm>
              <a:off x="7187320" y="21210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7" name="pt28687"/>
            <p:cNvSpPr/>
            <p:nvPr/>
          </p:nvSpPr>
          <p:spPr>
            <a:xfrm>
              <a:off x="6901084" y="23802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8" name="pt28688"/>
            <p:cNvSpPr/>
            <p:nvPr/>
          </p:nvSpPr>
          <p:spPr>
            <a:xfrm>
              <a:off x="7170507" y="22009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9" name="pt28689"/>
            <p:cNvSpPr/>
            <p:nvPr/>
          </p:nvSpPr>
          <p:spPr>
            <a:xfrm>
              <a:off x="7029463" y="23416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0" name="pt28690"/>
            <p:cNvSpPr/>
            <p:nvPr/>
          </p:nvSpPr>
          <p:spPr>
            <a:xfrm>
              <a:off x="6570144" y="21272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1" name="pt28691"/>
            <p:cNvSpPr/>
            <p:nvPr/>
          </p:nvSpPr>
          <p:spPr>
            <a:xfrm>
              <a:off x="7435382" y="27896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2" name="pt28692"/>
            <p:cNvSpPr/>
            <p:nvPr/>
          </p:nvSpPr>
          <p:spPr>
            <a:xfrm>
              <a:off x="7514295" y="2076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3" name="pt28693"/>
            <p:cNvSpPr/>
            <p:nvPr/>
          </p:nvSpPr>
          <p:spPr>
            <a:xfrm>
              <a:off x="7296930" y="20043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4" name="pt28694"/>
            <p:cNvSpPr/>
            <p:nvPr/>
          </p:nvSpPr>
          <p:spPr>
            <a:xfrm>
              <a:off x="7003029" y="20621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5" name="pt28695"/>
            <p:cNvSpPr/>
            <p:nvPr/>
          </p:nvSpPr>
          <p:spPr>
            <a:xfrm>
              <a:off x="7143530" y="22097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6" name="pt28696"/>
            <p:cNvSpPr/>
            <p:nvPr/>
          </p:nvSpPr>
          <p:spPr>
            <a:xfrm>
              <a:off x="7165070" y="21333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7" name="pt28697"/>
            <p:cNvSpPr/>
            <p:nvPr/>
          </p:nvSpPr>
          <p:spPr>
            <a:xfrm>
              <a:off x="7256469" y="19444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8" name="pt28698"/>
            <p:cNvSpPr/>
            <p:nvPr/>
          </p:nvSpPr>
          <p:spPr>
            <a:xfrm>
              <a:off x="7234752" y="22066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9" name="pt28699"/>
            <p:cNvSpPr/>
            <p:nvPr/>
          </p:nvSpPr>
          <p:spPr>
            <a:xfrm>
              <a:off x="7027715" y="21814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0" name="pt28700"/>
            <p:cNvSpPr/>
            <p:nvPr/>
          </p:nvSpPr>
          <p:spPr>
            <a:xfrm>
              <a:off x="6833008" y="20188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1" name="pt28701"/>
            <p:cNvSpPr/>
            <p:nvPr/>
          </p:nvSpPr>
          <p:spPr>
            <a:xfrm>
              <a:off x="7166003" y="21421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2" name="pt28702"/>
            <p:cNvSpPr/>
            <p:nvPr/>
          </p:nvSpPr>
          <p:spPr>
            <a:xfrm>
              <a:off x="7355019" y="20882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3" name="pt28703"/>
            <p:cNvSpPr/>
            <p:nvPr/>
          </p:nvSpPr>
          <p:spPr>
            <a:xfrm>
              <a:off x="7115059" y="21544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4" name="pt28704"/>
            <p:cNvSpPr/>
            <p:nvPr/>
          </p:nvSpPr>
          <p:spPr>
            <a:xfrm>
              <a:off x="7151359" y="19926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5" name="pt28705"/>
            <p:cNvSpPr/>
            <p:nvPr/>
          </p:nvSpPr>
          <p:spPr>
            <a:xfrm>
              <a:off x="7140157" y="22027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6" name="pt28706"/>
            <p:cNvSpPr/>
            <p:nvPr/>
          </p:nvSpPr>
          <p:spPr>
            <a:xfrm>
              <a:off x="7092519" y="20858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7" name="pt28707"/>
            <p:cNvSpPr/>
            <p:nvPr/>
          </p:nvSpPr>
          <p:spPr>
            <a:xfrm>
              <a:off x="7166972" y="2275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8" name="pt28708"/>
            <p:cNvSpPr/>
            <p:nvPr/>
          </p:nvSpPr>
          <p:spPr>
            <a:xfrm>
              <a:off x="7326187" y="24013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9" name="pt28709"/>
            <p:cNvSpPr/>
            <p:nvPr/>
          </p:nvSpPr>
          <p:spPr>
            <a:xfrm>
              <a:off x="7097119" y="20899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0" name="pt28710"/>
            <p:cNvSpPr/>
            <p:nvPr/>
          </p:nvSpPr>
          <p:spPr>
            <a:xfrm>
              <a:off x="7106828" y="2077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1" name="pt28711"/>
            <p:cNvSpPr/>
            <p:nvPr/>
          </p:nvSpPr>
          <p:spPr>
            <a:xfrm>
              <a:off x="7074789" y="22071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2" name="pt28712"/>
            <p:cNvSpPr/>
            <p:nvPr/>
          </p:nvSpPr>
          <p:spPr>
            <a:xfrm>
              <a:off x="6906548" y="19760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3" name="pt28713"/>
            <p:cNvSpPr/>
            <p:nvPr/>
          </p:nvSpPr>
          <p:spPr>
            <a:xfrm>
              <a:off x="7029113" y="23445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4" name="pt28714"/>
            <p:cNvSpPr/>
            <p:nvPr/>
          </p:nvSpPr>
          <p:spPr>
            <a:xfrm>
              <a:off x="7025617" y="21208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5" name="pt28715"/>
            <p:cNvSpPr/>
            <p:nvPr/>
          </p:nvSpPr>
          <p:spPr>
            <a:xfrm>
              <a:off x="6929129" y="19679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6" name="pt28716"/>
            <p:cNvSpPr/>
            <p:nvPr/>
          </p:nvSpPr>
          <p:spPr>
            <a:xfrm>
              <a:off x="7035376" y="23726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7" name="pt28717"/>
            <p:cNvSpPr/>
            <p:nvPr/>
          </p:nvSpPr>
          <p:spPr>
            <a:xfrm>
              <a:off x="7079878" y="22468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8" name="pt28718"/>
            <p:cNvSpPr/>
            <p:nvPr/>
          </p:nvSpPr>
          <p:spPr>
            <a:xfrm>
              <a:off x="7104224" y="21340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9" name="pt28719"/>
            <p:cNvSpPr/>
            <p:nvPr/>
          </p:nvSpPr>
          <p:spPr>
            <a:xfrm>
              <a:off x="7179351" y="20619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0" name="pt28720"/>
            <p:cNvSpPr/>
            <p:nvPr/>
          </p:nvSpPr>
          <p:spPr>
            <a:xfrm>
              <a:off x="7134664" y="21864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1" name="pt28721"/>
            <p:cNvSpPr/>
            <p:nvPr/>
          </p:nvSpPr>
          <p:spPr>
            <a:xfrm>
              <a:off x="7082724" y="22242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2" name="pt28722"/>
            <p:cNvSpPr/>
            <p:nvPr/>
          </p:nvSpPr>
          <p:spPr>
            <a:xfrm>
              <a:off x="7175001" y="20915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3" name="pt28723"/>
            <p:cNvSpPr/>
            <p:nvPr/>
          </p:nvSpPr>
          <p:spPr>
            <a:xfrm>
              <a:off x="7626315" y="25218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4" name="pt28724"/>
            <p:cNvSpPr/>
            <p:nvPr/>
          </p:nvSpPr>
          <p:spPr>
            <a:xfrm>
              <a:off x="6982545" y="21778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5" name="pt28725"/>
            <p:cNvSpPr/>
            <p:nvPr/>
          </p:nvSpPr>
          <p:spPr>
            <a:xfrm>
              <a:off x="7078617" y="21817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6" name="pt28726"/>
            <p:cNvSpPr/>
            <p:nvPr/>
          </p:nvSpPr>
          <p:spPr>
            <a:xfrm>
              <a:off x="7181646" y="2082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7" name="pt28727"/>
            <p:cNvSpPr/>
            <p:nvPr/>
          </p:nvSpPr>
          <p:spPr>
            <a:xfrm>
              <a:off x="7347278" y="23730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8" name="pt28728"/>
            <p:cNvSpPr/>
            <p:nvPr/>
          </p:nvSpPr>
          <p:spPr>
            <a:xfrm>
              <a:off x="7006509" y="20419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9" name="pt28729"/>
            <p:cNvSpPr/>
            <p:nvPr/>
          </p:nvSpPr>
          <p:spPr>
            <a:xfrm>
              <a:off x="6926372" y="22148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0" name="pt28730"/>
            <p:cNvSpPr/>
            <p:nvPr/>
          </p:nvSpPr>
          <p:spPr>
            <a:xfrm>
              <a:off x="7118218" y="21842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1" name="pt28731"/>
            <p:cNvSpPr/>
            <p:nvPr/>
          </p:nvSpPr>
          <p:spPr>
            <a:xfrm>
              <a:off x="7115124" y="21718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2" name="pt28732"/>
            <p:cNvSpPr/>
            <p:nvPr/>
          </p:nvSpPr>
          <p:spPr>
            <a:xfrm>
              <a:off x="7460411" y="24083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3" name="pt28733"/>
            <p:cNvSpPr/>
            <p:nvPr/>
          </p:nvSpPr>
          <p:spPr>
            <a:xfrm>
              <a:off x="7124647" y="20205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4" name="pt28734"/>
            <p:cNvSpPr/>
            <p:nvPr/>
          </p:nvSpPr>
          <p:spPr>
            <a:xfrm>
              <a:off x="6956493" y="19765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5" name="pt28735"/>
            <p:cNvSpPr/>
            <p:nvPr/>
          </p:nvSpPr>
          <p:spPr>
            <a:xfrm>
              <a:off x="7129654" y="21869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6" name="pt28736"/>
            <p:cNvSpPr/>
            <p:nvPr/>
          </p:nvSpPr>
          <p:spPr>
            <a:xfrm>
              <a:off x="6973476" y="19871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7" name="pt28737"/>
            <p:cNvSpPr/>
            <p:nvPr/>
          </p:nvSpPr>
          <p:spPr>
            <a:xfrm>
              <a:off x="7067955" y="20264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8" name="pt28738"/>
            <p:cNvSpPr/>
            <p:nvPr/>
          </p:nvSpPr>
          <p:spPr>
            <a:xfrm>
              <a:off x="6929402" y="21657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9" name="pt28739"/>
            <p:cNvSpPr/>
            <p:nvPr/>
          </p:nvSpPr>
          <p:spPr>
            <a:xfrm>
              <a:off x="6991317" y="21410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0" name="pt28740"/>
            <p:cNvSpPr/>
            <p:nvPr/>
          </p:nvSpPr>
          <p:spPr>
            <a:xfrm>
              <a:off x="6907086" y="21690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1" name="pt28741"/>
            <p:cNvSpPr/>
            <p:nvPr/>
          </p:nvSpPr>
          <p:spPr>
            <a:xfrm>
              <a:off x="7090928" y="22161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2" name="pt28742"/>
            <p:cNvSpPr/>
            <p:nvPr/>
          </p:nvSpPr>
          <p:spPr>
            <a:xfrm>
              <a:off x="7566075" y="23068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3" name="pt28743"/>
            <p:cNvSpPr/>
            <p:nvPr/>
          </p:nvSpPr>
          <p:spPr>
            <a:xfrm>
              <a:off x="7441011" y="26922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4" name="pt28744"/>
            <p:cNvSpPr/>
            <p:nvPr/>
          </p:nvSpPr>
          <p:spPr>
            <a:xfrm>
              <a:off x="7092100" y="21181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5" name="pt28745"/>
            <p:cNvSpPr/>
            <p:nvPr/>
          </p:nvSpPr>
          <p:spPr>
            <a:xfrm>
              <a:off x="7070370" y="21800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6" name="pt28746"/>
            <p:cNvSpPr/>
            <p:nvPr/>
          </p:nvSpPr>
          <p:spPr>
            <a:xfrm>
              <a:off x="7098183" y="21919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7" name="pt28747"/>
            <p:cNvSpPr/>
            <p:nvPr/>
          </p:nvSpPr>
          <p:spPr>
            <a:xfrm>
              <a:off x="7134551" y="22242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8" name="pt28748"/>
            <p:cNvSpPr/>
            <p:nvPr/>
          </p:nvSpPr>
          <p:spPr>
            <a:xfrm>
              <a:off x="7439185" y="27805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9" name="pt28749"/>
            <p:cNvSpPr/>
            <p:nvPr/>
          </p:nvSpPr>
          <p:spPr>
            <a:xfrm>
              <a:off x="7260578" y="22229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0" name="pt28750"/>
            <p:cNvSpPr/>
            <p:nvPr/>
          </p:nvSpPr>
          <p:spPr>
            <a:xfrm>
              <a:off x="7099241" y="21267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1" name="pt28751"/>
            <p:cNvSpPr/>
            <p:nvPr/>
          </p:nvSpPr>
          <p:spPr>
            <a:xfrm>
              <a:off x="7137334" y="22067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2" name="pt28752"/>
            <p:cNvSpPr/>
            <p:nvPr/>
          </p:nvSpPr>
          <p:spPr>
            <a:xfrm>
              <a:off x="6942845" y="21499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3" name="pt28753"/>
            <p:cNvSpPr/>
            <p:nvPr/>
          </p:nvSpPr>
          <p:spPr>
            <a:xfrm>
              <a:off x="7305693" y="20501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4" name="pt28754"/>
            <p:cNvSpPr/>
            <p:nvPr/>
          </p:nvSpPr>
          <p:spPr>
            <a:xfrm>
              <a:off x="7229436" y="20859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5" name="pt28755"/>
            <p:cNvSpPr/>
            <p:nvPr/>
          </p:nvSpPr>
          <p:spPr>
            <a:xfrm>
              <a:off x="7297543" y="19067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6" name="pt28756"/>
            <p:cNvSpPr/>
            <p:nvPr/>
          </p:nvSpPr>
          <p:spPr>
            <a:xfrm>
              <a:off x="6911154" y="21038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7" name="pt28757"/>
            <p:cNvSpPr/>
            <p:nvPr/>
          </p:nvSpPr>
          <p:spPr>
            <a:xfrm>
              <a:off x="7192147" y="21877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8" name="pt28758"/>
            <p:cNvSpPr/>
            <p:nvPr/>
          </p:nvSpPr>
          <p:spPr>
            <a:xfrm>
              <a:off x="6933078" y="22137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9" name="pt28759"/>
            <p:cNvSpPr/>
            <p:nvPr/>
          </p:nvSpPr>
          <p:spPr>
            <a:xfrm>
              <a:off x="7360676" y="23335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0" name="pt28760"/>
            <p:cNvSpPr/>
            <p:nvPr/>
          </p:nvSpPr>
          <p:spPr>
            <a:xfrm>
              <a:off x="7282196" y="19952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1" name="pt28761"/>
            <p:cNvSpPr/>
            <p:nvPr/>
          </p:nvSpPr>
          <p:spPr>
            <a:xfrm>
              <a:off x="7047121" y="18946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2" name="pt28762"/>
            <p:cNvSpPr/>
            <p:nvPr/>
          </p:nvSpPr>
          <p:spPr>
            <a:xfrm>
              <a:off x="7049238" y="18606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3" name="pt28763"/>
            <p:cNvSpPr/>
            <p:nvPr/>
          </p:nvSpPr>
          <p:spPr>
            <a:xfrm>
              <a:off x="7265764" y="20479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4" name="pt28764"/>
            <p:cNvSpPr/>
            <p:nvPr/>
          </p:nvSpPr>
          <p:spPr>
            <a:xfrm>
              <a:off x="7059598" y="23695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5" name="pt28765"/>
            <p:cNvSpPr/>
            <p:nvPr/>
          </p:nvSpPr>
          <p:spPr>
            <a:xfrm>
              <a:off x="7216790" y="20311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6" name="pt28766"/>
            <p:cNvSpPr/>
            <p:nvPr/>
          </p:nvSpPr>
          <p:spPr>
            <a:xfrm>
              <a:off x="7089901" y="21884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7" name="pt28767"/>
            <p:cNvSpPr/>
            <p:nvPr/>
          </p:nvSpPr>
          <p:spPr>
            <a:xfrm>
              <a:off x="7128106" y="22447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8" name="pt28768"/>
            <p:cNvSpPr/>
            <p:nvPr/>
          </p:nvSpPr>
          <p:spPr>
            <a:xfrm>
              <a:off x="6996919" y="18806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9" name="pt28769"/>
            <p:cNvSpPr/>
            <p:nvPr/>
          </p:nvSpPr>
          <p:spPr>
            <a:xfrm>
              <a:off x="7127244" y="23731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0" name="pt28770"/>
            <p:cNvSpPr/>
            <p:nvPr/>
          </p:nvSpPr>
          <p:spPr>
            <a:xfrm>
              <a:off x="7088678" y="22191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1" name="pt28771"/>
            <p:cNvSpPr/>
            <p:nvPr/>
          </p:nvSpPr>
          <p:spPr>
            <a:xfrm>
              <a:off x="7440164" y="22444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2" name="pt28772"/>
            <p:cNvSpPr/>
            <p:nvPr/>
          </p:nvSpPr>
          <p:spPr>
            <a:xfrm>
              <a:off x="7003534" y="18927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3" name="pt28773"/>
            <p:cNvSpPr/>
            <p:nvPr/>
          </p:nvSpPr>
          <p:spPr>
            <a:xfrm>
              <a:off x="7178228" y="20026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4" name="pt28774"/>
            <p:cNvSpPr/>
            <p:nvPr/>
          </p:nvSpPr>
          <p:spPr>
            <a:xfrm>
              <a:off x="7216451" y="20382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5" name="pt28775"/>
            <p:cNvSpPr/>
            <p:nvPr/>
          </p:nvSpPr>
          <p:spPr>
            <a:xfrm>
              <a:off x="7041872" y="23664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6" name="pt28776"/>
            <p:cNvSpPr/>
            <p:nvPr/>
          </p:nvSpPr>
          <p:spPr>
            <a:xfrm>
              <a:off x="7051775" y="19906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7" name="pt28777"/>
            <p:cNvSpPr/>
            <p:nvPr/>
          </p:nvSpPr>
          <p:spPr>
            <a:xfrm>
              <a:off x="7022214" y="23537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8" name="pt28778"/>
            <p:cNvSpPr/>
            <p:nvPr/>
          </p:nvSpPr>
          <p:spPr>
            <a:xfrm>
              <a:off x="7491036" y="20987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9" name="pt28779"/>
            <p:cNvSpPr/>
            <p:nvPr/>
          </p:nvSpPr>
          <p:spPr>
            <a:xfrm>
              <a:off x="7075054" y="2154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0" name="pt28780"/>
            <p:cNvSpPr/>
            <p:nvPr/>
          </p:nvSpPr>
          <p:spPr>
            <a:xfrm>
              <a:off x="6998477" y="18398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1" name="pt28781"/>
            <p:cNvSpPr/>
            <p:nvPr/>
          </p:nvSpPr>
          <p:spPr>
            <a:xfrm>
              <a:off x="7122108" y="21646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2" name="pt28782"/>
            <p:cNvSpPr/>
            <p:nvPr/>
          </p:nvSpPr>
          <p:spPr>
            <a:xfrm>
              <a:off x="7162202" y="21645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3" name="pt28783"/>
            <p:cNvSpPr/>
            <p:nvPr/>
          </p:nvSpPr>
          <p:spPr>
            <a:xfrm>
              <a:off x="7104683" y="21376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4" name="pt28784"/>
            <p:cNvSpPr/>
            <p:nvPr/>
          </p:nvSpPr>
          <p:spPr>
            <a:xfrm>
              <a:off x="7356623" y="22130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5" name="pt28785"/>
            <p:cNvSpPr/>
            <p:nvPr/>
          </p:nvSpPr>
          <p:spPr>
            <a:xfrm>
              <a:off x="7059069" y="22153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6" name="pt28786"/>
            <p:cNvSpPr/>
            <p:nvPr/>
          </p:nvSpPr>
          <p:spPr>
            <a:xfrm>
              <a:off x="7356558" y="21266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7" name="pt28787"/>
            <p:cNvSpPr/>
            <p:nvPr/>
          </p:nvSpPr>
          <p:spPr>
            <a:xfrm>
              <a:off x="7041945" y="2329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8" name="pt28788"/>
            <p:cNvSpPr/>
            <p:nvPr/>
          </p:nvSpPr>
          <p:spPr>
            <a:xfrm>
              <a:off x="7073321" y="20542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9" name="pt28789"/>
            <p:cNvSpPr/>
            <p:nvPr/>
          </p:nvSpPr>
          <p:spPr>
            <a:xfrm>
              <a:off x="7049091" y="17299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0" name="pt28790"/>
            <p:cNvSpPr/>
            <p:nvPr/>
          </p:nvSpPr>
          <p:spPr>
            <a:xfrm>
              <a:off x="7210511" y="20222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1" name="pt28791"/>
            <p:cNvSpPr/>
            <p:nvPr/>
          </p:nvSpPr>
          <p:spPr>
            <a:xfrm>
              <a:off x="7093506" y="21203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2" name="pt28792"/>
            <p:cNvSpPr/>
            <p:nvPr/>
          </p:nvSpPr>
          <p:spPr>
            <a:xfrm>
              <a:off x="7188817" y="22265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3" name="pt28793"/>
            <p:cNvSpPr/>
            <p:nvPr/>
          </p:nvSpPr>
          <p:spPr>
            <a:xfrm>
              <a:off x="7391767" y="29263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4" name="pt28794"/>
            <p:cNvSpPr/>
            <p:nvPr/>
          </p:nvSpPr>
          <p:spPr>
            <a:xfrm>
              <a:off x="7389998" y="2602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5" name="pt28795"/>
            <p:cNvSpPr/>
            <p:nvPr/>
          </p:nvSpPr>
          <p:spPr>
            <a:xfrm>
              <a:off x="7419714" y="24529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6" name="pt28796"/>
            <p:cNvSpPr/>
            <p:nvPr/>
          </p:nvSpPr>
          <p:spPr>
            <a:xfrm>
              <a:off x="7289977" y="21898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7" name="pt28797"/>
            <p:cNvSpPr/>
            <p:nvPr/>
          </p:nvSpPr>
          <p:spPr>
            <a:xfrm>
              <a:off x="7102828" y="21066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8" name="pt28798"/>
            <p:cNvSpPr/>
            <p:nvPr/>
          </p:nvSpPr>
          <p:spPr>
            <a:xfrm>
              <a:off x="7235375" y="19862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9" name="pt28799"/>
            <p:cNvSpPr/>
            <p:nvPr/>
          </p:nvSpPr>
          <p:spPr>
            <a:xfrm>
              <a:off x="7268524" y="18284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0" name="pt28800"/>
            <p:cNvSpPr/>
            <p:nvPr/>
          </p:nvSpPr>
          <p:spPr>
            <a:xfrm>
              <a:off x="7239792" y="21062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1" name="pt28801"/>
            <p:cNvSpPr/>
            <p:nvPr/>
          </p:nvSpPr>
          <p:spPr>
            <a:xfrm>
              <a:off x="7088948" y="22031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2" name="pt28802"/>
            <p:cNvSpPr/>
            <p:nvPr/>
          </p:nvSpPr>
          <p:spPr>
            <a:xfrm>
              <a:off x="6936103" y="20930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3" name="pt28803"/>
            <p:cNvSpPr/>
            <p:nvPr/>
          </p:nvSpPr>
          <p:spPr>
            <a:xfrm>
              <a:off x="7189079" y="21982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4" name="pt28804"/>
            <p:cNvSpPr/>
            <p:nvPr/>
          </p:nvSpPr>
          <p:spPr>
            <a:xfrm>
              <a:off x="7078587" y="21995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5" name="pt28805"/>
            <p:cNvSpPr/>
            <p:nvPr/>
          </p:nvSpPr>
          <p:spPr>
            <a:xfrm>
              <a:off x="7108057" y="20929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6" name="pt28806"/>
            <p:cNvSpPr/>
            <p:nvPr/>
          </p:nvSpPr>
          <p:spPr>
            <a:xfrm>
              <a:off x="7042517" y="22469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7" name="pt28807"/>
            <p:cNvSpPr/>
            <p:nvPr/>
          </p:nvSpPr>
          <p:spPr>
            <a:xfrm>
              <a:off x="6998341" y="18104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8" name="pt28808"/>
            <p:cNvSpPr/>
            <p:nvPr/>
          </p:nvSpPr>
          <p:spPr>
            <a:xfrm>
              <a:off x="7730909" y="25634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9" name="pt28809"/>
            <p:cNvSpPr/>
            <p:nvPr/>
          </p:nvSpPr>
          <p:spPr>
            <a:xfrm>
              <a:off x="7289993" y="20947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0" name="pt28810"/>
            <p:cNvSpPr/>
            <p:nvPr/>
          </p:nvSpPr>
          <p:spPr>
            <a:xfrm>
              <a:off x="7289960" y="20786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1" name="pt28811"/>
            <p:cNvSpPr/>
            <p:nvPr/>
          </p:nvSpPr>
          <p:spPr>
            <a:xfrm>
              <a:off x="7564201" y="22592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2" name="pt28812"/>
            <p:cNvSpPr/>
            <p:nvPr/>
          </p:nvSpPr>
          <p:spPr>
            <a:xfrm>
              <a:off x="6866764" y="20121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3" name="pt28813"/>
            <p:cNvSpPr/>
            <p:nvPr/>
          </p:nvSpPr>
          <p:spPr>
            <a:xfrm>
              <a:off x="7181761" y="21312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4" name="pt28814"/>
            <p:cNvSpPr/>
            <p:nvPr/>
          </p:nvSpPr>
          <p:spPr>
            <a:xfrm>
              <a:off x="7132301" y="23216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5" name="pt28815"/>
            <p:cNvSpPr/>
            <p:nvPr/>
          </p:nvSpPr>
          <p:spPr>
            <a:xfrm>
              <a:off x="7005361" y="21150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6" name="pt28816"/>
            <p:cNvSpPr/>
            <p:nvPr/>
          </p:nvSpPr>
          <p:spPr>
            <a:xfrm>
              <a:off x="7317636" y="19897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7" name="pt28817"/>
            <p:cNvSpPr/>
            <p:nvPr/>
          </p:nvSpPr>
          <p:spPr>
            <a:xfrm>
              <a:off x="7070360" y="21335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8" name="pt28818"/>
            <p:cNvSpPr/>
            <p:nvPr/>
          </p:nvSpPr>
          <p:spPr>
            <a:xfrm>
              <a:off x="7127779" y="23367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9" name="pt28819"/>
            <p:cNvSpPr/>
            <p:nvPr/>
          </p:nvSpPr>
          <p:spPr>
            <a:xfrm>
              <a:off x="6856544" y="22947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0" name="pt28820"/>
            <p:cNvSpPr/>
            <p:nvPr/>
          </p:nvSpPr>
          <p:spPr>
            <a:xfrm>
              <a:off x="7139564" y="23323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1" name="pt28821"/>
            <p:cNvSpPr/>
            <p:nvPr/>
          </p:nvSpPr>
          <p:spPr>
            <a:xfrm>
              <a:off x="7204321" y="22521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2" name="pt28822"/>
            <p:cNvSpPr/>
            <p:nvPr/>
          </p:nvSpPr>
          <p:spPr>
            <a:xfrm>
              <a:off x="7232184" y="21679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3" name="pt28823"/>
            <p:cNvSpPr/>
            <p:nvPr/>
          </p:nvSpPr>
          <p:spPr>
            <a:xfrm>
              <a:off x="7041499" y="22443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4" name="pt28824"/>
            <p:cNvSpPr/>
            <p:nvPr/>
          </p:nvSpPr>
          <p:spPr>
            <a:xfrm>
              <a:off x="7253487" y="18875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5" name="pt28825"/>
            <p:cNvSpPr/>
            <p:nvPr/>
          </p:nvSpPr>
          <p:spPr>
            <a:xfrm>
              <a:off x="7252521" y="2099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6" name="pt28826"/>
            <p:cNvSpPr/>
            <p:nvPr/>
          </p:nvSpPr>
          <p:spPr>
            <a:xfrm>
              <a:off x="7003204" y="20864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7" name="pt28827"/>
            <p:cNvSpPr/>
            <p:nvPr/>
          </p:nvSpPr>
          <p:spPr>
            <a:xfrm>
              <a:off x="7236397" y="2154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8" name="pt28828"/>
            <p:cNvSpPr/>
            <p:nvPr/>
          </p:nvSpPr>
          <p:spPr>
            <a:xfrm>
              <a:off x="7258948" y="20625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9" name="pt28829"/>
            <p:cNvSpPr/>
            <p:nvPr/>
          </p:nvSpPr>
          <p:spPr>
            <a:xfrm>
              <a:off x="7328186" y="20738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0" name="pt28830"/>
            <p:cNvSpPr/>
            <p:nvPr/>
          </p:nvSpPr>
          <p:spPr>
            <a:xfrm>
              <a:off x="6984487" y="20584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1" name="pt28831"/>
            <p:cNvSpPr/>
            <p:nvPr/>
          </p:nvSpPr>
          <p:spPr>
            <a:xfrm>
              <a:off x="7165437" y="21004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2" name="pt28832"/>
            <p:cNvSpPr/>
            <p:nvPr/>
          </p:nvSpPr>
          <p:spPr>
            <a:xfrm>
              <a:off x="6975238" y="17906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3" name="pt28833"/>
            <p:cNvSpPr/>
            <p:nvPr/>
          </p:nvSpPr>
          <p:spPr>
            <a:xfrm>
              <a:off x="7156620" y="20277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4" name="pt28834"/>
            <p:cNvSpPr/>
            <p:nvPr/>
          </p:nvSpPr>
          <p:spPr>
            <a:xfrm>
              <a:off x="7312143" y="19407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5" name="pt28835"/>
            <p:cNvSpPr/>
            <p:nvPr/>
          </p:nvSpPr>
          <p:spPr>
            <a:xfrm>
              <a:off x="7394990" y="22708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6" name="pt28836"/>
            <p:cNvSpPr/>
            <p:nvPr/>
          </p:nvSpPr>
          <p:spPr>
            <a:xfrm>
              <a:off x="7184121" y="2119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7" name="pt28837"/>
            <p:cNvSpPr/>
            <p:nvPr/>
          </p:nvSpPr>
          <p:spPr>
            <a:xfrm>
              <a:off x="6989623" y="20059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8" name="pt28838"/>
            <p:cNvSpPr/>
            <p:nvPr/>
          </p:nvSpPr>
          <p:spPr>
            <a:xfrm>
              <a:off x="7046786" y="20878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9" name="pt28839"/>
            <p:cNvSpPr/>
            <p:nvPr/>
          </p:nvSpPr>
          <p:spPr>
            <a:xfrm>
              <a:off x="7257851" y="20201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0" name="pt28840"/>
            <p:cNvSpPr/>
            <p:nvPr/>
          </p:nvSpPr>
          <p:spPr>
            <a:xfrm>
              <a:off x="7372885" y="2110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1" name="pt28841"/>
            <p:cNvSpPr/>
            <p:nvPr/>
          </p:nvSpPr>
          <p:spPr>
            <a:xfrm>
              <a:off x="7067902" y="20950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2" name="pt28842"/>
            <p:cNvSpPr/>
            <p:nvPr/>
          </p:nvSpPr>
          <p:spPr>
            <a:xfrm>
              <a:off x="7085397" y="22080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3" name="pt28843"/>
            <p:cNvSpPr/>
            <p:nvPr/>
          </p:nvSpPr>
          <p:spPr>
            <a:xfrm>
              <a:off x="7246582" y="21046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4" name="pt28844"/>
            <p:cNvSpPr/>
            <p:nvPr/>
          </p:nvSpPr>
          <p:spPr>
            <a:xfrm>
              <a:off x="7162940" y="21703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5" name="pt28845"/>
            <p:cNvSpPr/>
            <p:nvPr/>
          </p:nvSpPr>
          <p:spPr>
            <a:xfrm>
              <a:off x="7131021" y="2283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6" name="pt28846"/>
            <p:cNvSpPr/>
            <p:nvPr/>
          </p:nvSpPr>
          <p:spPr>
            <a:xfrm>
              <a:off x="7046142" y="20953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7" name="pt28847"/>
            <p:cNvSpPr/>
            <p:nvPr/>
          </p:nvSpPr>
          <p:spPr>
            <a:xfrm>
              <a:off x="7217864" y="19992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8" name="pt28848"/>
            <p:cNvSpPr/>
            <p:nvPr/>
          </p:nvSpPr>
          <p:spPr>
            <a:xfrm>
              <a:off x="7291393" y="20915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9" name="pt28849"/>
            <p:cNvSpPr/>
            <p:nvPr/>
          </p:nvSpPr>
          <p:spPr>
            <a:xfrm>
              <a:off x="7118430" y="21712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0" name="pt28850"/>
            <p:cNvSpPr/>
            <p:nvPr/>
          </p:nvSpPr>
          <p:spPr>
            <a:xfrm>
              <a:off x="7144828" y="20808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1" name="pt28851"/>
            <p:cNvSpPr/>
            <p:nvPr/>
          </p:nvSpPr>
          <p:spPr>
            <a:xfrm>
              <a:off x="7177878" y="20338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2" name="pt28852"/>
            <p:cNvSpPr/>
            <p:nvPr/>
          </p:nvSpPr>
          <p:spPr>
            <a:xfrm>
              <a:off x="7104785" y="21535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3" name="pt28853"/>
            <p:cNvSpPr/>
            <p:nvPr/>
          </p:nvSpPr>
          <p:spPr>
            <a:xfrm>
              <a:off x="7192300" y="21920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4" name="pt28854"/>
            <p:cNvSpPr/>
            <p:nvPr/>
          </p:nvSpPr>
          <p:spPr>
            <a:xfrm>
              <a:off x="7134008" y="23403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5" name="pt28855"/>
            <p:cNvSpPr/>
            <p:nvPr/>
          </p:nvSpPr>
          <p:spPr>
            <a:xfrm>
              <a:off x="6951870" y="19573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6" name="pt28856"/>
            <p:cNvSpPr/>
            <p:nvPr/>
          </p:nvSpPr>
          <p:spPr>
            <a:xfrm>
              <a:off x="7303888" y="1949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7" name="pt28857"/>
            <p:cNvSpPr/>
            <p:nvPr/>
          </p:nvSpPr>
          <p:spPr>
            <a:xfrm>
              <a:off x="7146925" y="2083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8" name="pt28858"/>
            <p:cNvSpPr/>
            <p:nvPr/>
          </p:nvSpPr>
          <p:spPr>
            <a:xfrm>
              <a:off x="7140583" y="21992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9" name="pt28859"/>
            <p:cNvSpPr/>
            <p:nvPr/>
          </p:nvSpPr>
          <p:spPr>
            <a:xfrm>
              <a:off x="7502285" y="22327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0" name="pt28860"/>
            <p:cNvSpPr/>
            <p:nvPr/>
          </p:nvSpPr>
          <p:spPr>
            <a:xfrm>
              <a:off x="7175932" y="20448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1" name="pt28861"/>
            <p:cNvSpPr/>
            <p:nvPr/>
          </p:nvSpPr>
          <p:spPr>
            <a:xfrm>
              <a:off x="7198230" y="22614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2" name="pt28862"/>
            <p:cNvSpPr/>
            <p:nvPr/>
          </p:nvSpPr>
          <p:spPr>
            <a:xfrm>
              <a:off x="7160159" y="20936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3" name="pt28863"/>
            <p:cNvSpPr/>
            <p:nvPr/>
          </p:nvSpPr>
          <p:spPr>
            <a:xfrm>
              <a:off x="7145563" y="2119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4" name="pt28864"/>
            <p:cNvSpPr/>
            <p:nvPr/>
          </p:nvSpPr>
          <p:spPr>
            <a:xfrm>
              <a:off x="7346065" y="23950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5" name="pt28865"/>
            <p:cNvSpPr/>
            <p:nvPr/>
          </p:nvSpPr>
          <p:spPr>
            <a:xfrm>
              <a:off x="7281460" y="19750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6" name="pt28866"/>
            <p:cNvSpPr/>
            <p:nvPr/>
          </p:nvSpPr>
          <p:spPr>
            <a:xfrm>
              <a:off x="7048467" y="18626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7" name="pt28867"/>
            <p:cNvSpPr/>
            <p:nvPr/>
          </p:nvSpPr>
          <p:spPr>
            <a:xfrm>
              <a:off x="7164373" y="21376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8" name="pt28868"/>
            <p:cNvSpPr/>
            <p:nvPr/>
          </p:nvSpPr>
          <p:spPr>
            <a:xfrm>
              <a:off x="7302619" y="20534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9" name="pt28869"/>
            <p:cNvSpPr/>
            <p:nvPr/>
          </p:nvSpPr>
          <p:spPr>
            <a:xfrm>
              <a:off x="7214005" y="20152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0" name="pt28870"/>
            <p:cNvSpPr/>
            <p:nvPr/>
          </p:nvSpPr>
          <p:spPr>
            <a:xfrm>
              <a:off x="6774162" y="27680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1" name="pt28871"/>
            <p:cNvSpPr/>
            <p:nvPr/>
          </p:nvSpPr>
          <p:spPr>
            <a:xfrm>
              <a:off x="7434989" y="28668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2" name="pt28872"/>
            <p:cNvSpPr/>
            <p:nvPr/>
          </p:nvSpPr>
          <p:spPr>
            <a:xfrm>
              <a:off x="6916565" y="23171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3" name="pt28873"/>
            <p:cNvSpPr/>
            <p:nvPr/>
          </p:nvSpPr>
          <p:spPr>
            <a:xfrm>
              <a:off x="6737845" y="18628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4" name="pt28874"/>
            <p:cNvSpPr/>
            <p:nvPr/>
          </p:nvSpPr>
          <p:spPr>
            <a:xfrm>
              <a:off x="7151731" y="19985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5" name="pt28875"/>
            <p:cNvSpPr/>
            <p:nvPr/>
          </p:nvSpPr>
          <p:spPr>
            <a:xfrm>
              <a:off x="7114325" y="2129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6" name="pt28876"/>
            <p:cNvSpPr/>
            <p:nvPr/>
          </p:nvSpPr>
          <p:spPr>
            <a:xfrm>
              <a:off x="7066382" y="20637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7" name="pt28877"/>
            <p:cNvSpPr/>
            <p:nvPr/>
          </p:nvSpPr>
          <p:spPr>
            <a:xfrm>
              <a:off x="7237598" y="19437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8" name="pt28878"/>
            <p:cNvSpPr/>
            <p:nvPr/>
          </p:nvSpPr>
          <p:spPr>
            <a:xfrm>
              <a:off x="7024039" y="23669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9" name="pt28879"/>
            <p:cNvSpPr/>
            <p:nvPr/>
          </p:nvSpPr>
          <p:spPr>
            <a:xfrm>
              <a:off x="7317338" y="20395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0" name="pt28880"/>
            <p:cNvSpPr/>
            <p:nvPr/>
          </p:nvSpPr>
          <p:spPr>
            <a:xfrm>
              <a:off x="7124670" y="20753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1" name="pt28881"/>
            <p:cNvSpPr/>
            <p:nvPr/>
          </p:nvSpPr>
          <p:spPr>
            <a:xfrm>
              <a:off x="7168644" y="22220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2" name="pt28882"/>
            <p:cNvSpPr/>
            <p:nvPr/>
          </p:nvSpPr>
          <p:spPr>
            <a:xfrm>
              <a:off x="7123089" y="21746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3" name="pt28883"/>
            <p:cNvSpPr/>
            <p:nvPr/>
          </p:nvSpPr>
          <p:spPr>
            <a:xfrm>
              <a:off x="7176057" y="20244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4" name="pt28884"/>
            <p:cNvSpPr/>
            <p:nvPr/>
          </p:nvSpPr>
          <p:spPr>
            <a:xfrm>
              <a:off x="7043709" y="22486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5" name="pt28885"/>
            <p:cNvSpPr/>
            <p:nvPr/>
          </p:nvSpPr>
          <p:spPr>
            <a:xfrm>
              <a:off x="6994574" y="19472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6" name="pt28886"/>
            <p:cNvSpPr/>
            <p:nvPr/>
          </p:nvSpPr>
          <p:spPr>
            <a:xfrm>
              <a:off x="7122589" y="21384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7" name="pt28887"/>
            <p:cNvSpPr/>
            <p:nvPr/>
          </p:nvSpPr>
          <p:spPr>
            <a:xfrm>
              <a:off x="7063862" y="20814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8" name="pt28888"/>
            <p:cNvSpPr/>
            <p:nvPr/>
          </p:nvSpPr>
          <p:spPr>
            <a:xfrm>
              <a:off x="7081434" y="22297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9" name="pt28889"/>
            <p:cNvSpPr/>
            <p:nvPr/>
          </p:nvSpPr>
          <p:spPr>
            <a:xfrm>
              <a:off x="7277819" y="20201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0" name="pt28890"/>
            <p:cNvSpPr/>
            <p:nvPr/>
          </p:nvSpPr>
          <p:spPr>
            <a:xfrm>
              <a:off x="6894093" y="19360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1" name="pt28891"/>
            <p:cNvSpPr/>
            <p:nvPr/>
          </p:nvSpPr>
          <p:spPr>
            <a:xfrm>
              <a:off x="7147327" y="21041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2" name="pt28892"/>
            <p:cNvSpPr/>
            <p:nvPr/>
          </p:nvSpPr>
          <p:spPr>
            <a:xfrm>
              <a:off x="7045756" y="21438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3" name="pt28893"/>
            <p:cNvSpPr/>
            <p:nvPr/>
          </p:nvSpPr>
          <p:spPr>
            <a:xfrm>
              <a:off x="7437240" y="24357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4" name="pt28894"/>
            <p:cNvSpPr/>
            <p:nvPr/>
          </p:nvSpPr>
          <p:spPr>
            <a:xfrm>
              <a:off x="6654242" y="16711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5" name="pt28895"/>
            <p:cNvSpPr/>
            <p:nvPr/>
          </p:nvSpPr>
          <p:spPr>
            <a:xfrm>
              <a:off x="7027437" y="21809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6" name="pt28896"/>
            <p:cNvSpPr/>
            <p:nvPr/>
          </p:nvSpPr>
          <p:spPr>
            <a:xfrm>
              <a:off x="6909730" y="2025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7" name="pt28897"/>
            <p:cNvSpPr/>
            <p:nvPr/>
          </p:nvSpPr>
          <p:spPr>
            <a:xfrm>
              <a:off x="7247563" y="2111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8" name="pt28898"/>
            <p:cNvSpPr/>
            <p:nvPr/>
          </p:nvSpPr>
          <p:spPr>
            <a:xfrm>
              <a:off x="7084865" y="21566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9" name="pt28899"/>
            <p:cNvSpPr/>
            <p:nvPr/>
          </p:nvSpPr>
          <p:spPr>
            <a:xfrm>
              <a:off x="7173765" y="20565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0" name="pt28900"/>
            <p:cNvSpPr/>
            <p:nvPr/>
          </p:nvSpPr>
          <p:spPr>
            <a:xfrm>
              <a:off x="6999023" y="17679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1" name="pt28901"/>
            <p:cNvSpPr/>
            <p:nvPr/>
          </p:nvSpPr>
          <p:spPr>
            <a:xfrm>
              <a:off x="7068727" y="22096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2" name="pt28902"/>
            <p:cNvSpPr/>
            <p:nvPr/>
          </p:nvSpPr>
          <p:spPr>
            <a:xfrm>
              <a:off x="6932422" y="21487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3" name="pt28903"/>
            <p:cNvSpPr/>
            <p:nvPr/>
          </p:nvSpPr>
          <p:spPr>
            <a:xfrm>
              <a:off x="7116929" y="22000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4" name="pt28904"/>
            <p:cNvSpPr/>
            <p:nvPr/>
          </p:nvSpPr>
          <p:spPr>
            <a:xfrm>
              <a:off x="7169971" y="21699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5" name="pt28905"/>
            <p:cNvSpPr/>
            <p:nvPr/>
          </p:nvSpPr>
          <p:spPr>
            <a:xfrm>
              <a:off x="6823616" y="18179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6" name="pt28906"/>
            <p:cNvSpPr/>
            <p:nvPr/>
          </p:nvSpPr>
          <p:spPr>
            <a:xfrm>
              <a:off x="7026098" y="23250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7" name="pt28907"/>
            <p:cNvSpPr/>
            <p:nvPr/>
          </p:nvSpPr>
          <p:spPr>
            <a:xfrm>
              <a:off x="6897748" y="23680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8" name="pt28908"/>
            <p:cNvSpPr/>
            <p:nvPr/>
          </p:nvSpPr>
          <p:spPr>
            <a:xfrm>
              <a:off x="7297600" y="19464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9" name="pt28909"/>
            <p:cNvSpPr/>
            <p:nvPr/>
          </p:nvSpPr>
          <p:spPr>
            <a:xfrm>
              <a:off x="7120165" y="20432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0" name="pt28910"/>
            <p:cNvSpPr/>
            <p:nvPr/>
          </p:nvSpPr>
          <p:spPr>
            <a:xfrm>
              <a:off x="7138409" y="23236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1" name="pt28911"/>
            <p:cNvSpPr/>
            <p:nvPr/>
          </p:nvSpPr>
          <p:spPr>
            <a:xfrm>
              <a:off x="7145254" y="21856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2" name="pt28912"/>
            <p:cNvSpPr/>
            <p:nvPr/>
          </p:nvSpPr>
          <p:spPr>
            <a:xfrm>
              <a:off x="7018712" y="20007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3" name="pt28913"/>
            <p:cNvSpPr/>
            <p:nvPr/>
          </p:nvSpPr>
          <p:spPr>
            <a:xfrm>
              <a:off x="7145312" y="1933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4" name="pt28914"/>
            <p:cNvSpPr/>
            <p:nvPr/>
          </p:nvSpPr>
          <p:spPr>
            <a:xfrm>
              <a:off x="7288072" y="20882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5" name="pt28915"/>
            <p:cNvSpPr/>
            <p:nvPr/>
          </p:nvSpPr>
          <p:spPr>
            <a:xfrm>
              <a:off x="6760192" y="25066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6" name="pt28916"/>
            <p:cNvSpPr/>
            <p:nvPr/>
          </p:nvSpPr>
          <p:spPr>
            <a:xfrm>
              <a:off x="6984538" y="20628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7" name="pt28917"/>
            <p:cNvSpPr/>
            <p:nvPr/>
          </p:nvSpPr>
          <p:spPr>
            <a:xfrm>
              <a:off x="7216936" y="20005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8" name="pt28918"/>
            <p:cNvSpPr/>
            <p:nvPr/>
          </p:nvSpPr>
          <p:spPr>
            <a:xfrm>
              <a:off x="7318775" y="21896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9" name="pt28919"/>
            <p:cNvSpPr/>
            <p:nvPr/>
          </p:nvSpPr>
          <p:spPr>
            <a:xfrm>
              <a:off x="7351511" y="24981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0" name="pt28920"/>
            <p:cNvSpPr/>
            <p:nvPr/>
          </p:nvSpPr>
          <p:spPr>
            <a:xfrm>
              <a:off x="7125171" y="22901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1" name="pt28921"/>
            <p:cNvSpPr/>
            <p:nvPr/>
          </p:nvSpPr>
          <p:spPr>
            <a:xfrm>
              <a:off x="7173085" y="22174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2" name="pt28922"/>
            <p:cNvSpPr/>
            <p:nvPr/>
          </p:nvSpPr>
          <p:spPr>
            <a:xfrm>
              <a:off x="7218270" y="20790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3" name="pt28923"/>
            <p:cNvSpPr/>
            <p:nvPr/>
          </p:nvSpPr>
          <p:spPr>
            <a:xfrm>
              <a:off x="7207318" y="22306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4" name="pt28924"/>
            <p:cNvSpPr/>
            <p:nvPr/>
          </p:nvSpPr>
          <p:spPr>
            <a:xfrm>
              <a:off x="7195392" y="22543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5" name="pt28925"/>
            <p:cNvSpPr/>
            <p:nvPr/>
          </p:nvSpPr>
          <p:spPr>
            <a:xfrm>
              <a:off x="7027255" y="22530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6" name="pt28926"/>
            <p:cNvSpPr/>
            <p:nvPr/>
          </p:nvSpPr>
          <p:spPr>
            <a:xfrm>
              <a:off x="7056850" y="21035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7" name="pt28927"/>
            <p:cNvSpPr/>
            <p:nvPr/>
          </p:nvSpPr>
          <p:spPr>
            <a:xfrm>
              <a:off x="7369000" y="20609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8" name="pt28928"/>
            <p:cNvSpPr/>
            <p:nvPr/>
          </p:nvSpPr>
          <p:spPr>
            <a:xfrm>
              <a:off x="6982782" y="21884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9" name="pt28929"/>
            <p:cNvSpPr/>
            <p:nvPr/>
          </p:nvSpPr>
          <p:spPr>
            <a:xfrm>
              <a:off x="7142337" y="21244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0" name="pt28930"/>
            <p:cNvSpPr/>
            <p:nvPr/>
          </p:nvSpPr>
          <p:spPr>
            <a:xfrm>
              <a:off x="7169281" y="22220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1" name="pt28931"/>
            <p:cNvSpPr/>
            <p:nvPr/>
          </p:nvSpPr>
          <p:spPr>
            <a:xfrm>
              <a:off x="7146083" y="19287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2" name="pt28932"/>
            <p:cNvSpPr/>
            <p:nvPr/>
          </p:nvSpPr>
          <p:spPr>
            <a:xfrm>
              <a:off x="7030541" y="22520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3" name="pt28933"/>
            <p:cNvSpPr/>
            <p:nvPr/>
          </p:nvSpPr>
          <p:spPr>
            <a:xfrm>
              <a:off x="7127461" y="22467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4" name="pt28934"/>
            <p:cNvSpPr/>
            <p:nvPr/>
          </p:nvSpPr>
          <p:spPr>
            <a:xfrm>
              <a:off x="7240941" y="20701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5" name="pt28935"/>
            <p:cNvSpPr/>
            <p:nvPr/>
          </p:nvSpPr>
          <p:spPr>
            <a:xfrm>
              <a:off x="6980082" y="19046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6" name="pt28936"/>
            <p:cNvSpPr/>
            <p:nvPr/>
          </p:nvSpPr>
          <p:spPr>
            <a:xfrm>
              <a:off x="7190727" y="22409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7" name="pt28937"/>
            <p:cNvSpPr/>
            <p:nvPr/>
          </p:nvSpPr>
          <p:spPr>
            <a:xfrm>
              <a:off x="7015896" y="19378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8" name="pt28938"/>
            <p:cNvSpPr/>
            <p:nvPr/>
          </p:nvSpPr>
          <p:spPr>
            <a:xfrm>
              <a:off x="7095007" y="21770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9" name="pt28939"/>
            <p:cNvSpPr/>
            <p:nvPr/>
          </p:nvSpPr>
          <p:spPr>
            <a:xfrm>
              <a:off x="7095661" y="20664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0" name="pt28940"/>
            <p:cNvSpPr/>
            <p:nvPr/>
          </p:nvSpPr>
          <p:spPr>
            <a:xfrm>
              <a:off x="7067180" y="20406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1" name="pt28941"/>
            <p:cNvSpPr/>
            <p:nvPr/>
          </p:nvSpPr>
          <p:spPr>
            <a:xfrm>
              <a:off x="6941241" y="20925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2" name="pt28942"/>
            <p:cNvSpPr/>
            <p:nvPr/>
          </p:nvSpPr>
          <p:spPr>
            <a:xfrm>
              <a:off x="7187296" y="20727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3" name="pt28943"/>
            <p:cNvSpPr/>
            <p:nvPr/>
          </p:nvSpPr>
          <p:spPr>
            <a:xfrm>
              <a:off x="7110047" y="2098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4" name="pt28944"/>
            <p:cNvSpPr/>
            <p:nvPr/>
          </p:nvSpPr>
          <p:spPr>
            <a:xfrm>
              <a:off x="7009258" y="20748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5" name="pt28945"/>
            <p:cNvSpPr/>
            <p:nvPr/>
          </p:nvSpPr>
          <p:spPr>
            <a:xfrm>
              <a:off x="6989606" y="19682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6" name="pt28946"/>
            <p:cNvSpPr/>
            <p:nvPr/>
          </p:nvSpPr>
          <p:spPr>
            <a:xfrm>
              <a:off x="7033035" y="22699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7" name="pt28947"/>
            <p:cNvSpPr/>
            <p:nvPr/>
          </p:nvSpPr>
          <p:spPr>
            <a:xfrm>
              <a:off x="6967718" y="20206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8" name="pt28948"/>
            <p:cNvSpPr/>
            <p:nvPr/>
          </p:nvSpPr>
          <p:spPr>
            <a:xfrm>
              <a:off x="7251331" y="20376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9" name="pt28949"/>
            <p:cNvSpPr/>
            <p:nvPr/>
          </p:nvSpPr>
          <p:spPr>
            <a:xfrm>
              <a:off x="7256318" y="21077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0" name="pt28950"/>
            <p:cNvSpPr/>
            <p:nvPr/>
          </p:nvSpPr>
          <p:spPr>
            <a:xfrm>
              <a:off x="7118725" y="21483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1" name="pt28951"/>
            <p:cNvSpPr/>
            <p:nvPr/>
          </p:nvSpPr>
          <p:spPr>
            <a:xfrm>
              <a:off x="7041166" y="22733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2" name="pt28952"/>
            <p:cNvSpPr/>
            <p:nvPr/>
          </p:nvSpPr>
          <p:spPr>
            <a:xfrm>
              <a:off x="6871955" y="22520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3" name="pt28953"/>
            <p:cNvSpPr/>
            <p:nvPr/>
          </p:nvSpPr>
          <p:spPr>
            <a:xfrm>
              <a:off x="7178099" y="20528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4" name="pt28954"/>
            <p:cNvSpPr/>
            <p:nvPr/>
          </p:nvSpPr>
          <p:spPr>
            <a:xfrm>
              <a:off x="7192596" y="22250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5" name="pt28955"/>
            <p:cNvSpPr/>
            <p:nvPr/>
          </p:nvSpPr>
          <p:spPr>
            <a:xfrm>
              <a:off x="7306211" y="20103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6" name="pt28956"/>
            <p:cNvSpPr/>
            <p:nvPr/>
          </p:nvSpPr>
          <p:spPr>
            <a:xfrm>
              <a:off x="6980797" y="19059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7" name="pt28957"/>
            <p:cNvSpPr/>
            <p:nvPr/>
          </p:nvSpPr>
          <p:spPr>
            <a:xfrm>
              <a:off x="7128273" y="22715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8" name="pt28958"/>
            <p:cNvSpPr/>
            <p:nvPr/>
          </p:nvSpPr>
          <p:spPr>
            <a:xfrm>
              <a:off x="6947830" y="20403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9" name="pt28959"/>
            <p:cNvSpPr/>
            <p:nvPr/>
          </p:nvSpPr>
          <p:spPr>
            <a:xfrm>
              <a:off x="6888513" y="2083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0" name="pt28960"/>
            <p:cNvSpPr/>
            <p:nvPr/>
          </p:nvSpPr>
          <p:spPr>
            <a:xfrm>
              <a:off x="7273364" y="19210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1" name="pt28961"/>
            <p:cNvSpPr/>
            <p:nvPr/>
          </p:nvSpPr>
          <p:spPr>
            <a:xfrm>
              <a:off x="7213326" y="20620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2" name="pt28962"/>
            <p:cNvSpPr/>
            <p:nvPr/>
          </p:nvSpPr>
          <p:spPr>
            <a:xfrm>
              <a:off x="7077985" y="21262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3" name="pt28963"/>
            <p:cNvSpPr/>
            <p:nvPr/>
          </p:nvSpPr>
          <p:spPr>
            <a:xfrm>
              <a:off x="7224550" y="21361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4" name="pt28964"/>
            <p:cNvSpPr/>
            <p:nvPr/>
          </p:nvSpPr>
          <p:spPr>
            <a:xfrm>
              <a:off x="7249354" y="19027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5" name="pt28965"/>
            <p:cNvSpPr/>
            <p:nvPr/>
          </p:nvSpPr>
          <p:spPr>
            <a:xfrm>
              <a:off x="7136653" y="23550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6" name="pt28966"/>
            <p:cNvSpPr/>
            <p:nvPr/>
          </p:nvSpPr>
          <p:spPr>
            <a:xfrm>
              <a:off x="7024614" y="22736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7" name="pt28967"/>
            <p:cNvSpPr/>
            <p:nvPr/>
          </p:nvSpPr>
          <p:spPr>
            <a:xfrm>
              <a:off x="7287296" y="19073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8" name="pt28968"/>
            <p:cNvSpPr/>
            <p:nvPr/>
          </p:nvSpPr>
          <p:spPr>
            <a:xfrm>
              <a:off x="7131614" y="23535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9" name="pt28969"/>
            <p:cNvSpPr/>
            <p:nvPr/>
          </p:nvSpPr>
          <p:spPr>
            <a:xfrm>
              <a:off x="7151018" y="19185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0" name="pt28970"/>
            <p:cNvSpPr/>
            <p:nvPr/>
          </p:nvSpPr>
          <p:spPr>
            <a:xfrm>
              <a:off x="7061424" y="22873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1" name="pt28971"/>
            <p:cNvSpPr/>
            <p:nvPr/>
          </p:nvSpPr>
          <p:spPr>
            <a:xfrm>
              <a:off x="7168142" y="22751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2" name="pt28972"/>
            <p:cNvSpPr/>
            <p:nvPr/>
          </p:nvSpPr>
          <p:spPr>
            <a:xfrm>
              <a:off x="6652640" y="17470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3" name="pt28973"/>
            <p:cNvSpPr/>
            <p:nvPr/>
          </p:nvSpPr>
          <p:spPr>
            <a:xfrm>
              <a:off x="7044489" y="20869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4" name="pt28974"/>
            <p:cNvSpPr/>
            <p:nvPr/>
          </p:nvSpPr>
          <p:spPr>
            <a:xfrm>
              <a:off x="6904046" y="21391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5" name="pt28975"/>
            <p:cNvSpPr/>
            <p:nvPr/>
          </p:nvSpPr>
          <p:spPr>
            <a:xfrm>
              <a:off x="7160155" y="20770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6" name="pt28976"/>
            <p:cNvSpPr/>
            <p:nvPr/>
          </p:nvSpPr>
          <p:spPr>
            <a:xfrm>
              <a:off x="7351517" y="25097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7" name="pt28977"/>
            <p:cNvSpPr/>
            <p:nvPr/>
          </p:nvSpPr>
          <p:spPr>
            <a:xfrm>
              <a:off x="7059683" y="21640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8" name="pt28978"/>
            <p:cNvSpPr/>
            <p:nvPr/>
          </p:nvSpPr>
          <p:spPr>
            <a:xfrm>
              <a:off x="7239620" y="21385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9" name="pt28979"/>
            <p:cNvSpPr/>
            <p:nvPr/>
          </p:nvSpPr>
          <p:spPr>
            <a:xfrm>
              <a:off x="6996623" y="20498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0" name="pt28980"/>
            <p:cNvSpPr/>
            <p:nvPr/>
          </p:nvSpPr>
          <p:spPr>
            <a:xfrm>
              <a:off x="7023326" y="2145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1" name="pt28981"/>
            <p:cNvSpPr/>
            <p:nvPr/>
          </p:nvSpPr>
          <p:spPr>
            <a:xfrm>
              <a:off x="7253063" y="21039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2" name="pt28982"/>
            <p:cNvSpPr/>
            <p:nvPr/>
          </p:nvSpPr>
          <p:spPr>
            <a:xfrm>
              <a:off x="7343967" y="23869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3" name="pt28983"/>
            <p:cNvSpPr/>
            <p:nvPr/>
          </p:nvSpPr>
          <p:spPr>
            <a:xfrm>
              <a:off x="7327880" y="20576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4" name="pt28984"/>
            <p:cNvSpPr/>
            <p:nvPr/>
          </p:nvSpPr>
          <p:spPr>
            <a:xfrm>
              <a:off x="7040451" y="23180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5" name="pt28985"/>
            <p:cNvSpPr/>
            <p:nvPr/>
          </p:nvSpPr>
          <p:spPr>
            <a:xfrm>
              <a:off x="7321220" y="20999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6" name="pt28986"/>
            <p:cNvSpPr/>
            <p:nvPr/>
          </p:nvSpPr>
          <p:spPr>
            <a:xfrm>
              <a:off x="7235069" y="20919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7" name="pt28987"/>
            <p:cNvSpPr/>
            <p:nvPr/>
          </p:nvSpPr>
          <p:spPr>
            <a:xfrm>
              <a:off x="7243002" y="19984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8" name="pt28988"/>
            <p:cNvSpPr/>
            <p:nvPr/>
          </p:nvSpPr>
          <p:spPr>
            <a:xfrm>
              <a:off x="7098417" y="21943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9" name="pt28989"/>
            <p:cNvSpPr/>
            <p:nvPr/>
          </p:nvSpPr>
          <p:spPr>
            <a:xfrm>
              <a:off x="7148570" y="20831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0" name="pt28990"/>
            <p:cNvSpPr/>
            <p:nvPr/>
          </p:nvSpPr>
          <p:spPr>
            <a:xfrm>
              <a:off x="7218366" y="18961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1" name="pt28991"/>
            <p:cNvSpPr/>
            <p:nvPr/>
          </p:nvSpPr>
          <p:spPr>
            <a:xfrm>
              <a:off x="7258400" y="2022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2" name="pt28992"/>
            <p:cNvSpPr/>
            <p:nvPr/>
          </p:nvSpPr>
          <p:spPr>
            <a:xfrm>
              <a:off x="7214249" y="20854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3" name="pt28993"/>
            <p:cNvSpPr/>
            <p:nvPr/>
          </p:nvSpPr>
          <p:spPr>
            <a:xfrm>
              <a:off x="7159130" y="20837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4" name="pt28994"/>
            <p:cNvSpPr/>
            <p:nvPr/>
          </p:nvSpPr>
          <p:spPr>
            <a:xfrm>
              <a:off x="7165517" y="22211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5" name="pt28995"/>
            <p:cNvSpPr/>
            <p:nvPr/>
          </p:nvSpPr>
          <p:spPr>
            <a:xfrm>
              <a:off x="7241601" y="20262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6" name="pt28996"/>
            <p:cNvSpPr/>
            <p:nvPr/>
          </p:nvSpPr>
          <p:spPr>
            <a:xfrm>
              <a:off x="7122022" y="22054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7" name="pt28997"/>
            <p:cNvSpPr/>
            <p:nvPr/>
          </p:nvSpPr>
          <p:spPr>
            <a:xfrm>
              <a:off x="6945362" y="20400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8" name="pt28998"/>
            <p:cNvSpPr/>
            <p:nvPr/>
          </p:nvSpPr>
          <p:spPr>
            <a:xfrm>
              <a:off x="6924905" y="19285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9" name="pt28999"/>
            <p:cNvSpPr/>
            <p:nvPr/>
          </p:nvSpPr>
          <p:spPr>
            <a:xfrm>
              <a:off x="7103687" y="21556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0" name="pt29000"/>
            <p:cNvSpPr/>
            <p:nvPr/>
          </p:nvSpPr>
          <p:spPr>
            <a:xfrm>
              <a:off x="7201059" y="21375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1" name="pt29001"/>
            <p:cNvSpPr/>
            <p:nvPr/>
          </p:nvSpPr>
          <p:spPr>
            <a:xfrm>
              <a:off x="7100345" y="21547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2" name="pt29002"/>
            <p:cNvSpPr/>
            <p:nvPr/>
          </p:nvSpPr>
          <p:spPr>
            <a:xfrm>
              <a:off x="7129783" y="22104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3" name="pt29003"/>
            <p:cNvSpPr/>
            <p:nvPr/>
          </p:nvSpPr>
          <p:spPr>
            <a:xfrm>
              <a:off x="6831368" y="20115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4" name="pt29004"/>
            <p:cNvSpPr/>
            <p:nvPr/>
          </p:nvSpPr>
          <p:spPr>
            <a:xfrm>
              <a:off x="7217030" y="20869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5" name="pt29005"/>
            <p:cNvSpPr/>
            <p:nvPr/>
          </p:nvSpPr>
          <p:spPr>
            <a:xfrm>
              <a:off x="6784371" y="25117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6" name="pt29006"/>
            <p:cNvSpPr/>
            <p:nvPr/>
          </p:nvSpPr>
          <p:spPr>
            <a:xfrm>
              <a:off x="7059781" y="22157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7" name="pt29007"/>
            <p:cNvSpPr/>
            <p:nvPr/>
          </p:nvSpPr>
          <p:spPr>
            <a:xfrm>
              <a:off x="7160035" y="20909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8" name="pt29008"/>
            <p:cNvSpPr/>
            <p:nvPr/>
          </p:nvSpPr>
          <p:spPr>
            <a:xfrm>
              <a:off x="7145508" y="20605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9" name="pt29009"/>
            <p:cNvSpPr/>
            <p:nvPr/>
          </p:nvSpPr>
          <p:spPr>
            <a:xfrm>
              <a:off x="7261600" y="23092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0" name="pt29010"/>
            <p:cNvSpPr/>
            <p:nvPr/>
          </p:nvSpPr>
          <p:spPr>
            <a:xfrm>
              <a:off x="7011378" y="19543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1" name="pt29011"/>
            <p:cNvSpPr/>
            <p:nvPr/>
          </p:nvSpPr>
          <p:spPr>
            <a:xfrm>
              <a:off x="7069086" y="21254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2" name="pt29012"/>
            <p:cNvSpPr/>
            <p:nvPr/>
          </p:nvSpPr>
          <p:spPr>
            <a:xfrm>
              <a:off x="7050604" y="16966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3" name="pt29013"/>
            <p:cNvSpPr/>
            <p:nvPr/>
          </p:nvSpPr>
          <p:spPr>
            <a:xfrm>
              <a:off x="6988958" y="20277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4" name="pt29014"/>
            <p:cNvSpPr/>
            <p:nvPr/>
          </p:nvSpPr>
          <p:spPr>
            <a:xfrm>
              <a:off x="7349769" y="25518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5" name="pt29015"/>
            <p:cNvSpPr/>
            <p:nvPr/>
          </p:nvSpPr>
          <p:spPr>
            <a:xfrm>
              <a:off x="7346572" y="24297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6" name="pt29016"/>
            <p:cNvSpPr/>
            <p:nvPr/>
          </p:nvSpPr>
          <p:spPr>
            <a:xfrm>
              <a:off x="7039471" y="23591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7" name="pt29017"/>
            <p:cNvSpPr/>
            <p:nvPr/>
          </p:nvSpPr>
          <p:spPr>
            <a:xfrm>
              <a:off x="7196643" y="21280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8" name="pt29018"/>
            <p:cNvSpPr/>
            <p:nvPr/>
          </p:nvSpPr>
          <p:spPr>
            <a:xfrm>
              <a:off x="7104213" y="21244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9" name="pt29019"/>
            <p:cNvSpPr/>
            <p:nvPr/>
          </p:nvSpPr>
          <p:spPr>
            <a:xfrm>
              <a:off x="7184499" y="20881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0" name="pt29020"/>
            <p:cNvSpPr/>
            <p:nvPr/>
          </p:nvSpPr>
          <p:spPr>
            <a:xfrm>
              <a:off x="7122988" y="21902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1" name="pt29021"/>
            <p:cNvSpPr/>
            <p:nvPr/>
          </p:nvSpPr>
          <p:spPr>
            <a:xfrm>
              <a:off x="7061717" y="21545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2" name="pt29022"/>
            <p:cNvSpPr/>
            <p:nvPr/>
          </p:nvSpPr>
          <p:spPr>
            <a:xfrm>
              <a:off x="6747178" y="17960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3" name="pt29023"/>
            <p:cNvSpPr/>
            <p:nvPr/>
          </p:nvSpPr>
          <p:spPr>
            <a:xfrm>
              <a:off x="7168261" y="22287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4" name="pt29024"/>
            <p:cNvSpPr/>
            <p:nvPr/>
          </p:nvSpPr>
          <p:spPr>
            <a:xfrm>
              <a:off x="7286134" y="20544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5" name="pt29025"/>
            <p:cNvSpPr/>
            <p:nvPr/>
          </p:nvSpPr>
          <p:spPr>
            <a:xfrm>
              <a:off x="7116524" y="21977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6" name="pt29026"/>
            <p:cNvSpPr/>
            <p:nvPr/>
          </p:nvSpPr>
          <p:spPr>
            <a:xfrm>
              <a:off x="7243734" y="20812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7" name="pt29027"/>
            <p:cNvSpPr/>
            <p:nvPr/>
          </p:nvSpPr>
          <p:spPr>
            <a:xfrm>
              <a:off x="7123791" y="21532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8" name="pt29028"/>
            <p:cNvSpPr/>
            <p:nvPr/>
          </p:nvSpPr>
          <p:spPr>
            <a:xfrm>
              <a:off x="6990569" y="19262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9" name="pt29029"/>
            <p:cNvSpPr/>
            <p:nvPr/>
          </p:nvSpPr>
          <p:spPr>
            <a:xfrm>
              <a:off x="7052296" y="21144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0" name="pt29030"/>
            <p:cNvSpPr/>
            <p:nvPr/>
          </p:nvSpPr>
          <p:spPr>
            <a:xfrm>
              <a:off x="7075648" y="21050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1" name="pt29031"/>
            <p:cNvSpPr/>
            <p:nvPr/>
          </p:nvSpPr>
          <p:spPr>
            <a:xfrm>
              <a:off x="7297355" y="19191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2" name="pt29032"/>
            <p:cNvSpPr/>
            <p:nvPr/>
          </p:nvSpPr>
          <p:spPr>
            <a:xfrm>
              <a:off x="6932808" y="2175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3" name="pt29033"/>
            <p:cNvSpPr/>
            <p:nvPr/>
          </p:nvSpPr>
          <p:spPr>
            <a:xfrm>
              <a:off x="7244648" y="19475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4" name="pt29034"/>
            <p:cNvSpPr/>
            <p:nvPr/>
          </p:nvSpPr>
          <p:spPr>
            <a:xfrm>
              <a:off x="7153976" y="18882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5" name="pt29035"/>
            <p:cNvSpPr/>
            <p:nvPr/>
          </p:nvSpPr>
          <p:spPr>
            <a:xfrm>
              <a:off x="7016577" y="18436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6" name="pt29036"/>
            <p:cNvSpPr/>
            <p:nvPr/>
          </p:nvSpPr>
          <p:spPr>
            <a:xfrm>
              <a:off x="7061193" y="21704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7" name="pt29037"/>
            <p:cNvSpPr/>
            <p:nvPr/>
          </p:nvSpPr>
          <p:spPr>
            <a:xfrm>
              <a:off x="7235492" y="20331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8" name="pt29038"/>
            <p:cNvSpPr/>
            <p:nvPr/>
          </p:nvSpPr>
          <p:spPr>
            <a:xfrm>
              <a:off x="6963476" y="20212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9" name="pt29039"/>
            <p:cNvSpPr/>
            <p:nvPr/>
          </p:nvSpPr>
          <p:spPr>
            <a:xfrm>
              <a:off x="7587930" y="24462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0" name="pt29040"/>
            <p:cNvSpPr/>
            <p:nvPr/>
          </p:nvSpPr>
          <p:spPr>
            <a:xfrm>
              <a:off x="7093597" y="21629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1" name="pt29041"/>
            <p:cNvSpPr/>
            <p:nvPr/>
          </p:nvSpPr>
          <p:spPr>
            <a:xfrm>
              <a:off x="7238019" y="2075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2" name="pt29042"/>
            <p:cNvSpPr/>
            <p:nvPr/>
          </p:nvSpPr>
          <p:spPr>
            <a:xfrm>
              <a:off x="7061167" y="22992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3" name="pt29043"/>
            <p:cNvSpPr/>
            <p:nvPr/>
          </p:nvSpPr>
          <p:spPr>
            <a:xfrm>
              <a:off x="7062112" y="19181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4" name="pt29044"/>
            <p:cNvSpPr/>
            <p:nvPr/>
          </p:nvSpPr>
          <p:spPr>
            <a:xfrm>
              <a:off x="6911941" y="23625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5" name="pt29045"/>
            <p:cNvSpPr/>
            <p:nvPr/>
          </p:nvSpPr>
          <p:spPr>
            <a:xfrm>
              <a:off x="6998390" y="18342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6" name="pt29046"/>
            <p:cNvSpPr/>
            <p:nvPr/>
          </p:nvSpPr>
          <p:spPr>
            <a:xfrm>
              <a:off x="6891798" y="21017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7" name="pt29047"/>
            <p:cNvSpPr/>
            <p:nvPr/>
          </p:nvSpPr>
          <p:spPr>
            <a:xfrm>
              <a:off x="6984483" y="20239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8" name="pt29048"/>
            <p:cNvSpPr/>
            <p:nvPr/>
          </p:nvSpPr>
          <p:spPr>
            <a:xfrm>
              <a:off x="7063442" y="21445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9" name="pt29049"/>
            <p:cNvSpPr/>
            <p:nvPr/>
          </p:nvSpPr>
          <p:spPr>
            <a:xfrm>
              <a:off x="7141715" y="22095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0" name="pt29050"/>
            <p:cNvSpPr/>
            <p:nvPr/>
          </p:nvSpPr>
          <p:spPr>
            <a:xfrm>
              <a:off x="6682112" y="16218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1" name="pt29051"/>
            <p:cNvSpPr/>
            <p:nvPr/>
          </p:nvSpPr>
          <p:spPr>
            <a:xfrm>
              <a:off x="7026485" y="22274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2" name="pt29052"/>
            <p:cNvSpPr/>
            <p:nvPr/>
          </p:nvSpPr>
          <p:spPr>
            <a:xfrm>
              <a:off x="6740747" y="17584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3" name="pt29053"/>
            <p:cNvSpPr/>
            <p:nvPr/>
          </p:nvSpPr>
          <p:spPr>
            <a:xfrm>
              <a:off x="7283448" y="18989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4" name="pt29054"/>
            <p:cNvSpPr/>
            <p:nvPr/>
          </p:nvSpPr>
          <p:spPr>
            <a:xfrm>
              <a:off x="7062903" y="20227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5" name="pt29055"/>
            <p:cNvSpPr/>
            <p:nvPr/>
          </p:nvSpPr>
          <p:spPr>
            <a:xfrm>
              <a:off x="7308005" y="19894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6" name="pt29056"/>
            <p:cNvSpPr/>
            <p:nvPr/>
          </p:nvSpPr>
          <p:spPr>
            <a:xfrm>
              <a:off x="7214935" y="20731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7" name="pt29057"/>
            <p:cNvSpPr/>
            <p:nvPr/>
          </p:nvSpPr>
          <p:spPr>
            <a:xfrm>
              <a:off x="7298751" y="19936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8" name="pt29058"/>
            <p:cNvSpPr/>
            <p:nvPr/>
          </p:nvSpPr>
          <p:spPr>
            <a:xfrm>
              <a:off x="7108331" y="20995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9" name="pt29059"/>
            <p:cNvSpPr/>
            <p:nvPr/>
          </p:nvSpPr>
          <p:spPr>
            <a:xfrm>
              <a:off x="7179358" y="19763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0" name="pt29060"/>
            <p:cNvSpPr/>
            <p:nvPr/>
          </p:nvSpPr>
          <p:spPr>
            <a:xfrm>
              <a:off x="7315182" y="20759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1" name="pt29061"/>
            <p:cNvSpPr/>
            <p:nvPr/>
          </p:nvSpPr>
          <p:spPr>
            <a:xfrm>
              <a:off x="7325669" y="21016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2" name="pt29062"/>
            <p:cNvSpPr/>
            <p:nvPr/>
          </p:nvSpPr>
          <p:spPr>
            <a:xfrm>
              <a:off x="7210298" y="21902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3" name="pt29063"/>
            <p:cNvSpPr/>
            <p:nvPr/>
          </p:nvSpPr>
          <p:spPr>
            <a:xfrm>
              <a:off x="7090554" y="21995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4" name="pt29064"/>
            <p:cNvSpPr/>
            <p:nvPr/>
          </p:nvSpPr>
          <p:spPr>
            <a:xfrm>
              <a:off x="7142639" y="21153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5" name="pt29065"/>
            <p:cNvSpPr/>
            <p:nvPr/>
          </p:nvSpPr>
          <p:spPr>
            <a:xfrm>
              <a:off x="7144897" y="20964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6" name="pt29066"/>
            <p:cNvSpPr/>
            <p:nvPr/>
          </p:nvSpPr>
          <p:spPr>
            <a:xfrm>
              <a:off x="7345836" y="2505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7" name="pt29067"/>
            <p:cNvSpPr/>
            <p:nvPr/>
          </p:nvSpPr>
          <p:spPr>
            <a:xfrm>
              <a:off x="6987654" y="19874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8" name="pt29068"/>
            <p:cNvSpPr/>
            <p:nvPr/>
          </p:nvSpPr>
          <p:spPr>
            <a:xfrm>
              <a:off x="7167428" y="21809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9" name="pt29069"/>
            <p:cNvSpPr/>
            <p:nvPr/>
          </p:nvSpPr>
          <p:spPr>
            <a:xfrm>
              <a:off x="7010191" y="18009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0" name="pt29070"/>
            <p:cNvSpPr/>
            <p:nvPr/>
          </p:nvSpPr>
          <p:spPr>
            <a:xfrm>
              <a:off x="7107041" y="20914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1" name="pt29071"/>
            <p:cNvSpPr/>
            <p:nvPr/>
          </p:nvSpPr>
          <p:spPr>
            <a:xfrm>
              <a:off x="7133685" y="22628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2" name="pt29072"/>
            <p:cNvSpPr/>
            <p:nvPr/>
          </p:nvSpPr>
          <p:spPr>
            <a:xfrm>
              <a:off x="7053198" y="20625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3" name="pt29073"/>
            <p:cNvSpPr/>
            <p:nvPr/>
          </p:nvSpPr>
          <p:spPr>
            <a:xfrm>
              <a:off x="6946474" y="19701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4" name="pt29074"/>
            <p:cNvSpPr/>
            <p:nvPr/>
          </p:nvSpPr>
          <p:spPr>
            <a:xfrm>
              <a:off x="6951695" y="20574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5" name="pt29075"/>
            <p:cNvSpPr/>
            <p:nvPr/>
          </p:nvSpPr>
          <p:spPr>
            <a:xfrm>
              <a:off x="7129873" y="21903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6" name="pt29076"/>
            <p:cNvSpPr/>
            <p:nvPr/>
          </p:nvSpPr>
          <p:spPr>
            <a:xfrm>
              <a:off x="7246583" y="22929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7" name="pt29077"/>
            <p:cNvSpPr/>
            <p:nvPr/>
          </p:nvSpPr>
          <p:spPr>
            <a:xfrm>
              <a:off x="7283553" y="19382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8" name="pt29078"/>
            <p:cNvSpPr/>
            <p:nvPr/>
          </p:nvSpPr>
          <p:spPr>
            <a:xfrm>
              <a:off x="7018254" y="18832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9" name="pt29079"/>
            <p:cNvSpPr/>
            <p:nvPr/>
          </p:nvSpPr>
          <p:spPr>
            <a:xfrm>
              <a:off x="7290819" y="20112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0" name="pt29080"/>
            <p:cNvSpPr/>
            <p:nvPr/>
          </p:nvSpPr>
          <p:spPr>
            <a:xfrm>
              <a:off x="7103101" y="20750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1" name="pt29081"/>
            <p:cNvSpPr/>
            <p:nvPr/>
          </p:nvSpPr>
          <p:spPr>
            <a:xfrm>
              <a:off x="7137478" y="23014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2" name="pt29082"/>
            <p:cNvSpPr/>
            <p:nvPr/>
          </p:nvSpPr>
          <p:spPr>
            <a:xfrm>
              <a:off x="6899833" y="23772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3" name="pt29083"/>
            <p:cNvSpPr/>
            <p:nvPr/>
          </p:nvSpPr>
          <p:spPr>
            <a:xfrm>
              <a:off x="7256366" y="19567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4" name="pt29084"/>
            <p:cNvSpPr/>
            <p:nvPr/>
          </p:nvSpPr>
          <p:spPr>
            <a:xfrm>
              <a:off x="7074844" y="21871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5" name="pt29085"/>
            <p:cNvSpPr/>
            <p:nvPr/>
          </p:nvSpPr>
          <p:spPr>
            <a:xfrm>
              <a:off x="7177694" y="20880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6" name="pt29086"/>
            <p:cNvSpPr/>
            <p:nvPr/>
          </p:nvSpPr>
          <p:spPr>
            <a:xfrm>
              <a:off x="7058651" y="2305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7" name="pt29087"/>
            <p:cNvSpPr/>
            <p:nvPr/>
          </p:nvSpPr>
          <p:spPr>
            <a:xfrm>
              <a:off x="7191074" y="22968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8" name="pt29088"/>
            <p:cNvSpPr/>
            <p:nvPr/>
          </p:nvSpPr>
          <p:spPr>
            <a:xfrm>
              <a:off x="7009598" y="19823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9" name="pt29089"/>
            <p:cNvSpPr/>
            <p:nvPr/>
          </p:nvSpPr>
          <p:spPr>
            <a:xfrm>
              <a:off x="7378447" y="27263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0" name="pt29090"/>
            <p:cNvSpPr/>
            <p:nvPr/>
          </p:nvSpPr>
          <p:spPr>
            <a:xfrm>
              <a:off x="7353696" y="22821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1" name="pt29091"/>
            <p:cNvSpPr/>
            <p:nvPr/>
          </p:nvSpPr>
          <p:spPr>
            <a:xfrm>
              <a:off x="7330297" y="21144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2" name="pt29092"/>
            <p:cNvSpPr/>
            <p:nvPr/>
          </p:nvSpPr>
          <p:spPr>
            <a:xfrm>
              <a:off x="7227232" y="23278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3" name="pt29093"/>
            <p:cNvSpPr/>
            <p:nvPr/>
          </p:nvSpPr>
          <p:spPr>
            <a:xfrm>
              <a:off x="7123812" y="20736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4" name="pt29094"/>
            <p:cNvSpPr/>
            <p:nvPr/>
          </p:nvSpPr>
          <p:spPr>
            <a:xfrm>
              <a:off x="7370260" y="2167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5" name="pt29095"/>
            <p:cNvSpPr/>
            <p:nvPr/>
          </p:nvSpPr>
          <p:spPr>
            <a:xfrm>
              <a:off x="7110057" y="21735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6" name="pt29096"/>
            <p:cNvSpPr/>
            <p:nvPr/>
          </p:nvSpPr>
          <p:spPr>
            <a:xfrm>
              <a:off x="7048380" y="15976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7" name="pt29097"/>
            <p:cNvSpPr/>
            <p:nvPr/>
          </p:nvSpPr>
          <p:spPr>
            <a:xfrm>
              <a:off x="7214153" y="2308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8" name="pt29098"/>
            <p:cNvSpPr/>
            <p:nvPr/>
          </p:nvSpPr>
          <p:spPr>
            <a:xfrm>
              <a:off x="7313687" y="19450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9" name="pt29099"/>
            <p:cNvSpPr/>
            <p:nvPr/>
          </p:nvSpPr>
          <p:spPr>
            <a:xfrm>
              <a:off x="6964896" y="20094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0" name="pt29100"/>
            <p:cNvSpPr/>
            <p:nvPr/>
          </p:nvSpPr>
          <p:spPr>
            <a:xfrm>
              <a:off x="6915698" y="22500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1" name="pt29101"/>
            <p:cNvSpPr/>
            <p:nvPr/>
          </p:nvSpPr>
          <p:spPr>
            <a:xfrm>
              <a:off x="7387867" y="24821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2" name="pt29102"/>
            <p:cNvSpPr/>
            <p:nvPr/>
          </p:nvSpPr>
          <p:spPr>
            <a:xfrm>
              <a:off x="7299821" y="20487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3" name="pt29103"/>
            <p:cNvSpPr/>
            <p:nvPr/>
          </p:nvSpPr>
          <p:spPr>
            <a:xfrm>
              <a:off x="6996258" y="19170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4" name="pt29104"/>
            <p:cNvSpPr/>
            <p:nvPr/>
          </p:nvSpPr>
          <p:spPr>
            <a:xfrm>
              <a:off x="7113318" y="19323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5" name="pt29105"/>
            <p:cNvSpPr/>
            <p:nvPr/>
          </p:nvSpPr>
          <p:spPr>
            <a:xfrm>
              <a:off x="7180556" y="20554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6" name="pt29106"/>
            <p:cNvSpPr/>
            <p:nvPr/>
          </p:nvSpPr>
          <p:spPr>
            <a:xfrm>
              <a:off x="7127726" y="22996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7" name="pt29107"/>
            <p:cNvSpPr/>
            <p:nvPr/>
          </p:nvSpPr>
          <p:spPr>
            <a:xfrm>
              <a:off x="7073801" y="22233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8" name="pt29108"/>
            <p:cNvSpPr/>
            <p:nvPr/>
          </p:nvSpPr>
          <p:spPr>
            <a:xfrm>
              <a:off x="7091038" y="21730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9" name="pt29109"/>
            <p:cNvSpPr/>
            <p:nvPr/>
          </p:nvSpPr>
          <p:spPr>
            <a:xfrm>
              <a:off x="7060385" y="22779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0" name="pt29110"/>
            <p:cNvSpPr/>
            <p:nvPr/>
          </p:nvSpPr>
          <p:spPr>
            <a:xfrm>
              <a:off x="7085973" y="22400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1" name="pt29111"/>
            <p:cNvSpPr/>
            <p:nvPr/>
          </p:nvSpPr>
          <p:spPr>
            <a:xfrm>
              <a:off x="7145772" y="21349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2" name="pt29112"/>
            <p:cNvSpPr/>
            <p:nvPr/>
          </p:nvSpPr>
          <p:spPr>
            <a:xfrm>
              <a:off x="7005745" y="19450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3" name="pt29113"/>
            <p:cNvSpPr/>
            <p:nvPr/>
          </p:nvSpPr>
          <p:spPr>
            <a:xfrm>
              <a:off x="6850049" y="22473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4" name="pt29114"/>
            <p:cNvSpPr/>
            <p:nvPr/>
          </p:nvSpPr>
          <p:spPr>
            <a:xfrm>
              <a:off x="7202820" y="20313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5" name="pt29115"/>
            <p:cNvSpPr/>
            <p:nvPr/>
          </p:nvSpPr>
          <p:spPr>
            <a:xfrm>
              <a:off x="7286977" y="20548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6" name="pt29116"/>
            <p:cNvSpPr/>
            <p:nvPr/>
          </p:nvSpPr>
          <p:spPr>
            <a:xfrm>
              <a:off x="7214978" y="20546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7" name="pt29117"/>
            <p:cNvSpPr/>
            <p:nvPr/>
          </p:nvSpPr>
          <p:spPr>
            <a:xfrm>
              <a:off x="7363103" y="22512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8" name="pt29118"/>
            <p:cNvSpPr/>
            <p:nvPr/>
          </p:nvSpPr>
          <p:spPr>
            <a:xfrm>
              <a:off x="6882820" y="22097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9" name="pt29119"/>
            <p:cNvSpPr/>
            <p:nvPr/>
          </p:nvSpPr>
          <p:spPr>
            <a:xfrm>
              <a:off x="6834172" y="23342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0" name="pt29120"/>
            <p:cNvSpPr/>
            <p:nvPr/>
          </p:nvSpPr>
          <p:spPr>
            <a:xfrm>
              <a:off x="7141749" y="21432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1" name="pt29121"/>
            <p:cNvSpPr/>
            <p:nvPr/>
          </p:nvSpPr>
          <p:spPr>
            <a:xfrm>
              <a:off x="7471235" y="22671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2" name="pt29122"/>
            <p:cNvSpPr/>
            <p:nvPr/>
          </p:nvSpPr>
          <p:spPr>
            <a:xfrm>
              <a:off x="7171614" y="2060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3" name="pt29123"/>
            <p:cNvSpPr/>
            <p:nvPr/>
          </p:nvSpPr>
          <p:spPr>
            <a:xfrm>
              <a:off x="7341056" y="23746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4" name="pt29124"/>
            <p:cNvSpPr/>
            <p:nvPr/>
          </p:nvSpPr>
          <p:spPr>
            <a:xfrm>
              <a:off x="6993781" y="19350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5" name="pt29125"/>
            <p:cNvSpPr/>
            <p:nvPr/>
          </p:nvSpPr>
          <p:spPr>
            <a:xfrm>
              <a:off x="7109011" y="21267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6" name="pt29126"/>
            <p:cNvSpPr/>
            <p:nvPr/>
          </p:nvSpPr>
          <p:spPr>
            <a:xfrm>
              <a:off x="7087313" y="21773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7" name="pt29127"/>
            <p:cNvSpPr/>
            <p:nvPr/>
          </p:nvSpPr>
          <p:spPr>
            <a:xfrm>
              <a:off x="7178152" y="21301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8" name="pt29128"/>
            <p:cNvSpPr/>
            <p:nvPr/>
          </p:nvSpPr>
          <p:spPr>
            <a:xfrm>
              <a:off x="7081019" y="21483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9" name="pt29129"/>
            <p:cNvSpPr/>
            <p:nvPr/>
          </p:nvSpPr>
          <p:spPr>
            <a:xfrm>
              <a:off x="6909798" y="21344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0" name="pt29130"/>
            <p:cNvSpPr/>
            <p:nvPr/>
          </p:nvSpPr>
          <p:spPr>
            <a:xfrm>
              <a:off x="7290373" y="22317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1" name="pt29131"/>
            <p:cNvSpPr/>
            <p:nvPr/>
          </p:nvSpPr>
          <p:spPr>
            <a:xfrm>
              <a:off x="7227380" y="21446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2" name="pt29132"/>
            <p:cNvSpPr/>
            <p:nvPr/>
          </p:nvSpPr>
          <p:spPr>
            <a:xfrm>
              <a:off x="7111835" y="21502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3" name="pt29133"/>
            <p:cNvSpPr/>
            <p:nvPr/>
          </p:nvSpPr>
          <p:spPr>
            <a:xfrm>
              <a:off x="7121761" y="22061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4" name="pt29134"/>
            <p:cNvSpPr/>
            <p:nvPr/>
          </p:nvSpPr>
          <p:spPr>
            <a:xfrm>
              <a:off x="7005708" y="21288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5" name="pt29135"/>
            <p:cNvSpPr/>
            <p:nvPr/>
          </p:nvSpPr>
          <p:spPr>
            <a:xfrm>
              <a:off x="7185031" y="21544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6" name="pt29136"/>
            <p:cNvSpPr/>
            <p:nvPr/>
          </p:nvSpPr>
          <p:spPr>
            <a:xfrm>
              <a:off x="7060667" y="22280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7" name="pt29137"/>
            <p:cNvSpPr/>
            <p:nvPr/>
          </p:nvSpPr>
          <p:spPr>
            <a:xfrm>
              <a:off x="7381203" y="24144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8" name="pt29138"/>
            <p:cNvSpPr/>
            <p:nvPr/>
          </p:nvSpPr>
          <p:spPr>
            <a:xfrm>
              <a:off x="7125285" y="23566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9" name="pt29139"/>
            <p:cNvSpPr/>
            <p:nvPr/>
          </p:nvSpPr>
          <p:spPr>
            <a:xfrm>
              <a:off x="7388029" y="22068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0" name="pt29140"/>
            <p:cNvSpPr/>
            <p:nvPr/>
          </p:nvSpPr>
          <p:spPr>
            <a:xfrm>
              <a:off x="7236568" y="21370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1" name="pt29141"/>
            <p:cNvSpPr/>
            <p:nvPr/>
          </p:nvSpPr>
          <p:spPr>
            <a:xfrm>
              <a:off x="7084101" y="22162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2" name="pt29142"/>
            <p:cNvSpPr/>
            <p:nvPr/>
          </p:nvSpPr>
          <p:spPr>
            <a:xfrm>
              <a:off x="7006957" y="19299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3" name="pt29143"/>
            <p:cNvSpPr/>
            <p:nvPr/>
          </p:nvSpPr>
          <p:spPr>
            <a:xfrm>
              <a:off x="6961280" y="19396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4" name="pt29144"/>
            <p:cNvSpPr/>
            <p:nvPr/>
          </p:nvSpPr>
          <p:spPr>
            <a:xfrm>
              <a:off x="7124352" y="21788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5" name="pt29145"/>
            <p:cNvSpPr/>
            <p:nvPr/>
          </p:nvSpPr>
          <p:spPr>
            <a:xfrm>
              <a:off x="7242677" y="21099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6" name="pt29146"/>
            <p:cNvSpPr/>
            <p:nvPr/>
          </p:nvSpPr>
          <p:spPr>
            <a:xfrm>
              <a:off x="7363815" y="22201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7" name="pt29147"/>
            <p:cNvSpPr/>
            <p:nvPr/>
          </p:nvSpPr>
          <p:spPr>
            <a:xfrm>
              <a:off x="7120478" y="22068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8" name="pt29148"/>
            <p:cNvSpPr/>
            <p:nvPr/>
          </p:nvSpPr>
          <p:spPr>
            <a:xfrm>
              <a:off x="7192738" y="22175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9" name="pt29149"/>
            <p:cNvSpPr/>
            <p:nvPr/>
          </p:nvSpPr>
          <p:spPr>
            <a:xfrm>
              <a:off x="7058772" y="20227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0" name="pt29150"/>
            <p:cNvSpPr/>
            <p:nvPr/>
          </p:nvSpPr>
          <p:spPr>
            <a:xfrm>
              <a:off x="7227142" y="23439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1" name="pt29151"/>
            <p:cNvSpPr/>
            <p:nvPr/>
          </p:nvSpPr>
          <p:spPr>
            <a:xfrm>
              <a:off x="7086428" y="21812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2" name="pt29152"/>
            <p:cNvSpPr/>
            <p:nvPr/>
          </p:nvSpPr>
          <p:spPr>
            <a:xfrm>
              <a:off x="7091447" y="22126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3" name="pt29153"/>
            <p:cNvSpPr/>
            <p:nvPr/>
          </p:nvSpPr>
          <p:spPr>
            <a:xfrm>
              <a:off x="6844996" y="23236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4" name="pt29154"/>
            <p:cNvSpPr/>
            <p:nvPr/>
          </p:nvSpPr>
          <p:spPr>
            <a:xfrm>
              <a:off x="7078691" y="21944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5" name="pt29155"/>
            <p:cNvSpPr/>
            <p:nvPr/>
          </p:nvSpPr>
          <p:spPr>
            <a:xfrm>
              <a:off x="7133654" y="21871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6" name="pt29156"/>
            <p:cNvSpPr/>
            <p:nvPr/>
          </p:nvSpPr>
          <p:spPr>
            <a:xfrm>
              <a:off x="7250541" y="2123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7" name="pt29157"/>
            <p:cNvSpPr/>
            <p:nvPr/>
          </p:nvSpPr>
          <p:spPr>
            <a:xfrm>
              <a:off x="7020717" y="2042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8" name="pt29158"/>
            <p:cNvSpPr/>
            <p:nvPr/>
          </p:nvSpPr>
          <p:spPr>
            <a:xfrm>
              <a:off x="7177644" y="20200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9" name="pt29159"/>
            <p:cNvSpPr/>
            <p:nvPr/>
          </p:nvSpPr>
          <p:spPr>
            <a:xfrm>
              <a:off x="7130850" y="21901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0" name="pt29160"/>
            <p:cNvSpPr/>
            <p:nvPr/>
          </p:nvSpPr>
          <p:spPr>
            <a:xfrm>
              <a:off x="6879760" y="18783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1" name="pt29161"/>
            <p:cNvSpPr/>
            <p:nvPr/>
          </p:nvSpPr>
          <p:spPr>
            <a:xfrm>
              <a:off x="7175588" y="19657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2" name="pt29162"/>
            <p:cNvSpPr/>
            <p:nvPr/>
          </p:nvSpPr>
          <p:spPr>
            <a:xfrm>
              <a:off x="7055878" y="20967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3" name="pt29163"/>
            <p:cNvSpPr/>
            <p:nvPr/>
          </p:nvSpPr>
          <p:spPr>
            <a:xfrm>
              <a:off x="7103428" y="21248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4" name="pt29164"/>
            <p:cNvSpPr/>
            <p:nvPr/>
          </p:nvSpPr>
          <p:spPr>
            <a:xfrm>
              <a:off x="7131504" y="22623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5" name="pt29165"/>
            <p:cNvSpPr/>
            <p:nvPr/>
          </p:nvSpPr>
          <p:spPr>
            <a:xfrm>
              <a:off x="7628215" y="26620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6" name="pt29166"/>
            <p:cNvSpPr/>
            <p:nvPr/>
          </p:nvSpPr>
          <p:spPr>
            <a:xfrm>
              <a:off x="7202087" y="21095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7" name="pt29167"/>
            <p:cNvSpPr/>
            <p:nvPr/>
          </p:nvSpPr>
          <p:spPr>
            <a:xfrm>
              <a:off x="6857348" y="2255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8" name="pt29168"/>
            <p:cNvSpPr/>
            <p:nvPr/>
          </p:nvSpPr>
          <p:spPr>
            <a:xfrm>
              <a:off x="7355506" y="21848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9" name="pt29169"/>
            <p:cNvSpPr/>
            <p:nvPr/>
          </p:nvSpPr>
          <p:spPr>
            <a:xfrm>
              <a:off x="6879969" y="17834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0" name="pt29170"/>
            <p:cNvSpPr/>
            <p:nvPr/>
          </p:nvSpPr>
          <p:spPr>
            <a:xfrm>
              <a:off x="7327322" y="21357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1" name="pt29171"/>
            <p:cNvSpPr/>
            <p:nvPr/>
          </p:nvSpPr>
          <p:spPr>
            <a:xfrm>
              <a:off x="6984054" y="20504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2" name="pt29172"/>
            <p:cNvSpPr/>
            <p:nvPr/>
          </p:nvSpPr>
          <p:spPr>
            <a:xfrm>
              <a:off x="7111349" y="21452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3" name="pt29173"/>
            <p:cNvSpPr/>
            <p:nvPr/>
          </p:nvSpPr>
          <p:spPr>
            <a:xfrm>
              <a:off x="7256861" y="21061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4" name="pt29174"/>
            <p:cNvSpPr/>
            <p:nvPr/>
          </p:nvSpPr>
          <p:spPr>
            <a:xfrm>
              <a:off x="7105992" y="21803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5" name="pt29175"/>
            <p:cNvSpPr/>
            <p:nvPr/>
          </p:nvSpPr>
          <p:spPr>
            <a:xfrm>
              <a:off x="7053796" y="21738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6" name="pt29176"/>
            <p:cNvSpPr/>
            <p:nvPr/>
          </p:nvSpPr>
          <p:spPr>
            <a:xfrm>
              <a:off x="6846982" y="23594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7" name="pt29177"/>
            <p:cNvSpPr/>
            <p:nvPr/>
          </p:nvSpPr>
          <p:spPr>
            <a:xfrm>
              <a:off x="6947085" y="19421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8" name="pt29178"/>
            <p:cNvSpPr/>
            <p:nvPr/>
          </p:nvSpPr>
          <p:spPr>
            <a:xfrm>
              <a:off x="6974437" y="19258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9" name="pt29179"/>
            <p:cNvSpPr/>
            <p:nvPr/>
          </p:nvSpPr>
          <p:spPr>
            <a:xfrm>
              <a:off x="7207051" y="20123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0" name="pt29180"/>
            <p:cNvSpPr/>
            <p:nvPr/>
          </p:nvSpPr>
          <p:spPr>
            <a:xfrm>
              <a:off x="7171902" y="21571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1" name="pt29181"/>
            <p:cNvSpPr/>
            <p:nvPr/>
          </p:nvSpPr>
          <p:spPr>
            <a:xfrm>
              <a:off x="7094929" y="20835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2" name="pt29182"/>
            <p:cNvSpPr/>
            <p:nvPr/>
          </p:nvSpPr>
          <p:spPr>
            <a:xfrm>
              <a:off x="7216023" y="2122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3" name="pt29183"/>
            <p:cNvSpPr/>
            <p:nvPr/>
          </p:nvSpPr>
          <p:spPr>
            <a:xfrm>
              <a:off x="7046803" y="21298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4" name="pt29184"/>
            <p:cNvSpPr/>
            <p:nvPr/>
          </p:nvSpPr>
          <p:spPr>
            <a:xfrm>
              <a:off x="7253616" y="20793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5" name="pt29185"/>
            <p:cNvSpPr/>
            <p:nvPr/>
          </p:nvSpPr>
          <p:spPr>
            <a:xfrm>
              <a:off x="7063512" y="21073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6" name="pt29186"/>
            <p:cNvSpPr/>
            <p:nvPr/>
          </p:nvSpPr>
          <p:spPr>
            <a:xfrm>
              <a:off x="7094408" y="20591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7" name="pt29187"/>
            <p:cNvSpPr/>
            <p:nvPr/>
          </p:nvSpPr>
          <p:spPr>
            <a:xfrm>
              <a:off x="7305502" y="21756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8" name="pt29188"/>
            <p:cNvSpPr/>
            <p:nvPr/>
          </p:nvSpPr>
          <p:spPr>
            <a:xfrm>
              <a:off x="7174661" y="2011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9" name="pt29189"/>
            <p:cNvSpPr/>
            <p:nvPr/>
          </p:nvSpPr>
          <p:spPr>
            <a:xfrm>
              <a:off x="7107097" y="20542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0" name="pt29190"/>
            <p:cNvSpPr/>
            <p:nvPr/>
          </p:nvSpPr>
          <p:spPr>
            <a:xfrm>
              <a:off x="7213760" y="21967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1" name="pt29191"/>
            <p:cNvSpPr/>
            <p:nvPr/>
          </p:nvSpPr>
          <p:spPr>
            <a:xfrm>
              <a:off x="7136279" y="23096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2" name="pt29192"/>
            <p:cNvSpPr/>
            <p:nvPr/>
          </p:nvSpPr>
          <p:spPr>
            <a:xfrm>
              <a:off x="7129111" y="21801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3" name="pt29193"/>
            <p:cNvSpPr/>
            <p:nvPr/>
          </p:nvSpPr>
          <p:spPr>
            <a:xfrm>
              <a:off x="7110994" y="22336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4" name="pt29194"/>
            <p:cNvSpPr/>
            <p:nvPr/>
          </p:nvSpPr>
          <p:spPr>
            <a:xfrm>
              <a:off x="7172794" y="21726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5" name="pt29195"/>
            <p:cNvSpPr/>
            <p:nvPr/>
          </p:nvSpPr>
          <p:spPr>
            <a:xfrm>
              <a:off x="7325965" y="22089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6" name="pt29196"/>
            <p:cNvSpPr/>
            <p:nvPr/>
          </p:nvSpPr>
          <p:spPr>
            <a:xfrm>
              <a:off x="7225725" y="21455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7" name="pt29197"/>
            <p:cNvSpPr/>
            <p:nvPr/>
          </p:nvSpPr>
          <p:spPr>
            <a:xfrm>
              <a:off x="7083215" y="22036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8" name="pt29198"/>
            <p:cNvSpPr/>
            <p:nvPr/>
          </p:nvSpPr>
          <p:spPr>
            <a:xfrm>
              <a:off x="7281783" y="2013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9" name="pt29199"/>
            <p:cNvSpPr/>
            <p:nvPr/>
          </p:nvSpPr>
          <p:spPr>
            <a:xfrm>
              <a:off x="7192397" y="22081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0" name="pt29200"/>
            <p:cNvSpPr/>
            <p:nvPr/>
          </p:nvSpPr>
          <p:spPr>
            <a:xfrm>
              <a:off x="6763947" y="27217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1" name="pt29201"/>
            <p:cNvSpPr/>
            <p:nvPr/>
          </p:nvSpPr>
          <p:spPr>
            <a:xfrm>
              <a:off x="7313529" y="21206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2" name="pt29202"/>
            <p:cNvSpPr/>
            <p:nvPr/>
          </p:nvSpPr>
          <p:spPr>
            <a:xfrm>
              <a:off x="7101231" y="21146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3" name="pt29203"/>
            <p:cNvSpPr/>
            <p:nvPr/>
          </p:nvSpPr>
          <p:spPr>
            <a:xfrm>
              <a:off x="6994920" y="20338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4" name="pt29204"/>
            <p:cNvSpPr/>
            <p:nvPr/>
          </p:nvSpPr>
          <p:spPr>
            <a:xfrm>
              <a:off x="7103245" y="20741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5" name="pt29205"/>
            <p:cNvSpPr/>
            <p:nvPr/>
          </p:nvSpPr>
          <p:spPr>
            <a:xfrm>
              <a:off x="7114941" y="21555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6" name="pt29206"/>
            <p:cNvSpPr/>
            <p:nvPr/>
          </p:nvSpPr>
          <p:spPr>
            <a:xfrm>
              <a:off x="7261385" y="20387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7" name="pt29207"/>
            <p:cNvSpPr/>
            <p:nvPr/>
          </p:nvSpPr>
          <p:spPr>
            <a:xfrm>
              <a:off x="6912492" y="23144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8" name="pt29208"/>
            <p:cNvSpPr/>
            <p:nvPr/>
          </p:nvSpPr>
          <p:spPr>
            <a:xfrm>
              <a:off x="7019556" y="20323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9" name="pt29209"/>
            <p:cNvSpPr/>
            <p:nvPr/>
          </p:nvSpPr>
          <p:spPr>
            <a:xfrm>
              <a:off x="7289039" y="21219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0" name="pt29210"/>
            <p:cNvSpPr/>
            <p:nvPr/>
          </p:nvSpPr>
          <p:spPr>
            <a:xfrm>
              <a:off x="7081837" y="22123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1" name="pt29211"/>
            <p:cNvSpPr/>
            <p:nvPr/>
          </p:nvSpPr>
          <p:spPr>
            <a:xfrm>
              <a:off x="7023787" y="22668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2" name="pt29212"/>
            <p:cNvSpPr/>
            <p:nvPr/>
          </p:nvSpPr>
          <p:spPr>
            <a:xfrm>
              <a:off x="7660836" y="23682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3" name="pt29213"/>
            <p:cNvSpPr/>
            <p:nvPr/>
          </p:nvSpPr>
          <p:spPr>
            <a:xfrm>
              <a:off x="7122817" y="21589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4" name="pt29214"/>
            <p:cNvSpPr/>
            <p:nvPr/>
          </p:nvSpPr>
          <p:spPr>
            <a:xfrm>
              <a:off x="7158298" y="20264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5" name="pt29215"/>
            <p:cNvSpPr/>
            <p:nvPr/>
          </p:nvSpPr>
          <p:spPr>
            <a:xfrm>
              <a:off x="7244736" y="20290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6" name="pt29216"/>
            <p:cNvSpPr/>
            <p:nvPr/>
          </p:nvSpPr>
          <p:spPr>
            <a:xfrm>
              <a:off x="7068988" y="20988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7" name="pt29217"/>
            <p:cNvSpPr/>
            <p:nvPr/>
          </p:nvSpPr>
          <p:spPr>
            <a:xfrm>
              <a:off x="7195691" y="21756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8" name="pt29218"/>
            <p:cNvSpPr/>
            <p:nvPr/>
          </p:nvSpPr>
          <p:spPr>
            <a:xfrm>
              <a:off x="7279994" y="20245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9" name="pt29219"/>
            <p:cNvSpPr/>
            <p:nvPr/>
          </p:nvSpPr>
          <p:spPr>
            <a:xfrm>
              <a:off x="7540572" y="22743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0" name="pt29220"/>
            <p:cNvSpPr/>
            <p:nvPr/>
          </p:nvSpPr>
          <p:spPr>
            <a:xfrm>
              <a:off x="7215239" y="21521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1" name="pt29221"/>
            <p:cNvSpPr/>
            <p:nvPr/>
          </p:nvSpPr>
          <p:spPr>
            <a:xfrm>
              <a:off x="7127406" y="23108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2" name="pt29222"/>
            <p:cNvSpPr/>
            <p:nvPr/>
          </p:nvSpPr>
          <p:spPr>
            <a:xfrm>
              <a:off x="7195971" y="21948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3" name="pt29223"/>
            <p:cNvSpPr/>
            <p:nvPr/>
          </p:nvSpPr>
          <p:spPr>
            <a:xfrm>
              <a:off x="7206439" y="21385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4" name="pt29224"/>
            <p:cNvSpPr/>
            <p:nvPr/>
          </p:nvSpPr>
          <p:spPr>
            <a:xfrm>
              <a:off x="7087201" y="22580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5" name="pt29225"/>
            <p:cNvSpPr/>
            <p:nvPr/>
          </p:nvSpPr>
          <p:spPr>
            <a:xfrm>
              <a:off x="7150731" y="19415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6" name="pt29226"/>
            <p:cNvSpPr/>
            <p:nvPr/>
          </p:nvSpPr>
          <p:spPr>
            <a:xfrm>
              <a:off x="7259417" y="21185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7" name="pt29227"/>
            <p:cNvSpPr/>
            <p:nvPr/>
          </p:nvSpPr>
          <p:spPr>
            <a:xfrm>
              <a:off x="7288675" y="2106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8" name="pt29228"/>
            <p:cNvSpPr/>
            <p:nvPr/>
          </p:nvSpPr>
          <p:spPr>
            <a:xfrm>
              <a:off x="7055123" y="20628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9" name="pt29229"/>
            <p:cNvSpPr/>
            <p:nvPr/>
          </p:nvSpPr>
          <p:spPr>
            <a:xfrm>
              <a:off x="6981133" y="21827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0" name="pt29230"/>
            <p:cNvSpPr/>
            <p:nvPr/>
          </p:nvSpPr>
          <p:spPr>
            <a:xfrm>
              <a:off x="7196790" y="22023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1" name="pt29231"/>
            <p:cNvSpPr/>
            <p:nvPr/>
          </p:nvSpPr>
          <p:spPr>
            <a:xfrm>
              <a:off x="7204615" y="22078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2" name="pt29232"/>
            <p:cNvSpPr/>
            <p:nvPr/>
          </p:nvSpPr>
          <p:spPr>
            <a:xfrm>
              <a:off x="7239345" y="21769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3" name="pt29233"/>
            <p:cNvSpPr/>
            <p:nvPr/>
          </p:nvSpPr>
          <p:spPr>
            <a:xfrm>
              <a:off x="7364711" y="20237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4" name="pt29234"/>
            <p:cNvSpPr/>
            <p:nvPr/>
          </p:nvSpPr>
          <p:spPr>
            <a:xfrm>
              <a:off x="6988782" y="20738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5" name="pt29235"/>
            <p:cNvSpPr/>
            <p:nvPr/>
          </p:nvSpPr>
          <p:spPr>
            <a:xfrm>
              <a:off x="7097990" y="21893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6" name="pt29236"/>
            <p:cNvSpPr/>
            <p:nvPr/>
          </p:nvSpPr>
          <p:spPr>
            <a:xfrm>
              <a:off x="7121197" y="22243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7" name="pt29237"/>
            <p:cNvSpPr/>
            <p:nvPr/>
          </p:nvSpPr>
          <p:spPr>
            <a:xfrm>
              <a:off x="6970234" y="21082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8" name="pt29238"/>
            <p:cNvSpPr/>
            <p:nvPr/>
          </p:nvSpPr>
          <p:spPr>
            <a:xfrm>
              <a:off x="7324896" y="21524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9" name="pt29239"/>
            <p:cNvSpPr/>
            <p:nvPr/>
          </p:nvSpPr>
          <p:spPr>
            <a:xfrm>
              <a:off x="7112055" y="22555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0" name="pt29240"/>
            <p:cNvSpPr/>
            <p:nvPr/>
          </p:nvSpPr>
          <p:spPr>
            <a:xfrm>
              <a:off x="7270487" y="20008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1" name="pt29241"/>
            <p:cNvSpPr/>
            <p:nvPr/>
          </p:nvSpPr>
          <p:spPr>
            <a:xfrm>
              <a:off x="6910251" y="21487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2" name="pt29242"/>
            <p:cNvSpPr/>
            <p:nvPr/>
          </p:nvSpPr>
          <p:spPr>
            <a:xfrm>
              <a:off x="7005165" y="21132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3" name="pt29243"/>
            <p:cNvSpPr/>
            <p:nvPr/>
          </p:nvSpPr>
          <p:spPr>
            <a:xfrm>
              <a:off x="7254649" y="20960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4" name="pt29244"/>
            <p:cNvSpPr/>
            <p:nvPr/>
          </p:nvSpPr>
          <p:spPr>
            <a:xfrm>
              <a:off x="7026969" y="21512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5" name="pt29245"/>
            <p:cNvSpPr/>
            <p:nvPr/>
          </p:nvSpPr>
          <p:spPr>
            <a:xfrm>
              <a:off x="7213248" y="23229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6" name="pt29246"/>
            <p:cNvSpPr/>
            <p:nvPr/>
          </p:nvSpPr>
          <p:spPr>
            <a:xfrm>
              <a:off x="7150333" y="19719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7" name="pt29247"/>
            <p:cNvSpPr/>
            <p:nvPr/>
          </p:nvSpPr>
          <p:spPr>
            <a:xfrm>
              <a:off x="7051399" y="20069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8" name="pt29248"/>
            <p:cNvSpPr/>
            <p:nvPr/>
          </p:nvSpPr>
          <p:spPr>
            <a:xfrm>
              <a:off x="7201336" y="21509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9" name="pt29249"/>
            <p:cNvSpPr/>
            <p:nvPr/>
          </p:nvSpPr>
          <p:spPr>
            <a:xfrm>
              <a:off x="7279651" y="19539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0" name="pt29250"/>
            <p:cNvSpPr/>
            <p:nvPr/>
          </p:nvSpPr>
          <p:spPr>
            <a:xfrm>
              <a:off x="6919127" y="23359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1" name="pt29251"/>
            <p:cNvSpPr/>
            <p:nvPr/>
          </p:nvSpPr>
          <p:spPr>
            <a:xfrm>
              <a:off x="7035329" y="24771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2" name="pt29252"/>
            <p:cNvSpPr/>
            <p:nvPr/>
          </p:nvSpPr>
          <p:spPr>
            <a:xfrm>
              <a:off x="7191273" y="23199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3" name="pt29253"/>
            <p:cNvSpPr/>
            <p:nvPr/>
          </p:nvSpPr>
          <p:spPr>
            <a:xfrm>
              <a:off x="7247020" y="21431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4" name="pt29254"/>
            <p:cNvSpPr/>
            <p:nvPr/>
          </p:nvSpPr>
          <p:spPr>
            <a:xfrm>
              <a:off x="7159381" y="19725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5" name="pt29255"/>
            <p:cNvSpPr/>
            <p:nvPr/>
          </p:nvSpPr>
          <p:spPr>
            <a:xfrm>
              <a:off x="7109962" y="20853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6" name="pt29256"/>
            <p:cNvSpPr/>
            <p:nvPr/>
          </p:nvSpPr>
          <p:spPr>
            <a:xfrm>
              <a:off x="7378825" y="25746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7" name="pt29257"/>
            <p:cNvSpPr/>
            <p:nvPr/>
          </p:nvSpPr>
          <p:spPr>
            <a:xfrm>
              <a:off x="7242639" y="19887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8" name="pt29258"/>
            <p:cNvSpPr/>
            <p:nvPr/>
          </p:nvSpPr>
          <p:spPr>
            <a:xfrm>
              <a:off x="7595448" y="25181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9" name="pt29259"/>
            <p:cNvSpPr/>
            <p:nvPr/>
          </p:nvSpPr>
          <p:spPr>
            <a:xfrm>
              <a:off x="7140698" y="21795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0" name="pt29260"/>
            <p:cNvSpPr/>
            <p:nvPr/>
          </p:nvSpPr>
          <p:spPr>
            <a:xfrm>
              <a:off x="7137490" y="23528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1" name="pt29261"/>
            <p:cNvSpPr/>
            <p:nvPr/>
          </p:nvSpPr>
          <p:spPr>
            <a:xfrm>
              <a:off x="7270387" y="18812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2" name="pt29262"/>
            <p:cNvSpPr/>
            <p:nvPr/>
          </p:nvSpPr>
          <p:spPr>
            <a:xfrm>
              <a:off x="7206796" y="20767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3" name="pt29263"/>
            <p:cNvSpPr/>
            <p:nvPr/>
          </p:nvSpPr>
          <p:spPr>
            <a:xfrm>
              <a:off x="7147266" y="19143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4" name="pt29264"/>
            <p:cNvSpPr/>
            <p:nvPr/>
          </p:nvSpPr>
          <p:spPr>
            <a:xfrm>
              <a:off x="7090759" y="22046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5" name="pt29265"/>
            <p:cNvSpPr/>
            <p:nvPr/>
          </p:nvSpPr>
          <p:spPr>
            <a:xfrm>
              <a:off x="6892521" y="18966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6" name="pt29266"/>
            <p:cNvSpPr/>
            <p:nvPr/>
          </p:nvSpPr>
          <p:spPr>
            <a:xfrm>
              <a:off x="7032990" y="23405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7" name="pt29267"/>
            <p:cNvSpPr/>
            <p:nvPr/>
          </p:nvSpPr>
          <p:spPr>
            <a:xfrm>
              <a:off x="7018467" y="18673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8" name="pt29268"/>
            <p:cNvSpPr/>
            <p:nvPr/>
          </p:nvSpPr>
          <p:spPr>
            <a:xfrm>
              <a:off x="7253735" y="19659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9" name="pt29269"/>
            <p:cNvSpPr/>
            <p:nvPr/>
          </p:nvSpPr>
          <p:spPr>
            <a:xfrm>
              <a:off x="7018997" y="18048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0" name="pt29270"/>
            <p:cNvSpPr/>
            <p:nvPr/>
          </p:nvSpPr>
          <p:spPr>
            <a:xfrm>
              <a:off x="7159503" y="20949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1" name="pt29271"/>
            <p:cNvSpPr/>
            <p:nvPr/>
          </p:nvSpPr>
          <p:spPr>
            <a:xfrm>
              <a:off x="7108044" y="21354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2" name="pt29272"/>
            <p:cNvSpPr/>
            <p:nvPr/>
          </p:nvSpPr>
          <p:spPr>
            <a:xfrm>
              <a:off x="7142618" y="21739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3" name="pt29273"/>
            <p:cNvSpPr/>
            <p:nvPr/>
          </p:nvSpPr>
          <p:spPr>
            <a:xfrm>
              <a:off x="6886577" y="17293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4" name="pt29274"/>
            <p:cNvSpPr/>
            <p:nvPr/>
          </p:nvSpPr>
          <p:spPr>
            <a:xfrm>
              <a:off x="7498079" y="25636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5" name="pt29275"/>
            <p:cNvSpPr/>
            <p:nvPr/>
          </p:nvSpPr>
          <p:spPr>
            <a:xfrm>
              <a:off x="7411350" y="26135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6" name="pt29276"/>
            <p:cNvSpPr/>
            <p:nvPr/>
          </p:nvSpPr>
          <p:spPr>
            <a:xfrm>
              <a:off x="7058359" y="22842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7" name="pt29277"/>
            <p:cNvSpPr/>
            <p:nvPr/>
          </p:nvSpPr>
          <p:spPr>
            <a:xfrm>
              <a:off x="7105321" y="21649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8" name="pt29278"/>
            <p:cNvSpPr/>
            <p:nvPr/>
          </p:nvSpPr>
          <p:spPr>
            <a:xfrm>
              <a:off x="7200800" y="21293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9" name="pt29279"/>
            <p:cNvSpPr/>
            <p:nvPr/>
          </p:nvSpPr>
          <p:spPr>
            <a:xfrm>
              <a:off x="7233563" y="20762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0" name="pt29280"/>
            <p:cNvSpPr/>
            <p:nvPr/>
          </p:nvSpPr>
          <p:spPr>
            <a:xfrm>
              <a:off x="7044831" y="21045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1" name="pt29281"/>
            <p:cNvSpPr/>
            <p:nvPr/>
          </p:nvSpPr>
          <p:spPr>
            <a:xfrm>
              <a:off x="7224885" y="22448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2" name="pt29282"/>
            <p:cNvSpPr/>
            <p:nvPr/>
          </p:nvSpPr>
          <p:spPr>
            <a:xfrm>
              <a:off x="7154766" y="20341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3" name="pt29283"/>
            <p:cNvSpPr/>
            <p:nvPr/>
          </p:nvSpPr>
          <p:spPr>
            <a:xfrm>
              <a:off x="6982473" y="2089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4" name="pt29284"/>
            <p:cNvSpPr/>
            <p:nvPr/>
          </p:nvSpPr>
          <p:spPr>
            <a:xfrm>
              <a:off x="7192596" y="21335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5" name="pt29285"/>
            <p:cNvSpPr/>
            <p:nvPr/>
          </p:nvSpPr>
          <p:spPr>
            <a:xfrm>
              <a:off x="7095848" y="21598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6" name="pt29286"/>
            <p:cNvSpPr/>
            <p:nvPr/>
          </p:nvSpPr>
          <p:spPr>
            <a:xfrm>
              <a:off x="6976967" y="19329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7" name="pt29287"/>
            <p:cNvSpPr/>
            <p:nvPr/>
          </p:nvSpPr>
          <p:spPr>
            <a:xfrm>
              <a:off x="7160375" y="20807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8" name="pt29288"/>
            <p:cNvSpPr/>
            <p:nvPr/>
          </p:nvSpPr>
          <p:spPr>
            <a:xfrm>
              <a:off x="7071882" y="21931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9" name="pt29289"/>
            <p:cNvSpPr/>
            <p:nvPr/>
          </p:nvSpPr>
          <p:spPr>
            <a:xfrm>
              <a:off x="7083537" y="22186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0" name="pt29290"/>
            <p:cNvSpPr/>
            <p:nvPr/>
          </p:nvSpPr>
          <p:spPr>
            <a:xfrm>
              <a:off x="6996672" y="19591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1" name="pt29291"/>
            <p:cNvSpPr/>
            <p:nvPr/>
          </p:nvSpPr>
          <p:spPr>
            <a:xfrm>
              <a:off x="7096870" y="21405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2" name="pt29292"/>
            <p:cNvSpPr/>
            <p:nvPr/>
          </p:nvSpPr>
          <p:spPr>
            <a:xfrm>
              <a:off x="7358559" y="23861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3" name="pt29293"/>
            <p:cNvSpPr/>
            <p:nvPr/>
          </p:nvSpPr>
          <p:spPr>
            <a:xfrm>
              <a:off x="7038587" y="24178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4" name="pt29294"/>
            <p:cNvSpPr/>
            <p:nvPr/>
          </p:nvSpPr>
          <p:spPr>
            <a:xfrm>
              <a:off x="7037576" y="23873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5" name="pt29295"/>
            <p:cNvSpPr/>
            <p:nvPr/>
          </p:nvSpPr>
          <p:spPr>
            <a:xfrm>
              <a:off x="7002924" y="20308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6" name="pt29296"/>
            <p:cNvSpPr/>
            <p:nvPr/>
          </p:nvSpPr>
          <p:spPr>
            <a:xfrm>
              <a:off x="7194465" y="23416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7" name="pt29297"/>
            <p:cNvSpPr/>
            <p:nvPr/>
          </p:nvSpPr>
          <p:spPr>
            <a:xfrm>
              <a:off x="7264368" y="21084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8" name="pt29298"/>
            <p:cNvSpPr/>
            <p:nvPr/>
          </p:nvSpPr>
          <p:spPr>
            <a:xfrm>
              <a:off x="7083907" y="22154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9" name="pt29299"/>
            <p:cNvSpPr/>
            <p:nvPr/>
          </p:nvSpPr>
          <p:spPr>
            <a:xfrm>
              <a:off x="7304787" y="19895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0" name="pt29300"/>
            <p:cNvSpPr/>
            <p:nvPr/>
          </p:nvSpPr>
          <p:spPr>
            <a:xfrm>
              <a:off x="7044254" y="21134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1" name="pt29301"/>
            <p:cNvSpPr/>
            <p:nvPr/>
          </p:nvSpPr>
          <p:spPr>
            <a:xfrm>
              <a:off x="6978131" y="19776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2" name="pt29302"/>
            <p:cNvSpPr/>
            <p:nvPr/>
          </p:nvSpPr>
          <p:spPr>
            <a:xfrm>
              <a:off x="6853528" y="22647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3" name="pt29303"/>
            <p:cNvSpPr/>
            <p:nvPr/>
          </p:nvSpPr>
          <p:spPr>
            <a:xfrm>
              <a:off x="7350981" y="24535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4" name="pt29304"/>
            <p:cNvSpPr/>
            <p:nvPr/>
          </p:nvSpPr>
          <p:spPr>
            <a:xfrm>
              <a:off x="7397920" y="24554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5" name="pt29305"/>
            <p:cNvSpPr/>
            <p:nvPr/>
          </p:nvSpPr>
          <p:spPr>
            <a:xfrm>
              <a:off x="7090869" y="22236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6" name="pt29306"/>
            <p:cNvSpPr/>
            <p:nvPr/>
          </p:nvSpPr>
          <p:spPr>
            <a:xfrm>
              <a:off x="7175263" y="20303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7" name="pt29307"/>
            <p:cNvSpPr/>
            <p:nvPr/>
          </p:nvSpPr>
          <p:spPr>
            <a:xfrm>
              <a:off x="7244547" y="1909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8" name="pt29308"/>
            <p:cNvSpPr/>
            <p:nvPr/>
          </p:nvSpPr>
          <p:spPr>
            <a:xfrm>
              <a:off x="7542367" y="21105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9" name="pt29309"/>
            <p:cNvSpPr/>
            <p:nvPr/>
          </p:nvSpPr>
          <p:spPr>
            <a:xfrm>
              <a:off x="7125722" y="22658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0" name="pt29310"/>
            <p:cNvSpPr/>
            <p:nvPr/>
          </p:nvSpPr>
          <p:spPr>
            <a:xfrm>
              <a:off x="7291449" y="20569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1" name="pt29311"/>
            <p:cNvSpPr/>
            <p:nvPr/>
          </p:nvSpPr>
          <p:spPr>
            <a:xfrm>
              <a:off x="6973720" y="20960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2" name="pt29312"/>
            <p:cNvSpPr/>
            <p:nvPr/>
          </p:nvSpPr>
          <p:spPr>
            <a:xfrm>
              <a:off x="7081929" y="22351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3" name="pt29313"/>
            <p:cNvSpPr/>
            <p:nvPr/>
          </p:nvSpPr>
          <p:spPr>
            <a:xfrm>
              <a:off x="7086103" y="22857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4" name="pt29314"/>
            <p:cNvSpPr/>
            <p:nvPr/>
          </p:nvSpPr>
          <p:spPr>
            <a:xfrm>
              <a:off x="6963547" y="19793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5" name="pt29315"/>
            <p:cNvSpPr/>
            <p:nvPr/>
          </p:nvSpPr>
          <p:spPr>
            <a:xfrm>
              <a:off x="7254692" y="2007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6" name="pt29316"/>
            <p:cNvSpPr/>
            <p:nvPr/>
          </p:nvSpPr>
          <p:spPr>
            <a:xfrm>
              <a:off x="7117665" y="21821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7" name="pt29317"/>
            <p:cNvSpPr/>
            <p:nvPr/>
          </p:nvSpPr>
          <p:spPr>
            <a:xfrm>
              <a:off x="7006466" y="20613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8" name="pt29318"/>
            <p:cNvSpPr/>
            <p:nvPr/>
          </p:nvSpPr>
          <p:spPr>
            <a:xfrm>
              <a:off x="7061423" y="23035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9" name="pt29319"/>
            <p:cNvSpPr/>
            <p:nvPr/>
          </p:nvSpPr>
          <p:spPr>
            <a:xfrm>
              <a:off x="7102611" y="21290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0" name="pt29320"/>
            <p:cNvSpPr/>
            <p:nvPr/>
          </p:nvSpPr>
          <p:spPr>
            <a:xfrm>
              <a:off x="7053450" y="19041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1" name="pt29321"/>
            <p:cNvSpPr/>
            <p:nvPr/>
          </p:nvSpPr>
          <p:spPr>
            <a:xfrm>
              <a:off x="6948872" y="19254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2" name="pt29322"/>
            <p:cNvSpPr/>
            <p:nvPr/>
          </p:nvSpPr>
          <p:spPr>
            <a:xfrm>
              <a:off x="7276129" y="20934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3" name="pt29323"/>
            <p:cNvSpPr/>
            <p:nvPr/>
          </p:nvSpPr>
          <p:spPr>
            <a:xfrm>
              <a:off x="7057887" y="22359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4" name="pt29324"/>
            <p:cNvSpPr/>
            <p:nvPr/>
          </p:nvSpPr>
          <p:spPr>
            <a:xfrm>
              <a:off x="7157343" y="19295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5" name="pt29325"/>
            <p:cNvSpPr/>
            <p:nvPr/>
          </p:nvSpPr>
          <p:spPr>
            <a:xfrm>
              <a:off x="7253010" y="18552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6" name="pt29326"/>
            <p:cNvSpPr/>
            <p:nvPr/>
          </p:nvSpPr>
          <p:spPr>
            <a:xfrm>
              <a:off x="7236229" y="22291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7" name="pt29327"/>
            <p:cNvSpPr/>
            <p:nvPr/>
          </p:nvSpPr>
          <p:spPr>
            <a:xfrm>
              <a:off x="7424006" y="27987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8" name="pt29328"/>
            <p:cNvSpPr/>
            <p:nvPr/>
          </p:nvSpPr>
          <p:spPr>
            <a:xfrm>
              <a:off x="7223165" y="18659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9" name="pt29329"/>
            <p:cNvSpPr/>
            <p:nvPr/>
          </p:nvSpPr>
          <p:spPr>
            <a:xfrm>
              <a:off x="7193009" y="21945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0" name="pt29330"/>
            <p:cNvSpPr/>
            <p:nvPr/>
          </p:nvSpPr>
          <p:spPr>
            <a:xfrm>
              <a:off x="7015729" y="19328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1" name="pt29331"/>
            <p:cNvSpPr/>
            <p:nvPr/>
          </p:nvSpPr>
          <p:spPr>
            <a:xfrm>
              <a:off x="7213422" y="20819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2" name="pt29332"/>
            <p:cNvSpPr/>
            <p:nvPr/>
          </p:nvSpPr>
          <p:spPr>
            <a:xfrm>
              <a:off x="6946474" y="19472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3" name="pt29333"/>
            <p:cNvSpPr/>
            <p:nvPr/>
          </p:nvSpPr>
          <p:spPr>
            <a:xfrm>
              <a:off x="7091907" y="21798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4" name="pt29334"/>
            <p:cNvSpPr/>
            <p:nvPr/>
          </p:nvSpPr>
          <p:spPr>
            <a:xfrm>
              <a:off x="7243022" y="2114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5" name="pt29335"/>
            <p:cNvSpPr/>
            <p:nvPr/>
          </p:nvSpPr>
          <p:spPr>
            <a:xfrm>
              <a:off x="6992055" y="21187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6" name="pt29336"/>
            <p:cNvSpPr/>
            <p:nvPr/>
          </p:nvSpPr>
          <p:spPr>
            <a:xfrm>
              <a:off x="7158274" y="20428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7" name="pt29337"/>
            <p:cNvSpPr/>
            <p:nvPr/>
          </p:nvSpPr>
          <p:spPr>
            <a:xfrm>
              <a:off x="7191245" y="23203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8" name="pt29338"/>
            <p:cNvSpPr/>
            <p:nvPr/>
          </p:nvSpPr>
          <p:spPr>
            <a:xfrm>
              <a:off x="7311058" y="2083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9" name="pt29339"/>
            <p:cNvSpPr/>
            <p:nvPr/>
          </p:nvSpPr>
          <p:spPr>
            <a:xfrm>
              <a:off x="7148379" y="21069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0" name="pt29340"/>
            <p:cNvSpPr/>
            <p:nvPr/>
          </p:nvSpPr>
          <p:spPr>
            <a:xfrm>
              <a:off x="6831652" y="20352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1" name="pt29341"/>
            <p:cNvSpPr/>
            <p:nvPr/>
          </p:nvSpPr>
          <p:spPr>
            <a:xfrm>
              <a:off x="7221013" y="18868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2" name="pt29342"/>
            <p:cNvSpPr/>
            <p:nvPr/>
          </p:nvSpPr>
          <p:spPr>
            <a:xfrm>
              <a:off x="6737581" y="15007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3" name="pt29343"/>
            <p:cNvSpPr/>
            <p:nvPr/>
          </p:nvSpPr>
          <p:spPr>
            <a:xfrm>
              <a:off x="7106757" y="21258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4" name="pt29344"/>
            <p:cNvSpPr/>
            <p:nvPr/>
          </p:nvSpPr>
          <p:spPr>
            <a:xfrm>
              <a:off x="6982291" y="22440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5" name="pt29345"/>
            <p:cNvSpPr/>
            <p:nvPr/>
          </p:nvSpPr>
          <p:spPr>
            <a:xfrm>
              <a:off x="7029046" y="22549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6" name="pt29346"/>
            <p:cNvSpPr/>
            <p:nvPr/>
          </p:nvSpPr>
          <p:spPr>
            <a:xfrm>
              <a:off x="7162780" y="20989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7" name="pt29347"/>
            <p:cNvSpPr/>
            <p:nvPr/>
          </p:nvSpPr>
          <p:spPr>
            <a:xfrm>
              <a:off x="7212465" y="22252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8" name="pt29348"/>
            <p:cNvSpPr/>
            <p:nvPr/>
          </p:nvSpPr>
          <p:spPr>
            <a:xfrm>
              <a:off x="7131589" y="23935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9" name="pt29349"/>
            <p:cNvSpPr/>
            <p:nvPr/>
          </p:nvSpPr>
          <p:spPr>
            <a:xfrm>
              <a:off x="7171223" y="21295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0" name="pt29350"/>
            <p:cNvSpPr/>
            <p:nvPr/>
          </p:nvSpPr>
          <p:spPr>
            <a:xfrm>
              <a:off x="7339935" y="22729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1" name="pt29351"/>
            <p:cNvSpPr/>
            <p:nvPr/>
          </p:nvSpPr>
          <p:spPr>
            <a:xfrm>
              <a:off x="7212008" y="22416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2" name="pt29352"/>
            <p:cNvSpPr/>
            <p:nvPr/>
          </p:nvSpPr>
          <p:spPr>
            <a:xfrm>
              <a:off x="7278531" y="19621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3" name="pt29353"/>
            <p:cNvSpPr/>
            <p:nvPr/>
          </p:nvSpPr>
          <p:spPr>
            <a:xfrm>
              <a:off x="7234051" y="20117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4" name="pt29354"/>
            <p:cNvSpPr/>
            <p:nvPr/>
          </p:nvSpPr>
          <p:spPr>
            <a:xfrm>
              <a:off x="7267438" y="18387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5" name="pt29355"/>
            <p:cNvSpPr/>
            <p:nvPr/>
          </p:nvSpPr>
          <p:spPr>
            <a:xfrm>
              <a:off x="6821514" y="19839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6" name="pt29356"/>
            <p:cNvSpPr/>
            <p:nvPr/>
          </p:nvSpPr>
          <p:spPr>
            <a:xfrm>
              <a:off x="7138321" y="2414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7" name="pt29357"/>
            <p:cNvSpPr/>
            <p:nvPr/>
          </p:nvSpPr>
          <p:spPr>
            <a:xfrm>
              <a:off x="7202826" y="20743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8" name="pt29358"/>
            <p:cNvSpPr/>
            <p:nvPr/>
          </p:nvSpPr>
          <p:spPr>
            <a:xfrm>
              <a:off x="7200911" y="21727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9" name="pt29359"/>
            <p:cNvSpPr/>
            <p:nvPr/>
          </p:nvSpPr>
          <p:spPr>
            <a:xfrm>
              <a:off x="7173653" y="20695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0" name="pt29360"/>
            <p:cNvSpPr/>
            <p:nvPr/>
          </p:nvSpPr>
          <p:spPr>
            <a:xfrm>
              <a:off x="6688342" y="18591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1" name="pt29361"/>
            <p:cNvSpPr/>
            <p:nvPr/>
          </p:nvSpPr>
          <p:spPr>
            <a:xfrm>
              <a:off x="6859615" y="22598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2" name="pt29362"/>
            <p:cNvSpPr/>
            <p:nvPr/>
          </p:nvSpPr>
          <p:spPr>
            <a:xfrm>
              <a:off x="7140055" y="21897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3" name="pt29363"/>
            <p:cNvSpPr/>
            <p:nvPr/>
          </p:nvSpPr>
          <p:spPr>
            <a:xfrm>
              <a:off x="7314689" y="20369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4" name="pt29364"/>
            <p:cNvSpPr/>
            <p:nvPr/>
          </p:nvSpPr>
          <p:spPr>
            <a:xfrm>
              <a:off x="7204764" y="22667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5" name="pt29365"/>
            <p:cNvSpPr/>
            <p:nvPr/>
          </p:nvSpPr>
          <p:spPr>
            <a:xfrm>
              <a:off x="7148010" y="20954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6" name="pt29366"/>
            <p:cNvSpPr/>
            <p:nvPr/>
          </p:nvSpPr>
          <p:spPr>
            <a:xfrm>
              <a:off x="6955276" y="19999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7" name="pt29367"/>
            <p:cNvSpPr/>
            <p:nvPr/>
          </p:nvSpPr>
          <p:spPr>
            <a:xfrm>
              <a:off x="7002569" y="19930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8" name="pt29368"/>
            <p:cNvSpPr/>
            <p:nvPr/>
          </p:nvSpPr>
          <p:spPr>
            <a:xfrm>
              <a:off x="7243129" y="20744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9" name="pt29369"/>
            <p:cNvSpPr/>
            <p:nvPr/>
          </p:nvSpPr>
          <p:spPr>
            <a:xfrm>
              <a:off x="7095483" y="21476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0" name="pt29370"/>
            <p:cNvSpPr/>
            <p:nvPr/>
          </p:nvSpPr>
          <p:spPr>
            <a:xfrm>
              <a:off x="7166416" y="22160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1" name="pt29371"/>
            <p:cNvSpPr/>
            <p:nvPr/>
          </p:nvSpPr>
          <p:spPr>
            <a:xfrm>
              <a:off x="7261757" y="20745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2" name="pt29372"/>
            <p:cNvSpPr/>
            <p:nvPr/>
          </p:nvSpPr>
          <p:spPr>
            <a:xfrm>
              <a:off x="7013893" y="20066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3" name="pt29373"/>
            <p:cNvSpPr/>
            <p:nvPr/>
          </p:nvSpPr>
          <p:spPr>
            <a:xfrm>
              <a:off x="7121757" y="21835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4" name="pt29374"/>
            <p:cNvSpPr/>
            <p:nvPr/>
          </p:nvSpPr>
          <p:spPr>
            <a:xfrm>
              <a:off x="7027703" y="22828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5" name="pt29375"/>
            <p:cNvSpPr/>
            <p:nvPr/>
          </p:nvSpPr>
          <p:spPr>
            <a:xfrm>
              <a:off x="7163384" y="21138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6" name="pt29376"/>
            <p:cNvSpPr/>
            <p:nvPr/>
          </p:nvSpPr>
          <p:spPr>
            <a:xfrm>
              <a:off x="7408341" y="22226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7" name="pt29377"/>
            <p:cNvSpPr/>
            <p:nvPr/>
          </p:nvSpPr>
          <p:spPr>
            <a:xfrm>
              <a:off x="7184556" y="2122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8" name="pt29378"/>
            <p:cNvSpPr/>
            <p:nvPr/>
          </p:nvSpPr>
          <p:spPr>
            <a:xfrm>
              <a:off x="7235886" y="2086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9" name="pt29379"/>
            <p:cNvSpPr/>
            <p:nvPr/>
          </p:nvSpPr>
          <p:spPr>
            <a:xfrm>
              <a:off x="7148133" y="20550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0" name="pt29380"/>
            <p:cNvSpPr/>
            <p:nvPr/>
          </p:nvSpPr>
          <p:spPr>
            <a:xfrm>
              <a:off x="7252059" y="18458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1" name="pt29381"/>
            <p:cNvSpPr/>
            <p:nvPr/>
          </p:nvSpPr>
          <p:spPr>
            <a:xfrm>
              <a:off x="7273607" y="20137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2" name="pt29382"/>
            <p:cNvSpPr/>
            <p:nvPr/>
          </p:nvSpPr>
          <p:spPr>
            <a:xfrm>
              <a:off x="7048640" y="17537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3" name="pt29383"/>
            <p:cNvSpPr/>
            <p:nvPr/>
          </p:nvSpPr>
          <p:spPr>
            <a:xfrm>
              <a:off x="7258901" y="18827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4" name="pt29384"/>
            <p:cNvSpPr/>
            <p:nvPr/>
          </p:nvSpPr>
          <p:spPr>
            <a:xfrm>
              <a:off x="6749214" y="24498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5" name="pt29385"/>
            <p:cNvSpPr/>
            <p:nvPr/>
          </p:nvSpPr>
          <p:spPr>
            <a:xfrm>
              <a:off x="7198451" y="2326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6" name="pt29386"/>
            <p:cNvSpPr/>
            <p:nvPr/>
          </p:nvSpPr>
          <p:spPr>
            <a:xfrm>
              <a:off x="7097445" y="20865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7" name="pt29387"/>
            <p:cNvSpPr/>
            <p:nvPr/>
          </p:nvSpPr>
          <p:spPr>
            <a:xfrm>
              <a:off x="7211951" y="20970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8" name="pt29388"/>
            <p:cNvSpPr/>
            <p:nvPr/>
          </p:nvSpPr>
          <p:spPr>
            <a:xfrm>
              <a:off x="7219867" y="19414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9" name="pt29389"/>
            <p:cNvSpPr/>
            <p:nvPr/>
          </p:nvSpPr>
          <p:spPr>
            <a:xfrm>
              <a:off x="6999451" y="18451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0" name="pt29390"/>
            <p:cNvSpPr/>
            <p:nvPr/>
          </p:nvSpPr>
          <p:spPr>
            <a:xfrm>
              <a:off x="7158568" y="20510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1" name="pt29391"/>
            <p:cNvSpPr/>
            <p:nvPr/>
          </p:nvSpPr>
          <p:spPr>
            <a:xfrm>
              <a:off x="7257283" y="21271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2" name="pt29392"/>
            <p:cNvSpPr/>
            <p:nvPr/>
          </p:nvSpPr>
          <p:spPr>
            <a:xfrm>
              <a:off x="7236843" y="22304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3" name="pt29393"/>
            <p:cNvSpPr/>
            <p:nvPr/>
          </p:nvSpPr>
          <p:spPr>
            <a:xfrm>
              <a:off x="7096440" y="21032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4" name="pt29394"/>
            <p:cNvSpPr/>
            <p:nvPr/>
          </p:nvSpPr>
          <p:spPr>
            <a:xfrm>
              <a:off x="7252553" y="20603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5" name="pt29395"/>
            <p:cNvSpPr/>
            <p:nvPr/>
          </p:nvSpPr>
          <p:spPr>
            <a:xfrm>
              <a:off x="6912863" y="21216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6" name="pt29396"/>
            <p:cNvSpPr/>
            <p:nvPr/>
          </p:nvSpPr>
          <p:spPr>
            <a:xfrm>
              <a:off x="7251880" y="20670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7" name="pt29397"/>
            <p:cNvSpPr/>
            <p:nvPr/>
          </p:nvSpPr>
          <p:spPr>
            <a:xfrm>
              <a:off x="7297812" y="19889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8" name="pt29398"/>
            <p:cNvSpPr/>
            <p:nvPr/>
          </p:nvSpPr>
          <p:spPr>
            <a:xfrm>
              <a:off x="7076374" y="22278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9" name="pt29399"/>
            <p:cNvSpPr/>
            <p:nvPr/>
          </p:nvSpPr>
          <p:spPr>
            <a:xfrm>
              <a:off x="7226832" y="21413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0" name="pt29400"/>
            <p:cNvSpPr/>
            <p:nvPr/>
          </p:nvSpPr>
          <p:spPr>
            <a:xfrm>
              <a:off x="7175100" y="20731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1" name="pt29401"/>
            <p:cNvSpPr/>
            <p:nvPr/>
          </p:nvSpPr>
          <p:spPr>
            <a:xfrm>
              <a:off x="7146879" y="20696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2" name="pt29402"/>
            <p:cNvSpPr/>
            <p:nvPr/>
          </p:nvSpPr>
          <p:spPr>
            <a:xfrm>
              <a:off x="7241767" y="20850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3" name="pt29403"/>
            <p:cNvSpPr/>
            <p:nvPr/>
          </p:nvSpPr>
          <p:spPr>
            <a:xfrm>
              <a:off x="7004244" y="20244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4" name="pt29404"/>
            <p:cNvSpPr/>
            <p:nvPr/>
          </p:nvSpPr>
          <p:spPr>
            <a:xfrm>
              <a:off x="7388185" y="26926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5" name="pt29405"/>
            <p:cNvSpPr/>
            <p:nvPr/>
          </p:nvSpPr>
          <p:spPr>
            <a:xfrm>
              <a:off x="7015456" y="18019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6" name="pt29406"/>
            <p:cNvSpPr/>
            <p:nvPr/>
          </p:nvSpPr>
          <p:spPr>
            <a:xfrm>
              <a:off x="7102110" y="21966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7" name="pt29407"/>
            <p:cNvSpPr/>
            <p:nvPr/>
          </p:nvSpPr>
          <p:spPr>
            <a:xfrm>
              <a:off x="7187491" y="2032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8" name="pt29408"/>
            <p:cNvSpPr/>
            <p:nvPr/>
          </p:nvSpPr>
          <p:spPr>
            <a:xfrm>
              <a:off x="7170912" y="21095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9" name="pt29409"/>
            <p:cNvSpPr/>
            <p:nvPr/>
          </p:nvSpPr>
          <p:spPr>
            <a:xfrm>
              <a:off x="7081852" y="22050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0" name="pt29410"/>
            <p:cNvSpPr/>
            <p:nvPr/>
          </p:nvSpPr>
          <p:spPr>
            <a:xfrm>
              <a:off x="7225412" y="21626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1" name="pt29411"/>
            <p:cNvSpPr/>
            <p:nvPr/>
          </p:nvSpPr>
          <p:spPr>
            <a:xfrm>
              <a:off x="7040385" y="21950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2" name="pt29412"/>
            <p:cNvSpPr/>
            <p:nvPr/>
          </p:nvSpPr>
          <p:spPr>
            <a:xfrm>
              <a:off x="6966024" y="20632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3" name="pt29413"/>
            <p:cNvSpPr/>
            <p:nvPr/>
          </p:nvSpPr>
          <p:spPr>
            <a:xfrm>
              <a:off x="7026371" y="22144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4" name="pt29414"/>
            <p:cNvSpPr/>
            <p:nvPr/>
          </p:nvSpPr>
          <p:spPr>
            <a:xfrm>
              <a:off x="7228984" y="22043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5" name="pt29415"/>
            <p:cNvSpPr/>
            <p:nvPr/>
          </p:nvSpPr>
          <p:spPr>
            <a:xfrm>
              <a:off x="7088452" y="21765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6" name="pt29416"/>
            <p:cNvSpPr/>
            <p:nvPr/>
          </p:nvSpPr>
          <p:spPr>
            <a:xfrm>
              <a:off x="7236172" y="20120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7" name="pt29417"/>
            <p:cNvSpPr/>
            <p:nvPr/>
          </p:nvSpPr>
          <p:spPr>
            <a:xfrm>
              <a:off x="7362965" y="23502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8" name="pt29418"/>
            <p:cNvSpPr/>
            <p:nvPr/>
          </p:nvSpPr>
          <p:spPr>
            <a:xfrm>
              <a:off x="7263674" y="20479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9" name="pt29419"/>
            <p:cNvSpPr/>
            <p:nvPr/>
          </p:nvSpPr>
          <p:spPr>
            <a:xfrm>
              <a:off x="6921072" y="23278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0" name="pt29420"/>
            <p:cNvSpPr/>
            <p:nvPr/>
          </p:nvSpPr>
          <p:spPr>
            <a:xfrm>
              <a:off x="7142050" y="21282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1" name="pt29421"/>
            <p:cNvSpPr/>
            <p:nvPr/>
          </p:nvSpPr>
          <p:spPr>
            <a:xfrm>
              <a:off x="7201655" y="22271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2" name="pt29422"/>
            <p:cNvSpPr/>
            <p:nvPr/>
          </p:nvSpPr>
          <p:spPr>
            <a:xfrm>
              <a:off x="7142838" y="2138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3" name="pt29423"/>
            <p:cNvSpPr/>
            <p:nvPr/>
          </p:nvSpPr>
          <p:spPr>
            <a:xfrm>
              <a:off x="6777727" y="24827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4" name="pt29424"/>
            <p:cNvSpPr/>
            <p:nvPr/>
          </p:nvSpPr>
          <p:spPr>
            <a:xfrm>
              <a:off x="7131363" y="23554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5" name="pt29425"/>
            <p:cNvSpPr/>
            <p:nvPr/>
          </p:nvSpPr>
          <p:spPr>
            <a:xfrm>
              <a:off x="6824417" y="22677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6" name="pt29426"/>
            <p:cNvSpPr/>
            <p:nvPr/>
          </p:nvSpPr>
          <p:spPr>
            <a:xfrm>
              <a:off x="7041198" y="22498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7" name="pt29427"/>
            <p:cNvSpPr/>
            <p:nvPr/>
          </p:nvSpPr>
          <p:spPr>
            <a:xfrm>
              <a:off x="7118694" y="22223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8" name="pt29428"/>
            <p:cNvSpPr/>
            <p:nvPr/>
          </p:nvSpPr>
          <p:spPr>
            <a:xfrm>
              <a:off x="7084272" y="22094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9" name="pt29429"/>
            <p:cNvSpPr/>
            <p:nvPr/>
          </p:nvSpPr>
          <p:spPr>
            <a:xfrm>
              <a:off x="6828883" y="21090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0" name="pt29430"/>
            <p:cNvSpPr/>
            <p:nvPr/>
          </p:nvSpPr>
          <p:spPr>
            <a:xfrm>
              <a:off x="6912791" y="23453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1" name="pt29431"/>
            <p:cNvSpPr/>
            <p:nvPr/>
          </p:nvSpPr>
          <p:spPr>
            <a:xfrm>
              <a:off x="7086623" y="21929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2" name="pt29432"/>
            <p:cNvSpPr/>
            <p:nvPr/>
          </p:nvSpPr>
          <p:spPr>
            <a:xfrm>
              <a:off x="6954085" y="20273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3" name="pt29433"/>
            <p:cNvSpPr/>
            <p:nvPr/>
          </p:nvSpPr>
          <p:spPr>
            <a:xfrm>
              <a:off x="6802802" y="2314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4" name="pt29434"/>
            <p:cNvSpPr/>
            <p:nvPr/>
          </p:nvSpPr>
          <p:spPr>
            <a:xfrm>
              <a:off x="6980886" y="20093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5" name="pt29435"/>
            <p:cNvSpPr/>
            <p:nvPr/>
          </p:nvSpPr>
          <p:spPr>
            <a:xfrm>
              <a:off x="6969090" y="20741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6" name="pt29436"/>
            <p:cNvSpPr/>
            <p:nvPr/>
          </p:nvSpPr>
          <p:spPr>
            <a:xfrm>
              <a:off x="7145554" y="21046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7" name="pt29437"/>
            <p:cNvSpPr/>
            <p:nvPr/>
          </p:nvSpPr>
          <p:spPr>
            <a:xfrm>
              <a:off x="6950851" y="20640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8" name="pt29438"/>
            <p:cNvSpPr/>
            <p:nvPr/>
          </p:nvSpPr>
          <p:spPr>
            <a:xfrm>
              <a:off x="7076939" y="21343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9" name="pt29439"/>
            <p:cNvSpPr/>
            <p:nvPr/>
          </p:nvSpPr>
          <p:spPr>
            <a:xfrm>
              <a:off x="7126784" y="2166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0" name="pt29440"/>
            <p:cNvSpPr/>
            <p:nvPr/>
          </p:nvSpPr>
          <p:spPr>
            <a:xfrm>
              <a:off x="7271032" y="20401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1" name="pt29441"/>
            <p:cNvSpPr/>
            <p:nvPr/>
          </p:nvSpPr>
          <p:spPr>
            <a:xfrm>
              <a:off x="7308228" y="21544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2" name="pt29442"/>
            <p:cNvSpPr/>
            <p:nvPr/>
          </p:nvSpPr>
          <p:spPr>
            <a:xfrm>
              <a:off x="6894749" y="20587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3" name="pt29443"/>
            <p:cNvSpPr/>
            <p:nvPr/>
          </p:nvSpPr>
          <p:spPr>
            <a:xfrm>
              <a:off x="6963426" y="19885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4" name="pt29444"/>
            <p:cNvSpPr/>
            <p:nvPr/>
          </p:nvSpPr>
          <p:spPr>
            <a:xfrm>
              <a:off x="7042775" y="22228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5" name="pt29445"/>
            <p:cNvSpPr/>
            <p:nvPr/>
          </p:nvSpPr>
          <p:spPr>
            <a:xfrm>
              <a:off x="7142606" y="21766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6" name="pt29446"/>
            <p:cNvSpPr/>
            <p:nvPr/>
          </p:nvSpPr>
          <p:spPr>
            <a:xfrm>
              <a:off x="7039138" y="21327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7" name="pt29447"/>
            <p:cNvSpPr/>
            <p:nvPr/>
          </p:nvSpPr>
          <p:spPr>
            <a:xfrm>
              <a:off x="7102833" y="21714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8" name="pt29448"/>
            <p:cNvSpPr/>
            <p:nvPr/>
          </p:nvSpPr>
          <p:spPr>
            <a:xfrm>
              <a:off x="7105442" y="21190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9" name="pt29449"/>
            <p:cNvSpPr/>
            <p:nvPr/>
          </p:nvSpPr>
          <p:spPr>
            <a:xfrm>
              <a:off x="7356940" y="21461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0" name="pt29450"/>
            <p:cNvSpPr/>
            <p:nvPr/>
          </p:nvSpPr>
          <p:spPr>
            <a:xfrm>
              <a:off x="7049530" y="18242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1" name="pt29451"/>
            <p:cNvSpPr/>
            <p:nvPr/>
          </p:nvSpPr>
          <p:spPr>
            <a:xfrm>
              <a:off x="7072799" y="21470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2" name="pt29452"/>
            <p:cNvSpPr/>
            <p:nvPr/>
          </p:nvSpPr>
          <p:spPr>
            <a:xfrm>
              <a:off x="7122071" y="21974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3" name="pt29453"/>
            <p:cNvSpPr/>
            <p:nvPr/>
          </p:nvSpPr>
          <p:spPr>
            <a:xfrm>
              <a:off x="6953097" y="19293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4" name="pt29454"/>
            <p:cNvSpPr/>
            <p:nvPr/>
          </p:nvSpPr>
          <p:spPr>
            <a:xfrm>
              <a:off x="7226933" y="2173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5" name="pt29455"/>
            <p:cNvSpPr/>
            <p:nvPr/>
          </p:nvSpPr>
          <p:spPr>
            <a:xfrm>
              <a:off x="7071216" y="22001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6" name="pt29456"/>
            <p:cNvSpPr/>
            <p:nvPr/>
          </p:nvSpPr>
          <p:spPr>
            <a:xfrm>
              <a:off x="7252965" y="20853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7" name="pt29457"/>
            <p:cNvSpPr/>
            <p:nvPr/>
          </p:nvSpPr>
          <p:spPr>
            <a:xfrm>
              <a:off x="7237623" y="20118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8" name="pt29458"/>
            <p:cNvSpPr/>
            <p:nvPr/>
          </p:nvSpPr>
          <p:spPr>
            <a:xfrm>
              <a:off x="7145120" y="21248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9" name="pt29459"/>
            <p:cNvSpPr/>
            <p:nvPr/>
          </p:nvSpPr>
          <p:spPr>
            <a:xfrm>
              <a:off x="7052676" y="20182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0" name="pt29460"/>
            <p:cNvSpPr/>
            <p:nvPr/>
          </p:nvSpPr>
          <p:spPr>
            <a:xfrm>
              <a:off x="7364140" y="2286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1" name="pt29461"/>
            <p:cNvSpPr/>
            <p:nvPr/>
          </p:nvSpPr>
          <p:spPr>
            <a:xfrm>
              <a:off x="7096407" y="21233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2" name="pt29462"/>
            <p:cNvSpPr/>
            <p:nvPr/>
          </p:nvSpPr>
          <p:spPr>
            <a:xfrm>
              <a:off x="7303752" y="21278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3" name="pt29463"/>
            <p:cNvSpPr/>
            <p:nvPr/>
          </p:nvSpPr>
          <p:spPr>
            <a:xfrm>
              <a:off x="6992100" y="19876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4" name="pt29464"/>
            <p:cNvSpPr/>
            <p:nvPr/>
          </p:nvSpPr>
          <p:spPr>
            <a:xfrm>
              <a:off x="7147377" y="20327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5" name="pt29465"/>
            <p:cNvSpPr/>
            <p:nvPr/>
          </p:nvSpPr>
          <p:spPr>
            <a:xfrm>
              <a:off x="7012681" y="19310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6" name="pt29466"/>
            <p:cNvSpPr/>
            <p:nvPr/>
          </p:nvSpPr>
          <p:spPr>
            <a:xfrm>
              <a:off x="6891791" y="18008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7" name="pt29467"/>
            <p:cNvSpPr/>
            <p:nvPr/>
          </p:nvSpPr>
          <p:spPr>
            <a:xfrm>
              <a:off x="6783848" y="27079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8" name="pt29468"/>
            <p:cNvSpPr/>
            <p:nvPr/>
          </p:nvSpPr>
          <p:spPr>
            <a:xfrm>
              <a:off x="7298905" y="19208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9" name="pt29469"/>
            <p:cNvSpPr/>
            <p:nvPr/>
          </p:nvSpPr>
          <p:spPr>
            <a:xfrm>
              <a:off x="7127466" y="22305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0" name="pt29470"/>
            <p:cNvSpPr/>
            <p:nvPr/>
          </p:nvSpPr>
          <p:spPr>
            <a:xfrm>
              <a:off x="7008422" y="19442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1" name="pt29471"/>
            <p:cNvSpPr/>
            <p:nvPr/>
          </p:nvSpPr>
          <p:spPr>
            <a:xfrm>
              <a:off x="7270142" y="20025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2" name="pt29472"/>
            <p:cNvSpPr/>
            <p:nvPr/>
          </p:nvSpPr>
          <p:spPr>
            <a:xfrm>
              <a:off x="7108201" y="20805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3" name="pt29473"/>
            <p:cNvSpPr/>
            <p:nvPr/>
          </p:nvSpPr>
          <p:spPr>
            <a:xfrm>
              <a:off x="7130634" y="23571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4" name="pt29474"/>
            <p:cNvSpPr/>
            <p:nvPr/>
          </p:nvSpPr>
          <p:spPr>
            <a:xfrm>
              <a:off x="6991016" y="20121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5" name="pt29475"/>
            <p:cNvSpPr/>
            <p:nvPr/>
          </p:nvSpPr>
          <p:spPr>
            <a:xfrm>
              <a:off x="7160941" y="20898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6" name="pt29476"/>
            <p:cNvSpPr/>
            <p:nvPr/>
          </p:nvSpPr>
          <p:spPr>
            <a:xfrm>
              <a:off x="7237328" y="22592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7" name="pt29477"/>
            <p:cNvSpPr/>
            <p:nvPr/>
          </p:nvSpPr>
          <p:spPr>
            <a:xfrm>
              <a:off x="7005874" y="19659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8" name="pt29478"/>
            <p:cNvSpPr/>
            <p:nvPr/>
          </p:nvSpPr>
          <p:spPr>
            <a:xfrm>
              <a:off x="7220838" y="18075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9" name="pt29479"/>
            <p:cNvSpPr/>
            <p:nvPr/>
          </p:nvSpPr>
          <p:spPr>
            <a:xfrm>
              <a:off x="7124870" y="22511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0" name="pt29480"/>
            <p:cNvSpPr/>
            <p:nvPr/>
          </p:nvSpPr>
          <p:spPr>
            <a:xfrm>
              <a:off x="7307020" y="19485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1" name="pt29481"/>
            <p:cNvSpPr/>
            <p:nvPr/>
          </p:nvSpPr>
          <p:spPr>
            <a:xfrm>
              <a:off x="7133975" y="23188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2" name="pt29482"/>
            <p:cNvSpPr/>
            <p:nvPr/>
          </p:nvSpPr>
          <p:spPr>
            <a:xfrm>
              <a:off x="7023733" y="23779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3" name="pt29483"/>
            <p:cNvSpPr/>
            <p:nvPr/>
          </p:nvSpPr>
          <p:spPr>
            <a:xfrm>
              <a:off x="7020541" y="20067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4" name="pt29484"/>
            <p:cNvSpPr/>
            <p:nvPr/>
          </p:nvSpPr>
          <p:spPr>
            <a:xfrm>
              <a:off x="7115753" y="21218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5" name="pt29485"/>
            <p:cNvSpPr/>
            <p:nvPr/>
          </p:nvSpPr>
          <p:spPr>
            <a:xfrm>
              <a:off x="7140463" y="22044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6" name="pt29486"/>
            <p:cNvSpPr/>
            <p:nvPr/>
          </p:nvSpPr>
          <p:spPr>
            <a:xfrm>
              <a:off x="7163719" y="20863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7" name="pt29487"/>
            <p:cNvSpPr/>
            <p:nvPr/>
          </p:nvSpPr>
          <p:spPr>
            <a:xfrm>
              <a:off x="7178591" y="20979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8" name="pt29488"/>
            <p:cNvSpPr/>
            <p:nvPr/>
          </p:nvSpPr>
          <p:spPr>
            <a:xfrm>
              <a:off x="6983322" y="21607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9" name="pt29489"/>
            <p:cNvSpPr/>
            <p:nvPr/>
          </p:nvSpPr>
          <p:spPr>
            <a:xfrm>
              <a:off x="7257427" y="21304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0" name="pt29490"/>
            <p:cNvSpPr/>
            <p:nvPr/>
          </p:nvSpPr>
          <p:spPr>
            <a:xfrm>
              <a:off x="7328279" y="20872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1" name="pt29491"/>
            <p:cNvSpPr/>
            <p:nvPr/>
          </p:nvSpPr>
          <p:spPr>
            <a:xfrm>
              <a:off x="7431267" y="2607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2" name="pt29492"/>
            <p:cNvSpPr/>
            <p:nvPr/>
          </p:nvSpPr>
          <p:spPr>
            <a:xfrm>
              <a:off x="7148962" y="20360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3" name="pt29493"/>
            <p:cNvSpPr/>
            <p:nvPr/>
          </p:nvSpPr>
          <p:spPr>
            <a:xfrm>
              <a:off x="7093371" y="21026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4" name="pt29494"/>
            <p:cNvSpPr/>
            <p:nvPr/>
          </p:nvSpPr>
          <p:spPr>
            <a:xfrm>
              <a:off x="7190415" y="24148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5" name="pt29495"/>
            <p:cNvSpPr/>
            <p:nvPr/>
          </p:nvSpPr>
          <p:spPr>
            <a:xfrm>
              <a:off x="7245483" y="21893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6" name="pt29496"/>
            <p:cNvSpPr/>
            <p:nvPr/>
          </p:nvSpPr>
          <p:spPr>
            <a:xfrm>
              <a:off x="7266983" y="20694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7" name="pt29497"/>
            <p:cNvSpPr/>
            <p:nvPr/>
          </p:nvSpPr>
          <p:spPr>
            <a:xfrm>
              <a:off x="6879093" y="19028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8" name="pt29498"/>
            <p:cNvSpPr/>
            <p:nvPr/>
          </p:nvSpPr>
          <p:spPr>
            <a:xfrm>
              <a:off x="7087472" y="21638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9" name="pt29499"/>
            <p:cNvSpPr/>
            <p:nvPr/>
          </p:nvSpPr>
          <p:spPr>
            <a:xfrm>
              <a:off x="7162812" y="21355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0" name="pt29500"/>
            <p:cNvSpPr/>
            <p:nvPr/>
          </p:nvSpPr>
          <p:spPr>
            <a:xfrm>
              <a:off x="7080148" y="22696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1" name="pt29501"/>
            <p:cNvSpPr/>
            <p:nvPr/>
          </p:nvSpPr>
          <p:spPr>
            <a:xfrm>
              <a:off x="7263436" y="20840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2" name="pt29502"/>
            <p:cNvSpPr/>
            <p:nvPr/>
          </p:nvSpPr>
          <p:spPr>
            <a:xfrm>
              <a:off x="7012690" y="2004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3" name="pt29503"/>
            <p:cNvSpPr/>
            <p:nvPr/>
          </p:nvSpPr>
          <p:spPr>
            <a:xfrm>
              <a:off x="6933253" y="19408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4" name="pt29504"/>
            <p:cNvSpPr/>
            <p:nvPr/>
          </p:nvSpPr>
          <p:spPr>
            <a:xfrm>
              <a:off x="7308255" y="19388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5" name="pt29505"/>
            <p:cNvSpPr/>
            <p:nvPr/>
          </p:nvSpPr>
          <p:spPr>
            <a:xfrm>
              <a:off x="7056645" y="2217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6" name="pt29506"/>
            <p:cNvSpPr/>
            <p:nvPr/>
          </p:nvSpPr>
          <p:spPr>
            <a:xfrm>
              <a:off x="6802854" y="20102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7" name="pt29507"/>
            <p:cNvSpPr/>
            <p:nvPr/>
          </p:nvSpPr>
          <p:spPr>
            <a:xfrm>
              <a:off x="6998766" y="17588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8" name="pt29508"/>
            <p:cNvSpPr/>
            <p:nvPr/>
          </p:nvSpPr>
          <p:spPr>
            <a:xfrm>
              <a:off x="7222207" y="18769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9" name="pt29509"/>
            <p:cNvSpPr/>
            <p:nvPr/>
          </p:nvSpPr>
          <p:spPr>
            <a:xfrm>
              <a:off x="7355301" y="20911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0" name="pt29510"/>
            <p:cNvSpPr/>
            <p:nvPr/>
          </p:nvSpPr>
          <p:spPr>
            <a:xfrm>
              <a:off x="7157570" y="20022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1" name="pt29511"/>
            <p:cNvSpPr/>
            <p:nvPr/>
          </p:nvSpPr>
          <p:spPr>
            <a:xfrm>
              <a:off x="7349208" y="2565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2" name="pt29512"/>
            <p:cNvSpPr/>
            <p:nvPr/>
          </p:nvSpPr>
          <p:spPr>
            <a:xfrm>
              <a:off x="6988032" y="20965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3" name="pt29513"/>
            <p:cNvSpPr/>
            <p:nvPr/>
          </p:nvSpPr>
          <p:spPr>
            <a:xfrm>
              <a:off x="7109389" y="2140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4" name="pt29514"/>
            <p:cNvSpPr/>
            <p:nvPr/>
          </p:nvSpPr>
          <p:spPr>
            <a:xfrm>
              <a:off x="7189166" y="22131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5" name="pt29515"/>
            <p:cNvSpPr/>
            <p:nvPr/>
          </p:nvSpPr>
          <p:spPr>
            <a:xfrm>
              <a:off x="7083381" y="21735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6" name="pt29516"/>
            <p:cNvSpPr/>
            <p:nvPr/>
          </p:nvSpPr>
          <p:spPr>
            <a:xfrm>
              <a:off x="7359895" y="21918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7" name="pt29517"/>
            <p:cNvSpPr/>
            <p:nvPr/>
          </p:nvSpPr>
          <p:spPr>
            <a:xfrm>
              <a:off x="6704070" y="20798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8" name="pt29518"/>
            <p:cNvSpPr/>
            <p:nvPr/>
          </p:nvSpPr>
          <p:spPr>
            <a:xfrm>
              <a:off x="7037252" y="24008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9" name="pt29519"/>
            <p:cNvSpPr/>
            <p:nvPr/>
          </p:nvSpPr>
          <p:spPr>
            <a:xfrm>
              <a:off x="7131248" y="22474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0" name="pt29520"/>
            <p:cNvSpPr/>
            <p:nvPr/>
          </p:nvSpPr>
          <p:spPr>
            <a:xfrm>
              <a:off x="7062104" y="22038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1" name="pt29521"/>
            <p:cNvSpPr/>
            <p:nvPr/>
          </p:nvSpPr>
          <p:spPr>
            <a:xfrm>
              <a:off x="7150416" y="19661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2" name="pt29522"/>
            <p:cNvSpPr/>
            <p:nvPr/>
          </p:nvSpPr>
          <p:spPr>
            <a:xfrm>
              <a:off x="7172049" y="21097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3" name="pt29523"/>
            <p:cNvSpPr/>
            <p:nvPr/>
          </p:nvSpPr>
          <p:spPr>
            <a:xfrm>
              <a:off x="7084489" y="21677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4" name="pt29524"/>
            <p:cNvSpPr/>
            <p:nvPr/>
          </p:nvSpPr>
          <p:spPr>
            <a:xfrm>
              <a:off x="7177788" y="20768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5" name="pt29525"/>
            <p:cNvSpPr/>
            <p:nvPr/>
          </p:nvSpPr>
          <p:spPr>
            <a:xfrm>
              <a:off x="7125175" y="21988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6" name="pt29526"/>
            <p:cNvSpPr/>
            <p:nvPr/>
          </p:nvSpPr>
          <p:spPr>
            <a:xfrm>
              <a:off x="7105932" y="20894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7" name="pt29527"/>
            <p:cNvSpPr/>
            <p:nvPr/>
          </p:nvSpPr>
          <p:spPr>
            <a:xfrm>
              <a:off x="7456305" y="2735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8" name="pt29528"/>
            <p:cNvSpPr/>
            <p:nvPr/>
          </p:nvSpPr>
          <p:spPr>
            <a:xfrm>
              <a:off x="6999388" y="17640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9" name="pt29529"/>
            <p:cNvSpPr/>
            <p:nvPr/>
          </p:nvSpPr>
          <p:spPr>
            <a:xfrm>
              <a:off x="7086508" y="21501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0" name="pt29530"/>
            <p:cNvSpPr/>
            <p:nvPr/>
          </p:nvSpPr>
          <p:spPr>
            <a:xfrm>
              <a:off x="7233647" y="21653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1" name="pt29531"/>
            <p:cNvSpPr/>
            <p:nvPr/>
          </p:nvSpPr>
          <p:spPr>
            <a:xfrm>
              <a:off x="7307500" y="20398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2" name="pt29532"/>
            <p:cNvSpPr/>
            <p:nvPr/>
          </p:nvSpPr>
          <p:spPr>
            <a:xfrm>
              <a:off x="7108189" y="21490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3" name="pt29533"/>
            <p:cNvSpPr/>
            <p:nvPr/>
          </p:nvSpPr>
          <p:spPr>
            <a:xfrm>
              <a:off x="7748879" y="24611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4" name="pt29534"/>
            <p:cNvSpPr/>
            <p:nvPr/>
          </p:nvSpPr>
          <p:spPr>
            <a:xfrm>
              <a:off x="7207228" y="23667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5" name="pt29535"/>
            <p:cNvSpPr/>
            <p:nvPr/>
          </p:nvSpPr>
          <p:spPr>
            <a:xfrm>
              <a:off x="7188830" y="20601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6" name="pt29536"/>
            <p:cNvSpPr/>
            <p:nvPr/>
          </p:nvSpPr>
          <p:spPr>
            <a:xfrm>
              <a:off x="6920519" y="23000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7" name="pt29537"/>
            <p:cNvSpPr/>
            <p:nvPr/>
          </p:nvSpPr>
          <p:spPr>
            <a:xfrm>
              <a:off x="7275304" y="19625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8" name="pt29538"/>
            <p:cNvSpPr/>
            <p:nvPr/>
          </p:nvSpPr>
          <p:spPr>
            <a:xfrm>
              <a:off x="7097107" y="21718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9" name="pt29539"/>
            <p:cNvSpPr/>
            <p:nvPr/>
          </p:nvSpPr>
          <p:spPr>
            <a:xfrm>
              <a:off x="7110333" y="21347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0" name="pt29540"/>
            <p:cNvSpPr/>
            <p:nvPr/>
          </p:nvSpPr>
          <p:spPr>
            <a:xfrm>
              <a:off x="6923372" y="2226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1" name="pt29541"/>
            <p:cNvSpPr/>
            <p:nvPr/>
          </p:nvSpPr>
          <p:spPr>
            <a:xfrm>
              <a:off x="7093903" y="21723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2" name="pt29542"/>
            <p:cNvSpPr/>
            <p:nvPr/>
          </p:nvSpPr>
          <p:spPr>
            <a:xfrm>
              <a:off x="7165537" y="21109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3" name="pt29543"/>
            <p:cNvSpPr/>
            <p:nvPr/>
          </p:nvSpPr>
          <p:spPr>
            <a:xfrm>
              <a:off x="7088430" y="22409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4" name="pt29544"/>
            <p:cNvSpPr/>
            <p:nvPr/>
          </p:nvSpPr>
          <p:spPr>
            <a:xfrm>
              <a:off x="6873328" y="19239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5" name="pt29545"/>
            <p:cNvSpPr/>
            <p:nvPr/>
          </p:nvSpPr>
          <p:spPr>
            <a:xfrm>
              <a:off x="7142273" y="21895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6" name="pt29546"/>
            <p:cNvSpPr/>
            <p:nvPr/>
          </p:nvSpPr>
          <p:spPr>
            <a:xfrm>
              <a:off x="7198858" y="23685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7" name="pt29547"/>
            <p:cNvSpPr/>
            <p:nvPr/>
          </p:nvSpPr>
          <p:spPr>
            <a:xfrm>
              <a:off x="7383077" y="26381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8" name="pt29548"/>
            <p:cNvSpPr/>
            <p:nvPr/>
          </p:nvSpPr>
          <p:spPr>
            <a:xfrm>
              <a:off x="7247896" y="20408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9" name="pt29549"/>
            <p:cNvSpPr/>
            <p:nvPr/>
          </p:nvSpPr>
          <p:spPr>
            <a:xfrm>
              <a:off x="7071229" y="21010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0" name="pt29550"/>
            <p:cNvSpPr/>
            <p:nvPr/>
          </p:nvSpPr>
          <p:spPr>
            <a:xfrm>
              <a:off x="7018523" y="1994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1" name="pt29551"/>
            <p:cNvSpPr/>
            <p:nvPr/>
          </p:nvSpPr>
          <p:spPr>
            <a:xfrm>
              <a:off x="7283460" y="19793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2" name="pt29552"/>
            <p:cNvSpPr/>
            <p:nvPr/>
          </p:nvSpPr>
          <p:spPr>
            <a:xfrm>
              <a:off x="7130725" y="22820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3" name="pt29553"/>
            <p:cNvSpPr/>
            <p:nvPr/>
          </p:nvSpPr>
          <p:spPr>
            <a:xfrm>
              <a:off x="7221657" y="19200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4" name="pt29554"/>
            <p:cNvSpPr/>
            <p:nvPr/>
          </p:nvSpPr>
          <p:spPr>
            <a:xfrm>
              <a:off x="7037254" y="23933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5" name="pt29555"/>
            <p:cNvSpPr/>
            <p:nvPr/>
          </p:nvSpPr>
          <p:spPr>
            <a:xfrm>
              <a:off x="7316205" y="21411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6" name="pt29556"/>
            <p:cNvSpPr/>
            <p:nvPr/>
          </p:nvSpPr>
          <p:spPr>
            <a:xfrm>
              <a:off x="6971053" y="1956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7" name="pt29557"/>
            <p:cNvSpPr/>
            <p:nvPr/>
          </p:nvSpPr>
          <p:spPr>
            <a:xfrm>
              <a:off x="6997933" y="18629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8" name="pt29558"/>
            <p:cNvSpPr/>
            <p:nvPr/>
          </p:nvSpPr>
          <p:spPr>
            <a:xfrm>
              <a:off x="7149025" y="20802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9" name="pt29559"/>
            <p:cNvSpPr/>
            <p:nvPr/>
          </p:nvSpPr>
          <p:spPr>
            <a:xfrm>
              <a:off x="7446691" y="2554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0" name="pt29560"/>
            <p:cNvSpPr/>
            <p:nvPr/>
          </p:nvSpPr>
          <p:spPr>
            <a:xfrm>
              <a:off x="7006605" y="20614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1" name="pt29561"/>
            <p:cNvSpPr/>
            <p:nvPr/>
          </p:nvSpPr>
          <p:spPr>
            <a:xfrm>
              <a:off x="7268632" y="19584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2" name="pt29562"/>
            <p:cNvSpPr/>
            <p:nvPr/>
          </p:nvSpPr>
          <p:spPr>
            <a:xfrm>
              <a:off x="7224584" y="22280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3" name="pt29563"/>
            <p:cNvSpPr/>
            <p:nvPr/>
          </p:nvSpPr>
          <p:spPr>
            <a:xfrm>
              <a:off x="6699096" y="22169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4" name="pt29564"/>
            <p:cNvSpPr/>
            <p:nvPr/>
          </p:nvSpPr>
          <p:spPr>
            <a:xfrm>
              <a:off x="7036730" y="23883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5" name="pt29565"/>
            <p:cNvSpPr/>
            <p:nvPr/>
          </p:nvSpPr>
          <p:spPr>
            <a:xfrm>
              <a:off x="7250527" y="20263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6" name="pt29566"/>
            <p:cNvSpPr/>
            <p:nvPr/>
          </p:nvSpPr>
          <p:spPr>
            <a:xfrm>
              <a:off x="7197130" y="23224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7" name="pt29567"/>
            <p:cNvSpPr/>
            <p:nvPr/>
          </p:nvSpPr>
          <p:spPr>
            <a:xfrm>
              <a:off x="7183215" y="18984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8" name="pt29568"/>
            <p:cNvSpPr/>
            <p:nvPr/>
          </p:nvSpPr>
          <p:spPr>
            <a:xfrm>
              <a:off x="7079298" y="22448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9" name="pt29569"/>
            <p:cNvSpPr/>
            <p:nvPr/>
          </p:nvSpPr>
          <p:spPr>
            <a:xfrm>
              <a:off x="6818793" y="19898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0" name="pt29570"/>
            <p:cNvSpPr/>
            <p:nvPr/>
          </p:nvSpPr>
          <p:spPr>
            <a:xfrm>
              <a:off x="7187602" y="22103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1" name="pt29571"/>
            <p:cNvSpPr/>
            <p:nvPr/>
          </p:nvSpPr>
          <p:spPr>
            <a:xfrm>
              <a:off x="7362394" y="23236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2" name="pt29572"/>
            <p:cNvSpPr/>
            <p:nvPr/>
          </p:nvSpPr>
          <p:spPr>
            <a:xfrm>
              <a:off x="7160067" y="20928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3" name="pt29573"/>
            <p:cNvSpPr/>
            <p:nvPr/>
          </p:nvSpPr>
          <p:spPr>
            <a:xfrm>
              <a:off x="7007078" y="19159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4" name="pt29574"/>
            <p:cNvSpPr/>
            <p:nvPr/>
          </p:nvSpPr>
          <p:spPr>
            <a:xfrm>
              <a:off x="7236877" y="2121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5" name="pt29575"/>
            <p:cNvSpPr/>
            <p:nvPr/>
          </p:nvSpPr>
          <p:spPr>
            <a:xfrm>
              <a:off x="7400578" y="24471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6" name="pt29576"/>
            <p:cNvSpPr/>
            <p:nvPr/>
          </p:nvSpPr>
          <p:spPr>
            <a:xfrm>
              <a:off x="7160504" y="20472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7" name="pt29577"/>
            <p:cNvSpPr/>
            <p:nvPr/>
          </p:nvSpPr>
          <p:spPr>
            <a:xfrm>
              <a:off x="7204581" y="22090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8" name="pt29578"/>
            <p:cNvSpPr/>
            <p:nvPr/>
          </p:nvSpPr>
          <p:spPr>
            <a:xfrm>
              <a:off x="6892499" y="21692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9" name="pt29579"/>
            <p:cNvSpPr/>
            <p:nvPr/>
          </p:nvSpPr>
          <p:spPr>
            <a:xfrm>
              <a:off x="6904313" y="22132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0" name="pt29580"/>
            <p:cNvSpPr/>
            <p:nvPr/>
          </p:nvSpPr>
          <p:spPr>
            <a:xfrm>
              <a:off x="7044346" y="20988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1" name="pt29581"/>
            <p:cNvSpPr/>
            <p:nvPr/>
          </p:nvSpPr>
          <p:spPr>
            <a:xfrm>
              <a:off x="7150399" y="19921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2" name="pt29582"/>
            <p:cNvSpPr/>
            <p:nvPr/>
          </p:nvSpPr>
          <p:spPr>
            <a:xfrm>
              <a:off x="7151383" y="19329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3" name="pt29583"/>
            <p:cNvSpPr/>
            <p:nvPr/>
          </p:nvSpPr>
          <p:spPr>
            <a:xfrm>
              <a:off x="7278883" y="19556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4" name="pt29584"/>
            <p:cNvSpPr/>
            <p:nvPr/>
          </p:nvSpPr>
          <p:spPr>
            <a:xfrm>
              <a:off x="7234067" y="20430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5" name="pt29585"/>
            <p:cNvSpPr/>
            <p:nvPr/>
          </p:nvSpPr>
          <p:spPr>
            <a:xfrm>
              <a:off x="7275332" y="21209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6" name="pt29586"/>
            <p:cNvSpPr/>
            <p:nvPr/>
          </p:nvSpPr>
          <p:spPr>
            <a:xfrm>
              <a:off x="7129309" y="21968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7" name="pt29587"/>
            <p:cNvSpPr/>
            <p:nvPr/>
          </p:nvSpPr>
          <p:spPr>
            <a:xfrm>
              <a:off x="6840856" y="23907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8" name="pt29588"/>
            <p:cNvSpPr/>
            <p:nvPr/>
          </p:nvSpPr>
          <p:spPr>
            <a:xfrm>
              <a:off x="7000177" y="17733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9" name="pt29589"/>
            <p:cNvSpPr/>
            <p:nvPr/>
          </p:nvSpPr>
          <p:spPr>
            <a:xfrm>
              <a:off x="7192771" y="22490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0" name="pt29590"/>
            <p:cNvSpPr/>
            <p:nvPr/>
          </p:nvSpPr>
          <p:spPr>
            <a:xfrm>
              <a:off x="6895872" y="20891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1" name="pt29591"/>
            <p:cNvSpPr/>
            <p:nvPr/>
          </p:nvSpPr>
          <p:spPr>
            <a:xfrm>
              <a:off x="7200679" y="21639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2" name="pt29592"/>
            <p:cNvSpPr/>
            <p:nvPr/>
          </p:nvSpPr>
          <p:spPr>
            <a:xfrm>
              <a:off x="7179891" y="20307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3" name="pt29593"/>
            <p:cNvSpPr/>
            <p:nvPr/>
          </p:nvSpPr>
          <p:spPr>
            <a:xfrm>
              <a:off x="7092678" y="21937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4" name="pt29594"/>
            <p:cNvSpPr/>
            <p:nvPr/>
          </p:nvSpPr>
          <p:spPr>
            <a:xfrm>
              <a:off x="7097451" y="22136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5" name="pt29595"/>
            <p:cNvSpPr/>
            <p:nvPr/>
          </p:nvSpPr>
          <p:spPr>
            <a:xfrm>
              <a:off x="7164121" y="21776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6" name="pt29596"/>
            <p:cNvSpPr/>
            <p:nvPr/>
          </p:nvSpPr>
          <p:spPr>
            <a:xfrm>
              <a:off x="6899954" y="22299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7" name="pt29597"/>
            <p:cNvSpPr/>
            <p:nvPr/>
          </p:nvSpPr>
          <p:spPr>
            <a:xfrm>
              <a:off x="7241053" y="20412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8" name="pt29598"/>
            <p:cNvSpPr/>
            <p:nvPr/>
          </p:nvSpPr>
          <p:spPr>
            <a:xfrm>
              <a:off x="7387453" y="22471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9" name="pt29599"/>
            <p:cNvSpPr/>
            <p:nvPr/>
          </p:nvSpPr>
          <p:spPr>
            <a:xfrm>
              <a:off x="7190306" y="22532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0" name="pt29600"/>
            <p:cNvSpPr/>
            <p:nvPr/>
          </p:nvSpPr>
          <p:spPr>
            <a:xfrm>
              <a:off x="7213109" y="22791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1" name="pt29601"/>
            <p:cNvSpPr/>
            <p:nvPr/>
          </p:nvSpPr>
          <p:spPr>
            <a:xfrm>
              <a:off x="7101344" y="22002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2" name="pt29602"/>
            <p:cNvSpPr/>
            <p:nvPr/>
          </p:nvSpPr>
          <p:spPr>
            <a:xfrm>
              <a:off x="6858583" y="21804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3" name="pt29603"/>
            <p:cNvSpPr/>
            <p:nvPr/>
          </p:nvSpPr>
          <p:spPr>
            <a:xfrm>
              <a:off x="7118136" y="21567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4" name="pt29604"/>
            <p:cNvSpPr/>
            <p:nvPr/>
          </p:nvSpPr>
          <p:spPr>
            <a:xfrm>
              <a:off x="7264571" y="20564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5" name="pt29605"/>
            <p:cNvSpPr/>
            <p:nvPr/>
          </p:nvSpPr>
          <p:spPr>
            <a:xfrm>
              <a:off x="7357301" y="21320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6" name="pt29606"/>
            <p:cNvSpPr/>
            <p:nvPr/>
          </p:nvSpPr>
          <p:spPr>
            <a:xfrm>
              <a:off x="7040769" y="21996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7" name="pt29607"/>
            <p:cNvSpPr/>
            <p:nvPr/>
          </p:nvSpPr>
          <p:spPr>
            <a:xfrm>
              <a:off x="7232043" y="21772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8" name="pt29608"/>
            <p:cNvSpPr/>
            <p:nvPr/>
          </p:nvSpPr>
          <p:spPr>
            <a:xfrm>
              <a:off x="6982614" y="20839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9" name="pt29609"/>
            <p:cNvSpPr/>
            <p:nvPr/>
          </p:nvSpPr>
          <p:spPr>
            <a:xfrm>
              <a:off x="7308745" y="19769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0" name="pt29610"/>
            <p:cNvSpPr/>
            <p:nvPr/>
          </p:nvSpPr>
          <p:spPr>
            <a:xfrm>
              <a:off x="7037977" y="24599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1" name="pt29611"/>
            <p:cNvSpPr/>
            <p:nvPr/>
          </p:nvSpPr>
          <p:spPr>
            <a:xfrm>
              <a:off x="6989712" y="20274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2" name="pt29612"/>
            <p:cNvSpPr/>
            <p:nvPr/>
          </p:nvSpPr>
          <p:spPr>
            <a:xfrm>
              <a:off x="7100793" y="21535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3" name="pt29613"/>
            <p:cNvSpPr/>
            <p:nvPr/>
          </p:nvSpPr>
          <p:spPr>
            <a:xfrm>
              <a:off x="7004151" y="21335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4" name="pt29614"/>
            <p:cNvSpPr/>
            <p:nvPr/>
          </p:nvSpPr>
          <p:spPr>
            <a:xfrm>
              <a:off x="7155232" y="20534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5" name="pt29615"/>
            <p:cNvSpPr/>
            <p:nvPr/>
          </p:nvSpPr>
          <p:spPr>
            <a:xfrm>
              <a:off x="7361698" y="19492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6" name="pt29616"/>
            <p:cNvSpPr/>
            <p:nvPr/>
          </p:nvSpPr>
          <p:spPr>
            <a:xfrm>
              <a:off x="7115837" y="21685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7" name="pt29617"/>
            <p:cNvSpPr/>
            <p:nvPr/>
          </p:nvSpPr>
          <p:spPr>
            <a:xfrm>
              <a:off x="7037181" y="22813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8" name="pt29618"/>
            <p:cNvSpPr/>
            <p:nvPr/>
          </p:nvSpPr>
          <p:spPr>
            <a:xfrm>
              <a:off x="7760209" y="25293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9" name="pt29619"/>
            <p:cNvSpPr/>
            <p:nvPr/>
          </p:nvSpPr>
          <p:spPr>
            <a:xfrm>
              <a:off x="7147233" y="19946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0" name="pt29620"/>
            <p:cNvSpPr/>
            <p:nvPr/>
          </p:nvSpPr>
          <p:spPr>
            <a:xfrm>
              <a:off x="7246865" y="22635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1" name="pt29621"/>
            <p:cNvSpPr/>
            <p:nvPr/>
          </p:nvSpPr>
          <p:spPr>
            <a:xfrm>
              <a:off x="7161540" y="20015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2" name="pt29622"/>
            <p:cNvSpPr/>
            <p:nvPr/>
          </p:nvSpPr>
          <p:spPr>
            <a:xfrm>
              <a:off x="6999135" y="19414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3" name="pt29623"/>
            <p:cNvSpPr/>
            <p:nvPr/>
          </p:nvSpPr>
          <p:spPr>
            <a:xfrm>
              <a:off x="7186168" y="21560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4" name="pt29624"/>
            <p:cNvSpPr/>
            <p:nvPr/>
          </p:nvSpPr>
          <p:spPr>
            <a:xfrm>
              <a:off x="7224580" y="22317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5" name="pt29625"/>
            <p:cNvSpPr/>
            <p:nvPr/>
          </p:nvSpPr>
          <p:spPr>
            <a:xfrm>
              <a:off x="7235557" y="19706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6" name="pt29626"/>
            <p:cNvSpPr/>
            <p:nvPr/>
          </p:nvSpPr>
          <p:spPr>
            <a:xfrm>
              <a:off x="7111026" y="21818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7" name="pt29627"/>
            <p:cNvSpPr/>
            <p:nvPr/>
          </p:nvSpPr>
          <p:spPr>
            <a:xfrm>
              <a:off x="7149810" y="20874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8" name="pt29628"/>
            <p:cNvSpPr/>
            <p:nvPr/>
          </p:nvSpPr>
          <p:spPr>
            <a:xfrm>
              <a:off x="6874229" y="18060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9" name="pt29629"/>
            <p:cNvSpPr/>
            <p:nvPr/>
          </p:nvSpPr>
          <p:spPr>
            <a:xfrm>
              <a:off x="7221574" y="19837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0" name="pt29630"/>
            <p:cNvSpPr/>
            <p:nvPr/>
          </p:nvSpPr>
          <p:spPr>
            <a:xfrm>
              <a:off x="7002755" y="21179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1" name="pt29631"/>
            <p:cNvSpPr/>
            <p:nvPr/>
          </p:nvSpPr>
          <p:spPr>
            <a:xfrm>
              <a:off x="6697200" y="22824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2" name="pt29632"/>
            <p:cNvSpPr/>
            <p:nvPr/>
          </p:nvSpPr>
          <p:spPr>
            <a:xfrm>
              <a:off x="7528990" y="20541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3" name="pt29633"/>
            <p:cNvSpPr/>
            <p:nvPr/>
          </p:nvSpPr>
          <p:spPr>
            <a:xfrm>
              <a:off x="6778125" y="25899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4" name="pt29634"/>
            <p:cNvSpPr/>
            <p:nvPr/>
          </p:nvSpPr>
          <p:spPr>
            <a:xfrm>
              <a:off x="7218319" y="2024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5" name="pt29635"/>
            <p:cNvSpPr/>
            <p:nvPr/>
          </p:nvSpPr>
          <p:spPr>
            <a:xfrm>
              <a:off x="7323314" y="22306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6" name="pt29636"/>
            <p:cNvSpPr/>
            <p:nvPr/>
          </p:nvSpPr>
          <p:spPr>
            <a:xfrm>
              <a:off x="7105618" y="21225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7" name="pt29637"/>
            <p:cNvSpPr/>
            <p:nvPr/>
          </p:nvSpPr>
          <p:spPr>
            <a:xfrm>
              <a:off x="6979034" y="17987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8" name="pt29638"/>
            <p:cNvSpPr/>
            <p:nvPr/>
          </p:nvSpPr>
          <p:spPr>
            <a:xfrm>
              <a:off x="7149513" y="20378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9" name="pt29639"/>
            <p:cNvSpPr/>
            <p:nvPr/>
          </p:nvSpPr>
          <p:spPr>
            <a:xfrm>
              <a:off x="6773695" y="24806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0" name="pt29640"/>
            <p:cNvSpPr/>
            <p:nvPr/>
          </p:nvSpPr>
          <p:spPr>
            <a:xfrm>
              <a:off x="7058339" y="22827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1" name="pt29641"/>
            <p:cNvSpPr/>
            <p:nvPr/>
          </p:nvSpPr>
          <p:spPr>
            <a:xfrm>
              <a:off x="7157790" y="19400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2" name="pt29642"/>
            <p:cNvSpPr/>
            <p:nvPr/>
          </p:nvSpPr>
          <p:spPr>
            <a:xfrm>
              <a:off x="7199106" y="22318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3" name="pt29643"/>
            <p:cNvSpPr/>
            <p:nvPr/>
          </p:nvSpPr>
          <p:spPr>
            <a:xfrm>
              <a:off x="7320636" y="21063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4" name="pt29644"/>
            <p:cNvSpPr/>
            <p:nvPr/>
          </p:nvSpPr>
          <p:spPr>
            <a:xfrm>
              <a:off x="7102175" y="2018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5" name="pt29645"/>
            <p:cNvSpPr/>
            <p:nvPr/>
          </p:nvSpPr>
          <p:spPr>
            <a:xfrm>
              <a:off x="7424889" y="25448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6" name="pt29646"/>
            <p:cNvSpPr/>
            <p:nvPr/>
          </p:nvSpPr>
          <p:spPr>
            <a:xfrm>
              <a:off x="7038001" y="2448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7" name="pt29647"/>
            <p:cNvSpPr/>
            <p:nvPr/>
          </p:nvSpPr>
          <p:spPr>
            <a:xfrm>
              <a:off x="7175803" y="20635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8" name="pt29648"/>
            <p:cNvSpPr/>
            <p:nvPr/>
          </p:nvSpPr>
          <p:spPr>
            <a:xfrm>
              <a:off x="7369745" y="19022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9" name="pt29649"/>
            <p:cNvSpPr/>
            <p:nvPr/>
          </p:nvSpPr>
          <p:spPr>
            <a:xfrm>
              <a:off x="7106778" y="21407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0" name="pt29650"/>
            <p:cNvSpPr/>
            <p:nvPr/>
          </p:nvSpPr>
          <p:spPr>
            <a:xfrm>
              <a:off x="7124784" y="21258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1" name="pt29651"/>
            <p:cNvSpPr/>
            <p:nvPr/>
          </p:nvSpPr>
          <p:spPr>
            <a:xfrm>
              <a:off x="7106318" y="21463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2" name="pt29652"/>
            <p:cNvSpPr/>
            <p:nvPr/>
          </p:nvSpPr>
          <p:spPr>
            <a:xfrm>
              <a:off x="6836205" y="22946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3" name="pt29653"/>
            <p:cNvSpPr/>
            <p:nvPr/>
          </p:nvSpPr>
          <p:spPr>
            <a:xfrm>
              <a:off x="7260084" y="21559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4" name="pt29654"/>
            <p:cNvSpPr/>
            <p:nvPr/>
          </p:nvSpPr>
          <p:spPr>
            <a:xfrm>
              <a:off x="7337754" y="22871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5" name="pt29655"/>
            <p:cNvSpPr/>
            <p:nvPr/>
          </p:nvSpPr>
          <p:spPr>
            <a:xfrm>
              <a:off x="6759027" y="24944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6" name="pt29656"/>
            <p:cNvSpPr/>
            <p:nvPr/>
          </p:nvSpPr>
          <p:spPr>
            <a:xfrm>
              <a:off x="7240388" y="1927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7" name="pt29657"/>
            <p:cNvSpPr/>
            <p:nvPr/>
          </p:nvSpPr>
          <p:spPr>
            <a:xfrm>
              <a:off x="7221414" y="17734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8" name="pt29658"/>
            <p:cNvSpPr/>
            <p:nvPr/>
          </p:nvSpPr>
          <p:spPr>
            <a:xfrm>
              <a:off x="7202100" y="21947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9" name="pt29659"/>
            <p:cNvSpPr/>
            <p:nvPr/>
          </p:nvSpPr>
          <p:spPr>
            <a:xfrm>
              <a:off x="6870998" y="21728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0" name="pt29660"/>
            <p:cNvSpPr/>
            <p:nvPr/>
          </p:nvSpPr>
          <p:spPr>
            <a:xfrm>
              <a:off x="7038484" y="24176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1" name="pt29661"/>
            <p:cNvSpPr/>
            <p:nvPr/>
          </p:nvSpPr>
          <p:spPr>
            <a:xfrm>
              <a:off x="7219807" y="19375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2" name="pt29662"/>
            <p:cNvSpPr/>
            <p:nvPr/>
          </p:nvSpPr>
          <p:spPr>
            <a:xfrm>
              <a:off x="6973160" y="20418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3" name="pt29663"/>
            <p:cNvSpPr/>
            <p:nvPr/>
          </p:nvSpPr>
          <p:spPr>
            <a:xfrm>
              <a:off x="7092290" y="21039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4" name="pt29664"/>
            <p:cNvSpPr/>
            <p:nvPr/>
          </p:nvSpPr>
          <p:spPr>
            <a:xfrm>
              <a:off x="7266806" y="20462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5" name="pt29665"/>
            <p:cNvSpPr/>
            <p:nvPr/>
          </p:nvSpPr>
          <p:spPr>
            <a:xfrm>
              <a:off x="6993488" y="19019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6" name="pt29666"/>
            <p:cNvSpPr/>
            <p:nvPr/>
          </p:nvSpPr>
          <p:spPr>
            <a:xfrm>
              <a:off x="7007161" y="20313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7" name="pt29667"/>
            <p:cNvSpPr/>
            <p:nvPr/>
          </p:nvSpPr>
          <p:spPr>
            <a:xfrm>
              <a:off x="7028562" y="22030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8" name="pt29668"/>
            <p:cNvSpPr/>
            <p:nvPr/>
          </p:nvSpPr>
          <p:spPr>
            <a:xfrm>
              <a:off x="7154425" y="20135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9" name="pt29669"/>
            <p:cNvSpPr/>
            <p:nvPr/>
          </p:nvSpPr>
          <p:spPr>
            <a:xfrm>
              <a:off x="7168212" y="21969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0" name="pt29670"/>
            <p:cNvSpPr/>
            <p:nvPr/>
          </p:nvSpPr>
          <p:spPr>
            <a:xfrm>
              <a:off x="7410432" y="26586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1" name="pt29671"/>
            <p:cNvSpPr/>
            <p:nvPr/>
          </p:nvSpPr>
          <p:spPr>
            <a:xfrm>
              <a:off x="6854978" y="23219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2" name="pt29672"/>
            <p:cNvSpPr/>
            <p:nvPr/>
          </p:nvSpPr>
          <p:spPr>
            <a:xfrm>
              <a:off x="7218309" y="19629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3" name="pt29673"/>
            <p:cNvSpPr/>
            <p:nvPr/>
          </p:nvSpPr>
          <p:spPr>
            <a:xfrm>
              <a:off x="7066867" y="20177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4" name="pt29674"/>
            <p:cNvSpPr/>
            <p:nvPr/>
          </p:nvSpPr>
          <p:spPr>
            <a:xfrm>
              <a:off x="7339013" y="23208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5" name="pt29675"/>
            <p:cNvSpPr/>
            <p:nvPr/>
          </p:nvSpPr>
          <p:spPr>
            <a:xfrm>
              <a:off x="7088153" y="22262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6" name="pt29676"/>
            <p:cNvSpPr/>
            <p:nvPr/>
          </p:nvSpPr>
          <p:spPr>
            <a:xfrm>
              <a:off x="7216722" y="20891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7" name="pt29677"/>
            <p:cNvSpPr/>
            <p:nvPr/>
          </p:nvSpPr>
          <p:spPr>
            <a:xfrm>
              <a:off x="7319131" y="20631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8" name="pt29678"/>
            <p:cNvSpPr/>
            <p:nvPr/>
          </p:nvSpPr>
          <p:spPr>
            <a:xfrm>
              <a:off x="7017585" y="18636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9" name="pt29679"/>
            <p:cNvSpPr/>
            <p:nvPr/>
          </p:nvSpPr>
          <p:spPr>
            <a:xfrm>
              <a:off x="7182436" y="19579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0" name="pt29680"/>
            <p:cNvSpPr/>
            <p:nvPr/>
          </p:nvSpPr>
          <p:spPr>
            <a:xfrm>
              <a:off x="6988348" y="20448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1" name="pt29681"/>
            <p:cNvSpPr/>
            <p:nvPr/>
          </p:nvSpPr>
          <p:spPr>
            <a:xfrm>
              <a:off x="7016272" y="18961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2" name="pt29682"/>
            <p:cNvSpPr/>
            <p:nvPr/>
          </p:nvSpPr>
          <p:spPr>
            <a:xfrm>
              <a:off x="7170377" y="21166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3" name="pt29683"/>
            <p:cNvSpPr/>
            <p:nvPr/>
          </p:nvSpPr>
          <p:spPr>
            <a:xfrm>
              <a:off x="7126160" y="2232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4" name="pt29684"/>
            <p:cNvSpPr/>
            <p:nvPr/>
          </p:nvSpPr>
          <p:spPr>
            <a:xfrm>
              <a:off x="7101349" y="20964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5" name="pt29685"/>
            <p:cNvSpPr/>
            <p:nvPr/>
          </p:nvSpPr>
          <p:spPr>
            <a:xfrm>
              <a:off x="7224058" y="22968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6" name="pt29686"/>
            <p:cNvSpPr/>
            <p:nvPr/>
          </p:nvSpPr>
          <p:spPr>
            <a:xfrm>
              <a:off x="7108932" y="20900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7" name="pt29687"/>
            <p:cNvSpPr/>
            <p:nvPr/>
          </p:nvSpPr>
          <p:spPr>
            <a:xfrm>
              <a:off x="6757092" y="26184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8" name="pt29688"/>
            <p:cNvSpPr/>
            <p:nvPr/>
          </p:nvSpPr>
          <p:spPr>
            <a:xfrm>
              <a:off x="6973820" y="19615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9" name="pt29689"/>
            <p:cNvSpPr/>
            <p:nvPr/>
          </p:nvSpPr>
          <p:spPr>
            <a:xfrm>
              <a:off x="6957890" y="19465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0" name="pt29690"/>
            <p:cNvSpPr/>
            <p:nvPr/>
          </p:nvSpPr>
          <p:spPr>
            <a:xfrm>
              <a:off x="7254685" y="20471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1" name="pt29691"/>
            <p:cNvSpPr/>
            <p:nvPr/>
          </p:nvSpPr>
          <p:spPr>
            <a:xfrm>
              <a:off x="6886303" y="20794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2" name="pt29692"/>
            <p:cNvSpPr/>
            <p:nvPr/>
          </p:nvSpPr>
          <p:spPr>
            <a:xfrm>
              <a:off x="7123508" y="21290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3" name="pt29693"/>
            <p:cNvSpPr/>
            <p:nvPr/>
          </p:nvSpPr>
          <p:spPr>
            <a:xfrm>
              <a:off x="7005318" y="17217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4" name="pt29694"/>
            <p:cNvSpPr/>
            <p:nvPr/>
          </p:nvSpPr>
          <p:spPr>
            <a:xfrm>
              <a:off x="7331574" y="18773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5" name="pt29695"/>
            <p:cNvSpPr/>
            <p:nvPr/>
          </p:nvSpPr>
          <p:spPr>
            <a:xfrm>
              <a:off x="7225748" y="22251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6" name="pt29696"/>
            <p:cNvSpPr/>
            <p:nvPr/>
          </p:nvSpPr>
          <p:spPr>
            <a:xfrm>
              <a:off x="7373635" y="22582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7" name="pt29697"/>
            <p:cNvSpPr/>
            <p:nvPr/>
          </p:nvSpPr>
          <p:spPr>
            <a:xfrm>
              <a:off x="7418678" y="2854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8" name="pt29698"/>
            <p:cNvSpPr/>
            <p:nvPr/>
          </p:nvSpPr>
          <p:spPr>
            <a:xfrm>
              <a:off x="7126926" y="22094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9" name="pt29699"/>
            <p:cNvSpPr/>
            <p:nvPr/>
          </p:nvSpPr>
          <p:spPr>
            <a:xfrm>
              <a:off x="7352820" y="26446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0" name="pt29700"/>
            <p:cNvSpPr/>
            <p:nvPr/>
          </p:nvSpPr>
          <p:spPr>
            <a:xfrm>
              <a:off x="7038086" y="24794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1" name="pt29701"/>
            <p:cNvSpPr/>
            <p:nvPr/>
          </p:nvSpPr>
          <p:spPr>
            <a:xfrm>
              <a:off x="7141166" y="22195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2" name="pt29702"/>
            <p:cNvSpPr/>
            <p:nvPr/>
          </p:nvSpPr>
          <p:spPr>
            <a:xfrm>
              <a:off x="7120250" y="21632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3" name="pt29703"/>
            <p:cNvSpPr/>
            <p:nvPr/>
          </p:nvSpPr>
          <p:spPr>
            <a:xfrm>
              <a:off x="7137623" y="2134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4" name="pt29704"/>
            <p:cNvSpPr/>
            <p:nvPr/>
          </p:nvSpPr>
          <p:spPr>
            <a:xfrm>
              <a:off x="7206133" y="20671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5" name="pt29705"/>
            <p:cNvSpPr/>
            <p:nvPr/>
          </p:nvSpPr>
          <p:spPr>
            <a:xfrm>
              <a:off x="7130345" y="22908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6" name="pt29706"/>
            <p:cNvSpPr/>
            <p:nvPr/>
          </p:nvSpPr>
          <p:spPr>
            <a:xfrm>
              <a:off x="7000690" y="18860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7" name="pt29707"/>
            <p:cNvSpPr/>
            <p:nvPr/>
          </p:nvSpPr>
          <p:spPr>
            <a:xfrm>
              <a:off x="7067153" y="19161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8" name="pt29708"/>
            <p:cNvSpPr/>
            <p:nvPr/>
          </p:nvSpPr>
          <p:spPr>
            <a:xfrm>
              <a:off x="7311755" y="18150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9" name="pt29709"/>
            <p:cNvSpPr/>
            <p:nvPr/>
          </p:nvSpPr>
          <p:spPr>
            <a:xfrm>
              <a:off x="7352711" y="25494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0" name="pt29710"/>
            <p:cNvSpPr/>
            <p:nvPr/>
          </p:nvSpPr>
          <p:spPr>
            <a:xfrm>
              <a:off x="7131075" y="23854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1" name="pt29711"/>
            <p:cNvSpPr/>
            <p:nvPr/>
          </p:nvSpPr>
          <p:spPr>
            <a:xfrm>
              <a:off x="7104728" y="21286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2" name="pt29712"/>
            <p:cNvSpPr/>
            <p:nvPr/>
          </p:nvSpPr>
          <p:spPr>
            <a:xfrm>
              <a:off x="7286389" y="20887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3" name="pt29713"/>
            <p:cNvSpPr/>
            <p:nvPr/>
          </p:nvSpPr>
          <p:spPr>
            <a:xfrm>
              <a:off x="7203833" y="22367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4" name="pt29714"/>
            <p:cNvSpPr/>
            <p:nvPr/>
          </p:nvSpPr>
          <p:spPr>
            <a:xfrm>
              <a:off x="7194620" y="23302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5" name="pt29715"/>
            <p:cNvSpPr/>
            <p:nvPr/>
          </p:nvSpPr>
          <p:spPr>
            <a:xfrm>
              <a:off x="7127570" y="21905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6" name="pt29716"/>
            <p:cNvSpPr/>
            <p:nvPr/>
          </p:nvSpPr>
          <p:spPr>
            <a:xfrm>
              <a:off x="6644564" y="2198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7" name="pt29717"/>
            <p:cNvSpPr/>
            <p:nvPr/>
          </p:nvSpPr>
          <p:spPr>
            <a:xfrm>
              <a:off x="7126498" y="22368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8" name="pt29718"/>
            <p:cNvSpPr/>
            <p:nvPr/>
          </p:nvSpPr>
          <p:spPr>
            <a:xfrm>
              <a:off x="7226145" y="22332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9" name="pt29719"/>
            <p:cNvSpPr/>
            <p:nvPr/>
          </p:nvSpPr>
          <p:spPr>
            <a:xfrm>
              <a:off x="7603947" y="23382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0" name="pt29720"/>
            <p:cNvSpPr/>
            <p:nvPr/>
          </p:nvSpPr>
          <p:spPr>
            <a:xfrm>
              <a:off x="7022078" y="20887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1" name="pt29721"/>
            <p:cNvSpPr/>
            <p:nvPr/>
          </p:nvSpPr>
          <p:spPr>
            <a:xfrm>
              <a:off x="6998580" y="1916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2" name="pt29722"/>
            <p:cNvSpPr/>
            <p:nvPr/>
          </p:nvSpPr>
          <p:spPr>
            <a:xfrm>
              <a:off x="7115204" y="22219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3" name="pt29723"/>
            <p:cNvSpPr/>
            <p:nvPr/>
          </p:nvSpPr>
          <p:spPr>
            <a:xfrm>
              <a:off x="7141082" y="21747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4" name="pt29724"/>
            <p:cNvSpPr/>
            <p:nvPr/>
          </p:nvSpPr>
          <p:spPr>
            <a:xfrm>
              <a:off x="7262420" y="19532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5" name="pt29725"/>
            <p:cNvSpPr/>
            <p:nvPr/>
          </p:nvSpPr>
          <p:spPr>
            <a:xfrm>
              <a:off x="7296796" y="19122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6" name="pt29726"/>
            <p:cNvSpPr/>
            <p:nvPr/>
          </p:nvSpPr>
          <p:spPr>
            <a:xfrm>
              <a:off x="6870710" y="22680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7" name="pt29727"/>
            <p:cNvSpPr/>
            <p:nvPr/>
          </p:nvSpPr>
          <p:spPr>
            <a:xfrm>
              <a:off x="7435137" y="24820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8" name="pt29728"/>
            <p:cNvSpPr/>
            <p:nvPr/>
          </p:nvSpPr>
          <p:spPr>
            <a:xfrm>
              <a:off x="7262464" y="2010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9" name="pt29729"/>
            <p:cNvSpPr/>
            <p:nvPr/>
          </p:nvSpPr>
          <p:spPr>
            <a:xfrm>
              <a:off x="6958800" y="19857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0" name="pt29730"/>
            <p:cNvSpPr/>
            <p:nvPr/>
          </p:nvSpPr>
          <p:spPr>
            <a:xfrm>
              <a:off x="7199822" y="22089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1" name="pt29731"/>
            <p:cNvSpPr/>
            <p:nvPr/>
          </p:nvSpPr>
          <p:spPr>
            <a:xfrm>
              <a:off x="7083735" y="21418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2" name="pt29732"/>
            <p:cNvSpPr/>
            <p:nvPr/>
          </p:nvSpPr>
          <p:spPr>
            <a:xfrm>
              <a:off x="7225521" y="21254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3" name="pt29733"/>
            <p:cNvSpPr/>
            <p:nvPr/>
          </p:nvSpPr>
          <p:spPr>
            <a:xfrm>
              <a:off x="7274980" y="20318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4" name="pt29734"/>
            <p:cNvSpPr/>
            <p:nvPr/>
          </p:nvSpPr>
          <p:spPr>
            <a:xfrm>
              <a:off x="6909397" y="21528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5" name="pt29735"/>
            <p:cNvSpPr/>
            <p:nvPr/>
          </p:nvSpPr>
          <p:spPr>
            <a:xfrm>
              <a:off x="7109264" y="21474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6" name="pt29736"/>
            <p:cNvSpPr/>
            <p:nvPr/>
          </p:nvSpPr>
          <p:spPr>
            <a:xfrm>
              <a:off x="7248154" y="20745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7" name="pt29737"/>
            <p:cNvSpPr/>
            <p:nvPr/>
          </p:nvSpPr>
          <p:spPr>
            <a:xfrm>
              <a:off x="7216901" y="20882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8" name="pt29738"/>
            <p:cNvSpPr/>
            <p:nvPr/>
          </p:nvSpPr>
          <p:spPr>
            <a:xfrm>
              <a:off x="7101596" y="21432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9" name="pt29739"/>
            <p:cNvSpPr/>
            <p:nvPr/>
          </p:nvSpPr>
          <p:spPr>
            <a:xfrm>
              <a:off x="7281175" y="20200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0" name="pt29740"/>
            <p:cNvSpPr/>
            <p:nvPr/>
          </p:nvSpPr>
          <p:spPr>
            <a:xfrm>
              <a:off x="6977810" y="19251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1" name="pt29741"/>
            <p:cNvSpPr/>
            <p:nvPr/>
          </p:nvSpPr>
          <p:spPr>
            <a:xfrm>
              <a:off x="7300065" y="19630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2" name="pt29742"/>
            <p:cNvSpPr/>
            <p:nvPr/>
          </p:nvSpPr>
          <p:spPr>
            <a:xfrm>
              <a:off x="7010262" y="19113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3" name="pt29743"/>
            <p:cNvSpPr/>
            <p:nvPr/>
          </p:nvSpPr>
          <p:spPr>
            <a:xfrm>
              <a:off x="7002749" y="19333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4" name="pt29744"/>
            <p:cNvSpPr/>
            <p:nvPr/>
          </p:nvSpPr>
          <p:spPr>
            <a:xfrm>
              <a:off x="7092470" y="21034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5" name="pt29745"/>
            <p:cNvSpPr/>
            <p:nvPr/>
          </p:nvSpPr>
          <p:spPr>
            <a:xfrm>
              <a:off x="7198564" y="22311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6" name="pt29746"/>
            <p:cNvSpPr/>
            <p:nvPr/>
          </p:nvSpPr>
          <p:spPr>
            <a:xfrm>
              <a:off x="6668040" y="19991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7" name="pt29747"/>
            <p:cNvSpPr/>
            <p:nvPr/>
          </p:nvSpPr>
          <p:spPr>
            <a:xfrm>
              <a:off x="7234750" y="20696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8" name="pt29748"/>
            <p:cNvSpPr/>
            <p:nvPr/>
          </p:nvSpPr>
          <p:spPr>
            <a:xfrm>
              <a:off x="7259781" y="22570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9" name="pt29749"/>
            <p:cNvSpPr/>
            <p:nvPr/>
          </p:nvSpPr>
          <p:spPr>
            <a:xfrm>
              <a:off x="7471796" y="28863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0" name="pt29750"/>
            <p:cNvSpPr/>
            <p:nvPr/>
          </p:nvSpPr>
          <p:spPr>
            <a:xfrm>
              <a:off x="7140994" y="20772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1" name="pt29751"/>
            <p:cNvSpPr/>
            <p:nvPr/>
          </p:nvSpPr>
          <p:spPr>
            <a:xfrm>
              <a:off x="7137095" y="23436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2" name="pt29752"/>
            <p:cNvSpPr/>
            <p:nvPr/>
          </p:nvSpPr>
          <p:spPr>
            <a:xfrm>
              <a:off x="7100059" y="21591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3" name="pt29753"/>
            <p:cNvSpPr/>
            <p:nvPr/>
          </p:nvSpPr>
          <p:spPr>
            <a:xfrm>
              <a:off x="7177346" y="20863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4" name="pt29754"/>
            <p:cNvSpPr/>
            <p:nvPr/>
          </p:nvSpPr>
          <p:spPr>
            <a:xfrm>
              <a:off x="7193078" y="21950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5" name="pt29755"/>
            <p:cNvSpPr/>
            <p:nvPr/>
          </p:nvSpPr>
          <p:spPr>
            <a:xfrm>
              <a:off x="6996132" y="19587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6" name="pt29756"/>
            <p:cNvSpPr/>
            <p:nvPr/>
          </p:nvSpPr>
          <p:spPr>
            <a:xfrm>
              <a:off x="6922931" y="22385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7" name="pt29757"/>
            <p:cNvSpPr/>
            <p:nvPr/>
          </p:nvSpPr>
          <p:spPr>
            <a:xfrm>
              <a:off x="7005965" y="2061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8" name="pt29758"/>
            <p:cNvSpPr/>
            <p:nvPr/>
          </p:nvSpPr>
          <p:spPr>
            <a:xfrm>
              <a:off x="7005679" y="20445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9" name="pt29759"/>
            <p:cNvSpPr/>
            <p:nvPr/>
          </p:nvSpPr>
          <p:spPr>
            <a:xfrm>
              <a:off x="7027867" y="23522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0" name="pt29760"/>
            <p:cNvSpPr/>
            <p:nvPr/>
          </p:nvSpPr>
          <p:spPr>
            <a:xfrm>
              <a:off x="7222149" y="19630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1" name="pt29761"/>
            <p:cNvSpPr/>
            <p:nvPr/>
          </p:nvSpPr>
          <p:spPr>
            <a:xfrm>
              <a:off x="7140032" y="22833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2" name="pt29762"/>
            <p:cNvSpPr/>
            <p:nvPr/>
          </p:nvSpPr>
          <p:spPr>
            <a:xfrm>
              <a:off x="7106139" y="21144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3" name="pt29763"/>
            <p:cNvSpPr/>
            <p:nvPr/>
          </p:nvSpPr>
          <p:spPr>
            <a:xfrm>
              <a:off x="7135751" y="22701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4" name="pt29764"/>
            <p:cNvSpPr/>
            <p:nvPr/>
          </p:nvSpPr>
          <p:spPr>
            <a:xfrm>
              <a:off x="7035660" y="24546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5" name="pt29765"/>
            <p:cNvSpPr/>
            <p:nvPr/>
          </p:nvSpPr>
          <p:spPr>
            <a:xfrm>
              <a:off x="6887731" y="21829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6" name="pt29766"/>
            <p:cNvSpPr/>
            <p:nvPr/>
          </p:nvSpPr>
          <p:spPr>
            <a:xfrm>
              <a:off x="7258139" y="20030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7" name="pt29767"/>
            <p:cNvSpPr/>
            <p:nvPr/>
          </p:nvSpPr>
          <p:spPr>
            <a:xfrm>
              <a:off x="7254552" y="18566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8" name="pt29768"/>
            <p:cNvSpPr/>
            <p:nvPr/>
          </p:nvSpPr>
          <p:spPr>
            <a:xfrm>
              <a:off x="7151338" y="18840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9" name="pt29769"/>
            <p:cNvSpPr/>
            <p:nvPr/>
          </p:nvSpPr>
          <p:spPr>
            <a:xfrm>
              <a:off x="7299168" y="19722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0" name="pt29770"/>
            <p:cNvSpPr/>
            <p:nvPr/>
          </p:nvSpPr>
          <p:spPr>
            <a:xfrm>
              <a:off x="7247154" y="21874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1" name="pt29771"/>
            <p:cNvSpPr/>
            <p:nvPr/>
          </p:nvSpPr>
          <p:spPr>
            <a:xfrm>
              <a:off x="6968817" y="19526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2" name="pt29772"/>
            <p:cNvSpPr/>
            <p:nvPr/>
          </p:nvSpPr>
          <p:spPr>
            <a:xfrm>
              <a:off x="7135455" y="22229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3" name="pt29773"/>
            <p:cNvSpPr/>
            <p:nvPr/>
          </p:nvSpPr>
          <p:spPr>
            <a:xfrm>
              <a:off x="7248805" y="21739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4" name="pt29774"/>
            <p:cNvSpPr/>
            <p:nvPr/>
          </p:nvSpPr>
          <p:spPr>
            <a:xfrm>
              <a:off x="7353873" y="23262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5" name="pt29775"/>
            <p:cNvSpPr/>
            <p:nvPr/>
          </p:nvSpPr>
          <p:spPr>
            <a:xfrm>
              <a:off x="7192216" y="23520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6" name="pt29776"/>
            <p:cNvSpPr/>
            <p:nvPr/>
          </p:nvSpPr>
          <p:spPr>
            <a:xfrm>
              <a:off x="7176460" y="2175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7" name="pt29777"/>
            <p:cNvSpPr/>
            <p:nvPr/>
          </p:nvSpPr>
          <p:spPr>
            <a:xfrm>
              <a:off x="7001391" y="19017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8" name="pt29778"/>
            <p:cNvSpPr/>
            <p:nvPr/>
          </p:nvSpPr>
          <p:spPr>
            <a:xfrm>
              <a:off x="6923764" y="21986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9" name="pt29779"/>
            <p:cNvSpPr/>
            <p:nvPr/>
          </p:nvSpPr>
          <p:spPr>
            <a:xfrm>
              <a:off x="6945704" y="19833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0" name="pt29780"/>
            <p:cNvSpPr/>
            <p:nvPr/>
          </p:nvSpPr>
          <p:spPr>
            <a:xfrm>
              <a:off x="6988813" y="20375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1" name="pt29781"/>
            <p:cNvSpPr/>
            <p:nvPr/>
          </p:nvSpPr>
          <p:spPr>
            <a:xfrm>
              <a:off x="7097778" y="21697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2" name="pt29782"/>
            <p:cNvSpPr/>
            <p:nvPr/>
          </p:nvSpPr>
          <p:spPr>
            <a:xfrm>
              <a:off x="7202452" y="21994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3" name="pt29783"/>
            <p:cNvSpPr/>
            <p:nvPr/>
          </p:nvSpPr>
          <p:spPr>
            <a:xfrm>
              <a:off x="7158164" y="20405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4" name="pt29784"/>
            <p:cNvSpPr/>
            <p:nvPr/>
          </p:nvSpPr>
          <p:spPr>
            <a:xfrm>
              <a:off x="7352277" y="2253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5" name="pt29785"/>
            <p:cNvSpPr/>
            <p:nvPr/>
          </p:nvSpPr>
          <p:spPr>
            <a:xfrm>
              <a:off x="7372935" y="22421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6" name="pt29786"/>
            <p:cNvSpPr/>
            <p:nvPr/>
          </p:nvSpPr>
          <p:spPr>
            <a:xfrm>
              <a:off x="7162203" y="21546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7" name="pt29787"/>
            <p:cNvSpPr/>
            <p:nvPr/>
          </p:nvSpPr>
          <p:spPr>
            <a:xfrm>
              <a:off x="7117415" y="21714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8" name="pt29788"/>
            <p:cNvSpPr/>
            <p:nvPr/>
          </p:nvSpPr>
          <p:spPr>
            <a:xfrm>
              <a:off x="7241015" y="20782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9" name="pt29789"/>
            <p:cNvSpPr/>
            <p:nvPr/>
          </p:nvSpPr>
          <p:spPr>
            <a:xfrm>
              <a:off x="7342460" y="25321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0" name="pt29790"/>
            <p:cNvSpPr/>
            <p:nvPr/>
          </p:nvSpPr>
          <p:spPr>
            <a:xfrm>
              <a:off x="6812272" y="24302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1" name="pt29791"/>
            <p:cNvSpPr/>
            <p:nvPr/>
          </p:nvSpPr>
          <p:spPr>
            <a:xfrm>
              <a:off x="7199535" y="23017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2" name="pt29792"/>
            <p:cNvSpPr/>
            <p:nvPr/>
          </p:nvSpPr>
          <p:spPr>
            <a:xfrm>
              <a:off x="7171054" y="22213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3" name="pt29793"/>
            <p:cNvSpPr/>
            <p:nvPr/>
          </p:nvSpPr>
          <p:spPr>
            <a:xfrm>
              <a:off x="7134013" y="23259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4" name="pt29794"/>
            <p:cNvSpPr/>
            <p:nvPr/>
          </p:nvSpPr>
          <p:spPr>
            <a:xfrm>
              <a:off x="6776311" y="25414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5" name="pt29795"/>
            <p:cNvSpPr/>
            <p:nvPr/>
          </p:nvSpPr>
          <p:spPr>
            <a:xfrm>
              <a:off x="7314576" y="18491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6" name="pt29796"/>
            <p:cNvSpPr/>
            <p:nvPr/>
          </p:nvSpPr>
          <p:spPr>
            <a:xfrm>
              <a:off x="7185459" y="21567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7" name="pt29797"/>
            <p:cNvSpPr/>
            <p:nvPr/>
          </p:nvSpPr>
          <p:spPr>
            <a:xfrm>
              <a:off x="7221074" y="18950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8" name="pt29798"/>
            <p:cNvSpPr/>
            <p:nvPr/>
          </p:nvSpPr>
          <p:spPr>
            <a:xfrm>
              <a:off x="6994332" y="1918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9" name="pt29799"/>
            <p:cNvSpPr/>
            <p:nvPr/>
          </p:nvSpPr>
          <p:spPr>
            <a:xfrm>
              <a:off x="7214729" y="22524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0" name="pt29800"/>
            <p:cNvSpPr/>
            <p:nvPr/>
          </p:nvSpPr>
          <p:spPr>
            <a:xfrm>
              <a:off x="7036169" y="24375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1" name="pt29801"/>
            <p:cNvSpPr/>
            <p:nvPr/>
          </p:nvSpPr>
          <p:spPr>
            <a:xfrm>
              <a:off x="6983653" y="21664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2" name="pt29802"/>
            <p:cNvSpPr/>
            <p:nvPr/>
          </p:nvSpPr>
          <p:spPr>
            <a:xfrm>
              <a:off x="7281961" y="20683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3" name="pt29803"/>
            <p:cNvSpPr/>
            <p:nvPr/>
          </p:nvSpPr>
          <p:spPr>
            <a:xfrm>
              <a:off x="7088853" y="20821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4" name="pt29804"/>
            <p:cNvSpPr/>
            <p:nvPr/>
          </p:nvSpPr>
          <p:spPr>
            <a:xfrm>
              <a:off x="7178495" y="20637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5" name="pt29805"/>
            <p:cNvSpPr/>
            <p:nvPr/>
          </p:nvSpPr>
          <p:spPr>
            <a:xfrm>
              <a:off x="7187836" y="21406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6" name="pt29806"/>
            <p:cNvSpPr/>
            <p:nvPr/>
          </p:nvSpPr>
          <p:spPr>
            <a:xfrm>
              <a:off x="7224492" y="22233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7" name="pt29807"/>
            <p:cNvSpPr/>
            <p:nvPr/>
          </p:nvSpPr>
          <p:spPr>
            <a:xfrm>
              <a:off x="7012452" y="20074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8" name="pt29808"/>
            <p:cNvSpPr/>
            <p:nvPr/>
          </p:nvSpPr>
          <p:spPr>
            <a:xfrm>
              <a:off x="7126086" y="2235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9" name="pt29809"/>
            <p:cNvSpPr/>
            <p:nvPr/>
          </p:nvSpPr>
          <p:spPr>
            <a:xfrm>
              <a:off x="7194449" y="21755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0" name="pt29810"/>
            <p:cNvSpPr/>
            <p:nvPr/>
          </p:nvSpPr>
          <p:spPr>
            <a:xfrm>
              <a:off x="7249859" y="21228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1" name="pt29811"/>
            <p:cNvSpPr/>
            <p:nvPr/>
          </p:nvSpPr>
          <p:spPr>
            <a:xfrm>
              <a:off x="7163892" y="22269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2" name="pt29812"/>
            <p:cNvSpPr/>
            <p:nvPr/>
          </p:nvSpPr>
          <p:spPr>
            <a:xfrm>
              <a:off x="7138012" y="22302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3" name="pt29813"/>
            <p:cNvSpPr/>
            <p:nvPr/>
          </p:nvSpPr>
          <p:spPr>
            <a:xfrm>
              <a:off x="7348080" y="2547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4" name="pt29814"/>
            <p:cNvSpPr/>
            <p:nvPr/>
          </p:nvSpPr>
          <p:spPr>
            <a:xfrm>
              <a:off x="7179876" y="21447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5" name="pt29815"/>
            <p:cNvSpPr/>
            <p:nvPr/>
          </p:nvSpPr>
          <p:spPr>
            <a:xfrm>
              <a:off x="7094433" y="21761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6" name="pt29816"/>
            <p:cNvSpPr/>
            <p:nvPr/>
          </p:nvSpPr>
          <p:spPr>
            <a:xfrm>
              <a:off x="6922875" y="20047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7" name="pt29817"/>
            <p:cNvSpPr/>
            <p:nvPr/>
          </p:nvSpPr>
          <p:spPr>
            <a:xfrm>
              <a:off x="6983392" y="20743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8" name="pt29818"/>
            <p:cNvSpPr/>
            <p:nvPr/>
          </p:nvSpPr>
          <p:spPr>
            <a:xfrm>
              <a:off x="6960785" y="20498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9" name="pt29819"/>
            <p:cNvSpPr/>
            <p:nvPr/>
          </p:nvSpPr>
          <p:spPr>
            <a:xfrm>
              <a:off x="7532940" y="23521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0" name="pt29820"/>
            <p:cNvSpPr/>
            <p:nvPr/>
          </p:nvSpPr>
          <p:spPr>
            <a:xfrm>
              <a:off x="7104252" y="20550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1" name="pt29821"/>
            <p:cNvSpPr/>
            <p:nvPr/>
          </p:nvSpPr>
          <p:spPr>
            <a:xfrm>
              <a:off x="7087184" y="20344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2" name="pt29822"/>
            <p:cNvSpPr/>
            <p:nvPr/>
          </p:nvSpPr>
          <p:spPr>
            <a:xfrm>
              <a:off x="7178541" y="20689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3" name="pt29823"/>
            <p:cNvSpPr/>
            <p:nvPr/>
          </p:nvSpPr>
          <p:spPr>
            <a:xfrm>
              <a:off x="7075115" y="21700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4" name="pt29824"/>
            <p:cNvSpPr/>
            <p:nvPr/>
          </p:nvSpPr>
          <p:spPr>
            <a:xfrm>
              <a:off x="6963457" y="20241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5" name="pt29825"/>
            <p:cNvSpPr/>
            <p:nvPr/>
          </p:nvSpPr>
          <p:spPr>
            <a:xfrm>
              <a:off x="6811631" y="23073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6" name="pt29826"/>
            <p:cNvSpPr/>
            <p:nvPr/>
          </p:nvSpPr>
          <p:spPr>
            <a:xfrm>
              <a:off x="7318655" y="20092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7" name="pt29827"/>
            <p:cNvSpPr/>
            <p:nvPr/>
          </p:nvSpPr>
          <p:spPr>
            <a:xfrm>
              <a:off x="7242406" y="21923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8" name="pt29828"/>
            <p:cNvSpPr/>
            <p:nvPr/>
          </p:nvSpPr>
          <p:spPr>
            <a:xfrm>
              <a:off x="6852173" y="22517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9" name="pt29829"/>
            <p:cNvSpPr/>
            <p:nvPr/>
          </p:nvSpPr>
          <p:spPr>
            <a:xfrm>
              <a:off x="7035284" y="24191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0" name="pt29830"/>
            <p:cNvSpPr/>
            <p:nvPr/>
          </p:nvSpPr>
          <p:spPr>
            <a:xfrm>
              <a:off x="7444428" y="25329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1" name="pt29831"/>
            <p:cNvSpPr/>
            <p:nvPr/>
          </p:nvSpPr>
          <p:spPr>
            <a:xfrm>
              <a:off x="7104679" y="21769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2" name="pt29832"/>
            <p:cNvSpPr/>
            <p:nvPr/>
          </p:nvSpPr>
          <p:spPr>
            <a:xfrm>
              <a:off x="6947981" y="20281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3" name="pt29833"/>
            <p:cNvSpPr/>
            <p:nvPr/>
          </p:nvSpPr>
          <p:spPr>
            <a:xfrm>
              <a:off x="6992634" y="19628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4" name="pt29834"/>
            <p:cNvSpPr/>
            <p:nvPr/>
          </p:nvSpPr>
          <p:spPr>
            <a:xfrm>
              <a:off x="7286304" y="19332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5" name="pt29835"/>
            <p:cNvSpPr/>
            <p:nvPr/>
          </p:nvSpPr>
          <p:spPr>
            <a:xfrm>
              <a:off x="7177027" y="20083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6" name="pt29836"/>
            <p:cNvSpPr/>
            <p:nvPr/>
          </p:nvSpPr>
          <p:spPr>
            <a:xfrm>
              <a:off x="7153159" y="20128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7" name="pt29837"/>
            <p:cNvSpPr/>
            <p:nvPr/>
          </p:nvSpPr>
          <p:spPr>
            <a:xfrm>
              <a:off x="7203632" y="21004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8" name="pt29838"/>
            <p:cNvSpPr/>
            <p:nvPr/>
          </p:nvSpPr>
          <p:spPr>
            <a:xfrm>
              <a:off x="7143586" y="21103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9" name="pt29839"/>
            <p:cNvSpPr/>
            <p:nvPr/>
          </p:nvSpPr>
          <p:spPr>
            <a:xfrm>
              <a:off x="7108555" y="21182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0" name="pt29840"/>
            <p:cNvSpPr/>
            <p:nvPr/>
          </p:nvSpPr>
          <p:spPr>
            <a:xfrm>
              <a:off x="7275820" y="20414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1" name="pt29841"/>
            <p:cNvSpPr/>
            <p:nvPr/>
          </p:nvSpPr>
          <p:spPr>
            <a:xfrm>
              <a:off x="7073305" y="22163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2" name="pt29842"/>
            <p:cNvSpPr/>
            <p:nvPr/>
          </p:nvSpPr>
          <p:spPr>
            <a:xfrm>
              <a:off x="7242216" y="20127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3" name="pt29843"/>
            <p:cNvSpPr/>
            <p:nvPr/>
          </p:nvSpPr>
          <p:spPr>
            <a:xfrm>
              <a:off x="7158962" y="19922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4" name="pt29844"/>
            <p:cNvSpPr/>
            <p:nvPr/>
          </p:nvSpPr>
          <p:spPr>
            <a:xfrm>
              <a:off x="6967932" y="19836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5" name="pt29845"/>
            <p:cNvSpPr/>
            <p:nvPr/>
          </p:nvSpPr>
          <p:spPr>
            <a:xfrm>
              <a:off x="7049306" y="16944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6" name="pt29846"/>
            <p:cNvSpPr/>
            <p:nvPr/>
          </p:nvSpPr>
          <p:spPr>
            <a:xfrm>
              <a:off x="7070531" y="22443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7" name="pt29847"/>
            <p:cNvSpPr/>
            <p:nvPr/>
          </p:nvSpPr>
          <p:spPr>
            <a:xfrm>
              <a:off x="7018132" y="18288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8" name="pt29848"/>
            <p:cNvSpPr/>
            <p:nvPr/>
          </p:nvSpPr>
          <p:spPr>
            <a:xfrm>
              <a:off x="7135039" y="22744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9" name="pt29849"/>
            <p:cNvSpPr/>
            <p:nvPr/>
          </p:nvSpPr>
          <p:spPr>
            <a:xfrm>
              <a:off x="7041162" y="22411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0" name="pt29850"/>
            <p:cNvSpPr/>
            <p:nvPr/>
          </p:nvSpPr>
          <p:spPr>
            <a:xfrm>
              <a:off x="7033252" y="22914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1" name="pt29851"/>
            <p:cNvSpPr/>
            <p:nvPr/>
          </p:nvSpPr>
          <p:spPr>
            <a:xfrm>
              <a:off x="7153970" y="19187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2" name="pt29852"/>
            <p:cNvSpPr/>
            <p:nvPr/>
          </p:nvSpPr>
          <p:spPr>
            <a:xfrm>
              <a:off x="7097665" y="22418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3" name="pt29853"/>
            <p:cNvSpPr/>
            <p:nvPr/>
          </p:nvSpPr>
          <p:spPr>
            <a:xfrm>
              <a:off x="7178902" y="20311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4" name="pt29854"/>
            <p:cNvSpPr/>
            <p:nvPr/>
          </p:nvSpPr>
          <p:spPr>
            <a:xfrm>
              <a:off x="7202848" y="21261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5" name="pt29855"/>
            <p:cNvSpPr/>
            <p:nvPr/>
          </p:nvSpPr>
          <p:spPr>
            <a:xfrm>
              <a:off x="7194692" y="23034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6" name="pt29856"/>
            <p:cNvSpPr/>
            <p:nvPr/>
          </p:nvSpPr>
          <p:spPr>
            <a:xfrm>
              <a:off x="7079567" y="22382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7" name="pt29857"/>
            <p:cNvSpPr/>
            <p:nvPr/>
          </p:nvSpPr>
          <p:spPr>
            <a:xfrm>
              <a:off x="7166750" y="22419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8" name="pt29858"/>
            <p:cNvSpPr/>
            <p:nvPr/>
          </p:nvSpPr>
          <p:spPr>
            <a:xfrm>
              <a:off x="7088948" y="22594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9" name="pt29859"/>
            <p:cNvSpPr/>
            <p:nvPr/>
          </p:nvSpPr>
          <p:spPr>
            <a:xfrm>
              <a:off x="6840106" y="24376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0" name="pt29860"/>
            <p:cNvSpPr/>
            <p:nvPr/>
          </p:nvSpPr>
          <p:spPr>
            <a:xfrm>
              <a:off x="7111318" y="21650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1" name="pt29861"/>
            <p:cNvSpPr/>
            <p:nvPr/>
          </p:nvSpPr>
          <p:spPr>
            <a:xfrm>
              <a:off x="6953901" y="19385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2" name="pt29862"/>
            <p:cNvSpPr/>
            <p:nvPr/>
          </p:nvSpPr>
          <p:spPr>
            <a:xfrm>
              <a:off x="7000358" y="18074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3" name="pt29863"/>
            <p:cNvSpPr/>
            <p:nvPr/>
          </p:nvSpPr>
          <p:spPr>
            <a:xfrm>
              <a:off x="7353044" y="22721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4" name="pt29864"/>
            <p:cNvSpPr/>
            <p:nvPr/>
          </p:nvSpPr>
          <p:spPr>
            <a:xfrm>
              <a:off x="7350675" y="25444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5" name="pt29865"/>
            <p:cNvSpPr/>
            <p:nvPr/>
          </p:nvSpPr>
          <p:spPr>
            <a:xfrm>
              <a:off x="7256068" y="20325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6" name="pt29866"/>
            <p:cNvSpPr/>
            <p:nvPr/>
          </p:nvSpPr>
          <p:spPr>
            <a:xfrm>
              <a:off x="6965848" y="21083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7" name="pt29867"/>
            <p:cNvSpPr/>
            <p:nvPr/>
          </p:nvSpPr>
          <p:spPr>
            <a:xfrm>
              <a:off x="7028758" y="23821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8" name="pt29868"/>
            <p:cNvSpPr/>
            <p:nvPr/>
          </p:nvSpPr>
          <p:spPr>
            <a:xfrm>
              <a:off x="7282275" y="19870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9" name="pt29869"/>
            <p:cNvSpPr/>
            <p:nvPr/>
          </p:nvSpPr>
          <p:spPr>
            <a:xfrm>
              <a:off x="7050842" y="19014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0" name="pt29870"/>
            <p:cNvSpPr/>
            <p:nvPr/>
          </p:nvSpPr>
          <p:spPr>
            <a:xfrm>
              <a:off x="7150362" y="19302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1" name="pt29871"/>
            <p:cNvSpPr/>
            <p:nvPr/>
          </p:nvSpPr>
          <p:spPr>
            <a:xfrm>
              <a:off x="7138586" y="24640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2" name="pt29872"/>
            <p:cNvSpPr/>
            <p:nvPr/>
          </p:nvSpPr>
          <p:spPr>
            <a:xfrm>
              <a:off x="7067203" y="20076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3" name="pt29873"/>
            <p:cNvSpPr/>
            <p:nvPr/>
          </p:nvSpPr>
          <p:spPr>
            <a:xfrm>
              <a:off x="7436528" y="27499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4" name="pt29874"/>
            <p:cNvSpPr/>
            <p:nvPr/>
          </p:nvSpPr>
          <p:spPr>
            <a:xfrm>
              <a:off x="7222414" y="19391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5" name="pt29875"/>
            <p:cNvSpPr/>
            <p:nvPr/>
          </p:nvSpPr>
          <p:spPr>
            <a:xfrm>
              <a:off x="7143097" y="21775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6" name="pt29876"/>
            <p:cNvSpPr/>
            <p:nvPr/>
          </p:nvSpPr>
          <p:spPr>
            <a:xfrm>
              <a:off x="7277645" y="20272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7" name="pt29877"/>
            <p:cNvSpPr/>
            <p:nvPr/>
          </p:nvSpPr>
          <p:spPr>
            <a:xfrm>
              <a:off x="7097940" y="2139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8" name="pt29878"/>
            <p:cNvSpPr/>
            <p:nvPr/>
          </p:nvSpPr>
          <p:spPr>
            <a:xfrm>
              <a:off x="7616533" y="24006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9" name="pt29879"/>
            <p:cNvSpPr/>
            <p:nvPr/>
          </p:nvSpPr>
          <p:spPr>
            <a:xfrm>
              <a:off x="7201569" y="22425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0" name="pt29880"/>
            <p:cNvSpPr/>
            <p:nvPr/>
          </p:nvSpPr>
          <p:spPr>
            <a:xfrm>
              <a:off x="7384428" y="26669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1" name="pt29881"/>
            <p:cNvSpPr/>
            <p:nvPr/>
          </p:nvSpPr>
          <p:spPr>
            <a:xfrm>
              <a:off x="7154873" y="20254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2" name="pt29882"/>
            <p:cNvSpPr/>
            <p:nvPr/>
          </p:nvSpPr>
          <p:spPr>
            <a:xfrm>
              <a:off x="7139299" y="23146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3" name="pt29883"/>
            <p:cNvSpPr/>
            <p:nvPr/>
          </p:nvSpPr>
          <p:spPr>
            <a:xfrm>
              <a:off x="7039480" y="23907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4" name="pt29884"/>
            <p:cNvSpPr/>
            <p:nvPr/>
          </p:nvSpPr>
          <p:spPr>
            <a:xfrm>
              <a:off x="7155832" y="18797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5" name="pt29885"/>
            <p:cNvSpPr/>
            <p:nvPr/>
          </p:nvSpPr>
          <p:spPr>
            <a:xfrm>
              <a:off x="6934940" y="1897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6" name="pt29886"/>
            <p:cNvSpPr/>
            <p:nvPr/>
          </p:nvSpPr>
          <p:spPr>
            <a:xfrm>
              <a:off x="6674787" y="22940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7" name="pt29887"/>
            <p:cNvSpPr/>
            <p:nvPr/>
          </p:nvSpPr>
          <p:spPr>
            <a:xfrm>
              <a:off x="7141854" y="21471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8" name="pt29888"/>
            <p:cNvSpPr/>
            <p:nvPr/>
          </p:nvSpPr>
          <p:spPr>
            <a:xfrm>
              <a:off x="7140758" y="21057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9" name="pt29889"/>
            <p:cNvSpPr/>
            <p:nvPr/>
          </p:nvSpPr>
          <p:spPr>
            <a:xfrm>
              <a:off x="7142996" y="20936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0" name="pt29890"/>
            <p:cNvSpPr/>
            <p:nvPr/>
          </p:nvSpPr>
          <p:spPr>
            <a:xfrm>
              <a:off x="7094573" y="21433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1" name="pt29891"/>
            <p:cNvSpPr/>
            <p:nvPr/>
          </p:nvSpPr>
          <p:spPr>
            <a:xfrm>
              <a:off x="7129041" y="22375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2" name="pt29892"/>
            <p:cNvSpPr/>
            <p:nvPr/>
          </p:nvSpPr>
          <p:spPr>
            <a:xfrm>
              <a:off x="7128909" y="22927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3" name="pt29893"/>
            <p:cNvSpPr/>
            <p:nvPr/>
          </p:nvSpPr>
          <p:spPr>
            <a:xfrm>
              <a:off x="6753908" y="23306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4" name="pt29894"/>
            <p:cNvSpPr/>
            <p:nvPr/>
          </p:nvSpPr>
          <p:spPr>
            <a:xfrm>
              <a:off x="6870830" y="19339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5" name="pt29895"/>
            <p:cNvSpPr/>
            <p:nvPr/>
          </p:nvSpPr>
          <p:spPr>
            <a:xfrm>
              <a:off x="7028772" y="2190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6" name="pt29896"/>
            <p:cNvSpPr/>
            <p:nvPr/>
          </p:nvSpPr>
          <p:spPr>
            <a:xfrm>
              <a:off x="7168130" y="22874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7" name="pt29897"/>
            <p:cNvSpPr/>
            <p:nvPr/>
          </p:nvSpPr>
          <p:spPr>
            <a:xfrm>
              <a:off x="7302283" y="2047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8" name="pt29898"/>
            <p:cNvSpPr/>
            <p:nvPr/>
          </p:nvSpPr>
          <p:spPr>
            <a:xfrm>
              <a:off x="6870458" y="22271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9" name="pt29899"/>
            <p:cNvSpPr/>
            <p:nvPr/>
          </p:nvSpPr>
          <p:spPr>
            <a:xfrm>
              <a:off x="6989502" y="20298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0" name="pt29900"/>
            <p:cNvSpPr/>
            <p:nvPr/>
          </p:nvSpPr>
          <p:spPr>
            <a:xfrm>
              <a:off x="7050903" y="17268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1" name="pt29901"/>
            <p:cNvSpPr/>
            <p:nvPr/>
          </p:nvSpPr>
          <p:spPr>
            <a:xfrm>
              <a:off x="7026037" y="22173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2" name="pt29902"/>
            <p:cNvSpPr/>
            <p:nvPr/>
          </p:nvSpPr>
          <p:spPr>
            <a:xfrm>
              <a:off x="6867327" y="20801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3" name="pt29903"/>
            <p:cNvSpPr/>
            <p:nvPr/>
          </p:nvSpPr>
          <p:spPr>
            <a:xfrm>
              <a:off x="6984712" y="20115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4" name="pt29904"/>
            <p:cNvSpPr/>
            <p:nvPr/>
          </p:nvSpPr>
          <p:spPr>
            <a:xfrm>
              <a:off x="7023374" y="22576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5" name="pt29905"/>
            <p:cNvSpPr/>
            <p:nvPr/>
          </p:nvSpPr>
          <p:spPr>
            <a:xfrm>
              <a:off x="7120200" y="20109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6" name="pt29906"/>
            <p:cNvSpPr/>
            <p:nvPr/>
          </p:nvSpPr>
          <p:spPr>
            <a:xfrm>
              <a:off x="7278762" y="20215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7" name="pt29907"/>
            <p:cNvSpPr/>
            <p:nvPr/>
          </p:nvSpPr>
          <p:spPr>
            <a:xfrm>
              <a:off x="7170972" y="21436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8" name="pt29908"/>
            <p:cNvSpPr/>
            <p:nvPr/>
          </p:nvSpPr>
          <p:spPr>
            <a:xfrm>
              <a:off x="7103507" y="21958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9" name="pt29909"/>
            <p:cNvSpPr/>
            <p:nvPr/>
          </p:nvSpPr>
          <p:spPr>
            <a:xfrm>
              <a:off x="7105586" y="21042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0" name="pt29910"/>
            <p:cNvSpPr/>
            <p:nvPr/>
          </p:nvSpPr>
          <p:spPr>
            <a:xfrm>
              <a:off x="7012576" y="18204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1" name="pt29911"/>
            <p:cNvSpPr/>
            <p:nvPr/>
          </p:nvSpPr>
          <p:spPr>
            <a:xfrm>
              <a:off x="7071378" y="22278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2" name="pt29912"/>
            <p:cNvSpPr/>
            <p:nvPr/>
          </p:nvSpPr>
          <p:spPr>
            <a:xfrm>
              <a:off x="7563947" y="17609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3" name="pt29913"/>
            <p:cNvSpPr/>
            <p:nvPr/>
          </p:nvSpPr>
          <p:spPr>
            <a:xfrm>
              <a:off x="7009959" y="18764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4" name="pt29914"/>
            <p:cNvSpPr/>
            <p:nvPr/>
          </p:nvSpPr>
          <p:spPr>
            <a:xfrm>
              <a:off x="7266005" y="19682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5" name="pt29915"/>
            <p:cNvSpPr/>
            <p:nvPr/>
          </p:nvSpPr>
          <p:spPr>
            <a:xfrm>
              <a:off x="7197601" y="22870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6" name="pt29916"/>
            <p:cNvSpPr/>
            <p:nvPr/>
          </p:nvSpPr>
          <p:spPr>
            <a:xfrm>
              <a:off x="6981829" y="22086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7" name="pt29917"/>
            <p:cNvSpPr/>
            <p:nvPr/>
          </p:nvSpPr>
          <p:spPr>
            <a:xfrm>
              <a:off x="7071723" y="21928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8" name="pt29918"/>
            <p:cNvSpPr/>
            <p:nvPr/>
          </p:nvSpPr>
          <p:spPr>
            <a:xfrm>
              <a:off x="6852297" y="21818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9" name="pt29919"/>
            <p:cNvSpPr/>
            <p:nvPr/>
          </p:nvSpPr>
          <p:spPr>
            <a:xfrm>
              <a:off x="7191315" y="22917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0" name="pt29920"/>
            <p:cNvSpPr/>
            <p:nvPr/>
          </p:nvSpPr>
          <p:spPr>
            <a:xfrm>
              <a:off x="7238793" y="20032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1" name="pt29921"/>
            <p:cNvSpPr/>
            <p:nvPr/>
          </p:nvSpPr>
          <p:spPr>
            <a:xfrm>
              <a:off x="7192693" y="2385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2" name="pt29922"/>
            <p:cNvSpPr/>
            <p:nvPr/>
          </p:nvSpPr>
          <p:spPr>
            <a:xfrm>
              <a:off x="7140538" y="21867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3" name="pt29923"/>
            <p:cNvSpPr/>
            <p:nvPr/>
          </p:nvSpPr>
          <p:spPr>
            <a:xfrm>
              <a:off x="7114634" y="21909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4" name="pt29924"/>
            <p:cNvSpPr/>
            <p:nvPr/>
          </p:nvSpPr>
          <p:spPr>
            <a:xfrm>
              <a:off x="7124900" y="2250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5" name="pt29925"/>
            <p:cNvSpPr/>
            <p:nvPr/>
          </p:nvSpPr>
          <p:spPr>
            <a:xfrm>
              <a:off x="6922236" y="21969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6" name="pt29926"/>
            <p:cNvSpPr/>
            <p:nvPr/>
          </p:nvSpPr>
          <p:spPr>
            <a:xfrm>
              <a:off x="7325115" y="22719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7" name="pt29927"/>
            <p:cNvSpPr/>
            <p:nvPr/>
          </p:nvSpPr>
          <p:spPr>
            <a:xfrm>
              <a:off x="7278089" y="19652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8" name="pt29928"/>
            <p:cNvSpPr/>
            <p:nvPr/>
          </p:nvSpPr>
          <p:spPr>
            <a:xfrm>
              <a:off x="7062433" y="21936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9" name="pt29929"/>
            <p:cNvSpPr/>
            <p:nvPr/>
          </p:nvSpPr>
          <p:spPr>
            <a:xfrm>
              <a:off x="7219744" y="17922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0" name="pt29930"/>
            <p:cNvSpPr/>
            <p:nvPr/>
          </p:nvSpPr>
          <p:spPr>
            <a:xfrm>
              <a:off x="6984175" y="21124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1" name="pt29931"/>
            <p:cNvSpPr/>
            <p:nvPr/>
          </p:nvSpPr>
          <p:spPr>
            <a:xfrm>
              <a:off x="6970965" y="20937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2" name="pt29932"/>
            <p:cNvSpPr/>
            <p:nvPr/>
          </p:nvSpPr>
          <p:spPr>
            <a:xfrm>
              <a:off x="7243860" y="20341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3" name="pt29933"/>
            <p:cNvSpPr/>
            <p:nvPr/>
          </p:nvSpPr>
          <p:spPr>
            <a:xfrm>
              <a:off x="7177196" y="21197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4" name="pt29934"/>
            <p:cNvSpPr/>
            <p:nvPr/>
          </p:nvSpPr>
          <p:spPr>
            <a:xfrm>
              <a:off x="7123661" y="20667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5" name="pt29935"/>
            <p:cNvSpPr/>
            <p:nvPr/>
          </p:nvSpPr>
          <p:spPr>
            <a:xfrm>
              <a:off x="7209900" y="22265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6" name="pt29936"/>
            <p:cNvSpPr/>
            <p:nvPr/>
          </p:nvSpPr>
          <p:spPr>
            <a:xfrm>
              <a:off x="6961430" y="20567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7" name="pt29937"/>
            <p:cNvSpPr/>
            <p:nvPr/>
          </p:nvSpPr>
          <p:spPr>
            <a:xfrm>
              <a:off x="7205164" y="22556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8" name="pt29938"/>
            <p:cNvSpPr/>
            <p:nvPr/>
          </p:nvSpPr>
          <p:spPr>
            <a:xfrm>
              <a:off x="7403037" y="28408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9" name="pt29939"/>
            <p:cNvSpPr/>
            <p:nvPr/>
          </p:nvSpPr>
          <p:spPr>
            <a:xfrm>
              <a:off x="6650435" y="23052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0" name="pt29940"/>
            <p:cNvSpPr/>
            <p:nvPr/>
          </p:nvSpPr>
          <p:spPr>
            <a:xfrm>
              <a:off x="7039166" y="24489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1" name="pt29941"/>
            <p:cNvSpPr/>
            <p:nvPr/>
          </p:nvSpPr>
          <p:spPr>
            <a:xfrm>
              <a:off x="7119004" y="22083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2" name="pt29942"/>
            <p:cNvSpPr/>
            <p:nvPr/>
          </p:nvSpPr>
          <p:spPr>
            <a:xfrm>
              <a:off x="7430034" y="28311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3" name="pt29943"/>
            <p:cNvSpPr/>
            <p:nvPr/>
          </p:nvSpPr>
          <p:spPr>
            <a:xfrm>
              <a:off x="7109962" y="21820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4" name="pt29944"/>
            <p:cNvSpPr/>
            <p:nvPr/>
          </p:nvSpPr>
          <p:spPr>
            <a:xfrm>
              <a:off x="7121488" y="21814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5" name="pt29945"/>
            <p:cNvSpPr/>
            <p:nvPr/>
          </p:nvSpPr>
          <p:spPr>
            <a:xfrm>
              <a:off x="7240909" y="20780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6" name="pt29946"/>
            <p:cNvSpPr/>
            <p:nvPr/>
          </p:nvSpPr>
          <p:spPr>
            <a:xfrm>
              <a:off x="7015484" y="18997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7" name="pt29947"/>
            <p:cNvSpPr/>
            <p:nvPr/>
          </p:nvSpPr>
          <p:spPr>
            <a:xfrm>
              <a:off x="7243918" y="20365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8" name="pt29948"/>
            <p:cNvSpPr/>
            <p:nvPr/>
          </p:nvSpPr>
          <p:spPr>
            <a:xfrm>
              <a:off x="7028768" y="21832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9" name="pt29949"/>
            <p:cNvSpPr/>
            <p:nvPr/>
          </p:nvSpPr>
          <p:spPr>
            <a:xfrm>
              <a:off x="6946970" y="18908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0" name="pt29950"/>
            <p:cNvSpPr/>
            <p:nvPr/>
          </p:nvSpPr>
          <p:spPr>
            <a:xfrm>
              <a:off x="7055488" y="2032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1" name="pt29951"/>
            <p:cNvSpPr/>
            <p:nvPr/>
          </p:nvSpPr>
          <p:spPr>
            <a:xfrm>
              <a:off x="7014444" y="20261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2" name="pt29952"/>
            <p:cNvSpPr/>
            <p:nvPr/>
          </p:nvSpPr>
          <p:spPr>
            <a:xfrm>
              <a:off x="7148209" y="21111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3" name="pt29953"/>
            <p:cNvSpPr/>
            <p:nvPr/>
          </p:nvSpPr>
          <p:spPr>
            <a:xfrm>
              <a:off x="7219288" y="20035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4" name="pt29954"/>
            <p:cNvSpPr/>
            <p:nvPr/>
          </p:nvSpPr>
          <p:spPr>
            <a:xfrm>
              <a:off x="7192434" y="21944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5" name="pt29955"/>
            <p:cNvSpPr/>
            <p:nvPr/>
          </p:nvSpPr>
          <p:spPr>
            <a:xfrm>
              <a:off x="7247421" y="20706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6" name="pt29956"/>
            <p:cNvSpPr/>
            <p:nvPr/>
          </p:nvSpPr>
          <p:spPr>
            <a:xfrm>
              <a:off x="7104369" y="21478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7" name="pt29957"/>
            <p:cNvSpPr/>
            <p:nvPr/>
          </p:nvSpPr>
          <p:spPr>
            <a:xfrm>
              <a:off x="7144157" y="2024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8" name="pt29958"/>
            <p:cNvSpPr/>
            <p:nvPr/>
          </p:nvSpPr>
          <p:spPr>
            <a:xfrm>
              <a:off x="7172404" y="21621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9" name="pt29959"/>
            <p:cNvSpPr/>
            <p:nvPr/>
          </p:nvSpPr>
          <p:spPr>
            <a:xfrm>
              <a:off x="7105917" y="20065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0" name="pt29960"/>
            <p:cNvSpPr/>
            <p:nvPr/>
          </p:nvSpPr>
          <p:spPr>
            <a:xfrm>
              <a:off x="6811855" y="19730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1" name="pt29961"/>
            <p:cNvSpPr/>
            <p:nvPr/>
          </p:nvSpPr>
          <p:spPr>
            <a:xfrm>
              <a:off x="6976644" y="18984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2" name="pt29962"/>
            <p:cNvSpPr/>
            <p:nvPr/>
          </p:nvSpPr>
          <p:spPr>
            <a:xfrm>
              <a:off x="7177156" y="20104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3" name="pt29963"/>
            <p:cNvSpPr/>
            <p:nvPr/>
          </p:nvSpPr>
          <p:spPr>
            <a:xfrm>
              <a:off x="7373016" y="22388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4" name="pt29964"/>
            <p:cNvSpPr/>
            <p:nvPr/>
          </p:nvSpPr>
          <p:spPr>
            <a:xfrm>
              <a:off x="7242187" y="23117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5" name="pt29965"/>
            <p:cNvSpPr/>
            <p:nvPr/>
          </p:nvSpPr>
          <p:spPr>
            <a:xfrm>
              <a:off x="7276111" y="20547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6" name="pt29966"/>
            <p:cNvSpPr/>
            <p:nvPr/>
          </p:nvSpPr>
          <p:spPr>
            <a:xfrm>
              <a:off x="6896729" y="21649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7" name="pt29967"/>
            <p:cNvSpPr/>
            <p:nvPr/>
          </p:nvSpPr>
          <p:spPr>
            <a:xfrm>
              <a:off x="6928664" y="22254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8" name="pt29968"/>
            <p:cNvSpPr/>
            <p:nvPr/>
          </p:nvSpPr>
          <p:spPr>
            <a:xfrm>
              <a:off x="7140016" y="21813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9" name="pt29969"/>
            <p:cNvSpPr/>
            <p:nvPr/>
          </p:nvSpPr>
          <p:spPr>
            <a:xfrm>
              <a:off x="7358276" y="21448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0" name="pt29970"/>
            <p:cNvSpPr/>
            <p:nvPr/>
          </p:nvSpPr>
          <p:spPr>
            <a:xfrm>
              <a:off x="7294627" y="20194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1" name="pt29971"/>
            <p:cNvSpPr/>
            <p:nvPr/>
          </p:nvSpPr>
          <p:spPr>
            <a:xfrm>
              <a:off x="7009413" y="19518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2" name="pt29972"/>
            <p:cNvSpPr/>
            <p:nvPr/>
          </p:nvSpPr>
          <p:spPr>
            <a:xfrm>
              <a:off x="7165868" y="2154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3" name="pt29973"/>
            <p:cNvSpPr/>
            <p:nvPr/>
          </p:nvSpPr>
          <p:spPr>
            <a:xfrm>
              <a:off x="7245396" y="21017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4" name="pt29974"/>
            <p:cNvSpPr/>
            <p:nvPr/>
          </p:nvSpPr>
          <p:spPr>
            <a:xfrm>
              <a:off x="6915984" y="22211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5" name="pt29975"/>
            <p:cNvSpPr/>
            <p:nvPr/>
          </p:nvSpPr>
          <p:spPr>
            <a:xfrm>
              <a:off x="7211929" y="22252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6" name="pt29976"/>
            <p:cNvSpPr/>
            <p:nvPr/>
          </p:nvSpPr>
          <p:spPr>
            <a:xfrm>
              <a:off x="7434438" y="28414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7" name="pt29977"/>
            <p:cNvSpPr/>
            <p:nvPr/>
          </p:nvSpPr>
          <p:spPr>
            <a:xfrm>
              <a:off x="6940923" y="22071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8" name="pt29978"/>
            <p:cNvSpPr/>
            <p:nvPr/>
          </p:nvSpPr>
          <p:spPr>
            <a:xfrm>
              <a:off x="6973676" y="19819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9" name="pt29979"/>
            <p:cNvSpPr/>
            <p:nvPr/>
          </p:nvSpPr>
          <p:spPr>
            <a:xfrm>
              <a:off x="7122066" y="22064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0" name="pt29980"/>
            <p:cNvSpPr/>
            <p:nvPr/>
          </p:nvSpPr>
          <p:spPr>
            <a:xfrm>
              <a:off x="7249207" y="22538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1" name="pt29981"/>
            <p:cNvSpPr/>
            <p:nvPr/>
          </p:nvSpPr>
          <p:spPr>
            <a:xfrm>
              <a:off x="7268352" y="18646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2" name="pt29982"/>
            <p:cNvSpPr/>
            <p:nvPr/>
          </p:nvSpPr>
          <p:spPr>
            <a:xfrm>
              <a:off x="7282693" y="19673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3" name="pt29983"/>
            <p:cNvSpPr/>
            <p:nvPr/>
          </p:nvSpPr>
          <p:spPr>
            <a:xfrm>
              <a:off x="6956765" y="19683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4" name="pt29984"/>
            <p:cNvSpPr/>
            <p:nvPr/>
          </p:nvSpPr>
          <p:spPr>
            <a:xfrm>
              <a:off x="7408917" y="25828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5" name="pt29985"/>
            <p:cNvSpPr/>
            <p:nvPr/>
          </p:nvSpPr>
          <p:spPr>
            <a:xfrm>
              <a:off x="7366879" y="21046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6" name="pt29986"/>
            <p:cNvSpPr/>
            <p:nvPr/>
          </p:nvSpPr>
          <p:spPr>
            <a:xfrm>
              <a:off x="7098987" y="20353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7" name="pt29987"/>
            <p:cNvSpPr/>
            <p:nvPr/>
          </p:nvSpPr>
          <p:spPr>
            <a:xfrm>
              <a:off x="6874868" y="18167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8" name="pt29988"/>
            <p:cNvSpPr/>
            <p:nvPr/>
          </p:nvSpPr>
          <p:spPr>
            <a:xfrm>
              <a:off x="6969444" y="20410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9" name="pt29989"/>
            <p:cNvSpPr/>
            <p:nvPr/>
          </p:nvSpPr>
          <p:spPr>
            <a:xfrm>
              <a:off x="7070712" y="21723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0" name="pt29990"/>
            <p:cNvSpPr/>
            <p:nvPr/>
          </p:nvSpPr>
          <p:spPr>
            <a:xfrm>
              <a:off x="7104414" y="20714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1" name="pt29991"/>
            <p:cNvSpPr/>
            <p:nvPr/>
          </p:nvSpPr>
          <p:spPr>
            <a:xfrm>
              <a:off x="7123068" y="21541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2" name="pt29992"/>
            <p:cNvSpPr/>
            <p:nvPr/>
          </p:nvSpPr>
          <p:spPr>
            <a:xfrm>
              <a:off x="7276119" y="19193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3" name="pt29993"/>
            <p:cNvSpPr/>
            <p:nvPr/>
          </p:nvSpPr>
          <p:spPr>
            <a:xfrm>
              <a:off x="7212671" y="21122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4" name="pt29994"/>
            <p:cNvSpPr/>
            <p:nvPr/>
          </p:nvSpPr>
          <p:spPr>
            <a:xfrm>
              <a:off x="7060873" y="22541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5" name="pt29995"/>
            <p:cNvSpPr/>
            <p:nvPr/>
          </p:nvSpPr>
          <p:spPr>
            <a:xfrm>
              <a:off x="7231598" y="21157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6" name="pt29996"/>
            <p:cNvSpPr/>
            <p:nvPr/>
          </p:nvSpPr>
          <p:spPr>
            <a:xfrm>
              <a:off x="7025176" y="22949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7" name="pt29997"/>
            <p:cNvSpPr/>
            <p:nvPr/>
          </p:nvSpPr>
          <p:spPr>
            <a:xfrm>
              <a:off x="7275066" y="19741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8" name="pt29998"/>
            <p:cNvSpPr/>
            <p:nvPr/>
          </p:nvSpPr>
          <p:spPr>
            <a:xfrm>
              <a:off x="7096605" y="21813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9" name="pt29999"/>
            <p:cNvSpPr/>
            <p:nvPr/>
          </p:nvSpPr>
          <p:spPr>
            <a:xfrm>
              <a:off x="6973267" y="20383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0" name="pt30000"/>
            <p:cNvSpPr/>
            <p:nvPr/>
          </p:nvSpPr>
          <p:spPr>
            <a:xfrm>
              <a:off x="7022908" y="22841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1" name="pt30001"/>
            <p:cNvSpPr/>
            <p:nvPr/>
          </p:nvSpPr>
          <p:spPr>
            <a:xfrm>
              <a:off x="7160704" y="20591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2" name="pt30002"/>
            <p:cNvSpPr/>
            <p:nvPr/>
          </p:nvSpPr>
          <p:spPr>
            <a:xfrm>
              <a:off x="7020001" y="21281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3" name="pt30003"/>
            <p:cNvSpPr/>
            <p:nvPr/>
          </p:nvSpPr>
          <p:spPr>
            <a:xfrm>
              <a:off x="7011923" y="18377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4" name="pt30004"/>
            <p:cNvSpPr/>
            <p:nvPr/>
          </p:nvSpPr>
          <p:spPr>
            <a:xfrm>
              <a:off x="6925440" y="22112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5" name="pt30005"/>
            <p:cNvSpPr/>
            <p:nvPr/>
          </p:nvSpPr>
          <p:spPr>
            <a:xfrm>
              <a:off x="7236377" y="19399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6" name="pt30006"/>
            <p:cNvSpPr/>
            <p:nvPr/>
          </p:nvSpPr>
          <p:spPr>
            <a:xfrm>
              <a:off x="6982576" y="21234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7" name="pt30007"/>
            <p:cNvSpPr/>
            <p:nvPr/>
          </p:nvSpPr>
          <p:spPr>
            <a:xfrm>
              <a:off x="6868887" y="20898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8" name="pt30008"/>
            <p:cNvSpPr/>
            <p:nvPr/>
          </p:nvSpPr>
          <p:spPr>
            <a:xfrm>
              <a:off x="7660177" y="26278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9" name="pt30009"/>
            <p:cNvSpPr/>
            <p:nvPr/>
          </p:nvSpPr>
          <p:spPr>
            <a:xfrm>
              <a:off x="7351717" y="2525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0" name="pt30010"/>
            <p:cNvSpPr/>
            <p:nvPr/>
          </p:nvSpPr>
          <p:spPr>
            <a:xfrm>
              <a:off x="7095341" y="21895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1" name="pt30011"/>
            <p:cNvSpPr/>
            <p:nvPr/>
          </p:nvSpPr>
          <p:spPr>
            <a:xfrm>
              <a:off x="7157706" y="20667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2" name="pt30012"/>
            <p:cNvSpPr/>
            <p:nvPr/>
          </p:nvSpPr>
          <p:spPr>
            <a:xfrm>
              <a:off x="7106635" y="21193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3" name="pt30013"/>
            <p:cNvSpPr/>
            <p:nvPr/>
          </p:nvSpPr>
          <p:spPr>
            <a:xfrm>
              <a:off x="7140532" y="22601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4" name="pt30014"/>
            <p:cNvSpPr/>
            <p:nvPr/>
          </p:nvSpPr>
          <p:spPr>
            <a:xfrm>
              <a:off x="7272849" y="19064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5" name="pt30015"/>
            <p:cNvSpPr/>
            <p:nvPr/>
          </p:nvSpPr>
          <p:spPr>
            <a:xfrm>
              <a:off x="7335335" y="23456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6" name="pt30016"/>
            <p:cNvSpPr/>
            <p:nvPr/>
          </p:nvSpPr>
          <p:spPr>
            <a:xfrm>
              <a:off x="6989258" y="20003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7" name="pt30017"/>
            <p:cNvSpPr/>
            <p:nvPr/>
          </p:nvSpPr>
          <p:spPr>
            <a:xfrm>
              <a:off x="6950076" y="20677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8" name="pt30018"/>
            <p:cNvSpPr/>
            <p:nvPr/>
          </p:nvSpPr>
          <p:spPr>
            <a:xfrm>
              <a:off x="7129962" y="21474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9" name="pt30019"/>
            <p:cNvSpPr/>
            <p:nvPr/>
          </p:nvSpPr>
          <p:spPr>
            <a:xfrm>
              <a:off x="7242038" y="20754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0" name="pt30020"/>
            <p:cNvSpPr/>
            <p:nvPr/>
          </p:nvSpPr>
          <p:spPr>
            <a:xfrm>
              <a:off x="7117224" y="21623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1" name="pt30021"/>
            <p:cNvSpPr/>
            <p:nvPr/>
          </p:nvSpPr>
          <p:spPr>
            <a:xfrm>
              <a:off x="7139768" y="23602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2" name="pt30022"/>
            <p:cNvSpPr/>
            <p:nvPr/>
          </p:nvSpPr>
          <p:spPr>
            <a:xfrm>
              <a:off x="7048431" y="17084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3" name="pt30023"/>
            <p:cNvSpPr/>
            <p:nvPr/>
          </p:nvSpPr>
          <p:spPr>
            <a:xfrm>
              <a:off x="7186900" y="20436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4" name="pt30024"/>
            <p:cNvSpPr/>
            <p:nvPr/>
          </p:nvSpPr>
          <p:spPr>
            <a:xfrm>
              <a:off x="7067468" y="21242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5" name="pt30025"/>
            <p:cNvSpPr/>
            <p:nvPr/>
          </p:nvSpPr>
          <p:spPr>
            <a:xfrm>
              <a:off x="6866855" y="23055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6" name="pt30026"/>
            <p:cNvSpPr/>
            <p:nvPr/>
          </p:nvSpPr>
          <p:spPr>
            <a:xfrm>
              <a:off x="7316463" y="20928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7" name="pt30027"/>
            <p:cNvSpPr/>
            <p:nvPr/>
          </p:nvSpPr>
          <p:spPr>
            <a:xfrm>
              <a:off x="7089026" y="22245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8" name="pt30028"/>
            <p:cNvSpPr/>
            <p:nvPr/>
          </p:nvSpPr>
          <p:spPr>
            <a:xfrm>
              <a:off x="7111489" y="21754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9" name="pt30029"/>
            <p:cNvSpPr/>
            <p:nvPr/>
          </p:nvSpPr>
          <p:spPr>
            <a:xfrm>
              <a:off x="7030554" y="22593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0" name="pt30030"/>
            <p:cNvSpPr/>
            <p:nvPr/>
          </p:nvSpPr>
          <p:spPr>
            <a:xfrm>
              <a:off x="7413864" y="20994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1" name="pt30031"/>
            <p:cNvSpPr/>
            <p:nvPr/>
          </p:nvSpPr>
          <p:spPr>
            <a:xfrm>
              <a:off x="6827956" y="20332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2" name="pt30032"/>
            <p:cNvSpPr/>
            <p:nvPr/>
          </p:nvSpPr>
          <p:spPr>
            <a:xfrm>
              <a:off x="7213329" y="21519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3" name="pt30033"/>
            <p:cNvSpPr/>
            <p:nvPr/>
          </p:nvSpPr>
          <p:spPr>
            <a:xfrm>
              <a:off x="7068224" y="20208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4" name="pt30034"/>
            <p:cNvSpPr/>
            <p:nvPr/>
          </p:nvSpPr>
          <p:spPr>
            <a:xfrm>
              <a:off x="7161374" y="20825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5" name="pt30035"/>
            <p:cNvSpPr/>
            <p:nvPr/>
          </p:nvSpPr>
          <p:spPr>
            <a:xfrm>
              <a:off x="7009259" y="19998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6" name="pt30036"/>
            <p:cNvSpPr/>
            <p:nvPr/>
          </p:nvSpPr>
          <p:spPr>
            <a:xfrm>
              <a:off x="6685989" y="23231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7" name="pt30037"/>
            <p:cNvSpPr/>
            <p:nvPr/>
          </p:nvSpPr>
          <p:spPr>
            <a:xfrm>
              <a:off x="7143390" y="22227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8" name="pt30038"/>
            <p:cNvSpPr/>
            <p:nvPr/>
          </p:nvSpPr>
          <p:spPr>
            <a:xfrm>
              <a:off x="7358372" y="22735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9" name="pt30039"/>
            <p:cNvSpPr/>
            <p:nvPr/>
          </p:nvSpPr>
          <p:spPr>
            <a:xfrm>
              <a:off x="7253223" y="21481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0" name="pt30040"/>
            <p:cNvSpPr/>
            <p:nvPr/>
          </p:nvSpPr>
          <p:spPr>
            <a:xfrm>
              <a:off x="7162179" y="21029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1" name="pt30041"/>
            <p:cNvSpPr/>
            <p:nvPr/>
          </p:nvSpPr>
          <p:spPr>
            <a:xfrm>
              <a:off x="7251657" y="20630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2" name="pt30042"/>
            <p:cNvSpPr/>
            <p:nvPr/>
          </p:nvSpPr>
          <p:spPr>
            <a:xfrm>
              <a:off x="7343616" y="23524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3" name="pt30043"/>
            <p:cNvSpPr/>
            <p:nvPr/>
          </p:nvSpPr>
          <p:spPr>
            <a:xfrm>
              <a:off x="7003427" y="20467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4" name="pt30044"/>
            <p:cNvSpPr/>
            <p:nvPr/>
          </p:nvSpPr>
          <p:spPr>
            <a:xfrm>
              <a:off x="7057133" y="22758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5" name="pt30045"/>
            <p:cNvSpPr/>
            <p:nvPr/>
          </p:nvSpPr>
          <p:spPr>
            <a:xfrm>
              <a:off x="7143447" y="21717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6" name="pt30046"/>
            <p:cNvSpPr/>
            <p:nvPr/>
          </p:nvSpPr>
          <p:spPr>
            <a:xfrm>
              <a:off x="6838025" y="22059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7" name="pt30047"/>
            <p:cNvSpPr/>
            <p:nvPr/>
          </p:nvSpPr>
          <p:spPr>
            <a:xfrm>
              <a:off x="7235339" y="21312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8" name="pt30048"/>
            <p:cNvSpPr/>
            <p:nvPr/>
          </p:nvSpPr>
          <p:spPr>
            <a:xfrm>
              <a:off x="6881391" y="18821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9" name="pt30049"/>
            <p:cNvSpPr/>
            <p:nvPr/>
          </p:nvSpPr>
          <p:spPr>
            <a:xfrm>
              <a:off x="7054863" y="21490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0" name="pt30050"/>
            <p:cNvSpPr/>
            <p:nvPr/>
          </p:nvSpPr>
          <p:spPr>
            <a:xfrm>
              <a:off x="7077434" y="21354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1" name="pt30051"/>
            <p:cNvSpPr/>
            <p:nvPr/>
          </p:nvSpPr>
          <p:spPr>
            <a:xfrm>
              <a:off x="6972005" y="20098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2" name="pt30052"/>
            <p:cNvSpPr/>
            <p:nvPr/>
          </p:nvSpPr>
          <p:spPr>
            <a:xfrm>
              <a:off x="7137306" y="24334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3" name="pt30053"/>
            <p:cNvSpPr/>
            <p:nvPr/>
          </p:nvSpPr>
          <p:spPr>
            <a:xfrm>
              <a:off x="6842608" y="23012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4" name="pt30054"/>
            <p:cNvSpPr/>
            <p:nvPr/>
          </p:nvSpPr>
          <p:spPr>
            <a:xfrm>
              <a:off x="6739884" y="17625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5" name="pt30055"/>
            <p:cNvSpPr/>
            <p:nvPr/>
          </p:nvSpPr>
          <p:spPr>
            <a:xfrm>
              <a:off x="7160388" y="20078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6" name="pt30056"/>
            <p:cNvSpPr/>
            <p:nvPr/>
          </p:nvSpPr>
          <p:spPr>
            <a:xfrm>
              <a:off x="7127091" y="22207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7" name="pt30057"/>
            <p:cNvSpPr/>
            <p:nvPr/>
          </p:nvSpPr>
          <p:spPr>
            <a:xfrm>
              <a:off x="6972371" y="20632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8" name="pt30058"/>
            <p:cNvSpPr/>
            <p:nvPr/>
          </p:nvSpPr>
          <p:spPr>
            <a:xfrm>
              <a:off x="7094931" y="21487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9" name="pt30059"/>
            <p:cNvSpPr/>
            <p:nvPr/>
          </p:nvSpPr>
          <p:spPr>
            <a:xfrm>
              <a:off x="7376960" y="22376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0" name="pt30060"/>
            <p:cNvSpPr/>
            <p:nvPr/>
          </p:nvSpPr>
          <p:spPr>
            <a:xfrm>
              <a:off x="6909497" y="21577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1" name="pt30061"/>
            <p:cNvSpPr/>
            <p:nvPr/>
          </p:nvSpPr>
          <p:spPr>
            <a:xfrm>
              <a:off x="6971064" y="20137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2" name="pt30062"/>
            <p:cNvSpPr/>
            <p:nvPr/>
          </p:nvSpPr>
          <p:spPr>
            <a:xfrm>
              <a:off x="7081365" y="22365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3" name="pt30063"/>
            <p:cNvSpPr/>
            <p:nvPr/>
          </p:nvSpPr>
          <p:spPr>
            <a:xfrm>
              <a:off x="7248288" y="21559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4" name="pt30064"/>
            <p:cNvSpPr/>
            <p:nvPr/>
          </p:nvSpPr>
          <p:spPr>
            <a:xfrm>
              <a:off x="6994632" y="19498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5" name="pt30065"/>
            <p:cNvSpPr/>
            <p:nvPr/>
          </p:nvSpPr>
          <p:spPr>
            <a:xfrm>
              <a:off x="7141515" y="21771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6" name="pt30066"/>
            <p:cNvSpPr/>
            <p:nvPr/>
          </p:nvSpPr>
          <p:spPr>
            <a:xfrm>
              <a:off x="7162241" y="21193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7" name="pt30067"/>
            <p:cNvSpPr/>
            <p:nvPr/>
          </p:nvSpPr>
          <p:spPr>
            <a:xfrm>
              <a:off x="7193693" y="21728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8" name="pt30068"/>
            <p:cNvSpPr/>
            <p:nvPr/>
          </p:nvSpPr>
          <p:spPr>
            <a:xfrm>
              <a:off x="7071695" y="21720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9" name="pt30069"/>
            <p:cNvSpPr/>
            <p:nvPr/>
          </p:nvSpPr>
          <p:spPr>
            <a:xfrm>
              <a:off x="7011462" y="19667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0" name="pt30070"/>
            <p:cNvSpPr/>
            <p:nvPr/>
          </p:nvSpPr>
          <p:spPr>
            <a:xfrm>
              <a:off x="6926321" y="19359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1" name="pt30071"/>
            <p:cNvSpPr/>
            <p:nvPr/>
          </p:nvSpPr>
          <p:spPr>
            <a:xfrm>
              <a:off x="7056039" y="2074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2" name="pt30072"/>
            <p:cNvSpPr/>
            <p:nvPr/>
          </p:nvSpPr>
          <p:spPr>
            <a:xfrm>
              <a:off x="6819386" y="21204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3" name="pt30073"/>
            <p:cNvSpPr/>
            <p:nvPr/>
          </p:nvSpPr>
          <p:spPr>
            <a:xfrm>
              <a:off x="7230473" y="19513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4" name="pt30074"/>
            <p:cNvSpPr/>
            <p:nvPr/>
          </p:nvSpPr>
          <p:spPr>
            <a:xfrm>
              <a:off x="7259222" y="20170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5" name="pt30075"/>
            <p:cNvSpPr/>
            <p:nvPr/>
          </p:nvSpPr>
          <p:spPr>
            <a:xfrm>
              <a:off x="7103759" y="21674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6" name="pt30076"/>
            <p:cNvSpPr/>
            <p:nvPr/>
          </p:nvSpPr>
          <p:spPr>
            <a:xfrm>
              <a:off x="7145735" y="20729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7" name="pt30077"/>
            <p:cNvSpPr/>
            <p:nvPr/>
          </p:nvSpPr>
          <p:spPr>
            <a:xfrm>
              <a:off x="7222599" y="20514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8" name="pt30078"/>
            <p:cNvSpPr/>
            <p:nvPr/>
          </p:nvSpPr>
          <p:spPr>
            <a:xfrm>
              <a:off x="7024081" y="21500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9" name="pt30079"/>
            <p:cNvSpPr/>
            <p:nvPr/>
          </p:nvSpPr>
          <p:spPr>
            <a:xfrm>
              <a:off x="7157076" y="20887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0" name="pt30080"/>
            <p:cNvSpPr/>
            <p:nvPr/>
          </p:nvSpPr>
          <p:spPr>
            <a:xfrm>
              <a:off x="7066606" y="21103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1" name="pt30081"/>
            <p:cNvSpPr/>
            <p:nvPr/>
          </p:nvSpPr>
          <p:spPr>
            <a:xfrm>
              <a:off x="7167835" y="2227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2" name="pt30082"/>
            <p:cNvSpPr/>
            <p:nvPr/>
          </p:nvSpPr>
          <p:spPr>
            <a:xfrm>
              <a:off x="7224350" y="22664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3" name="pt30083"/>
            <p:cNvSpPr/>
            <p:nvPr/>
          </p:nvSpPr>
          <p:spPr>
            <a:xfrm>
              <a:off x="7070054" y="22168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4" name="pt30084"/>
            <p:cNvSpPr/>
            <p:nvPr/>
          </p:nvSpPr>
          <p:spPr>
            <a:xfrm>
              <a:off x="7164148" y="21356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5" name="pt30085"/>
            <p:cNvSpPr/>
            <p:nvPr/>
          </p:nvSpPr>
          <p:spPr>
            <a:xfrm>
              <a:off x="7146868" y="21194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6" name="pt30086"/>
            <p:cNvSpPr/>
            <p:nvPr/>
          </p:nvSpPr>
          <p:spPr>
            <a:xfrm>
              <a:off x="7083640" y="22629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7" name="pt30087"/>
            <p:cNvSpPr/>
            <p:nvPr/>
          </p:nvSpPr>
          <p:spPr>
            <a:xfrm>
              <a:off x="7195623" y="21338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8" name="pt30088"/>
            <p:cNvSpPr/>
            <p:nvPr/>
          </p:nvSpPr>
          <p:spPr>
            <a:xfrm>
              <a:off x="6838892" y="23385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9" name="pt30089"/>
            <p:cNvSpPr/>
            <p:nvPr/>
          </p:nvSpPr>
          <p:spPr>
            <a:xfrm>
              <a:off x="7118048" y="22473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0" name="pt30090"/>
            <p:cNvSpPr/>
            <p:nvPr/>
          </p:nvSpPr>
          <p:spPr>
            <a:xfrm>
              <a:off x="7134084" y="22649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1" name="pt30091"/>
            <p:cNvSpPr/>
            <p:nvPr/>
          </p:nvSpPr>
          <p:spPr>
            <a:xfrm>
              <a:off x="7162635" y="20926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2" name="pt30092"/>
            <p:cNvSpPr/>
            <p:nvPr/>
          </p:nvSpPr>
          <p:spPr>
            <a:xfrm>
              <a:off x="6977638" y="18137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3" name="pt30093"/>
            <p:cNvSpPr/>
            <p:nvPr/>
          </p:nvSpPr>
          <p:spPr>
            <a:xfrm>
              <a:off x="7148445" y="21025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4" name="pt30094"/>
            <p:cNvSpPr/>
            <p:nvPr/>
          </p:nvSpPr>
          <p:spPr>
            <a:xfrm>
              <a:off x="7110370" y="21226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5" name="pt30095"/>
            <p:cNvSpPr/>
            <p:nvPr/>
          </p:nvSpPr>
          <p:spPr>
            <a:xfrm>
              <a:off x="7032545" y="2218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6" name="pt30096"/>
            <p:cNvSpPr/>
            <p:nvPr/>
          </p:nvSpPr>
          <p:spPr>
            <a:xfrm>
              <a:off x="7079222" y="22241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7" name="pt30097"/>
            <p:cNvSpPr/>
            <p:nvPr/>
          </p:nvSpPr>
          <p:spPr>
            <a:xfrm>
              <a:off x="7211740" y="21225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8" name="pt30098"/>
            <p:cNvSpPr/>
            <p:nvPr/>
          </p:nvSpPr>
          <p:spPr>
            <a:xfrm>
              <a:off x="7169537" y="21993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9" name="pt30099"/>
            <p:cNvSpPr/>
            <p:nvPr/>
          </p:nvSpPr>
          <p:spPr>
            <a:xfrm>
              <a:off x="7225706" y="2177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0" name="pt30100"/>
            <p:cNvSpPr/>
            <p:nvPr/>
          </p:nvSpPr>
          <p:spPr>
            <a:xfrm>
              <a:off x="7001802" y="19151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1" name="pt30101"/>
            <p:cNvSpPr/>
            <p:nvPr/>
          </p:nvSpPr>
          <p:spPr>
            <a:xfrm>
              <a:off x="7131713" y="23840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2" name="pt30102"/>
            <p:cNvSpPr/>
            <p:nvPr/>
          </p:nvSpPr>
          <p:spPr>
            <a:xfrm>
              <a:off x="7111803" y="21479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3" name="pt30103"/>
            <p:cNvSpPr/>
            <p:nvPr/>
          </p:nvSpPr>
          <p:spPr>
            <a:xfrm>
              <a:off x="6771938" y="25879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4" name="pt30104"/>
            <p:cNvSpPr/>
            <p:nvPr/>
          </p:nvSpPr>
          <p:spPr>
            <a:xfrm>
              <a:off x="6944158" y="20596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5" name="pt30105"/>
            <p:cNvSpPr/>
            <p:nvPr/>
          </p:nvSpPr>
          <p:spPr>
            <a:xfrm>
              <a:off x="7185535" y="23433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6" name="pt30106"/>
            <p:cNvSpPr/>
            <p:nvPr/>
          </p:nvSpPr>
          <p:spPr>
            <a:xfrm>
              <a:off x="7330449" y="18625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7" name="pt30107"/>
            <p:cNvSpPr/>
            <p:nvPr/>
          </p:nvSpPr>
          <p:spPr>
            <a:xfrm>
              <a:off x="7016095" y="17912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8" name="pt30108"/>
            <p:cNvSpPr/>
            <p:nvPr/>
          </p:nvSpPr>
          <p:spPr>
            <a:xfrm>
              <a:off x="7195059" y="2285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9" name="pt30109"/>
            <p:cNvSpPr/>
            <p:nvPr/>
          </p:nvSpPr>
          <p:spPr>
            <a:xfrm>
              <a:off x="7033895" y="23660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0" name="pt30110"/>
            <p:cNvSpPr/>
            <p:nvPr/>
          </p:nvSpPr>
          <p:spPr>
            <a:xfrm>
              <a:off x="7039498" y="23670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1" name="pt30111"/>
            <p:cNvSpPr/>
            <p:nvPr/>
          </p:nvSpPr>
          <p:spPr>
            <a:xfrm>
              <a:off x="7488853" y="25440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2" name="pt30112"/>
            <p:cNvSpPr/>
            <p:nvPr/>
          </p:nvSpPr>
          <p:spPr>
            <a:xfrm>
              <a:off x="7284668" y="20827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3" name="pt30113"/>
            <p:cNvSpPr/>
            <p:nvPr/>
          </p:nvSpPr>
          <p:spPr>
            <a:xfrm>
              <a:off x="6856195" y="22006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4" name="pt30114"/>
            <p:cNvSpPr/>
            <p:nvPr/>
          </p:nvSpPr>
          <p:spPr>
            <a:xfrm>
              <a:off x="7077438" y="22515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5" name="pt30115"/>
            <p:cNvSpPr/>
            <p:nvPr/>
          </p:nvSpPr>
          <p:spPr>
            <a:xfrm>
              <a:off x="7152015" y="19664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6" name="pt30116"/>
            <p:cNvSpPr/>
            <p:nvPr/>
          </p:nvSpPr>
          <p:spPr>
            <a:xfrm>
              <a:off x="7439229" y="2352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7" name="pt30117"/>
            <p:cNvSpPr/>
            <p:nvPr/>
          </p:nvSpPr>
          <p:spPr>
            <a:xfrm>
              <a:off x="7034849" y="24628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8" name="pt30118"/>
            <p:cNvSpPr/>
            <p:nvPr/>
          </p:nvSpPr>
          <p:spPr>
            <a:xfrm>
              <a:off x="7181991" y="20770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9" name="pt30119"/>
            <p:cNvSpPr/>
            <p:nvPr/>
          </p:nvSpPr>
          <p:spPr>
            <a:xfrm>
              <a:off x="7161612" y="20348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0" name="pt30120"/>
            <p:cNvSpPr/>
            <p:nvPr/>
          </p:nvSpPr>
          <p:spPr>
            <a:xfrm>
              <a:off x="7149170" y="20602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1" name="pt30121"/>
            <p:cNvSpPr/>
            <p:nvPr/>
          </p:nvSpPr>
          <p:spPr>
            <a:xfrm>
              <a:off x="6693459" y="24969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2" name="pt30122"/>
            <p:cNvSpPr/>
            <p:nvPr/>
          </p:nvSpPr>
          <p:spPr>
            <a:xfrm>
              <a:off x="7086892" y="21660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3" name="pt30123"/>
            <p:cNvSpPr/>
            <p:nvPr/>
          </p:nvSpPr>
          <p:spPr>
            <a:xfrm>
              <a:off x="7090372" y="22291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4" name="pt30124"/>
            <p:cNvSpPr/>
            <p:nvPr/>
          </p:nvSpPr>
          <p:spPr>
            <a:xfrm>
              <a:off x="7187444" y="21217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5" name="pt30125"/>
            <p:cNvSpPr/>
            <p:nvPr/>
          </p:nvSpPr>
          <p:spPr>
            <a:xfrm>
              <a:off x="7341810" y="22825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6" name="pt30126"/>
            <p:cNvSpPr/>
            <p:nvPr/>
          </p:nvSpPr>
          <p:spPr>
            <a:xfrm>
              <a:off x="7083338" y="22044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7" name="pt30127"/>
            <p:cNvSpPr/>
            <p:nvPr/>
          </p:nvSpPr>
          <p:spPr>
            <a:xfrm>
              <a:off x="7141766" y="22623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8" name="pt30128"/>
            <p:cNvSpPr/>
            <p:nvPr/>
          </p:nvSpPr>
          <p:spPr>
            <a:xfrm>
              <a:off x="7029457" y="20889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9" name="pt30129"/>
            <p:cNvSpPr/>
            <p:nvPr/>
          </p:nvSpPr>
          <p:spPr>
            <a:xfrm>
              <a:off x="7145573" y="21852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0" name="pt30130"/>
            <p:cNvSpPr/>
            <p:nvPr/>
          </p:nvSpPr>
          <p:spPr>
            <a:xfrm>
              <a:off x="7165520" y="22087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1" name="pt30131"/>
            <p:cNvSpPr/>
            <p:nvPr/>
          </p:nvSpPr>
          <p:spPr>
            <a:xfrm>
              <a:off x="7080301" y="22429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2" name="pt30132"/>
            <p:cNvSpPr/>
            <p:nvPr/>
          </p:nvSpPr>
          <p:spPr>
            <a:xfrm>
              <a:off x="7494895" y="23239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3" name="pt30133"/>
            <p:cNvSpPr/>
            <p:nvPr/>
          </p:nvSpPr>
          <p:spPr>
            <a:xfrm>
              <a:off x="6988608" y="20601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4" name="pt30134"/>
            <p:cNvSpPr/>
            <p:nvPr/>
          </p:nvSpPr>
          <p:spPr>
            <a:xfrm>
              <a:off x="7165201" y="21320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5" name="pt30135"/>
            <p:cNvSpPr/>
            <p:nvPr/>
          </p:nvSpPr>
          <p:spPr>
            <a:xfrm>
              <a:off x="7163485" y="2125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6" name="pt30136"/>
            <p:cNvSpPr/>
            <p:nvPr/>
          </p:nvSpPr>
          <p:spPr>
            <a:xfrm>
              <a:off x="7116810" y="21877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7" name="pt30137"/>
            <p:cNvSpPr/>
            <p:nvPr/>
          </p:nvSpPr>
          <p:spPr>
            <a:xfrm>
              <a:off x="7216423" y="20921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8" name="pt30138"/>
            <p:cNvSpPr/>
            <p:nvPr/>
          </p:nvSpPr>
          <p:spPr>
            <a:xfrm>
              <a:off x="6967733" y="19412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9" name="pt30139"/>
            <p:cNvSpPr/>
            <p:nvPr/>
          </p:nvSpPr>
          <p:spPr>
            <a:xfrm>
              <a:off x="7157987" y="19430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0" name="pt30140"/>
            <p:cNvSpPr/>
            <p:nvPr/>
          </p:nvSpPr>
          <p:spPr>
            <a:xfrm>
              <a:off x="6879510" y="20108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1" name="pt30141"/>
            <p:cNvSpPr/>
            <p:nvPr/>
          </p:nvSpPr>
          <p:spPr>
            <a:xfrm>
              <a:off x="7105413" y="20853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2" name="pt30142"/>
            <p:cNvSpPr/>
            <p:nvPr/>
          </p:nvSpPr>
          <p:spPr>
            <a:xfrm>
              <a:off x="7064690" y="21492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3" name="pt30143"/>
            <p:cNvSpPr/>
            <p:nvPr/>
          </p:nvSpPr>
          <p:spPr>
            <a:xfrm>
              <a:off x="7088506" y="21932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4" name="pt30144"/>
            <p:cNvSpPr/>
            <p:nvPr/>
          </p:nvSpPr>
          <p:spPr>
            <a:xfrm>
              <a:off x="7130758" y="21364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5" name="pt30145"/>
            <p:cNvSpPr/>
            <p:nvPr/>
          </p:nvSpPr>
          <p:spPr>
            <a:xfrm>
              <a:off x="7106777" y="21857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6" name="pt30146"/>
            <p:cNvSpPr/>
            <p:nvPr/>
          </p:nvSpPr>
          <p:spPr>
            <a:xfrm>
              <a:off x="7258977" y="20867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7" name="pt30147"/>
            <p:cNvSpPr/>
            <p:nvPr/>
          </p:nvSpPr>
          <p:spPr>
            <a:xfrm>
              <a:off x="7051835" y="20708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8" name="pt30148"/>
            <p:cNvSpPr/>
            <p:nvPr/>
          </p:nvSpPr>
          <p:spPr>
            <a:xfrm>
              <a:off x="7460284" y="22689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9" name="pt30149"/>
            <p:cNvSpPr/>
            <p:nvPr/>
          </p:nvSpPr>
          <p:spPr>
            <a:xfrm>
              <a:off x="7193968" y="21226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0" name="pt30150"/>
            <p:cNvSpPr/>
            <p:nvPr/>
          </p:nvSpPr>
          <p:spPr>
            <a:xfrm>
              <a:off x="7325259" y="21741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1" name="pt30151"/>
            <p:cNvSpPr/>
            <p:nvPr/>
          </p:nvSpPr>
          <p:spPr>
            <a:xfrm>
              <a:off x="7539487" y="22709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2" name="pt30152"/>
            <p:cNvSpPr/>
            <p:nvPr/>
          </p:nvSpPr>
          <p:spPr>
            <a:xfrm>
              <a:off x="7141290" y="21920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3" name="pt30153"/>
            <p:cNvSpPr/>
            <p:nvPr/>
          </p:nvSpPr>
          <p:spPr>
            <a:xfrm>
              <a:off x="7271310" y="19675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4" name="pt30154"/>
            <p:cNvSpPr/>
            <p:nvPr/>
          </p:nvSpPr>
          <p:spPr>
            <a:xfrm>
              <a:off x="7197827" y="22075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5" name="pt30155"/>
            <p:cNvSpPr/>
            <p:nvPr/>
          </p:nvSpPr>
          <p:spPr>
            <a:xfrm>
              <a:off x="7053341" y="21508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6" name="pt30156"/>
            <p:cNvSpPr/>
            <p:nvPr/>
          </p:nvSpPr>
          <p:spPr>
            <a:xfrm>
              <a:off x="7090484" y="22066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7" name="pt30157"/>
            <p:cNvSpPr/>
            <p:nvPr/>
          </p:nvSpPr>
          <p:spPr>
            <a:xfrm>
              <a:off x="6707516" y="23505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8" name="pt30158"/>
            <p:cNvSpPr/>
            <p:nvPr/>
          </p:nvSpPr>
          <p:spPr>
            <a:xfrm>
              <a:off x="7017107" y="17457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9" name="pt30159"/>
            <p:cNvSpPr/>
            <p:nvPr/>
          </p:nvSpPr>
          <p:spPr>
            <a:xfrm>
              <a:off x="7069130" y="20637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0" name="pt30160"/>
            <p:cNvSpPr/>
            <p:nvPr/>
          </p:nvSpPr>
          <p:spPr>
            <a:xfrm>
              <a:off x="7055691" y="20584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1" name="pt30161"/>
            <p:cNvSpPr/>
            <p:nvPr/>
          </p:nvSpPr>
          <p:spPr>
            <a:xfrm>
              <a:off x="7138676" y="23423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2" name="pt30162"/>
            <p:cNvSpPr/>
            <p:nvPr/>
          </p:nvSpPr>
          <p:spPr>
            <a:xfrm>
              <a:off x="7328376" y="22191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3" name="pt30163"/>
            <p:cNvSpPr/>
            <p:nvPr/>
          </p:nvSpPr>
          <p:spPr>
            <a:xfrm>
              <a:off x="7264139" y="21065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4" name="pt30164"/>
            <p:cNvSpPr/>
            <p:nvPr/>
          </p:nvSpPr>
          <p:spPr>
            <a:xfrm>
              <a:off x="6977624" y="20359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5" name="pt30165"/>
            <p:cNvSpPr/>
            <p:nvPr/>
          </p:nvSpPr>
          <p:spPr>
            <a:xfrm>
              <a:off x="7174657" y="20336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6" name="pt30166"/>
            <p:cNvSpPr/>
            <p:nvPr/>
          </p:nvSpPr>
          <p:spPr>
            <a:xfrm>
              <a:off x="7367212" y="17717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7" name="pt30167"/>
            <p:cNvSpPr/>
            <p:nvPr/>
          </p:nvSpPr>
          <p:spPr>
            <a:xfrm>
              <a:off x="7226207" y="22495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8" name="pt30168"/>
            <p:cNvSpPr/>
            <p:nvPr/>
          </p:nvSpPr>
          <p:spPr>
            <a:xfrm>
              <a:off x="6950995" y="20573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9" name="pt30169"/>
            <p:cNvSpPr/>
            <p:nvPr/>
          </p:nvSpPr>
          <p:spPr>
            <a:xfrm>
              <a:off x="7211305" y="21088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0" name="pt30170"/>
            <p:cNvSpPr/>
            <p:nvPr/>
          </p:nvSpPr>
          <p:spPr>
            <a:xfrm>
              <a:off x="7174061" y="2173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1" name="pt30171"/>
            <p:cNvSpPr/>
            <p:nvPr/>
          </p:nvSpPr>
          <p:spPr>
            <a:xfrm>
              <a:off x="6883902" y="2219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2" name="pt30172"/>
            <p:cNvSpPr/>
            <p:nvPr/>
          </p:nvSpPr>
          <p:spPr>
            <a:xfrm>
              <a:off x="7249215" y="20304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3" name="pt30173"/>
            <p:cNvSpPr/>
            <p:nvPr/>
          </p:nvSpPr>
          <p:spPr>
            <a:xfrm>
              <a:off x="7144217" y="21121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4" name="pt30174"/>
            <p:cNvSpPr/>
            <p:nvPr/>
          </p:nvSpPr>
          <p:spPr>
            <a:xfrm>
              <a:off x="7005312" y="20884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5" name="pt30175"/>
            <p:cNvSpPr/>
            <p:nvPr/>
          </p:nvSpPr>
          <p:spPr>
            <a:xfrm>
              <a:off x="7205550" y="22517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6" name="pt30176"/>
            <p:cNvSpPr/>
            <p:nvPr/>
          </p:nvSpPr>
          <p:spPr>
            <a:xfrm>
              <a:off x="7128487" y="22178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7" name="pt30177"/>
            <p:cNvSpPr/>
            <p:nvPr/>
          </p:nvSpPr>
          <p:spPr>
            <a:xfrm>
              <a:off x="7130161" y="22823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8" name="pt30178"/>
            <p:cNvSpPr/>
            <p:nvPr/>
          </p:nvSpPr>
          <p:spPr>
            <a:xfrm>
              <a:off x="7122114" y="21781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9" name="pt30179"/>
            <p:cNvSpPr/>
            <p:nvPr/>
          </p:nvSpPr>
          <p:spPr>
            <a:xfrm>
              <a:off x="7050226" y="16752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0" name="pt30180"/>
            <p:cNvSpPr/>
            <p:nvPr/>
          </p:nvSpPr>
          <p:spPr>
            <a:xfrm>
              <a:off x="7182189" y="19494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1" name="pt30181"/>
            <p:cNvSpPr/>
            <p:nvPr/>
          </p:nvSpPr>
          <p:spPr>
            <a:xfrm>
              <a:off x="7291838" y="20795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2" name="pt30182"/>
            <p:cNvSpPr/>
            <p:nvPr/>
          </p:nvSpPr>
          <p:spPr>
            <a:xfrm>
              <a:off x="7208564" y="22409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3" name="pt30183"/>
            <p:cNvSpPr/>
            <p:nvPr/>
          </p:nvSpPr>
          <p:spPr>
            <a:xfrm>
              <a:off x="7088072" y="21571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4" name="pt30184"/>
            <p:cNvSpPr/>
            <p:nvPr/>
          </p:nvSpPr>
          <p:spPr>
            <a:xfrm>
              <a:off x="7437071" y="23633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5" name="pt30185"/>
            <p:cNvSpPr/>
            <p:nvPr/>
          </p:nvSpPr>
          <p:spPr>
            <a:xfrm>
              <a:off x="7279951" y="19006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6" name="pt30186"/>
            <p:cNvSpPr/>
            <p:nvPr/>
          </p:nvSpPr>
          <p:spPr>
            <a:xfrm>
              <a:off x="7127152" y="21935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7" name="pt30187"/>
            <p:cNvSpPr/>
            <p:nvPr/>
          </p:nvSpPr>
          <p:spPr>
            <a:xfrm>
              <a:off x="6938791" y="21905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8" name="pt30188"/>
            <p:cNvSpPr/>
            <p:nvPr/>
          </p:nvSpPr>
          <p:spPr>
            <a:xfrm>
              <a:off x="6911376" y="22903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9" name="pt30189"/>
            <p:cNvSpPr/>
            <p:nvPr/>
          </p:nvSpPr>
          <p:spPr>
            <a:xfrm>
              <a:off x="7210232" y="22042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0" name="pt30190"/>
            <p:cNvSpPr/>
            <p:nvPr/>
          </p:nvSpPr>
          <p:spPr>
            <a:xfrm>
              <a:off x="7157987" y="20155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1" name="pt30191"/>
            <p:cNvSpPr/>
            <p:nvPr/>
          </p:nvSpPr>
          <p:spPr>
            <a:xfrm>
              <a:off x="7173367" y="21220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2" name="pt30192"/>
            <p:cNvSpPr/>
            <p:nvPr/>
          </p:nvSpPr>
          <p:spPr>
            <a:xfrm>
              <a:off x="7037855" y="2418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3" name="pt30193"/>
            <p:cNvSpPr/>
            <p:nvPr/>
          </p:nvSpPr>
          <p:spPr>
            <a:xfrm>
              <a:off x="7276898" y="1941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4" name="pt30194"/>
            <p:cNvSpPr/>
            <p:nvPr/>
          </p:nvSpPr>
          <p:spPr>
            <a:xfrm>
              <a:off x="6960245" y="20048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5" name="pt30195"/>
            <p:cNvSpPr/>
            <p:nvPr/>
          </p:nvSpPr>
          <p:spPr>
            <a:xfrm>
              <a:off x="7156842" y="20590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6" name="pt30196"/>
            <p:cNvSpPr/>
            <p:nvPr/>
          </p:nvSpPr>
          <p:spPr>
            <a:xfrm>
              <a:off x="6942162" y="21353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7" name="pt30197"/>
            <p:cNvSpPr/>
            <p:nvPr/>
          </p:nvSpPr>
          <p:spPr>
            <a:xfrm>
              <a:off x="7166455" y="20829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8" name="pt30198"/>
            <p:cNvSpPr/>
            <p:nvPr/>
          </p:nvSpPr>
          <p:spPr>
            <a:xfrm>
              <a:off x="7274263" y="20684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9" name="pt30199"/>
            <p:cNvSpPr/>
            <p:nvPr/>
          </p:nvSpPr>
          <p:spPr>
            <a:xfrm>
              <a:off x="7044415" y="22308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0" name="pt30200"/>
            <p:cNvSpPr/>
            <p:nvPr/>
          </p:nvSpPr>
          <p:spPr>
            <a:xfrm>
              <a:off x="7432779" y="28064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1" name="pt30201"/>
            <p:cNvSpPr/>
            <p:nvPr/>
          </p:nvSpPr>
          <p:spPr>
            <a:xfrm>
              <a:off x="7284379" y="21296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2" name="pt30202"/>
            <p:cNvSpPr/>
            <p:nvPr/>
          </p:nvSpPr>
          <p:spPr>
            <a:xfrm>
              <a:off x="7241134" y="2040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3" name="pt30203"/>
            <p:cNvSpPr/>
            <p:nvPr/>
          </p:nvSpPr>
          <p:spPr>
            <a:xfrm>
              <a:off x="6834735" y="21532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4" name="pt30204"/>
            <p:cNvSpPr/>
            <p:nvPr/>
          </p:nvSpPr>
          <p:spPr>
            <a:xfrm>
              <a:off x="7098406" y="21645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5" name="pt30205"/>
            <p:cNvSpPr/>
            <p:nvPr/>
          </p:nvSpPr>
          <p:spPr>
            <a:xfrm>
              <a:off x="7235016" y="20777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6" name="pt30206"/>
            <p:cNvSpPr/>
            <p:nvPr/>
          </p:nvSpPr>
          <p:spPr>
            <a:xfrm>
              <a:off x="7233623" y="20977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7" name="pt30207"/>
            <p:cNvSpPr/>
            <p:nvPr/>
          </p:nvSpPr>
          <p:spPr>
            <a:xfrm>
              <a:off x="7170684" y="22318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8" name="pt30208"/>
            <p:cNvSpPr/>
            <p:nvPr/>
          </p:nvSpPr>
          <p:spPr>
            <a:xfrm>
              <a:off x="7217634" y="20246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9" name="pt30209"/>
            <p:cNvSpPr/>
            <p:nvPr/>
          </p:nvSpPr>
          <p:spPr>
            <a:xfrm>
              <a:off x="6913405" y="21934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0" name="pt30210"/>
            <p:cNvSpPr/>
            <p:nvPr/>
          </p:nvSpPr>
          <p:spPr>
            <a:xfrm>
              <a:off x="7162457" y="20457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1" name="pt30211"/>
            <p:cNvSpPr/>
            <p:nvPr/>
          </p:nvSpPr>
          <p:spPr>
            <a:xfrm>
              <a:off x="7188625" y="21014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2" name="pt30212"/>
            <p:cNvSpPr/>
            <p:nvPr/>
          </p:nvSpPr>
          <p:spPr>
            <a:xfrm>
              <a:off x="6882132" y="18947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3" name="pt30213"/>
            <p:cNvSpPr/>
            <p:nvPr/>
          </p:nvSpPr>
          <p:spPr>
            <a:xfrm>
              <a:off x="7180363" y="20832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4" name="pt30214"/>
            <p:cNvSpPr/>
            <p:nvPr/>
          </p:nvSpPr>
          <p:spPr>
            <a:xfrm>
              <a:off x="6996052" y="20176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5" name="pt30215"/>
            <p:cNvSpPr/>
            <p:nvPr/>
          </p:nvSpPr>
          <p:spPr>
            <a:xfrm>
              <a:off x="7214743" y="20918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6" name="pt30216"/>
            <p:cNvSpPr/>
            <p:nvPr/>
          </p:nvSpPr>
          <p:spPr>
            <a:xfrm>
              <a:off x="6900672" y="22638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7" name="pt30217"/>
            <p:cNvSpPr/>
            <p:nvPr/>
          </p:nvSpPr>
          <p:spPr>
            <a:xfrm>
              <a:off x="7115538" y="21515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8" name="pt30218"/>
            <p:cNvSpPr/>
            <p:nvPr/>
          </p:nvSpPr>
          <p:spPr>
            <a:xfrm>
              <a:off x="6878108" y="17958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9" name="pt30219"/>
            <p:cNvSpPr/>
            <p:nvPr/>
          </p:nvSpPr>
          <p:spPr>
            <a:xfrm>
              <a:off x="7187252" y="21166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0" name="pt30220"/>
            <p:cNvSpPr/>
            <p:nvPr/>
          </p:nvSpPr>
          <p:spPr>
            <a:xfrm>
              <a:off x="7171253" y="21040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1" name="pt30221"/>
            <p:cNvSpPr/>
            <p:nvPr/>
          </p:nvSpPr>
          <p:spPr>
            <a:xfrm>
              <a:off x="6950177" y="20117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2" name="pt30222"/>
            <p:cNvSpPr/>
            <p:nvPr/>
          </p:nvSpPr>
          <p:spPr>
            <a:xfrm>
              <a:off x="7115783" y="21854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3" name="pt30223"/>
            <p:cNvSpPr/>
            <p:nvPr/>
          </p:nvSpPr>
          <p:spPr>
            <a:xfrm>
              <a:off x="7260080" y="21040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4" name="pt30224"/>
            <p:cNvSpPr/>
            <p:nvPr/>
          </p:nvSpPr>
          <p:spPr>
            <a:xfrm>
              <a:off x="7056134" y="21715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5" name="pt30225"/>
            <p:cNvSpPr/>
            <p:nvPr/>
          </p:nvSpPr>
          <p:spPr>
            <a:xfrm>
              <a:off x="7318617" y="22034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6" name="pt30226"/>
            <p:cNvSpPr/>
            <p:nvPr/>
          </p:nvSpPr>
          <p:spPr>
            <a:xfrm>
              <a:off x="7007387" y="19627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7" name="pt30227"/>
            <p:cNvSpPr/>
            <p:nvPr/>
          </p:nvSpPr>
          <p:spPr>
            <a:xfrm>
              <a:off x="7290339" y="20238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8" name="pt30228"/>
            <p:cNvSpPr/>
            <p:nvPr/>
          </p:nvSpPr>
          <p:spPr>
            <a:xfrm>
              <a:off x="7262626" y="20916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9" name="pt30229"/>
            <p:cNvSpPr/>
            <p:nvPr/>
          </p:nvSpPr>
          <p:spPr>
            <a:xfrm>
              <a:off x="7471725" y="27743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0" name="pt30230"/>
            <p:cNvSpPr/>
            <p:nvPr/>
          </p:nvSpPr>
          <p:spPr>
            <a:xfrm>
              <a:off x="7272036" y="19089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1" name="pt30231"/>
            <p:cNvSpPr/>
            <p:nvPr/>
          </p:nvSpPr>
          <p:spPr>
            <a:xfrm>
              <a:off x="6876556" y="1807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2" name="pt30232"/>
            <p:cNvSpPr/>
            <p:nvPr/>
          </p:nvSpPr>
          <p:spPr>
            <a:xfrm>
              <a:off x="6758362" y="25430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3" name="pt30233"/>
            <p:cNvSpPr/>
            <p:nvPr/>
          </p:nvSpPr>
          <p:spPr>
            <a:xfrm>
              <a:off x="7039839" y="24450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4" name="pt30234"/>
            <p:cNvSpPr/>
            <p:nvPr/>
          </p:nvSpPr>
          <p:spPr>
            <a:xfrm>
              <a:off x="7346329" y="24227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5" name="pt30235"/>
            <p:cNvSpPr/>
            <p:nvPr/>
          </p:nvSpPr>
          <p:spPr>
            <a:xfrm>
              <a:off x="7291025" y="21650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6" name="pt30236"/>
            <p:cNvSpPr/>
            <p:nvPr/>
          </p:nvSpPr>
          <p:spPr>
            <a:xfrm>
              <a:off x="7179703" y="21455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7" name="pt30237"/>
            <p:cNvSpPr/>
            <p:nvPr/>
          </p:nvSpPr>
          <p:spPr>
            <a:xfrm>
              <a:off x="7039710" y="23614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8" name="pt30238"/>
            <p:cNvSpPr/>
            <p:nvPr/>
          </p:nvSpPr>
          <p:spPr>
            <a:xfrm>
              <a:off x="7215635" y="21005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9" name="pt30239"/>
            <p:cNvSpPr/>
            <p:nvPr/>
          </p:nvSpPr>
          <p:spPr>
            <a:xfrm>
              <a:off x="7145250" y="21610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0" name="pt30240"/>
            <p:cNvSpPr/>
            <p:nvPr/>
          </p:nvSpPr>
          <p:spPr>
            <a:xfrm>
              <a:off x="7463754" y="24302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1" name="pt30241"/>
            <p:cNvSpPr/>
            <p:nvPr/>
          </p:nvSpPr>
          <p:spPr>
            <a:xfrm>
              <a:off x="7158152" y="20309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2" name="pt30242"/>
            <p:cNvSpPr/>
            <p:nvPr/>
          </p:nvSpPr>
          <p:spPr>
            <a:xfrm>
              <a:off x="7395975" y="27067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3" name="pt30243"/>
            <p:cNvSpPr/>
            <p:nvPr/>
          </p:nvSpPr>
          <p:spPr>
            <a:xfrm>
              <a:off x="6892325" y="16852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4" name="pt30244"/>
            <p:cNvSpPr/>
            <p:nvPr/>
          </p:nvSpPr>
          <p:spPr>
            <a:xfrm>
              <a:off x="7090384" y="21878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5" name="pt30245"/>
            <p:cNvSpPr/>
            <p:nvPr/>
          </p:nvSpPr>
          <p:spPr>
            <a:xfrm>
              <a:off x="7302867" y="20224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6" name="pt30246"/>
            <p:cNvSpPr/>
            <p:nvPr/>
          </p:nvSpPr>
          <p:spPr>
            <a:xfrm>
              <a:off x="7083440" y="2256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7" name="pt30247"/>
            <p:cNvSpPr/>
            <p:nvPr/>
          </p:nvSpPr>
          <p:spPr>
            <a:xfrm>
              <a:off x="7485160" y="21281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8" name="pt30248"/>
            <p:cNvSpPr/>
            <p:nvPr/>
          </p:nvSpPr>
          <p:spPr>
            <a:xfrm>
              <a:off x="7361181" y="20404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9" name="pt30249"/>
            <p:cNvSpPr/>
            <p:nvPr/>
          </p:nvSpPr>
          <p:spPr>
            <a:xfrm>
              <a:off x="7192494" y="22371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0" name="pt30250"/>
            <p:cNvSpPr/>
            <p:nvPr/>
          </p:nvSpPr>
          <p:spPr>
            <a:xfrm>
              <a:off x="7091160" y="22617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1" name="pt30251"/>
            <p:cNvSpPr/>
            <p:nvPr/>
          </p:nvSpPr>
          <p:spPr>
            <a:xfrm>
              <a:off x="7097037" y="21047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2" name="pt30252"/>
            <p:cNvSpPr/>
            <p:nvPr/>
          </p:nvSpPr>
          <p:spPr>
            <a:xfrm>
              <a:off x="7011431" y="19195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3" name="pt30253"/>
            <p:cNvSpPr/>
            <p:nvPr/>
          </p:nvSpPr>
          <p:spPr>
            <a:xfrm>
              <a:off x="7049934" y="16395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4" name="pt30254"/>
            <p:cNvSpPr/>
            <p:nvPr/>
          </p:nvSpPr>
          <p:spPr>
            <a:xfrm>
              <a:off x="6938134" y="21206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5" name="pt30255"/>
            <p:cNvSpPr/>
            <p:nvPr/>
          </p:nvSpPr>
          <p:spPr>
            <a:xfrm>
              <a:off x="7206384" y="20299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6" name="pt30256"/>
            <p:cNvSpPr/>
            <p:nvPr/>
          </p:nvSpPr>
          <p:spPr>
            <a:xfrm>
              <a:off x="7245912" y="23762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7" name="pt30257"/>
            <p:cNvSpPr/>
            <p:nvPr/>
          </p:nvSpPr>
          <p:spPr>
            <a:xfrm>
              <a:off x="7017627" y="17795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8" name="pt30258"/>
            <p:cNvSpPr/>
            <p:nvPr/>
          </p:nvSpPr>
          <p:spPr>
            <a:xfrm>
              <a:off x="6918366" y="22925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9" name="pt30259"/>
            <p:cNvSpPr/>
            <p:nvPr/>
          </p:nvSpPr>
          <p:spPr>
            <a:xfrm>
              <a:off x="7031180" y="21456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0" name="pt30260"/>
            <p:cNvSpPr/>
            <p:nvPr/>
          </p:nvSpPr>
          <p:spPr>
            <a:xfrm>
              <a:off x="6944958" y="20047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1" name="pt30261"/>
            <p:cNvSpPr/>
            <p:nvPr/>
          </p:nvSpPr>
          <p:spPr>
            <a:xfrm>
              <a:off x="7186879" y="21340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2" name="pt30262"/>
            <p:cNvSpPr/>
            <p:nvPr/>
          </p:nvSpPr>
          <p:spPr>
            <a:xfrm>
              <a:off x="7032201" y="22899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3" name="pt30263"/>
            <p:cNvSpPr/>
            <p:nvPr/>
          </p:nvSpPr>
          <p:spPr>
            <a:xfrm>
              <a:off x="7420717" y="25389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4" name="pt30264"/>
            <p:cNvSpPr/>
            <p:nvPr/>
          </p:nvSpPr>
          <p:spPr>
            <a:xfrm>
              <a:off x="6977660" y="19947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5" name="pt30265"/>
            <p:cNvSpPr/>
            <p:nvPr/>
          </p:nvSpPr>
          <p:spPr>
            <a:xfrm>
              <a:off x="7022555" y="22963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6" name="pt30266"/>
            <p:cNvSpPr/>
            <p:nvPr/>
          </p:nvSpPr>
          <p:spPr>
            <a:xfrm>
              <a:off x="7088252" y="22355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7" name="pt30267"/>
            <p:cNvSpPr/>
            <p:nvPr/>
          </p:nvSpPr>
          <p:spPr>
            <a:xfrm>
              <a:off x="7023038" y="22633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8" name="pt30268"/>
            <p:cNvSpPr/>
            <p:nvPr/>
          </p:nvSpPr>
          <p:spPr>
            <a:xfrm>
              <a:off x="7061956" y="22554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9" name="pt30269"/>
            <p:cNvSpPr/>
            <p:nvPr/>
          </p:nvSpPr>
          <p:spPr>
            <a:xfrm>
              <a:off x="7276441" y="20533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0" name="pt30270"/>
            <p:cNvSpPr/>
            <p:nvPr/>
          </p:nvSpPr>
          <p:spPr>
            <a:xfrm>
              <a:off x="7038282" y="23556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1" name="pt30271"/>
            <p:cNvSpPr/>
            <p:nvPr/>
          </p:nvSpPr>
          <p:spPr>
            <a:xfrm>
              <a:off x="7202356" y="21008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2" name="pt30272"/>
            <p:cNvSpPr/>
            <p:nvPr/>
          </p:nvSpPr>
          <p:spPr>
            <a:xfrm>
              <a:off x="7311586" y="19552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3" name="pt30273"/>
            <p:cNvSpPr/>
            <p:nvPr/>
          </p:nvSpPr>
          <p:spPr>
            <a:xfrm>
              <a:off x="7177564" y="2156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4" name="pt30274"/>
            <p:cNvSpPr/>
            <p:nvPr/>
          </p:nvSpPr>
          <p:spPr>
            <a:xfrm>
              <a:off x="7169297" y="21707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5" name="pt30275"/>
            <p:cNvSpPr/>
            <p:nvPr/>
          </p:nvSpPr>
          <p:spPr>
            <a:xfrm>
              <a:off x="7024509" y="23280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6" name="pt30276"/>
            <p:cNvSpPr/>
            <p:nvPr/>
          </p:nvSpPr>
          <p:spPr>
            <a:xfrm>
              <a:off x="7302072" y="21005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7" name="pt30277"/>
            <p:cNvSpPr/>
            <p:nvPr/>
          </p:nvSpPr>
          <p:spPr>
            <a:xfrm>
              <a:off x="7164413" y="21459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8" name="pt30278"/>
            <p:cNvSpPr/>
            <p:nvPr/>
          </p:nvSpPr>
          <p:spPr>
            <a:xfrm>
              <a:off x="6879289" y="23194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9" name="pt30279"/>
            <p:cNvSpPr/>
            <p:nvPr/>
          </p:nvSpPr>
          <p:spPr>
            <a:xfrm>
              <a:off x="7242299" y="20823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0" name="pt30280"/>
            <p:cNvSpPr/>
            <p:nvPr/>
          </p:nvSpPr>
          <p:spPr>
            <a:xfrm>
              <a:off x="7417519" y="2809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1" name="pt30281"/>
            <p:cNvSpPr/>
            <p:nvPr/>
          </p:nvSpPr>
          <p:spPr>
            <a:xfrm>
              <a:off x="7175935" y="20622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2" name="pt30282"/>
            <p:cNvSpPr/>
            <p:nvPr/>
          </p:nvSpPr>
          <p:spPr>
            <a:xfrm>
              <a:off x="7133129" y="24268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3" name="pt30283"/>
            <p:cNvSpPr/>
            <p:nvPr/>
          </p:nvSpPr>
          <p:spPr>
            <a:xfrm>
              <a:off x="7170098" y="21883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4" name="pt30284"/>
            <p:cNvSpPr/>
            <p:nvPr/>
          </p:nvSpPr>
          <p:spPr>
            <a:xfrm>
              <a:off x="7253526" y="18592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5" name="pt30285"/>
            <p:cNvSpPr/>
            <p:nvPr/>
          </p:nvSpPr>
          <p:spPr>
            <a:xfrm>
              <a:off x="7177557" y="20718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6" name="pt30286"/>
            <p:cNvSpPr/>
            <p:nvPr/>
          </p:nvSpPr>
          <p:spPr>
            <a:xfrm>
              <a:off x="7037215" y="24806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7" name="pt30287"/>
            <p:cNvSpPr/>
            <p:nvPr/>
          </p:nvSpPr>
          <p:spPr>
            <a:xfrm>
              <a:off x="7165781" y="2195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8" name="pt30288"/>
            <p:cNvSpPr/>
            <p:nvPr/>
          </p:nvSpPr>
          <p:spPr>
            <a:xfrm>
              <a:off x="7033252" y="23313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9" name="pt30289"/>
            <p:cNvSpPr/>
            <p:nvPr/>
          </p:nvSpPr>
          <p:spPr>
            <a:xfrm>
              <a:off x="7146732" y="20750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0" name="pt30290"/>
            <p:cNvSpPr/>
            <p:nvPr/>
          </p:nvSpPr>
          <p:spPr>
            <a:xfrm>
              <a:off x="7483148" y="21838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1" name="pt30291"/>
            <p:cNvSpPr/>
            <p:nvPr/>
          </p:nvSpPr>
          <p:spPr>
            <a:xfrm>
              <a:off x="6802399" y="24166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2" name="pt30292"/>
            <p:cNvSpPr/>
            <p:nvPr/>
          </p:nvSpPr>
          <p:spPr>
            <a:xfrm>
              <a:off x="7186567" y="21425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3" name="pt30293"/>
            <p:cNvSpPr/>
            <p:nvPr/>
          </p:nvSpPr>
          <p:spPr>
            <a:xfrm>
              <a:off x="7237740" y="20473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4" name="pt30294"/>
            <p:cNvSpPr/>
            <p:nvPr/>
          </p:nvSpPr>
          <p:spPr>
            <a:xfrm>
              <a:off x="7125524" y="21570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5" name="pt30295"/>
            <p:cNvSpPr/>
            <p:nvPr/>
          </p:nvSpPr>
          <p:spPr>
            <a:xfrm>
              <a:off x="7007660" y="20031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6" name="pt30296"/>
            <p:cNvSpPr/>
            <p:nvPr/>
          </p:nvSpPr>
          <p:spPr>
            <a:xfrm>
              <a:off x="7110500" y="21919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7" name="pt30297"/>
            <p:cNvSpPr/>
            <p:nvPr/>
          </p:nvSpPr>
          <p:spPr>
            <a:xfrm>
              <a:off x="7334240" y="22204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8" name="pt30298"/>
            <p:cNvSpPr/>
            <p:nvPr/>
          </p:nvSpPr>
          <p:spPr>
            <a:xfrm>
              <a:off x="7124347" y="20432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9" name="pt30299"/>
            <p:cNvSpPr/>
            <p:nvPr/>
          </p:nvSpPr>
          <p:spPr>
            <a:xfrm>
              <a:off x="7250169" y="20063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0" name="pt30300"/>
            <p:cNvSpPr/>
            <p:nvPr/>
          </p:nvSpPr>
          <p:spPr>
            <a:xfrm>
              <a:off x="7326403" y="21455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1" name="pt30301"/>
            <p:cNvSpPr/>
            <p:nvPr/>
          </p:nvSpPr>
          <p:spPr>
            <a:xfrm>
              <a:off x="7172323" y="21358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2" name="pt30302"/>
            <p:cNvSpPr/>
            <p:nvPr/>
          </p:nvSpPr>
          <p:spPr>
            <a:xfrm>
              <a:off x="6777195" y="24722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3" name="pt30303"/>
            <p:cNvSpPr/>
            <p:nvPr/>
          </p:nvSpPr>
          <p:spPr>
            <a:xfrm>
              <a:off x="7155128" y="19904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4" name="pt30304"/>
            <p:cNvSpPr/>
            <p:nvPr/>
          </p:nvSpPr>
          <p:spPr>
            <a:xfrm>
              <a:off x="7051531" y="20473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5" name="pt30305"/>
            <p:cNvSpPr/>
            <p:nvPr/>
          </p:nvSpPr>
          <p:spPr>
            <a:xfrm>
              <a:off x="7077644" y="21868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6" name="pt30306"/>
            <p:cNvSpPr/>
            <p:nvPr/>
          </p:nvSpPr>
          <p:spPr>
            <a:xfrm>
              <a:off x="7326019" y="22800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7" name="pt30307"/>
            <p:cNvSpPr/>
            <p:nvPr/>
          </p:nvSpPr>
          <p:spPr>
            <a:xfrm>
              <a:off x="7291216" y="21584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8" name="pt30308"/>
            <p:cNvSpPr/>
            <p:nvPr/>
          </p:nvSpPr>
          <p:spPr>
            <a:xfrm>
              <a:off x="6880582" y="20259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9" name="pt30309"/>
            <p:cNvSpPr/>
            <p:nvPr/>
          </p:nvSpPr>
          <p:spPr>
            <a:xfrm>
              <a:off x="7227477" y="22941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0" name="pt30310"/>
            <p:cNvSpPr/>
            <p:nvPr/>
          </p:nvSpPr>
          <p:spPr>
            <a:xfrm>
              <a:off x="7152630" y="19731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1" name="pt30311"/>
            <p:cNvSpPr/>
            <p:nvPr/>
          </p:nvSpPr>
          <p:spPr>
            <a:xfrm>
              <a:off x="7154716" y="20078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2" name="pt30312"/>
            <p:cNvSpPr/>
            <p:nvPr/>
          </p:nvSpPr>
          <p:spPr>
            <a:xfrm>
              <a:off x="7315404" y="20647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3" name="pt30313"/>
            <p:cNvSpPr/>
            <p:nvPr/>
          </p:nvSpPr>
          <p:spPr>
            <a:xfrm>
              <a:off x="7066794" y="19871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4" name="pt30314"/>
            <p:cNvSpPr/>
            <p:nvPr/>
          </p:nvSpPr>
          <p:spPr>
            <a:xfrm>
              <a:off x="6986137" y="20548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5" name="pt30315"/>
            <p:cNvSpPr/>
            <p:nvPr/>
          </p:nvSpPr>
          <p:spPr>
            <a:xfrm>
              <a:off x="7085607" y="2232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6" name="pt30316"/>
            <p:cNvSpPr/>
            <p:nvPr/>
          </p:nvSpPr>
          <p:spPr>
            <a:xfrm>
              <a:off x="7371483" y="22649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7" name="pt30317"/>
            <p:cNvSpPr/>
            <p:nvPr/>
          </p:nvSpPr>
          <p:spPr>
            <a:xfrm>
              <a:off x="7267343" y="20519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8" name="pt30318"/>
            <p:cNvSpPr/>
            <p:nvPr/>
          </p:nvSpPr>
          <p:spPr>
            <a:xfrm>
              <a:off x="7264867" y="21306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9" name="pt30319"/>
            <p:cNvSpPr/>
            <p:nvPr/>
          </p:nvSpPr>
          <p:spPr>
            <a:xfrm>
              <a:off x="7084038" y="22350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0" name="pt30320"/>
            <p:cNvSpPr/>
            <p:nvPr/>
          </p:nvSpPr>
          <p:spPr>
            <a:xfrm>
              <a:off x="7395582" y="24748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1" name="pt30321"/>
            <p:cNvSpPr/>
            <p:nvPr/>
          </p:nvSpPr>
          <p:spPr>
            <a:xfrm>
              <a:off x="6979390" y="18761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2" name="pt30322"/>
            <p:cNvSpPr/>
            <p:nvPr/>
          </p:nvSpPr>
          <p:spPr>
            <a:xfrm>
              <a:off x="7050292" y="18905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3" name="pt30323"/>
            <p:cNvSpPr/>
            <p:nvPr/>
          </p:nvSpPr>
          <p:spPr>
            <a:xfrm>
              <a:off x="7178741" y="19852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4" name="pt30324"/>
            <p:cNvSpPr/>
            <p:nvPr/>
          </p:nvSpPr>
          <p:spPr>
            <a:xfrm>
              <a:off x="6959312" y="19095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5" name="pt30325"/>
            <p:cNvSpPr/>
            <p:nvPr/>
          </p:nvSpPr>
          <p:spPr>
            <a:xfrm>
              <a:off x="7105750" y="21382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6" name="pt30326"/>
            <p:cNvSpPr/>
            <p:nvPr/>
          </p:nvSpPr>
          <p:spPr>
            <a:xfrm>
              <a:off x="7118893" y="21593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7" name="pt30327"/>
            <p:cNvSpPr/>
            <p:nvPr/>
          </p:nvSpPr>
          <p:spPr>
            <a:xfrm>
              <a:off x="7171007" y="21602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8" name="pt30328"/>
            <p:cNvSpPr/>
            <p:nvPr/>
          </p:nvSpPr>
          <p:spPr>
            <a:xfrm>
              <a:off x="6925954" y="22215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9" name="pt30329"/>
            <p:cNvSpPr/>
            <p:nvPr/>
          </p:nvSpPr>
          <p:spPr>
            <a:xfrm>
              <a:off x="7400787" y="27759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0" name="pt30330"/>
            <p:cNvSpPr/>
            <p:nvPr/>
          </p:nvSpPr>
          <p:spPr>
            <a:xfrm>
              <a:off x="7164804" y="21101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1" name="pt30331"/>
            <p:cNvSpPr/>
            <p:nvPr/>
          </p:nvSpPr>
          <p:spPr>
            <a:xfrm>
              <a:off x="7990712" y="23484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2" name="pt30332"/>
            <p:cNvSpPr/>
            <p:nvPr/>
          </p:nvSpPr>
          <p:spPr>
            <a:xfrm>
              <a:off x="7114770" y="21443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3" name="pt30333"/>
            <p:cNvSpPr/>
            <p:nvPr/>
          </p:nvSpPr>
          <p:spPr>
            <a:xfrm>
              <a:off x="7080345" y="22445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4" name="pt30334"/>
            <p:cNvSpPr/>
            <p:nvPr/>
          </p:nvSpPr>
          <p:spPr>
            <a:xfrm>
              <a:off x="7218163" y="20029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5" name="pt30335"/>
            <p:cNvSpPr/>
            <p:nvPr/>
          </p:nvSpPr>
          <p:spPr>
            <a:xfrm>
              <a:off x="7149246" y="20533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6" name="pt30336"/>
            <p:cNvSpPr/>
            <p:nvPr/>
          </p:nvSpPr>
          <p:spPr>
            <a:xfrm>
              <a:off x="7280501" y="19999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7" name="pt30337"/>
            <p:cNvSpPr/>
            <p:nvPr/>
          </p:nvSpPr>
          <p:spPr>
            <a:xfrm>
              <a:off x="7060372" y="22657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8" name="pt30338"/>
            <p:cNvSpPr/>
            <p:nvPr/>
          </p:nvSpPr>
          <p:spPr>
            <a:xfrm>
              <a:off x="7021258" y="20503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9" name="pt30339"/>
            <p:cNvSpPr/>
            <p:nvPr/>
          </p:nvSpPr>
          <p:spPr>
            <a:xfrm>
              <a:off x="7076167" y="21781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0" name="pt30340"/>
            <p:cNvSpPr/>
            <p:nvPr/>
          </p:nvSpPr>
          <p:spPr>
            <a:xfrm>
              <a:off x="7055390" y="21562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1" name="pt30341"/>
            <p:cNvSpPr/>
            <p:nvPr/>
          </p:nvSpPr>
          <p:spPr>
            <a:xfrm>
              <a:off x="7174092" y="20830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2" name="pt30342"/>
            <p:cNvSpPr/>
            <p:nvPr/>
          </p:nvSpPr>
          <p:spPr>
            <a:xfrm>
              <a:off x="6868022" y="20843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3" name="pt30343"/>
            <p:cNvSpPr/>
            <p:nvPr/>
          </p:nvSpPr>
          <p:spPr>
            <a:xfrm>
              <a:off x="7177910" y="21552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4" name="pt30344"/>
            <p:cNvSpPr/>
            <p:nvPr/>
          </p:nvSpPr>
          <p:spPr>
            <a:xfrm>
              <a:off x="7175642" y="20425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5" name="pt30345"/>
            <p:cNvSpPr/>
            <p:nvPr/>
          </p:nvSpPr>
          <p:spPr>
            <a:xfrm>
              <a:off x="7119328" y="21639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6" name="pt30346"/>
            <p:cNvSpPr/>
            <p:nvPr/>
          </p:nvSpPr>
          <p:spPr>
            <a:xfrm>
              <a:off x="7315083" y="21296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7" name="pt30347"/>
            <p:cNvSpPr/>
            <p:nvPr/>
          </p:nvSpPr>
          <p:spPr>
            <a:xfrm>
              <a:off x="7024280" y="23344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8" name="pt30348"/>
            <p:cNvSpPr/>
            <p:nvPr/>
          </p:nvSpPr>
          <p:spPr>
            <a:xfrm>
              <a:off x="7096852" y="21151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9" name="pt30349"/>
            <p:cNvSpPr/>
            <p:nvPr/>
          </p:nvSpPr>
          <p:spPr>
            <a:xfrm>
              <a:off x="6934049" y="2124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0" name="pt30350"/>
            <p:cNvSpPr/>
            <p:nvPr/>
          </p:nvSpPr>
          <p:spPr>
            <a:xfrm>
              <a:off x="7164544" y="21512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1" name="pt30351"/>
            <p:cNvSpPr/>
            <p:nvPr/>
          </p:nvSpPr>
          <p:spPr>
            <a:xfrm>
              <a:off x="7103581" y="21155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2" name="pt30352"/>
            <p:cNvSpPr/>
            <p:nvPr/>
          </p:nvSpPr>
          <p:spPr>
            <a:xfrm>
              <a:off x="7134255" y="23793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3" name="pt30353"/>
            <p:cNvSpPr/>
            <p:nvPr/>
          </p:nvSpPr>
          <p:spPr>
            <a:xfrm>
              <a:off x="7175011" y="18645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4" name="pt30354"/>
            <p:cNvSpPr/>
            <p:nvPr/>
          </p:nvSpPr>
          <p:spPr>
            <a:xfrm>
              <a:off x="7306181" y="20213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5" name="pt30355"/>
            <p:cNvSpPr/>
            <p:nvPr/>
          </p:nvSpPr>
          <p:spPr>
            <a:xfrm>
              <a:off x="7087075" y="2152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6" name="pt30356"/>
            <p:cNvSpPr/>
            <p:nvPr/>
          </p:nvSpPr>
          <p:spPr>
            <a:xfrm>
              <a:off x="7206965" y="2040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7" name="pt30357"/>
            <p:cNvSpPr/>
            <p:nvPr/>
          </p:nvSpPr>
          <p:spPr>
            <a:xfrm>
              <a:off x="7025752" y="22338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8" name="pt30358"/>
            <p:cNvSpPr/>
            <p:nvPr/>
          </p:nvSpPr>
          <p:spPr>
            <a:xfrm>
              <a:off x="7275622" y="20645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9" name="pt30359"/>
            <p:cNvSpPr/>
            <p:nvPr/>
          </p:nvSpPr>
          <p:spPr>
            <a:xfrm>
              <a:off x="7051624" y="20163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0" name="pt30360"/>
            <p:cNvSpPr/>
            <p:nvPr/>
          </p:nvSpPr>
          <p:spPr>
            <a:xfrm>
              <a:off x="7183147" y="19320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1" name="pt30361"/>
            <p:cNvSpPr/>
            <p:nvPr/>
          </p:nvSpPr>
          <p:spPr>
            <a:xfrm>
              <a:off x="7049791" y="16635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2" name="pt30362"/>
            <p:cNvSpPr/>
            <p:nvPr/>
          </p:nvSpPr>
          <p:spPr>
            <a:xfrm>
              <a:off x="7009230" y="19398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3" name="pt30363"/>
            <p:cNvSpPr/>
            <p:nvPr/>
          </p:nvSpPr>
          <p:spPr>
            <a:xfrm>
              <a:off x="6926256" y="21922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4" name="pt30364"/>
            <p:cNvSpPr/>
            <p:nvPr/>
          </p:nvSpPr>
          <p:spPr>
            <a:xfrm>
              <a:off x="6984361" y="21578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5" name="pt30365"/>
            <p:cNvSpPr/>
            <p:nvPr/>
          </p:nvSpPr>
          <p:spPr>
            <a:xfrm>
              <a:off x="7285466" y="18390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6" name="pt30366"/>
            <p:cNvSpPr/>
            <p:nvPr/>
          </p:nvSpPr>
          <p:spPr>
            <a:xfrm>
              <a:off x="7141667" y="21295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7" name="pt30367"/>
            <p:cNvSpPr/>
            <p:nvPr/>
          </p:nvSpPr>
          <p:spPr>
            <a:xfrm>
              <a:off x="7152173" y="20020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8" name="pt30368"/>
            <p:cNvSpPr/>
            <p:nvPr/>
          </p:nvSpPr>
          <p:spPr>
            <a:xfrm>
              <a:off x="7127826" y="22985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9" name="pt30369"/>
            <p:cNvSpPr/>
            <p:nvPr/>
          </p:nvSpPr>
          <p:spPr>
            <a:xfrm>
              <a:off x="6982558" y="21752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0" name="pt30370"/>
            <p:cNvSpPr/>
            <p:nvPr/>
          </p:nvSpPr>
          <p:spPr>
            <a:xfrm>
              <a:off x="7215409" y="21321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1" name="pt30371"/>
            <p:cNvSpPr/>
            <p:nvPr/>
          </p:nvSpPr>
          <p:spPr>
            <a:xfrm>
              <a:off x="7121181" y="21477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2" name="pt30372"/>
            <p:cNvSpPr/>
            <p:nvPr/>
          </p:nvSpPr>
          <p:spPr>
            <a:xfrm>
              <a:off x="7055619" y="21791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3" name="pt30373"/>
            <p:cNvSpPr/>
            <p:nvPr/>
          </p:nvSpPr>
          <p:spPr>
            <a:xfrm>
              <a:off x="7236928" y="20932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4" name="pt30374"/>
            <p:cNvSpPr/>
            <p:nvPr/>
          </p:nvSpPr>
          <p:spPr>
            <a:xfrm>
              <a:off x="7009200" y="18837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5" name="pt30375"/>
            <p:cNvSpPr/>
            <p:nvPr/>
          </p:nvSpPr>
          <p:spPr>
            <a:xfrm>
              <a:off x="7097984" y="21948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6" name="pt30376"/>
            <p:cNvSpPr/>
            <p:nvPr/>
          </p:nvSpPr>
          <p:spPr>
            <a:xfrm>
              <a:off x="6502544" y="18673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7" name="pt30377"/>
            <p:cNvSpPr/>
            <p:nvPr/>
          </p:nvSpPr>
          <p:spPr>
            <a:xfrm>
              <a:off x="7056711" y="2183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8" name="pt30378"/>
            <p:cNvSpPr/>
            <p:nvPr/>
          </p:nvSpPr>
          <p:spPr>
            <a:xfrm>
              <a:off x="7142204" y="21861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9" name="pt30379"/>
            <p:cNvSpPr/>
            <p:nvPr/>
          </p:nvSpPr>
          <p:spPr>
            <a:xfrm>
              <a:off x="7217145" y="20879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0" name="pt30380"/>
            <p:cNvSpPr/>
            <p:nvPr/>
          </p:nvSpPr>
          <p:spPr>
            <a:xfrm>
              <a:off x="7174588" y="20038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1" name="pt30381"/>
            <p:cNvSpPr/>
            <p:nvPr/>
          </p:nvSpPr>
          <p:spPr>
            <a:xfrm>
              <a:off x="7400263" y="27266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2" name="pt30382"/>
            <p:cNvSpPr/>
            <p:nvPr/>
          </p:nvSpPr>
          <p:spPr>
            <a:xfrm>
              <a:off x="7494640" y="23881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3" name="pt30383"/>
            <p:cNvSpPr/>
            <p:nvPr/>
          </p:nvSpPr>
          <p:spPr>
            <a:xfrm>
              <a:off x="6994303" y="20061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4" name="pt30384"/>
            <p:cNvSpPr/>
            <p:nvPr/>
          </p:nvSpPr>
          <p:spPr>
            <a:xfrm>
              <a:off x="7289816" y="20586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5" name="pt30385"/>
            <p:cNvSpPr/>
            <p:nvPr/>
          </p:nvSpPr>
          <p:spPr>
            <a:xfrm>
              <a:off x="7061655" y="22539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6" name="pt30386"/>
            <p:cNvSpPr/>
            <p:nvPr/>
          </p:nvSpPr>
          <p:spPr>
            <a:xfrm>
              <a:off x="7079356" y="21929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7" name="pt30387"/>
            <p:cNvSpPr/>
            <p:nvPr/>
          </p:nvSpPr>
          <p:spPr>
            <a:xfrm>
              <a:off x="7108154" y="21089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8" name="pt30388"/>
            <p:cNvSpPr/>
            <p:nvPr/>
          </p:nvSpPr>
          <p:spPr>
            <a:xfrm>
              <a:off x="7106715" y="21220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9" name="pt30389"/>
            <p:cNvSpPr/>
            <p:nvPr/>
          </p:nvSpPr>
          <p:spPr>
            <a:xfrm>
              <a:off x="7806487" y="25188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0" name="pt30390"/>
            <p:cNvSpPr/>
            <p:nvPr/>
          </p:nvSpPr>
          <p:spPr>
            <a:xfrm>
              <a:off x="6912268" y="21838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1" name="pt30391"/>
            <p:cNvSpPr/>
            <p:nvPr/>
          </p:nvSpPr>
          <p:spPr>
            <a:xfrm>
              <a:off x="6841995" y="25316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2" name="pt30392"/>
            <p:cNvSpPr/>
            <p:nvPr/>
          </p:nvSpPr>
          <p:spPr>
            <a:xfrm>
              <a:off x="7414116" y="23441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3" name="pt30393"/>
            <p:cNvSpPr/>
            <p:nvPr/>
          </p:nvSpPr>
          <p:spPr>
            <a:xfrm>
              <a:off x="7438360" y="27970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4" name="pt30394"/>
            <p:cNvSpPr/>
            <p:nvPr/>
          </p:nvSpPr>
          <p:spPr>
            <a:xfrm>
              <a:off x="7120804" y="21646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5" name="pt30395"/>
            <p:cNvSpPr/>
            <p:nvPr/>
          </p:nvSpPr>
          <p:spPr>
            <a:xfrm>
              <a:off x="7327932" y="20842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6" name="pt30396"/>
            <p:cNvSpPr/>
            <p:nvPr/>
          </p:nvSpPr>
          <p:spPr>
            <a:xfrm>
              <a:off x="6861217" y="23292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7" name="pt30397"/>
            <p:cNvSpPr/>
            <p:nvPr/>
          </p:nvSpPr>
          <p:spPr>
            <a:xfrm>
              <a:off x="7130363" y="22588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8" name="pt30398"/>
            <p:cNvSpPr/>
            <p:nvPr/>
          </p:nvSpPr>
          <p:spPr>
            <a:xfrm>
              <a:off x="7245689" y="22231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9" name="pt30399"/>
            <p:cNvSpPr/>
            <p:nvPr/>
          </p:nvSpPr>
          <p:spPr>
            <a:xfrm>
              <a:off x="7138195" y="23059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0" name="pt30400"/>
            <p:cNvSpPr/>
            <p:nvPr/>
          </p:nvSpPr>
          <p:spPr>
            <a:xfrm>
              <a:off x="6925478" y="22758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1" name="pt30401"/>
            <p:cNvSpPr/>
            <p:nvPr/>
          </p:nvSpPr>
          <p:spPr>
            <a:xfrm>
              <a:off x="7030088" y="22134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2" name="pt30402"/>
            <p:cNvSpPr/>
            <p:nvPr/>
          </p:nvSpPr>
          <p:spPr>
            <a:xfrm>
              <a:off x="7116915" y="20864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3" name="pt30403"/>
            <p:cNvSpPr/>
            <p:nvPr/>
          </p:nvSpPr>
          <p:spPr>
            <a:xfrm>
              <a:off x="6799159" y="24034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4" name="pt30404"/>
            <p:cNvSpPr/>
            <p:nvPr/>
          </p:nvSpPr>
          <p:spPr>
            <a:xfrm>
              <a:off x="7117081" y="21329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5" name="pt30405"/>
            <p:cNvSpPr/>
            <p:nvPr/>
          </p:nvSpPr>
          <p:spPr>
            <a:xfrm>
              <a:off x="6972823" y="20233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6" name="pt30406"/>
            <p:cNvSpPr/>
            <p:nvPr/>
          </p:nvSpPr>
          <p:spPr>
            <a:xfrm>
              <a:off x="7128357" y="22947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7" name="pt30407"/>
            <p:cNvSpPr/>
            <p:nvPr/>
          </p:nvSpPr>
          <p:spPr>
            <a:xfrm>
              <a:off x="7171521" y="21436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8" name="pt30408"/>
            <p:cNvSpPr/>
            <p:nvPr/>
          </p:nvSpPr>
          <p:spPr>
            <a:xfrm>
              <a:off x="7370710" y="22025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9" name="pt30409"/>
            <p:cNvSpPr/>
            <p:nvPr/>
          </p:nvSpPr>
          <p:spPr>
            <a:xfrm>
              <a:off x="7174219" y="2059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0" name="pt30410"/>
            <p:cNvSpPr/>
            <p:nvPr/>
          </p:nvSpPr>
          <p:spPr>
            <a:xfrm>
              <a:off x="7196443" y="22793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1" name="pt30411"/>
            <p:cNvSpPr/>
            <p:nvPr/>
          </p:nvSpPr>
          <p:spPr>
            <a:xfrm>
              <a:off x="6830229" y="20503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2" name="pt30412"/>
            <p:cNvSpPr/>
            <p:nvPr/>
          </p:nvSpPr>
          <p:spPr>
            <a:xfrm>
              <a:off x="7134271" y="2377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3" name="pt30413"/>
            <p:cNvSpPr/>
            <p:nvPr/>
          </p:nvSpPr>
          <p:spPr>
            <a:xfrm>
              <a:off x="7066674" y="18858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4" name="pt30414"/>
            <p:cNvSpPr/>
            <p:nvPr/>
          </p:nvSpPr>
          <p:spPr>
            <a:xfrm>
              <a:off x="7199949" y="23040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5" name="pt30415"/>
            <p:cNvSpPr/>
            <p:nvPr/>
          </p:nvSpPr>
          <p:spPr>
            <a:xfrm>
              <a:off x="7023871" y="21462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6" name="pt30416"/>
            <p:cNvSpPr/>
            <p:nvPr/>
          </p:nvSpPr>
          <p:spPr>
            <a:xfrm>
              <a:off x="7038753" y="23116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7" name="pt30417"/>
            <p:cNvSpPr/>
            <p:nvPr/>
          </p:nvSpPr>
          <p:spPr>
            <a:xfrm>
              <a:off x="7198827" y="22358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8" name="pt30418"/>
            <p:cNvSpPr/>
            <p:nvPr/>
          </p:nvSpPr>
          <p:spPr>
            <a:xfrm>
              <a:off x="7019715" y="20749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9" name="pt30419"/>
            <p:cNvSpPr/>
            <p:nvPr/>
          </p:nvSpPr>
          <p:spPr>
            <a:xfrm>
              <a:off x="7275602" y="19735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0" name="pt30420"/>
            <p:cNvSpPr/>
            <p:nvPr/>
          </p:nvSpPr>
          <p:spPr>
            <a:xfrm>
              <a:off x="6897955" y="22119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1" name="pt30421"/>
            <p:cNvSpPr/>
            <p:nvPr/>
          </p:nvSpPr>
          <p:spPr>
            <a:xfrm>
              <a:off x="7035618" y="2352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2" name="pt30422"/>
            <p:cNvSpPr/>
            <p:nvPr/>
          </p:nvSpPr>
          <p:spPr>
            <a:xfrm>
              <a:off x="7161026" y="20432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3" name="pt30423"/>
            <p:cNvSpPr/>
            <p:nvPr/>
          </p:nvSpPr>
          <p:spPr>
            <a:xfrm>
              <a:off x="7257812" y="20737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4" name="pt30424"/>
            <p:cNvSpPr/>
            <p:nvPr/>
          </p:nvSpPr>
          <p:spPr>
            <a:xfrm>
              <a:off x="6960137" y="21240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5" name="pt30425"/>
            <p:cNvSpPr/>
            <p:nvPr/>
          </p:nvSpPr>
          <p:spPr>
            <a:xfrm>
              <a:off x="6994377" y="19628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6" name="pt30426"/>
            <p:cNvSpPr/>
            <p:nvPr/>
          </p:nvSpPr>
          <p:spPr>
            <a:xfrm>
              <a:off x="7108642" y="20979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7" name="pt30427"/>
            <p:cNvSpPr/>
            <p:nvPr/>
          </p:nvSpPr>
          <p:spPr>
            <a:xfrm>
              <a:off x="7089048" y="21773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8" name="pt30428"/>
            <p:cNvSpPr/>
            <p:nvPr/>
          </p:nvSpPr>
          <p:spPr>
            <a:xfrm>
              <a:off x="7059484" y="22579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9" name="pt30429"/>
            <p:cNvSpPr/>
            <p:nvPr/>
          </p:nvSpPr>
          <p:spPr>
            <a:xfrm>
              <a:off x="7045132" y="21479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0" name="pt30430"/>
            <p:cNvSpPr/>
            <p:nvPr/>
          </p:nvSpPr>
          <p:spPr>
            <a:xfrm>
              <a:off x="7031968" y="22638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1" name="pt30431"/>
            <p:cNvSpPr/>
            <p:nvPr/>
          </p:nvSpPr>
          <p:spPr>
            <a:xfrm>
              <a:off x="7358720" y="23179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2" name="pt30432"/>
            <p:cNvSpPr/>
            <p:nvPr/>
          </p:nvSpPr>
          <p:spPr>
            <a:xfrm>
              <a:off x="7067795" y="21012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3" name="pt30433"/>
            <p:cNvSpPr/>
            <p:nvPr/>
          </p:nvSpPr>
          <p:spPr>
            <a:xfrm>
              <a:off x="6972923" y="20188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4" name="pt30434"/>
            <p:cNvSpPr/>
            <p:nvPr/>
          </p:nvSpPr>
          <p:spPr>
            <a:xfrm>
              <a:off x="7035764" y="24159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5" name="pt30435"/>
            <p:cNvSpPr/>
            <p:nvPr/>
          </p:nvSpPr>
          <p:spPr>
            <a:xfrm>
              <a:off x="7200245" y="23403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6" name="pt30436"/>
            <p:cNvSpPr/>
            <p:nvPr/>
          </p:nvSpPr>
          <p:spPr>
            <a:xfrm>
              <a:off x="7271699" y="19733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7" name="pt30437"/>
            <p:cNvSpPr/>
            <p:nvPr/>
          </p:nvSpPr>
          <p:spPr>
            <a:xfrm>
              <a:off x="7068603" y="18217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8" name="pt30438"/>
            <p:cNvSpPr/>
            <p:nvPr/>
          </p:nvSpPr>
          <p:spPr>
            <a:xfrm>
              <a:off x="7204149" y="20756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9" name="pt30439"/>
            <p:cNvSpPr/>
            <p:nvPr/>
          </p:nvSpPr>
          <p:spPr>
            <a:xfrm>
              <a:off x="7169125" y="22302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0" name="pt30440"/>
            <p:cNvSpPr/>
            <p:nvPr/>
          </p:nvSpPr>
          <p:spPr>
            <a:xfrm>
              <a:off x="6912647" y="24074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1" name="pt30441"/>
            <p:cNvSpPr/>
            <p:nvPr/>
          </p:nvSpPr>
          <p:spPr>
            <a:xfrm>
              <a:off x="7428903" y="24789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2" name="pt30442"/>
            <p:cNvSpPr/>
            <p:nvPr/>
          </p:nvSpPr>
          <p:spPr>
            <a:xfrm>
              <a:off x="7196366" y="23244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3" name="pt30443"/>
            <p:cNvSpPr/>
            <p:nvPr/>
          </p:nvSpPr>
          <p:spPr>
            <a:xfrm>
              <a:off x="7231487" y="23073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4" name="pt30444"/>
            <p:cNvSpPr/>
            <p:nvPr/>
          </p:nvSpPr>
          <p:spPr>
            <a:xfrm>
              <a:off x="7144328" y="20898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5" name="pt30445"/>
            <p:cNvSpPr/>
            <p:nvPr/>
          </p:nvSpPr>
          <p:spPr>
            <a:xfrm>
              <a:off x="7058625" y="23120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6" name="pt30446"/>
            <p:cNvSpPr/>
            <p:nvPr/>
          </p:nvSpPr>
          <p:spPr>
            <a:xfrm>
              <a:off x="7278281" y="19588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7" name="pt30447"/>
            <p:cNvSpPr/>
            <p:nvPr/>
          </p:nvSpPr>
          <p:spPr>
            <a:xfrm>
              <a:off x="7062227" y="22385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8" name="pt30448"/>
            <p:cNvSpPr/>
            <p:nvPr/>
          </p:nvSpPr>
          <p:spPr>
            <a:xfrm>
              <a:off x="6981756" y="21603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9" name="pt30449"/>
            <p:cNvSpPr/>
            <p:nvPr/>
          </p:nvSpPr>
          <p:spPr>
            <a:xfrm>
              <a:off x="6998140" y="19293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0" name="pt30450"/>
            <p:cNvSpPr/>
            <p:nvPr/>
          </p:nvSpPr>
          <p:spPr>
            <a:xfrm>
              <a:off x="7075374" y="21988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1" name="pt30451"/>
            <p:cNvSpPr/>
            <p:nvPr/>
          </p:nvSpPr>
          <p:spPr>
            <a:xfrm>
              <a:off x="6891973" y="18434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2" name="pt30452"/>
            <p:cNvSpPr/>
            <p:nvPr/>
          </p:nvSpPr>
          <p:spPr>
            <a:xfrm>
              <a:off x="6816577" y="20218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3" name="pt30453"/>
            <p:cNvSpPr/>
            <p:nvPr/>
          </p:nvSpPr>
          <p:spPr>
            <a:xfrm>
              <a:off x="7101019" y="20167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4" name="pt30454"/>
            <p:cNvSpPr/>
            <p:nvPr/>
          </p:nvSpPr>
          <p:spPr>
            <a:xfrm>
              <a:off x="7175543" y="20898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5" name="pt30455"/>
            <p:cNvSpPr/>
            <p:nvPr/>
          </p:nvSpPr>
          <p:spPr>
            <a:xfrm>
              <a:off x="7100317" y="21517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6" name="pt30456"/>
            <p:cNvSpPr/>
            <p:nvPr/>
          </p:nvSpPr>
          <p:spPr>
            <a:xfrm>
              <a:off x="7167506" y="22368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7" name="pt30457"/>
            <p:cNvSpPr/>
            <p:nvPr/>
          </p:nvSpPr>
          <p:spPr>
            <a:xfrm>
              <a:off x="7246543" y="21140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8" name="pt30458"/>
            <p:cNvSpPr/>
            <p:nvPr/>
          </p:nvSpPr>
          <p:spPr>
            <a:xfrm>
              <a:off x="7302748" y="20835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9" name="pt30459"/>
            <p:cNvSpPr/>
            <p:nvPr/>
          </p:nvSpPr>
          <p:spPr>
            <a:xfrm>
              <a:off x="7209908" y="20254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0" name="pt30460"/>
            <p:cNvSpPr/>
            <p:nvPr/>
          </p:nvSpPr>
          <p:spPr>
            <a:xfrm>
              <a:off x="7218440" y="19771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1" name="pt30461"/>
            <p:cNvSpPr/>
            <p:nvPr/>
          </p:nvSpPr>
          <p:spPr>
            <a:xfrm>
              <a:off x="7354892" y="21560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2" name="pt30462"/>
            <p:cNvSpPr/>
            <p:nvPr/>
          </p:nvSpPr>
          <p:spPr>
            <a:xfrm>
              <a:off x="6995343" y="20192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3" name="pt30463"/>
            <p:cNvSpPr/>
            <p:nvPr/>
          </p:nvSpPr>
          <p:spPr>
            <a:xfrm>
              <a:off x="7008049" y="20443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4" name="pt30464"/>
            <p:cNvSpPr/>
            <p:nvPr/>
          </p:nvSpPr>
          <p:spPr>
            <a:xfrm>
              <a:off x="7144038" y="21880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5" name="pt30465"/>
            <p:cNvSpPr/>
            <p:nvPr/>
          </p:nvSpPr>
          <p:spPr>
            <a:xfrm>
              <a:off x="7234573" y="20098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6" name="pt30466"/>
            <p:cNvSpPr/>
            <p:nvPr/>
          </p:nvSpPr>
          <p:spPr>
            <a:xfrm>
              <a:off x="7166800" y="22625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7" name="pt30467"/>
            <p:cNvSpPr/>
            <p:nvPr/>
          </p:nvSpPr>
          <p:spPr>
            <a:xfrm>
              <a:off x="7242103" y="19989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8" name="pt30468"/>
            <p:cNvSpPr/>
            <p:nvPr/>
          </p:nvSpPr>
          <p:spPr>
            <a:xfrm>
              <a:off x="7185347" y="22101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9" name="pt30469"/>
            <p:cNvSpPr/>
            <p:nvPr/>
          </p:nvSpPr>
          <p:spPr>
            <a:xfrm>
              <a:off x="7104358" y="21103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0" name="pt30470"/>
            <p:cNvSpPr/>
            <p:nvPr/>
          </p:nvSpPr>
          <p:spPr>
            <a:xfrm>
              <a:off x="7237717" y="20526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1" name="pt30471"/>
            <p:cNvSpPr/>
            <p:nvPr/>
          </p:nvSpPr>
          <p:spPr>
            <a:xfrm>
              <a:off x="7187575" y="21491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2" name="pt30472"/>
            <p:cNvSpPr/>
            <p:nvPr/>
          </p:nvSpPr>
          <p:spPr>
            <a:xfrm>
              <a:off x="7152271" y="19851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3" name="pt30473"/>
            <p:cNvSpPr/>
            <p:nvPr/>
          </p:nvSpPr>
          <p:spPr>
            <a:xfrm>
              <a:off x="7232171" y="2201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4" name="pt30474"/>
            <p:cNvSpPr/>
            <p:nvPr/>
          </p:nvSpPr>
          <p:spPr>
            <a:xfrm>
              <a:off x="7150955" y="19965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5" name="pt30475"/>
            <p:cNvSpPr/>
            <p:nvPr/>
          </p:nvSpPr>
          <p:spPr>
            <a:xfrm>
              <a:off x="7055120" y="20924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6" name="pt30476"/>
            <p:cNvSpPr/>
            <p:nvPr/>
          </p:nvSpPr>
          <p:spPr>
            <a:xfrm>
              <a:off x="7129658" y="23279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7" name="pt30477"/>
            <p:cNvSpPr/>
            <p:nvPr/>
          </p:nvSpPr>
          <p:spPr>
            <a:xfrm>
              <a:off x="7299638" y="19418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8" name="pt30478"/>
            <p:cNvSpPr/>
            <p:nvPr/>
          </p:nvSpPr>
          <p:spPr>
            <a:xfrm>
              <a:off x="7154041" y="19773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9" name="pt30479"/>
            <p:cNvSpPr/>
            <p:nvPr/>
          </p:nvSpPr>
          <p:spPr>
            <a:xfrm>
              <a:off x="7105396" y="21075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0" name="pt30480"/>
            <p:cNvSpPr/>
            <p:nvPr/>
          </p:nvSpPr>
          <p:spPr>
            <a:xfrm>
              <a:off x="6784154" y="24349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1" name="pt30481"/>
            <p:cNvSpPr/>
            <p:nvPr/>
          </p:nvSpPr>
          <p:spPr>
            <a:xfrm>
              <a:off x="7012647" y="18372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2" name="pt30482"/>
            <p:cNvSpPr/>
            <p:nvPr/>
          </p:nvSpPr>
          <p:spPr>
            <a:xfrm>
              <a:off x="7083250" y="22658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3" name="pt30483"/>
            <p:cNvSpPr/>
            <p:nvPr/>
          </p:nvSpPr>
          <p:spPr>
            <a:xfrm>
              <a:off x="6943702" y="21576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4" name="pt30484"/>
            <p:cNvSpPr/>
            <p:nvPr/>
          </p:nvSpPr>
          <p:spPr>
            <a:xfrm>
              <a:off x="7235292" y="20675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5" name="pt30485"/>
            <p:cNvSpPr/>
            <p:nvPr/>
          </p:nvSpPr>
          <p:spPr>
            <a:xfrm>
              <a:off x="7268918" y="1718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6" name="pt30486"/>
            <p:cNvSpPr/>
            <p:nvPr/>
          </p:nvSpPr>
          <p:spPr>
            <a:xfrm>
              <a:off x="6876903" y="18672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7" name="pt30487"/>
            <p:cNvSpPr/>
            <p:nvPr/>
          </p:nvSpPr>
          <p:spPr>
            <a:xfrm>
              <a:off x="7240572" y="21652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8" name="pt30488"/>
            <p:cNvSpPr/>
            <p:nvPr/>
          </p:nvSpPr>
          <p:spPr>
            <a:xfrm>
              <a:off x="7088599" y="20927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9" name="pt30489"/>
            <p:cNvSpPr/>
            <p:nvPr/>
          </p:nvSpPr>
          <p:spPr>
            <a:xfrm>
              <a:off x="6826932" y="21735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0" name="pt30490"/>
            <p:cNvSpPr/>
            <p:nvPr/>
          </p:nvSpPr>
          <p:spPr>
            <a:xfrm>
              <a:off x="6892207" y="20898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1" name="pt30491"/>
            <p:cNvSpPr/>
            <p:nvPr/>
          </p:nvSpPr>
          <p:spPr>
            <a:xfrm>
              <a:off x="6984197" y="19914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2" name="pt30492"/>
            <p:cNvSpPr/>
            <p:nvPr/>
          </p:nvSpPr>
          <p:spPr>
            <a:xfrm>
              <a:off x="7042146" y="22839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3" name="pt30493"/>
            <p:cNvSpPr/>
            <p:nvPr/>
          </p:nvSpPr>
          <p:spPr>
            <a:xfrm>
              <a:off x="7266557" y="20662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4" name="pt30494"/>
            <p:cNvSpPr/>
            <p:nvPr/>
          </p:nvSpPr>
          <p:spPr>
            <a:xfrm>
              <a:off x="7209054" y="21548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5" name="pt30495"/>
            <p:cNvSpPr/>
            <p:nvPr/>
          </p:nvSpPr>
          <p:spPr>
            <a:xfrm>
              <a:off x="7064129" y="21021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6" name="pt30496"/>
            <p:cNvSpPr/>
            <p:nvPr/>
          </p:nvSpPr>
          <p:spPr>
            <a:xfrm>
              <a:off x="7151532" y="20308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7" name="pt30497"/>
            <p:cNvSpPr/>
            <p:nvPr/>
          </p:nvSpPr>
          <p:spPr>
            <a:xfrm>
              <a:off x="6940383" y="22107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8" name="pt30498"/>
            <p:cNvSpPr/>
            <p:nvPr/>
          </p:nvSpPr>
          <p:spPr>
            <a:xfrm>
              <a:off x="7348393" y="27648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9" name="pt30499"/>
            <p:cNvSpPr/>
            <p:nvPr/>
          </p:nvSpPr>
          <p:spPr>
            <a:xfrm>
              <a:off x="6936043" y="21570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0" name="pt30500"/>
            <p:cNvSpPr/>
            <p:nvPr/>
          </p:nvSpPr>
          <p:spPr>
            <a:xfrm>
              <a:off x="7135570" y="23945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1" name="pt30501"/>
            <p:cNvSpPr/>
            <p:nvPr/>
          </p:nvSpPr>
          <p:spPr>
            <a:xfrm>
              <a:off x="7293502" y="20260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2" name="pt30502"/>
            <p:cNvSpPr/>
            <p:nvPr/>
          </p:nvSpPr>
          <p:spPr>
            <a:xfrm>
              <a:off x="7401290" y="26728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3" name="pt30503"/>
            <p:cNvSpPr/>
            <p:nvPr/>
          </p:nvSpPr>
          <p:spPr>
            <a:xfrm>
              <a:off x="7216768" y="20128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4" name="pt30504"/>
            <p:cNvSpPr/>
            <p:nvPr/>
          </p:nvSpPr>
          <p:spPr>
            <a:xfrm>
              <a:off x="7147480" y="20915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5" name="pt30505"/>
            <p:cNvSpPr/>
            <p:nvPr/>
          </p:nvSpPr>
          <p:spPr>
            <a:xfrm>
              <a:off x="7009404" y="19513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6" name="pt30506"/>
            <p:cNvSpPr/>
            <p:nvPr/>
          </p:nvSpPr>
          <p:spPr>
            <a:xfrm>
              <a:off x="6883537" y="18213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7" name="pt30507"/>
            <p:cNvSpPr/>
            <p:nvPr/>
          </p:nvSpPr>
          <p:spPr>
            <a:xfrm>
              <a:off x="7140453" y="22451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8" name="pt30508"/>
            <p:cNvSpPr/>
            <p:nvPr/>
          </p:nvSpPr>
          <p:spPr>
            <a:xfrm>
              <a:off x="7164948" y="21280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9" name="pt30509"/>
            <p:cNvSpPr/>
            <p:nvPr/>
          </p:nvSpPr>
          <p:spPr>
            <a:xfrm>
              <a:off x="7048296" y="16408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0" name="pt30510"/>
            <p:cNvSpPr/>
            <p:nvPr/>
          </p:nvSpPr>
          <p:spPr>
            <a:xfrm>
              <a:off x="7130728" y="23610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1" name="pt30511"/>
            <p:cNvSpPr/>
            <p:nvPr/>
          </p:nvSpPr>
          <p:spPr>
            <a:xfrm>
              <a:off x="7041342" y="23303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2" name="pt30512"/>
            <p:cNvSpPr/>
            <p:nvPr/>
          </p:nvSpPr>
          <p:spPr>
            <a:xfrm>
              <a:off x="7064956" y="21585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3" name="pt30513"/>
            <p:cNvSpPr/>
            <p:nvPr/>
          </p:nvSpPr>
          <p:spPr>
            <a:xfrm>
              <a:off x="7116233" y="21133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4" name="pt30514"/>
            <p:cNvSpPr/>
            <p:nvPr/>
          </p:nvSpPr>
          <p:spPr>
            <a:xfrm>
              <a:off x="7027915" y="22350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5" name="pt30515"/>
            <p:cNvSpPr/>
            <p:nvPr/>
          </p:nvSpPr>
          <p:spPr>
            <a:xfrm>
              <a:off x="6924389" y="20843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6" name="pt30516"/>
            <p:cNvSpPr/>
            <p:nvPr/>
          </p:nvSpPr>
          <p:spPr>
            <a:xfrm>
              <a:off x="7128044" y="22801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7" name="pt30517"/>
            <p:cNvSpPr/>
            <p:nvPr/>
          </p:nvSpPr>
          <p:spPr>
            <a:xfrm>
              <a:off x="6982153" y="20849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8" name="pt30518"/>
            <p:cNvSpPr/>
            <p:nvPr/>
          </p:nvSpPr>
          <p:spPr>
            <a:xfrm>
              <a:off x="7177513" y="20485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9" name="pt30519"/>
            <p:cNvSpPr/>
            <p:nvPr/>
          </p:nvSpPr>
          <p:spPr>
            <a:xfrm>
              <a:off x="7239698" y="21588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0" name="pt30520"/>
            <p:cNvSpPr/>
            <p:nvPr/>
          </p:nvSpPr>
          <p:spPr>
            <a:xfrm>
              <a:off x="7149287" y="20008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1" name="pt30521"/>
            <p:cNvSpPr/>
            <p:nvPr/>
          </p:nvSpPr>
          <p:spPr>
            <a:xfrm>
              <a:off x="7047981" y="17780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2" name="pt30522"/>
            <p:cNvSpPr/>
            <p:nvPr/>
          </p:nvSpPr>
          <p:spPr>
            <a:xfrm>
              <a:off x="7061962" y="21637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3" name="pt30523"/>
            <p:cNvSpPr/>
            <p:nvPr/>
          </p:nvSpPr>
          <p:spPr>
            <a:xfrm>
              <a:off x="6894740" y="18838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4" name="pt30524"/>
            <p:cNvSpPr/>
            <p:nvPr/>
          </p:nvSpPr>
          <p:spPr>
            <a:xfrm>
              <a:off x="7113926" y="20895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5" name="pt30525"/>
            <p:cNvSpPr/>
            <p:nvPr/>
          </p:nvSpPr>
          <p:spPr>
            <a:xfrm>
              <a:off x="7202395" y="21836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6" name="pt30526"/>
            <p:cNvSpPr/>
            <p:nvPr/>
          </p:nvSpPr>
          <p:spPr>
            <a:xfrm>
              <a:off x="6967787" y="20295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7" name="pt30527"/>
            <p:cNvSpPr/>
            <p:nvPr/>
          </p:nvSpPr>
          <p:spPr>
            <a:xfrm>
              <a:off x="6940751" y="21268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8" name="pt30528"/>
            <p:cNvSpPr/>
            <p:nvPr/>
          </p:nvSpPr>
          <p:spPr>
            <a:xfrm>
              <a:off x="7142072" y="22044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9" name="pt30529"/>
            <p:cNvSpPr/>
            <p:nvPr/>
          </p:nvSpPr>
          <p:spPr>
            <a:xfrm>
              <a:off x="6981567" y="21292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0" name="pt30530"/>
            <p:cNvSpPr/>
            <p:nvPr/>
          </p:nvSpPr>
          <p:spPr>
            <a:xfrm>
              <a:off x="7119627" y="21521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1" name="pt30531"/>
            <p:cNvSpPr/>
            <p:nvPr/>
          </p:nvSpPr>
          <p:spPr>
            <a:xfrm>
              <a:off x="7092209" y="21401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2" name="pt30532"/>
            <p:cNvSpPr/>
            <p:nvPr/>
          </p:nvSpPr>
          <p:spPr>
            <a:xfrm>
              <a:off x="6924575" y="20041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3" name="pt30533"/>
            <p:cNvSpPr/>
            <p:nvPr/>
          </p:nvSpPr>
          <p:spPr>
            <a:xfrm>
              <a:off x="7076073" y="2200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4" name="pt30534"/>
            <p:cNvSpPr/>
            <p:nvPr/>
          </p:nvSpPr>
          <p:spPr>
            <a:xfrm>
              <a:off x="7445372" y="28098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5" name="pt30535"/>
            <p:cNvSpPr/>
            <p:nvPr/>
          </p:nvSpPr>
          <p:spPr>
            <a:xfrm>
              <a:off x="7231597" y="22200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6" name="pt30536"/>
            <p:cNvSpPr/>
            <p:nvPr/>
          </p:nvSpPr>
          <p:spPr>
            <a:xfrm>
              <a:off x="7274927" y="19210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7" name="pt30537"/>
            <p:cNvSpPr/>
            <p:nvPr/>
          </p:nvSpPr>
          <p:spPr>
            <a:xfrm>
              <a:off x="7390084" y="24004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8" name="pt30538"/>
            <p:cNvSpPr/>
            <p:nvPr/>
          </p:nvSpPr>
          <p:spPr>
            <a:xfrm>
              <a:off x="7188118" y="21318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9" name="pt30539"/>
            <p:cNvSpPr/>
            <p:nvPr/>
          </p:nvSpPr>
          <p:spPr>
            <a:xfrm>
              <a:off x="7119218" y="2165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0" name="pt30540"/>
            <p:cNvSpPr/>
            <p:nvPr/>
          </p:nvSpPr>
          <p:spPr>
            <a:xfrm>
              <a:off x="6933508" y="21654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1" name="pt30541"/>
            <p:cNvSpPr/>
            <p:nvPr/>
          </p:nvSpPr>
          <p:spPr>
            <a:xfrm>
              <a:off x="7223230" y="19252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2" name="pt30542"/>
            <p:cNvSpPr/>
            <p:nvPr/>
          </p:nvSpPr>
          <p:spPr>
            <a:xfrm>
              <a:off x="7026241" y="22507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3" name="pt30543"/>
            <p:cNvSpPr/>
            <p:nvPr/>
          </p:nvSpPr>
          <p:spPr>
            <a:xfrm>
              <a:off x="6914698" y="2239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4" name="pt30544"/>
            <p:cNvSpPr/>
            <p:nvPr/>
          </p:nvSpPr>
          <p:spPr>
            <a:xfrm>
              <a:off x="7116100" y="21134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5" name="pt30545"/>
            <p:cNvSpPr/>
            <p:nvPr/>
          </p:nvSpPr>
          <p:spPr>
            <a:xfrm>
              <a:off x="7128245" y="22673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6" name="pt30546"/>
            <p:cNvSpPr/>
            <p:nvPr/>
          </p:nvSpPr>
          <p:spPr>
            <a:xfrm>
              <a:off x="7085778" y="22569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7" name="pt30547"/>
            <p:cNvSpPr/>
            <p:nvPr/>
          </p:nvSpPr>
          <p:spPr>
            <a:xfrm>
              <a:off x="6906903" y="21337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8" name="pt30548"/>
            <p:cNvSpPr/>
            <p:nvPr/>
          </p:nvSpPr>
          <p:spPr>
            <a:xfrm>
              <a:off x="7268585" y="17890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9" name="pt30549"/>
            <p:cNvSpPr/>
            <p:nvPr/>
          </p:nvSpPr>
          <p:spPr>
            <a:xfrm>
              <a:off x="6934017" y="20905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0" name="pt30550"/>
            <p:cNvSpPr/>
            <p:nvPr/>
          </p:nvSpPr>
          <p:spPr>
            <a:xfrm>
              <a:off x="7383880" y="25625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1" name="pt30551"/>
            <p:cNvSpPr/>
            <p:nvPr/>
          </p:nvSpPr>
          <p:spPr>
            <a:xfrm>
              <a:off x="7230576" y="23171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2" name="pt30552"/>
            <p:cNvSpPr/>
            <p:nvPr/>
          </p:nvSpPr>
          <p:spPr>
            <a:xfrm>
              <a:off x="6980748" y="19448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3" name="pt30553"/>
            <p:cNvSpPr/>
            <p:nvPr/>
          </p:nvSpPr>
          <p:spPr>
            <a:xfrm>
              <a:off x="7092509" y="21856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4" name="pt30554"/>
            <p:cNvSpPr/>
            <p:nvPr/>
          </p:nvSpPr>
          <p:spPr>
            <a:xfrm>
              <a:off x="7120999" y="2187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5" name="pt30555"/>
            <p:cNvSpPr/>
            <p:nvPr/>
          </p:nvSpPr>
          <p:spPr>
            <a:xfrm>
              <a:off x="7234781" y="20799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6" name="pt30556"/>
            <p:cNvSpPr/>
            <p:nvPr/>
          </p:nvSpPr>
          <p:spPr>
            <a:xfrm>
              <a:off x="7005343" y="19486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7" name="pt30557"/>
            <p:cNvSpPr/>
            <p:nvPr/>
          </p:nvSpPr>
          <p:spPr>
            <a:xfrm>
              <a:off x="7216233" y="20629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8" name="pt30558"/>
            <p:cNvSpPr/>
            <p:nvPr/>
          </p:nvSpPr>
          <p:spPr>
            <a:xfrm>
              <a:off x="7148948" y="20801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9" name="pt30559"/>
            <p:cNvSpPr/>
            <p:nvPr/>
          </p:nvSpPr>
          <p:spPr>
            <a:xfrm>
              <a:off x="7253158" y="20498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0" name="pt30560"/>
            <p:cNvSpPr/>
            <p:nvPr/>
          </p:nvSpPr>
          <p:spPr>
            <a:xfrm>
              <a:off x="6945902" y="20977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1" name="pt30561"/>
            <p:cNvSpPr/>
            <p:nvPr/>
          </p:nvSpPr>
          <p:spPr>
            <a:xfrm>
              <a:off x="7353326" y="26330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2" name="pt30562"/>
            <p:cNvSpPr/>
            <p:nvPr/>
          </p:nvSpPr>
          <p:spPr>
            <a:xfrm>
              <a:off x="7248262" y="21307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3" name="pt30563"/>
            <p:cNvSpPr/>
            <p:nvPr/>
          </p:nvSpPr>
          <p:spPr>
            <a:xfrm>
              <a:off x="6840272" y="23270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4" name="pt30564"/>
            <p:cNvSpPr/>
            <p:nvPr/>
          </p:nvSpPr>
          <p:spPr>
            <a:xfrm>
              <a:off x="7008151" y="2043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5" name="pt30565"/>
            <p:cNvSpPr/>
            <p:nvPr/>
          </p:nvSpPr>
          <p:spPr>
            <a:xfrm>
              <a:off x="7048949" y="17875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6" name="pt30566"/>
            <p:cNvSpPr/>
            <p:nvPr/>
          </p:nvSpPr>
          <p:spPr>
            <a:xfrm>
              <a:off x="7113553" y="21475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7" name="pt30567"/>
            <p:cNvSpPr/>
            <p:nvPr/>
          </p:nvSpPr>
          <p:spPr>
            <a:xfrm>
              <a:off x="7109245" y="20672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8" name="pt30568"/>
            <p:cNvSpPr/>
            <p:nvPr/>
          </p:nvSpPr>
          <p:spPr>
            <a:xfrm>
              <a:off x="7017751" y="16994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9" name="pt30569"/>
            <p:cNvSpPr/>
            <p:nvPr/>
          </p:nvSpPr>
          <p:spPr>
            <a:xfrm>
              <a:off x="6950831" y="1964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0" name="pt30570"/>
            <p:cNvSpPr/>
            <p:nvPr/>
          </p:nvSpPr>
          <p:spPr>
            <a:xfrm>
              <a:off x="6945662" y="19012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1" name="pt30571"/>
            <p:cNvSpPr/>
            <p:nvPr/>
          </p:nvSpPr>
          <p:spPr>
            <a:xfrm>
              <a:off x="6860953" y="23906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2" name="pt30572"/>
            <p:cNvSpPr/>
            <p:nvPr/>
          </p:nvSpPr>
          <p:spPr>
            <a:xfrm>
              <a:off x="6901937" y="22737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3" name="pt30573"/>
            <p:cNvSpPr/>
            <p:nvPr/>
          </p:nvSpPr>
          <p:spPr>
            <a:xfrm>
              <a:off x="7055803" y="22242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4" name="pt30574"/>
            <p:cNvSpPr/>
            <p:nvPr/>
          </p:nvSpPr>
          <p:spPr>
            <a:xfrm>
              <a:off x="7038328" y="24339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5" name="pt30575"/>
            <p:cNvSpPr/>
            <p:nvPr/>
          </p:nvSpPr>
          <p:spPr>
            <a:xfrm>
              <a:off x="6775832" y="27489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6" name="pt30576"/>
            <p:cNvSpPr/>
            <p:nvPr/>
          </p:nvSpPr>
          <p:spPr>
            <a:xfrm>
              <a:off x="7214681" y="21538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7" name="pt30577"/>
            <p:cNvSpPr/>
            <p:nvPr/>
          </p:nvSpPr>
          <p:spPr>
            <a:xfrm>
              <a:off x="6699227" y="18950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8" name="pt30578"/>
            <p:cNvSpPr/>
            <p:nvPr/>
          </p:nvSpPr>
          <p:spPr>
            <a:xfrm>
              <a:off x="6907325" y="22740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9" name="pt30579"/>
            <p:cNvSpPr/>
            <p:nvPr/>
          </p:nvSpPr>
          <p:spPr>
            <a:xfrm>
              <a:off x="7482126" y="20476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0" name="pt30580"/>
            <p:cNvSpPr/>
            <p:nvPr/>
          </p:nvSpPr>
          <p:spPr>
            <a:xfrm>
              <a:off x="7087627" y="22364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1" name="pt30581"/>
            <p:cNvSpPr/>
            <p:nvPr/>
          </p:nvSpPr>
          <p:spPr>
            <a:xfrm>
              <a:off x="7323221" y="22097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2" name="pt30582"/>
            <p:cNvSpPr/>
            <p:nvPr/>
          </p:nvSpPr>
          <p:spPr>
            <a:xfrm>
              <a:off x="7211498" y="21356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3" name="pt30583"/>
            <p:cNvSpPr/>
            <p:nvPr/>
          </p:nvSpPr>
          <p:spPr>
            <a:xfrm>
              <a:off x="6905395" y="23446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4" name="pt30584"/>
            <p:cNvSpPr/>
            <p:nvPr/>
          </p:nvSpPr>
          <p:spPr>
            <a:xfrm>
              <a:off x="7206765" y="20855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5" name="pt30585"/>
            <p:cNvSpPr/>
            <p:nvPr/>
          </p:nvSpPr>
          <p:spPr>
            <a:xfrm>
              <a:off x="7283830" y="21155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6" name="pt30586"/>
            <p:cNvSpPr/>
            <p:nvPr/>
          </p:nvSpPr>
          <p:spPr>
            <a:xfrm>
              <a:off x="6850286" y="22683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7" name="pt30587"/>
            <p:cNvSpPr/>
            <p:nvPr/>
          </p:nvSpPr>
          <p:spPr>
            <a:xfrm>
              <a:off x="7020644" y="20915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8" name="pt30588"/>
            <p:cNvSpPr/>
            <p:nvPr/>
          </p:nvSpPr>
          <p:spPr>
            <a:xfrm>
              <a:off x="7055812" y="20655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9" name="pt30589"/>
            <p:cNvSpPr/>
            <p:nvPr/>
          </p:nvSpPr>
          <p:spPr>
            <a:xfrm>
              <a:off x="7075811" y="20971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0" name="pt30590"/>
            <p:cNvSpPr/>
            <p:nvPr/>
          </p:nvSpPr>
          <p:spPr>
            <a:xfrm>
              <a:off x="7032135" y="22887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1" name="pt30591"/>
            <p:cNvSpPr/>
            <p:nvPr/>
          </p:nvSpPr>
          <p:spPr>
            <a:xfrm>
              <a:off x="7228140" y="2154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2" name="pt30592"/>
            <p:cNvSpPr/>
            <p:nvPr/>
          </p:nvSpPr>
          <p:spPr>
            <a:xfrm>
              <a:off x="7015544" y="18926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3" name="pt30593"/>
            <p:cNvSpPr/>
            <p:nvPr/>
          </p:nvSpPr>
          <p:spPr>
            <a:xfrm>
              <a:off x="7450009" y="26867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4" name="pt30594"/>
            <p:cNvSpPr/>
            <p:nvPr/>
          </p:nvSpPr>
          <p:spPr>
            <a:xfrm>
              <a:off x="7137324" y="22895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5" name="pt30595"/>
            <p:cNvSpPr/>
            <p:nvPr/>
          </p:nvSpPr>
          <p:spPr>
            <a:xfrm>
              <a:off x="7145592" y="20907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6" name="pt30596"/>
            <p:cNvSpPr/>
            <p:nvPr/>
          </p:nvSpPr>
          <p:spPr>
            <a:xfrm>
              <a:off x="7040061" y="22132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7" name="pt30597"/>
            <p:cNvSpPr/>
            <p:nvPr/>
          </p:nvSpPr>
          <p:spPr>
            <a:xfrm>
              <a:off x="7303718" y="2044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8" name="pt30598"/>
            <p:cNvSpPr/>
            <p:nvPr/>
          </p:nvSpPr>
          <p:spPr>
            <a:xfrm>
              <a:off x="7272048" y="20782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9" name="pt30599"/>
            <p:cNvSpPr/>
            <p:nvPr/>
          </p:nvSpPr>
          <p:spPr>
            <a:xfrm>
              <a:off x="7165242" y="21653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0" name="pt30600"/>
            <p:cNvSpPr/>
            <p:nvPr/>
          </p:nvSpPr>
          <p:spPr>
            <a:xfrm>
              <a:off x="7284894" y="19434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1" name="pt30601"/>
            <p:cNvSpPr/>
            <p:nvPr/>
          </p:nvSpPr>
          <p:spPr>
            <a:xfrm>
              <a:off x="7078861" y="21929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2" name="pt30602"/>
            <p:cNvSpPr/>
            <p:nvPr/>
          </p:nvSpPr>
          <p:spPr>
            <a:xfrm>
              <a:off x="7090214" y="21802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3" name="pt30603"/>
            <p:cNvSpPr/>
            <p:nvPr/>
          </p:nvSpPr>
          <p:spPr>
            <a:xfrm>
              <a:off x="6789242" y="24969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4" name="pt30604"/>
            <p:cNvSpPr/>
            <p:nvPr/>
          </p:nvSpPr>
          <p:spPr>
            <a:xfrm>
              <a:off x="7109247" y="21178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5" name="pt30605"/>
            <p:cNvSpPr/>
            <p:nvPr/>
          </p:nvSpPr>
          <p:spPr>
            <a:xfrm>
              <a:off x="7284096" y="19297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6" name="pt30606"/>
            <p:cNvSpPr/>
            <p:nvPr/>
          </p:nvSpPr>
          <p:spPr>
            <a:xfrm>
              <a:off x="7118777" y="2151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7" name="pt30607"/>
            <p:cNvSpPr/>
            <p:nvPr/>
          </p:nvSpPr>
          <p:spPr>
            <a:xfrm>
              <a:off x="7119734" y="21873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8" name="pt30608"/>
            <p:cNvSpPr/>
            <p:nvPr/>
          </p:nvSpPr>
          <p:spPr>
            <a:xfrm>
              <a:off x="7158942" y="20809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9" name="pt30609"/>
            <p:cNvSpPr/>
            <p:nvPr/>
          </p:nvSpPr>
          <p:spPr>
            <a:xfrm>
              <a:off x="7113321" y="2088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0" name="pt30610"/>
            <p:cNvSpPr/>
            <p:nvPr/>
          </p:nvSpPr>
          <p:spPr>
            <a:xfrm>
              <a:off x="7123926" y="2086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1" name="pt30611"/>
            <p:cNvSpPr/>
            <p:nvPr/>
          </p:nvSpPr>
          <p:spPr>
            <a:xfrm>
              <a:off x="7200373" y="22490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2" name="pt30612"/>
            <p:cNvSpPr/>
            <p:nvPr/>
          </p:nvSpPr>
          <p:spPr>
            <a:xfrm>
              <a:off x="7063465" y="21220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3" name="pt30613"/>
            <p:cNvSpPr/>
            <p:nvPr/>
          </p:nvSpPr>
          <p:spPr>
            <a:xfrm>
              <a:off x="7010922" y="18105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4" name="pt30614"/>
            <p:cNvSpPr/>
            <p:nvPr/>
          </p:nvSpPr>
          <p:spPr>
            <a:xfrm>
              <a:off x="7178483" y="21537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5" name="pt30615"/>
            <p:cNvSpPr/>
            <p:nvPr/>
          </p:nvSpPr>
          <p:spPr>
            <a:xfrm>
              <a:off x="7441576" y="24055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6" name="pt30616"/>
            <p:cNvSpPr/>
            <p:nvPr/>
          </p:nvSpPr>
          <p:spPr>
            <a:xfrm>
              <a:off x="7321799" y="22008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7" name="pt30617"/>
            <p:cNvSpPr/>
            <p:nvPr/>
          </p:nvSpPr>
          <p:spPr>
            <a:xfrm>
              <a:off x="6839471" y="22277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8" name="pt30618"/>
            <p:cNvSpPr/>
            <p:nvPr/>
          </p:nvSpPr>
          <p:spPr>
            <a:xfrm>
              <a:off x="7512202" y="2336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9" name="pt30619"/>
            <p:cNvSpPr/>
            <p:nvPr/>
          </p:nvSpPr>
          <p:spPr>
            <a:xfrm>
              <a:off x="7031957" y="21853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0" name="pt30620"/>
            <p:cNvSpPr/>
            <p:nvPr/>
          </p:nvSpPr>
          <p:spPr>
            <a:xfrm>
              <a:off x="7115100" y="2161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1" name="pt30621"/>
            <p:cNvSpPr/>
            <p:nvPr/>
          </p:nvSpPr>
          <p:spPr>
            <a:xfrm>
              <a:off x="7206589" y="21637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2" name="pt30622"/>
            <p:cNvSpPr/>
            <p:nvPr/>
          </p:nvSpPr>
          <p:spPr>
            <a:xfrm>
              <a:off x="7029023" y="22114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3" name="pt30623"/>
            <p:cNvSpPr/>
            <p:nvPr/>
          </p:nvSpPr>
          <p:spPr>
            <a:xfrm>
              <a:off x="7150696" y="20069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4" name="pt30624"/>
            <p:cNvSpPr/>
            <p:nvPr/>
          </p:nvSpPr>
          <p:spPr>
            <a:xfrm>
              <a:off x="7044020" y="18877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5" name="pt30625"/>
            <p:cNvSpPr/>
            <p:nvPr/>
          </p:nvSpPr>
          <p:spPr>
            <a:xfrm>
              <a:off x="7091309" y="22337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6" name="pt30626"/>
            <p:cNvSpPr/>
            <p:nvPr/>
          </p:nvSpPr>
          <p:spPr>
            <a:xfrm>
              <a:off x="7115879" y="21347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7" name="pt30627"/>
            <p:cNvSpPr/>
            <p:nvPr/>
          </p:nvSpPr>
          <p:spPr>
            <a:xfrm>
              <a:off x="7293719" y="20266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8" name="pt30628"/>
            <p:cNvSpPr/>
            <p:nvPr/>
          </p:nvSpPr>
          <p:spPr>
            <a:xfrm>
              <a:off x="7112204" y="20865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9" name="pt30629"/>
            <p:cNvSpPr/>
            <p:nvPr/>
          </p:nvSpPr>
          <p:spPr>
            <a:xfrm>
              <a:off x="7266663" y="20001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0" name="pt30630"/>
            <p:cNvSpPr/>
            <p:nvPr/>
          </p:nvSpPr>
          <p:spPr>
            <a:xfrm>
              <a:off x="7582341" y="28181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1" name="pt30631"/>
            <p:cNvSpPr/>
            <p:nvPr/>
          </p:nvSpPr>
          <p:spPr>
            <a:xfrm>
              <a:off x="6958290" y="20117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2" name="pt30632"/>
            <p:cNvSpPr/>
            <p:nvPr/>
          </p:nvSpPr>
          <p:spPr>
            <a:xfrm>
              <a:off x="7180664" y="20455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3" name="pt30633"/>
            <p:cNvSpPr/>
            <p:nvPr/>
          </p:nvSpPr>
          <p:spPr>
            <a:xfrm>
              <a:off x="6836414" y="20654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4" name="pt30634"/>
            <p:cNvSpPr/>
            <p:nvPr/>
          </p:nvSpPr>
          <p:spPr>
            <a:xfrm>
              <a:off x="6989252" y="2068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5" name="pt30635"/>
            <p:cNvSpPr/>
            <p:nvPr/>
          </p:nvSpPr>
          <p:spPr>
            <a:xfrm>
              <a:off x="7276303" y="20131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6" name="pt30636"/>
            <p:cNvSpPr/>
            <p:nvPr/>
          </p:nvSpPr>
          <p:spPr>
            <a:xfrm>
              <a:off x="7095987" y="21045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7" name="pt30637"/>
            <p:cNvSpPr/>
            <p:nvPr/>
          </p:nvSpPr>
          <p:spPr>
            <a:xfrm>
              <a:off x="7370345" y="20700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8" name="pt30638"/>
            <p:cNvSpPr/>
            <p:nvPr/>
          </p:nvSpPr>
          <p:spPr>
            <a:xfrm>
              <a:off x="7171355" y="20989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9" name="pt30639"/>
            <p:cNvSpPr/>
            <p:nvPr/>
          </p:nvSpPr>
          <p:spPr>
            <a:xfrm>
              <a:off x="7184724" y="21069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0" name="pt30640"/>
            <p:cNvSpPr/>
            <p:nvPr/>
          </p:nvSpPr>
          <p:spPr>
            <a:xfrm>
              <a:off x="7121817" y="2106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1" name="pt30641"/>
            <p:cNvSpPr/>
            <p:nvPr/>
          </p:nvSpPr>
          <p:spPr>
            <a:xfrm>
              <a:off x="7004975" y="20123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2" name="pt30642"/>
            <p:cNvSpPr/>
            <p:nvPr/>
          </p:nvSpPr>
          <p:spPr>
            <a:xfrm>
              <a:off x="7078072" y="21608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3" name="pt30643"/>
            <p:cNvSpPr/>
            <p:nvPr/>
          </p:nvSpPr>
          <p:spPr>
            <a:xfrm>
              <a:off x="6898188" y="22260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4" name="pt30644"/>
            <p:cNvSpPr/>
            <p:nvPr/>
          </p:nvSpPr>
          <p:spPr>
            <a:xfrm>
              <a:off x="7182429" y="18663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5" name="pt30645"/>
            <p:cNvSpPr/>
            <p:nvPr/>
          </p:nvSpPr>
          <p:spPr>
            <a:xfrm>
              <a:off x="6943528" y="21311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6" name="pt30646"/>
            <p:cNvSpPr/>
            <p:nvPr/>
          </p:nvSpPr>
          <p:spPr>
            <a:xfrm>
              <a:off x="7091105" y="22047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7" name="pt30647"/>
            <p:cNvSpPr/>
            <p:nvPr/>
          </p:nvSpPr>
          <p:spPr>
            <a:xfrm>
              <a:off x="7135018" y="22661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8" name="pt30648"/>
            <p:cNvSpPr/>
            <p:nvPr/>
          </p:nvSpPr>
          <p:spPr>
            <a:xfrm>
              <a:off x="7049184" y="19337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9" name="pt30649"/>
            <p:cNvSpPr/>
            <p:nvPr/>
          </p:nvSpPr>
          <p:spPr>
            <a:xfrm>
              <a:off x="7084075" y="22383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0" name="pt30650"/>
            <p:cNvSpPr/>
            <p:nvPr/>
          </p:nvSpPr>
          <p:spPr>
            <a:xfrm>
              <a:off x="6661327" y="17328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1" name="pt30651"/>
            <p:cNvSpPr/>
            <p:nvPr/>
          </p:nvSpPr>
          <p:spPr>
            <a:xfrm>
              <a:off x="7101994" y="21276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2" name="pt30652"/>
            <p:cNvSpPr/>
            <p:nvPr/>
          </p:nvSpPr>
          <p:spPr>
            <a:xfrm>
              <a:off x="7114074" y="22347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3" name="pt30653"/>
            <p:cNvSpPr/>
            <p:nvPr/>
          </p:nvSpPr>
          <p:spPr>
            <a:xfrm>
              <a:off x="7165280" y="21429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4" name="pt30654"/>
            <p:cNvSpPr/>
            <p:nvPr/>
          </p:nvSpPr>
          <p:spPr>
            <a:xfrm>
              <a:off x="7036802" y="22497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5" name="pt30655"/>
            <p:cNvSpPr/>
            <p:nvPr/>
          </p:nvSpPr>
          <p:spPr>
            <a:xfrm>
              <a:off x="7186043" y="21424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6" name="pt30656"/>
            <p:cNvSpPr/>
            <p:nvPr/>
          </p:nvSpPr>
          <p:spPr>
            <a:xfrm>
              <a:off x="6925376" y="21393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7" name="pt30657"/>
            <p:cNvSpPr/>
            <p:nvPr/>
          </p:nvSpPr>
          <p:spPr>
            <a:xfrm>
              <a:off x="7137176" y="22932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8" name="pt30658"/>
            <p:cNvSpPr/>
            <p:nvPr/>
          </p:nvSpPr>
          <p:spPr>
            <a:xfrm>
              <a:off x="7056728" y="20095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9" name="pt30659"/>
            <p:cNvSpPr/>
            <p:nvPr/>
          </p:nvSpPr>
          <p:spPr>
            <a:xfrm>
              <a:off x="7233020" y="22213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0" name="pt30660"/>
            <p:cNvSpPr/>
            <p:nvPr/>
          </p:nvSpPr>
          <p:spPr>
            <a:xfrm>
              <a:off x="7304989" y="19625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1" name="pt30661"/>
            <p:cNvSpPr/>
            <p:nvPr/>
          </p:nvSpPr>
          <p:spPr>
            <a:xfrm>
              <a:off x="7041336" y="22621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2" name="pt30662"/>
            <p:cNvSpPr/>
            <p:nvPr/>
          </p:nvSpPr>
          <p:spPr>
            <a:xfrm>
              <a:off x="6939600" y="21309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3" name="pt30663"/>
            <p:cNvSpPr/>
            <p:nvPr/>
          </p:nvSpPr>
          <p:spPr>
            <a:xfrm>
              <a:off x="7036550" y="23891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4" name="pt30664"/>
            <p:cNvSpPr/>
            <p:nvPr/>
          </p:nvSpPr>
          <p:spPr>
            <a:xfrm>
              <a:off x="7097053" y="21728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5" name="pt30665"/>
            <p:cNvSpPr/>
            <p:nvPr/>
          </p:nvSpPr>
          <p:spPr>
            <a:xfrm>
              <a:off x="7141295" y="2160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6" name="pt30666"/>
            <p:cNvSpPr/>
            <p:nvPr/>
          </p:nvSpPr>
          <p:spPr>
            <a:xfrm>
              <a:off x="7373666" y="20398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7" name="pt30667"/>
            <p:cNvSpPr/>
            <p:nvPr/>
          </p:nvSpPr>
          <p:spPr>
            <a:xfrm>
              <a:off x="7155747" y="20118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8" name="pt30668"/>
            <p:cNvSpPr/>
            <p:nvPr/>
          </p:nvSpPr>
          <p:spPr>
            <a:xfrm>
              <a:off x="7121821" y="21513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9" name="pt30669"/>
            <p:cNvSpPr/>
            <p:nvPr/>
          </p:nvSpPr>
          <p:spPr>
            <a:xfrm>
              <a:off x="7068363" y="19963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0" name="pt30670"/>
            <p:cNvSpPr/>
            <p:nvPr/>
          </p:nvSpPr>
          <p:spPr>
            <a:xfrm>
              <a:off x="7006059" y="20587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1" name="pt30671"/>
            <p:cNvSpPr/>
            <p:nvPr/>
          </p:nvSpPr>
          <p:spPr>
            <a:xfrm>
              <a:off x="7005149" y="19946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2" name="pt30672"/>
            <p:cNvSpPr/>
            <p:nvPr/>
          </p:nvSpPr>
          <p:spPr>
            <a:xfrm>
              <a:off x="6962771" y="20405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3" name="pt30673"/>
            <p:cNvSpPr/>
            <p:nvPr/>
          </p:nvSpPr>
          <p:spPr>
            <a:xfrm>
              <a:off x="6969650" y="20763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4" name="pt30674"/>
            <p:cNvSpPr/>
            <p:nvPr/>
          </p:nvSpPr>
          <p:spPr>
            <a:xfrm>
              <a:off x="7184177" y="20106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5" name="pt30675"/>
            <p:cNvSpPr/>
            <p:nvPr/>
          </p:nvSpPr>
          <p:spPr>
            <a:xfrm>
              <a:off x="7096083" y="21874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6" name="pt30676"/>
            <p:cNvSpPr/>
            <p:nvPr/>
          </p:nvSpPr>
          <p:spPr>
            <a:xfrm>
              <a:off x="6987530" y="20107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7" name="pt30677"/>
            <p:cNvSpPr/>
            <p:nvPr/>
          </p:nvSpPr>
          <p:spPr>
            <a:xfrm>
              <a:off x="6632316" y="20049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8" name="pt30678"/>
            <p:cNvSpPr/>
            <p:nvPr/>
          </p:nvSpPr>
          <p:spPr>
            <a:xfrm>
              <a:off x="6746716" y="18119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9" name="pt30679"/>
            <p:cNvSpPr/>
            <p:nvPr/>
          </p:nvSpPr>
          <p:spPr>
            <a:xfrm>
              <a:off x="7003329" y="2027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0" name="pt30680"/>
            <p:cNvSpPr/>
            <p:nvPr/>
          </p:nvSpPr>
          <p:spPr>
            <a:xfrm>
              <a:off x="7057242" y="22835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1" name="pt30681"/>
            <p:cNvSpPr/>
            <p:nvPr/>
          </p:nvSpPr>
          <p:spPr>
            <a:xfrm>
              <a:off x="7378434" y="26915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2" name="pt30682"/>
            <p:cNvSpPr/>
            <p:nvPr/>
          </p:nvSpPr>
          <p:spPr>
            <a:xfrm>
              <a:off x="7257787" y="20650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3" name="pt30683"/>
            <p:cNvSpPr/>
            <p:nvPr/>
          </p:nvSpPr>
          <p:spPr>
            <a:xfrm>
              <a:off x="7186378" y="2252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4" name="pt30684"/>
            <p:cNvSpPr/>
            <p:nvPr/>
          </p:nvSpPr>
          <p:spPr>
            <a:xfrm>
              <a:off x="7026690" y="22771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5" name="pt30685"/>
            <p:cNvSpPr/>
            <p:nvPr/>
          </p:nvSpPr>
          <p:spPr>
            <a:xfrm>
              <a:off x="6926467" y="21528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6" name="pt30686"/>
            <p:cNvSpPr/>
            <p:nvPr/>
          </p:nvSpPr>
          <p:spPr>
            <a:xfrm>
              <a:off x="7119010" y="21927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7" name="pt30687"/>
            <p:cNvSpPr/>
            <p:nvPr/>
          </p:nvSpPr>
          <p:spPr>
            <a:xfrm>
              <a:off x="7102085" y="21800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8" name="pt30688"/>
            <p:cNvSpPr/>
            <p:nvPr/>
          </p:nvSpPr>
          <p:spPr>
            <a:xfrm>
              <a:off x="7101264" y="22022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9" name="pt30689"/>
            <p:cNvSpPr/>
            <p:nvPr/>
          </p:nvSpPr>
          <p:spPr>
            <a:xfrm>
              <a:off x="7105213" y="20822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0" name="pt30690"/>
            <p:cNvSpPr/>
            <p:nvPr/>
          </p:nvSpPr>
          <p:spPr>
            <a:xfrm>
              <a:off x="7126797" y="22672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1" name="pt30691"/>
            <p:cNvSpPr/>
            <p:nvPr/>
          </p:nvSpPr>
          <p:spPr>
            <a:xfrm>
              <a:off x="6889135" y="17532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2" name="pt30692"/>
            <p:cNvSpPr/>
            <p:nvPr/>
          </p:nvSpPr>
          <p:spPr>
            <a:xfrm>
              <a:off x="7378720" y="24249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3" name="pt30693"/>
            <p:cNvSpPr/>
            <p:nvPr/>
          </p:nvSpPr>
          <p:spPr>
            <a:xfrm>
              <a:off x="7204964" y="20862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4" name="pt30694"/>
            <p:cNvSpPr/>
            <p:nvPr/>
          </p:nvSpPr>
          <p:spPr>
            <a:xfrm>
              <a:off x="7285592" y="19256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5" name="pt30695"/>
            <p:cNvSpPr/>
            <p:nvPr/>
          </p:nvSpPr>
          <p:spPr>
            <a:xfrm>
              <a:off x="6767616" y="2368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6" name="pt30696"/>
            <p:cNvSpPr/>
            <p:nvPr/>
          </p:nvSpPr>
          <p:spPr>
            <a:xfrm>
              <a:off x="7317046" y="22069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7" name="pt30697"/>
            <p:cNvSpPr/>
            <p:nvPr/>
          </p:nvSpPr>
          <p:spPr>
            <a:xfrm>
              <a:off x="6944527" y="21403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8" name="pt30698"/>
            <p:cNvSpPr/>
            <p:nvPr/>
          </p:nvSpPr>
          <p:spPr>
            <a:xfrm>
              <a:off x="7141132" y="21294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9" name="pt30699"/>
            <p:cNvSpPr/>
            <p:nvPr/>
          </p:nvSpPr>
          <p:spPr>
            <a:xfrm>
              <a:off x="7339990" y="21170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0" name="pt30700"/>
            <p:cNvSpPr/>
            <p:nvPr/>
          </p:nvSpPr>
          <p:spPr>
            <a:xfrm>
              <a:off x="7084587" y="22040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1" name="pt30701"/>
            <p:cNvSpPr/>
            <p:nvPr/>
          </p:nvSpPr>
          <p:spPr>
            <a:xfrm>
              <a:off x="7057856" y="23368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2" name="pt30702"/>
            <p:cNvSpPr/>
            <p:nvPr/>
          </p:nvSpPr>
          <p:spPr>
            <a:xfrm>
              <a:off x="7210317" y="22017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3" name="pt30703"/>
            <p:cNvSpPr/>
            <p:nvPr/>
          </p:nvSpPr>
          <p:spPr>
            <a:xfrm>
              <a:off x="7205983" y="21534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4" name="pt30704"/>
            <p:cNvSpPr/>
            <p:nvPr/>
          </p:nvSpPr>
          <p:spPr>
            <a:xfrm>
              <a:off x="7315114" y="19775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5" name="pt30705"/>
            <p:cNvSpPr/>
            <p:nvPr/>
          </p:nvSpPr>
          <p:spPr>
            <a:xfrm>
              <a:off x="7332588" y="21323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6" name="pt30706"/>
            <p:cNvSpPr/>
            <p:nvPr/>
          </p:nvSpPr>
          <p:spPr>
            <a:xfrm>
              <a:off x="7080750" y="21960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7" name="pt30707"/>
            <p:cNvSpPr/>
            <p:nvPr/>
          </p:nvSpPr>
          <p:spPr>
            <a:xfrm>
              <a:off x="7173644" y="20721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8" name="pt30708"/>
            <p:cNvSpPr/>
            <p:nvPr/>
          </p:nvSpPr>
          <p:spPr>
            <a:xfrm>
              <a:off x="7173158" y="21803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9" name="pt30709"/>
            <p:cNvSpPr/>
            <p:nvPr/>
          </p:nvSpPr>
          <p:spPr>
            <a:xfrm>
              <a:off x="7073312" y="22161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0" name="pt30710"/>
            <p:cNvSpPr/>
            <p:nvPr/>
          </p:nvSpPr>
          <p:spPr>
            <a:xfrm>
              <a:off x="6963319" y="19410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1" name="pt30711"/>
            <p:cNvSpPr/>
            <p:nvPr/>
          </p:nvSpPr>
          <p:spPr>
            <a:xfrm>
              <a:off x="6739541" y="21854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2" name="pt30712"/>
            <p:cNvSpPr/>
            <p:nvPr/>
          </p:nvSpPr>
          <p:spPr>
            <a:xfrm>
              <a:off x="7077667" y="21981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3" name="pt30713"/>
            <p:cNvSpPr/>
            <p:nvPr/>
          </p:nvSpPr>
          <p:spPr>
            <a:xfrm>
              <a:off x="7306597" y="21019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4" name="pt30714"/>
            <p:cNvSpPr/>
            <p:nvPr/>
          </p:nvSpPr>
          <p:spPr>
            <a:xfrm>
              <a:off x="6890500" y="19895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5" name="pt30715"/>
            <p:cNvSpPr/>
            <p:nvPr/>
          </p:nvSpPr>
          <p:spPr>
            <a:xfrm>
              <a:off x="6895354" y="21054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6" name="pt30716"/>
            <p:cNvSpPr/>
            <p:nvPr/>
          </p:nvSpPr>
          <p:spPr>
            <a:xfrm>
              <a:off x="7113138" y="22326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7" name="pt30717"/>
            <p:cNvSpPr/>
            <p:nvPr/>
          </p:nvSpPr>
          <p:spPr>
            <a:xfrm>
              <a:off x="6959688" y="2054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8" name="pt30718"/>
            <p:cNvSpPr/>
            <p:nvPr/>
          </p:nvSpPr>
          <p:spPr>
            <a:xfrm>
              <a:off x="6987598" y="19430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9" name="pt30719"/>
            <p:cNvSpPr/>
            <p:nvPr/>
          </p:nvSpPr>
          <p:spPr>
            <a:xfrm>
              <a:off x="7206762" y="21969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0" name="pt30720"/>
            <p:cNvSpPr/>
            <p:nvPr/>
          </p:nvSpPr>
          <p:spPr>
            <a:xfrm>
              <a:off x="7195249" y="21788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1" name="pt30721"/>
            <p:cNvSpPr/>
            <p:nvPr/>
          </p:nvSpPr>
          <p:spPr>
            <a:xfrm>
              <a:off x="7569398" y="22919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2" name="pt30722"/>
            <p:cNvSpPr/>
            <p:nvPr/>
          </p:nvSpPr>
          <p:spPr>
            <a:xfrm>
              <a:off x="7016873" y="18742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3" name="pt30723"/>
            <p:cNvSpPr/>
            <p:nvPr/>
          </p:nvSpPr>
          <p:spPr>
            <a:xfrm>
              <a:off x="7503396" y="26975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4" name="pt30724"/>
            <p:cNvSpPr/>
            <p:nvPr/>
          </p:nvSpPr>
          <p:spPr>
            <a:xfrm>
              <a:off x="7002175" y="17575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5" name="pt30725"/>
            <p:cNvSpPr/>
            <p:nvPr/>
          </p:nvSpPr>
          <p:spPr>
            <a:xfrm>
              <a:off x="7171476" y="21060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6" name="pt30726"/>
            <p:cNvSpPr/>
            <p:nvPr/>
          </p:nvSpPr>
          <p:spPr>
            <a:xfrm>
              <a:off x="7208146" y="21066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7" name="pt30727"/>
            <p:cNvSpPr/>
            <p:nvPr/>
          </p:nvSpPr>
          <p:spPr>
            <a:xfrm>
              <a:off x="7269474" y="18497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8" name="pt30728"/>
            <p:cNvSpPr/>
            <p:nvPr/>
          </p:nvSpPr>
          <p:spPr>
            <a:xfrm>
              <a:off x="7167051" y="21989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9" name="pt30729"/>
            <p:cNvSpPr/>
            <p:nvPr/>
          </p:nvSpPr>
          <p:spPr>
            <a:xfrm>
              <a:off x="7225169" y="21512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0" name="pt30730"/>
            <p:cNvSpPr/>
            <p:nvPr/>
          </p:nvSpPr>
          <p:spPr>
            <a:xfrm>
              <a:off x="7103919" y="21149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1" name="pt30731"/>
            <p:cNvSpPr/>
            <p:nvPr/>
          </p:nvSpPr>
          <p:spPr>
            <a:xfrm>
              <a:off x="7452209" y="28975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2" name="pt30732"/>
            <p:cNvSpPr/>
            <p:nvPr/>
          </p:nvSpPr>
          <p:spPr>
            <a:xfrm>
              <a:off x="7094331" y="22493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3" name="pt30733"/>
            <p:cNvSpPr/>
            <p:nvPr/>
          </p:nvSpPr>
          <p:spPr>
            <a:xfrm>
              <a:off x="7141004" y="22407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4" name="pt30734"/>
            <p:cNvSpPr/>
            <p:nvPr/>
          </p:nvSpPr>
          <p:spPr>
            <a:xfrm>
              <a:off x="7359616" y="18639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5" name="pt30735"/>
            <p:cNvSpPr/>
            <p:nvPr/>
          </p:nvSpPr>
          <p:spPr>
            <a:xfrm>
              <a:off x="7358341" y="23544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6" name="pt30736"/>
            <p:cNvSpPr/>
            <p:nvPr/>
          </p:nvSpPr>
          <p:spPr>
            <a:xfrm>
              <a:off x="7165535" y="21269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7" name="pt30737"/>
            <p:cNvSpPr/>
            <p:nvPr/>
          </p:nvSpPr>
          <p:spPr>
            <a:xfrm>
              <a:off x="6911998" y="21568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8" name="pt30738"/>
            <p:cNvSpPr/>
            <p:nvPr/>
          </p:nvSpPr>
          <p:spPr>
            <a:xfrm>
              <a:off x="7199694" y="22256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9" name="pt30739"/>
            <p:cNvSpPr/>
            <p:nvPr/>
          </p:nvSpPr>
          <p:spPr>
            <a:xfrm>
              <a:off x="7141456" y="21517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0" name="pt30740"/>
            <p:cNvSpPr/>
            <p:nvPr/>
          </p:nvSpPr>
          <p:spPr>
            <a:xfrm>
              <a:off x="7059560" y="2276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1" name="pt30741"/>
            <p:cNvSpPr/>
            <p:nvPr/>
          </p:nvSpPr>
          <p:spPr>
            <a:xfrm>
              <a:off x="6819752" y="21066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2" name="pt30742"/>
            <p:cNvSpPr/>
            <p:nvPr/>
          </p:nvSpPr>
          <p:spPr>
            <a:xfrm>
              <a:off x="7275609" y="18992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3" name="pt30743"/>
            <p:cNvSpPr/>
            <p:nvPr/>
          </p:nvSpPr>
          <p:spPr>
            <a:xfrm>
              <a:off x="7208203" y="22369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4" name="pt30744"/>
            <p:cNvSpPr/>
            <p:nvPr/>
          </p:nvSpPr>
          <p:spPr>
            <a:xfrm>
              <a:off x="6802827" y="21889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5" name="pt30745"/>
            <p:cNvSpPr/>
            <p:nvPr/>
          </p:nvSpPr>
          <p:spPr>
            <a:xfrm>
              <a:off x="7239510" y="20355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6" name="pt30746"/>
            <p:cNvSpPr/>
            <p:nvPr/>
          </p:nvSpPr>
          <p:spPr>
            <a:xfrm>
              <a:off x="7137869" y="23733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7" name="pt30747"/>
            <p:cNvSpPr/>
            <p:nvPr/>
          </p:nvSpPr>
          <p:spPr>
            <a:xfrm>
              <a:off x="7198342" y="22756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8" name="pt30748"/>
            <p:cNvSpPr/>
            <p:nvPr/>
          </p:nvSpPr>
          <p:spPr>
            <a:xfrm>
              <a:off x="7267922" y="19118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9" name="pt30749"/>
            <p:cNvSpPr/>
            <p:nvPr/>
          </p:nvSpPr>
          <p:spPr>
            <a:xfrm>
              <a:off x="7214833" y="20660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0" name="pt30750"/>
            <p:cNvSpPr/>
            <p:nvPr/>
          </p:nvSpPr>
          <p:spPr>
            <a:xfrm>
              <a:off x="7012293" y="18908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1" name="pt30751"/>
            <p:cNvSpPr/>
            <p:nvPr/>
          </p:nvSpPr>
          <p:spPr>
            <a:xfrm>
              <a:off x="7188880" y="21666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2" name="pt30752"/>
            <p:cNvSpPr/>
            <p:nvPr/>
          </p:nvSpPr>
          <p:spPr>
            <a:xfrm>
              <a:off x="7410256" y="23746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3" name="pt30753"/>
            <p:cNvSpPr/>
            <p:nvPr/>
          </p:nvSpPr>
          <p:spPr>
            <a:xfrm>
              <a:off x="7193053" y="22554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4" name="pt30754"/>
            <p:cNvSpPr/>
            <p:nvPr/>
          </p:nvSpPr>
          <p:spPr>
            <a:xfrm>
              <a:off x="7202870" y="20707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5" name="pt30755"/>
            <p:cNvSpPr/>
            <p:nvPr/>
          </p:nvSpPr>
          <p:spPr>
            <a:xfrm>
              <a:off x="6867569" y="22170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6" name="pt30756"/>
            <p:cNvSpPr/>
            <p:nvPr/>
          </p:nvSpPr>
          <p:spPr>
            <a:xfrm>
              <a:off x="7042282" y="22527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7" name="pt30757"/>
            <p:cNvSpPr/>
            <p:nvPr/>
          </p:nvSpPr>
          <p:spPr>
            <a:xfrm>
              <a:off x="7083913" y="22001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8" name="pt30758"/>
            <p:cNvSpPr/>
            <p:nvPr/>
          </p:nvSpPr>
          <p:spPr>
            <a:xfrm>
              <a:off x="7229622" y="19600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9" name="pt30759"/>
            <p:cNvSpPr/>
            <p:nvPr/>
          </p:nvSpPr>
          <p:spPr>
            <a:xfrm>
              <a:off x="7157243" y="20369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0" name="pt30760"/>
            <p:cNvSpPr/>
            <p:nvPr/>
          </p:nvSpPr>
          <p:spPr>
            <a:xfrm>
              <a:off x="7116913" y="21834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1" name="pt30761"/>
            <p:cNvSpPr/>
            <p:nvPr/>
          </p:nvSpPr>
          <p:spPr>
            <a:xfrm>
              <a:off x="7056959" y="22332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2" name="pt30762"/>
            <p:cNvSpPr/>
            <p:nvPr/>
          </p:nvSpPr>
          <p:spPr>
            <a:xfrm>
              <a:off x="7116856" y="22040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3" name="pt30763"/>
            <p:cNvSpPr/>
            <p:nvPr/>
          </p:nvSpPr>
          <p:spPr>
            <a:xfrm>
              <a:off x="6990872" y="19590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4" name="pt30764"/>
            <p:cNvSpPr/>
            <p:nvPr/>
          </p:nvSpPr>
          <p:spPr>
            <a:xfrm>
              <a:off x="7018965" y="18870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5" name="pt30765"/>
            <p:cNvSpPr/>
            <p:nvPr/>
          </p:nvSpPr>
          <p:spPr>
            <a:xfrm>
              <a:off x="7151643" y="20662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6" name="pt30766"/>
            <p:cNvSpPr/>
            <p:nvPr/>
          </p:nvSpPr>
          <p:spPr>
            <a:xfrm>
              <a:off x="7607282" y="24693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7" name="pt30767"/>
            <p:cNvSpPr/>
            <p:nvPr/>
          </p:nvSpPr>
          <p:spPr>
            <a:xfrm>
              <a:off x="6992344" y="20019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8" name="pt30768"/>
            <p:cNvSpPr/>
            <p:nvPr/>
          </p:nvSpPr>
          <p:spPr>
            <a:xfrm>
              <a:off x="7196181" y="22296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9" name="pt30769"/>
            <p:cNvSpPr/>
            <p:nvPr/>
          </p:nvSpPr>
          <p:spPr>
            <a:xfrm>
              <a:off x="7147407" y="21320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0" name="pt30770"/>
            <p:cNvSpPr/>
            <p:nvPr/>
          </p:nvSpPr>
          <p:spPr>
            <a:xfrm>
              <a:off x="7138096" y="23972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1" name="pt30771"/>
            <p:cNvSpPr/>
            <p:nvPr/>
          </p:nvSpPr>
          <p:spPr>
            <a:xfrm>
              <a:off x="7130389" y="22856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2" name="pt30772"/>
            <p:cNvSpPr/>
            <p:nvPr/>
          </p:nvSpPr>
          <p:spPr>
            <a:xfrm>
              <a:off x="6929749" y="21296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3" name="pt30773"/>
            <p:cNvSpPr/>
            <p:nvPr/>
          </p:nvSpPr>
          <p:spPr>
            <a:xfrm>
              <a:off x="7074973" y="22246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4" name="pt30774"/>
            <p:cNvSpPr/>
            <p:nvPr/>
          </p:nvSpPr>
          <p:spPr>
            <a:xfrm>
              <a:off x="7191835" y="21878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5" name="pt30775"/>
            <p:cNvSpPr/>
            <p:nvPr/>
          </p:nvSpPr>
          <p:spPr>
            <a:xfrm>
              <a:off x="7155810" y="2005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6" name="pt30776"/>
            <p:cNvSpPr/>
            <p:nvPr/>
          </p:nvSpPr>
          <p:spPr>
            <a:xfrm>
              <a:off x="6856356" y="24053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7" name="pt30777"/>
            <p:cNvSpPr/>
            <p:nvPr/>
          </p:nvSpPr>
          <p:spPr>
            <a:xfrm>
              <a:off x="7243829" y="21487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8" name="pt30778"/>
            <p:cNvSpPr/>
            <p:nvPr/>
          </p:nvSpPr>
          <p:spPr>
            <a:xfrm>
              <a:off x="7123772" y="21726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9" name="pt30779"/>
            <p:cNvSpPr/>
            <p:nvPr/>
          </p:nvSpPr>
          <p:spPr>
            <a:xfrm>
              <a:off x="7008597" y="19739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0" name="pt30780"/>
            <p:cNvSpPr/>
            <p:nvPr/>
          </p:nvSpPr>
          <p:spPr>
            <a:xfrm>
              <a:off x="7176049" y="19584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1" name="pt30781"/>
            <p:cNvSpPr/>
            <p:nvPr/>
          </p:nvSpPr>
          <p:spPr>
            <a:xfrm>
              <a:off x="7172198" y="22170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2" name="pt30782"/>
            <p:cNvSpPr/>
            <p:nvPr/>
          </p:nvSpPr>
          <p:spPr>
            <a:xfrm>
              <a:off x="7005296" y="19368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3" name="pt30783"/>
            <p:cNvSpPr/>
            <p:nvPr/>
          </p:nvSpPr>
          <p:spPr>
            <a:xfrm>
              <a:off x="7217262" y="21440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4" name="pt30784"/>
            <p:cNvSpPr/>
            <p:nvPr/>
          </p:nvSpPr>
          <p:spPr>
            <a:xfrm>
              <a:off x="7568195" y="23551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5" name="pt30785"/>
            <p:cNvSpPr/>
            <p:nvPr/>
          </p:nvSpPr>
          <p:spPr>
            <a:xfrm>
              <a:off x="7115489" y="21637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6" name="pt30786"/>
            <p:cNvSpPr/>
            <p:nvPr/>
          </p:nvSpPr>
          <p:spPr>
            <a:xfrm>
              <a:off x="7135046" y="23705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7" name="pt30787"/>
            <p:cNvSpPr/>
            <p:nvPr/>
          </p:nvSpPr>
          <p:spPr>
            <a:xfrm>
              <a:off x="7335939" y="22276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8" name="pt30788"/>
            <p:cNvSpPr/>
            <p:nvPr/>
          </p:nvSpPr>
          <p:spPr>
            <a:xfrm>
              <a:off x="7136351" y="24490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9" name="pt30789"/>
            <p:cNvSpPr/>
            <p:nvPr/>
          </p:nvSpPr>
          <p:spPr>
            <a:xfrm>
              <a:off x="7174690" y="19908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0" name="pt30790"/>
            <p:cNvSpPr/>
            <p:nvPr/>
          </p:nvSpPr>
          <p:spPr>
            <a:xfrm>
              <a:off x="6998901" y="19198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1" name="pt30791"/>
            <p:cNvSpPr/>
            <p:nvPr/>
          </p:nvSpPr>
          <p:spPr>
            <a:xfrm>
              <a:off x="7236828" y="20605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2" name="pt30792"/>
            <p:cNvSpPr/>
            <p:nvPr/>
          </p:nvSpPr>
          <p:spPr>
            <a:xfrm>
              <a:off x="7279405" y="19231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3" name="pt30793"/>
            <p:cNvSpPr/>
            <p:nvPr/>
          </p:nvSpPr>
          <p:spPr>
            <a:xfrm>
              <a:off x="7079407" y="21304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4" name="pt30794"/>
            <p:cNvSpPr/>
            <p:nvPr/>
          </p:nvSpPr>
          <p:spPr>
            <a:xfrm>
              <a:off x="6991097" y="20240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5" name="pt30795"/>
            <p:cNvSpPr/>
            <p:nvPr/>
          </p:nvSpPr>
          <p:spPr>
            <a:xfrm>
              <a:off x="7159116" y="20772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6" name="pt30796"/>
            <p:cNvSpPr/>
            <p:nvPr/>
          </p:nvSpPr>
          <p:spPr>
            <a:xfrm>
              <a:off x="7586169" y="25003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7" name="pt30797"/>
            <p:cNvSpPr/>
            <p:nvPr/>
          </p:nvSpPr>
          <p:spPr>
            <a:xfrm>
              <a:off x="7014427" y="18136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8" name="pt30798"/>
            <p:cNvSpPr/>
            <p:nvPr/>
          </p:nvSpPr>
          <p:spPr>
            <a:xfrm>
              <a:off x="7118701" y="21754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9" name="pt30799"/>
            <p:cNvSpPr/>
            <p:nvPr/>
          </p:nvSpPr>
          <p:spPr>
            <a:xfrm>
              <a:off x="7249885" y="19674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0" name="pt30800"/>
            <p:cNvSpPr/>
            <p:nvPr/>
          </p:nvSpPr>
          <p:spPr>
            <a:xfrm>
              <a:off x="6927400" y="21746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1" name="pt30801"/>
            <p:cNvSpPr/>
            <p:nvPr/>
          </p:nvSpPr>
          <p:spPr>
            <a:xfrm>
              <a:off x="7259513" y="20330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2" name="pt30802"/>
            <p:cNvSpPr/>
            <p:nvPr/>
          </p:nvSpPr>
          <p:spPr>
            <a:xfrm>
              <a:off x="7241620" y="21157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3" name="pt30803"/>
            <p:cNvSpPr/>
            <p:nvPr/>
          </p:nvSpPr>
          <p:spPr>
            <a:xfrm>
              <a:off x="7172315" y="2121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4" name="pt30804"/>
            <p:cNvSpPr/>
            <p:nvPr/>
          </p:nvSpPr>
          <p:spPr>
            <a:xfrm>
              <a:off x="7015317" y="19148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5" name="pt30805"/>
            <p:cNvSpPr/>
            <p:nvPr/>
          </p:nvSpPr>
          <p:spPr>
            <a:xfrm>
              <a:off x="7006646" y="20777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6" name="pt30806"/>
            <p:cNvSpPr/>
            <p:nvPr/>
          </p:nvSpPr>
          <p:spPr>
            <a:xfrm>
              <a:off x="7143888" y="20857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7" name="pt30807"/>
            <p:cNvSpPr/>
            <p:nvPr/>
          </p:nvSpPr>
          <p:spPr>
            <a:xfrm>
              <a:off x="7331829" y="21265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8" name="pt30808"/>
            <p:cNvSpPr/>
            <p:nvPr/>
          </p:nvSpPr>
          <p:spPr>
            <a:xfrm>
              <a:off x="7076049" y="22508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9" name="pt30809"/>
            <p:cNvSpPr/>
            <p:nvPr/>
          </p:nvSpPr>
          <p:spPr>
            <a:xfrm>
              <a:off x="6576248" y="21973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0" name="pt30810"/>
            <p:cNvSpPr/>
            <p:nvPr/>
          </p:nvSpPr>
          <p:spPr>
            <a:xfrm>
              <a:off x="7170605" y="21669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1" name="pt30811"/>
            <p:cNvSpPr/>
            <p:nvPr/>
          </p:nvSpPr>
          <p:spPr>
            <a:xfrm>
              <a:off x="7073343" y="22666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2" name="pt30812"/>
            <p:cNvSpPr/>
            <p:nvPr/>
          </p:nvSpPr>
          <p:spPr>
            <a:xfrm>
              <a:off x="7308886" y="21122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3" name="pt30813"/>
            <p:cNvSpPr/>
            <p:nvPr/>
          </p:nvSpPr>
          <p:spPr>
            <a:xfrm>
              <a:off x="7156674" y="20229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4" name="pt30814"/>
            <p:cNvSpPr/>
            <p:nvPr/>
          </p:nvSpPr>
          <p:spPr>
            <a:xfrm>
              <a:off x="7143308" y="2141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5" name="pt30815"/>
            <p:cNvSpPr/>
            <p:nvPr/>
          </p:nvSpPr>
          <p:spPr>
            <a:xfrm>
              <a:off x="7254064" y="21046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6" name="pt30816"/>
            <p:cNvSpPr/>
            <p:nvPr/>
          </p:nvSpPr>
          <p:spPr>
            <a:xfrm>
              <a:off x="6954253" y="20657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7" name="pt30817"/>
            <p:cNvSpPr/>
            <p:nvPr/>
          </p:nvSpPr>
          <p:spPr>
            <a:xfrm>
              <a:off x="7253800" y="18181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8" name="pt30818"/>
            <p:cNvSpPr/>
            <p:nvPr/>
          </p:nvSpPr>
          <p:spPr>
            <a:xfrm>
              <a:off x="6788812" y="25487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9" name="pt30819"/>
            <p:cNvSpPr/>
            <p:nvPr/>
          </p:nvSpPr>
          <p:spPr>
            <a:xfrm>
              <a:off x="7076261" y="2130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0" name="pt30820"/>
            <p:cNvSpPr/>
            <p:nvPr/>
          </p:nvSpPr>
          <p:spPr>
            <a:xfrm>
              <a:off x="7122137" y="21626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1" name="pt30821"/>
            <p:cNvSpPr/>
            <p:nvPr/>
          </p:nvSpPr>
          <p:spPr>
            <a:xfrm>
              <a:off x="7160027" y="20888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2" name="pt30822"/>
            <p:cNvSpPr/>
            <p:nvPr/>
          </p:nvSpPr>
          <p:spPr>
            <a:xfrm>
              <a:off x="7396788" y="26718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3" name="pt30823"/>
            <p:cNvSpPr/>
            <p:nvPr/>
          </p:nvSpPr>
          <p:spPr>
            <a:xfrm>
              <a:off x="7100168" y="21612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4" name="pt30824"/>
            <p:cNvSpPr/>
            <p:nvPr/>
          </p:nvSpPr>
          <p:spPr>
            <a:xfrm>
              <a:off x="7220673" y="1860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5" name="pt30825"/>
            <p:cNvSpPr/>
            <p:nvPr/>
          </p:nvSpPr>
          <p:spPr>
            <a:xfrm>
              <a:off x="7289328" y="22008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6" name="pt30826"/>
            <p:cNvSpPr/>
            <p:nvPr/>
          </p:nvSpPr>
          <p:spPr>
            <a:xfrm>
              <a:off x="7255163" y="22906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7" name="pt30827"/>
            <p:cNvSpPr/>
            <p:nvPr/>
          </p:nvSpPr>
          <p:spPr>
            <a:xfrm>
              <a:off x="7176200" y="19974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8" name="pt30828"/>
            <p:cNvSpPr/>
            <p:nvPr/>
          </p:nvSpPr>
          <p:spPr>
            <a:xfrm>
              <a:off x="7091838" y="21648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9" name="pt30829"/>
            <p:cNvSpPr/>
            <p:nvPr/>
          </p:nvSpPr>
          <p:spPr>
            <a:xfrm>
              <a:off x="6889451" y="16114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0" name="pt30830"/>
            <p:cNvSpPr/>
            <p:nvPr/>
          </p:nvSpPr>
          <p:spPr>
            <a:xfrm>
              <a:off x="7301773" y="20281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1" name="pt30831"/>
            <p:cNvSpPr/>
            <p:nvPr/>
          </p:nvSpPr>
          <p:spPr>
            <a:xfrm>
              <a:off x="7140808" y="2268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2" name="pt30832"/>
            <p:cNvSpPr/>
            <p:nvPr/>
          </p:nvSpPr>
          <p:spPr>
            <a:xfrm>
              <a:off x="7059146" y="21698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3" name="pt30833"/>
            <p:cNvSpPr/>
            <p:nvPr/>
          </p:nvSpPr>
          <p:spPr>
            <a:xfrm>
              <a:off x="6978916" y="19837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4" name="pt30834"/>
            <p:cNvSpPr/>
            <p:nvPr/>
          </p:nvSpPr>
          <p:spPr>
            <a:xfrm>
              <a:off x="7108171" y="20384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5" name="pt30835"/>
            <p:cNvSpPr/>
            <p:nvPr/>
          </p:nvSpPr>
          <p:spPr>
            <a:xfrm>
              <a:off x="7505345" y="25077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6" name="pt30836"/>
            <p:cNvSpPr/>
            <p:nvPr/>
          </p:nvSpPr>
          <p:spPr>
            <a:xfrm>
              <a:off x="7253128" y="20003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7" name="pt30837"/>
            <p:cNvSpPr/>
            <p:nvPr/>
          </p:nvSpPr>
          <p:spPr>
            <a:xfrm>
              <a:off x="6960494" y="20036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8" name="pt30838"/>
            <p:cNvSpPr/>
            <p:nvPr/>
          </p:nvSpPr>
          <p:spPr>
            <a:xfrm>
              <a:off x="6831791" y="21492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9" name="pt30839"/>
            <p:cNvSpPr/>
            <p:nvPr/>
          </p:nvSpPr>
          <p:spPr>
            <a:xfrm>
              <a:off x="7557373" y="23096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0" name="pt30840"/>
            <p:cNvSpPr/>
            <p:nvPr/>
          </p:nvSpPr>
          <p:spPr>
            <a:xfrm>
              <a:off x="7121153" y="21253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1" name="pt30841"/>
            <p:cNvSpPr/>
            <p:nvPr/>
          </p:nvSpPr>
          <p:spPr>
            <a:xfrm>
              <a:off x="6987667" y="21345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2" name="pt30842"/>
            <p:cNvSpPr/>
            <p:nvPr/>
          </p:nvSpPr>
          <p:spPr>
            <a:xfrm>
              <a:off x="7140982" y="21571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3" name="pt30843"/>
            <p:cNvSpPr/>
            <p:nvPr/>
          </p:nvSpPr>
          <p:spPr>
            <a:xfrm>
              <a:off x="7163986" y="2193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4" name="pt30844"/>
            <p:cNvSpPr/>
            <p:nvPr/>
          </p:nvSpPr>
          <p:spPr>
            <a:xfrm>
              <a:off x="6916418" y="23647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5" name="pt30845"/>
            <p:cNvSpPr/>
            <p:nvPr/>
          </p:nvSpPr>
          <p:spPr>
            <a:xfrm>
              <a:off x="7154765" y="20368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6" name="pt30846"/>
            <p:cNvSpPr/>
            <p:nvPr/>
          </p:nvSpPr>
          <p:spPr>
            <a:xfrm>
              <a:off x="7171783" y="2176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7" name="pt30847"/>
            <p:cNvSpPr/>
            <p:nvPr/>
          </p:nvSpPr>
          <p:spPr>
            <a:xfrm>
              <a:off x="7052645" y="19486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8" name="pt30848"/>
            <p:cNvSpPr/>
            <p:nvPr/>
          </p:nvSpPr>
          <p:spPr>
            <a:xfrm>
              <a:off x="7102853" y="21071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9" name="pt30849"/>
            <p:cNvSpPr/>
            <p:nvPr/>
          </p:nvSpPr>
          <p:spPr>
            <a:xfrm>
              <a:off x="6866272" y="23499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0" name="pt30850"/>
            <p:cNvSpPr/>
            <p:nvPr/>
          </p:nvSpPr>
          <p:spPr>
            <a:xfrm>
              <a:off x="7452792" y="29789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1" name="pt30851"/>
            <p:cNvSpPr/>
            <p:nvPr/>
          </p:nvSpPr>
          <p:spPr>
            <a:xfrm>
              <a:off x="6939977" y="20900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2" name="pt30852"/>
            <p:cNvSpPr/>
            <p:nvPr/>
          </p:nvSpPr>
          <p:spPr>
            <a:xfrm>
              <a:off x="7215612" y="22389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3" name="pt30853"/>
            <p:cNvSpPr/>
            <p:nvPr/>
          </p:nvSpPr>
          <p:spPr>
            <a:xfrm>
              <a:off x="7183019" y="19481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4" name="pt30854"/>
            <p:cNvSpPr/>
            <p:nvPr/>
          </p:nvSpPr>
          <p:spPr>
            <a:xfrm>
              <a:off x="6974788" y="2047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5" name="pt30855"/>
            <p:cNvSpPr/>
            <p:nvPr/>
          </p:nvSpPr>
          <p:spPr>
            <a:xfrm>
              <a:off x="7134692" y="21981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6" name="pt30856"/>
            <p:cNvSpPr/>
            <p:nvPr/>
          </p:nvSpPr>
          <p:spPr>
            <a:xfrm>
              <a:off x="6858369" y="19053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7" name="pt30857"/>
            <p:cNvSpPr/>
            <p:nvPr/>
          </p:nvSpPr>
          <p:spPr>
            <a:xfrm>
              <a:off x="6829670" y="1895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8" name="pt30858"/>
            <p:cNvSpPr/>
            <p:nvPr/>
          </p:nvSpPr>
          <p:spPr>
            <a:xfrm>
              <a:off x="6882124" y="17239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9" name="pt30859"/>
            <p:cNvSpPr/>
            <p:nvPr/>
          </p:nvSpPr>
          <p:spPr>
            <a:xfrm>
              <a:off x="7465971" y="23307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0" name="pt30860"/>
            <p:cNvSpPr/>
            <p:nvPr/>
          </p:nvSpPr>
          <p:spPr>
            <a:xfrm>
              <a:off x="7041455" y="22096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1" name="pt30861"/>
            <p:cNvSpPr/>
            <p:nvPr/>
          </p:nvSpPr>
          <p:spPr>
            <a:xfrm>
              <a:off x="7085905" y="22196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2" name="pt30862"/>
            <p:cNvSpPr/>
            <p:nvPr/>
          </p:nvSpPr>
          <p:spPr>
            <a:xfrm>
              <a:off x="7143588" y="21128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3" name="pt30863"/>
            <p:cNvSpPr/>
            <p:nvPr/>
          </p:nvSpPr>
          <p:spPr>
            <a:xfrm>
              <a:off x="7016365" y="17825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4" name="pt30864"/>
            <p:cNvSpPr/>
            <p:nvPr/>
          </p:nvSpPr>
          <p:spPr>
            <a:xfrm>
              <a:off x="7072470" y="21985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5" name="pt30865"/>
            <p:cNvSpPr/>
            <p:nvPr/>
          </p:nvSpPr>
          <p:spPr>
            <a:xfrm>
              <a:off x="7540957" y="20861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6" name="pt30866"/>
            <p:cNvSpPr/>
            <p:nvPr/>
          </p:nvSpPr>
          <p:spPr>
            <a:xfrm>
              <a:off x="7153144" y="20309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7" name="pt30867"/>
            <p:cNvSpPr/>
            <p:nvPr/>
          </p:nvSpPr>
          <p:spPr>
            <a:xfrm>
              <a:off x="6946014" y="20956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8" name="pt30868"/>
            <p:cNvSpPr/>
            <p:nvPr/>
          </p:nvSpPr>
          <p:spPr>
            <a:xfrm>
              <a:off x="7132151" y="23388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9" name="pt30869"/>
            <p:cNvSpPr/>
            <p:nvPr/>
          </p:nvSpPr>
          <p:spPr>
            <a:xfrm>
              <a:off x="7247090" y="21624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0" name="pt30870"/>
            <p:cNvSpPr/>
            <p:nvPr/>
          </p:nvSpPr>
          <p:spPr>
            <a:xfrm>
              <a:off x="7224076" y="22724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1" name="pt30871"/>
            <p:cNvSpPr/>
            <p:nvPr/>
          </p:nvSpPr>
          <p:spPr>
            <a:xfrm>
              <a:off x="6734436" y="20023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2" name="pt30872"/>
            <p:cNvSpPr/>
            <p:nvPr/>
          </p:nvSpPr>
          <p:spPr>
            <a:xfrm>
              <a:off x="6673779" y="20995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3" name="pt30873"/>
            <p:cNvSpPr/>
            <p:nvPr/>
          </p:nvSpPr>
          <p:spPr>
            <a:xfrm>
              <a:off x="7180251" y="20547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4" name="pt30874"/>
            <p:cNvSpPr/>
            <p:nvPr/>
          </p:nvSpPr>
          <p:spPr>
            <a:xfrm>
              <a:off x="7239661" y="20433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5" name="pt30875"/>
            <p:cNvSpPr/>
            <p:nvPr/>
          </p:nvSpPr>
          <p:spPr>
            <a:xfrm>
              <a:off x="6790044" y="22361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6" name="pt30876"/>
            <p:cNvSpPr/>
            <p:nvPr/>
          </p:nvSpPr>
          <p:spPr>
            <a:xfrm>
              <a:off x="7119804" y="21399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7" name="pt30877"/>
            <p:cNvSpPr/>
            <p:nvPr/>
          </p:nvSpPr>
          <p:spPr>
            <a:xfrm>
              <a:off x="6949255" y="20329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8" name="pt30878"/>
            <p:cNvSpPr/>
            <p:nvPr/>
          </p:nvSpPr>
          <p:spPr>
            <a:xfrm>
              <a:off x="6816314" y="20026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9" name="pt30879"/>
            <p:cNvSpPr/>
            <p:nvPr/>
          </p:nvSpPr>
          <p:spPr>
            <a:xfrm>
              <a:off x="7004136" y="20002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0" name="pt30880"/>
            <p:cNvSpPr/>
            <p:nvPr/>
          </p:nvSpPr>
          <p:spPr>
            <a:xfrm>
              <a:off x="7394567" y="24466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1" name="pt30881"/>
            <p:cNvSpPr/>
            <p:nvPr/>
          </p:nvSpPr>
          <p:spPr>
            <a:xfrm>
              <a:off x="7226121" y="23643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2" name="pt30882"/>
            <p:cNvSpPr/>
            <p:nvPr/>
          </p:nvSpPr>
          <p:spPr>
            <a:xfrm>
              <a:off x="7140751" y="21580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3" name="pt30883"/>
            <p:cNvSpPr/>
            <p:nvPr/>
          </p:nvSpPr>
          <p:spPr>
            <a:xfrm>
              <a:off x="7142946" y="21864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4" name="pt30884"/>
            <p:cNvSpPr/>
            <p:nvPr/>
          </p:nvSpPr>
          <p:spPr>
            <a:xfrm>
              <a:off x="7238530" y="20931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5" name="pt30885"/>
            <p:cNvSpPr/>
            <p:nvPr/>
          </p:nvSpPr>
          <p:spPr>
            <a:xfrm>
              <a:off x="7146480" y="20367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6" name="pt30886"/>
            <p:cNvSpPr/>
            <p:nvPr/>
          </p:nvSpPr>
          <p:spPr>
            <a:xfrm>
              <a:off x="7086049" y="21559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7" name="pt30887"/>
            <p:cNvSpPr/>
            <p:nvPr/>
          </p:nvSpPr>
          <p:spPr>
            <a:xfrm>
              <a:off x="7095855" y="21162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8" name="pt30888"/>
            <p:cNvSpPr/>
            <p:nvPr/>
          </p:nvSpPr>
          <p:spPr>
            <a:xfrm>
              <a:off x="7352967" y="24821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9" name="pt30889"/>
            <p:cNvSpPr/>
            <p:nvPr/>
          </p:nvSpPr>
          <p:spPr>
            <a:xfrm>
              <a:off x="6924567" y="20052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0" name="pt30890"/>
            <p:cNvSpPr/>
            <p:nvPr/>
          </p:nvSpPr>
          <p:spPr>
            <a:xfrm>
              <a:off x="6884120" y="16319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1" name="pt30891"/>
            <p:cNvSpPr/>
            <p:nvPr/>
          </p:nvSpPr>
          <p:spPr>
            <a:xfrm>
              <a:off x="7191014" y="21613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2" name="pt30892"/>
            <p:cNvSpPr/>
            <p:nvPr/>
          </p:nvSpPr>
          <p:spPr>
            <a:xfrm>
              <a:off x="7312079" y="19166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3" name="pt30893"/>
            <p:cNvSpPr/>
            <p:nvPr/>
          </p:nvSpPr>
          <p:spPr>
            <a:xfrm>
              <a:off x="7240346" y="2064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4" name="pt30894"/>
            <p:cNvSpPr/>
            <p:nvPr/>
          </p:nvSpPr>
          <p:spPr>
            <a:xfrm>
              <a:off x="6944398" y="21746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5" name="pt30895"/>
            <p:cNvSpPr/>
            <p:nvPr/>
          </p:nvSpPr>
          <p:spPr>
            <a:xfrm>
              <a:off x="7117323" y="2166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6" name="pt30896"/>
            <p:cNvSpPr/>
            <p:nvPr/>
          </p:nvSpPr>
          <p:spPr>
            <a:xfrm>
              <a:off x="7674686" y="22705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7" name="pt30897"/>
            <p:cNvSpPr/>
            <p:nvPr/>
          </p:nvSpPr>
          <p:spPr>
            <a:xfrm>
              <a:off x="7212572" y="22357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8" name="pt30898"/>
            <p:cNvSpPr/>
            <p:nvPr/>
          </p:nvSpPr>
          <p:spPr>
            <a:xfrm>
              <a:off x="6981430" y="21855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9" name="pt30899"/>
            <p:cNvSpPr/>
            <p:nvPr/>
          </p:nvSpPr>
          <p:spPr>
            <a:xfrm>
              <a:off x="7002102" y="19110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0" name="pt30900"/>
            <p:cNvSpPr/>
            <p:nvPr/>
          </p:nvSpPr>
          <p:spPr>
            <a:xfrm>
              <a:off x="6845149" y="23664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1" name="pt30901"/>
            <p:cNvSpPr/>
            <p:nvPr/>
          </p:nvSpPr>
          <p:spPr>
            <a:xfrm>
              <a:off x="7359848" y="21542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2" name="pt30902"/>
            <p:cNvSpPr/>
            <p:nvPr/>
          </p:nvSpPr>
          <p:spPr>
            <a:xfrm>
              <a:off x="6952070" y="20848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3" name="pt30903"/>
            <p:cNvSpPr/>
            <p:nvPr/>
          </p:nvSpPr>
          <p:spPr>
            <a:xfrm>
              <a:off x="7306363" y="21277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4" name="pt30904"/>
            <p:cNvSpPr/>
            <p:nvPr/>
          </p:nvSpPr>
          <p:spPr>
            <a:xfrm>
              <a:off x="7706682" y="24557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5" name="pt30905"/>
            <p:cNvSpPr/>
            <p:nvPr/>
          </p:nvSpPr>
          <p:spPr>
            <a:xfrm>
              <a:off x="7092929" y="21938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6" name="pt30906"/>
            <p:cNvSpPr/>
            <p:nvPr/>
          </p:nvSpPr>
          <p:spPr>
            <a:xfrm>
              <a:off x="6937359" y="21247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7" name="pt30907"/>
            <p:cNvSpPr/>
            <p:nvPr/>
          </p:nvSpPr>
          <p:spPr>
            <a:xfrm>
              <a:off x="7093883" y="21590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8" name="pt30908"/>
            <p:cNvSpPr/>
            <p:nvPr/>
          </p:nvSpPr>
          <p:spPr>
            <a:xfrm>
              <a:off x="7370213" y="20020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9" name="pt30909"/>
            <p:cNvSpPr/>
            <p:nvPr/>
          </p:nvSpPr>
          <p:spPr>
            <a:xfrm>
              <a:off x="7386659" y="25273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0" name="pt30910"/>
            <p:cNvSpPr/>
            <p:nvPr/>
          </p:nvSpPr>
          <p:spPr>
            <a:xfrm>
              <a:off x="7307171" y="20865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1" name="pt30911"/>
            <p:cNvSpPr/>
            <p:nvPr/>
          </p:nvSpPr>
          <p:spPr>
            <a:xfrm>
              <a:off x="7071075" y="21982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2" name="pt30912"/>
            <p:cNvSpPr/>
            <p:nvPr/>
          </p:nvSpPr>
          <p:spPr>
            <a:xfrm>
              <a:off x="7048860" y="16868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3" name="pt30913"/>
            <p:cNvSpPr/>
            <p:nvPr/>
          </p:nvSpPr>
          <p:spPr>
            <a:xfrm>
              <a:off x="7078317" y="22761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4" name="pt30914"/>
            <p:cNvSpPr/>
            <p:nvPr/>
          </p:nvSpPr>
          <p:spPr>
            <a:xfrm>
              <a:off x="7085906" y="22397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5" name="pt30915"/>
            <p:cNvSpPr/>
            <p:nvPr/>
          </p:nvSpPr>
          <p:spPr>
            <a:xfrm>
              <a:off x="7249984" y="19508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6" name="pt30916"/>
            <p:cNvSpPr/>
            <p:nvPr/>
          </p:nvSpPr>
          <p:spPr>
            <a:xfrm>
              <a:off x="7251538" y="18708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7" name="pt30917"/>
            <p:cNvSpPr/>
            <p:nvPr/>
          </p:nvSpPr>
          <p:spPr>
            <a:xfrm>
              <a:off x="7242918" y="20427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8" name="pt30918"/>
            <p:cNvSpPr/>
            <p:nvPr/>
          </p:nvSpPr>
          <p:spPr>
            <a:xfrm>
              <a:off x="7262931" y="20037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9" name="pt30919"/>
            <p:cNvSpPr/>
            <p:nvPr/>
          </p:nvSpPr>
          <p:spPr>
            <a:xfrm>
              <a:off x="7155890" y="19510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0" name="pt30920"/>
            <p:cNvSpPr/>
            <p:nvPr/>
          </p:nvSpPr>
          <p:spPr>
            <a:xfrm>
              <a:off x="7289487" y="20940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1" name="pt30921"/>
            <p:cNvSpPr/>
            <p:nvPr/>
          </p:nvSpPr>
          <p:spPr>
            <a:xfrm>
              <a:off x="7060982" y="22991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2" name="pt30922"/>
            <p:cNvSpPr/>
            <p:nvPr/>
          </p:nvSpPr>
          <p:spPr>
            <a:xfrm>
              <a:off x="6953073" y="19447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3" name="pt30923"/>
            <p:cNvSpPr/>
            <p:nvPr/>
          </p:nvSpPr>
          <p:spPr>
            <a:xfrm>
              <a:off x="6841105" y="22837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4" name="pt30924"/>
            <p:cNvSpPr/>
            <p:nvPr/>
          </p:nvSpPr>
          <p:spPr>
            <a:xfrm>
              <a:off x="7111716" y="21902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5" name="pt30925"/>
            <p:cNvSpPr/>
            <p:nvPr/>
          </p:nvSpPr>
          <p:spPr>
            <a:xfrm>
              <a:off x="6929372" y="22146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6" name="pt30926"/>
            <p:cNvSpPr/>
            <p:nvPr/>
          </p:nvSpPr>
          <p:spPr>
            <a:xfrm>
              <a:off x="7145142" y="2094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7" name="pt30927"/>
            <p:cNvSpPr/>
            <p:nvPr/>
          </p:nvSpPr>
          <p:spPr>
            <a:xfrm>
              <a:off x="7213519" y="20952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8" name="pt30928"/>
            <p:cNvSpPr/>
            <p:nvPr/>
          </p:nvSpPr>
          <p:spPr>
            <a:xfrm>
              <a:off x="7244344" y="21115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9" name="pt30929"/>
            <p:cNvSpPr/>
            <p:nvPr/>
          </p:nvSpPr>
          <p:spPr>
            <a:xfrm>
              <a:off x="6898531" y="21730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0" name="pt30930"/>
            <p:cNvSpPr/>
            <p:nvPr/>
          </p:nvSpPr>
          <p:spPr>
            <a:xfrm>
              <a:off x="7109561" y="21591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1" name="pt30931"/>
            <p:cNvSpPr/>
            <p:nvPr/>
          </p:nvSpPr>
          <p:spPr>
            <a:xfrm>
              <a:off x="7352827" y="25753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2" name="pt30932"/>
            <p:cNvSpPr/>
            <p:nvPr/>
          </p:nvSpPr>
          <p:spPr>
            <a:xfrm>
              <a:off x="7161222" y="20813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3" name="pt30933"/>
            <p:cNvSpPr/>
            <p:nvPr/>
          </p:nvSpPr>
          <p:spPr>
            <a:xfrm>
              <a:off x="7419624" y="24742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4" name="pt30934"/>
            <p:cNvSpPr/>
            <p:nvPr/>
          </p:nvSpPr>
          <p:spPr>
            <a:xfrm>
              <a:off x="7072149" y="22157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5" name="pt30935"/>
            <p:cNvSpPr/>
            <p:nvPr/>
          </p:nvSpPr>
          <p:spPr>
            <a:xfrm>
              <a:off x="7187418" y="20992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6" name="pt30936"/>
            <p:cNvSpPr/>
            <p:nvPr/>
          </p:nvSpPr>
          <p:spPr>
            <a:xfrm>
              <a:off x="7178952" y="20843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7" name="pt30937"/>
            <p:cNvSpPr/>
            <p:nvPr/>
          </p:nvSpPr>
          <p:spPr>
            <a:xfrm>
              <a:off x="7152646" y="19717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8" name="pt30938"/>
            <p:cNvSpPr/>
            <p:nvPr/>
          </p:nvSpPr>
          <p:spPr>
            <a:xfrm>
              <a:off x="7042713" y="22640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9" name="pt30939"/>
            <p:cNvSpPr/>
            <p:nvPr/>
          </p:nvSpPr>
          <p:spPr>
            <a:xfrm>
              <a:off x="7375050" y="22666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0" name="pt30940"/>
            <p:cNvSpPr/>
            <p:nvPr/>
          </p:nvSpPr>
          <p:spPr>
            <a:xfrm>
              <a:off x="7098099" y="21244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1" name="pt30941"/>
            <p:cNvSpPr/>
            <p:nvPr/>
          </p:nvSpPr>
          <p:spPr>
            <a:xfrm>
              <a:off x="7123805" y="20076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2" name="pt30942"/>
            <p:cNvSpPr/>
            <p:nvPr/>
          </p:nvSpPr>
          <p:spPr>
            <a:xfrm>
              <a:off x="7121733" y="22171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3" name="pt30943"/>
            <p:cNvSpPr/>
            <p:nvPr/>
          </p:nvSpPr>
          <p:spPr>
            <a:xfrm>
              <a:off x="7214217" y="21533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4" name="pt30944"/>
            <p:cNvSpPr/>
            <p:nvPr/>
          </p:nvSpPr>
          <p:spPr>
            <a:xfrm>
              <a:off x="7157774" y="20219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5" name="pt30945"/>
            <p:cNvSpPr/>
            <p:nvPr/>
          </p:nvSpPr>
          <p:spPr>
            <a:xfrm>
              <a:off x="7313052" y="20201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6" name="pt30946"/>
            <p:cNvSpPr/>
            <p:nvPr/>
          </p:nvSpPr>
          <p:spPr>
            <a:xfrm>
              <a:off x="6973609" y="20596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7" name="pt30947"/>
            <p:cNvSpPr/>
            <p:nvPr/>
          </p:nvSpPr>
          <p:spPr>
            <a:xfrm>
              <a:off x="7163270" y="21224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8" name="pt30948"/>
            <p:cNvSpPr/>
            <p:nvPr/>
          </p:nvSpPr>
          <p:spPr>
            <a:xfrm>
              <a:off x="7127165" y="22538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9" name="pt30949"/>
            <p:cNvSpPr/>
            <p:nvPr/>
          </p:nvSpPr>
          <p:spPr>
            <a:xfrm>
              <a:off x="7100813" y="21380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0" name="pt30950"/>
            <p:cNvSpPr/>
            <p:nvPr/>
          </p:nvSpPr>
          <p:spPr>
            <a:xfrm>
              <a:off x="7279106" y="19182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1" name="pt30951"/>
            <p:cNvSpPr/>
            <p:nvPr/>
          </p:nvSpPr>
          <p:spPr>
            <a:xfrm>
              <a:off x="7111748" y="2140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2" name="pt30952"/>
            <p:cNvSpPr/>
            <p:nvPr/>
          </p:nvSpPr>
          <p:spPr>
            <a:xfrm>
              <a:off x="7137254" y="23741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3" name="pt30953"/>
            <p:cNvSpPr/>
            <p:nvPr/>
          </p:nvSpPr>
          <p:spPr>
            <a:xfrm>
              <a:off x="7028192" y="23274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4" name="pt30954"/>
            <p:cNvSpPr/>
            <p:nvPr/>
          </p:nvSpPr>
          <p:spPr>
            <a:xfrm>
              <a:off x="7160025" y="20804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5" name="pt30955"/>
            <p:cNvSpPr/>
            <p:nvPr/>
          </p:nvSpPr>
          <p:spPr>
            <a:xfrm>
              <a:off x="7246148" y="21960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6" name="pt30956"/>
            <p:cNvSpPr/>
            <p:nvPr/>
          </p:nvSpPr>
          <p:spPr>
            <a:xfrm>
              <a:off x="7196430" y="2304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7" name="pt30957"/>
            <p:cNvSpPr/>
            <p:nvPr/>
          </p:nvSpPr>
          <p:spPr>
            <a:xfrm>
              <a:off x="7039278" y="24089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8" name="pt30958"/>
            <p:cNvSpPr/>
            <p:nvPr/>
          </p:nvSpPr>
          <p:spPr>
            <a:xfrm>
              <a:off x="7307947" y="1904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9" name="pt30959"/>
            <p:cNvSpPr/>
            <p:nvPr/>
          </p:nvSpPr>
          <p:spPr>
            <a:xfrm>
              <a:off x="7093253" y="20606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0" name="pt30960"/>
            <p:cNvSpPr/>
            <p:nvPr/>
          </p:nvSpPr>
          <p:spPr>
            <a:xfrm>
              <a:off x="7173145" y="21158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1" name="pt30961"/>
            <p:cNvSpPr/>
            <p:nvPr/>
          </p:nvSpPr>
          <p:spPr>
            <a:xfrm>
              <a:off x="6970480" y="19848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2" name="pt30962"/>
            <p:cNvSpPr/>
            <p:nvPr/>
          </p:nvSpPr>
          <p:spPr>
            <a:xfrm>
              <a:off x="6954361" y="19760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3" name="pt30963"/>
            <p:cNvSpPr/>
            <p:nvPr/>
          </p:nvSpPr>
          <p:spPr>
            <a:xfrm>
              <a:off x="6868552" y="21247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4" name="pt30964"/>
            <p:cNvSpPr/>
            <p:nvPr/>
          </p:nvSpPr>
          <p:spPr>
            <a:xfrm>
              <a:off x="6934738" y="21282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5" name="pt30965"/>
            <p:cNvSpPr/>
            <p:nvPr/>
          </p:nvSpPr>
          <p:spPr>
            <a:xfrm>
              <a:off x="7196126" y="22061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6" name="pt30966"/>
            <p:cNvSpPr/>
            <p:nvPr/>
          </p:nvSpPr>
          <p:spPr>
            <a:xfrm>
              <a:off x="7099686" y="21155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7" name="pt30967"/>
            <p:cNvSpPr/>
            <p:nvPr/>
          </p:nvSpPr>
          <p:spPr>
            <a:xfrm>
              <a:off x="7159245" y="20865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8" name="pt30968"/>
            <p:cNvSpPr/>
            <p:nvPr/>
          </p:nvSpPr>
          <p:spPr>
            <a:xfrm>
              <a:off x="7144944" y="20355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9" name="pt30969"/>
            <p:cNvSpPr/>
            <p:nvPr/>
          </p:nvSpPr>
          <p:spPr>
            <a:xfrm>
              <a:off x="7151402" y="19955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0" name="pt30970"/>
            <p:cNvSpPr/>
            <p:nvPr/>
          </p:nvSpPr>
          <p:spPr>
            <a:xfrm>
              <a:off x="7205726" y="22159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1" name="pt30971"/>
            <p:cNvSpPr/>
            <p:nvPr/>
          </p:nvSpPr>
          <p:spPr>
            <a:xfrm>
              <a:off x="7301303" y="19986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2" name="pt30972"/>
            <p:cNvSpPr/>
            <p:nvPr/>
          </p:nvSpPr>
          <p:spPr>
            <a:xfrm>
              <a:off x="6837250" y="23777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3" name="pt30973"/>
            <p:cNvSpPr/>
            <p:nvPr/>
          </p:nvSpPr>
          <p:spPr>
            <a:xfrm>
              <a:off x="7172796" y="20799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4" name="pt30974"/>
            <p:cNvSpPr/>
            <p:nvPr/>
          </p:nvSpPr>
          <p:spPr>
            <a:xfrm>
              <a:off x="6826371" y="2142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5" name="pt30975"/>
            <p:cNvSpPr/>
            <p:nvPr/>
          </p:nvSpPr>
          <p:spPr>
            <a:xfrm>
              <a:off x="7261516" y="21179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6" name="pt30976"/>
            <p:cNvSpPr/>
            <p:nvPr/>
          </p:nvSpPr>
          <p:spPr>
            <a:xfrm>
              <a:off x="7095875" y="21943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7" name="pt30977"/>
            <p:cNvSpPr/>
            <p:nvPr/>
          </p:nvSpPr>
          <p:spPr>
            <a:xfrm>
              <a:off x="6893538" y="19641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8" name="pt30978"/>
            <p:cNvSpPr/>
            <p:nvPr/>
          </p:nvSpPr>
          <p:spPr>
            <a:xfrm>
              <a:off x="7331359" y="21977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9" name="pt30979"/>
            <p:cNvSpPr/>
            <p:nvPr/>
          </p:nvSpPr>
          <p:spPr>
            <a:xfrm>
              <a:off x="7299544" y="19687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0" name="pt30980"/>
            <p:cNvSpPr/>
            <p:nvPr/>
          </p:nvSpPr>
          <p:spPr>
            <a:xfrm>
              <a:off x="7016779" y="19203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1" name="pt30981"/>
            <p:cNvSpPr/>
            <p:nvPr/>
          </p:nvSpPr>
          <p:spPr>
            <a:xfrm>
              <a:off x="7027286" y="22840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2" name="pt30982"/>
            <p:cNvSpPr/>
            <p:nvPr/>
          </p:nvSpPr>
          <p:spPr>
            <a:xfrm>
              <a:off x="7216333" y="20892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3" name="pt30983"/>
            <p:cNvSpPr/>
            <p:nvPr/>
          </p:nvSpPr>
          <p:spPr>
            <a:xfrm>
              <a:off x="7073944" y="22058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4" name="pt30984"/>
            <p:cNvSpPr/>
            <p:nvPr/>
          </p:nvSpPr>
          <p:spPr>
            <a:xfrm>
              <a:off x="6654932" y="18482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5" name="pt30985"/>
            <p:cNvSpPr/>
            <p:nvPr/>
          </p:nvSpPr>
          <p:spPr>
            <a:xfrm>
              <a:off x="7231633" y="21901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6" name="pt30986"/>
            <p:cNvSpPr/>
            <p:nvPr/>
          </p:nvSpPr>
          <p:spPr>
            <a:xfrm>
              <a:off x="7424006" y="25413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7" name="pt30987"/>
            <p:cNvSpPr/>
            <p:nvPr/>
          </p:nvSpPr>
          <p:spPr>
            <a:xfrm>
              <a:off x="6961095" y="20281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8" name="pt30988"/>
            <p:cNvSpPr/>
            <p:nvPr/>
          </p:nvSpPr>
          <p:spPr>
            <a:xfrm>
              <a:off x="7198837" y="22716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9" name="pt30989"/>
            <p:cNvSpPr/>
            <p:nvPr/>
          </p:nvSpPr>
          <p:spPr>
            <a:xfrm>
              <a:off x="7302378" y="20977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0" name="pt30990"/>
            <p:cNvSpPr/>
            <p:nvPr/>
          </p:nvSpPr>
          <p:spPr>
            <a:xfrm>
              <a:off x="6974279" y="20343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1" name="pt30991"/>
            <p:cNvSpPr/>
            <p:nvPr/>
          </p:nvSpPr>
          <p:spPr>
            <a:xfrm>
              <a:off x="6958448" y="19230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2" name="pt30992"/>
            <p:cNvSpPr/>
            <p:nvPr/>
          </p:nvSpPr>
          <p:spPr>
            <a:xfrm>
              <a:off x="7162938" y="20947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3" name="pt30993"/>
            <p:cNvSpPr/>
            <p:nvPr/>
          </p:nvSpPr>
          <p:spPr>
            <a:xfrm>
              <a:off x="6960820" y="19408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4" name="pt30994"/>
            <p:cNvSpPr/>
            <p:nvPr/>
          </p:nvSpPr>
          <p:spPr>
            <a:xfrm>
              <a:off x="7183079" y="20159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5" name="pt30995"/>
            <p:cNvSpPr/>
            <p:nvPr/>
          </p:nvSpPr>
          <p:spPr>
            <a:xfrm>
              <a:off x="6933901" y="21856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6" name="pt30996"/>
            <p:cNvSpPr/>
            <p:nvPr/>
          </p:nvSpPr>
          <p:spPr>
            <a:xfrm>
              <a:off x="7108243" y="21450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7" name="pt30997"/>
            <p:cNvSpPr/>
            <p:nvPr/>
          </p:nvSpPr>
          <p:spPr>
            <a:xfrm>
              <a:off x="7273351" y="19771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8" name="pt30998"/>
            <p:cNvSpPr/>
            <p:nvPr/>
          </p:nvSpPr>
          <p:spPr>
            <a:xfrm>
              <a:off x="7139099" y="23281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9" name="pt30999"/>
            <p:cNvSpPr/>
            <p:nvPr/>
          </p:nvSpPr>
          <p:spPr>
            <a:xfrm>
              <a:off x="7156329" y="19886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0" name="pt31000"/>
            <p:cNvSpPr/>
            <p:nvPr/>
          </p:nvSpPr>
          <p:spPr>
            <a:xfrm>
              <a:off x="7364562" y="22731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1" name="pt31001"/>
            <p:cNvSpPr/>
            <p:nvPr/>
          </p:nvSpPr>
          <p:spPr>
            <a:xfrm>
              <a:off x="7309435" y="21089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2" name="pt31002"/>
            <p:cNvSpPr/>
            <p:nvPr/>
          </p:nvSpPr>
          <p:spPr>
            <a:xfrm>
              <a:off x="6899270" y="22385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3" name="pt31003"/>
            <p:cNvSpPr/>
            <p:nvPr/>
          </p:nvSpPr>
          <p:spPr>
            <a:xfrm>
              <a:off x="7095372" y="21731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4" name="pt31004"/>
            <p:cNvSpPr/>
            <p:nvPr/>
          </p:nvSpPr>
          <p:spPr>
            <a:xfrm>
              <a:off x="7006193" y="19205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5" name="pt31005"/>
            <p:cNvSpPr/>
            <p:nvPr/>
          </p:nvSpPr>
          <p:spPr>
            <a:xfrm>
              <a:off x="7076085" y="22693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6" name="pt31006"/>
            <p:cNvSpPr/>
            <p:nvPr/>
          </p:nvSpPr>
          <p:spPr>
            <a:xfrm>
              <a:off x="7272574" y="20066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7" name="pt31007"/>
            <p:cNvSpPr/>
            <p:nvPr/>
          </p:nvSpPr>
          <p:spPr>
            <a:xfrm>
              <a:off x="7058608" y="21758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8" name="pt31008"/>
            <p:cNvSpPr/>
            <p:nvPr/>
          </p:nvSpPr>
          <p:spPr>
            <a:xfrm>
              <a:off x="7009032" y="18807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9" name="pt31009"/>
            <p:cNvSpPr/>
            <p:nvPr/>
          </p:nvSpPr>
          <p:spPr>
            <a:xfrm>
              <a:off x="7231809" y="21154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0" name="pt31010"/>
            <p:cNvSpPr/>
            <p:nvPr/>
          </p:nvSpPr>
          <p:spPr>
            <a:xfrm>
              <a:off x="6811397" y="23729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1" name="pt31011"/>
            <p:cNvSpPr/>
            <p:nvPr/>
          </p:nvSpPr>
          <p:spPr>
            <a:xfrm>
              <a:off x="7308252" y="20388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2" name="pt31012"/>
            <p:cNvSpPr/>
            <p:nvPr/>
          </p:nvSpPr>
          <p:spPr>
            <a:xfrm>
              <a:off x="7280368" y="20163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3" name="pt31013"/>
            <p:cNvSpPr/>
            <p:nvPr/>
          </p:nvSpPr>
          <p:spPr>
            <a:xfrm>
              <a:off x="7346358" y="26361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4" name="pt31014"/>
            <p:cNvSpPr/>
            <p:nvPr/>
          </p:nvSpPr>
          <p:spPr>
            <a:xfrm>
              <a:off x="7032938" y="22084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5" name="pt31015"/>
            <p:cNvSpPr/>
            <p:nvPr/>
          </p:nvSpPr>
          <p:spPr>
            <a:xfrm>
              <a:off x="7173951" y="19873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6" name="pt31016"/>
            <p:cNvSpPr/>
            <p:nvPr/>
          </p:nvSpPr>
          <p:spPr>
            <a:xfrm>
              <a:off x="7280787" y="19314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7" name="pt31017"/>
            <p:cNvSpPr/>
            <p:nvPr/>
          </p:nvSpPr>
          <p:spPr>
            <a:xfrm>
              <a:off x="7307075" y="20548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8" name="pt31018"/>
            <p:cNvSpPr/>
            <p:nvPr/>
          </p:nvSpPr>
          <p:spPr>
            <a:xfrm>
              <a:off x="6839658" y="23844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9" name="pt31019"/>
            <p:cNvSpPr/>
            <p:nvPr/>
          </p:nvSpPr>
          <p:spPr>
            <a:xfrm>
              <a:off x="7175673" y="20371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0" name="pt31020"/>
            <p:cNvSpPr/>
            <p:nvPr/>
          </p:nvSpPr>
          <p:spPr>
            <a:xfrm>
              <a:off x="7138428" y="23367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1" name="pt31021"/>
            <p:cNvSpPr/>
            <p:nvPr/>
          </p:nvSpPr>
          <p:spPr>
            <a:xfrm>
              <a:off x="6961679" y="20577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2" name="pt31022"/>
            <p:cNvSpPr/>
            <p:nvPr/>
          </p:nvSpPr>
          <p:spPr>
            <a:xfrm>
              <a:off x="7051981" y="21029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3" name="pt31023"/>
            <p:cNvSpPr/>
            <p:nvPr/>
          </p:nvSpPr>
          <p:spPr>
            <a:xfrm>
              <a:off x="7246784" y="21180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4" name="pt31024"/>
            <p:cNvSpPr/>
            <p:nvPr/>
          </p:nvSpPr>
          <p:spPr>
            <a:xfrm>
              <a:off x="7173043" y="21034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5" name="pt31025"/>
            <p:cNvSpPr/>
            <p:nvPr/>
          </p:nvSpPr>
          <p:spPr>
            <a:xfrm>
              <a:off x="7246847" y="20950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6" name="pt31026"/>
            <p:cNvSpPr/>
            <p:nvPr/>
          </p:nvSpPr>
          <p:spPr>
            <a:xfrm>
              <a:off x="7348025" y="26021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7" name="pt31027"/>
            <p:cNvSpPr/>
            <p:nvPr/>
          </p:nvSpPr>
          <p:spPr>
            <a:xfrm>
              <a:off x="7135400" y="21681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8" name="pt31028"/>
            <p:cNvSpPr/>
            <p:nvPr/>
          </p:nvSpPr>
          <p:spPr>
            <a:xfrm>
              <a:off x="7535438" y="20574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9" name="pt31029"/>
            <p:cNvSpPr/>
            <p:nvPr/>
          </p:nvSpPr>
          <p:spPr>
            <a:xfrm>
              <a:off x="7106602" y="21256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0" name="pt31030"/>
            <p:cNvSpPr/>
            <p:nvPr/>
          </p:nvSpPr>
          <p:spPr>
            <a:xfrm>
              <a:off x="6985304" y="20589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1" name="pt31031"/>
            <p:cNvSpPr/>
            <p:nvPr/>
          </p:nvSpPr>
          <p:spPr>
            <a:xfrm>
              <a:off x="7177900" y="21253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2" name="pt31032"/>
            <p:cNvSpPr/>
            <p:nvPr/>
          </p:nvSpPr>
          <p:spPr>
            <a:xfrm>
              <a:off x="7213410" y="2308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3" name="pt31033"/>
            <p:cNvSpPr/>
            <p:nvPr/>
          </p:nvSpPr>
          <p:spPr>
            <a:xfrm>
              <a:off x="7100371" y="2158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4" name="pt31034"/>
            <p:cNvSpPr/>
            <p:nvPr/>
          </p:nvSpPr>
          <p:spPr>
            <a:xfrm>
              <a:off x="7331490" y="1962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5" name="pt31035"/>
            <p:cNvSpPr/>
            <p:nvPr/>
          </p:nvSpPr>
          <p:spPr>
            <a:xfrm>
              <a:off x="7325719" y="22620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6" name="pt31036"/>
            <p:cNvSpPr/>
            <p:nvPr/>
          </p:nvSpPr>
          <p:spPr>
            <a:xfrm>
              <a:off x="6935963" y="22203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7" name="pt31037"/>
            <p:cNvSpPr/>
            <p:nvPr/>
          </p:nvSpPr>
          <p:spPr>
            <a:xfrm>
              <a:off x="6962394" y="19385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8" name="pt31038"/>
            <p:cNvSpPr/>
            <p:nvPr/>
          </p:nvSpPr>
          <p:spPr>
            <a:xfrm>
              <a:off x="7201557" y="22697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9" name="pt31039"/>
            <p:cNvSpPr/>
            <p:nvPr/>
          </p:nvSpPr>
          <p:spPr>
            <a:xfrm>
              <a:off x="6909369" y="22056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0" name="pt31040"/>
            <p:cNvSpPr/>
            <p:nvPr/>
          </p:nvSpPr>
          <p:spPr>
            <a:xfrm>
              <a:off x="7070187" y="22519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1" name="pt31041"/>
            <p:cNvSpPr/>
            <p:nvPr/>
          </p:nvSpPr>
          <p:spPr>
            <a:xfrm>
              <a:off x="7127016" y="23593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2" name="pt31042"/>
            <p:cNvSpPr/>
            <p:nvPr/>
          </p:nvSpPr>
          <p:spPr>
            <a:xfrm>
              <a:off x="7017060" y="19847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3" name="pt31043"/>
            <p:cNvSpPr/>
            <p:nvPr/>
          </p:nvSpPr>
          <p:spPr>
            <a:xfrm>
              <a:off x="7029492" y="22026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4" name="pt31044"/>
            <p:cNvSpPr/>
            <p:nvPr/>
          </p:nvSpPr>
          <p:spPr>
            <a:xfrm>
              <a:off x="7096882" y="21150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5" name="pt31045"/>
            <p:cNvSpPr/>
            <p:nvPr/>
          </p:nvSpPr>
          <p:spPr>
            <a:xfrm>
              <a:off x="7219538" y="2074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6" name="pt31046"/>
            <p:cNvSpPr/>
            <p:nvPr/>
          </p:nvSpPr>
          <p:spPr>
            <a:xfrm>
              <a:off x="6936746" y="20881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7" name="pt31047"/>
            <p:cNvSpPr/>
            <p:nvPr/>
          </p:nvSpPr>
          <p:spPr>
            <a:xfrm>
              <a:off x="7201081" y="21634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8" name="pt31048"/>
            <p:cNvSpPr/>
            <p:nvPr/>
          </p:nvSpPr>
          <p:spPr>
            <a:xfrm>
              <a:off x="7170450" y="22140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9" name="pt31049"/>
            <p:cNvSpPr/>
            <p:nvPr/>
          </p:nvSpPr>
          <p:spPr>
            <a:xfrm>
              <a:off x="7044077" y="21824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0" name="pt31050"/>
            <p:cNvSpPr/>
            <p:nvPr/>
          </p:nvSpPr>
          <p:spPr>
            <a:xfrm>
              <a:off x="7197544" y="21973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1" name="pt31051"/>
            <p:cNvSpPr/>
            <p:nvPr/>
          </p:nvSpPr>
          <p:spPr>
            <a:xfrm>
              <a:off x="7031725" y="2276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2" name="pt31052"/>
            <p:cNvSpPr/>
            <p:nvPr/>
          </p:nvSpPr>
          <p:spPr>
            <a:xfrm>
              <a:off x="7147030" y="21523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3" name="pt31053"/>
            <p:cNvSpPr/>
            <p:nvPr/>
          </p:nvSpPr>
          <p:spPr>
            <a:xfrm>
              <a:off x="7062181" y="22068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4" name="pt31054"/>
            <p:cNvSpPr/>
            <p:nvPr/>
          </p:nvSpPr>
          <p:spPr>
            <a:xfrm>
              <a:off x="7446142" y="25744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5" name="pt31055"/>
            <p:cNvSpPr/>
            <p:nvPr/>
          </p:nvSpPr>
          <p:spPr>
            <a:xfrm>
              <a:off x="7091091" y="22042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6" name="pt31056"/>
            <p:cNvSpPr/>
            <p:nvPr/>
          </p:nvSpPr>
          <p:spPr>
            <a:xfrm>
              <a:off x="7048844" y="18959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7" name="pt31057"/>
            <p:cNvSpPr/>
            <p:nvPr/>
          </p:nvSpPr>
          <p:spPr>
            <a:xfrm>
              <a:off x="7129685" y="22600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8" name="pt31058"/>
            <p:cNvSpPr/>
            <p:nvPr/>
          </p:nvSpPr>
          <p:spPr>
            <a:xfrm>
              <a:off x="7142830" y="22298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9" name="pt31059"/>
            <p:cNvSpPr/>
            <p:nvPr/>
          </p:nvSpPr>
          <p:spPr>
            <a:xfrm>
              <a:off x="7298196" y="20304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0" name="pt31060"/>
            <p:cNvSpPr/>
            <p:nvPr/>
          </p:nvSpPr>
          <p:spPr>
            <a:xfrm>
              <a:off x="7110208" y="21459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1" name="pt31061"/>
            <p:cNvSpPr/>
            <p:nvPr/>
          </p:nvSpPr>
          <p:spPr>
            <a:xfrm>
              <a:off x="7489290" y="23137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2" name="pt31062"/>
            <p:cNvSpPr/>
            <p:nvPr/>
          </p:nvSpPr>
          <p:spPr>
            <a:xfrm>
              <a:off x="7080490" y="22268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3" name="pt31063"/>
            <p:cNvSpPr/>
            <p:nvPr/>
          </p:nvSpPr>
          <p:spPr>
            <a:xfrm>
              <a:off x="7098168" y="22179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4" name="pt31064"/>
            <p:cNvSpPr/>
            <p:nvPr/>
          </p:nvSpPr>
          <p:spPr>
            <a:xfrm>
              <a:off x="7236331" y="22027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5" name="pt31065"/>
            <p:cNvSpPr/>
            <p:nvPr/>
          </p:nvSpPr>
          <p:spPr>
            <a:xfrm>
              <a:off x="6728206" y="17616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6" name="pt31066"/>
            <p:cNvSpPr/>
            <p:nvPr/>
          </p:nvSpPr>
          <p:spPr>
            <a:xfrm>
              <a:off x="7068486" y="20967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7" name="pt31067"/>
            <p:cNvSpPr/>
            <p:nvPr/>
          </p:nvSpPr>
          <p:spPr>
            <a:xfrm>
              <a:off x="7308585" y="1904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8" name="pt31068"/>
            <p:cNvSpPr/>
            <p:nvPr/>
          </p:nvSpPr>
          <p:spPr>
            <a:xfrm>
              <a:off x="7425111" y="27311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9" name="pt31069"/>
            <p:cNvSpPr/>
            <p:nvPr/>
          </p:nvSpPr>
          <p:spPr>
            <a:xfrm>
              <a:off x="7016084" y="16995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0" name="pt31070"/>
            <p:cNvSpPr/>
            <p:nvPr/>
          </p:nvSpPr>
          <p:spPr>
            <a:xfrm>
              <a:off x="7069255" y="20311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1" name="pt31071"/>
            <p:cNvSpPr/>
            <p:nvPr/>
          </p:nvSpPr>
          <p:spPr>
            <a:xfrm>
              <a:off x="7405632" y="24632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2" name="pt31072"/>
            <p:cNvSpPr/>
            <p:nvPr/>
          </p:nvSpPr>
          <p:spPr>
            <a:xfrm>
              <a:off x="7204078" y="22275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3" name="pt31073"/>
            <p:cNvSpPr/>
            <p:nvPr/>
          </p:nvSpPr>
          <p:spPr>
            <a:xfrm>
              <a:off x="7104824" y="21306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4" name="pt31074"/>
            <p:cNvSpPr/>
            <p:nvPr/>
          </p:nvSpPr>
          <p:spPr>
            <a:xfrm>
              <a:off x="7198592" y="22604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5" name="pt31075"/>
            <p:cNvSpPr/>
            <p:nvPr/>
          </p:nvSpPr>
          <p:spPr>
            <a:xfrm>
              <a:off x="7161328" y="20797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6" name="pt31076"/>
            <p:cNvSpPr/>
            <p:nvPr/>
          </p:nvSpPr>
          <p:spPr>
            <a:xfrm>
              <a:off x="7127157" y="21990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7" name="pt31077"/>
            <p:cNvSpPr/>
            <p:nvPr/>
          </p:nvSpPr>
          <p:spPr>
            <a:xfrm>
              <a:off x="7268446" y="16658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8" name="pt31078"/>
            <p:cNvSpPr/>
            <p:nvPr/>
          </p:nvSpPr>
          <p:spPr>
            <a:xfrm>
              <a:off x="7028518" y="23539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9" name="pt31079"/>
            <p:cNvSpPr/>
            <p:nvPr/>
          </p:nvSpPr>
          <p:spPr>
            <a:xfrm>
              <a:off x="7115891" y="22071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0" name="pt31080"/>
            <p:cNvSpPr/>
            <p:nvPr/>
          </p:nvSpPr>
          <p:spPr>
            <a:xfrm>
              <a:off x="7131620" y="23195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1" name="pt31081"/>
            <p:cNvSpPr/>
            <p:nvPr/>
          </p:nvSpPr>
          <p:spPr>
            <a:xfrm>
              <a:off x="7126452" y="22167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2" name="pt31082"/>
            <p:cNvSpPr/>
            <p:nvPr/>
          </p:nvSpPr>
          <p:spPr>
            <a:xfrm>
              <a:off x="6925716" y="21832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3" name="pt31083"/>
            <p:cNvSpPr/>
            <p:nvPr/>
          </p:nvSpPr>
          <p:spPr>
            <a:xfrm>
              <a:off x="7295344" y="21725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4" name="pt31084"/>
            <p:cNvSpPr/>
            <p:nvPr/>
          </p:nvSpPr>
          <p:spPr>
            <a:xfrm>
              <a:off x="7216514" y="20939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5" name="pt31085"/>
            <p:cNvSpPr/>
            <p:nvPr/>
          </p:nvSpPr>
          <p:spPr>
            <a:xfrm>
              <a:off x="6995158" y="19246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6" name="pt31086"/>
            <p:cNvSpPr/>
            <p:nvPr/>
          </p:nvSpPr>
          <p:spPr>
            <a:xfrm>
              <a:off x="6853343" y="23393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7" name="pt31087"/>
            <p:cNvSpPr/>
            <p:nvPr/>
          </p:nvSpPr>
          <p:spPr>
            <a:xfrm>
              <a:off x="7090380" y="21709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8" name="pt31088"/>
            <p:cNvSpPr/>
            <p:nvPr/>
          </p:nvSpPr>
          <p:spPr>
            <a:xfrm>
              <a:off x="6668096" y="19959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9" name="pt31089"/>
            <p:cNvSpPr/>
            <p:nvPr/>
          </p:nvSpPr>
          <p:spPr>
            <a:xfrm>
              <a:off x="7292740" y="21133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0" name="pt31090"/>
            <p:cNvSpPr/>
            <p:nvPr/>
          </p:nvSpPr>
          <p:spPr>
            <a:xfrm>
              <a:off x="7209095" y="22913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1" name="pt31091"/>
            <p:cNvSpPr/>
            <p:nvPr/>
          </p:nvSpPr>
          <p:spPr>
            <a:xfrm>
              <a:off x="7311687" y="21169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2" name="pt31092"/>
            <p:cNvSpPr/>
            <p:nvPr/>
          </p:nvSpPr>
          <p:spPr>
            <a:xfrm>
              <a:off x="6872099" y="17394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3" name="pt31093"/>
            <p:cNvSpPr/>
            <p:nvPr/>
          </p:nvSpPr>
          <p:spPr>
            <a:xfrm>
              <a:off x="7091352" y="22246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4" name="pt31094"/>
            <p:cNvSpPr/>
            <p:nvPr/>
          </p:nvSpPr>
          <p:spPr>
            <a:xfrm>
              <a:off x="6788320" y="22238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5" name="pt31095"/>
            <p:cNvSpPr/>
            <p:nvPr/>
          </p:nvSpPr>
          <p:spPr>
            <a:xfrm>
              <a:off x="6965719" y="20195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6" name="pt31096"/>
            <p:cNvSpPr/>
            <p:nvPr/>
          </p:nvSpPr>
          <p:spPr>
            <a:xfrm>
              <a:off x="7163698" y="21266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7" name="pt31097"/>
            <p:cNvSpPr/>
            <p:nvPr/>
          </p:nvSpPr>
          <p:spPr>
            <a:xfrm>
              <a:off x="7081253" y="22004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8" name="pt31098"/>
            <p:cNvSpPr/>
            <p:nvPr/>
          </p:nvSpPr>
          <p:spPr>
            <a:xfrm>
              <a:off x="6878908" y="21055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9" name="pt31099"/>
            <p:cNvSpPr/>
            <p:nvPr/>
          </p:nvSpPr>
          <p:spPr>
            <a:xfrm>
              <a:off x="7273954" y="20683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0" name="pt31100"/>
            <p:cNvSpPr/>
            <p:nvPr/>
          </p:nvSpPr>
          <p:spPr>
            <a:xfrm>
              <a:off x="7289927" y="20774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1" name="pt31101"/>
            <p:cNvSpPr/>
            <p:nvPr/>
          </p:nvSpPr>
          <p:spPr>
            <a:xfrm>
              <a:off x="7045284" y="21785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2" name="pt31102"/>
            <p:cNvSpPr/>
            <p:nvPr/>
          </p:nvSpPr>
          <p:spPr>
            <a:xfrm>
              <a:off x="7201240" y="21847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3" name="pt31103"/>
            <p:cNvSpPr/>
            <p:nvPr/>
          </p:nvSpPr>
          <p:spPr>
            <a:xfrm>
              <a:off x="6984171" y="20310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4" name="pt31104"/>
            <p:cNvSpPr/>
            <p:nvPr/>
          </p:nvSpPr>
          <p:spPr>
            <a:xfrm>
              <a:off x="7212580" y="21824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5" name="pt31105"/>
            <p:cNvSpPr/>
            <p:nvPr/>
          </p:nvSpPr>
          <p:spPr>
            <a:xfrm>
              <a:off x="7436190" y="30279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6" name="pt31106"/>
            <p:cNvSpPr/>
            <p:nvPr/>
          </p:nvSpPr>
          <p:spPr>
            <a:xfrm>
              <a:off x="7114133" y="20837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7" name="pt31107"/>
            <p:cNvSpPr/>
            <p:nvPr/>
          </p:nvSpPr>
          <p:spPr>
            <a:xfrm>
              <a:off x="7073307" y="22110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8" name="pt31108"/>
            <p:cNvSpPr/>
            <p:nvPr/>
          </p:nvSpPr>
          <p:spPr>
            <a:xfrm>
              <a:off x="7238390" y="2191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9" name="pt31109"/>
            <p:cNvSpPr/>
            <p:nvPr/>
          </p:nvSpPr>
          <p:spPr>
            <a:xfrm>
              <a:off x="6769844" y="2517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0" name="pt31110"/>
            <p:cNvSpPr/>
            <p:nvPr/>
          </p:nvSpPr>
          <p:spPr>
            <a:xfrm>
              <a:off x="7194271" y="23415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1" name="pt31111"/>
            <p:cNvSpPr/>
            <p:nvPr/>
          </p:nvSpPr>
          <p:spPr>
            <a:xfrm>
              <a:off x="7097273" y="21781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2" name="pt31112"/>
            <p:cNvSpPr/>
            <p:nvPr/>
          </p:nvSpPr>
          <p:spPr>
            <a:xfrm>
              <a:off x="7006982" y="1978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3" name="pt31113"/>
            <p:cNvSpPr/>
            <p:nvPr/>
          </p:nvSpPr>
          <p:spPr>
            <a:xfrm>
              <a:off x="7348455" y="2784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4" name="pt31114"/>
            <p:cNvSpPr/>
            <p:nvPr/>
          </p:nvSpPr>
          <p:spPr>
            <a:xfrm>
              <a:off x="7145190" y="20629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5" name="pt31115"/>
            <p:cNvSpPr/>
            <p:nvPr/>
          </p:nvSpPr>
          <p:spPr>
            <a:xfrm>
              <a:off x="7363789" y="2134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6" name="pt31116"/>
            <p:cNvSpPr/>
            <p:nvPr/>
          </p:nvSpPr>
          <p:spPr>
            <a:xfrm>
              <a:off x="7086621" y="22768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7" name="pt31117"/>
            <p:cNvSpPr/>
            <p:nvPr/>
          </p:nvSpPr>
          <p:spPr>
            <a:xfrm>
              <a:off x="7313197" y="1905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8" name="pt31118"/>
            <p:cNvSpPr/>
            <p:nvPr/>
          </p:nvSpPr>
          <p:spPr>
            <a:xfrm>
              <a:off x="7207252" y="21869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9" name="pt31119"/>
            <p:cNvSpPr/>
            <p:nvPr/>
          </p:nvSpPr>
          <p:spPr>
            <a:xfrm>
              <a:off x="7521370" y="26272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0" name="pt31120"/>
            <p:cNvSpPr/>
            <p:nvPr/>
          </p:nvSpPr>
          <p:spPr>
            <a:xfrm>
              <a:off x="7182309" y="19932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1" name="pt31121"/>
            <p:cNvSpPr/>
            <p:nvPr/>
          </p:nvSpPr>
          <p:spPr>
            <a:xfrm>
              <a:off x="7015368" y="18666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2" name="pt31122"/>
            <p:cNvSpPr/>
            <p:nvPr/>
          </p:nvSpPr>
          <p:spPr>
            <a:xfrm>
              <a:off x="7014901" y="19354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3" name="pt31123"/>
            <p:cNvSpPr/>
            <p:nvPr/>
          </p:nvSpPr>
          <p:spPr>
            <a:xfrm>
              <a:off x="7003790" y="20226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4" name="pt31124"/>
            <p:cNvSpPr/>
            <p:nvPr/>
          </p:nvSpPr>
          <p:spPr>
            <a:xfrm>
              <a:off x="6988104" y="20573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5" name="pt31125"/>
            <p:cNvSpPr/>
            <p:nvPr/>
          </p:nvSpPr>
          <p:spPr>
            <a:xfrm>
              <a:off x="7318334" y="20303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6" name="pt31126"/>
            <p:cNvSpPr/>
            <p:nvPr/>
          </p:nvSpPr>
          <p:spPr>
            <a:xfrm>
              <a:off x="7025862" y="23261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7" name="pt31127"/>
            <p:cNvSpPr/>
            <p:nvPr/>
          </p:nvSpPr>
          <p:spPr>
            <a:xfrm>
              <a:off x="7006590" y="20037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8" name="pt31128"/>
            <p:cNvSpPr/>
            <p:nvPr/>
          </p:nvSpPr>
          <p:spPr>
            <a:xfrm>
              <a:off x="7087364" y="21698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9" name="pt31129"/>
            <p:cNvSpPr/>
            <p:nvPr/>
          </p:nvSpPr>
          <p:spPr>
            <a:xfrm>
              <a:off x="7228807" y="22543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0" name="pt31130"/>
            <p:cNvSpPr/>
            <p:nvPr/>
          </p:nvSpPr>
          <p:spPr>
            <a:xfrm>
              <a:off x="6944278" y="21468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1" name="pt31131"/>
            <p:cNvSpPr/>
            <p:nvPr/>
          </p:nvSpPr>
          <p:spPr>
            <a:xfrm>
              <a:off x="7040401" y="22776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2" name="pt31132"/>
            <p:cNvSpPr/>
            <p:nvPr/>
          </p:nvSpPr>
          <p:spPr>
            <a:xfrm>
              <a:off x="7360193" y="25042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3" name="pt31133"/>
            <p:cNvSpPr/>
            <p:nvPr/>
          </p:nvSpPr>
          <p:spPr>
            <a:xfrm>
              <a:off x="7214010" y="21233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4" name="pt31134"/>
            <p:cNvSpPr/>
            <p:nvPr/>
          </p:nvSpPr>
          <p:spPr>
            <a:xfrm>
              <a:off x="7102986" y="20468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5" name="pt31135"/>
            <p:cNvSpPr/>
            <p:nvPr/>
          </p:nvSpPr>
          <p:spPr>
            <a:xfrm>
              <a:off x="7098680" y="20633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6" name="pt31136"/>
            <p:cNvSpPr/>
            <p:nvPr/>
          </p:nvSpPr>
          <p:spPr>
            <a:xfrm>
              <a:off x="7158035" y="20369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7" name="pt31137"/>
            <p:cNvSpPr/>
            <p:nvPr/>
          </p:nvSpPr>
          <p:spPr>
            <a:xfrm>
              <a:off x="7101480" y="21949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8" name="pt31138"/>
            <p:cNvSpPr/>
            <p:nvPr/>
          </p:nvSpPr>
          <p:spPr>
            <a:xfrm>
              <a:off x="7134040" y="22437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9" name="pt31139"/>
            <p:cNvSpPr/>
            <p:nvPr/>
          </p:nvSpPr>
          <p:spPr>
            <a:xfrm>
              <a:off x="7430689" y="30179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0" name="pt31140"/>
            <p:cNvSpPr/>
            <p:nvPr/>
          </p:nvSpPr>
          <p:spPr>
            <a:xfrm>
              <a:off x="7217806" y="20307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1" name="pt31141"/>
            <p:cNvSpPr/>
            <p:nvPr/>
          </p:nvSpPr>
          <p:spPr>
            <a:xfrm>
              <a:off x="7107827" y="2136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2" name="pt31142"/>
            <p:cNvSpPr/>
            <p:nvPr/>
          </p:nvSpPr>
          <p:spPr>
            <a:xfrm>
              <a:off x="7172060" y="20674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3" name="pt31143"/>
            <p:cNvSpPr/>
            <p:nvPr/>
          </p:nvSpPr>
          <p:spPr>
            <a:xfrm>
              <a:off x="7034526" y="24229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4" name="pt31144"/>
            <p:cNvSpPr/>
            <p:nvPr/>
          </p:nvSpPr>
          <p:spPr>
            <a:xfrm>
              <a:off x="6828697" y="20572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5" name="pt31145"/>
            <p:cNvSpPr/>
            <p:nvPr/>
          </p:nvSpPr>
          <p:spPr>
            <a:xfrm>
              <a:off x="7488505" y="23084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6" name="pt31146"/>
            <p:cNvSpPr/>
            <p:nvPr/>
          </p:nvSpPr>
          <p:spPr>
            <a:xfrm>
              <a:off x="7226688" y="22655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7" name="pt31147"/>
            <p:cNvSpPr/>
            <p:nvPr/>
          </p:nvSpPr>
          <p:spPr>
            <a:xfrm>
              <a:off x="7078709" y="21851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8" name="pt31148"/>
            <p:cNvSpPr/>
            <p:nvPr/>
          </p:nvSpPr>
          <p:spPr>
            <a:xfrm>
              <a:off x="7046855" y="21703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9" name="pt31149"/>
            <p:cNvSpPr/>
            <p:nvPr/>
          </p:nvSpPr>
          <p:spPr>
            <a:xfrm>
              <a:off x="7129675" y="22379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0" name="pt31150"/>
            <p:cNvSpPr/>
            <p:nvPr/>
          </p:nvSpPr>
          <p:spPr>
            <a:xfrm>
              <a:off x="6976726" y="19153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1" name="pt31151"/>
            <p:cNvSpPr/>
            <p:nvPr/>
          </p:nvSpPr>
          <p:spPr>
            <a:xfrm>
              <a:off x="7349091" y="26712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2" name="pt31152"/>
            <p:cNvSpPr/>
            <p:nvPr/>
          </p:nvSpPr>
          <p:spPr>
            <a:xfrm>
              <a:off x="6893033" y="19684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3" name="pt31153"/>
            <p:cNvSpPr/>
            <p:nvPr/>
          </p:nvSpPr>
          <p:spPr>
            <a:xfrm>
              <a:off x="6997562" y="19271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4" name="pt31154"/>
            <p:cNvSpPr/>
            <p:nvPr/>
          </p:nvSpPr>
          <p:spPr>
            <a:xfrm>
              <a:off x="7072766" y="21660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5" name="pt31155"/>
            <p:cNvSpPr/>
            <p:nvPr/>
          </p:nvSpPr>
          <p:spPr>
            <a:xfrm>
              <a:off x="7215255" y="22656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6" name="pt31156"/>
            <p:cNvSpPr/>
            <p:nvPr/>
          </p:nvSpPr>
          <p:spPr>
            <a:xfrm>
              <a:off x="7119733" y="21904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7" name="pt31157"/>
            <p:cNvSpPr/>
            <p:nvPr/>
          </p:nvSpPr>
          <p:spPr>
            <a:xfrm>
              <a:off x="7020616" y="20952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8" name="pt31158"/>
            <p:cNvSpPr/>
            <p:nvPr/>
          </p:nvSpPr>
          <p:spPr>
            <a:xfrm>
              <a:off x="7117191" y="21292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9" name="pt31159"/>
            <p:cNvSpPr/>
            <p:nvPr/>
          </p:nvSpPr>
          <p:spPr>
            <a:xfrm>
              <a:off x="7137240" y="23084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0" name="pt31160"/>
            <p:cNvSpPr/>
            <p:nvPr/>
          </p:nvSpPr>
          <p:spPr>
            <a:xfrm>
              <a:off x="7170355" y="22199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1" name="pt31161"/>
            <p:cNvSpPr/>
            <p:nvPr/>
          </p:nvSpPr>
          <p:spPr>
            <a:xfrm>
              <a:off x="7002447" y="18135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2" name="pt31162"/>
            <p:cNvSpPr/>
            <p:nvPr/>
          </p:nvSpPr>
          <p:spPr>
            <a:xfrm>
              <a:off x="6908453" y="22433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3" name="pt31163"/>
            <p:cNvSpPr/>
            <p:nvPr/>
          </p:nvSpPr>
          <p:spPr>
            <a:xfrm>
              <a:off x="6935113" y="21998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4" name="pt31164"/>
            <p:cNvSpPr/>
            <p:nvPr/>
          </p:nvSpPr>
          <p:spPr>
            <a:xfrm>
              <a:off x="7110890" y="21615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5" name="pt31165"/>
            <p:cNvSpPr/>
            <p:nvPr/>
          </p:nvSpPr>
          <p:spPr>
            <a:xfrm>
              <a:off x="7175440" y="20234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6" name="pt31166"/>
            <p:cNvSpPr/>
            <p:nvPr/>
          </p:nvSpPr>
          <p:spPr>
            <a:xfrm>
              <a:off x="7387951" y="25472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7" name="pt31167"/>
            <p:cNvSpPr/>
            <p:nvPr/>
          </p:nvSpPr>
          <p:spPr>
            <a:xfrm>
              <a:off x="7124063" y="2064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8" name="pt31168"/>
            <p:cNvSpPr/>
            <p:nvPr/>
          </p:nvSpPr>
          <p:spPr>
            <a:xfrm>
              <a:off x="7084590" y="22486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9" name="pt31169"/>
            <p:cNvSpPr/>
            <p:nvPr/>
          </p:nvSpPr>
          <p:spPr>
            <a:xfrm>
              <a:off x="7194522" y="22186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0" name="pt31170"/>
            <p:cNvSpPr/>
            <p:nvPr/>
          </p:nvSpPr>
          <p:spPr>
            <a:xfrm>
              <a:off x="7174401" y="2046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1" name="pt31171"/>
            <p:cNvSpPr/>
            <p:nvPr/>
          </p:nvSpPr>
          <p:spPr>
            <a:xfrm>
              <a:off x="6992457" y="20516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2" name="pt31172"/>
            <p:cNvSpPr/>
            <p:nvPr/>
          </p:nvSpPr>
          <p:spPr>
            <a:xfrm>
              <a:off x="7179797" y="2087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3" name="pt31173"/>
            <p:cNvSpPr/>
            <p:nvPr/>
          </p:nvSpPr>
          <p:spPr>
            <a:xfrm>
              <a:off x="6981955" y="21888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4" name="pt31174"/>
            <p:cNvSpPr/>
            <p:nvPr/>
          </p:nvSpPr>
          <p:spPr>
            <a:xfrm>
              <a:off x="7394106" y="23819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5" name="pt31175"/>
            <p:cNvSpPr/>
            <p:nvPr/>
          </p:nvSpPr>
          <p:spPr>
            <a:xfrm>
              <a:off x="7231960" y="21282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6" name="pt31176"/>
            <p:cNvSpPr/>
            <p:nvPr/>
          </p:nvSpPr>
          <p:spPr>
            <a:xfrm>
              <a:off x="7426960" y="25700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7" name="pt31177"/>
            <p:cNvSpPr/>
            <p:nvPr/>
          </p:nvSpPr>
          <p:spPr>
            <a:xfrm>
              <a:off x="7563350" y="21387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8" name="pt31178"/>
            <p:cNvSpPr/>
            <p:nvPr/>
          </p:nvSpPr>
          <p:spPr>
            <a:xfrm>
              <a:off x="7075620" y="22340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9" name="pt31179"/>
            <p:cNvSpPr/>
            <p:nvPr/>
          </p:nvSpPr>
          <p:spPr>
            <a:xfrm>
              <a:off x="7079070" y="22689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0" name="pt31180"/>
            <p:cNvSpPr/>
            <p:nvPr/>
          </p:nvSpPr>
          <p:spPr>
            <a:xfrm>
              <a:off x="7115429" y="22178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1" name="pt31181"/>
            <p:cNvSpPr/>
            <p:nvPr/>
          </p:nvSpPr>
          <p:spPr>
            <a:xfrm>
              <a:off x="7313997" y="20182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2" name="pt31182"/>
            <p:cNvSpPr/>
            <p:nvPr/>
          </p:nvSpPr>
          <p:spPr>
            <a:xfrm>
              <a:off x="6964337" y="20226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3" name="pt31183"/>
            <p:cNvSpPr/>
            <p:nvPr/>
          </p:nvSpPr>
          <p:spPr>
            <a:xfrm>
              <a:off x="7345608" y="26006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4" name="pt31184"/>
            <p:cNvSpPr/>
            <p:nvPr/>
          </p:nvSpPr>
          <p:spPr>
            <a:xfrm>
              <a:off x="7279039" y="20362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5" name="pt31185"/>
            <p:cNvSpPr/>
            <p:nvPr/>
          </p:nvSpPr>
          <p:spPr>
            <a:xfrm>
              <a:off x="7166652" y="22005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6" name="pt31186"/>
            <p:cNvSpPr/>
            <p:nvPr/>
          </p:nvSpPr>
          <p:spPr>
            <a:xfrm>
              <a:off x="7062889" y="22092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7" name="pt31187"/>
            <p:cNvSpPr/>
            <p:nvPr/>
          </p:nvSpPr>
          <p:spPr>
            <a:xfrm>
              <a:off x="7259106" y="19296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8" name="pt31188"/>
            <p:cNvSpPr/>
            <p:nvPr/>
          </p:nvSpPr>
          <p:spPr>
            <a:xfrm>
              <a:off x="7240536" y="20786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9" name="pt31189"/>
            <p:cNvSpPr/>
            <p:nvPr/>
          </p:nvSpPr>
          <p:spPr>
            <a:xfrm>
              <a:off x="7277323" y="20466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0" name="pt31190"/>
            <p:cNvSpPr/>
            <p:nvPr/>
          </p:nvSpPr>
          <p:spPr>
            <a:xfrm>
              <a:off x="7042477" y="21498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1" name="pt31191"/>
            <p:cNvSpPr/>
            <p:nvPr/>
          </p:nvSpPr>
          <p:spPr>
            <a:xfrm>
              <a:off x="7088240" y="22526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2" name="pt31192"/>
            <p:cNvSpPr/>
            <p:nvPr/>
          </p:nvSpPr>
          <p:spPr>
            <a:xfrm>
              <a:off x="7126357" y="23580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3" name="pt31193"/>
            <p:cNvSpPr/>
            <p:nvPr/>
          </p:nvSpPr>
          <p:spPr>
            <a:xfrm>
              <a:off x="7154035" y="19919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4" name="pt31194"/>
            <p:cNvSpPr/>
            <p:nvPr/>
          </p:nvSpPr>
          <p:spPr>
            <a:xfrm>
              <a:off x="7214808" y="2165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5" name="pt31195"/>
            <p:cNvSpPr/>
            <p:nvPr/>
          </p:nvSpPr>
          <p:spPr>
            <a:xfrm>
              <a:off x="7252341" y="20652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6" name="pt31196"/>
            <p:cNvSpPr/>
            <p:nvPr/>
          </p:nvSpPr>
          <p:spPr>
            <a:xfrm>
              <a:off x="7081761" y="21612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7" name="pt31197"/>
            <p:cNvSpPr/>
            <p:nvPr/>
          </p:nvSpPr>
          <p:spPr>
            <a:xfrm>
              <a:off x="7337025" y="23128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8" name="pt31198"/>
            <p:cNvSpPr/>
            <p:nvPr/>
          </p:nvSpPr>
          <p:spPr>
            <a:xfrm>
              <a:off x="7068056" y="1935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9" name="pt31199"/>
            <p:cNvSpPr/>
            <p:nvPr/>
          </p:nvSpPr>
          <p:spPr>
            <a:xfrm>
              <a:off x="6963918" y="19847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0" name="pt31200"/>
            <p:cNvSpPr/>
            <p:nvPr/>
          </p:nvSpPr>
          <p:spPr>
            <a:xfrm>
              <a:off x="7397700" y="26861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1" name="pt31201"/>
            <p:cNvSpPr/>
            <p:nvPr/>
          </p:nvSpPr>
          <p:spPr>
            <a:xfrm>
              <a:off x="7027088" y="24025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2" name="pt31202"/>
            <p:cNvSpPr/>
            <p:nvPr/>
          </p:nvSpPr>
          <p:spPr>
            <a:xfrm>
              <a:off x="7380929" y="24066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3" name="pt31203"/>
            <p:cNvSpPr/>
            <p:nvPr/>
          </p:nvSpPr>
          <p:spPr>
            <a:xfrm>
              <a:off x="6823492" y="19209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4" name="pt31204"/>
            <p:cNvSpPr/>
            <p:nvPr/>
          </p:nvSpPr>
          <p:spPr>
            <a:xfrm>
              <a:off x="6901708" y="23375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5" name="pt31205"/>
            <p:cNvSpPr/>
            <p:nvPr/>
          </p:nvSpPr>
          <p:spPr>
            <a:xfrm>
              <a:off x="7263790" y="19842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6" name="pt31206"/>
            <p:cNvSpPr/>
            <p:nvPr/>
          </p:nvSpPr>
          <p:spPr>
            <a:xfrm>
              <a:off x="7281422" y="2049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7" name="pt31207"/>
            <p:cNvSpPr/>
            <p:nvPr/>
          </p:nvSpPr>
          <p:spPr>
            <a:xfrm>
              <a:off x="7178618" y="2021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8" name="pt31208"/>
            <p:cNvSpPr/>
            <p:nvPr/>
          </p:nvSpPr>
          <p:spPr>
            <a:xfrm>
              <a:off x="7107454" y="20826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9" name="pt31209"/>
            <p:cNvSpPr/>
            <p:nvPr/>
          </p:nvSpPr>
          <p:spPr>
            <a:xfrm>
              <a:off x="7360031" y="24499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0" name="pt31210"/>
            <p:cNvSpPr/>
            <p:nvPr/>
          </p:nvSpPr>
          <p:spPr>
            <a:xfrm>
              <a:off x="7042483" y="22097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1" name="pt31211"/>
            <p:cNvSpPr/>
            <p:nvPr/>
          </p:nvSpPr>
          <p:spPr>
            <a:xfrm>
              <a:off x="6956841" y="20223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2" name="pt31212"/>
            <p:cNvSpPr/>
            <p:nvPr/>
          </p:nvSpPr>
          <p:spPr>
            <a:xfrm>
              <a:off x="6876040" y="19225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3" name="pt31213"/>
            <p:cNvSpPr/>
            <p:nvPr/>
          </p:nvSpPr>
          <p:spPr>
            <a:xfrm>
              <a:off x="7101222" y="2105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4" name="pt31214"/>
            <p:cNvSpPr/>
            <p:nvPr/>
          </p:nvSpPr>
          <p:spPr>
            <a:xfrm>
              <a:off x="7077714" y="21040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5" name="pt31215"/>
            <p:cNvSpPr/>
            <p:nvPr/>
          </p:nvSpPr>
          <p:spPr>
            <a:xfrm>
              <a:off x="7235798" y="20683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6" name="pt31216"/>
            <p:cNvSpPr/>
            <p:nvPr/>
          </p:nvSpPr>
          <p:spPr>
            <a:xfrm>
              <a:off x="7078245" y="2163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7" name="pt31217"/>
            <p:cNvSpPr/>
            <p:nvPr/>
          </p:nvSpPr>
          <p:spPr>
            <a:xfrm>
              <a:off x="7052987" y="20730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8" name="pt31218"/>
            <p:cNvSpPr/>
            <p:nvPr/>
          </p:nvSpPr>
          <p:spPr>
            <a:xfrm>
              <a:off x="7129032" y="22854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9" name="pt31219"/>
            <p:cNvSpPr/>
            <p:nvPr/>
          </p:nvSpPr>
          <p:spPr>
            <a:xfrm>
              <a:off x="7254100" y="20657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0" name="pt31220"/>
            <p:cNvSpPr/>
            <p:nvPr/>
          </p:nvSpPr>
          <p:spPr>
            <a:xfrm>
              <a:off x="7237930" y="20596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1" name="pt31221"/>
            <p:cNvSpPr/>
            <p:nvPr/>
          </p:nvSpPr>
          <p:spPr>
            <a:xfrm>
              <a:off x="7440115" y="24540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2" name="pt31222"/>
            <p:cNvSpPr/>
            <p:nvPr/>
          </p:nvSpPr>
          <p:spPr>
            <a:xfrm>
              <a:off x="7238270" y="20455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3" name="pt31223"/>
            <p:cNvSpPr/>
            <p:nvPr/>
          </p:nvSpPr>
          <p:spPr>
            <a:xfrm>
              <a:off x="7012097" y="19058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4" name="pt31224"/>
            <p:cNvSpPr/>
            <p:nvPr/>
          </p:nvSpPr>
          <p:spPr>
            <a:xfrm>
              <a:off x="7107497" y="20918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5" name="pt31225"/>
            <p:cNvSpPr/>
            <p:nvPr/>
          </p:nvSpPr>
          <p:spPr>
            <a:xfrm>
              <a:off x="6899018" y="21935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6" name="pt31226"/>
            <p:cNvSpPr/>
            <p:nvPr/>
          </p:nvSpPr>
          <p:spPr>
            <a:xfrm>
              <a:off x="7158819" y="20645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7" name="pt31227"/>
            <p:cNvSpPr/>
            <p:nvPr/>
          </p:nvSpPr>
          <p:spPr>
            <a:xfrm>
              <a:off x="7074651" y="22103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8" name="pt31228"/>
            <p:cNvSpPr/>
            <p:nvPr/>
          </p:nvSpPr>
          <p:spPr>
            <a:xfrm>
              <a:off x="7128004" y="21899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9" name="pt31229"/>
            <p:cNvSpPr/>
            <p:nvPr/>
          </p:nvSpPr>
          <p:spPr>
            <a:xfrm>
              <a:off x="6840192" y="21887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0" name="pt31230"/>
            <p:cNvSpPr/>
            <p:nvPr/>
          </p:nvSpPr>
          <p:spPr>
            <a:xfrm>
              <a:off x="7118867" y="22029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1" name="pt31231"/>
            <p:cNvSpPr/>
            <p:nvPr/>
          </p:nvSpPr>
          <p:spPr>
            <a:xfrm>
              <a:off x="7167429" y="21842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2" name="pt31232"/>
            <p:cNvSpPr/>
            <p:nvPr/>
          </p:nvSpPr>
          <p:spPr>
            <a:xfrm>
              <a:off x="7069854" y="22009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3" name="pt31233"/>
            <p:cNvSpPr/>
            <p:nvPr/>
          </p:nvSpPr>
          <p:spPr>
            <a:xfrm>
              <a:off x="7116749" y="22383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4" name="pt31234"/>
            <p:cNvSpPr/>
            <p:nvPr/>
          </p:nvSpPr>
          <p:spPr>
            <a:xfrm>
              <a:off x="6987457" y="19941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5" name="pt31235"/>
            <p:cNvSpPr/>
            <p:nvPr/>
          </p:nvSpPr>
          <p:spPr>
            <a:xfrm>
              <a:off x="6654872" y="24081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6" name="pt31236"/>
            <p:cNvSpPr/>
            <p:nvPr/>
          </p:nvSpPr>
          <p:spPr>
            <a:xfrm>
              <a:off x="7209337" y="21439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7" name="pt31237"/>
            <p:cNvSpPr/>
            <p:nvPr/>
          </p:nvSpPr>
          <p:spPr>
            <a:xfrm>
              <a:off x="7423051" y="29569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8" name="pt31238"/>
            <p:cNvSpPr/>
            <p:nvPr/>
          </p:nvSpPr>
          <p:spPr>
            <a:xfrm>
              <a:off x="6921162" y="21678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9" name="pt31239"/>
            <p:cNvSpPr/>
            <p:nvPr/>
          </p:nvSpPr>
          <p:spPr>
            <a:xfrm>
              <a:off x="6875588" y="20094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0" name="pt31240"/>
            <p:cNvSpPr/>
            <p:nvPr/>
          </p:nvSpPr>
          <p:spPr>
            <a:xfrm>
              <a:off x="7162701" y="20851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1" name="pt31241"/>
            <p:cNvSpPr/>
            <p:nvPr/>
          </p:nvSpPr>
          <p:spPr>
            <a:xfrm>
              <a:off x="6849258" y="2129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2" name="pt31242"/>
            <p:cNvSpPr/>
            <p:nvPr/>
          </p:nvSpPr>
          <p:spPr>
            <a:xfrm>
              <a:off x="7117073" y="20883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3" name="pt31243"/>
            <p:cNvSpPr/>
            <p:nvPr/>
          </p:nvSpPr>
          <p:spPr>
            <a:xfrm>
              <a:off x="7134088" y="22619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4" name="pt31244"/>
            <p:cNvSpPr/>
            <p:nvPr/>
          </p:nvSpPr>
          <p:spPr>
            <a:xfrm>
              <a:off x="6835912" y="21909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5" name="pt31245"/>
            <p:cNvSpPr/>
            <p:nvPr/>
          </p:nvSpPr>
          <p:spPr>
            <a:xfrm>
              <a:off x="7071633" y="21049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6" name="pt31246"/>
            <p:cNvSpPr/>
            <p:nvPr/>
          </p:nvSpPr>
          <p:spPr>
            <a:xfrm>
              <a:off x="7209515" y="22193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7" name="pt31247"/>
            <p:cNvSpPr/>
            <p:nvPr/>
          </p:nvSpPr>
          <p:spPr>
            <a:xfrm>
              <a:off x="7224745" y="21217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8" name="pt31248"/>
            <p:cNvSpPr/>
            <p:nvPr/>
          </p:nvSpPr>
          <p:spPr>
            <a:xfrm>
              <a:off x="7304963" y="21677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9" name="pt31249"/>
            <p:cNvSpPr/>
            <p:nvPr/>
          </p:nvSpPr>
          <p:spPr>
            <a:xfrm>
              <a:off x="6965462" y="20656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0" name="pt31250"/>
            <p:cNvSpPr/>
            <p:nvPr/>
          </p:nvSpPr>
          <p:spPr>
            <a:xfrm>
              <a:off x="7158034" y="20122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1" name="pt31251"/>
            <p:cNvSpPr/>
            <p:nvPr/>
          </p:nvSpPr>
          <p:spPr>
            <a:xfrm>
              <a:off x="7115319" y="21167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2" name="pt31252"/>
            <p:cNvSpPr/>
            <p:nvPr/>
          </p:nvSpPr>
          <p:spPr>
            <a:xfrm>
              <a:off x="7082711" y="22127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3" name="pt31253"/>
            <p:cNvSpPr/>
            <p:nvPr/>
          </p:nvSpPr>
          <p:spPr>
            <a:xfrm>
              <a:off x="7025363" y="23383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4" name="pt31254"/>
            <p:cNvSpPr/>
            <p:nvPr/>
          </p:nvSpPr>
          <p:spPr>
            <a:xfrm>
              <a:off x="7294785" y="19719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5" name="pt31255"/>
            <p:cNvSpPr/>
            <p:nvPr/>
          </p:nvSpPr>
          <p:spPr>
            <a:xfrm>
              <a:off x="7166240" y="21589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6" name="pt31256"/>
            <p:cNvSpPr/>
            <p:nvPr/>
          </p:nvSpPr>
          <p:spPr>
            <a:xfrm>
              <a:off x="7388217" y="2528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7" name="pt31257"/>
            <p:cNvSpPr/>
            <p:nvPr/>
          </p:nvSpPr>
          <p:spPr>
            <a:xfrm>
              <a:off x="7232119" y="2082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8" name="pt31258"/>
            <p:cNvSpPr/>
            <p:nvPr/>
          </p:nvSpPr>
          <p:spPr>
            <a:xfrm>
              <a:off x="7039344" y="23944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9" name="pt31259"/>
            <p:cNvSpPr/>
            <p:nvPr/>
          </p:nvSpPr>
          <p:spPr>
            <a:xfrm>
              <a:off x="7047241" y="20913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0" name="pt31260"/>
            <p:cNvSpPr/>
            <p:nvPr/>
          </p:nvSpPr>
          <p:spPr>
            <a:xfrm>
              <a:off x="7208272" y="20669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1" name="pt31261"/>
            <p:cNvSpPr/>
            <p:nvPr/>
          </p:nvSpPr>
          <p:spPr>
            <a:xfrm>
              <a:off x="7313877" y="19844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2" name="pt31262"/>
            <p:cNvSpPr/>
            <p:nvPr/>
          </p:nvSpPr>
          <p:spPr>
            <a:xfrm>
              <a:off x="7174835" y="20676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3" name="pt31263"/>
            <p:cNvSpPr/>
            <p:nvPr/>
          </p:nvSpPr>
          <p:spPr>
            <a:xfrm>
              <a:off x="7001424" y="18351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4" name="pt31264"/>
            <p:cNvSpPr/>
            <p:nvPr/>
          </p:nvSpPr>
          <p:spPr>
            <a:xfrm>
              <a:off x="7264962" y="20259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5" name="pt31265"/>
            <p:cNvSpPr/>
            <p:nvPr/>
          </p:nvSpPr>
          <p:spPr>
            <a:xfrm>
              <a:off x="7388365" y="24162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6" name="pt31266"/>
            <p:cNvSpPr/>
            <p:nvPr/>
          </p:nvSpPr>
          <p:spPr>
            <a:xfrm>
              <a:off x="6963757" y="19526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7" name="pt31267"/>
            <p:cNvSpPr/>
            <p:nvPr/>
          </p:nvSpPr>
          <p:spPr>
            <a:xfrm>
              <a:off x="7320739" y="18818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8" name="pt31268"/>
            <p:cNvSpPr/>
            <p:nvPr/>
          </p:nvSpPr>
          <p:spPr>
            <a:xfrm>
              <a:off x="6847858" y="24444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9" name="pt31269"/>
            <p:cNvSpPr/>
            <p:nvPr/>
          </p:nvSpPr>
          <p:spPr>
            <a:xfrm>
              <a:off x="7244184" y="20358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0" name="pt31270"/>
            <p:cNvSpPr/>
            <p:nvPr/>
          </p:nvSpPr>
          <p:spPr>
            <a:xfrm>
              <a:off x="7106820" y="20094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1" name="pt31271"/>
            <p:cNvSpPr/>
            <p:nvPr/>
          </p:nvSpPr>
          <p:spPr>
            <a:xfrm>
              <a:off x="7315992" y="23387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2" name="pt31272"/>
            <p:cNvSpPr/>
            <p:nvPr/>
          </p:nvSpPr>
          <p:spPr>
            <a:xfrm>
              <a:off x="7081511" y="22765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3" name="pt31273"/>
            <p:cNvSpPr/>
            <p:nvPr/>
          </p:nvSpPr>
          <p:spPr>
            <a:xfrm>
              <a:off x="7346068" y="26931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4" name="pt31274"/>
            <p:cNvSpPr/>
            <p:nvPr/>
          </p:nvSpPr>
          <p:spPr>
            <a:xfrm>
              <a:off x="7217990" y="20781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5" name="pt31275"/>
            <p:cNvSpPr/>
            <p:nvPr/>
          </p:nvSpPr>
          <p:spPr>
            <a:xfrm>
              <a:off x="7008530" y="19719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6" name="pt31276"/>
            <p:cNvSpPr/>
            <p:nvPr/>
          </p:nvSpPr>
          <p:spPr>
            <a:xfrm>
              <a:off x="7123420" y="20941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7" name="pt31277"/>
            <p:cNvSpPr/>
            <p:nvPr/>
          </p:nvSpPr>
          <p:spPr>
            <a:xfrm>
              <a:off x="7258796" y="21521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8" name="pt31278"/>
            <p:cNvSpPr/>
            <p:nvPr/>
          </p:nvSpPr>
          <p:spPr>
            <a:xfrm>
              <a:off x="7207934" y="21967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9" name="pt31279"/>
            <p:cNvSpPr/>
            <p:nvPr/>
          </p:nvSpPr>
          <p:spPr>
            <a:xfrm>
              <a:off x="7232829" y="21529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0" name="pt31280"/>
            <p:cNvSpPr/>
            <p:nvPr/>
          </p:nvSpPr>
          <p:spPr>
            <a:xfrm>
              <a:off x="7296773" y="19672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1" name="pt31281"/>
            <p:cNvSpPr/>
            <p:nvPr/>
          </p:nvSpPr>
          <p:spPr>
            <a:xfrm>
              <a:off x="7148978" y="21140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2" name="pt31282"/>
            <p:cNvSpPr/>
            <p:nvPr/>
          </p:nvSpPr>
          <p:spPr>
            <a:xfrm>
              <a:off x="7098410" y="21750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3" name="pt31283"/>
            <p:cNvSpPr/>
            <p:nvPr/>
          </p:nvSpPr>
          <p:spPr>
            <a:xfrm>
              <a:off x="7161628" y="1969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4" name="pt31284"/>
            <p:cNvSpPr/>
            <p:nvPr/>
          </p:nvSpPr>
          <p:spPr>
            <a:xfrm>
              <a:off x="7218181" y="21641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5" name="pt31285"/>
            <p:cNvSpPr/>
            <p:nvPr/>
          </p:nvSpPr>
          <p:spPr>
            <a:xfrm>
              <a:off x="6963011" y="20594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6" name="pt31286"/>
            <p:cNvSpPr/>
            <p:nvPr/>
          </p:nvSpPr>
          <p:spPr>
            <a:xfrm>
              <a:off x="7168771" y="21326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7" name="pt31287"/>
            <p:cNvSpPr/>
            <p:nvPr/>
          </p:nvSpPr>
          <p:spPr>
            <a:xfrm>
              <a:off x="6883015" y="22199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8" name="pt31288"/>
            <p:cNvSpPr/>
            <p:nvPr/>
          </p:nvSpPr>
          <p:spPr>
            <a:xfrm>
              <a:off x="7104950" y="21690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9" name="pt31289"/>
            <p:cNvSpPr/>
            <p:nvPr/>
          </p:nvSpPr>
          <p:spPr>
            <a:xfrm>
              <a:off x="7010813" y="18843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0" name="pt31290"/>
            <p:cNvSpPr/>
            <p:nvPr/>
          </p:nvSpPr>
          <p:spPr>
            <a:xfrm>
              <a:off x="7229212" y="20470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1" name="pt31291"/>
            <p:cNvSpPr/>
            <p:nvPr/>
          </p:nvSpPr>
          <p:spPr>
            <a:xfrm>
              <a:off x="7051150" y="18226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2" name="pt31292"/>
            <p:cNvSpPr/>
            <p:nvPr/>
          </p:nvSpPr>
          <p:spPr>
            <a:xfrm>
              <a:off x="7038148" y="24301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3" name="pt31293"/>
            <p:cNvSpPr/>
            <p:nvPr/>
          </p:nvSpPr>
          <p:spPr>
            <a:xfrm>
              <a:off x="7099293" y="21300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4" name="pt31294"/>
            <p:cNvSpPr/>
            <p:nvPr/>
          </p:nvSpPr>
          <p:spPr>
            <a:xfrm>
              <a:off x="7699483" y="23931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5" name="pt31295"/>
            <p:cNvSpPr/>
            <p:nvPr/>
          </p:nvSpPr>
          <p:spPr>
            <a:xfrm>
              <a:off x="6895339" y="2056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6" name="pt31296"/>
            <p:cNvSpPr/>
            <p:nvPr/>
          </p:nvSpPr>
          <p:spPr>
            <a:xfrm>
              <a:off x="6891872" y="21245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7" name="pt31297"/>
            <p:cNvSpPr/>
            <p:nvPr/>
          </p:nvSpPr>
          <p:spPr>
            <a:xfrm>
              <a:off x="6973392" y="20505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8" name="pt31298"/>
            <p:cNvSpPr/>
            <p:nvPr/>
          </p:nvSpPr>
          <p:spPr>
            <a:xfrm>
              <a:off x="6855394" y="21627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9" name="pt31299"/>
            <p:cNvSpPr/>
            <p:nvPr/>
          </p:nvSpPr>
          <p:spPr>
            <a:xfrm>
              <a:off x="7118858" y="21326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0" name="pt31300"/>
            <p:cNvSpPr/>
            <p:nvPr/>
          </p:nvSpPr>
          <p:spPr>
            <a:xfrm>
              <a:off x="6998688" y="18780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1" name="pt31301"/>
            <p:cNvSpPr/>
            <p:nvPr/>
          </p:nvSpPr>
          <p:spPr>
            <a:xfrm>
              <a:off x="7209356" y="20489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2" name="pt31302"/>
            <p:cNvSpPr/>
            <p:nvPr/>
          </p:nvSpPr>
          <p:spPr>
            <a:xfrm>
              <a:off x="7063437" y="2180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3" name="pt31303"/>
            <p:cNvSpPr/>
            <p:nvPr/>
          </p:nvSpPr>
          <p:spPr>
            <a:xfrm>
              <a:off x="7234557" y="22372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4" name="pt31304"/>
            <p:cNvSpPr/>
            <p:nvPr/>
          </p:nvSpPr>
          <p:spPr>
            <a:xfrm>
              <a:off x="7270025" y="1990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5" name="pt31305"/>
            <p:cNvSpPr/>
            <p:nvPr/>
          </p:nvSpPr>
          <p:spPr>
            <a:xfrm>
              <a:off x="6829069" y="23863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6" name="pt31306"/>
            <p:cNvSpPr/>
            <p:nvPr/>
          </p:nvSpPr>
          <p:spPr>
            <a:xfrm>
              <a:off x="7255878" y="18556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7" name="pt31307"/>
            <p:cNvSpPr/>
            <p:nvPr/>
          </p:nvSpPr>
          <p:spPr>
            <a:xfrm>
              <a:off x="7033408" y="23092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8" name="pt31308"/>
            <p:cNvSpPr/>
            <p:nvPr/>
          </p:nvSpPr>
          <p:spPr>
            <a:xfrm>
              <a:off x="7298186" y="20662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9" name="pt31309"/>
            <p:cNvSpPr/>
            <p:nvPr/>
          </p:nvSpPr>
          <p:spPr>
            <a:xfrm>
              <a:off x="6897971" y="20786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0" name="pt31310"/>
            <p:cNvSpPr/>
            <p:nvPr/>
          </p:nvSpPr>
          <p:spPr>
            <a:xfrm>
              <a:off x="7112465" y="21853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1" name="pt31311"/>
            <p:cNvSpPr/>
            <p:nvPr/>
          </p:nvSpPr>
          <p:spPr>
            <a:xfrm>
              <a:off x="6878317" y="20193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2" name="pt31312"/>
            <p:cNvSpPr/>
            <p:nvPr/>
          </p:nvSpPr>
          <p:spPr>
            <a:xfrm>
              <a:off x="7333909" y="19428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3" name="pt31313"/>
            <p:cNvSpPr/>
            <p:nvPr/>
          </p:nvSpPr>
          <p:spPr>
            <a:xfrm>
              <a:off x="7200745" y="21321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4" name="pt31314"/>
            <p:cNvSpPr/>
            <p:nvPr/>
          </p:nvSpPr>
          <p:spPr>
            <a:xfrm>
              <a:off x="7062640" y="19113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5" name="pt31315"/>
            <p:cNvSpPr/>
            <p:nvPr/>
          </p:nvSpPr>
          <p:spPr>
            <a:xfrm>
              <a:off x="7127371" y="22147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6" name="pt31316"/>
            <p:cNvSpPr/>
            <p:nvPr/>
          </p:nvSpPr>
          <p:spPr>
            <a:xfrm>
              <a:off x="7180956" y="20759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7" name="pt31317"/>
            <p:cNvSpPr/>
            <p:nvPr/>
          </p:nvSpPr>
          <p:spPr>
            <a:xfrm>
              <a:off x="7111812" y="2157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8" name="pt31318"/>
            <p:cNvSpPr/>
            <p:nvPr/>
          </p:nvSpPr>
          <p:spPr>
            <a:xfrm>
              <a:off x="6993703" y="1879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9" name="pt31319"/>
            <p:cNvSpPr/>
            <p:nvPr/>
          </p:nvSpPr>
          <p:spPr>
            <a:xfrm>
              <a:off x="7047115" y="20717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0" name="pt31320"/>
            <p:cNvSpPr/>
            <p:nvPr/>
          </p:nvSpPr>
          <p:spPr>
            <a:xfrm>
              <a:off x="7022768" y="23089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1" name="pt31321"/>
            <p:cNvSpPr/>
            <p:nvPr/>
          </p:nvSpPr>
          <p:spPr>
            <a:xfrm>
              <a:off x="7393133" y="24378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2" name="pt31322"/>
            <p:cNvSpPr/>
            <p:nvPr/>
          </p:nvSpPr>
          <p:spPr>
            <a:xfrm>
              <a:off x="7207302" y="22173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3" name="pt31323"/>
            <p:cNvSpPr/>
            <p:nvPr/>
          </p:nvSpPr>
          <p:spPr>
            <a:xfrm>
              <a:off x="7255224" y="20608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4" name="pt31324"/>
            <p:cNvSpPr/>
            <p:nvPr/>
          </p:nvSpPr>
          <p:spPr>
            <a:xfrm>
              <a:off x="7097929" y="22030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5" name="pt31325"/>
            <p:cNvSpPr/>
            <p:nvPr/>
          </p:nvSpPr>
          <p:spPr>
            <a:xfrm>
              <a:off x="7284827" y="20672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6" name="pt31326"/>
            <p:cNvSpPr/>
            <p:nvPr/>
          </p:nvSpPr>
          <p:spPr>
            <a:xfrm>
              <a:off x="7137935" y="23144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7" name="pt31327"/>
            <p:cNvSpPr/>
            <p:nvPr/>
          </p:nvSpPr>
          <p:spPr>
            <a:xfrm>
              <a:off x="6968189" y="20052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8" name="pt31328"/>
            <p:cNvSpPr/>
            <p:nvPr/>
          </p:nvSpPr>
          <p:spPr>
            <a:xfrm>
              <a:off x="7446524" y="28608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9" name="pt31329"/>
            <p:cNvSpPr/>
            <p:nvPr/>
          </p:nvSpPr>
          <p:spPr>
            <a:xfrm>
              <a:off x="7418190" y="26016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0" name="pt31330"/>
            <p:cNvSpPr/>
            <p:nvPr/>
          </p:nvSpPr>
          <p:spPr>
            <a:xfrm>
              <a:off x="6946622" y="20008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1" name="pt31331"/>
            <p:cNvSpPr/>
            <p:nvPr/>
          </p:nvSpPr>
          <p:spPr>
            <a:xfrm>
              <a:off x="6953830" y="19717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2" name="pt31332"/>
            <p:cNvSpPr/>
            <p:nvPr/>
          </p:nvSpPr>
          <p:spPr>
            <a:xfrm>
              <a:off x="7140878" y="23023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3" name="pt31333"/>
            <p:cNvSpPr/>
            <p:nvPr/>
          </p:nvSpPr>
          <p:spPr>
            <a:xfrm>
              <a:off x="7242251" y="19844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4" name="pt31334"/>
            <p:cNvSpPr/>
            <p:nvPr/>
          </p:nvSpPr>
          <p:spPr>
            <a:xfrm>
              <a:off x="7331184" y="19399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5" name="pt31335"/>
            <p:cNvSpPr/>
            <p:nvPr/>
          </p:nvSpPr>
          <p:spPr>
            <a:xfrm>
              <a:off x="7130910" y="2273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6" name="pt31336"/>
            <p:cNvSpPr/>
            <p:nvPr/>
          </p:nvSpPr>
          <p:spPr>
            <a:xfrm>
              <a:off x="7134833" y="22753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7" name="pt31337"/>
            <p:cNvSpPr/>
            <p:nvPr/>
          </p:nvSpPr>
          <p:spPr>
            <a:xfrm>
              <a:off x="6830092" y="21515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8" name="pt31338"/>
            <p:cNvSpPr/>
            <p:nvPr/>
          </p:nvSpPr>
          <p:spPr>
            <a:xfrm>
              <a:off x="7028545" y="21174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9" name="pt31339"/>
            <p:cNvSpPr/>
            <p:nvPr/>
          </p:nvSpPr>
          <p:spPr>
            <a:xfrm>
              <a:off x="7191777" y="23705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0" name="pt31340"/>
            <p:cNvSpPr/>
            <p:nvPr/>
          </p:nvSpPr>
          <p:spPr>
            <a:xfrm>
              <a:off x="7224764" y="22698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1" name="pt31341"/>
            <p:cNvSpPr/>
            <p:nvPr/>
          </p:nvSpPr>
          <p:spPr>
            <a:xfrm>
              <a:off x="7189811" y="22272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2" name="pt31342"/>
            <p:cNvSpPr/>
            <p:nvPr/>
          </p:nvSpPr>
          <p:spPr>
            <a:xfrm>
              <a:off x="7147187" y="19731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3" name="pt31343"/>
            <p:cNvSpPr/>
            <p:nvPr/>
          </p:nvSpPr>
          <p:spPr>
            <a:xfrm>
              <a:off x="7135553" y="22223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4" name="pt31344"/>
            <p:cNvSpPr/>
            <p:nvPr/>
          </p:nvSpPr>
          <p:spPr>
            <a:xfrm>
              <a:off x="7269506" y="18049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5" name="pt31345"/>
            <p:cNvSpPr/>
            <p:nvPr/>
          </p:nvSpPr>
          <p:spPr>
            <a:xfrm>
              <a:off x="6957872" y="18846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6" name="pt31346"/>
            <p:cNvSpPr/>
            <p:nvPr/>
          </p:nvSpPr>
          <p:spPr>
            <a:xfrm>
              <a:off x="7136585" y="23257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7" name="pt31347"/>
            <p:cNvSpPr/>
            <p:nvPr/>
          </p:nvSpPr>
          <p:spPr>
            <a:xfrm>
              <a:off x="7134497" y="22134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8" name="pt31348"/>
            <p:cNvSpPr/>
            <p:nvPr/>
          </p:nvSpPr>
          <p:spPr>
            <a:xfrm>
              <a:off x="7264912" y="20921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9" name="pt31349"/>
            <p:cNvSpPr/>
            <p:nvPr/>
          </p:nvSpPr>
          <p:spPr>
            <a:xfrm>
              <a:off x="7200095" y="21187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0" name="pt31350"/>
            <p:cNvSpPr/>
            <p:nvPr/>
          </p:nvSpPr>
          <p:spPr>
            <a:xfrm>
              <a:off x="7351331" y="24497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1" name="pt31351"/>
            <p:cNvSpPr/>
            <p:nvPr/>
          </p:nvSpPr>
          <p:spPr>
            <a:xfrm>
              <a:off x="7199788" y="20860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2" name="pt31352"/>
            <p:cNvSpPr/>
            <p:nvPr/>
          </p:nvSpPr>
          <p:spPr>
            <a:xfrm>
              <a:off x="7095654" y="21833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3" name="pt31353"/>
            <p:cNvSpPr/>
            <p:nvPr/>
          </p:nvSpPr>
          <p:spPr>
            <a:xfrm>
              <a:off x="7133184" y="2268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4" name="pt31354"/>
            <p:cNvSpPr/>
            <p:nvPr/>
          </p:nvSpPr>
          <p:spPr>
            <a:xfrm>
              <a:off x="7297009" y="19327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5" name="pt31355"/>
            <p:cNvSpPr/>
            <p:nvPr/>
          </p:nvSpPr>
          <p:spPr>
            <a:xfrm>
              <a:off x="7317002" y="2067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6" name="pt31356"/>
            <p:cNvSpPr/>
            <p:nvPr/>
          </p:nvSpPr>
          <p:spPr>
            <a:xfrm>
              <a:off x="7186205" y="22112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7" name="pt31357"/>
            <p:cNvSpPr/>
            <p:nvPr/>
          </p:nvSpPr>
          <p:spPr>
            <a:xfrm>
              <a:off x="7109828" y="20690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8" name="pt31358"/>
            <p:cNvSpPr/>
            <p:nvPr/>
          </p:nvSpPr>
          <p:spPr>
            <a:xfrm>
              <a:off x="6962800" y="20463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9" name="pt31359"/>
            <p:cNvSpPr/>
            <p:nvPr/>
          </p:nvSpPr>
          <p:spPr>
            <a:xfrm>
              <a:off x="7011074" y="19982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0" name="pt31360"/>
            <p:cNvSpPr/>
            <p:nvPr/>
          </p:nvSpPr>
          <p:spPr>
            <a:xfrm>
              <a:off x="7226848" y="21749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1" name="pt31361"/>
            <p:cNvSpPr/>
            <p:nvPr/>
          </p:nvSpPr>
          <p:spPr>
            <a:xfrm>
              <a:off x="7029017" y="23073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2" name="pt31362"/>
            <p:cNvSpPr/>
            <p:nvPr/>
          </p:nvSpPr>
          <p:spPr>
            <a:xfrm>
              <a:off x="7065355" y="21927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3" name="pt31363"/>
            <p:cNvSpPr/>
            <p:nvPr/>
          </p:nvSpPr>
          <p:spPr>
            <a:xfrm>
              <a:off x="6937592" y="21929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4" name="pt31364"/>
            <p:cNvSpPr/>
            <p:nvPr/>
          </p:nvSpPr>
          <p:spPr>
            <a:xfrm>
              <a:off x="7014277" y="17645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5" name="pt31365"/>
            <p:cNvSpPr/>
            <p:nvPr/>
          </p:nvSpPr>
          <p:spPr>
            <a:xfrm>
              <a:off x="7119216" y="21535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6" name="pt31366"/>
            <p:cNvSpPr/>
            <p:nvPr/>
          </p:nvSpPr>
          <p:spPr>
            <a:xfrm>
              <a:off x="7272749" y="19712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7" name="pt31367"/>
            <p:cNvSpPr/>
            <p:nvPr/>
          </p:nvSpPr>
          <p:spPr>
            <a:xfrm>
              <a:off x="7100789" y="21593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8" name="pt31368"/>
            <p:cNvSpPr/>
            <p:nvPr/>
          </p:nvSpPr>
          <p:spPr>
            <a:xfrm>
              <a:off x="7313454" y="20743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9" name="pt31369"/>
            <p:cNvSpPr/>
            <p:nvPr/>
          </p:nvSpPr>
          <p:spPr>
            <a:xfrm>
              <a:off x="6986596" y="19974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0" name="pt31370"/>
            <p:cNvSpPr/>
            <p:nvPr/>
          </p:nvSpPr>
          <p:spPr>
            <a:xfrm>
              <a:off x="7003939" y="20270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1" name="pt31371"/>
            <p:cNvSpPr/>
            <p:nvPr/>
          </p:nvSpPr>
          <p:spPr>
            <a:xfrm>
              <a:off x="7211212" y="20763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2" name="pt31372"/>
            <p:cNvSpPr/>
            <p:nvPr/>
          </p:nvSpPr>
          <p:spPr>
            <a:xfrm>
              <a:off x="7162704" y="21744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3" name="pt31373"/>
            <p:cNvSpPr/>
            <p:nvPr/>
          </p:nvSpPr>
          <p:spPr>
            <a:xfrm>
              <a:off x="7028971" y="21801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4" name="pt31374"/>
            <p:cNvSpPr/>
            <p:nvPr/>
          </p:nvSpPr>
          <p:spPr>
            <a:xfrm>
              <a:off x="7311112" y="21652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5" name="pt31375"/>
            <p:cNvSpPr/>
            <p:nvPr/>
          </p:nvSpPr>
          <p:spPr>
            <a:xfrm>
              <a:off x="7380380" y="24332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6" name="pt31376"/>
            <p:cNvSpPr/>
            <p:nvPr/>
          </p:nvSpPr>
          <p:spPr>
            <a:xfrm>
              <a:off x="7041000" y="22572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7" name="pt31377"/>
            <p:cNvSpPr/>
            <p:nvPr/>
          </p:nvSpPr>
          <p:spPr>
            <a:xfrm>
              <a:off x="7076815" y="22113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8" name="pt31378"/>
            <p:cNvSpPr/>
            <p:nvPr/>
          </p:nvSpPr>
          <p:spPr>
            <a:xfrm>
              <a:off x="7098149" y="21964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9" name="pt31379"/>
            <p:cNvSpPr/>
            <p:nvPr/>
          </p:nvSpPr>
          <p:spPr>
            <a:xfrm>
              <a:off x="7146239" y="21099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0" name="pt31380"/>
            <p:cNvSpPr/>
            <p:nvPr/>
          </p:nvSpPr>
          <p:spPr>
            <a:xfrm>
              <a:off x="7114887" y="21850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1" name="pt31381"/>
            <p:cNvSpPr/>
            <p:nvPr/>
          </p:nvSpPr>
          <p:spPr>
            <a:xfrm>
              <a:off x="7096559" y="22044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2" name="pt31382"/>
            <p:cNvSpPr/>
            <p:nvPr/>
          </p:nvSpPr>
          <p:spPr>
            <a:xfrm>
              <a:off x="7090990" y="22457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3" name="pt31383"/>
            <p:cNvSpPr/>
            <p:nvPr/>
          </p:nvSpPr>
          <p:spPr>
            <a:xfrm>
              <a:off x="7117731" y="21546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4" name="pt31384"/>
            <p:cNvSpPr/>
            <p:nvPr/>
          </p:nvSpPr>
          <p:spPr>
            <a:xfrm>
              <a:off x="7073002" y="22160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5" name="pt31385"/>
            <p:cNvSpPr/>
            <p:nvPr/>
          </p:nvSpPr>
          <p:spPr>
            <a:xfrm>
              <a:off x="7258255" y="20366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6" name="pt31386"/>
            <p:cNvSpPr/>
            <p:nvPr/>
          </p:nvSpPr>
          <p:spPr>
            <a:xfrm>
              <a:off x="7102885" y="20988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7" name="pt31387"/>
            <p:cNvSpPr/>
            <p:nvPr/>
          </p:nvSpPr>
          <p:spPr>
            <a:xfrm>
              <a:off x="7056574" y="22378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8" name="pt31388"/>
            <p:cNvSpPr/>
            <p:nvPr/>
          </p:nvSpPr>
          <p:spPr>
            <a:xfrm>
              <a:off x="7104056" y="20905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9" name="pt31389"/>
            <p:cNvSpPr/>
            <p:nvPr/>
          </p:nvSpPr>
          <p:spPr>
            <a:xfrm>
              <a:off x="7499525" y="22359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0" name="pt31390"/>
            <p:cNvSpPr/>
            <p:nvPr/>
          </p:nvSpPr>
          <p:spPr>
            <a:xfrm>
              <a:off x="6967155" y="19562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1" name="pt31391"/>
            <p:cNvSpPr/>
            <p:nvPr/>
          </p:nvSpPr>
          <p:spPr>
            <a:xfrm>
              <a:off x="6953312" y="20765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2" name="pt31392"/>
            <p:cNvSpPr/>
            <p:nvPr/>
          </p:nvSpPr>
          <p:spPr>
            <a:xfrm>
              <a:off x="6820472" y="23372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3" name="pt31393"/>
            <p:cNvSpPr/>
            <p:nvPr/>
          </p:nvSpPr>
          <p:spPr>
            <a:xfrm>
              <a:off x="7166844" y="2294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4" name="pt31394"/>
            <p:cNvSpPr/>
            <p:nvPr/>
          </p:nvSpPr>
          <p:spPr>
            <a:xfrm>
              <a:off x="6973805" y="19285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5" name="pt31395"/>
            <p:cNvSpPr/>
            <p:nvPr/>
          </p:nvSpPr>
          <p:spPr>
            <a:xfrm>
              <a:off x="7039644" y="23815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6" name="pt31396"/>
            <p:cNvSpPr/>
            <p:nvPr/>
          </p:nvSpPr>
          <p:spPr>
            <a:xfrm>
              <a:off x="7117253" y="21387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7" name="pt31397"/>
            <p:cNvSpPr/>
            <p:nvPr/>
          </p:nvSpPr>
          <p:spPr>
            <a:xfrm>
              <a:off x="7058845" y="22894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8" name="pt31398"/>
            <p:cNvSpPr/>
            <p:nvPr/>
          </p:nvSpPr>
          <p:spPr>
            <a:xfrm>
              <a:off x="7295270" y="19221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9" name="pt31399"/>
            <p:cNvSpPr/>
            <p:nvPr/>
          </p:nvSpPr>
          <p:spPr>
            <a:xfrm>
              <a:off x="7023522" y="22468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0" name="pt31400"/>
            <p:cNvSpPr/>
            <p:nvPr/>
          </p:nvSpPr>
          <p:spPr>
            <a:xfrm>
              <a:off x="7019463" y="20985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1" name="pt31401"/>
            <p:cNvSpPr/>
            <p:nvPr/>
          </p:nvSpPr>
          <p:spPr>
            <a:xfrm>
              <a:off x="6960326" y="20135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2" name="pt31402"/>
            <p:cNvSpPr/>
            <p:nvPr/>
          </p:nvSpPr>
          <p:spPr>
            <a:xfrm>
              <a:off x="7377162" y="24225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3" name="pt31403"/>
            <p:cNvSpPr/>
            <p:nvPr/>
          </p:nvSpPr>
          <p:spPr>
            <a:xfrm>
              <a:off x="6837213" y="21115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4" name="pt31404"/>
            <p:cNvSpPr/>
            <p:nvPr/>
          </p:nvSpPr>
          <p:spPr>
            <a:xfrm>
              <a:off x="7047219" y="20835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5" name="pt31405"/>
            <p:cNvSpPr/>
            <p:nvPr/>
          </p:nvSpPr>
          <p:spPr>
            <a:xfrm>
              <a:off x="6891021" y="21502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6" name="pt31406"/>
            <p:cNvSpPr/>
            <p:nvPr/>
          </p:nvSpPr>
          <p:spPr>
            <a:xfrm>
              <a:off x="7175975" y="20170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7" name="pt31407"/>
            <p:cNvSpPr/>
            <p:nvPr/>
          </p:nvSpPr>
          <p:spPr>
            <a:xfrm>
              <a:off x="7085797" y="21834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8" name="pt31408"/>
            <p:cNvSpPr/>
            <p:nvPr/>
          </p:nvSpPr>
          <p:spPr>
            <a:xfrm>
              <a:off x="7097616" y="21896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9" name="pt31409"/>
            <p:cNvSpPr/>
            <p:nvPr/>
          </p:nvSpPr>
          <p:spPr>
            <a:xfrm>
              <a:off x="7054512" y="21277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0" name="pt31410"/>
            <p:cNvSpPr/>
            <p:nvPr/>
          </p:nvSpPr>
          <p:spPr>
            <a:xfrm>
              <a:off x="6873279" y="18457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1" name="pt31411"/>
            <p:cNvSpPr/>
            <p:nvPr/>
          </p:nvSpPr>
          <p:spPr>
            <a:xfrm>
              <a:off x="6994086" y="1980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2" name="pt31412"/>
            <p:cNvSpPr/>
            <p:nvPr/>
          </p:nvSpPr>
          <p:spPr>
            <a:xfrm>
              <a:off x="7205144" y="22863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3" name="pt31413"/>
            <p:cNvSpPr/>
            <p:nvPr/>
          </p:nvSpPr>
          <p:spPr>
            <a:xfrm>
              <a:off x="7207558" y="20550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4" name="pt31414"/>
            <p:cNvSpPr/>
            <p:nvPr/>
          </p:nvSpPr>
          <p:spPr>
            <a:xfrm>
              <a:off x="7339348" y="23736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5" name="pt31415"/>
            <p:cNvSpPr/>
            <p:nvPr/>
          </p:nvSpPr>
          <p:spPr>
            <a:xfrm>
              <a:off x="7265561" y="20697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6" name="pt31416"/>
            <p:cNvSpPr/>
            <p:nvPr/>
          </p:nvSpPr>
          <p:spPr>
            <a:xfrm>
              <a:off x="7009209" y="19561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7" name="pt31417"/>
            <p:cNvSpPr/>
            <p:nvPr/>
          </p:nvSpPr>
          <p:spPr>
            <a:xfrm>
              <a:off x="7058887" y="22954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8" name="pt31418"/>
            <p:cNvSpPr/>
            <p:nvPr/>
          </p:nvSpPr>
          <p:spPr>
            <a:xfrm>
              <a:off x="7067120" y="19277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9" name="pt31419"/>
            <p:cNvSpPr/>
            <p:nvPr/>
          </p:nvSpPr>
          <p:spPr>
            <a:xfrm>
              <a:off x="7289866" y="20693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0" name="pt31420"/>
            <p:cNvSpPr/>
            <p:nvPr/>
          </p:nvSpPr>
          <p:spPr>
            <a:xfrm>
              <a:off x="7117865" y="20677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1" name="pt31421"/>
            <p:cNvSpPr/>
            <p:nvPr/>
          </p:nvSpPr>
          <p:spPr>
            <a:xfrm>
              <a:off x="7322992" y="21080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2" name="pt31422"/>
            <p:cNvSpPr/>
            <p:nvPr/>
          </p:nvSpPr>
          <p:spPr>
            <a:xfrm>
              <a:off x="6935876" y="19675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3" name="pt31423"/>
            <p:cNvSpPr/>
            <p:nvPr/>
          </p:nvSpPr>
          <p:spPr>
            <a:xfrm>
              <a:off x="6984806" y="19177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4" name="pt31424"/>
            <p:cNvSpPr/>
            <p:nvPr/>
          </p:nvSpPr>
          <p:spPr>
            <a:xfrm>
              <a:off x="7131595" y="23476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5" name="pt31425"/>
            <p:cNvSpPr/>
            <p:nvPr/>
          </p:nvSpPr>
          <p:spPr>
            <a:xfrm>
              <a:off x="6898013" y="21991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6" name="pt31426"/>
            <p:cNvSpPr/>
            <p:nvPr/>
          </p:nvSpPr>
          <p:spPr>
            <a:xfrm>
              <a:off x="7167287" y="21416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7" name="pt31427"/>
            <p:cNvSpPr/>
            <p:nvPr/>
          </p:nvSpPr>
          <p:spPr>
            <a:xfrm>
              <a:off x="6762861" y="2317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8" name="pt31428"/>
            <p:cNvSpPr/>
            <p:nvPr/>
          </p:nvSpPr>
          <p:spPr>
            <a:xfrm>
              <a:off x="6970898" y="21114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9" name="pt31429"/>
            <p:cNvSpPr/>
            <p:nvPr/>
          </p:nvSpPr>
          <p:spPr>
            <a:xfrm>
              <a:off x="7121667" y="2210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0" name="pt31430"/>
            <p:cNvSpPr/>
            <p:nvPr/>
          </p:nvSpPr>
          <p:spPr>
            <a:xfrm>
              <a:off x="7205990" y="20958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1" name="pt31431"/>
            <p:cNvSpPr/>
            <p:nvPr/>
          </p:nvSpPr>
          <p:spPr>
            <a:xfrm>
              <a:off x="6862982" y="21591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2" name="pt31432"/>
            <p:cNvSpPr/>
            <p:nvPr/>
          </p:nvSpPr>
          <p:spPr>
            <a:xfrm>
              <a:off x="7548720" y="19416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3" name="pt31433"/>
            <p:cNvSpPr/>
            <p:nvPr/>
          </p:nvSpPr>
          <p:spPr>
            <a:xfrm>
              <a:off x="7145835" y="19476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4" name="pt31434"/>
            <p:cNvSpPr/>
            <p:nvPr/>
          </p:nvSpPr>
          <p:spPr>
            <a:xfrm>
              <a:off x="6950830" y="19640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5" name="pt31435"/>
            <p:cNvSpPr/>
            <p:nvPr/>
          </p:nvSpPr>
          <p:spPr>
            <a:xfrm>
              <a:off x="7102164" y="21760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6" name="pt31436"/>
            <p:cNvSpPr/>
            <p:nvPr/>
          </p:nvSpPr>
          <p:spPr>
            <a:xfrm>
              <a:off x="7333958" y="20408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7" name="pt31437"/>
            <p:cNvSpPr/>
            <p:nvPr/>
          </p:nvSpPr>
          <p:spPr>
            <a:xfrm>
              <a:off x="7331475" y="20617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8" name="pt31438"/>
            <p:cNvSpPr/>
            <p:nvPr/>
          </p:nvSpPr>
          <p:spPr>
            <a:xfrm>
              <a:off x="7282893" y="20284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9" name="pt31439"/>
            <p:cNvSpPr/>
            <p:nvPr/>
          </p:nvSpPr>
          <p:spPr>
            <a:xfrm>
              <a:off x="7342341" y="24713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0" name="pt31440"/>
            <p:cNvSpPr/>
            <p:nvPr/>
          </p:nvSpPr>
          <p:spPr>
            <a:xfrm>
              <a:off x="7188427" y="22528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1" name="pt31441"/>
            <p:cNvSpPr/>
            <p:nvPr/>
          </p:nvSpPr>
          <p:spPr>
            <a:xfrm>
              <a:off x="7192779" y="22483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2" name="pt31442"/>
            <p:cNvSpPr/>
            <p:nvPr/>
          </p:nvSpPr>
          <p:spPr>
            <a:xfrm>
              <a:off x="7295843" y="18865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3" name="pt31443"/>
            <p:cNvSpPr/>
            <p:nvPr/>
          </p:nvSpPr>
          <p:spPr>
            <a:xfrm>
              <a:off x="7211150" y="21181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4" name="pt31444"/>
            <p:cNvSpPr/>
            <p:nvPr/>
          </p:nvSpPr>
          <p:spPr>
            <a:xfrm>
              <a:off x="7190842" y="21838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5" name="pt31445"/>
            <p:cNvSpPr/>
            <p:nvPr/>
          </p:nvSpPr>
          <p:spPr>
            <a:xfrm>
              <a:off x="7059363" y="22441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6" name="pt31446"/>
            <p:cNvSpPr/>
            <p:nvPr/>
          </p:nvSpPr>
          <p:spPr>
            <a:xfrm>
              <a:off x="7019099" y="17393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7" name="pt31447"/>
            <p:cNvSpPr/>
            <p:nvPr/>
          </p:nvSpPr>
          <p:spPr>
            <a:xfrm>
              <a:off x="7156460" y="19437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8" name="pt31448"/>
            <p:cNvSpPr/>
            <p:nvPr/>
          </p:nvSpPr>
          <p:spPr>
            <a:xfrm>
              <a:off x="7002634" y="20553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9" name="pt31449"/>
            <p:cNvSpPr/>
            <p:nvPr/>
          </p:nvSpPr>
          <p:spPr>
            <a:xfrm>
              <a:off x="7207516" y="21329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0" name="pt31450"/>
            <p:cNvSpPr/>
            <p:nvPr/>
          </p:nvSpPr>
          <p:spPr>
            <a:xfrm>
              <a:off x="7191385" y="22567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1" name="pt31451"/>
            <p:cNvSpPr/>
            <p:nvPr/>
          </p:nvSpPr>
          <p:spPr>
            <a:xfrm>
              <a:off x="7296472" y="20191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2" name="pt31452"/>
            <p:cNvSpPr/>
            <p:nvPr/>
          </p:nvSpPr>
          <p:spPr>
            <a:xfrm>
              <a:off x="7522380" y="2648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3" name="pt31453"/>
            <p:cNvSpPr/>
            <p:nvPr/>
          </p:nvSpPr>
          <p:spPr>
            <a:xfrm>
              <a:off x="7443887" y="28414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4" name="pt31454"/>
            <p:cNvSpPr/>
            <p:nvPr/>
          </p:nvSpPr>
          <p:spPr>
            <a:xfrm>
              <a:off x="6864771" y="22448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5" name="pt31455"/>
            <p:cNvSpPr/>
            <p:nvPr/>
          </p:nvSpPr>
          <p:spPr>
            <a:xfrm>
              <a:off x="7332473" y="19349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6" name="pt31456"/>
            <p:cNvSpPr/>
            <p:nvPr/>
          </p:nvSpPr>
          <p:spPr>
            <a:xfrm>
              <a:off x="7025231" y="21082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7" name="pt31457"/>
            <p:cNvSpPr/>
            <p:nvPr/>
          </p:nvSpPr>
          <p:spPr>
            <a:xfrm>
              <a:off x="6879843" y="20604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8" name="pt31458"/>
            <p:cNvSpPr/>
            <p:nvPr/>
          </p:nvSpPr>
          <p:spPr>
            <a:xfrm>
              <a:off x="7656321" y="2327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9" name="pt31459"/>
            <p:cNvSpPr/>
            <p:nvPr/>
          </p:nvSpPr>
          <p:spPr>
            <a:xfrm>
              <a:off x="6927677" y="21586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0" name="pt31460"/>
            <p:cNvSpPr/>
            <p:nvPr/>
          </p:nvSpPr>
          <p:spPr>
            <a:xfrm>
              <a:off x="7170336" y="22195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1" name="pt31461"/>
            <p:cNvSpPr/>
            <p:nvPr/>
          </p:nvSpPr>
          <p:spPr>
            <a:xfrm>
              <a:off x="7169766" y="21942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2" name="pt31462"/>
            <p:cNvSpPr/>
            <p:nvPr/>
          </p:nvSpPr>
          <p:spPr>
            <a:xfrm>
              <a:off x="7169917" y="21903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3" name="pt31463"/>
            <p:cNvSpPr/>
            <p:nvPr/>
          </p:nvSpPr>
          <p:spPr>
            <a:xfrm>
              <a:off x="6893978" y="18388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4" name="pt31464"/>
            <p:cNvSpPr/>
            <p:nvPr/>
          </p:nvSpPr>
          <p:spPr>
            <a:xfrm>
              <a:off x="7195219" y="22412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5" name="pt31465"/>
            <p:cNvSpPr/>
            <p:nvPr/>
          </p:nvSpPr>
          <p:spPr>
            <a:xfrm>
              <a:off x="7047781" y="17108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6" name="pt31466"/>
            <p:cNvSpPr/>
            <p:nvPr/>
          </p:nvSpPr>
          <p:spPr>
            <a:xfrm>
              <a:off x="6982939" y="2121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7" name="pt31467"/>
            <p:cNvSpPr/>
            <p:nvPr/>
          </p:nvSpPr>
          <p:spPr>
            <a:xfrm>
              <a:off x="7366540" y="22332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8" name="pt31468"/>
            <p:cNvSpPr/>
            <p:nvPr/>
          </p:nvSpPr>
          <p:spPr>
            <a:xfrm>
              <a:off x="7174301" y="20254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9" name="pt31469"/>
            <p:cNvSpPr/>
            <p:nvPr/>
          </p:nvSpPr>
          <p:spPr>
            <a:xfrm>
              <a:off x="7159086" y="2091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0" name="pt31470"/>
            <p:cNvSpPr/>
            <p:nvPr/>
          </p:nvSpPr>
          <p:spPr>
            <a:xfrm>
              <a:off x="6919228" y="2306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1" name="pt31471"/>
            <p:cNvSpPr/>
            <p:nvPr/>
          </p:nvSpPr>
          <p:spPr>
            <a:xfrm>
              <a:off x="7004257" y="19641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2" name="pt31472"/>
            <p:cNvSpPr/>
            <p:nvPr/>
          </p:nvSpPr>
          <p:spPr>
            <a:xfrm>
              <a:off x="7484953" y="24637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3" name="pt31473"/>
            <p:cNvSpPr/>
            <p:nvPr/>
          </p:nvSpPr>
          <p:spPr>
            <a:xfrm>
              <a:off x="7128583" y="22875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4" name="pt31474"/>
            <p:cNvSpPr/>
            <p:nvPr/>
          </p:nvSpPr>
          <p:spPr>
            <a:xfrm>
              <a:off x="7095553" y="21583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5" name="pt31475"/>
            <p:cNvSpPr/>
            <p:nvPr/>
          </p:nvSpPr>
          <p:spPr>
            <a:xfrm>
              <a:off x="7061276" y="22257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6" name="pt31476"/>
            <p:cNvSpPr/>
            <p:nvPr/>
          </p:nvSpPr>
          <p:spPr>
            <a:xfrm>
              <a:off x="7090402" y="21729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7" name="pt31477"/>
            <p:cNvSpPr/>
            <p:nvPr/>
          </p:nvSpPr>
          <p:spPr>
            <a:xfrm>
              <a:off x="6871629" y="22265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8" name="pt31478"/>
            <p:cNvSpPr/>
            <p:nvPr/>
          </p:nvSpPr>
          <p:spPr>
            <a:xfrm>
              <a:off x="6917097" y="21727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9" name="pt31479"/>
            <p:cNvSpPr/>
            <p:nvPr/>
          </p:nvSpPr>
          <p:spPr>
            <a:xfrm>
              <a:off x="7119423" y="2172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0" name="pt31480"/>
            <p:cNvSpPr/>
            <p:nvPr/>
          </p:nvSpPr>
          <p:spPr>
            <a:xfrm>
              <a:off x="7090494" y="21530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1" name="pt31481"/>
            <p:cNvSpPr/>
            <p:nvPr/>
          </p:nvSpPr>
          <p:spPr>
            <a:xfrm>
              <a:off x="7250044" y="20791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2" name="pt31482"/>
            <p:cNvSpPr/>
            <p:nvPr/>
          </p:nvSpPr>
          <p:spPr>
            <a:xfrm>
              <a:off x="7167921" y="22691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3" name="pt31483"/>
            <p:cNvSpPr/>
            <p:nvPr/>
          </p:nvSpPr>
          <p:spPr>
            <a:xfrm>
              <a:off x="6987836" y="19329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4" name="pt31484"/>
            <p:cNvSpPr/>
            <p:nvPr/>
          </p:nvSpPr>
          <p:spPr>
            <a:xfrm>
              <a:off x="7308301" y="19365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5" name="pt31485"/>
            <p:cNvSpPr/>
            <p:nvPr/>
          </p:nvSpPr>
          <p:spPr>
            <a:xfrm>
              <a:off x="7263298" y="19302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6" name="pt31486"/>
            <p:cNvSpPr/>
            <p:nvPr/>
          </p:nvSpPr>
          <p:spPr>
            <a:xfrm>
              <a:off x="7192077" y="21980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7" name="pt31487"/>
            <p:cNvSpPr/>
            <p:nvPr/>
          </p:nvSpPr>
          <p:spPr>
            <a:xfrm>
              <a:off x="7015590" y="1815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8" name="pt31488"/>
            <p:cNvSpPr/>
            <p:nvPr/>
          </p:nvSpPr>
          <p:spPr>
            <a:xfrm>
              <a:off x="6929437" y="19497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9" name="pt31489"/>
            <p:cNvSpPr/>
            <p:nvPr/>
          </p:nvSpPr>
          <p:spPr>
            <a:xfrm>
              <a:off x="7261001" y="20346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0" name="pt31490"/>
            <p:cNvSpPr/>
            <p:nvPr/>
          </p:nvSpPr>
          <p:spPr>
            <a:xfrm>
              <a:off x="7317398" y="20434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1" name="pt31491"/>
            <p:cNvSpPr/>
            <p:nvPr/>
          </p:nvSpPr>
          <p:spPr>
            <a:xfrm>
              <a:off x="7093468" y="21620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2" name="pt31492"/>
            <p:cNvSpPr/>
            <p:nvPr/>
          </p:nvSpPr>
          <p:spPr>
            <a:xfrm>
              <a:off x="7118861" y="21442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3" name="pt31493"/>
            <p:cNvSpPr/>
            <p:nvPr/>
          </p:nvSpPr>
          <p:spPr>
            <a:xfrm>
              <a:off x="7093265" y="21331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4" name="pt31494"/>
            <p:cNvSpPr/>
            <p:nvPr/>
          </p:nvSpPr>
          <p:spPr>
            <a:xfrm>
              <a:off x="7095074" y="21827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5" name="pt31495"/>
            <p:cNvSpPr/>
            <p:nvPr/>
          </p:nvSpPr>
          <p:spPr>
            <a:xfrm>
              <a:off x="7304259" y="20470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6" name="pt31496"/>
            <p:cNvSpPr/>
            <p:nvPr/>
          </p:nvSpPr>
          <p:spPr>
            <a:xfrm>
              <a:off x="7197415" y="23104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7" name="pt31497"/>
            <p:cNvSpPr/>
            <p:nvPr/>
          </p:nvSpPr>
          <p:spPr>
            <a:xfrm>
              <a:off x="7058605" y="22767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8" name="pt31498"/>
            <p:cNvSpPr/>
            <p:nvPr/>
          </p:nvSpPr>
          <p:spPr>
            <a:xfrm>
              <a:off x="6997310" y="20347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9" name="pt31499"/>
            <p:cNvSpPr/>
            <p:nvPr/>
          </p:nvSpPr>
          <p:spPr>
            <a:xfrm>
              <a:off x="7293503" y="19551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0" name="pt31500"/>
            <p:cNvSpPr/>
            <p:nvPr/>
          </p:nvSpPr>
          <p:spPr>
            <a:xfrm>
              <a:off x="7163393" y="20797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1" name="pt31501"/>
            <p:cNvSpPr/>
            <p:nvPr/>
          </p:nvSpPr>
          <p:spPr>
            <a:xfrm>
              <a:off x="6882573" y="1993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2" name="pt31502"/>
            <p:cNvSpPr/>
            <p:nvPr/>
          </p:nvSpPr>
          <p:spPr>
            <a:xfrm>
              <a:off x="7044258" y="21713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3" name="pt31503"/>
            <p:cNvSpPr/>
            <p:nvPr/>
          </p:nvSpPr>
          <p:spPr>
            <a:xfrm>
              <a:off x="6928413" y="19816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4" name="pt31504"/>
            <p:cNvSpPr/>
            <p:nvPr/>
          </p:nvSpPr>
          <p:spPr>
            <a:xfrm>
              <a:off x="7068376" y="21321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5" name="pt31505"/>
            <p:cNvSpPr/>
            <p:nvPr/>
          </p:nvSpPr>
          <p:spPr>
            <a:xfrm>
              <a:off x="7033260" y="21897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6" name="pt31506"/>
            <p:cNvSpPr/>
            <p:nvPr/>
          </p:nvSpPr>
          <p:spPr>
            <a:xfrm>
              <a:off x="7051321" y="19394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7" name="pt31507"/>
            <p:cNvSpPr/>
            <p:nvPr/>
          </p:nvSpPr>
          <p:spPr>
            <a:xfrm>
              <a:off x="7358093" y="2284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8" name="pt31508"/>
            <p:cNvSpPr/>
            <p:nvPr/>
          </p:nvSpPr>
          <p:spPr>
            <a:xfrm>
              <a:off x="7263725" y="19654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9" name="pt31509"/>
            <p:cNvSpPr/>
            <p:nvPr/>
          </p:nvSpPr>
          <p:spPr>
            <a:xfrm>
              <a:off x="7070018" y="22152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0" name="pt31510"/>
            <p:cNvSpPr/>
            <p:nvPr/>
          </p:nvSpPr>
          <p:spPr>
            <a:xfrm>
              <a:off x="7401184" y="28516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1" name="pt31511"/>
            <p:cNvSpPr/>
            <p:nvPr/>
          </p:nvSpPr>
          <p:spPr>
            <a:xfrm>
              <a:off x="7105020" y="21841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2" name="pt31512"/>
            <p:cNvSpPr/>
            <p:nvPr/>
          </p:nvSpPr>
          <p:spPr>
            <a:xfrm>
              <a:off x="7297625" y="20041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3" name="pt31513"/>
            <p:cNvSpPr/>
            <p:nvPr/>
          </p:nvSpPr>
          <p:spPr>
            <a:xfrm>
              <a:off x="7433307" y="27172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4" name="pt31514"/>
            <p:cNvSpPr/>
            <p:nvPr/>
          </p:nvSpPr>
          <p:spPr>
            <a:xfrm>
              <a:off x="7223122" y="1714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5" name="pt31515"/>
            <p:cNvSpPr/>
            <p:nvPr/>
          </p:nvSpPr>
          <p:spPr>
            <a:xfrm>
              <a:off x="7123184" y="21557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6" name="pt31516"/>
            <p:cNvSpPr/>
            <p:nvPr/>
          </p:nvSpPr>
          <p:spPr>
            <a:xfrm>
              <a:off x="7162523" y="21050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7" name="pt31517"/>
            <p:cNvSpPr/>
            <p:nvPr/>
          </p:nvSpPr>
          <p:spPr>
            <a:xfrm>
              <a:off x="7087826" y="21881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8" name="pt31518"/>
            <p:cNvSpPr/>
            <p:nvPr/>
          </p:nvSpPr>
          <p:spPr>
            <a:xfrm>
              <a:off x="7083138" y="22266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9" name="pt31519"/>
            <p:cNvSpPr/>
            <p:nvPr/>
          </p:nvSpPr>
          <p:spPr>
            <a:xfrm>
              <a:off x="7170540" y="22550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0" name="pt31520"/>
            <p:cNvSpPr/>
            <p:nvPr/>
          </p:nvSpPr>
          <p:spPr>
            <a:xfrm>
              <a:off x="7199285" y="22816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1" name="pt31521"/>
            <p:cNvSpPr/>
            <p:nvPr/>
          </p:nvSpPr>
          <p:spPr>
            <a:xfrm>
              <a:off x="7054590" y="21704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2" name="pt31522"/>
            <p:cNvSpPr/>
            <p:nvPr/>
          </p:nvSpPr>
          <p:spPr>
            <a:xfrm>
              <a:off x="7050205" y="17788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3" name="pt31523"/>
            <p:cNvSpPr/>
            <p:nvPr/>
          </p:nvSpPr>
          <p:spPr>
            <a:xfrm>
              <a:off x="7220592" y="19733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4" name="pt31524"/>
            <p:cNvSpPr/>
            <p:nvPr/>
          </p:nvSpPr>
          <p:spPr>
            <a:xfrm>
              <a:off x="7216916" y="21038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5" name="pt31525"/>
            <p:cNvSpPr/>
            <p:nvPr/>
          </p:nvSpPr>
          <p:spPr>
            <a:xfrm>
              <a:off x="7106611" y="21446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6" name="pt31526"/>
            <p:cNvSpPr/>
            <p:nvPr/>
          </p:nvSpPr>
          <p:spPr>
            <a:xfrm>
              <a:off x="7107634" y="20628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7" name="pt31527"/>
            <p:cNvSpPr/>
            <p:nvPr/>
          </p:nvSpPr>
          <p:spPr>
            <a:xfrm>
              <a:off x="7111497" y="21944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8" name="pt31528"/>
            <p:cNvSpPr/>
            <p:nvPr/>
          </p:nvSpPr>
          <p:spPr>
            <a:xfrm>
              <a:off x="7245523" y="21845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9" name="pt31529"/>
            <p:cNvSpPr/>
            <p:nvPr/>
          </p:nvSpPr>
          <p:spPr>
            <a:xfrm>
              <a:off x="6780233" y="24816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0" name="pt31530"/>
            <p:cNvSpPr/>
            <p:nvPr/>
          </p:nvSpPr>
          <p:spPr>
            <a:xfrm>
              <a:off x="7239944" y="20271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1" name="pt31531"/>
            <p:cNvSpPr/>
            <p:nvPr/>
          </p:nvSpPr>
          <p:spPr>
            <a:xfrm>
              <a:off x="7222168" y="19848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2" name="pt31532"/>
            <p:cNvSpPr/>
            <p:nvPr/>
          </p:nvSpPr>
          <p:spPr>
            <a:xfrm>
              <a:off x="7029970" y="2307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3" name="pt31533"/>
            <p:cNvSpPr/>
            <p:nvPr/>
          </p:nvSpPr>
          <p:spPr>
            <a:xfrm>
              <a:off x="7027466" y="22302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4" name="pt31534"/>
            <p:cNvSpPr/>
            <p:nvPr/>
          </p:nvSpPr>
          <p:spPr>
            <a:xfrm>
              <a:off x="7116517" y="22519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5" name="pt31535"/>
            <p:cNvSpPr/>
            <p:nvPr/>
          </p:nvSpPr>
          <p:spPr>
            <a:xfrm>
              <a:off x="7070255" y="22262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6" name="pt31536"/>
            <p:cNvSpPr/>
            <p:nvPr/>
          </p:nvSpPr>
          <p:spPr>
            <a:xfrm>
              <a:off x="7407284" y="24878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7" name="pt31537"/>
            <p:cNvSpPr/>
            <p:nvPr/>
          </p:nvSpPr>
          <p:spPr>
            <a:xfrm>
              <a:off x="7069088" y="2148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8" name="pt31538"/>
            <p:cNvSpPr/>
            <p:nvPr/>
          </p:nvSpPr>
          <p:spPr>
            <a:xfrm>
              <a:off x="6983995" y="2034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9" name="pt31539"/>
            <p:cNvSpPr/>
            <p:nvPr/>
          </p:nvSpPr>
          <p:spPr>
            <a:xfrm>
              <a:off x="7233425" y="20959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0" name="pt31540"/>
            <p:cNvSpPr/>
            <p:nvPr/>
          </p:nvSpPr>
          <p:spPr>
            <a:xfrm>
              <a:off x="7176727" y="20640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1" name="pt31541"/>
            <p:cNvSpPr/>
            <p:nvPr/>
          </p:nvSpPr>
          <p:spPr>
            <a:xfrm>
              <a:off x="7200606" y="22363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2" name="pt31542"/>
            <p:cNvSpPr/>
            <p:nvPr/>
          </p:nvSpPr>
          <p:spPr>
            <a:xfrm>
              <a:off x="7219283" y="19459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3" name="pt31543"/>
            <p:cNvSpPr/>
            <p:nvPr/>
          </p:nvSpPr>
          <p:spPr>
            <a:xfrm>
              <a:off x="7259425" y="20667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4" name="pt31544"/>
            <p:cNvSpPr/>
            <p:nvPr/>
          </p:nvSpPr>
          <p:spPr>
            <a:xfrm>
              <a:off x="7117996" y="21255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5" name="pt31545"/>
            <p:cNvSpPr/>
            <p:nvPr/>
          </p:nvSpPr>
          <p:spPr>
            <a:xfrm>
              <a:off x="6820210" y="22711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6" name="pt31546"/>
            <p:cNvSpPr/>
            <p:nvPr/>
          </p:nvSpPr>
          <p:spPr>
            <a:xfrm>
              <a:off x="7016169" y="1823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7" name="pt31547"/>
            <p:cNvSpPr/>
            <p:nvPr/>
          </p:nvSpPr>
          <p:spPr>
            <a:xfrm>
              <a:off x="7316822" y="20407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8" name="pt31548"/>
            <p:cNvSpPr/>
            <p:nvPr/>
          </p:nvSpPr>
          <p:spPr>
            <a:xfrm>
              <a:off x="7446798" y="23851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9" name="pt31549"/>
            <p:cNvSpPr/>
            <p:nvPr/>
          </p:nvSpPr>
          <p:spPr>
            <a:xfrm>
              <a:off x="7021415" y="22232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0" name="pt31550"/>
            <p:cNvSpPr/>
            <p:nvPr/>
          </p:nvSpPr>
          <p:spPr>
            <a:xfrm>
              <a:off x="7118088" y="21592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1" name="pt31551"/>
            <p:cNvSpPr/>
            <p:nvPr/>
          </p:nvSpPr>
          <p:spPr>
            <a:xfrm>
              <a:off x="6763714" y="25766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2" name="pt31552"/>
            <p:cNvSpPr/>
            <p:nvPr/>
          </p:nvSpPr>
          <p:spPr>
            <a:xfrm>
              <a:off x="6983725" y="21704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3" name="pt31553"/>
            <p:cNvSpPr/>
            <p:nvPr/>
          </p:nvSpPr>
          <p:spPr>
            <a:xfrm>
              <a:off x="7296559" y="19392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4" name="pt31554"/>
            <p:cNvSpPr/>
            <p:nvPr/>
          </p:nvSpPr>
          <p:spPr>
            <a:xfrm>
              <a:off x="7159302" y="20426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5" name="pt31555"/>
            <p:cNvSpPr/>
            <p:nvPr/>
          </p:nvSpPr>
          <p:spPr>
            <a:xfrm>
              <a:off x="7229731" y="21549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6" name="pt31556"/>
            <p:cNvSpPr/>
            <p:nvPr/>
          </p:nvSpPr>
          <p:spPr>
            <a:xfrm>
              <a:off x="7196359" y="23911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7" name="pt31557"/>
            <p:cNvSpPr/>
            <p:nvPr/>
          </p:nvSpPr>
          <p:spPr>
            <a:xfrm>
              <a:off x="6894752" y="19693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8" name="pt31558"/>
            <p:cNvSpPr/>
            <p:nvPr/>
          </p:nvSpPr>
          <p:spPr>
            <a:xfrm>
              <a:off x="7243044" y="21215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9" name="pt31559"/>
            <p:cNvSpPr/>
            <p:nvPr/>
          </p:nvSpPr>
          <p:spPr>
            <a:xfrm>
              <a:off x="6943997" y="21862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0" name="pt31560"/>
            <p:cNvSpPr/>
            <p:nvPr/>
          </p:nvSpPr>
          <p:spPr>
            <a:xfrm>
              <a:off x="7078691" y="21246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1" name="pt31561"/>
            <p:cNvSpPr/>
            <p:nvPr/>
          </p:nvSpPr>
          <p:spPr>
            <a:xfrm>
              <a:off x="7282173" y="19866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2" name="pt31562"/>
            <p:cNvSpPr/>
            <p:nvPr/>
          </p:nvSpPr>
          <p:spPr>
            <a:xfrm>
              <a:off x="6736314" y="1857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3" name="pt31563"/>
            <p:cNvSpPr/>
            <p:nvPr/>
          </p:nvSpPr>
          <p:spPr>
            <a:xfrm>
              <a:off x="7110583" y="21974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4" name="pt31564"/>
            <p:cNvSpPr/>
            <p:nvPr/>
          </p:nvSpPr>
          <p:spPr>
            <a:xfrm>
              <a:off x="7117463" y="2190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5" name="pt31565"/>
            <p:cNvSpPr/>
            <p:nvPr/>
          </p:nvSpPr>
          <p:spPr>
            <a:xfrm>
              <a:off x="7381254" y="2735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6" name="pt31566"/>
            <p:cNvSpPr/>
            <p:nvPr/>
          </p:nvSpPr>
          <p:spPr>
            <a:xfrm>
              <a:off x="6973021" y="19408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7" name="pt31567"/>
            <p:cNvSpPr/>
            <p:nvPr/>
          </p:nvSpPr>
          <p:spPr>
            <a:xfrm>
              <a:off x="7010658" y="17410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8" name="pt31568"/>
            <p:cNvSpPr/>
            <p:nvPr/>
          </p:nvSpPr>
          <p:spPr>
            <a:xfrm>
              <a:off x="7235514" y="20195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9" name="pt31569"/>
            <p:cNvSpPr/>
            <p:nvPr/>
          </p:nvSpPr>
          <p:spPr>
            <a:xfrm>
              <a:off x="7101687" y="21228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0" name="pt31570"/>
            <p:cNvSpPr/>
            <p:nvPr/>
          </p:nvSpPr>
          <p:spPr>
            <a:xfrm>
              <a:off x="7378725" y="22484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1" name="pt31571"/>
            <p:cNvSpPr/>
            <p:nvPr/>
          </p:nvSpPr>
          <p:spPr>
            <a:xfrm>
              <a:off x="6962249" y="1992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2" name="pt31572"/>
            <p:cNvSpPr/>
            <p:nvPr/>
          </p:nvSpPr>
          <p:spPr>
            <a:xfrm>
              <a:off x="7024834" y="21714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3" name="pt31573"/>
            <p:cNvSpPr/>
            <p:nvPr/>
          </p:nvSpPr>
          <p:spPr>
            <a:xfrm>
              <a:off x="6570772" y="18491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4" name="pt31574"/>
            <p:cNvSpPr/>
            <p:nvPr/>
          </p:nvSpPr>
          <p:spPr>
            <a:xfrm>
              <a:off x="7195135" y="22656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5" name="pt31575"/>
            <p:cNvSpPr/>
            <p:nvPr/>
          </p:nvSpPr>
          <p:spPr>
            <a:xfrm>
              <a:off x="7049051" y="17152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6" name="pt31576"/>
            <p:cNvSpPr/>
            <p:nvPr/>
          </p:nvSpPr>
          <p:spPr>
            <a:xfrm>
              <a:off x="7044886" y="18963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7" name="pt31577"/>
            <p:cNvSpPr/>
            <p:nvPr/>
          </p:nvSpPr>
          <p:spPr>
            <a:xfrm>
              <a:off x="7070051" y="21379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8" name="pt31578"/>
            <p:cNvSpPr/>
            <p:nvPr/>
          </p:nvSpPr>
          <p:spPr>
            <a:xfrm>
              <a:off x="7234109" y="21944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9" name="pt31579"/>
            <p:cNvSpPr/>
            <p:nvPr/>
          </p:nvSpPr>
          <p:spPr>
            <a:xfrm>
              <a:off x="7282841" y="18822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0" name="pt31580"/>
            <p:cNvSpPr/>
            <p:nvPr/>
          </p:nvSpPr>
          <p:spPr>
            <a:xfrm>
              <a:off x="7147519" y="20721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1" name="pt31581"/>
            <p:cNvSpPr/>
            <p:nvPr/>
          </p:nvSpPr>
          <p:spPr>
            <a:xfrm>
              <a:off x="7409599" y="26164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2" name="pt31582"/>
            <p:cNvSpPr/>
            <p:nvPr/>
          </p:nvSpPr>
          <p:spPr>
            <a:xfrm>
              <a:off x="7043439" y="22784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3" name="pt31583"/>
            <p:cNvSpPr/>
            <p:nvPr/>
          </p:nvSpPr>
          <p:spPr>
            <a:xfrm>
              <a:off x="7144175" y="20611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4" name="pt31584"/>
            <p:cNvSpPr/>
            <p:nvPr/>
          </p:nvSpPr>
          <p:spPr>
            <a:xfrm>
              <a:off x="6893073" y="19084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5" name="pt31585"/>
            <p:cNvSpPr/>
            <p:nvPr/>
          </p:nvSpPr>
          <p:spPr>
            <a:xfrm>
              <a:off x="7291698" y="21676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6" name="pt31586"/>
            <p:cNvSpPr/>
            <p:nvPr/>
          </p:nvSpPr>
          <p:spPr>
            <a:xfrm>
              <a:off x="6866362" y="21663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7" name="pt31587"/>
            <p:cNvSpPr/>
            <p:nvPr/>
          </p:nvSpPr>
          <p:spPr>
            <a:xfrm>
              <a:off x="7155649" y="19939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8" name="pt31588"/>
            <p:cNvSpPr/>
            <p:nvPr/>
          </p:nvSpPr>
          <p:spPr>
            <a:xfrm>
              <a:off x="6966266" y="20463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9" name="pt31589"/>
            <p:cNvSpPr/>
            <p:nvPr/>
          </p:nvSpPr>
          <p:spPr>
            <a:xfrm>
              <a:off x="7131229" y="23062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0" name="pt31590"/>
            <p:cNvSpPr/>
            <p:nvPr/>
          </p:nvSpPr>
          <p:spPr>
            <a:xfrm>
              <a:off x="7151951" y="19971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1" name="pt31591"/>
            <p:cNvSpPr/>
            <p:nvPr/>
          </p:nvSpPr>
          <p:spPr>
            <a:xfrm>
              <a:off x="7356276" y="2120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2" name="pt31592"/>
            <p:cNvSpPr/>
            <p:nvPr/>
          </p:nvSpPr>
          <p:spPr>
            <a:xfrm>
              <a:off x="6995142" y="18943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3" name="pt31593"/>
            <p:cNvSpPr/>
            <p:nvPr/>
          </p:nvSpPr>
          <p:spPr>
            <a:xfrm>
              <a:off x="7148113" y="20431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4" name="pt31594"/>
            <p:cNvSpPr/>
            <p:nvPr/>
          </p:nvSpPr>
          <p:spPr>
            <a:xfrm>
              <a:off x="7291541" y="20892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5" name="pt31595"/>
            <p:cNvSpPr/>
            <p:nvPr/>
          </p:nvSpPr>
          <p:spPr>
            <a:xfrm>
              <a:off x="7430964" y="27684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6" name="pt31596"/>
            <p:cNvSpPr/>
            <p:nvPr/>
          </p:nvSpPr>
          <p:spPr>
            <a:xfrm>
              <a:off x="6988713" y="20880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7" name="pt31597"/>
            <p:cNvSpPr/>
            <p:nvPr/>
          </p:nvSpPr>
          <p:spPr>
            <a:xfrm>
              <a:off x="7128898" y="21637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8" name="pt31598"/>
            <p:cNvSpPr/>
            <p:nvPr/>
          </p:nvSpPr>
          <p:spPr>
            <a:xfrm>
              <a:off x="7118722" y="21925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9" name="pt31599"/>
            <p:cNvSpPr/>
            <p:nvPr/>
          </p:nvSpPr>
          <p:spPr>
            <a:xfrm>
              <a:off x="6898245" y="22872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0" name="pt31600"/>
            <p:cNvSpPr/>
            <p:nvPr/>
          </p:nvSpPr>
          <p:spPr>
            <a:xfrm>
              <a:off x="6984591" y="20983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1" name="pt31601"/>
            <p:cNvSpPr/>
            <p:nvPr/>
          </p:nvSpPr>
          <p:spPr>
            <a:xfrm>
              <a:off x="7122936" y="20953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2" name="pt31602"/>
            <p:cNvSpPr/>
            <p:nvPr/>
          </p:nvSpPr>
          <p:spPr>
            <a:xfrm>
              <a:off x="7153217" y="19216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3" name="pt31603"/>
            <p:cNvSpPr/>
            <p:nvPr/>
          </p:nvSpPr>
          <p:spPr>
            <a:xfrm>
              <a:off x="7183746" y="2102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4" name="pt31604"/>
            <p:cNvSpPr/>
            <p:nvPr/>
          </p:nvSpPr>
          <p:spPr>
            <a:xfrm>
              <a:off x="7078577" y="21453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5" name="pt31605"/>
            <p:cNvSpPr/>
            <p:nvPr/>
          </p:nvSpPr>
          <p:spPr>
            <a:xfrm>
              <a:off x="7009264" y="19197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6" name="pt31606"/>
            <p:cNvSpPr/>
            <p:nvPr/>
          </p:nvSpPr>
          <p:spPr>
            <a:xfrm>
              <a:off x="7138784" y="22633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7" name="pt31607"/>
            <p:cNvSpPr/>
            <p:nvPr/>
          </p:nvSpPr>
          <p:spPr>
            <a:xfrm>
              <a:off x="7312309" y="20146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8" name="pt31608"/>
            <p:cNvSpPr/>
            <p:nvPr/>
          </p:nvSpPr>
          <p:spPr>
            <a:xfrm>
              <a:off x="6864492" y="23126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9" name="pt31609"/>
            <p:cNvSpPr/>
            <p:nvPr/>
          </p:nvSpPr>
          <p:spPr>
            <a:xfrm>
              <a:off x="7143480" y="20693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0" name="pt31610"/>
            <p:cNvSpPr/>
            <p:nvPr/>
          </p:nvSpPr>
          <p:spPr>
            <a:xfrm>
              <a:off x="7121179" y="21354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1" name="pt31611"/>
            <p:cNvSpPr/>
            <p:nvPr/>
          </p:nvSpPr>
          <p:spPr>
            <a:xfrm>
              <a:off x="6989844" y="20375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2" name="pt31612"/>
            <p:cNvSpPr/>
            <p:nvPr/>
          </p:nvSpPr>
          <p:spPr>
            <a:xfrm>
              <a:off x="6958422" y="19726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3" name="pt31613"/>
            <p:cNvSpPr/>
            <p:nvPr/>
          </p:nvSpPr>
          <p:spPr>
            <a:xfrm>
              <a:off x="7188861" y="22240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4" name="pt31614"/>
            <p:cNvSpPr/>
            <p:nvPr/>
          </p:nvSpPr>
          <p:spPr>
            <a:xfrm>
              <a:off x="7079696" y="22203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5" name="pt31615"/>
            <p:cNvSpPr/>
            <p:nvPr/>
          </p:nvSpPr>
          <p:spPr>
            <a:xfrm>
              <a:off x="6810911" y="22878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6" name="pt31616"/>
            <p:cNvSpPr/>
            <p:nvPr/>
          </p:nvSpPr>
          <p:spPr>
            <a:xfrm>
              <a:off x="7180701" y="20818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7" name="pt31617"/>
            <p:cNvSpPr/>
            <p:nvPr/>
          </p:nvSpPr>
          <p:spPr>
            <a:xfrm>
              <a:off x="7082015" y="22603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8" name="pt31618"/>
            <p:cNvSpPr/>
            <p:nvPr/>
          </p:nvSpPr>
          <p:spPr>
            <a:xfrm>
              <a:off x="7211124" y="23158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9" name="pt31619"/>
            <p:cNvSpPr/>
            <p:nvPr/>
          </p:nvSpPr>
          <p:spPr>
            <a:xfrm>
              <a:off x="7154369" y="19032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0" name="pt31620"/>
            <p:cNvSpPr/>
            <p:nvPr/>
          </p:nvSpPr>
          <p:spPr>
            <a:xfrm>
              <a:off x="7418154" y="24652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1" name="pt31621"/>
            <p:cNvSpPr/>
            <p:nvPr/>
          </p:nvSpPr>
          <p:spPr>
            <a:xfrm>
              <a:off x="7082688" y="22298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2" name="pt31622"/>
            <p:cNvSpPr/>
            <p:nvPr/>
          </p:nvSpPr>
          <p:spPr>
            <a:xfrm>
              <a:off x="7206960" y="22902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3" name="pt31623"/>
            <p:cNvSpPr/>
            <p:nvPr/>
          </p:nvSpPr>
          <p:spPr>
            <a:xfrm>
              <a:off x="6993150" y="19105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4" name="pt31624"/>
            <p:cNvSpPr/>
            <p:nvPr/>
          </p:nvSpPr>
          <p:spPr>
            <a:xfrm>
              <a:off x="7246946" y="21305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5" name="pt31625"/>
            <p:cNvSpPr/>
            <p:nvPr/>
          </p:nvSpPr>
          <p:spPr>
            <a:xfrm>
              <a:off x="7140173" y="22315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6" name="pt31626"/>
            <p:cNvSpPr/>
            <p:nvPr/>
          </p:nvSpPr>
          <p:spPr>
            <a:xfrm>
              <a:off x="6966457" y="20398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7" name="pt31627"/>
            <p:cNvSpPr/>
            <p:nvPr/>
          </p:nvSpPr>
          <p:spPr>
            <a:xfrm>
              <a:off x="6940544" y="22285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8" name="pt31628"/>
            <p:cNvSpPr/>
            <p:nvPr/>
          </p:nvSpPr>
          <p:spPr>
            <a:xfrm>
              <a:off x="7129237" y="2199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9" name="pt31629"/>
            <p:cNvSpPr/>
            <p:nvPr/>
          </p:nvSpPr>
          <p:spPr>
            <a:xfrm>
              <a:off x="7152365" y="20355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0" name="pt31630"/>
            <p:cNvSpPr/>
            <p:nvPr/>
          </p:nvSpPr>
          <p:spPr>
            <a:xfrm>
              <a:off x="7114201" y="21193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1" name="pt31631"/>
            <p:cNvSpPr/>
            <p:nvPr/>
          </p:nvSpPr>
          <p:spPr>
            <a:xfrm>
              <a:off x="7357337" y="22817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2" name="pt31632"/>
            <p:cNvSpPr/>
            <p:nvPr/>
          </p:nvSpPr>
          <p:spPr>
            <a:xfrm>
              <a:off x="6754504" y="27406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3" name="pt31633"/>
            <p:cNvSpPr/>
            <p:nvPr/>
          </p:nvSpPr>
          <p:spPr>
            <a:xfrm>
              <a:off x="7098573" y="21885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4" name="pt31634"/>
            <p:cNvSpPr/>
            <p:nvPr/>
          </p:nvSpPr>
          <p:spPr>
            <a:xfrm>
              <a:off x="7477498" y="26344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5" name="pt31635"/>
            <p:cNvSpPr/>
            <p:nvPr/>
          </p:nvSpPr>
          <p:spPr>
            <a:xfrm>
              <a:off x="7178796" y="20912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6" name="pt31636"/>
            <p:cNvSpPr/>
            <p:nvPr/>
          </p:nvSpPr>
          <p:spPr>
            <a:xfrm>
              <a:off x="7469378" y="24188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7" name="pt31637"/>
            <p:cNvSpPr/>
            <p:nvPr/>
          </p:nvSpPr>
          <p:spPr>
            <a:xfrm>
              <a:off x="7224347" y="23010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8" name="pt31638"/>
            <p:cNvSpPr/>
            <p:nvPr/>
          </p:nvSpPr>
          <p:spPr>
            <a:xfrm>
              <a:off x="6984846" y="20894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9" name="pt31639"/>
            <p:cNvSpPr/>
            <p:nvPr/>
          </p:nvSpPr>
          <p:spPr>
            <a:xfrm>
              <a:off x="7192308" y="21995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0" name="pt31640"/>
            <p:cNvSpPr/>
            <p:nvPr/>
          </p:nvSpPr>
          <p:spPr>
            <a:xfrm>
              <a:off x="7128580" y="22709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1" name="pt31641"/>
            <p:cNvSpPr/>
            <p:nvPr/>
          </p:nvSpPr>
          <p:spPr>
            <a:xfrm>
              <a:off x="7016885" y="18998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2" name="pt31642"/>
            <p:cNvSpPr/>
            <p:nvPr/>
          </p:nvSpPr>
          <p:spPr>
            <a:xfrm>
              <a:off x="7046490" y="21425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3" name="pt31643"/>
            <p:cNvSpPr/>
            <p:nvPr/>
          </p:nvSpPr>
          <p:spPr>
            <a:xfrm>
              <a:off x="7094615" y="20713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4" name="pt31644"/>
            <p:cNvSpPr/>
            <p:nvPr/>
          </p:nvSpPr>
          <p:spPr>
            <a:xfrm>
              <a:off x="7198879" y="23026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5" name="pt31645"/>
            <p:cNvSpPr/>
            <p:nvPr/>
          </p:nvSpPr>
          <p:spPr>
            <a:xfrm>
              <a:off x="7627008" y="25511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6" name="pt31646"/>
            <p:cNvSpPr/>
            <p:nvPr/>
          </p:nvSpPr>
          <p:spPr>
            <a:xfrm>
              <a:off x="7224063" y="22354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7" name="pt31647"/>
            <p:cNvSpPr/>
            <p:nvPr/>
          </p:nvSpPr>
          <p:spPr>
            <a:xfrm>
              <a:off x="6856628" y="20769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8" name="pt31648"/>
            <p:cNvSpPr/>
            <p:nvPr/>
          </p:nvSpPr>
          <p:spPr>
            <a:xfrm>
              <a:off x="6830860" y="22214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9" name="pt31649"/>
            <p:cNvSpPr/>
            <p:nvPr/>
          </p:nvSpPr>
          <p:spPr>
            <a:xfrm>
              <a:off x="7122909" y="21765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0" name="pt31650"/>
            <p:cNvSpPr/>
            <p:nvPr/>
          </p:nvSpPr>
          <p:spPr>
            <a:xfrm>
              <a:off x="7341945" y="22977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1" name="pt31651"/>
            <p:cNvSpPr/>
            <p:nvPr/>
          </p:nvSpPr>
          <p:spPr>
            <a:xfrm>
              <a:off x="7087136" y="21867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2" name="pt31652"/>
            <p:cNvSpPr/>
            <p:nvPr/>
          </p:nvSpPr>
          <p:spPr>
            <a:xfrm>
              <a:off x="6963819" y="20965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3" name="pt31653"/>
            <p:cNvSpPr/>
            <p:nvPr/>
          </p:nvSpPr>
          <p:spPr>
            <a:xfrm>
              <a:off x="7064013" y="21256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4" name="pt31654"/>
            <p:cNvSpPr/>
            <p:nvPr/>
          </p:nvSpPr>
          <p:spPr>
            <a:xfrm>
              <a:off x="7357430" y="21902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5" name="pt31655"/>
            <p:cNvSpPr/>
            <p:nvPr/>
          </p:nvSpPr>
          <p:spPr>
            <a:xfrm>
              <a:off x="7250324" y="19539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6" name="pt31656"/>
            <p:cNvSpPr/>
            <p:nvPr/>
          </p:nvSpPr>
          <p:spPr>
            <a:xfrm>
              <a:off x="7136427" y="23276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7" name="pt31657"/>
            <p:cNvSpPr/>
            <p:nvPr/>
          </p:nvSpPr>
          <p:spPr>
            <a:xfrm>
              <a:off x="7111974" y="21960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8" name="pt31658"/>
            <p:cNvSpPr/>
            <p:nvPr/>
          </p:nvSpPr>
          <p:spPr>
            <a:xfrm>
              <a:off x="6939271" y="21546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9" name="pt31659"/>
            <p:cNvSpPr/>
            <p:nvPr/>
          </p:nvSpPr>
          <p:spPr>
            <a:xfrm>
              <a:off x="7262982" y="2135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0" name="pt31660"/>
            <p:cNvSpPr/>
            <p:nvPr/>
          </p:nvSpPr>
          <p:spPr>
            <a:xfrm>
              <a:off x="7191124" y="21973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1" name="pt31661"/>
            <p:cNvSpPr/>
            <p:nvPr/>
          </p:nvSpPr>
          <p:spPr>
            <a:xfrm>
              <a:off x="7187401" y="21429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2" name="pt31662"/>
            <p:cNvSpPr/>
            <p:nvPr/>
          </p:nvSpPr>
          <p:spPr>
            <a:xfrm>
              <a:off x="7046913" y="20647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3" name="pt31663"/>
            <p:cNvSpPr/>
            <p:nvPr/>
          </p:nvSpPr>
          <p:spPr>
            <a:xfrm>
              <a:off x="7098170" y="22070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4" name="pt31664"/>
            <p:cNvSpPr/>
            <p:nvPr/>
          </p:nvSpPr>
          <p:spPr>
            <a:xfrm>
              <a:off x="7346827" y="26655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5" name="pt31665"/>
            <p:cNvSpPr/>
            <p:nvPr/>
          </p:nvSpPr>
          <p:spPr>
            <a:xfrm>
              <a:off x="7077242" y="21388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6" name="pt31666"/>
            <p:cNvSpPr/>
            <p:nvPr/>
          </p:nvSpPr>
          <p:spPr>
            <a:xfrm>
              <a:off x="6909309" y="22501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7" name="pt31667"/>
            <p:cNvSpPr/>
            <p:nvPr/>
          </p:nvSpPr>
          <p:spPr>
            <a:xfrm>
              <a:off x="7190781" y="23372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8" name="pt31668"/>
            <p:cNvSpPr/>
            <p:nvPr/>
          </p:nvSpPr>
          <p:spPr>
            <a:xfrm>
              <a:off x="7185648" y="21246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9" name="pt31669"/>
            <p:cNvSpPr/>
            <p:nvPr/>
          </p:nvSpPr>
          <p:spPr>
            <a:xfrm>
              <a:off x="7265165" y="19880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0" name="pt31670"/>
            <p:cNvSpPr/>
            <p:nvPr/>
          </p:nvSpPr>
          <p:spPr>
            <a:xfrm>
              <a:off x="7325447" y="20553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1" name="pt31671"/>
            <p:cNvSpPr/>
            <p:nvPr/>
          </p:nvSpPr>
          <p:spPr>
            <a:xfrm>
              <a:off x="7396609" y="24605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2" name="pt31672"/>
            <p:cNvSpPr/>
            <p:nvPr/>
          </p:nvSpPr>
          <p:spPr>
            <a:xfrm>
              <a:off x="6778251" y="25961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3" name="pt31673"/>
            <p:cNvSpPr/>
            <p:nvPr/>
          </p:nvSpPr>
          <p:spPr>
            <a:xfrm>
              <a:off x="7045007" y="21603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4" name="pt31674"/>
            <p:cNvSpPr/>
            <p:nvPr/>
          </p:nvSpPr>
          <p:spPr>
            <a:xfrm>
              <a:off x="6676004" y="17789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5" name="pt31675"/>
            <p:cNvSpPr/>
            <p:nvPr/>
          </p:nvSpPr>
          <p:spPr>
            <a:xfrm>
              <a:off x="7049112" y="16595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6" name="pt31676"/>
            <p:cNvSpPr/>
            <p:nvPr/>
          </p:nvSpPr>
          <p:spPr>
            <a:xfrm>
              <a:off x="7136330" y="23757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7" name="pt31677"/>
            <p:cNvSpPr/>
            <p:nvPr/>
          </p:nvSpPr>
          <p:spPr>
            <a:xfrm>
              <a:off x="7161807" y="21063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8" name="pt31678"/>
            <p:cNvSpPr/>
            <p:nvPr/>
          </p:nvSpPr>
          <p:spPr>
            <a:xfrm>
              <a:off x="6666038" y="22718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9" name="pt31679"/>
            <p:cNvSpPr/>
            <p:nvPr/>
          </p:nvSpPr>
          <p:spPr>
            <a:xfrm>
              <a:off x="7102676" y="20894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0" name="pt31680"/>
            <p:cNvSpPr/>
            <p:nvPr/>
          </p:nvSpPr>
          <p:spPr>
            <a:xfrm>
              <a:off x="7073395" y="22112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1" name="pt31681"/>
            <p:cNvSpPr/>
            <p:nvPr/>
          </p:nvSpPr>
          <p:spPr>
            <a:xfrm>
              <a:off x="7015673" y="18938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2" name="pt31682"/>
            <p:cNvSpPr/>
            <p:nvPr/>
          </p:nvSpPr>
          <p:spPr>
            <a:xfrm>
              <a:off x="7165579" y="21777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3" name="pt31683"/>
            <p:cNvSpPr/>
            <p:nvPr/>
          </p:nvSpPr>
          <p:spPr>
            <a:xfrm>
              <a:off x="7336328" y="24550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4" name="pt31684"/>
            <p:cNvSpPr/>
            <p:nvPr/>
          </p:nvSpPr>
          <p:spPr>
            <a:xfrm>
              <a:off x="7626052" y="27539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5" name="pt31685"/>
            <p:cNvSpPr/>
            <p:nvPr/>
          </p:nvSpPr>
          <p:spPr>
            <a:xfrm>
              <a:off x="7162031" y="21393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6" name="pt31686"/>
            <p:cNvSpPr/>
            <p:nvPr/>
          </p:nvSpPr>
          <p:spPr>
            <a:xfrm>
              <a:off x="7246275" y="21981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7" name="pt31687"/>
            <p:cNvSpPr/>
            <p:nvPr/>
          </p:nvSpPr>
          <p:spPr>
            <a:xfrm>
              <a:off x="7223328" y="17832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8" name="pt31688"/>
            <p:cNvSpPr/>
            <p:nvPr/>
          </p:nvSpPr>
          <p:spPr>
            <a:xfrm>
              <a:off x="7087693" y="21992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9" name="pt31689"/>
            <p:cNvSpPr/>
            <p:nvPr/>
          </p:nvSpPr>
          <p:spPr>
            <a:xfrm>
              <a:off x="7018586" y="17607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0" name="pt31690"/>
            <p:cNvSpPr/>
            <p:nvPr/>
          </p:nvSpPr>
          <p:spPr>
            <a:xfrm>
              <a:off x="6989180" y="20139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1" name="pt31691"/>
            <p:cNvSpPr/>
            <p:nvPr/>
          </p:nvSpPr>
          <p:spPr>
            <a:xfrm>
              <a:off x="6609570" y="21261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2" name="pt31692"/>
            <p:cNvSpPr/>
            <p:nvPr/>
          </p:nvSpPr>
          <p:spPr>
            <a:xfrm>
              <a:off x="8058547" y="24739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3" name="pt31693"/>
            <p:cNvSpPr/>
            <p:nvPr/>
          </p:nvSpPr>
          <p:spPr>
            <a:xfrm>
              <a:off x="7146388" y="20896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4" name="pt31694"/>
            <p:cNvSpPr/>
            <p:nvPr/>
          </p:nvSpPr>
          <p:spPr>
            <a:xfrm>
              <a:off x="6880926" y="19906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5" name="pt31695"/>
            <p:cNvSpPr/>
            <p:nvPr/>
          </p:nvSpPr>
          <p:spPr>
            <a:xfrm>
              <a:off x="7173761" y="20173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6" name="pt31696"/>
            <p:cNvSpPr/>
            <p:nvPr/>
          </p:nvSpPr>
          <p:spPr>
            <a:xfrm>
              <a:off x="7103696" y="21609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7" name="pt31697"/>
            <p:cNvSpPr/>
            <p:nvPr/>
          </p:nvSpPr>
          <p:spPr>
            <a:xfrm>
              <a:off x="7252131" y="20403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8" name="pt31698"/>
            <p:cNvSpPr/>
            <p:nvPr/>
          </p:nvSpPr>
          <p:spPr>
            <a:xfrm>
              <a:off x="7075869" y="21470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9" name="pt31699"/>
            <p:cNvSpPr/>
            <p:nvPr/>
          </p:nvSpPr>
          <p:spPr>
            <a:xfrm>
              <a:off x="7197582" y="22787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0" name="pt31700"/>
            <p:cNvSpPr/>
            <p:nvPr/>
          </p:nvSpPr>
          <p:spPr>
            <a:xfrm>
              <a:off x="6850367" y="22052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1" name="pt31701"/>
            <p:cNvSpPr/>
            <p:nvPr/>
          </p:nvSpPr>
          <p:spPr>
            <a:xfrm>
              <a:off x="7258258" y="20293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2" name="pt31702"/>
            <p:cNvSpPr/>
            <p:nvPr/>
          </p:nvSpPr>
          <p:spPr>
            <a:xfrm>
              <a:off x="7061766" y="21233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3" name="pt31703"/>
            <p:cNvSpPr/>
            <p:nvPr/>
          </p:nvSpPr>
          <p:spPr>
            <a:xfrm>
              <a:off x="6987242" y="20911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4" name="pt31704"/>
            <p:cNvSpPr/>
            <p:nvPr/>
          </p:nvSpPr>
          <p:spPr>
            <a:xfrm>
              <a:off x="7224782" y="21594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5" name="pt31705"/>
            <p:cNvSpPr/>
            <p:nvPr/>
          </p:nvSpPr>
          <p:spPr>
            <a:xfrm>
              <a:off x="7030585" y="20663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6" name="pt31706"/>
            <p:cNvSpPr/>
            <p:nvPr/>
          </p:nvSpPr>
          <p:spPr>
            <a:xfrm>
              <a:off x="7077933" y="21988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7" name="pt31707"/>
            <p:cNvSpPr/>
            <p:nvPr/>
          </p:nvSpPr>
          <p:spPr>
            <a:xfrm>
              <a:off x="7219736" y="17918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8" name="pt31708"/>
            <p:cNvSpPr/>
            <p:nvPr/>
          </p:nvSpPr>
          <p:spPr>
            <a:xfrm>
              <a:off x="7074064" y="21626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9" name="pt31709"/>
            <p:cNvSpPr/>
            <p:nvPr/>
          </p:nvSpPr>
          <p:spPr>
            <a:xfrm>
              <a:off x="7178127" y="20693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0" name="pt31710"/>
            <p:cNvSpPr/>
            <p:nvPr/>
          </p:nvSpPr>
          <p:spPr>
            <a:xfrm>
              <a:off x="7291440" y="21100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1" name="pt31711"/>
            <p:cNvSpPr/>
            <p:nvPr/>
          </p:nvSpPr>
          <p:spPr>
            <a:xfrm>
              <a:off x="7025727" y="22987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2" name="pt31712"/>
            <p:cNvSpPr/>
            <p:nvPr/>
          </p:nvSpPr>
          <p:spPr>
            <a:xfrm>
              <a:off x="7091149" y="21589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3" name="pt31713"/>
            <p:cNvSpPr/>
            <p:nvPr/>
          </p:nvSpPr>
          <p:spPr>
            <a:xfrm>
              <a:off x="7181126" y="20539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4" name="pt31714"/>
            <p:cNvSpPr/>
            <p:nvPr/>
          </p:nvSpPr>
          <p:spPr>
            <a:xfrm>
              <a:off x="7073373" y="22407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5" name="pt31715"/>
            <p:cNvSpPr/>
            <p:nvPr/>
          </p:nvSpPr>
          <p:spPr>
            <a:xfrm>
              <a:off x="7125066" y="22707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6" name="pt31716"/>
            <p:cNvSpPr/>
            <p:nvPr/>
          </p:nvSpPr>
          <p:spPr>
            <a:xfrm>
              <a:off x="6995697" y="20972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7" name="pt31717"/>
            <p:cNvSpPr/>
            <p:nvPr/>
          </p:nvSpPr>
          <p:spPr>
            <a:xfrm>
              <a:off x="7031811" y="21456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8" name="pt31718"/>
            <p:cNvSpPr/>
            <p:nvPr/>
          </p:nvSpPr>
          <p:spPr>
            <a:xfrm>
              <a:off x="7310710" y="19671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9" name="pt31719"/>
            <p:cNvSpPr/>
            <p:nvPr/>
          </p:nvSpPr>
          <p:spPr>
            <a:xfrm>
              <a:off x="6910669" y="2271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0" name="pt31720"/>
            <p:cNvSpPr/>
            <p:nvPr/>
          </p:nvSpPr>
          <p:spPr>
            <a:xfrm>
              <a:off x="6849212" y="24415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1" name="pt31721"/>
            <p:cNvSpPr/>
            <p:nvPr/>
          </p:nvSpPr>
          <p:spPr>
            <a:xfrm>
              <a:off x="6885991" y="19654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2" name="pt31722"/>
            <p:cNvSpPr/>
            <p:nvPr/>
          </p:nvSpPr>
          <p:spPr>
            <a:xfrm>
              <a:off x="6839836" y="23273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3" name="pt31723"/>
            <p:cNvSpPr/>
            <p:nvPr/>
          </p:nvSpPr>
          <p:spPr>
            <a:xfrm>
              <a:off x="7197111" y="22384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4" name="pt31724"/>
            <p:cNvSpPr/>
            <p:nvPr/>
          </p:nvSpPr>
          <p:spPr>
            <a:xfrm>
              <a:off x="7307171" y="22026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5" name="pt31725"/>
            <p:cNvSpPr/>
            <p:nvPr/>
          </p:nvSpPr>
          <p:spPr>
            <a:xfrm>
              <a:off x="7272132" y="20347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6" name="pt31726"/>
            <p:cNvSpPr/>
            <p:nvPr/>
          </p:nvSpPr>
          <p:spPr>
            <a:xfrm>
              <a:off x="7219825" y="17915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7" name="pt31727"/>
            <p:cNvSpPr/>
            <p:nvPr/>
          </p:nvSpPr>
          <p:spPr>
            <a:xfrm>
              <a:off x="7232776" y="20165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8" name="pt31728"/>
            <p:cNvSpPr/>
            <p:nvPr/>
          </p:nvSpPr>
          <p:spPr>
            <a:xfrm>
              <a:off x="7389198" y="27624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9" name="pt31729"/>
            <p:cNvSpPr/>
            <p:nvPr/>
          </p:nvSpPr>
          <p:spPr>
            <a:xfrm>
              <a:off x="7226372" y="21476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0" name="pt31730"/>
            <p:cNvSpPr/>
            <p:nvPr/>
          </p:nvSpPr>
          <p:spPr>
            <a:xfrm>
              <a:off x="7181711" y="20525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1" name="pt31731"/>
            <p:cNvSpPr/>
            <p:nvPr/>
          </p:nvSpPr>
          <p:spPr>
            <a:xfrm>
              <a:off x="7341747" y="25358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2" name="pt31732"/>
            <p:cNvSpPr/>
            <p:nvPr/>
          </p:nvSpPr>
          <p:spPr>
            <a:xfrm>
              <a:off x="7050354" y="17912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3" name="pt31733"/>
            <p:cNvSpPr/>
            <p:nvPr/>
          </p:nvSpPr>
          <p:spPr>
            <a:xfrm>
              <a:off x="7375392" y="21282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4" name="pt31734"/>
            <p:cNvSpPr/>
            <p:nvPr/>
          </p:nvSpPr>
          <p:spPr>
            <a:xfrm>
              <a:off x="6754353" y="2384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5" name="pt31735"/>
            <p:cNvSpPr/>
            <p:nvPr/>
          </p:nvSpPr>
          <p:spPr>
            <a:xfrm>
              <a:off x="7279572" y="19135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6" name="pt31736"/>
            <p:cNvSpPr/>
            <p:nvPr/>
          </p:nvSpPr>
          <p:spPr>
            <a:xfrm>
              <a:off x="6947667" y="20566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7" name="pt31737"/>
            <p:cNvSpPr/>
            <p:nvPr/>
          </p:nvSpPr>
          <p:spPr>
            <a:xfrm>
              <a:off x="7215062" y="21266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8" name="pt31738"/>
            <p:cNvSpPr/>
            <p:nvPr/>
          </p:nvSpPr>
          <p:spPr>
            <a:xfrm>
              <a:off x="7271681" y="20948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9" name="pt31739"/>
            <p:cNvSpPr/>
            <p:nvPr/>
          </p:nvSpPr>
          <p:spPr>
            <a:xfrm>
              <a:off x="7212565" y="20904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0" name="pt31740"/>
            <p:cNvSpPr/>
            <p:nvPr/>
          </p:nvSpPr>
          <p:spPr>
            <a:xfrm>
              <a:off x="7309958" y="19094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1" name="pt31741"/>
            <p:cNvSpPr/>
            <p:nvPr/>
          </p:nvSpPr>
          <p:spPr>
            <a:xfrm>
              <a:off x="7151975" y="19307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2" name="pt31742"/>
            <p:cNvSpPr/>
            <p:nvPr/>
          </p:nvSpPr>
          <p:spPr>
            <a:xfrm>
              <a:off x="7073117" y="2211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3" name="pt31743"/>
            <p:cNvSpPr/>
            <p:nvPr/>
          </p:nvSpPr>
          <p:spPr>
            <a:xfrm>
              <a:off x="6778359" y="2567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4" name="pt31744"/>
            <p:cNvSpPr/>
            <p:nvPr/>
          </p:nvSpPr>
          <p:spPr>
            <a:xfrm>
              <a:off x="7440290" y="24312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5" name="pt31745"/>
            <p:cNvSpPr/>
            <p:nvPr/>
          </p:nvSpPr>
          <p:spPr>
            <a:xfrm>
              <a:off x="7287271" y="20992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6" name="pt31746"/>
            <p:cNvSpPr/>
            <p:nvPr/>
          </p:nvSpPr>
          <p:spPr>
            <a:xfrm>
              <a:off x="7276689" y="20280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7" name="pt31747"/>
            <p:cNvSpPr/>
            <p:nvPr/>
          </p:nvSpPr>
          <p:spPr>
            <a:xfrm>
              <a:off x="7249108" y="22715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8" name="pt31748"/>
            <p:cNvSpPr/>
            <p:nvPr/>
          </p:nvSpPr>
          <p:spPr>
            <a:xfrm>
              <a:off x="6884062" y="18668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9" name="pt31749"/>
            <p:cNvSpPr/>
            <p:nvPr/>
          </p:nvSpPr>
          <p:spPr>
            <a:xfrm>
              <a:off x="7191030" y="21855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0" name="pt31750"/>
            <p:cNvSpPr/>
            <p:nvPr/>
          </p:nvSpPr>
          <p:spPr>
            <a:xfrm>
              <a:off x="7157834" y="19472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1" name="pt31751"/>
            <p:cNvSpPr/>
            <p:nvPr/>
          </p:nvSpPr>
          <p:spPr>
            <a:xfrm>
              <a:off x="7100873" y="21510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2" name="pt31752"/>
            <p:cNvSpPr/>
            <p:nvPr/>
          </p:nvSpPr>
          <p:spPr>
            <a:xfrm>
              <a:off x="7101906" y="22427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3" name="pt31753"/>
            <p:cNvSpPr/>
            <p:nvPr/>
          </p:nvSpPr>
          <p:spPr>
            <a:xfrm>
              <a:off x="7255197" y="18430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4" name="pt31754"/>
            <p:cNvSpPr/>
            <p:nvPr/>
          </p:nvSpPr>
          <p:spPr>
            <a:xfrm>
              <a:off x="7108489" y="21524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5" name="pt31755"/>
            <p:cNvSpPr/>
            <p:nvPr/>
          </p:nvSpPr>
          <p:spPr>
            <a:xfrm>
              <a:off x="6696737" y="23372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6" name="pt31756"/>
            <p:cNvSpPr/>
            <p:nvPr/>
          </p:nvSpPr>
          <p:spPr>
            <a:xfrm>
              <a:off x="7412965" y="24586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7" name="pt31757"/>
            <p:cNvSpPr/>
            <p:nvPr/>
          </p:nvSpPr>
          <p:spPr>
            <a:xfrm>
              <a:off x="7419062" y="28594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8" name="pt31758"/>
            <p:cNvSpPr/>
            <p:nvPr/>
          </p:nvSpPr>
          <p:spPr>
            <a:xfrm>
              <a:off x="7092402" y="2142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9" name="pt31759"/>
            <p:cNvSpPr/>
            <p:nvPr/>
          </p:nvSpPr>
          <p:spPr>
            <a:xfrm>
              <a:off x="6886975" y="23418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0" name="pt31760"/>
            <p:cNvSpPr/>
            <p:nvPr/>
          </p:nvSpPr>
          <p:spPr>
            <a:xfrm>
              <a:off x="6875085" y="21209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1" name="pt31761"/>
            <p:cNvSpPr/>
            <p:nvPr/>
          </p:nvSpPr>
          <p:spPr>
            <a:xfrm>
              <a:off x="7140591" y="22432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2" name="pt31762"/>
            <p:cNvSpPr/>
            <p:nvPr/>
          </p:nvSpPr>
          <p:spPr>
            <a:xfrm>
              <a:off x="7144051" y="19522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3" name="pt31763"/>
            <p:cNvSpPr/>
            <p:nvPr/>
          </p:nvSpPr>
          <p:spPr>
            <a:xfrm>
              <a:off x="7174041" y="20588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4" name="pt31764"/>
            <p:cNvSpPr/>
            <p:nvPr/>
          </p:nvSpPr>
          <p:spPr>
            <a:xfrm>
              <a:off x="7236076" y="20242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5" name="pt31765"/>
            <p:cNvSpPr/>
            <p:nvPr/>
          </p:nvSpPr>
          <p:spPr>
            <a:xfrm>
              <a:off x="6910434" y="21943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6" name="pt31766"/>
            <p:cNvSpPr/>
            <p:nvPr/>
          </p:nvSpPr>
          <p:spPr>
            <a:xfrm>
              <a:off x="7202294" y="20579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7" name="pt31767"/>
            <p:cNvSpPr/>
            <p:nvPr/>
          </p:nvSpPr>
          <p:spPr>
            <a:xfrm>
              <a:off x="6920839" y="22045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8" name="pt31768"/>
            <p:cNvSpPr/>
            <p:nvPr/>
          </p:nvSpPr>
          <p:spPr>
            <a:xfrm>
              <a:off x="6955406" y="20680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9" name="pt31769"/>
            <p:cNvSpPr/>
            <p:nvPr/>
          </p:nvSpPr>
          <p:spPr>
            <a:xfrm>
              <a:off x="7084507" y="22473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0" name="pt31770"/>
            <p:cNvSpPr/>
            <p:nvPr/>
          </p:nvSpPr>
          <p:spPr>
            <a:xfrm>
              <a:off x="7167071" y="21458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1" name="pt31771"/>
            <p:cNvSpPr/>
            <p:nvPr/>
          </p:nvSpPr>
          <p:spPr>
            <a:xfrm>
              <a:off x="6993238" y="18548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2" name="pt31772"/>
            <p:cNvSpPr/>
            <p:nvPr/>
          </p:nvSpPr>
          <p:spPr>
            <a:xfrm>
              <a:off x="6999641" y="18764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3" name="pt31773"/>
            <p:cNvSpPr/>
            <p:nvPr/>
          </p:nvSpPr>
          <p:spPr>
            <a:xfrm>
              <a:off x="7332448" y="20696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4" name="pt31774"/>
            <p:cNvSpPr/>
            <p:nvPr/>
          </p:nvSpPr>
          <p:spPr>
            <a:xfrm>
              <a:off x="7104617" y="21806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5" name="pt31775"/>
            <p:cNvSpPr/>
            <p:nvPr/>
          </p:nvSpPr>
          <p:spPr>
            <a:xfrm>
              <a:off x="6777608" y="2464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6" name="pt31776"/>
            <p:cNvSpPr/>
            <p:nvPr/>
          </p:nvSpPr>
          <p:spPr>
            <a:xfrm>
              <a:off x="6927882" y="19779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7" name="pt31777"/>
            <p:cNvSpPr/>
            <p:nvPr/>
          </p:nvSpPr>
          <p:spPr>
            <a:xfrm>
              <a:off x="7157101" y="20823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8" name="pt31778"/>
            <p:cNvSpPr/>
            <p:nvPr/>
          </p:nvSpPr>
          <p:spPr>
            <a:xfrm>
              <a:off x="7049160" y="17670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9" name="pt31779"/>
            <p:cNvSpPr/>
            <p:nvPr/>
          </p:nvSpPr>
          <p:spPr>
            <a:xfrm>
              <a:off x="7076181" y="2194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0" name="pt31780"/>
            <p:cNvSpPr/>
            <p:nvPr/>
          </p:nvSpPr>
          <p:spPr>
            <a:xfrm>
              <a:off x="7066375" y="21233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1" name="pt31781"/>
            <p:cNvSpPr/>
            <p:nvPr/>
          </p:nvSpPr>
          <p:spPr>
            <a:xfrm>
              <a:off x="7200782" y="20824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2" name="pt31782"/>
            <p:cNvSpPr/>
            <p:nvPr/>
          </p:nvSpPr>
          <p:spPr>
            <a:xfrm>
              <a:off x="7249958" y="18944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3" name="pt31783"/>
            <p:cNvSpPr/>
            <p:nvPr/>
          </p:nvSpPr>
          <p:spPr>
            <a:xfrm>
              <a:off x="7081844" y="2226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4" name="pt31784"/>
            <p:cNvSpPr/>
            <p:nvPr/>
          </p:nvSpPr>
          <p:spPr>
            <a:xfrm>
              <a:off x="7027742" y="22522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5" name="pt31785"/>
            <p:cNvSpPr/>
            <p:nvPr/>
          </p:nvSpPr>
          <p:spPr>
            <a:xfrm>
              <a:off x="6932449" y="21181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6" name="pt31786"/>
            <p:cNvSpPr/>
            <p:nvPr/>
          </p:nvSpPr>
          <p:spPr>
            <a:xfrm>
              <a:off x="7130143" y="23480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7" name="pt31787"/>
            <p:cNvSpPr/>
            <p:nvPr/>
          </p:nvSpPr>
          <p:spPr>
            <a:xfrm>
              <a:off x="6939728" y="20785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8" name="pt31788"/>
            <p:cNvSpPr/>
            <p:nvPr/>
          </p:nvSpPr>
          <p:spPr>
            <a:xfrm>
              <a:off x="7336046" y="21910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9" name="pt31789"/>
            <p:cNvSpPr/>
            <p:nvPr/>
          </p:nvSpPr>
          <p:spPr>
            <a:xfrm>
              <a:off x="7257199" y="18967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0" name="pt31790"/>
            <p:cNvSpPr/>
            <p:nvPr/>
          </p:nvSpPr>
          <p:spPr>
            <a:xfrm>
              <a:off x="6996246" y="17799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1" name="pt31791"/>
            <p:cNvSpPr/>
            <p:nvPr/>
          </p:nvSpPr>
          <p:spPr>
            <a:xfrm>
              <a:off x="6884328" y="16277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2" name="pt31792"/>
            <p:cNvSpPr/>
            <p:nvPr/>
          </p:nvSpPr>
          <p:spPr>
            <a:xfrm>
              <a:off x="7203325" y="2148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3" name="pt31793"/>
            <p:cNvSpPr/>
            <p:nvPr/>
          </p:nvSpPr>
          <p:spPr>
            <a:xfrm>
              <a:off x="6820317" y="20283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4" name="pt31794"/>
            <p:cNvSpPr/>
            <p:nvPr/>
          </p:nvSpPr>
          <p:spPr>
            <a:xfrm>
              <a:off x="7363375" y="23672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5" name="pt31795"/>
            <p:cNvSpPr/>
            <p:nvPr/>
          </p:nvSpPr>
          <p:spPr>
            <a:xfrm>
              <a:off x="7283667" y="20358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6" name="pt31796"/>
            <p:cNvSpPr/>
            <p:nvPr/>
          </p:nvSpPr>
          <p:spPr>
            <a:xfrm>
              <a:off x="6917200" y="23867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7" name="pt31797"/>
            <p:cNvSpPr/>
            <p:nvPr/>
          </p:nvSpPr>
          <p:spPr>
            <a:xfrm>
              <a:off x="7135211" y="23933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8" name="pt31798"/>
            <p:cNvSpPr/>
            <p:nvPr/>
          </p:nvSpPr>
          <p:spPr>
            <a:xfrm>
              <a:off x="7224953" y="21916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9" name="pt31799"/>
            <p:cNvSpPr/>
            <p:nvPr/>
          </p:nvSpPr>
          <p:spPr>
            <a:xfrm>
              <a:off x="7165959" y="21238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0" name="pt31800"/>
            <p:cNvSpPr/>
            <p:nvPr/>
          </p:nvSpPr>
          <p:spPr>
            <a:xfrm>
              <a:off x="6890660" y="16913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1" name="pt31801"/>
            <p:cNvSpPr/>
            <p:nvPr/>
          </p:nvSpPr>
          <p:spPr>
            <a:xfrm>
              <a:off x="7159839" y="20409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2" name="pt31802"/>
            <p:cNvSpPr/>
            <p:nvPr/>
          </p:nvSpPr>
          <p:spPr>
            <a:xfrm>
              <a:off x="7008946" y="19037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3" name="pt31803"/>
            <p:cNvSpPr/>
            <p:nvPr/>
          </p:nvSpPr>
          <p:spPr>
            <a:xfrm>
              <a:off x="7117066" y="21103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4" name="pt31804"/>
            <p:cNvSpPr/>
            <p:nvPr/>
          </p:nvSpPr>
          <p:spPr>
            <a:xfrm>
              <a:off x="7041674" y="22366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5" name="pt31805"/>
            <p:cNvSpPr/>
            <p:nvPr/>
          </p:nvSpPr>
          <p:spPr>
            <a:xfrm>
              <a:off x="7090865" y="22704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6" name="pt31806"/>
            <p:cNvSpPr/>
            <p:nvPr/>
          </p:nvSpPr>
          <p:spPr>
            <a:xfrm>
              <a:off x="6896048" y="18607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7" name="pt31807"/>
            <p:cNvSpPr/>
            <p:nvPr/>
          </p:nvSpPr>
          <p:spPr>
            <a:xfrm>
              <a:off x="7114535" y="21819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8" name="pt31808"/>
            <p:cNvSpPr/>
            <p:nvPr/>
          </p:nvSpPr>
          <p:spPr>
            <a:xfrm>
              <a:off x="7115888" y="22034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9" name="pt31809"/>
            <p:cNvSpPr/>
            <p:nvPr/>
          </p:nvSpPr>
          <p:spPr>
            <a:xfrm>
              <a:off x="7194599" y="2241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0" name="pt31810"/>
            <p:cNvSpPr/>
            <p:nvPr/>
          </p:nvSpPr>
          <p:spPr>
            <a:xfrm>
              <a:off x="7124915" y="22763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1" name="pt31811"/>
            <p:cNvSpPr/>
            <p:nvPr/>
          </p:nvSpPr>
          <p:spPr>
            <a:xfrm>
              <a:off x="7028563" y="22308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2" name="pt31812"/>
            <p:cNvSpPr/>
            <p:nvPr/>
          </p:nvSpPr>
          <p:spPr>
            <a:xfrm>
              <a:off x="7353961" y="20986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3" name="pt31813"/>
            <p:cNvSpPr/>
            <p:nvPr/>
          </p:nvSpPr>
          <p:spPr>
            <a:xfrm>
              <a:off x="7206829" y="21163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4" name="pt31814"/>
            <p:cNvSpPr/>
            <p:nvPr/>
          </p:nvSpPr>
          <p:spPr>
            <a:xfrm>
              <a:off x="7084285" y="20990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5" name="pt31815"/>
            <p:cNvSpPr/>
            <p:nvPr/>
          </p:nvSpPr>
          <p:spPr>
            <a:xfrm>
              <a:off x="7129408" y="23771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6" name="pt31816"/>
            <p:cNvSpPr/>
            <p:nvPr/>
          </p:nvSpPr>
          <p:spPr>
            <a:xfrm>
              <a:off x="6926882" y="19455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7" name="pt31817"/>
            <p:cNvSpPr/>
            <p:nvPr/>
          </p:nvSpPr>
          <p:spPr>
            <a:xfrm>
              <a:off x="7020663" y="20949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8" name="pt31818"/>
            <p:cNvSpPr/>
            <p:nvPr/>
          </p:nvSpPr>
          <p:spPr>
            <a:xfrm>
              <a:off x="7035127" y="21971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9" name="pt31819"/>
            <p:cNvSpPr/>
            <p:nvPr/>
          </p:nvSpPr>
          <p:spPr>
            <a:xfrm>
              <a:off x="7286451" y="18506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0" name="pt31820"/>
            <p:cNvSpPr/>
            <p:nvPr/>
          </p:nvSpPr>
          <p:spPr>
            <a:xfrm>
              <a:off x="7080247" y="22947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1" name="pt31821"/>
            <p:cNvSpPr/>
            <p:nvPr/>
          </p:nvSpPr>
          <p:spPr>
            <a:xfrm>
              <a:off x="7091158" y="22192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2" name="pt31822"/>
            <p:cNvSpPr/>
            <p:nvPr/>
          </p:nvSpPr>
          <p:spPr>
            <a:xfrm>
              <a:off x="7119585" y="21188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3" name="pt31823"/>
            <p:cNvSpPr/>
            <p:nvPr/>
          </p:nvSpPr>
          <p:spPr>
            <a:xfrm>
              <a:off x="7259504" y="18207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4" name="pt31824"/>
            <p:cNvSpPr/>
            <p:nvPr/>
          </p:nvSpPr>
          <p:spPr>
            <a:xfrm>
              <a:off x="7057520" y="22752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5" name="pt31825"/>
            <p:cNvSpPr/>
            <p:nvPr/>
          </p:nvSpPr>
          <p:spPr>
            <a:xfrm>
              <a:off x="7094316" y="21870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6" name="pt31826"/>
            <p:cNvSpPr/>
            <p:nvPr/>
          </p:nvSpPr>
          <p:spPr>
            <a:xfrm>
              <a:off x="7319527" y="20214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7" name="pt31827"/>
            <p:cNvSpPr/>
            <p:nvPr/>
          </p:nvSpPr>
          <p:spPr>
            <a:xfrm>
              <a:off x="7499983" y="26206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8" name="pt31828"/>
            <p:cNvSpPr/>
            <p:nvPr/>
          </p:nvSpPr>
          <p:spPr>
            <a:xfrm>
              <a:off x="7099455" y="21065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9" name="pt31829"/>
            <p:cNvSpPr/>
            <p:nvPr/>
          </p:nvSpPr>
          <p:spPr>
            <a:xfrm>
              <a:off x="6955909" y="20120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0" name="pt31830"/>
            <p:cNvSpPr/>
            <p:nvPr/>
          </p:nvSpPr>
          <p:spPr>
            <a:xfrm>
              <a:off x="6722827" y="20532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1" name="pt31831"/>
            <p:cNvSpPr/>
            <p:nvPr/>
          </p:nvSpPr>
          <p:spPr>
            <a:xfrm>
              <a:off x="7135687" y="24048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2" name="pt31832"/>
            <p:cNvSpPr/>
            <p:nvPr/>
          </p:nvSpPr>
          <p:spPr>
            <a:xfrm>
              <a:off x="7238986" y="20255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3" name="pt31833"/>
            <p:cNvSpPr/>
            <p:nvPr/>
          </p:nvSpPr>
          <p:spPr>
            <a:xfrm>
              <a:off x="7012374" y="19282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4" name="pt31834"/>
            <p:cNvSpPr/>
            <p:nvPr/>
          </p:nvSpPr>
          <p:spPr>
            <a:xfrm>
              <a:off x="7249600" y="20300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5" name="pt31835"/>
            <p:cNvSpPr/>
            <p:nvPr/>
          </p:nvSpPr>
          <p:spPr>
            <a:xfrm>
              <a:off x="7118184" y="21860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6" name="pt31836"/>
            <p:cNvSpPr/>
            <p:nvPr/>
          </p:nvSpPr>
          <p:spPr>
            <a:xfrm>
              <a:off x="7162689" y="2157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7" name="pt31837"/>
            <p:cNvSpPr/>
            <p:nvPr/>
          </p:nvSpPr>
          <p:spPr>
            <a:xfrm>
              <a:off x="6769233" y="27181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8" name="pt31838"/>
            <p:cNvSpPr/>
            <p:nvPr/>
          </p:nvSpPr>
          <p:spPr>
            <a:xfrm>
              <a:off x="7253771" y="19762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9" name="pt31839"/>
            <p:cNvSpPr/>
            <p:nvPr/>
          </p:nvSpPr>
          <p:spPr>
            <a:xfrm>
              <a:off x="7111390" y="21919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0" name="pt31840"/>
            <p:cNvSpPr/>
            <p:nvPr/>
          </p:nvSpPr>
          <p:spPr>
            <a:xfrm>
              <a:off x="7144037" y="21255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1" name="pt31841"/>
            <p:cNvSpPr/>
            <p:nvPr/>
          </p:nvSpPr>
          <p:spPr>
            <a:xfrm>
              <a:off x="7035617" y="23483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2" name="pt31842"/>
            <p:cNvSpPr/>
            <p:nvPr/>
          </p:nvSpPr>
          <p:spPr>
            <a:xfrm>
              <a:off x="7136141" y="24563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3" name="pt31843"/>
            <p:cNvSpPr/>
            <p:nvPr/>
          </p:nvSpPr>
          <p:spPr>
            <a:xfrm>
              <a:off x="7375120" y="22225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4" name="pt31844"/>
            <p:cNvSpPr/>
            <p:nvPr/>
          </p:nvSpPr>
          <p:spPr>
            <a:xfrm>
              <a:off x="7311480" y="1996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5" name="pt31845"/>
            <p:cNvSpPr/>
            <p:nvPr/>
          </p:nvSpPr>
          <p:spPr>
            <a:xfrm>
              <a:off x="7211549" y="22594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6" name="pt31846"/>
            <p:cNvSpPr/>
            <p:nvPr/>
          </p:nvSpPr>
          <p:spPr>
            <a:xfrm>
              <a:off x="7033310" y="22615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7" name="pt31847"/>
            <p:cNvSpPr/>
            <p:nvPr/>
          </p:nvSpPr>
          <p:spPr>
            <a:xfrm>
              <a:off x="7144370" y="20151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8" name="pt31848"/>
            <p:cNvSpPr/>
            <p:nvPr/>
          </p:nvSpPr>
          <p:spPr>
            <a:xfrm>
              <a:off x="7200380" y="23403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9" name="pt31849"/>
            <p:cNvSpPr/>
            <p:nvPr/>
          </p:nvSpPr>
          <p:spPr>
            <a:xfrm>
              <a:off x="7343455" y="2360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0" name="pt31850"/>
            <p:cNvSpPr/>
            <p:nvPr/>
          </p:nvSpPr>
          <p:spPr>
            <a:xfrm>
              <a:off x="6872339" y="18791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1" name="pt31851"/>
            <p:cNvSpPr/>
            <p:nvPr/>
          </p:nvSpPr>
          <p:spPr>
            <a:xfrm>
              <a:off x="7033569" y="23405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2" name="pt31852"/>
            <p:cNvSpPr/>
            <p:nvPr/>
          </p:nvSpPr>
          <p:spPr>
            <a:xfrm>
              <a:off x="7134677" y="22812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3" name="pt31853"/>
            <p:cNvSpPr/>
            <p:nvPr/>
          </p:nvSpPr>
          <p:spPr>
            <a:xfrm>
              <a:off x="7261776" y="18937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4" name="pt31854"/>
            <p:cNvSpPr/>
            <p:nvPr/>
          </p:nvSpPr>
          <p:spPr>
            <a:xfrm>
              <a:off x="7184945" y="20623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5" name="pt31855"/>
            <p:cNvSpPr/>
            <p:nvPr/>
          </p:nvSpPr>
          <p:spPr>
            <a:xfrm>
              <a:off x="6909601" y="22500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6" name="pt31856"/>
            <p:cNvSpPr/>
            <p:nvPr/>
          </p:nvSpPr>
          <p:spPr>
            <a:xfrm>
              <a:off x="7093024" y="21811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7" name="pt31857"/>
            <p:cNvSpPr/>
            <p:nvPr/>
          </p:nvSpPr>
          <p:spPr>
            <a:xfrm>
              <a:off x="6817721" y="20457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8" name="pt31858"/>
            <p:cNvSpPr/>
            <p:nvPr/>
          </p:nvSpPr>
          <p:spPr>
            <a:xfrm>
              <a:off x="7011085" y="18952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9" name="pt31859"/>
            <p:cNvSpPr/>
            <p:nvPr/>
          </p:nvSpPr>
          <p:spPr>
            <a:xfrm>
              <a:off x="7120682" y="21520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0" name="pt31860"/>
            <p:cNvSpPr/>
            <p:nvPr/>
          </p:nvSpPr>
          <p:spPr>
            <a:xfrm>
              <a:off x="7193582" y="22475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1" name="pt31861"/>
            <p:cNvSpPr/>
            <p:nvPr/>
          </p:nvSpPr>
          <p:spPr>
            <a:xfrm>
              <a:off x="6914640" y="21986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2" name="pt31862"/>
            <p:cNvSpPr/>
            <p:nvPr/>
          </p:nvSpPr>
          <p:spPr>
            <a:xfrm>
              <a:off x="7118737" y="22455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3" name="pt31863"/>
            <p:cNvSpPr/>
            <p:nvPr/>
          </p:nvSpPr>
          <p:spPr>
            <a:xfrm>
              <a:off x="7039119" y="24449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4" name="pt31864"/>
            <p:cNvSpPr/>
            <p:nvPr/>
          </p:nvSpPr>
          <p:spPr>
            <a:xfrm>
              <a:off x="7212338" y="22846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5" name="pt31865"/>
            <p:cNvSpPr/>
            <p:nvPr/>
          </p:nvSpPr>
          <p:spPr>
            <a:xfrm>
              <a:off x="7147538" y="20274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6" name="pt31866"/>
            <p:cNvSpPr/>
            <p:nvPr/>
          </p:nvSpPr>
          <p:spPr>
            <a:xfrm>
              <a:off x="7086883" y="21021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7" name="pt31867"/>
            <p:cNvSpPr/>
            <p:nvPr/>
          </p:nvSpPr>
          <p:spPr>
            <a:xfrm>
              <a:off x="7171455" y="21523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8" name="pt31868"/>
            <p:cNvSpPr/>
            <p:nvPr/>
          </p:nvSpPr>
          <p:spPr>
            <a:xfrm>
              <a:off x="7143056" y="21200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9" name="pt31869"/>
            <p:cNvSpPr/>
            <p:nvPr/>
          </p:nvSpPr>
          <p:spPr>
            <a:xfrm>
              <a:off x="7227951" y="2159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0" name="pt31870"/>
            <p:cNvSpPr/>
            <p:nvPr/>
          </p:nvSpPr>
          <p:spPr>
            <a:xfrm>
              <a:off x="7051044" y="18434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1" name="pt31871"/>
            <p:cNvSpPr/>
            <p:nvPr/>
          </p:nvSpPr>
          <p:spPr>
            <a:xfrm>
              <a:off x="7421231" y="29466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2" name="pt31872"/>
            <p:cNvSpPr/>
            <p:nvPr/>
          </p:nvSpPr>
          <p:spPr>
            <a:xfrm>
              <a:off x="7293228" y="20596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3" name="pt31873"/>
            <p:cNvSpPr/>
            <p:nvPr/>
          </p:nvSpPr>
          <p:spPr>
            <a:xfrm>
              <a:off x="7095908" y="22197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4" name="pt31874"/>
            <p:cNvSpPr/>
            <p:nvPr/>
          </p:nvSpPr>
          <p:spPr>
            <a:xfrm>
              <a:off x="7090528" y="22360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5" name="pt31875"/>
            <p:cNvSpPr/>
            <p:nvPr/>
          </p:nvSpPr>
          <p:spPr>
            <a:xfrm>
              <a:off x="7266178" y="19183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6" name="pt31876"/>
            <p:cNvSpPr/>
            <p:nvPr/>
          </p:nvSpPr>
          <p:spPr>
            <a:xfrm>
              <a:off x="7485086" y="21035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7" name="pt31877"/>
            <p:cNvSpPr/>
            <p:nvPr/>
          </p:nvSpPr>
          <p:spPr>
            <a:xfrm>
              <a:off x="7289158" y="21303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8" name="pt31878"/>
            <p:cNvSpPr/>
            <p:nvPr/>
          </p:nvSpPr>
          <p:spPr>
            <a:xfrm>
              <a:off x="7116634" y="22186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9" name="pt31879"/>
            <p:cNvSpPr/>
            <p:nvPr/>
          </p:nvSpPr>
          <p:spPr>
            <a:xfrm>
              <a:off x="7234822" y="19959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0" name="pt31880"/>
            <p:cNvSpPr/>
            <p:nvPr/>
          </p:nvSpPr>
          <p:spPr>
            <a:xfrm>
              <a:off x="7065831" y="2136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1" name="pt31881"/>
            <p:cNvSpPr/>
            <p:nvPr/>
          </p:nvSpPr>
          <p:spPr>
            <a:xfrm>
              <a:off x="7342446" y="25001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2" name="pt31882"/>
            <p:cNvSpPr/>
            <p:nvPr/>
          </p:nvSpPr>
          <p:spPr>
            <a:xfrm>
              <a:off x="6939922" y="21584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3" name="pt31883"/>
            <p:cNvSpPr/>
            <p:nvPr/>
          </p:nvSpPr>
          <p:spPr>
            <a:xfrm>
              <a:off x="7086510" y="22187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4" name="pt31884"/>
            <p:cNvSpPr/>
            <p:nvPr/>
          </p:nvSpPr>
          <p:spPr>
            <a:xfrm>
              <a:off x="6970377" y="20431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5" name="pt31885"/>
            <p:cNvSpPr/>
            <p:nvPr/>
          </p:nvSpPr>
          <p:spPr>
            <a:xfrm>
              <a:off x="7054819" y="1995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6" name="pt31886"/>
            <p:cNvSpPr/>
            <p:nvPr/>
          </p:nvSpPr>
          <p:spPr>
            <a:xfrm>
              <a:off x="7054959" y="21637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7" name="pt31887"/>
            <p:cNvSpPr/>
            <p:nvPr/>
          </p:nvSpPr>
          <p:spPr>
            <a:xfrm>
              <a:off x="6988668" y="19668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8" name="pt31888"/>
            <p:cNvSpPr/>
            <p:nvPr/>
          </p:nvSpPr>
          <p:spPr>
            <a:xfrm>
              <a:off x="7258683" y="21258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9" name="pt31889"/>
            <p:cNvSpPr/>
            <p:nvPr/>
          </p:nvSpPr>
          <p:spPr>
            <a:xfrm>
              <a:off x="7535209" y="23505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0" name="pt31890"/>
            <p:cNvSpPr/>
            <p:nvPr/>
          </p:nvSpPr>
          <p:spPr>
            <a:xfrm>
              <a:off x="6993965" y="19921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1" name="pt31891"/>
            <p:cNvSpPr/>
            <p:nvPr/>
          </p:nvSpPr>
          <p:spPr>
            <a:xfrm>
              <a:off x="7019525" y="21313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2" name="pt31892"/>
            <p:cNvSpPr/>
            <p:nvPr/>
          </p:nvSpPr>
          <p:spPr>
            <a:xfrm>
              <a:off x="7136115" y="23618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3" name="pt31893"/>
            <p:cNvSpPr/>
            <p:nvPr/>
          </p:nvSpPr>
          <p:spPr>
            <a:xfrm>
              <a:off x="6987150" y="20280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4" name="pt31894"/>
            <p:cNvSpPr/>
            <p:nvPr/>
          </p:nvSpPr>
          <p:spPr>
            <a:xfrm>
              <a:off x="7198320" y="22514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5" name="pt31895"/>
            <p:cNvSpPr/>
            <p:nvPr/>
          </p:nvSpPr>
          <p:spPr>
            <a:xfrm>
              <a:off x="7143869" y="21189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6" name="pt31896"/>
            <p:cNvSpPr/>
            <p:nvPr/>
          </p:nvSpPr>
          <p:spPr>
            <a:xfrm>
              <a:off x="7092626" y="21627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7" name="pt31897"/>
            <p:cNvSpPr/>
            <p:nvPr/>
          </p:nvSpPr>
          <p:spPr>
            <a:xfrm>
              <a:off x="7640952" y="23040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8" name="pt31898"/>
            <p:cNvSpPr/>
            <p:nvPr/>
          </p:nvSpPr>
          <p:spPr>
            <a:xfrm>
              <a:off x="7187316" y="20637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9" name="pt31899"/>
            <p:cNvSpPr/>
            <p:nvPr/>
          </p:nvSpPr>
          <p:spPr>
            <a:xfrm>
              <a:off x="7036735" y="24063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0" name="pt31900"/>
            <p:cNvSpPr/>
            <p:nvPr/>
          </p:nvSpPr>
          <p:spPr>
            <a:xfrm>
              <a:off x="7158066" y="19788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1" name="pt31901"/>
            <p:cNvSpPr/>
            <p:nvPr/>
          </p:nvSpPr>
          <p:spPr>
            <a:xfrm>
              <a:off x="7299930" y="19364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2" name="pt31902"/>
            <p:cNvSpPr/>
            <p:nvPr/>
          </p:nvSpPr>
          <p:spPr>
            <a:xfrm>
              <a:off x="7300265" y="20037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3" name="pt31903"/>
            <p:cNvSpPr/>
            <p:nvPr/>
          </p:nvSpPr>
          <p:spPr>
            <a:xfrm>
              <a:off x="7427215" y="29492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4" name="pt31904"/>
            <p:cNvSpPr/>
            <p:nvPr/>
          </p:nvSpPr>
          <p:spPr>
            <a:xfrm>
              <a:off x="6721298" y="23379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5" name="pt31905"/>
            <p:cNvSpPr/>
            <p:nvPr/>
          </p:nvSpPr>
          <p:spPr>
            <a:xfrm>
              <a:off x="7068816" y="20986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6" name="pt31906"/>
            <p:cNvSpPr/>
            <p:nvPr/>
          </p:nvSpPr>
          <p:spPr>
            <a:xfrm>
              <a:off x="7213816" y="22385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7" name="pt31907"/>
            <p:cNvSpPr/>
            <p:nvPr/>
          </p:nvSpPr>
          <p:spPr>
            <a:xfrm>
              <a:off x="7078162" y="21357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8" name="pt31908"/>
            <p:cNvSpPr/>
            <p:nvPr/>
          </p:nvSpPr>
          <p:spPr>
            <a:xfrm>
              <a:off x="7202899" y="21142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9" name="pt31909"/>
            <p:cNvSpPr/>
            <p:nvPr/>
          </p:nvSpPr>
          <p:spPr>
            <a:xfrm>
              <a:off x="7149975" y="21011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0" name="pt31910"/>
            <p:cNvSpPr/>
            <p:nvPr/>
          </p:nvSpPr>
          <p:spPr>
            <a:xfrm>
              <a:off x="7472524" y="23856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1" name="pt31911"/>
            <p:cNvSpPr/>
            <p:nvPr/>
          </p:nvSpPr>
          <p:spPr>
            <a:xfrm>
              <a:off x="6968334" y="2138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2" name="pt31912"/>
            <p:cNvSpPr/>
            <p:nvPr/>
          </p:nvSpPr>
          <p:spPr>
            <a:xfrm>
              <a:off x="7229216" y="2107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3" name="pt31913"/>
            <p:cNvSpPr/>
            <p:nvPr/>
          </p:nvSpPr>
          <p:spPr>
            <a:xfrm>
              <a:off x="7418743" y="28103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4" name="pt31914"/>
            <p:cNvSpPr/>
            <p:nvPr/>
          </p:nvSpPr>
          <p:spPr>
            <a:xfrm>
              <a:off x="6963934" y="20564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5" name="pt31915"/>
            <p:cNvSpPr/>
            <p:nvPr/>
          </p:nvSpPr>
          <p:spPr>
            <a:xfrm>
              <a:off x="7157778" y="20146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6" name="pt31916"/>
            <p:cNvSpPr/>
            <p:nvPr/>
          </p:nvSpPr>
          <p:spPr>
            <a:xfrm>
              <a:off x="6908847" y="21123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7" name="pt31917"/>
            <p:cNvSpPr/>
            <p:nvPr/>
          </p:nvSpPr>
          <p:spPr>
            <a:xfrm>
              <a:off x="7220283" y="18505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8" name="pt31918"/>
            <p:cNvSpPr/>
            <p:nvPr/>
          </p:nvSpPr>
          <p:spPr>
            <a:xfrm>
              <a:off x="7391478" y="2549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9" name="pt31919"/>
            <p:cNvSpPr/>
            <p:nvPr/>
          </p:nvSpPr>
          <p:spPr>
            <a:xfrm>
              <a:off x="6695730" y="16143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0" name="pt31920"/>
            <p:cNvSpPr/>
            <p:nvPr/>
          </p:nvSpPr>
          <p:spPr>
            <a:xfrm>
              <a:off x="7185905" y="21648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1" name="pt31921"/>
            <p:cNvSpPr/>
            <p:nvPr/>
          </p:nvSpPr>
          <p:spPr>
            <a:xfrm>
              <a:off x="7185604" y="21018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2" name="pt31922"/>
            <p:cNvSpPr/>
            <p:nvPr/>
          </p:nvSpPr>
          <p:spPr>
            <a:xfrm>
              <a:off x="7219104" y="20573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3" name="pt31923"/>
            <p:cNvSpPr/>
            <p:nvPr/>
          </p:nvSpPr>
          <p:spPr>
            <a:xfrm>
              <a:off x="7020324" y="20212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4" name="pt31924"/>
            <p:cNvSpPr/>
            <p:nvPr/>
          </p:nvSpPr>
          <p:spPr>
            <a:xfrm>
              <a:off x="7227114" y="22270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5" name="pt31925"/>
            <p:cNvSpPr/>
            <p:nvPr/>
          </p:nvSpPr>
          <p:spPr>
            <a:xfrm>
              <a:off x="7120130" y="21279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6" name="pt31926"/>
            <p:cNvSpPr/>
            <p:nvPr/>
          </p:nvSpPr>
          <p:spPr>
            <a:xfrm>
              <a:off x="7473570" y="24580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7" name="pt31927"/>
            <p:cNvSpPr/>
            <p:nvPr/>
          </p:nvSpPr>
          <p:spPr>
            <a:xfrm>
              <a:off x="7052934" y="20715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8" name="pt31928"/>
            <p:cNvSpPr/>
            <p:nvPr/>
          </p:nvSpPr>
          <p:spPr>
            <a:xfrm>
              <a:off x="7351340" y="26344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9" name="pt31929"/>
            <p:cNvSpPr/>
            <p:nvPr/>
          </p:nvSpPr>
          <p:spPr>
            <a:xfrm>
              <a:off x="7132713" y="22455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0" name="pt31930"/>
            <p:cNvSpPr/>
            <p:nvPr/>
          </p:nvSpPr>
          <p:spPr>
            <a:xfrm>
              <a:off x="7126086" y="22246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1" name="pt31931"/>
            <p:cNvSpPr/>
            <p:nvPr/>
          </p:nvSpPr>
          <p:spPr>
            <a:xfrm>
              <a:off x="7108928" y="21289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2" name="pt31932"/>
            <p:cNvSpPr/>
            <p:nvPr/>
          </p:nvSpPr>
          <p:spPr>
            <a:xfrm>
              <a:off x="6886520" y="20636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3" name="pt31933"/>
            <p:cNvSpPr/>
            <p:nvPr/>
          </p:nvSpPr>
          <p:spPr>
            <a:xfrm>
              <a:off x="6895495" y="18958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4" name="pt31934"/>
            <p:cNvSpPr/>
            <p:nvPr/>
          </p:nvSpPr>
          <p:spPr>
            <a:xfrm>
              <a:off x="7164641" y="21181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5" name="pt31935"/>
            <p:cNvSpPr/>
            <p:nvPr/>
          </p:nvSpPr>
          <p:spPr>
            <a:xfrm>
              <a:off x="7410227" y="23779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6" name="pt31936"/>
            <p:cNvSpPr/>
            <p:nvPr/>
          </p:nvSpPr>
          <p:spPr>
            <a:xfrm>
              <a:off x="7183534" y="19329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7" name="pt31937"/>
            <p:cNvSpPr/>
            <p:nvPr/>
          </p:nvSpPr>
          <p:spPr>
            <a:xfrm>
              <a:off x="7168491" y="21259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8" name="pt31938"/>
            <p:cNvSpPr/>
            <p:nvPr/>
          </p:nvSpPr>
          <p:spPr>
            <a:xfrm>
              <a:off x="7305094" y="20709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9" name="pt31939"/>
            <p:cNvSpPr/>
            <p:nvPr/>
          </p:nvSpPr>
          <p:spPr>
            <a:xfrm>
              <a:off x="7015331" y="18412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0" name="pt31940"/>
            <p:cNvSpPr/>
            <p:nvPr/>
          </p:nvSpPr>
          <p:spPr>
            <a:xfrm>
              <a:off x="7051381" y="20022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1" name="pt31941"/>
            <p:cNvSpPr/>
            <p:nvPr/>
          </p:nvSpPr>
          <p:spPr>
            <a:xfrm>
              <a:off x="7262745" y="20221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2" name="pt31942"/>
            <p:cNvSpPr/>
            <p:nvPr/>
          </p:nvSpPr>
          <p:spPr>
            <a:xfrm>
              <a:off x="7067079" y="18730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3" name="pt31943"/>
            <p:cNvSpPr/>
            <p:nvPr/>
          </p:nvSpPr>
          <p:spPr>
            <a:xfrm>
              <a:off x="7101627" y="21315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4" name="pt31944"/>
            <p:cNvSpPr/>
            <p:nvPr/>
          </p:nvSpPr>
          <p:spPr>
            <a:xfrm>
              <a:off x="7048679" y="18793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5" name="pt31945"/>
            <p:cNvSpPr/>
            <p:nvPr/>
          </p:nvSpPr>
          <p:spPr>
            <a:xfrm>
              <a:off x="7170045" y="21428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6" name="pt31946"/>
            <p:cNvSpPr/>
            <p:nvPr/>
          </p:nvSpPr>
          <p:spPr>
            <a:xfrm>
              <a:off x="7077284" y="22155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7" name="pt31947"/>
            <p:cNvSpPr/>
            <p:nvPr/>
          </p:nvSpPr>
          <p:spPr>
            <a:xfrm>
              <a:off x="7207469" y="20224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8" name="pt31948"/>
            <p:cNvSpPr/>
            <p:nvPr/>
          </p:nvSpPr>
          <p:spPr>
            <a:xfrm>
              <a:off x="7126077" y="22358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9" name="pt31949"/>
            <p:cNvSpPr/>
            <p:nvPr/>
          </p:nvSpPr>
          <p:spPr>
            <a:xfrm>
              <a:off x="6974719" y="20506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0" name="pt31950"/>
            <p:cNvSpPr/>
            <p:nvPr/>
          </p:nvSpPr>
          <p:spPr>
            <a:xfrm>
              <a:off x="7100357" y="21871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1" name="pt31951"/>
            <p:cNvSpPr/>
            <p:nvPr/>
          </p:nvSpPr>
          <p:spPr>
            <a:xfrm>
              <a:off x="7265412" y="20692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2" name="pt31952"/>
            <p:cNvSpPr/>
            <p:nvPr/>
          </p:nvSpPr>
          <p:spPr>
            <a:xfrm>
              <a:off x="6923235" y="21950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3" name="pt31953"/>
            <p:cNvSpPr/>
            <p:nvPr/>
          </p:nvSpPr>
          <p:spPr>
            <a:xfrm>
              <a:off x="7139987" y="21665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4" name="pt31954"/>
            <p:cNvSpPr/>
            <p:nvPr/>
          </p:nvSpPr>
          <p:spPr>
            <a:xfrm>
              <a:off x="7075920" y="21154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5" name="pt31955"/>
            <p:cNvSpPr/>
            <p:nvPr/>
          </p:nvSpPr>
          <p:spPr>
            <a:xfrm>
              <a:off x="6973902" y="20258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6" name="pt31956"/>
            <p:cNvSpPr/>
            <p:nvPr/>
          </p:nvSpPr>
          <p:spPr>
            <a:xfrm>
              <a:off x="6979481" y="18865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7" name="pt31957"/>
            <p:cNvSpPr/>
            <p:nvPr/>
          </p:nvSpPr>
          <p:spPr>
            <a:xfrm>
              <a:off x="7053325" y="20434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8" name="pt31958"/>
            <p:cNvSpPr/>
            <p:nvPr/>
          </p:nvSpPr>
          <p:spPr>
            <a:xfrm>
              <a:off x="7205917" y="2131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9" name="pt31959"/>
            <p:cNvSpPr/>
            <p:nvPr/>
          </p:nvSpPr>
          <p:spPr>
            <a:xfrm>
              <a:off x="7168353" y="22838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0" name="pt31960"/>
            <p:cNvSpPr/>
            <p:nvPr/>
          </p:nvSpPr>
          <p:spPr>
            <a:xfrm>
              <a:off x="7167375" y="22366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1" name="pt31961"/>
            <p:cNvSpPr/>
            <p:nvPr/>
          </p:nvSpPr>
          <p:spPr>
            <a:xfrm>
              <a:off x="7095811" y="21648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2" name="pt31962"/>
            <p:cNvSpPr/>
            <p:nvPr/>
          </p:nvSpPr>
          <p:spPr>
            <a:xfrm>
              <a:off x="7331479" y="19996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3" name="pt31963"/>
            <p:cNvSpPr/>
            <p:nvPr/>
          </p:nvSpPr>
          <p:spPr>
            <a:xfrm>
              <a:off x="7128603" y="22801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4" name="pt31964"/>
            <p:cNvSpPr/>
            <p:nvPr/>
          </p:nvSpPr>
          <p:spPr>
            <a:xfrm>
              <a:off x="7045342" y="2211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5" name="pt31965"/>
            <p:cNvSpPr/>
            <p:nvPr/>
          </p:nvSpPr>
          <p:spPr>
            <a:xfrm>
              <a:off x="7801817" y="22435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6" name="pt31966"/>
            <p:cNvSpPr/>
            <p:nvPr/>
          </p:nvSpPr>
          <p:spPr>
            <a:xfrm>
              <a:off x="7294763" y="20212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7" name="pt31967"/>
            <p:cNvSpPr/>
            <p:nvPr/>
          </p:nvSpPr>
          <p:spPr>
            <a:xfrm>
              <a:off x="7184104" y="21240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8" name="pt31968"/>
            <p:cNvSpPr/>
            <p:nvPr/>
          </p:nvSpPr>
          <p:spPr>
            <a:xfrm>
              <a:off x="7250863" y="21585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9" name="pt31969"/>
            <p:cNvSpPr/>
            <p:nvPr/>
          </p:nvSpPr>
          <p:spPr>
            <a:xfrm>
              <a:off x="7121018" y="22128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0" name="pt31970"/>
            <p:cNvSpPr/>
            <p:nvPr/>
          </p:nvSpPr>
          <p:spPr>
            <a:xfrm>
              <a:off x="7200620" y="22147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1" name="pt31971"/>
            <p:cNvSpPr/>
            <p:nvPr/>
          </p:nvSpPr>
          <p:spPr>
            <a:xfrm>
              <a:off x="6960196" y="20467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2" name="pt31972"/>
            <p:cNvSpPr/>
            <p:nvPr/>
          </p:nvSpPr>
          <p:spPr>
            <a:xfrm>
              <a:off x="7204631" y="2227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3" name="pt31973"/>
            <p:cNvSpPr/>
            <p:nvPr/>
          </p:nvSpPr>
          <p:spPr>
            <a:xfrm>
              <a:off x="7132101" y="2332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4" name="pt31974"/>
            <p:cNvSpPr/>
            <p:nvPr/>
          </p:nvSpPr>
          <p:spPr>
            <a:xfrm>
              <a:off x="7082280" y="22289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5" name="pt31975"/>
            <p:cNvSpPr/>
            <p:nvPr/>
          </p:nvSpPr>
          <p:spPr>
            <a:xfrm>
              <a:off x="7212504" y="20785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6" name="pt31976"/>
            <p:cNvSpPr/>
            <p:nvPr/>
          </p:nvSpPr>
          <p:spPr>
            <a:xfrm>
              <a:off x="7109022" y="21703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7" name="pt31977"/>
            <p:cNvSpPr/>
            <p:nvPr/>
          </p:nvSpPr>
          <p:spPr>
            <a:xfrm>
              <a:off x="6903583" y="22255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8" name="pt31978"/>
            <p:cNvSpPr/>
            <p:nvPr/>
          </p:nvSpPr>
          <p:spPr>
            <a:xfrm>
              <a:off x="7247546" y="2103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9" name="pt31979"/>
            <p:cNvSpPr/>
            <p:nvPr/>
          </p:nvSpPr>
          <p:spPr>
            <a:xfrm>
              <a:off x="7084061" y="22241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0" name="pt31980"/>
            <p:cNvSpPr/>
            <p:nvPr/>
          </p:nvSpPr>
          <p:spPr>
            <a:xfrm>
              <a:off x="7390283" y="2670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1" name="pt31981"/>
            <p:cNvSpPr/>
            <p:nvPr/>
          </p:nvSpPr>
          <p:spPr>
            <a:xfrm>
              <a:off x="7055453" y="20287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2" name="pt31982"/>
            <p:cNvSpPr/>
            <p:nvPr/>
          </p:nvSpPr>
          <p:spPr>
            <a:xfrm>
              <a:off x="7203778" y="21619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3" name="pt31983"/>
            <p:cNvSpPr/>
            <p:nvPr/>
          </p:nvSpPr>
          <p:spPr>
            <a:xfrm>
              <a:off x="7152063" y="19903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4" name="pt31984"/>
            <p:cNvSpPr/>
            <p:nvPr/>
          </p:nvSpPr>
          <p:spPr>
            <a:xfrm>
              <a:off x="7124036" y="20705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5" name="pt31985"/>
            <p:cNvSpPr/>
            <p:nvPr/>
          </p:nvSpPr>
          <p:spPr>
            <a:xfrm>
              <a:off x="7241266" y="20988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6" name="pt31986"/>
            <p:cNvSpPr/>
            <p:nvPr/>
          </p:nvSpPr>
          <p:spPr>
            <a:xfrm>
              <a:off x="7169055" y="21588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7" name="pt31987"/>
            <p:cNvSpPr/>
            <p:nvPr/>
          </p:nvSpPr>
          <p:spPr>
            <a:xfrm>
              <a:off x="7136496" y="24186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8" name="pt31988"/>
            <p:cNvSpPr/>
            <p:nvPr/>
          </p:nvSpPr>
          <p:spPr>
            <a:xfrm>
              <a:off x="7192035" y="23428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9" name="pt31989"/>
            <p:cNvSpPr/>
            <p:nvPr/>
          </p:nvSpPr>
          <p:spPr>
            <a:xfrm>
              <a:off x="7317475" y="21091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0" name="pt31990"/>
            <p:cNvSpPr/>
            <p:nvPr/>
          </p:nvSpPr>
          <p:spPr>
            <a:xfrm>
              <a:off x="7182578" y="19695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1" name="pt31991"/>
            <p:cNvSpPr/>
            <p:nvPr/>
          </p:nvSpPr>
          <p:spPr>
            <a:xfrm>
              <a:off x="7322074" y="20548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2" name="pt31992"/>
            <p:cNvSpPr/>
            <p:nvPr/>
          </p:nvSpPr>
          <p:spPr>
            <a:xfrm>
              <a:off x="7026071" y="21356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3" name="pt31993"/>
            <p:cNvSpPr/>
            <p:nvPr/>
          </p:nvSpPr>
          <p:spPr>
            <a:xfrm>
              <a:off x="6930555" y="21865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4" name="pt31994"/>
            <p:cNvSpPr/>
            <p:nvPr/>
          </p:nvSpPr>
          <p:spPr>
            <a:xfrm>
              <a:off x="7313830" y="21107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5" name="pt31995"/>
            <p:cNvSpPr/>
            <p:nvPr/>
          </p:nvSpPr>
          <p:spPr>
            <a:xfrm>
              <a:off x="6951753" y="20804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6" name="pt31996"/>
            <p:cNvSpPr/>
            <p:nvPr/>
          </p:nvSpPr>
          <p:spPr>
            <a:xfrm>
              <a:off x="6945966" y="21005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7" name="pt31997"/>
            <p:cNvSpPr/>
            <p:nvPr/>
          </p:nvSpPr>
          <p:spPr>
            <a:xfrm>
              <a:off x="6990749" y="19389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8" name="pt31998"/>
            <p:cNvSpPr/>
            <p:nvPr/>
          </p:nvSpPr>
          <p:spPr>
            <a:xfrm>
              <a:off x="6855817" y="22028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9" name="pt31999"/>
            <p:cNvSpPr/>
            <p:nvPr/>
          </p:nvSpPr>
          <p:spPr>
            <a:xfrm>
              <a:off x="6967977" y="19519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0" name="pt32000"/>
            <p:cNvSpPr/>
            <p:nvPr/>
          </p:nvSpPr>
          <p:spPr>
            <a:xfrm>
              <a:off x="6973811" y="20178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1" name="pt32001"/>
            <p:cNvSpPr/>
            <p:nvPr/>
          </p:nvSpPr>
          <p:spPr>
            <a:xfrm>
              <a:off x="6987555" y="19950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2" name="pt32002"/>
            <p:cNvSpPr/>
            <p:nvPr/>
          </p:nvSpPr>
          <p:spPr>
            <a:xfrm>
              <a:off x="7148249" y="20375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3" name="pt32003"/>
            <p:cNvSpPr/>
            <p:nvPr/>
          </p:nvSpPr>
          <p:spPr>
            <a:xfrm>
              <a:off x="7144957" y="21065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4" name="pt32004"/>
            <p:cNvSpPr/>
            <p:nvPr/>
          </p:nvSpPr>
          <p:spPr>
            <a:xfrm>
              <a:off x="6945131" y="19634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5" name="pt32005"/>
            <p:cNvSpPr/>
            <p:nvPr/>
          </p:nvSpPr>
          <p:spPr>
            <a:xfrm>
              <a:off x="6798936" y="24176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6" name="pt32006"/>
            <p:cNvSpPr/>
            <p:nvPr/>
          </p:nvSpPr>
          <p:spPr>
            <a:xfrm>
              <a:off x="7026871" y="21628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7" name="pt32007"/>
            <p:cNvSpPr/>
            <p:nvPr/>
          </p:nvSpPr>
          <p:spPr>
            <a:xfrm>
              <a:off x="7151160" y="19183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8" name="pt32008"/>
            <p:cNvSpPr/>
            <p:nvPr/>
          </p:nvSpPr>
          <p:spPr>
            <a:xfrm>
              <a:off x="7054705" y="20970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9" name="pt32009"/>
            <p:cNvSpPr/>
            <p:nvPr/>
          </p:nvSpPr>
          <p:spPr>
            <a:xfrm>
              <a:off x="7015572" y="18690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0" name="pt32010"/>
            <p:cNvSpPr/>
            <p:nvPr/>
          </p:nvSpPr>
          <p:spPr>
            <a:xfrm>
              <a:off x="7206652" y="21934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1" name="pt32011"/>
            <p:cNvSpPr/>
            <p:nvPr/>
          </p:nvSpPr>
          <p:spPr>
            <a:xfrm>
              <a:off x="6705887" y="23445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2" name="pt32012"/>
            <p:cNvSpPr/>
            <p:nvPr/>
          </p:nvSpPr>
          <p:spPr>
            <a:xfrm>
              <a:off x="7097866" y="21887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3" name="pt32013"/>
            <p:cNvSpPr/>
            <p:nvPr/>
          </p:nvSpPr>
          <p:spPr>
            <a:xfrm>
              <a:off x="7208411" y="22196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4" name="pt32014"/>
            <p:cNvSpPr/>
            <p:nvPr/>
          </p:nvSpPr>
          <p:spPr>
            <a:xfrm>
              <a:off x="7136508" y="23689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5" name="pt32015"/>
            <p:cNvSpPr/>
            <p:nvPr/>
          </p:nvSpPr>
          <p:spPr>
            <a:xfrm>
              <a:off x="7227944" y="21928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6" name="pt32016"/>
            <p:cNvSpPr/>
            <p:nvPr/>
          </p:nvSpPr>
          <p:spPr>
            <a:xfrm>
              <a:off x="7199769" y="22858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7" name="pt32017"/>
            <p:cNvSpPr/>
            <p:nvPr/>
          </p:nvSpPr>
          <p:spPr>
            <a:xfrm>
              <a:off x="7154261" y="19299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8" name="pt32018"/>
            <p:cNvSpPr/>
            <p:nvPr/>
          </p:nvSpPr>
          <p:spPr>
            <a:xfrm>
              <a:off x="6859521" y="20661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9" name="pt32019"/>
            <p:cNvSpPr/>
            <p:nvPr/>
          </p:nvSpPr>
          <p:spPr>
            <a:xfrm>
              <a:off x="7037430" y="24997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0" name="pt32020"/>
            <p:cNvSpPr/>
            <p:nvPr/>
          </p:nvSpPr>
          <p:spPr>
            <a:xfrm>
              <a:off x="7301794" y="20031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1" name="pt32021"/>
            <p:cNvSpPr/>
            <p:nvPr/>
          </p:nvSpPr>
          <p:spPr>
            <a:xfrm>
              <a:off x="7192063" y="2217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2" name="pt32022"/>
            <p:cNvSpPr/>
            <p:nvPr/>
          </p:nvSpPr>
          <p:spPr>
            <a:xfrm>
              <a:off x="7184419" y="21212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3" name="pt32023"/>
            <p:cNvSpPr/>
            <p:nvPr/>
          </p:nvSpPr>
          <p:spPr>
            <a:xfrm>
              <a:off x="6996785" y="19364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4" name="pt32024"/>
            <p:cNvSpPr/>
            <p:nvPr/>
          </p:nvSpPr>
          <p:spPr>
            <a:xfrm>
              <a:off x="6587413" y="21393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5" name="pt32025"/>
            <p:cNvSpPr/>
            <p:nvPr/>
          </p:nvSpPr>
          <p:spPr>
            <a:xfrm>
              <a:off x="6673448" y="1931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6" name="pt32026"/>
            <p:cNvSpPr/>
            <p:nvPr/>
          </p:nvSpPr>
          <p:spPr>
            <a:xfrm>
              <a:off x="7038075" y="22991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7" name="pt32027"/>
            <p:cNvSpPr/>
            <p:nvPr/>
          </p:nvSpPr>
          <p:spPr>
            <a:xfrm>
              <a:off x="7300062" y="20645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8" name="pt32028"/>
            <p:cNvSpPr/>
            <p:nvPr/>
          </p:nvSpPr>
          <p:spPr>
            <a:xfrm>
              <a:off x="7217731" y="21670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9" name="pt32029"/>
            <p:cNvSpPr/>
            <p:nvPr/>
          </p:nvSpPr>
          <p:spPr>
            <a:xfrm>
              <a:off x="6868222" y="22551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0" name="pt32030"/>
            <p:cNvSpPr/>
            <p:nvPr/>
          </p:nvSpPr>
          <p:spPr>
            <a:xfrm>
              <a:off x="7010609" y="1874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1" name="pt32031"/>
            <p:cNvSpPr/>
            <p:nvPr/>
          </p:nvSpPr>
          <p:spPr>
            <a:xfrm>
              <a:off x="7190792" y="22518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2" name="pt32032"/>
            <p:cNvSpPr/>
            <p:nvPr/>
          </p:nvSpPr>
          <p:spPr>
            <a:xfrm>
              <a:off x="7246945" y="20692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3" name="pt32033"/>
            <p:cNvSpPr/>
            <p:nvPr/>
          </p:nvSpPr>
          <p:spPr>
            <a:xfrm>
              <a:off x="7147076" y="2049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4" name="pt32034"/>
            <p:cNvSpPr/>
            <p:nvPr/>
          </p:nvSpPr>
          <p:spPr>
            <a:xfrm>
              <a:off x="7001196" y="15434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5" name="pt32035"/>
            <p:cNvSpPr/>
            <p:nvPr/>
          </p:nvSpPr>
          <p:spPr>
            <a:xfrm>
              <a:off x="7024703" y="23298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6" name="pt32036"/>
            <p:cNvSpPr/>
            <p:nvPr/>
          </p:nvSpPr>
          <p:spPr>
            <a:xfrm>
              <a:off x="7284024" y="19177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7" name="pt32037"/>
            <p:cNvSpPr/>
            <p:nvPr/>
          </p:nvSpPr>
          <p:spPr>
            <a:xfrm>
              <a:off x="7015195" y="1836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8" name="pt32038"/>
            <p:cNvSpPr/>
            <p:nvPr/>
          </p:nvSpPr>
          <p:spPr>
            <a:xfrm>
              <a:off x="7126814" y="22240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9" name="pt32039"/>
            <p:cNvSpPr/>
            <p:nvPr/>
          </p:nvSpPr>
          <p:spPr>
            <a:xfrm>
              <a:off x="7079362" y="22261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0" name="pt32040"/>
            <p:cNvSpPr/>
            <p:nvPr/>
          </p:nvSpPr>
          <p:spPr>
            <a:xfrm>
              <a:off x="7201880" y="22378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1" name="pt32041"/>
            <p:cNvSpPr/>
            <p:nvPr/>
          </p:nvSpPr>
          <p:spPr>
            <a:xfrm>
              <a:off x="7009705" y="19767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2" name="pt32042"/>
            <p:cNvSpPr/>
            <p:nvPr/>
          </p:nvSpPr>
          <p:spPr>
            <a:xfrm>
              <a:off x="6961472" y="20528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3" name="pt32043"/>
            <p:cNvSpPr/>
            <p:nvPr/>
          </p:nvSpPr>
          <p:spPr>
            <a:xfrm>
              <a:off x="7187732" y="20988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4" name="pt32044"/>
            <p:cNvSpPr/>
            <p:nvPr/>
          </p:nvSpPr>
          <p:spPr>
            <a:xfrm>
              <a:off x="6964754" y="20088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5" name="pt32045"/>
            <p:cNvSpPr/>
            <p:nvPr/>
          </p:nvSpPr>
          <p:spPr>
            <a:xfrm>
              <a:off x="7346288" y="25546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6" name="pt32046"/>
            <p:cNvSpPr/>
            <p:nvPr/>
          </p:nvSpPr>
          <p:spPr>
            <a:xfrm>
              <a:off x="7239899" y="21835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7" name="pt32047"/>
            <p:cNvSpPr/>
            <p:nvPr/>
          </p:nvSpPr>
          <p:spPr>
            <a:xfrm>
              <a:off x="7005401" y="20319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8" name="pt32048"/>
            <p:cNvSpPr/>
            <p:nvPr/>
          </p:nvSpPr>
          <p:spPr>
            <a:xfrm>
              <a:off x="6845624" y="24481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9" name="pt32049"/>
            <p:cNvSpPr/>
            <p:nvPr/>
          </p:nvSpPr>
          <p:spPr>
            <a:xfrm>
              <a:off x="7220853" y="18505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0" name="pt32050"/>
            <p:cNvSpPr/>
            <p:nvPr/>
          </p:nvSpPr>
          <p:spPr>
            <a:xfrm>
              <a:off x="7175408" y="20436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1" name="pt32051"/>
            <p:cNvSpPr/>
            <p:nvPr/>
          </p:nvSpPr>
          <p:spPr>
            <a:xfrm>
              <a:off x="7067892" y="20752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2" name="pt32052"/>
            <p:cNvSpPr/>
            <p:nvPr/>
          </p:nvSpPr>
          <p:spPr>
            <a:xfrm>
              <a:off x="7049011" y="16914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3" name="pt32053"/>
            <p:cNvSpPr/>
            <p:nvPr/>
          </p:nvSpPr>
          <p:spPr>
            <a:xfrm>
              <a:off x="7102766" y="21672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4" name="pt32054"/>
            <p:cNvSpPr/>
            <p:nvPr/>
          </p:nvSpPr>
          <p:spPr>
            <a:xfrm>
              <a:off x="7164976" y="21875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5" name="pt32055"/>
            <p:cNvSpPr/>
            <p:nvPr/>
          </p:nvSpPr>
          <p:spPr>
            <a:xfrm>
              <a:off x="6779214" y="26898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6" name="pt32056"/>
            <p:cNvSpPr/>
            <p:nvPr/>
          </p:nvSpPr>
          <p:spPr>
            <a:xfrm>
              <a:off x="7359569" y="23084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7" name="pt32057"/>
            <p:cNvSpPr/>
            <p:nvPr/>
          </p:nvSpPr>
          <p:spPr>
            <a:xfrm>
              <a:off x="7278952" y="20138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8" name="pt32058"/>
            <p:cNvSpPr/>
            <p:nvPr/>
          </p:nvSpPr>
          <p:spPr>
            <a:xfrm>
              <a:off x="7081850" y="22310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9" name="pt32059"/>
            <p:cNvSpPr/>
            <p:nvPr/>
          </p:nvSpPr>
          <p:spPr>
            <a:xfrm>
              <a:off x="7068909" y="2118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0" name="pt32060"/>
            <p:cNvSpPr/>
            <p:nvPr/>
          </p:nvSpPr>
          <p:spPr>
            <a:xfrm>
              <a:off x="7073057" y="21905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1" name="pt32061"/>
            <p:cNvSpPr/>
            <p:nvPr/>
          </p:nvSpPr>
          <p:spPr>
            <a:xfrm>
              <a:off x="6904636" y="22006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2" name="pt32062"/>
            <p:cNvSpPr/>
            <p:nvPr/>
          </p:nvSpPr>
          <p:spPr>
            <a:xfrm>
              <a:off x="7309742" y="19284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3" name="pt32063"/>
            <p:cNvSpPr/>
            <p:nvPr/>
          </p:nvSpPr>
          <p:spPr>
            <a:xfrm>
              <a:off x="7120145" y="21328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4" name="pt32064"/>
            <p:cNvSpPr/>
            <p:nvPr/>
          </p:nvSpPr>
          <p:spPr>
            <a:xfrm>
              <a:off x="7227599" y="22840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5" name="pt32065"/>
            <p:cNvSpPr/>
            <p:nvPr/>
          </p:nvSpPr>
          <p:spPr>
            <a:xfrm>
              <a:off x="7113236" y="21940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6" name="pt32066"/>
            <p:cNvSpPr/>
            <p:nvPr/>
          </p:nvSpPr>
          <p:spPr>
            <a:xfrm>
              <a:off x="7332828" y="21313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7" name="pt32067"/>
            <p:cNvSpPr/>
            <p:nvPr/>
          </p:nvSpPr>
          <p:spPr>
            <a:xfrm>
              <a:off x="7184275" y="20776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8" name="pt32068"/>
            <p:cNvSpPr/>
            <p:nvPr/>
          </p:nvSpPr>
          <p:spPr>
            <a:xfrm>
              <a:off x="7248619" y="21446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9" name="pt32069"/>
            <p:cNvSpPr/>
            <p:nvPr/>
          </p:nvSpPr>
          <p:spPr>
            <a:xfrm>
              <a:off x="7251890" y="21279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0" name="pt32070"/>
            <p:cNvSpPr/>
            <p:nvPr/>
          </p:nvSpPr>
          <p:spPr>
            <a:xfrm>
              <a:off x="6765751" y="27059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1" name="pt32071"/>
            <p:cNvSpPr/>
            <p:nvPr/>
          </p:nvSpPr>
          <p:spPr>
            <a:xfrm>
              <a:off x="7068564" y="20098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2" name="pt32072"/>
            <p:cNvSpPr/>
            <p:nvPr/>
          </p:nvSpPr>
          <p:spPr>
            <a:xfrm>
              <a:off x="7185608" y="22012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3" name="pt32073"/>
            <p:cNvSpPr/>
            <p:nvPr/>
          </p:nvSpPr>
          <p:spPr>
            <a:xfrm>
              <a:off x="7037616" y="24087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4" name="pt32074"/>
            <p:cNvSpPr/>
            <p:nvPr/>
          </p:nvSpPr>
          <p:spPr>
            <a:xfrm>
              <a:off x="7322116" y="22472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5" name="pt32075"/>
            <p:cNvSpPr/>
            <p:nvPr/>
          </p:nvSpPr>
          <p:spPr>
            <a:xfrm>
              <a:off x="7063224" y="2224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6" name="pt32076"/>
            <p:cNvSpPr/>
            <p:nvPr/>
          </p:nvSpPr>
          <p:spPr>
            <a:xfrm>
              <a:off x="7001603" y="18359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7" name="pt32077"/>
            <p:cNvSpPr/>
            <p:nvPr/>
          </p:nvSpPr>
          <p:spPr>
            <a:xfrm>
              <a:off x="7183707" y="21105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8" name="pt32078"/>
            <p:cNvSpPr/>
            <p:nvPr/>
          </p:nvSpPr>
          <p:spPr>
            <a:xfrm>
              <a:off x="7311107" y="18974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9" name="pt32079"/>
            <p:cNvSpPr/>
            <p:nvPr/>
          </p:nvSpPr>
          <p:spPr>
            <a:xfrm>
              <a:off x="7435253" y="2804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0" name="pt32080"/>
            <p:cNvSpPr/>
            <p:nvPr/>
          </p:nvSpPr>
          <p:spPr>
            <a:xfrm>
              <a:off x="6485811" y="21053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1" name="pt32081"/>
            <p:cNvSpPr/>
            <p:nvPr/>
          </p:nvSpPr>
          <p:spPr>
            <a:xfrm>
              <a:off x="7226162" y="21789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2" name="pt32082"/>
            <p:cNvSpPr/>
            <p:nvPr/>
          </p:nvSpPr>
          <p:spPr>
            <a:xfrm>
              <a:off x="7139091" y="23400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3" name="pt32083"/>
            <p:cNvSpPr/>
            <p:nvPr/>
          </p:nvSpPr>
          <p:spPr>
            <a:xfrm>
              <a:off x="6961023" y="19513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4" name="pt32084"/>
            <p:cNvSpPr/>
            <p:nvPr/>
          </p:nvSpPr>
          <p:spPr>
            <a:xfrm>
              <a:off x="7133851" y="2291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5" name="pt32085"/>
            <p:cNvSpPr/>
            <p:nvPr/>
          </p:nvSpPr>
          <p:spPr>
            <a:xfrm>
              <a:off x="6898657" y="23073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6" name="pt32086"/>
            <p:cNvSpPr/>
            <p:nvPr/>
          </p:nvSpPr>
          <p:spPr>
            <a:xfrm>
              <a:off x="7181283" y="20576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7" name="pt32087"/>
            <p:cNvSpPr/>
            <p:nvPr/>
          </p:nvSpPr>
          <p:spPr>
            <a:xfrm>
              <a:off x="7148064" y="21067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8" name="pt32088"/>
            <p:cNvSpPr/>
            <p:nvPr/>
          </p:nvSpPr>
          <p:spPr>
            <a:xfrm>
              <a:off x="7119364" y="21383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9" name="pt32089"/>
            <p:cNvSpPr/>
            <p:nvPr/>
          </p:nvSpPr>
          <p:spPr>
            <a:xfrm>
              <a:off x="7137773" y="23678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0" name="pt32090"/>
            <p:cNvSpPr/>
            <p:nvPr/>
          </p:nvSpPr>
          <p:spPr>
            <a:xfrm>
              <a:off x="6755795" y="25125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1" name="pt32091"/>
            <p:cNvSpPr/>
            <p:nvPr/>
          </p:nvSpPr>
          <p:spPr>
            <a:xfrm>
              <a:off x="6673186" y="24068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2" name="pt32092"/>
            <p:cNvSpPr/>
            <p:nvPr/>
          </p:nvSpPr>
          <p:spPr>
            <a:xfrm>
              <a:off x="7226056" y="22300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3" name="pt32093"/>
            <p:cNvSpPr/>
            <p:nvPr/>
          </p:nvSpPr>
          <p:spPr>
            <a:xfrm>
              <a:off x="7107254" y="2115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4" name="pt32094"/>
            <p:cNvSpPr/>
            <p:nvPr/>
          </p:nvSpPr>
          <p:spPr>
            <a:xfrm>
              <a:off x="7441732" y="25775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5" name="pt32095"/>
            <p:cNvSpPr/>
            <p:nvPr/>
          </p:nvSpPr>
          <p:spPr>
            <a:xfrm>
              <a:off x="7182677" y="19870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6" name="pt32096"/>
            <p:cNvSpPr/>
            <p:nvPr/>
          </p:nvSpPr>
          <p:spPr>
            <a:xfrm>
              <a:off x="7034981" y="23816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7" name="pt32097"/>
            <p:cNvSpPr/>
            <p:nvPr/>
          </p:nvSpPr>
          <p:spPr>
            <a:xfrm>
              <a:off x="7038642" y="23215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8" name="pt32098"/>
            <p:cNvSpPr/>
            <p:nvPr/>
          </p:nvSpPr>
          <p:spPr>
            <a:xfrm>
              <a:off x="7091786" y="20937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9" name="pt32099"/>
            <p:cNvSpPr/>
            <p:nvPr/>
          </p:nvSpPr>
          <p:spPr>
            <a:xfrm>
              <a:off x="7223270" y="17397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0" name="pt32100"/>
            <p:cNvSpPr/>
            <p:nvPr/>
          </p:nvSpPr>
          <p:spPr>
            <a:xfrm>
              <a:off x="7221280" y="17615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1" name="pt32101"/>
            <p:cNvSpPr/>
            <p:nvPr/>
          </p:nvSpPr>
          <p:spPr>
            <a:xfrm>
              <a:off x="6932581" y="21960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2" name="pt32102"/>
            <p:cNvSpPr/>
            <p:nvPr/>
          </p:nvSpPr>
          <p:spPr>
            <a:xfrm>
              <a:off x="7181116" y="20644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3" name="pt32103"/>
            <p:cNvSpPr/>
            <p:nvPr/>
          </p:nvSpPr>
          <p:spPr>
            <a:xfrm>
              <a:off x="7172465" y="21601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4" name="pt32104"/>
            <p:cNvSpPr/>
            <p:nvPr/>
          </p:nvSpPr>
          <p:spPr>
            <a:xfrm>
              <a:off x="7139825" y="22717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5" name="pt32105"/>
            <p:cNvSpPr/>
            <p:nvPr/>
          </p:nvSpPr>
          <p:spPr>
            <a:xfrm>
              <a:off x="7101259" y="2182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6" name="pt32106"/>
            <p:cNvSpPr/>
            <p:nvPr/>
          </p:nvSpPr>
          <p:spPr>
            <a:xfrm>
              <a:off x="7188468" y="21716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7" name="pt32107"/>
            <p:cNvSpPr/>
            <p:nvPr/>
          </p:nvSpPr>
          <p:spPr>
            <a:xfrm>
              <a:off x="6813824" y="20117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8" name="pt32108"/>
            <p:cNvSpPr/>
            <p:nvPr/>
          </p:nvSpPr>
          <p:spPr>
            <a:xfrm>
              <a:off x="7004339" y="20159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9" name="pt32109"/>
            <p:cNvSpPr/>
            <p:nvPr/>
          </p:nvSpPr>
          <p:spPr>
            <a:xfrm>
              <a:off x="7088969" y="21978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0" name="pt32110"/>
            <p:cNvSpPr/>
            <p:nvPr/>
          </p:nvSpPr>
          <p:spPr>
            <a:xfrm>
              <a:off x="6828337" y="20782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1" name="pt32111"/>
            <p:cNvSpPr/>
            <p:nvPr/>
          </p:nvSpPr>
          <p:spPr>
            <a:xfrm>
              <a:off x="7333871" y="17803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2" name="pt32112"/>
            <p:cNvSpPr/>
            <p:nvPr/>
          </p:nvSpPr>
          <p:spPr>
            <a:xfrm>
              <a:off x="7076802" y="22740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3" name="pt32113"/>
            <p:cNvSpPr/>
            <p:nvPr/>
          </p:nvSpPr>
          <p:spPr>
            <a:xfrm>
              <a:off x="7481379" y="22247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4" name="pt32114"/>
            <p:cNvSpPr/>
            <p:nvPr/>
          </p:nvSpPr>
          <p:spPr>
            <a:xfrm>
              <a:off x="6987948" y="18817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5" name="pt32115"/>
            <p:cNvSpPr/>
            <p:nvPr/>
          </p:nvSpPr>
          <p:spPr>
            <a:xfrm>
              <a:off x="6970437" y="19916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6" name="pt32116"/>
            <p:cNvSpPr/>
            <p:nvPr/>
          </p:nvSpPr>
          <p:spPr>
            <a:xfrm>
              <a:off x="6817679" y="18631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7" name="pt32117"/>
            <p:cNvSpPr/>
            <p:nvPr/>
          </p:nvSpPr>
          <p:spPr>
            <a:xfrm>
              <a:off x="7143089" y="21433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8" name="pt32118"/>
            <p:cNvSpPr/>
            <p:nvPr/>
          </p:nvSpPr>
          <p:spPr>
            <a:xfrm>
              <a:off x="7056263" y="19739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9" name="pt32119"/>
            <p:cNvSpPr/>
            <p:nvPr/>
          </p:nvSpPr>
          <p:spPr>
            <a:xfrm>
              <a:off x="7105771" y="20856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0" name="pt32120"/>
            <p:cNvSpPr/>
            <p:nvPr/>
          </p:nvSpPr>
          <p:spPr>
            <a:xfrm>
              <a:off x="6920990" y="2242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1" name="pt32121"/>
            <p:cNvSpPr/>
            <p:nvPr/>
          </p:nvSpPr>
          <p:spPr>
            <a:xfrm>
              <a:off x="6938472" y="21484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2" name="pt32122"/>
            <p:cNvSpPr/>
            <p:nvPr/>
          </p:nvSpPr>
          <p:spPr>
            <a:xfrm>
              <a:off x="7115917" y="22347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3" name="pt32123"/>
            <p:cNvSpPr/>
            <p:nvPr/>
          </p:nvSpPr>
          <p:spPr>
            <a:xfrm>
              <a:off x="7082042" y="21901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4" name="pt32124"/>
            <p:cNvSpPr/>
            <p:nvPr/>
          </p:nvSpPr>
          <p:spPr>
            <a:xfrm>
              <a:off x="7299309" y="22870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5" name="pt32125"/>
            <p:cNvSpPr/>
            <p:nvPr/>
          </p:nvSpPr>
          <p:spPr>
            <a:xfrm>
              <a:off x="7163689" y="20927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6" name="pt32126"/>
            <p:cNvSpPr/>
            <p:nvPr/>
          </p:nvSpPr>
          <p:spPr>
            <a:xfrm>
              <a:off x="7115394" y="21581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7" name="pt32127"/>
            <p:cNvSpPr/>
            <p:nvPr/>
          </p:nvSpPr>
          <p:spPr>
            <a:xfrm>
              <a:off x="7165462" y="21000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8" name="pt32128"/>
            <p:cNvSpPr/>
            <p:nvPr/>
          </p:nvSpPr>
          <p:spPr>
            <a:xfrm>
              <a:off x="7478023" y="28073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9" name="pt32129"/>
            <p:cNvSpPr/>
            <p:nvPr/>
          </p:nvSpPr>
          <p:spPr>
            <a:xfrm>
              <a:off x="7064957" y="20992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0" name="pt32130"/>
            <p:cNvSpPr/>
            <p:nvPr/>
          </p:nvSpPr>
          <p:spPr>
            <a:xfrm>
              <a:off x="7504437" y="21841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1" name="pt32131"/>
            <p:cNvSpPr/>
            <p:nvPr/>
          </p:nvSpPr>
          <p:spPr>
            <a:xfrm>
              <a:off x="6962794" y="19475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2" name="pt32132"/>
            <p:cNvSpPr/>
            <p:nvPr/>
          </p:nvSpPr>
          <p:spPr>
            <a:xfrm>
              <a:off x="7046123" y="21221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3" name="pt32133"/>
            <p:cNvSpPr/>
            <p:nvPr/>
          </p:nvSpPr>
          <p:spPr>
            <a:xfrm>
              <a:off x="7025790" y="22618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4" name="pt32134"/>
            <p:cNvSpPr/>
            <p:nvPr/>
          </p:nvSpPr>
          <p:spPr>
            <a:xfrm>
              <a:off x="6751985" y="18405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5" name="pt32135"/>
            <p:cNvSpPr/>
            <p:nvPr/>
          </p:nvSpPr>
          <p:spPr>
            <a:xfrm>
              <a:off x="6927193" y="21360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6" name="pt32136"/>
            <p:cNvSpPr/>
            <p:nvPr/>
          </p:nvSpPr>
          <p:spPr>
            <a:xfrm>
              <a:off x="7101175" y="20806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7" name="pt32137"/>
            <p:cNvSpPr/>
            <p:nvPr/>
          </p:nvSpPr>
          <p:spPr>
            <a:xfrm>
              <a:off x="7052488" y="20977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8" name="pt32138"/>
            <p:cNvSpPr/>
            <p:nvPr/>
          </p:nvSpPr>
          <p:spPr>
            <a:xfrm>
              <a:off x="7289298" y="21950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9" name="pt32139"/>
            <p:cNvSpPr/>
            <p:nvPr/>
          </p:nvSpPr>
          <p:spPr>
            <a:xfrm>
              <a:off x="7177413" y="20884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0" name="pt32140"/>
            <p:cNvSpPr/>
            <p:nvPr/>
          </p:nvSpPr>
          <p:spPr>
            <a:xfrm>
              <a:off x="7157865" y="20163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1" name="pt32141"/>
            <p:cNvSpPr/>
            <p:nvPr/>
          </p:nvSpPr>
          <p:spPr>
            <a:xfrm>
              <a:off x="7205980" y="21197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2" name="pt32142"/>
            <p:cNvSpPr/>
            <p:nvPr/>
          </p:nvSpPr>
          <p:spPr>
            <a:xfrm>
              <a:off x="7301327" y="20539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3" name="pt32143"/>
            <p:cNvSpPr/>
            <p:nvPr/>
          </p:nvSpPr>
          <p:spPr>
            <a:xfrm>
              <a:off x="7331214" y="21509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4" name="pt32144"/>
            <p:cNvSpPr/>
            <p:nvPr/>
          </p:nvSpPr>
          <p:spPr>
            <a:xfrm>
              <a:off x="7130940" y="22653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5" name="pt32145"/>
            <p:cNvSpPr/>
            <p:nvPr/>
          </p:nvSpPr>
          <p:spPr>
            <a:xfrm>
              <a:off x="7187504" y="21020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6" name="pt32146"/>
            <p:cNvSpPr/>
            <p:nvPr/>
          </p:nvSpPr>
          <p:spPr>
            <a:xfrm>
              <a:off x="7072984" y="22010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7" name="pt32147"/>
            <p:cNvSpPr/>
            <p:nvPr/>
          </p:nvSpPr>
          <p:spPr>
            <a:xfrm>
              <a:off x="7170407" y="22799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8" name="pt32148"/>
            <p:cNvSpPr/>
            <p:nvPr/>
          </p:nvSpPr>
          <p:spPr>
            <a:xfrm>
              <a:off x="6950592" y="19935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9" name="pt32149"/>
            <p:cNvSpPr/>
            <p:nvPr/>
          </p:nvSpPr>
          <p:spPr>
            <a:xfrm>
              <a:off x="7172871" y="21470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0" name="pt32150"/>
            <p:cNvSpPr/>
            <p:nvPr/>
          </p:nvSpPr>
          <p:spPr>
            <a:xfrm>
              <a:off x="6853709" y="20872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1" name="pt32151"/>
            <p:cNvSpPr/>
            <p:nvPr/>
          </p:nvSpPr>
          <p:spPr>
            <a:xfrm>
              <a:off x="7272701" y="20342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2" name="pt32152"/>
            <p:cNvSpPr/>
            <p:nvPr/>
          </p:nvSpPr>
          <p:spPr>
            <a:xfrm>
              <a:off x="7284102" y="20408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3" name="pt32153"/>
            <p:cNvSpPr/>
            <p:nvPr/>
          </p:nvSpPr>
          <p:spPr>
            <a:xfrm>
              <a:off x="6830779" y="18730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4" name="pt32154"/>
            <p:cNvSpPr/>
            <p:nvPr/>
          </p:nvSpPr>
          <p:spPr>
            <a:xfrm>
              <a:off x="7067298" y="19564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5" name="pt32155"/>
            <p:cNvSpPr/>
            <p:nvPr/>
          </p:nvSpPr>
          <p:spPr>
            <a:xfrm>
              <a:off x="7194149" y="21671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6" name="pt32156"/>
            <p:cNvSpPr/>
            <p:nvPr/>
          </p:nvSpPr>
          <p:spPr>
            <a:xfrm>
              <a:off x="7252907" y="20684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7" name="pt32157"/>
            <p:cNvSpPr/>
            <p:nvPr/>
          </p:nvSpPr>
          <p:spPr>
            <a:xfrm>
              <a:off x="7164924" y="21677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8" name="pt32158"/>
            <p:cNvSpPr/>
            <p:nvPr/>
          </p:nvSpPr>
          <p:spPr>
            <a:xfrm>
              <a:off x="7330536" y="19632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9" name="pt32159"/>
            <p:cNvSpPr/>
            <p:nvPr/>
          </p:nvSpPr>
          <p:spPr>
            <a:xfrm>
              <a:off x="7166289" y="21552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0" name="pt32160"/>
            <p:cNvSpPr/>
            <p:nvPr/>
          </p:nvSpPr>
          <p:spPr>
            <a:xfrm>
              <a:off x="7109942" y="21263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1" name="pt32161"/>
            <p:cNvSpPr/>
            <p:nvPr/>
          </p:nvSpPr>
          <p:spPr>
            <a:xfrm>
              <a:off x="6994798" y="21016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2" name="pt32162"/>
            <p:cNvSpPr/>
            <p:nvPr/>
          </p:nvSpPr>
          <p:spPr>
            <a:xfrm>
              <a:off x="7006533" y="20779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3" name="pt32163"/>
            <p:cNvSpPr/>
            <p:nvPr/>
          </p:nvSpPr>
          <p:spPr>
            <a:xfrm>
              <a:off x="7092753" y="21678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4" name="pt32164"/>
            <p:cNvSpPr/>
            <p:nvPr/>
          </p:nvSpPr>
          <p:spPr>
            <a:xfrm>
              <a:off x="7134128" y="24178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5" name="pt32165"/>
            <p:cNvSpPr/>
            <p:nvPr/>
          </p:nvSpPr>
          <p:spPr>
            <a:xfrm>
              <a:off x="7247576" y="21258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6" name="pt32166"/>
            <p:cNvSpPr/>
            <p:nvPr/>
          </p:nvSpPr>
          <p:spPr>
            <a:xfrm>
              <a:off x="7036974" y="2465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7" name="pt32167"/>
            <p:cNvSpPr/>
            <p:nvPr/>
          </p:nvSpPr>
          <p:spPr>
            <a:xfrm>
              <a:off x="7290467" y="20876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8" name="pt32168"/>
            <p:cNvSpPr/>
            <p:nvPr/>
          </p:nvSpPr>
          <p:spPr>
            <a:xfrm>
              <a:off x="7223496" y="21255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9" name="pt32169"/>
            <p:cNvSpPr/>
            <p:nvPr/>
          </p:nvSpPr>
          <p:spPr>
            <a:xfrm>
              <a:off x="7244405" y="21092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0" name="pt32170"/>
            <p:cNvSpPr/>
            <p:nvPr/>
          </p:nvSpPr>
          <p:spPr>
            <a:xfrm>
              <a:off x="7537316" y="18286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1" name="pt32171"/>
            <p:cNvSpPr/>
            <p:nvPr/>
          </p:nvSpPr>
          <p:spPr>
            <a:xfrm>
              <a:off x="7346855" y="24469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2" name="pt32172"/>
            <p:cNvSpPr/>
            <p:nvPr/>
          </p:nvSpPr>
          <p:spPr>
            <a:xfrm>
              <a:off x="7074521" y="21708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3" name="pt32173"/>
            <p:cNvSpPr/>
            <p:nvPr/>
          </p:nvSpPr>
          <p:spPr>
            <a:xfrm>
              <a:off x="7095517" y="21572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4" name="pt32174"/>
            <p:cNvSpPr/>
            <p:nvPr/>
          </p:nvSpPr>
          <p:spPr>
            <a:xfrm>
              <a:off x="7479170" y="26000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5" name="pt32175"/>
            <p:cNvSpPr/>
            <p:nvPr/>
          </p:nvSpPr>
          <p:spPr>
            <a:xfrm>
              <a:off x="7061987" y="21754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6" name="pt32176"/>
            <p:cNvSpPr/>
            <p:nvPr/>
          </p:nvSpPr>
          <p:spPr>
            <a:xfrm>
              <a:off x="7131452" y="23280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7" name="pt32177"/>
            <p:cNvSpPr/>
            <p:nvPr/>
          </p:nvSpPr>
          <p:spPr>
            <a:xfrm>
              <a:off x="6904221" y="23986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8" name="pt32178"/>
            <p:cNvSpPr/>
            <p:nvPr/>
          </p:nvSpPr>
          <p:spPr>
            <a:xfrm>
              <a:off x="7138722" y="24439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9" name="pt32179"/>
            <p:cNvSpPr/>
            <p:nvPr/>
          </p:nvSpPr>
          <p:spPr>
            <a:xfrm>
              <a:off x="7163821" y="21147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0" name="pt32180"/>
            <p:cNvSpPr/>
            <p:nvPr/>
          </p:nvSpPr>
          <p:spPr>
            <a:xfrm>
              <a:off x="7042431" y="2324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1" name="pt32181"/>
            <p:cNvSpPr/>
            <p:nvPr/>
          </p:nvSpPr>
          <p:spPr>
            <a:xfrm>
              <a:off x="7171174" y="21620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2" name="pt32182"/>
            <p:cNvSpPr/>
            <p:nvPr/>
          </p:nvSpPr>
          <p:spPr>
            <a:xfrm>
              <a:off x="7014715" y="19713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3" name="pt32183"/>
            <p:cNvSpPr/>
            <p:nvPr/>
          </p:nvSpPr>
          <p:spPr>
            <a:xfrm>
              <a:off x="7182605" y="19202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4" name="pt32184"/>
            <p:cNvSpPr/>
            <p:nvPr/>
          </p:nvSpPr>
          <p:spPr>
            <a:xfrm>
              <a:off x="7216004" y="20632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5" name="pt32185"/>
            <p:cNvSpPr/>
            <p:nvPr/>
          </p:nvSpPr>
          <p:spPr>
            <a:xfrm>
              <a:off x="6928090" y="2078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6" name="pt32186"/>
            <p:cNvSpPr/>
            <p:nvPr/>
          </p:nvSpPr>
          <p:spPr>
            <a:xfrm>
              <a:off x="7102489" y="21565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7" name="pt32187"/>
            <p:cNvSpPr/>
            <p:nvPr/>
          </p:nvSpPr>
          <p:spPr>
            <a:xfrm>
              <a:off x="6944243" y="20372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8" name="pt32188"/>
            <p:cNvSpPr/>
            <p:nvPr/>
          </p:nvSpPr>
          <p:spPr>
            <a:xfrm>
              <a:off x="7075043" y="22348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9" name="pt32189"/>
            <p:cNvSpPr/>
            <p:nvPr/>
          </p:nvSpPr>
          <p:spPr>
            <a:xfrm>
              <a:off x="7018841" y="17952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0" name="pt32190"/>
            <p:cNvSpPr/>
            <p:nvPr/>
          </p:nvSpPr>
          <p:spPr>
            <a:xfrm>
              <a:off x="7173283" y="22173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1" name="pt32191"/>
            <p:cNvSpPr/>
            <p:nvPr/>
          </p:nvSpPr>
          <p:spPr>
            <a:xfrm>
              <a:off x="7177409" y="21216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2" name="pt32192"/>
            <p:cNvSpPr/>
            <p:nvPr/>
          </p:nvSpPr>
          <p:spPr>
            <a:xfrm>
              <a:off x="7299152" y="20097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3" name="pt32193"/>
            <p:cNvSpPr/>
            <p:nvPr/>
          </p:nvSpPr>
          <p:spPr>
            <a:xfrm>
              <a:off x="7232030" y="22719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4" name="pt32194"/>
            <p:cNvSpPr/>
            <p:nvPr/>
          </p:nvSpPr>
          <p:spPr>
            <a:xfrm>
              <a:off x="7133238" y="23203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5" name="pt32195"/>
            <p:cNvSpPr/>
            <p:nvPr/>
          </p:nvSpPr>
          <p:spPr>
            <a:xfrm>
              <a:off x="7086257" y="22338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6" name="pt32196"/>
            <p:cNvSpPr/>
            <p:nvPr/>
          </p:nvSpPr>
          <p:spPr>
            <a:xfrm>
              <a:off x="7122340" y="20803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7" name="pt32197"/>
            <p:cNvSpPr/>
            <p:nvPr/>
          </p:nvSpPr>
          <p:spPr>
            <a:xfrm>
              <a:off x="7293699" y="21164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8" name="pt32198"/>
            <p:cNvSpPr/>
            <p:nvPr/>
          </p:nvSpPr>
          <p:spPr>
            <a:xfrm>
              <a:off x="6885973" y="18962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9" name="pt32199"/>
            <p:cNvSpPr/>
            <p:nvPr/>
          </p:nvSpPr>
          <p:spPr>
            <a:xfrm>
              <a:off x="7278733" y="18870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0" name="pt32200"/>
            <p:cNvSpPr/>
            <p:nvPr/>
          </p:nvSpPr>
          <p:spPr>
            <a:xfrm>
              <a:off x="7039532" y="23613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1" name="pt32201"/>
            <p:cNvSpPr/>
            <p:nvPr/>
          </p:nvSpPr>
          <p:spPr>
            <a:xfrm>
              <a:off x="7033631" y="22616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2" name="pt32202"/>
            <p:cNvSpPr/>
            <p:nvPr/>
          </p:nvSpPr>
          <p:spPr>
            <a:xfrm>
              <a:off x="7090636" y="22317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3" name="pt32203"/>
            <p:cNvSpPr/>
            <p:nvPr/>
          </p:nvSpPr>
          <p:spPr>
            <a:xfrm>
              <a:off x="7188850" y="20127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4" name="pt32204"/>
            <p:cNvSpPr/>
            <p:nvPr/>
          </p:nvSpPr>
          <p:spPr>
            <a:xfrm>
              <a:off x="7023615" y="22311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5" name="pt32205"/>
            <p:cNvSpPr/>
            <p:nvPr/>
          </p:nvSpPr>
          <p:spPr>
            <a:xfrm>
              <a:off x="7448955" y="22991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6" name="pt32206"/>
            <p:cNvSpPr/>
            <p:nvPr/>
          </p:nvSpPr>
          <p:spPr>
            <a:xfrm>
              <a:off x="7042218" y="22272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7" name="pt32207"/>
            <p:cNvSpPr/>
            <p:nvPr/>
          </p:nvSpPr>
          <p:spPr>
            <a:xfrm>
              <a:off x="7172038" y="21788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8" name="pt32208"/>
            <p:cNvSpPr/>
            <p:nvPr/>
          </p:nvSpPr>
          <p:spPr>
            <a:xfrm>
              <a:off x="7288749" y="20044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9" name="pt32209"/>
            <p:cNvSpPr/>
            <p:nvPr/>
          </p:nvSpPr>
          <p:spPr>
            <a:xfrm>
              <a:off x="7155069" y="20400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0" name="pt32210"/>
            <p:cNvSpPr/>
            <p:nvPr/>
          </p:nvSpPr>
          <p:spPr>
            <a:xfrm>
              <a:off x="6978164" y="18485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1" name="pt32211"/>
            <p:cNvSpPr/>
            <p:nvPr/>
          </p:nvSpPr>
          <p:spPr>
            <a:xfrm>
              <a:off x="7203513" y="21320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2" name="pt32212"/>
            <p:cNvSpPr/>
            <p:nvPr/>
          </p:nvSpPr>
          <p:spPr>
            <a:xfrm>
              <a:off x="7229144" y="21381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3" name="pt32213"/>
            <p:cNvSpPr/>
            <p:nvPr/>
          </p:nvSpPr>
          <p:spPr>
            <a:xfrm>
              <a:off x="7069710" y="20915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4" name="pt32214"/>
            <p:cNvSpPr/>
            <p:nvPr/>
          </p:nvSpPr>
          <p:spPr>
            <a:xfrm>
              <a:off x="7027619" y="22606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5" name="pt32215"/>
            <p:cNvSpPr/>
            <p:nvPr/>
          </p:nvSpPr>
          <p:spPr>
            <a:xfrm>
              <a:off x="7125246" y="22244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6" name="pt32216"/>
            <p:cNvSpPr/>
            <p:nvPr/>
          </p:nvSpPr>
          <p:spPr>
            <a:xfrm>
              <a:off x="7191111" y="21587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7" name="pt32217"/>
            <p:cNvSpPr/>
            <p:nvPr/>
          </p:nvSpPr>
          <p:spPr>
            <a:xfrm>
              <a:off x="7008068" y="19566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8" name="pt32218"/>
            <p:cNvSpPr/>
            <p:nvPr/>
          </p:nvSpPr>
          <p:spPr>
            <a:xfrm>
              <a:off x="7112899" y="22345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9" name="pt32219"/>
            <p:cNvSpPr/>
            <p:nvPr/>
          </p:nvSpPr>
          <p:spPr>
            <a:xfrm>
              <a:off x="7196669" y="21772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0" name="pt32220"/>
            <p:cNvSpPr/>
            <p:nvPr/>
          </p:nvSpPr>
          <p:spPr>
            <a:xfrm>
              <a:off x="6750917" y="17572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1" name="pt32221"/>
            <p:cNvSpPr/>
            <p:nvPr/>
          </p:nvSpPr>
          <p:spPr>
            <a:xfrm>
              <a:off x="7083120" y="22435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2" name="pt32222"/>
            <p:cNvSpPr/>
            <p:nvPr/>
          </p:nvSpPr>
          <p:spPr>
            <a:xfrm>
              <a:off x="6785363" y="25134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3" name="pt32223"/>
            <p:cNvSpPr/>
            <p:nvPr/>
          </p:nvSpPr>
          <p:spPr>
            <a:xfrm>
              <a:off x="7076415" y="22081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4" name="pt32224"/>
            <p:cNvSpPr/>
            <p:nvPr/>
          </p:nvSpPr>
          <p:spPr>
            <a:xfrm>
              <a:off x="7226752" y="23326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5" name="pt32225"/>
            <p:cNvSpPr/>
            <p:nvPr/>
          </p:nvSpPr>
          <p:spPr>
            <a:xfrm>
              <a:off x="7123487" y="20353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6" name="pt32226"/>
            <p:cNvSpPr/>
            <p:nvPr/>
          </p:nvSpPr>
          <p:spPr>
            <a:xfrm>
              <a:off x="7197923" y="23749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7" name="pt32227"/>
            <p:cNvSpPr/>
            <p:nvPr/>
          </p:nvSpPr>
          <p:spPr>
            <a:xfrm>
              <a:off x="6950044" y="2038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8" name="pt32228"/>
            <p:cNvSpPr/>
            <p:nvPr/>
          </p:nvSpPr>
          <p:spPr>
            <a:xfrm>
              <a:off x="7107547" y="20716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9" name="pt32229"/>
            <p:cNvSpPr/>
            <p:nvPr/>
          </p:nvSpPr>
          <p:spPr>
            <a:xfrm>
              <a:off x="7172103" y="21308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0" name="pt32230"/>
            <p:cNvSpPr/>
            <p:nvPr/>
          </p:nvSpPr>
          <p:spPr>
            <a:xfrm>
              <a:off x="7479354" y="20804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1" name="pt32231"/>
            <p:cNvSpPr/>
            <p:nvPr/>
          </p:nvSpPr>
          <p:spPr>
            <a:xfrm>
              <a:off x="7130781" y="22167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2" name="pt32232"/>
            <p:cNvSpPr/>
            <p:nvPr/>
          </p:nvSpPr>
          <p:spPr>
            <a:xfrm>
              <a:off x="7288746" y="20175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3" name="pt32233"/>
            <p:cNvSpPr/>
            <p:nvPr/>
          </p:nvSpPr>
          <p:spPr>
            <a:xfrm>
              <a:off x="6960822" y="19667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4" name="pt32234"/>
            <p:cNvSpPr/>
            <p:nvPr/>
          </p:nvSpPr>
          <p:spPr>
            <a:xfrm>
              <a:off x="7342175" y="26212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5" name="pt32235"/>
            <p:cNvSpPr/>
            <p:nvPr/>
          </p:nvSpPr>
          <p:spPr>
            <a:xfrm>
              <a:off x="7030810" y="23014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6" name="pt32236"/>
            <p:cNvSpPr/>
            <p:nvPr/>
          </p:nvSpPr>
          <p:spPr>
            <a:xfrm>
              <a:off x="7114659" y="21302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7" name="pt32237"/>
            <p:cNvSpPr/>
            <p:nvPr/>
          </p:nvSpPr>
          <p:spPr>
            <a:xfrm>
              <a:off x="7148404" y="20523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8" name="pt32238"/>
            <p:cNvSpPr/>
            <p:nvPr/>
          </p:nvSpPr>
          <p:spPr>
            <a:xfrm>
              <a:off x="7184770" y="21529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9" name="pt32239"/>
            <p:cNvSpPr/>
            <p:nvPr/>
          </p:nvSpPr>
          <p:spPr>
            <a:xfrm>
              <a:off x="7252322" y="20831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0" name="pt32240"/>
            <p:cNvSpPr/>
            <p:nvPr/>
          </p:nvSpPr>
          <p:spPr>
            <a:xfrm>
              <a:off x="7124508" y="2054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1" name="pt32241"/>
            <p:cNvSpPr/>
            <p:nvPr/>
          </p:nvSpPr>
          <p:spPr>
            <a:xfrm>
              <a:off x="7199708" y="21214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2" name="pt32242"/>
            <p:cNvSpPr/>
            <p:nvPr/>
          </p:nvSpPr>
          <p:spPr>
            <a:xfrm>
              <a:off x="7081130" y="22329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3" name="pt32243"/>
            <p:cNvSpPr/>
            <p:nvPr/>
          </p:nvSpPr>
          <p:spPr>
            <a:xfrm>
              <a:off x="7065327" y="21993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4" name="pt32244"/>
            <p:cNvSpPr/>
            <p:nvPr/>
          </p:nvSpPr>
          <p:spPr>
            <a:xfrm>
              <a:off x="7167229" y="21890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5" name="pt32245"/>
            <p:cNvSpPr/>
            <p:nvPr/>
          </p:nvSpPr>
          <p:spPr>
            <a:xfrm>
              <a:off x="7114613" y="21536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6" name="pt32246"/>
            <p:cNvSpPr/>
            <p:nvPr/>
          </p:nvSpPr>
          <p:spPr>
            <a:xfrm>
              <a:off x="6907904" y="22370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7" name="pt32247"/>
            <p:cNvSpPr/>
            <p:nvPr/>
          </p:nvSpPr>
          <p:spPr>
            <a:xfrm>
              <a:off x="7053574" y="20361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8" name="pt32248"/>
            <p:cNvSpPr/>
            <p:nvPr/>
          </p:nvSpPr>
          <p:spPr>
            <a:xfrm>
              <a:off x="7087142" y="21675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9" name="pt32249"/>
            <p:cNvSpPr/>
            <p:nvPr/>
          </p:nvSpPr>
          <p:spPr>
            <a:xfrm>
              <a:off x="7113587" y="21430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0" name="pt32250"/>
            <p:cNvSpPr/>
            <p:nvPr/>
          </p:nvSpPr>
          <p:spPr>
            <a:xfrm>
              <a:off x="6968943" y="20058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1" name="pt32251"/>
            <p:cNvSpPr/>
            <p:nvPr/>
          </p:nvSpPr>
          <p:spPr>
            <a:xfrm>
              <a:off x="7073984" y="21458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2" name="pt32252"/>
            <p:cNvSpPr/>
            <p:nvPr/>
          </p:nvSpPr>
          <p:spPr>
            <a:xfrm>
              <a:off x="7068749" y="22135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3" name="pt32253"/>
            <p:cNvSpPr/>
            <p:nvPr/>
          </p:nvSpPr>
          <p:spPr>
            <a:xfrm>
              <a:off x="7254943" y="21000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4" name="pt32254"/>
            <p:cNvSpPr/>
            <p:nvPr/>
          </p:nvSpPr>
          <p:spPr>
            <a:xfrm>
              <a:off x="7110423" y="21058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5" name="pt32255"/>
            <p:cNvSpPr/>
            <p:nvPr/>
          </p:nvSpPr>
          <p:spPr>
            <a:xfrm>
              <a:off x="7117108" y="21333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6" name="pt32256"/>
            <p:cNvSpPr/>
            <p:nvPr/>
          </p:nvSpPr>
          <p:spPr>
            <a:xfrm>
              <a:off x="7185386" y="23153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7" name="pt32257"/>
            <p:cNvSpPr/>
            <p:nvPr/>
          </p:nvSpPr>
          <p:spPr>
            <a:xfrm>
              <a:off x="6995268" y="19806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8" name="pt32258"/>
            <p:cNvSpPr/>
            <p:nvPr/>
          </p:nvSpPr>
          <p:spPr>
            <a:xfrm>
              <a:off x="7042043" y="22757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9" name="pt32259"/>
            <p:cNvSpPr/>
            <p:nvPr/>
          </p:nvSpPr>
          <p:spPr>
            <a:xfrm>
              <a:off x="7017002" y="19202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0" name="pt32260"/>
            <p:cNvSpPr/>
            <p:nvPr/>
          </p:nvSpPr>
          <p:spPr>
            <a:xfrm>
              <a:off x="6909935" y="21029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1" name="pt32261"/>
            <p:cNvSpPr/>
            <p:nvPr/>
          </p:nvSpPr>
          <p:spPr>
            <a:xfrm>
              <a:off x="7296669" y="19886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2" name="pt32262"/>
            <p:cNvSpPr/>
            <p:nvPr/>
          </p:nvSpPr>
          <p:spPr>
            <a:xfrm>
              <a:off x="7223460" y="19695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3" name="pt32263"/>
            <p:cNvSpPr/>
            <p:nvPr/>
          </p:nvSpPr>
          <p:spPr>
            <a:xfrm>
              <a:off x="7189063" y="22183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4" name="pt32264"/>
            <p:cNvSpPr/>
            <p:nvPr/>
          </p:nvSpPr>
          <p:spPr>
            <a:xfrm>
              <a:off x="7115383" y="21990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5" name="pt32265"/>
            <p:cNvSpPr/>
            <p:nvPr/>
          </p:nvSpPr>
          <p:spPr>
            <a:xfrm>
              <a:off x="7189592" y="21257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6" name="pt32266"/>
            <p:cNvSpPr/>
            <p:nvPr/>
          </p:nvSpPr>
          <p:spPr>
            <a:xfrm>
              <a:off x="7091027" y="22349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7" name="pt32267"/>
            <p:cNvSpPr/>
            <p:nvPr/>
          </p:nvSpPr>
          <p:spPr>
            <a:xfrm>
              <a:off x="6994266" y="19760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8" name="pt32268"/>
            <p:cNvSpPr/>
            <p:nvPr/>
          </p:nvSpPr>
          <p:spPr>
            <a:xfrm>
              <a:off x="7322990" y="21973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9" name="pt32269"/>
            <p:cNvSpPr/>
            <p:nvPr/>
          </p:nvSpPr>
          <p:spPr>
            <a:xfrm>
              <a:off x="7405783" y="27811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0" name="pt32270"/>
            <p:cNvSpPr/>
            <p:nvPr/>
          </p:nvSpPr>
          <p:spPr>
            <a:xfrm>
              <a:off x="7031887" y="22659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1" name="pt32271"/>
            <p:cNvSpPr/>
            <p:nvPr/>
          </p:nvSpPr>
          <p:spPr>
            <a:xfrm>
              <a:off x="7286229" y="20555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2" name="pt32272"/>
            <p:cNvSpPr/>
            <p:nvPr/>
          </p:nvSpPr>
          <p:spPr>
            <a:xfrm>
              <a:off x="7162734" y="21560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3" name="pt32273"/>
            <p:cNvSpPr/>
            <p:nvPr/>
          </p:nvSpPr>
          <p:spPr>
            <a:xfrm>
              <a:off x="7169904" y="21081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4" name="pt32274"/>
            <p:cNvSpPr/>
            <p:nvPr/>
          </p:nvSpPr>
          <p:spPr>
            <a:xfrm>
              <a:off x="7151856" y="20539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5" name="pt32275"/>
            <p:cNvSpPr/>
            <p:nvPr/>
          </p:nvSpPr>
          <p:spPr>
            <a:xfrm>
              <a:off x="7197957" y="2214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6" name="pt32276"/>
            <p:cNvSpPr/>
            <p:nvPr/>
          </p:nvSpPr>
          <p:spPr>
            <a:xfrm>
              <a:off x="6956860" y="19900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7" name="pt32277"/>
            <p:cNvSpPr/>
            <p:nvPr/>
          </p:nvSpPr>
          <p:spPr>
            <a:xfrm>
              <a:off x="7070314" y="20640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8" name="pt32278"/>
            <p:cNvSpPr/>
            <p:nvPr/>
          </p:nvSpPr>
          <p:spPr>
            <a:xfrm>
              <a:off x="6956348" y="20134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9" name="pt32279"/>
            <p:cNvSpPr/>
            <p:nvPr/>
          </p:nvSpPr>
          <p:spPr>
            <a:xfrm>
              <a:off x="7371221" y="21273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0" name="pt32280"/>
            <p:cNvSpPr/>
            <p:nvPr/>
          </p:nvSpPr>
          <p:spPr>
            <a:xfrm>
              <a:off x="7097676" y="21489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1" name="pt32281"/>
            <p:cNvSpPr/>
            <p:nvPr/>
          </p:nvSpPr>
          <p:spPr>
            <a:xfrm>
              <a:off x="7104467" y="20038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2" name="pt32282"/>
            <p:cNvSpPr/>
            <p:nvPr/>
          </p:nvSpPr>
          <p:spPr>
            <a:xfrm>
              <a:off x="6935917" y="19322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3" name="pt32283"/>
            <p:cNvSpPr/>
            <p:nvPr/>
          </p:nvSpPr>
          <p:spPr>
            <a:xfrm>
              <a:off x="6778337" y="26626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4" name="pt32284"/>
            <p:cNvSpPr/>
            <p:nvPr/>
          </p:nvSpPr>
          <p:spPr>
            <a:xfrm>
              <a:off x="7273821" y="19155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5" name="pt32285"/>
            <p:cNvSpPr/>
            <p:nvPr/>
          </p:nvSpPr>
          <p:spPr>
            <a:xfrm>
              <a:off x="7089852" y="22659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6" name="pt32286"/>
            <p:cNvSpPr/>
            <p:nvPr/>
          </p:nvSpPr>
          <p:spPr>
            <a:xfrm>
              <a:off x="7214633" y="20798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7" name="pt32287"/>
            <p:cNvSpPr/>
            <p:nvPr/>
          </p:nvSpPr>
          <p:spPr>
            <a:xfrm>
              <a:off x="7235251" y="21534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8" name="pt32288"/>
            <p:cNvSpPr/>
            <p:nvPr/>
          </p:nvSpPr>
          <p:spPr>
            <a:xfrm>
              <a:off x="7130292" y="22833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9" name="pt32289"/>
            <p:cNvSpPr/>
            <p:nvPr/>
          </p:nvSpPr>
          <p:spPr>
            <a:xfrm>
              <a:off x="7182680" y="19045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0" name="pt32290"/>
            <p:cNvSpPr/>
            <p:nvPr/>
          </p:nvSpPr>
          <p:spPr>
            <a:xfrm>
              <a:off x="7168751" y="21837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1" name="pt32291"/>
            <p:cNvSpPr/>
            <p:nvPr/>
          </p:nvSpPr>
          <p:spPr>
            <a:xfrm>
              <a:off x="7111345" y="21616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2" name="pt32292"/>
            <p:cNvSpPr/>
            <p:nvPr/>
          </p:nvSpPr>
          <p:spPr>
            <a:xfrm>
              <a:off x="6973110" y="19374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3" name="pt32293"/>
            <p:cNvSpPr/>
            <p:nvPr/>
          </p:nvSpPr>
          <p:spPr>
            <a:xfrm>
              <a:off x="6726244" y="18695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4" name="pt32294"/>
            <p:cNvSpPr/>
            <p:nvPr/>
          </p:nvSpPr>
          <p:spPr>
            <a:xfrm>
              <a:off x="7016140" y="18974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5" name="pt32295"/>
            <p:cNvSpPr/>
            <p:nvPr/>
          </p:nvSpPr>
          <p:spPr>
            <a:xfrm>
              <a:off x="6926279" y="22349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6" name="pt32296"/>
            <p:cNvSpPr/>
            <p:nvPr/>
          </p:nvSpPr>
          <p:spPr>
            <a:xfrm>
              <a:off x="7323925" y="20919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7" name="pt32297"/>
            <p:cNvSpPr/>
            <p:nvPr/>
          </p:nvSpPr>
          <p:spPr>
            <a:xfrm>
              <a:off x="7362365" y="20923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8" name="pt32298"/>
            <p:cNvSpPr/>
            <p:nvPr/>
          </p:nvSpPr>
          <p:spPr>
            <a:xfrm>
              <a:off x="7454095" y="2558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9" name="pt32299"/>
            <p:cNvSpPr/>
            <p:nvPr/>
          </p:nvSpPr>
          <p:spPr>
            <a:xfrm>
              <a:off x="7242489" y="17505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0" name="pt32300"/>
            <p:cNvSpPr/>
            <p:nvPr/>
          </p:nvSpPr>
          <p:spPr>
            <a:xfrm>
              <a:off x="7234226" y="20513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1" name="pt32301"/>
            <p:cNvSpPr/>
            <p:nvPr/>
          </p:nvSpPr>
          <p:spPr>
            <a:xfrm>
              <a:off x="7241888" y="21983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2" name="pt32302"/>
            <p:cNvSpPr/>
            <p:nvPr/>
          </p:nvSpPr>
          <p:spPr>
            <a:xfrm>
              <a:off x="7372292" y="22583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3" name="pt32303"/>
            <p:cNvSpPr/>
            <p:nvPr/>
          </p:nvSpPr>
          <p:spPr>
            <a:xfrm>
              <a:off x="7110845" y="21323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4" name="pt32304"/>
            <p:cNvSpPr/>
            <p:nvPr/>
          </p:nvSpPr>
          <p:spPr>
            <a:xfrm>
              <a:off x="7378626" y="25620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5" name="pt32305"/>
            <p:cNvSpPr/>
            <p:nvPr/>
          </p:nvSpPr>
          <p:spPr>
            <a:xfrm>
              <a:off x="7254176" y="20597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6" name="pt32306"/>
            <p:cNvSpPr/>
            <p:nvPr/>
          </p:nvSpPr>
          <p:spPr>
            <a:xfrm>
              <a:off x="7414501" y="21799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7" name="pt32307"/>
            <p:cNvSpPr/>
            <p:nvPr/>
          </p:nvSpPr>
          <p:spPr>
            <a:xfrm>
              <a:off x="7466100" y="23926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8" name="pt32308"/>
            <p:cNvSpPr/>
            <p:nvPr/>
          </p:nvSpPr>
          <p:spPr>
            <a:xfrm>
              <a:off x="7123073" y="21206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9" name="pt32309"/>
            <p:cNvSpPr/>
            <p:nvPr/>
          </p:nvSpPr>
          <p:spPr>
            <a:xfrm>
              <a:off x="7083670" y="21860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0" name="pt32310"/>
            <p:cNvSpPr/>
            <p:nvPr/>
          </p:nvSpPr>
          <p:spPr>
            <a:xfrm>
              <a:off x="7151398" y="19772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1" name="pt32311"/>
            <p:cNvSpPr/>
            <p:nvPr/>
          </p:nvSpPr>
          <p:spPr>
            <a:xfrm>
              <a:off x="7008614" y="20383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2" name="pt32312"/>
            <p:cNvSpPr/>
            <p:nvPr/>
          </p:nvSpPr>
          <p:spPr>
            <a:xfrm>
              <a:off x="7030704" y="23415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3" name="pt32313"/>
            <p:cNvSpPr/>
            <p:nvPr/>
          </p:nvSpPr>
          <p:spPr>
            <a:xfrm>
              <a:off x="6979684" y="17564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4" name="pt32314"/>
            <p:cNvSpPr/>
            <p:nvPr/>
          </p:nvSpPr>
          <p:spPr>
            <a:xfrm>
              <a:off x="7027535" y="23977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5" name="pt32315"/>
            <p:cNvSpPr/>
            <p:nvPr/>
          </p:nvSpPr>
          <p:spPr>
            <a:xfrm>
              <a:off x="7516574" y="25031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6" name="pt32316"/>
            <p:cNvSpPr/>
            <p:nvPr/>
          </p:nvSpPr>
          <p:spPr>
            <a:xfrm>
              <a:off x="7208766" y="21059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7" name="pt32317"/>
            <p:cNvSpPr/>
            <p:nvPr/>
          </p:nvSpPr>
          <p:spPr>
            <a:xfrm>
              <a:off x="7155945" y="19255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8" name="pt32318"/>
            <p:cNvSpPr/>
            <p:nvPr/>
          </p:nvSpPr>
          <p:spPr>
            <a:xfrm>
              <a:off x="7346032" y="25648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9" name="pt32319"/>
            <p:cNvSpPr/>
            <p:nvPr/>
          </p:nvSpPr>
          <p:spPr>
            <a:xfrm>
              <a:off x="7232528" y="22273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0" name="pt32320"/>
            <p:cNvSpPr/>
            <p:nvPr/>
          </p:nvSpPr>
          <p:spPr>
            <a:xfrm>
              <a:off x="7208144" y="2273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1" name="pt32321"/>
            <p:cNvSpPr/>
            <p:nvPr/>
          </p:nvSpPr>
          <p:spPr>
            <a:xfrm>
              <a:off x="7354370" y="2257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2" name="pt32322"/>
            <p:cNvSpPr/>
            <p:nvPr/>
          </p:nvSpPr>
          <p:spPr>
            <a:xfrm>
              <a:off x="6859527" y="20789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3" name="pt32323"/>
            <p:cNvSpPr/>
            <p:nvPr/>
          </p:nvSpPr>
          <p:spPr>
            <a:xfrm>
              <a:off x="6924444" y="21745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4" name="pt32324"/>
            <p:cNvSpPr/>
            <p:nvPr/>
          </p:nvSpPr>
          <p:spPr>
            <a:xfrm>
              <a:off x="7186759" y="22236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5" name="pt32325"/>
            <p:cNvSpPr/>
            <p:nvPr/>
          </p:nvSpPr>
          <p:spPr>
            <a:xfrm>
              <a:off x="7142555" y="22399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6" name="pt32326"/>
            <p:cNvSpPr/>
            <p:nvPr/>
          </p:nvSpPr>
          <p:spPr>
            <a:xfrm>
              <a:off x="7454081" y="22598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7" name="pt32327"/>
            <p:cNvSpPr/>
            <p:nvPr/>
          </p:nvSpPr>
          <p:spPr>
            <a:xfrm>
              <a:off x="6790676" y="20831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8" name="pt32328"/>
            <p:cNvSpPr/>
            <p:nvPr/>
          </p:nvSpPr>
          <p:spPr>
            <a:xfrm>
              <a:off x="7172427" y="2230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9" name="pt32329"/>
            <p:cNvSpPr/>
            <p:nvPr/>
          </p:nvSpPr>
          <p:spPr>
            <a:xfrm>
              <a:off x="7370374" y="18916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0" name="pt32330"/>
            <p:cNvSpPr/>
            <p:nvPr/>
          </p:nvSpPr>
          <p:spPr>
            <a:xfrm>
              <a:off x="7264853" y="20433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1" name="pt32331"/>
            <p:cNvSpPr/>
            <p:nvPr/>
          </p:nvSpPr>
          <p:spPr>
            <a:xfrm>
              <a:off x="7015321" y="18933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2" name="pt32332"/>
            <p:cNvSpPr/>
            <p:nvPr/>
          </p:nvSpPr>
          <p:spPr>
            <a:xfrm>
              <a:off x="7140168" y="21985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3" name="pt32333"/>
            <p:cNvSpPr/>
            <p:nvPr/>
          </p:nvSpPr>
          <p:spPr>
            <a:xfrm>
              <a:off x="6941397" y="21195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4" name="pt32334"/>
            <p:cNvSpPr/>
            <p:nvPr/>
          </p:nvSpPr>
          <p:spPr>
            <a:xfrm>
              <a:off x="7205011" y="20847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5" name="pt32335"/>
            <p:cNvSpPr/>
            <p:nvPr/>
          </p:nvSpPr>
          <p:spPr>
            <a:xfrm>
              <a:off x="7222039" y="20121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6" name="pt32336"/>
            <p:cNvSpPr/>
            <p:nvPr/>
          </p:nvSpPr>
          <p:spPr>
            <a:xfrm>
              <a:off x="7022745" y="20470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7" name="pt32337"/>
            <p:cNvSpPr/>
            <p:nvPr/>
          </p:nvSpPr>
          <p:spPr>
            <a:xfrm>
              <a:off x="7136200" y="24082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8" name="pt32338"/>
            <p:cNvSpPr/>
            <p:nvPr/>
          </p:nvSpPr>
          <p:spPr>
            <a:xfrm>
              <a:off x="7274247" y="20130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9" name="pt32339"/>
            <p:cNvSpPr/>
            <p:nvPr/>
          </p:nvSpPr>
          <p:spPr>
            <a:xfrm>
              <a:off x="7101987" y="21037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0" name="pt32340"/>
            <p:cNvSpPr/>
            <p:nvPr/>
          </p:nvSpPr>
          <p:spPr>
            <a:xfrm>
              <a:off x="7007906" y="19369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1" name="pt32341"/>
            <p:cNvSpPr/>
            <p:nvPr/>
          </p:nvSpPr>
          <p:spPr>
            <a:xfrm>
              <a:off x="7317337" y="20920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2" name="pt32342"/>
            <p:cNvSpPr/>
            <p:nvPr/>
          </p:nvSpPr>
          <p:spPr>
            <a:xfrm>
              <a:off x="7137174" y="22908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3" name="pt32343"/>
            <p:cNvSpPr/>
            <p:nvPr/>
          </p:nvSpPr>
          <p:spPr>
            <a:xfrm>
              <a:off x="7169211" y="21953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4" name="pt32344"/>
            <p:cNvSpPr/>
            <p:nvPr/>
          </p:nvSpPr>
          <p:spPr>
            <a:xfrm>
              <a:off x="7127452" y="22191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5" name="pt32345"/>
            <p:cNvSpPr/>
            <p:nvPr/>
          </p:nvSpPr>
          <p:spPr>
            <a:xfrm>
              <a:off x="7245828" y="21883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6" name="pt32346"/>
            <p:cNvSpPr/>
            <p:nvPr/>
          </p:nvSpPr>
          <p:spPr>
            <a:xfrm>
              <a:off x="7209086" y="21982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7" name="pt32347"/>
            <p:cNvSpPr/>
            <p:nvPr/>
          </p:nvSpPr>
          <p:spPr>
            <a:xfrm>
              <a:off x="7020381" y="21300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8" name="pt32348"/>
            <p:cNvSpPr/>
            <p:nvPr/>
          </p:nvSpPr>
          <p:spPr>
            <a:xfrm>
              <a:off x="7345653" y="26731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9" name="pt32349"/>
            <p:cNvSpPr/>
            <p:nvPr/>
          </p:nvSpPr>
          <p:spPr>
            <a:xfrm>
              <a:off x="7075946" y="21446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0" name="pt32350"/>
            <p:cNvSpPr/>
            <p:nvPr/>
          </p:nvSpPr>
          <p:spPr>
            <a:xfrm>
              <a:off x="7210958" y="21264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1" name="pt32351"/>
            <p:cNvSpPr/>
            <p:nvPr/>
          </p:nvSpPr>
          <p:spPr>
            <a:xfrm>
              <a:off x="7166924" y="21576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2" name="pt32352"/>
            <p:cNvSpPr/>
            <p:nvPr/>
          </p:nvSpPr>
          <p:spPr>
            <a:xfrm>
              <a:off x="7072393" y="21473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3" name="pt32353"/>
            <p:cNvSpPr/>
            <p:nvPr/>
          </p:nvSpPr>
          <p:spPr>
            <a:xfrm>
              <a:off x="7059580" y="21131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4" name="pt32354"/>
            <p:cNvSpPr/>
            <p:nvPr/>
          </p:nvSpPr>
          <p:spPr>
            <a:xfrm>
              <a:off x="7386815" y="24494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5" name="pt32355"/>
            <p:cNvSpPr/>
            <p:nvPr/>
          </p:nvSpPr>
          <p:spPr>
            <a:xfrm>
              <a:off x="6930417" y="19228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6" name="pt32356"/>
            <p:cNvSpPr/>
            <p:nvPr/>
          </p:nvSpPr>
          <p:spPr>
            <a:xfrm>
              <a:off x="7102377" y="21282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7" name="pt32357"/>
            <p:cNvSpPr/>
            <p:nvPr/>
          </p:nvSpPr>
          <p:spPr>
            <a:xfrm>
              <a:off x="7165620" y="22399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8" name="pt32358"/>
            <p:cNvSpPr/>
            <p:nvPr/>
          </p:nvSpPr>
          <p:spPr>
            <a:xfrm>
              <a:off x="6604519" y="22717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9" name="pt32359"/>
            <p:cNvSpPr/>
            <p:nvPr/>
          </p:nvSpPr>
          <p:spPr>
            <a:xfrm>
              <a:off x="7292193" y="21387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0" name="pt32360"/>
            <p:cNvSpPr/>
            <p:nvPr/>
          </p:nvSpPr>
          <p:spPr>
            <a:xfrm>
              <a:off x="7207218" y="20363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1" name="pt32361"/>
            <p:cNvSpPr/>
            <p:nvPr/>
          </p:nvSpPr>
          <p:spPr>
            <a:xfrm>
              <a:off x="6918824" y="23289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2" name="pt32362"/>
            <p:cNvSpPr/>
            <p:nvPr/>
          </p:nvSpPr>
          <p:spPr>
            <a:xfrm>
              <a:off x="6971843" y="20218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3" name="pt32363"/>
            <p:cNvSpPr/>
            <p:nvPr/>
          </p:nvSpPr>
          <p:spPr>
            <a:xfrm>
              <a:off x="7212637" y="20670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4" name="pt32364"/>
            <p:cNvSpPr/>
            <p:nvPr/>
          </p:nvSpPr>
          <p:spPr>
            <a:xfrm>
              <a:off x="7045480" y="21893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5" name="pt32365"/>
            <p:cNvSpPr/>
            <p:nvPr/>
          </p:nvSpPr>
          <p:spPr>
            <a:xfrm>
              <a:off x="6944957" y="19006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6" name="pt32366"/>
            <p:cNvSpPr/>
            <p:nvPr/>
          </p:nvSpPr>
          <p:spPr>
            <a:xfrm>
              <a:off x="7368732" y="20487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7" name="pt32367"/>
            <p:cNvSpPr/>
            <p:nvPr/>
          </p:nvSpPr>
          <p:spPr>
            <a:xfrm>
              <a:off x="7223160" y="18872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8" name="pt32368"/>
            <p:cNvSpPr/>
            <p:nvPr/>
          </p:nvSpPr>
          <p:spPr>
            <a:xfrm>
              <a:off x="7264723" y="18929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9" name="pt32369"/>
            <p:cNvSpPr/>
            <p:nvPr/>
          </p:nvSpPr>
          <p:spPr>
            <a:xfrm>
              <a:off x="7585013" y="2611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0" name="pt32370"/>
            <p:cNvSpPr/>
            <p:nvPr/>
          </p:nvSpPr>
          <p:spPr>
            <a:xfrm>
              <a:off x="7017267" y="19515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1" name="pt32371"/>
            <p:cNvSpPr/>
            <p:nvPr/>
          </p:nvSpPr>
          <p:spPr>
            <a:xfrm>
              <a:off x="6863108" y="20806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2" name="pt32372"/>
            <p:cNvSpPr/>
            <p:nvPr/>
          </p:nvSpPr>
          <p:spPr>
            <a:xfrm>
              <a:off x="7304523" y="19301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3" name="pt32373"/>
            <p:cNvSpPr/>
            <p:nvPr/>
          </p:nvSpPr>
          <p:spPr>
            <a:xfrm>
              <a:off x="7135949" y="23809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4" name="pt32374"/>
            <p:cNvSpPr/>
            <p:nvPr/>
          </p:nvSpPr>
          <p:spPr>
            <a:xfrm>
              <a:off x="6917626" y="21801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5" name="pt32375"/>
            <p:cNvSpPr/>
            <p:nvPr/>
          </p:nvSpPr>
          <p:spPr>
            <a:xfrm>
              <a:off x="7224946" y="21993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6" name="pt32376"/>
            <p:cNvSpPr/>
            <p:nvPr/>
          </p:nvSpPr>
          <p:spPr>
            <a:xfrm>
              <a:off x="6752630" y="18184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7" name="pt32377"/>
            <p:cNvSpPr/>
            <p:nvPr/>
          </p:nvSpPr>
          <p:spPr>
            <a:xfrm>
              <a:off x="7233938" y="20924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8" name="pt32378"/>
            <p:cNvSpPr/>
            <p:nvPr/>
          </p:nvSpPr>
          <p:spPr>
            <a:xfrm>
              <a:off x="7108992" y="20790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9" name="pt32379"/>
            <p:cNvSpPr/>
            <p:nvPr/>
          </p:nvSpPr>
          <p:spPr>
            <a:xfrm>
              <a:off x="7102412" y="21656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0" name="pt32380"/>
            <p:cNvSpPr/>
            <p:nvPr/>
          </p:nvSpPr>
          <p:spPr>
            <a:xfrm>
              <a:off x="7326943" y="22235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1" name="pt32381"/>
            <p:cNvSpPr/>
            <p:nvPr/>
          </p:nvSpPr>
          <p:spPr>
            <a:xfrm>
              <a:off x="6925311" y="21382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2" name="pt32382"/>
            <p:cNvSpPr/>
            <p:nvPr/>
          </p:nvSpPr>
          <p:spPr>
            <a:xfrm>
              <a:off x="7013105" y="19500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3" name="pt32383"/>
            <p:cNvSpPr/>
            <p:nvPr/>
          </p:nvSpPr>
          <p:spPr>
            <a:xfrm>
              <a:off x="6982635" y="20573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4" name="pt32384"/>
            <p:cNvSpPr/>
            <p:nvPr/>
          </p:nvSpPr>
          <p:spPr>
            <a:xfrm>
              <a:off x="7228277" y="22207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5" name="pt32385"/>
            <p:cNvSpPr/>
            <p:nvPr/>
          </p:nvSpPr>
          <p:spPr>
            <a:xfrm>
              <a:off x="7196803" y="21680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6" name="pt32386"/>
            <p:cNvSpPr/>
            <p:nvPr/>
          </p:nvSpPr>
          <p:spPr>
            <a:xfrm>
              <a:off x="7223259" y="18415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7" name="pt32387"/>
            <p:cNvSpPr/>
            <p:nvPr/>
          </p:nvSpPr>
          <p:spPr>
            <a:xfrm>
              <a:off x="7107288" y="21958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8" name="pt32388"/>
            <p:cNvSpPr/>
            <p:nvPr/>
          </p:nvSpPr>
          <p:spPr>
            <a:xfrm>
              <a:off x="7181336" y="20247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9" name="pt32389"/>
            <p:cNvSpPr/>
            <p:nvPr/>
          </p:nvSpPr>
          <p:spPr>
            <a:xfrm>
              <a:off x="7071677" y="21977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0" name="pt32390"/>
            <p:cNvSpPr/>
            <p:nvPr/>
          </p:nvSpPr>
          <p:spPr>
            <a:xfrm>
              <a:off x="7115796" y="20800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1" name="pt32391"/>
            <p:cNvSpPr/>
            <p:nvPr/>
          </p:nvSpPr>
          <p:spPr>
            <a:xfrm>
              <a:off x="7276701" y="20258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2" name="pt32392"/>
            <p:cNvSpPr/>
            <p:nvPr/>
          </p:nvSpPr>
          <p:spPr>
            <a:xfrm>
              <a:off x="7156598" y="20050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3" name="pt32393"/>
            <p:cNvSpPr/>
            <p:nvPr/>
          </p:nvSpPr>
          <p:spPr>
            <a:xfrm>
              <a:off x="7297705" y="16754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4" name="pt32394"/>
            <p:cNvSpPr/>
            <p:nvPr/>
          </p:nvSpPr>
          <p:spPr>
            <a:xfrm>
              <a:off x="6984515" y="21662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5" name="pt32395"/>
            <p:cNvSpPr/>
            <p:nvPr/>
          </p:nvSpPr>
          <p:spPr>
            <a:xfrm>
              <a:off x="7119167" y="21496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6" name="pt32396"/>
            <p:cNvSpPr/>
            <p:nvPr/>
          </p:nvSpPr>
          <p:spPr>
            <a:xfrm>
              <a:off x="7086532" y="21781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7" name="pt32397"/>
            <p:cNvSpPr/>
            <p:nvPr/>
          </p:nvSpPr>
          <p:spPr>
            <a:xfrm>
              <a:off x="7036961" y="22152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8" name="pt32398"/>
            <p:cNvSpPr/>
            <p:nvPr/>
          </p:nvSpPr>
          <p:spPr>
            <a:xfrm>
              <a:off x="6999090" y="1900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9" name="pt32399"/>
            <p:cNvSpPr/>
            <p:nvPr/>
          </p:nvSpPr>
          <p:spPr>
            <a:xfrm>
              <a:off x="7095125" y="21616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0" name="pt32400"/>
            <p:cNvSpPr/>
            <p:nvPr/>
          </p:nvSpPr>
          <p:spPr>
            <a:xfrm>
              <a:off x="7031845" y="20871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1" name="pt32401"/>
            <p:cNvSpPr/>
            <p:nvPr/>
          </p:nvSpPr>
          <p:spPr>
            <a:xfrm>
              <a:off x="7200419" y="21837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2" name="pt32402"/>
            <p:cNvSpPr/>
            <p:nvPr/>
          </p:nvSpPr>
          <p:spPr>
            <a:xfrm>
              <a:off x="7153774" y="19927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3" name="pt32403"/>
            <p:cNvSpPr/>
            <p:nvPr/>
          </p:nvSpPr>
          <p:spPr>
            <a:xfrm>
              <a:off x="7110646" y="21343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4" name="pt32404"/>
            <p:cNvSpPr/>
            <p:nvPr/>
          </p:nvSpPr>
          <p:spPr>
            <a:xfrm>
              <a:off x="7018175" y="19522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5" name="pt32405"/>
            <p:cNvSpPr/>
            <p:nvPr/>
          </p:nvSpPr>
          <p:spPr>
            <a:xfrm>
              <a:off x="7235921" y="19492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6" name="pt32406"/>
            <p:cNvSpPr/>
            <p:nvPr/>
          </p:nvSpPr>
          <p:spPr>
            <a:xfrm>
              <a:off x="7047094" y="20631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7" name="pt32407"/>
            <p:cNvSpPr/>
            <p:nvPr/>
          </p:nvSpPr>
          <p:spPr>
            <a:xfrm>
              <a:off x="7277241" y="19377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8" name="pt32408"/>
            <p:cNvSpPr/>
            <p:nvPr/>
          </p:nvSpPr>
          <p:spPr>
            <a:xfrm>
              <a:off x="6948120" y="20365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9" name="pt32409"/>
            <p:cNvSpPr/>
            <p:nvPr/>
          </p:nvSpPr>
          <p:spPr>
            <a:xfrm>
              <a:off x="7206382" y="20550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0" name="pt32410"/>
            <p:cNvSpPr/>
            <p:nvPr/>
          </p:nvSpPr>
          <p:spPr>
            <a:xfrm>
              <a:off x="7133321" y="23104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1" name="pt32411"/>
            <p:cNvSpPr/>
            <p:nvPr/>
          </p:nvSpPr>
          <p:spPr>
            <a:xfrm>
              <a:off x="7169235" y="22511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2" name="pt32412"/>
            <p:cNvSpPr/>
            <p:nvPr/>
          </p:nvSpPr>
          <p:spPr>
            <a:xfrm>
              <a:off x="7058702" y="22858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3" name="pt32413"/>
            <p:cNvSpPr/>
            <p:nvPr/>
          </p:nvSpPr>
          <p:spPr>
            <a:xfrm>
              <a:off x="7091953" y="21350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4" name="pt32414"/>
            <p:cNvSpPr/>
            <p:nvPr/>
          </p:nvSpPr>
          <p:spPr>
            <a:xfrm>
              <a:off x="7293080" y="20256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5" name="pt32415"/>
            <p:cNvSpPr/>
            <p:nvPr/>
          </p:nvSpPr>
          <p:spPr>
            <a:xfrm>
              <a:off x="7082102" y="22447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6" name="pt32416"/>
            <p:cNvSpPr/>
            <p:nvPr/>
          </p:nvSpPr>
          <p:spPr>
            <a:xfrm>
              <a:off x="7038611" y="24808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7" name="pt32417"/>
            <p:cNvSpPr/>
            <p:nvPr/>
          </p:nvSpPr>
          <p:spPr>
            <a:xfrm>
              <a:off x="7164338" y="21716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8" name="pt32418"/>
            <p:cNvSpPr/>
            <p:nvPr/>
          </p:nvSpPr>
          <p:spPr>
            <a:xfrm>
              <a:off x="7189788" y="2415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9" name="pt32419"/>
            <p:cNvSpPr/>
            <p:nvPr/>
          </p:nvSpPr>
          <p:spPr>
            <a:xfrm>
              <a:off x="7082024" y="22447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0" name="pt32420"/>
            <p:cNvSpPr/>
            <p:nvPr/>
          </p:nvSpPr>
          <p:spPr>
            <a:xfrm>
              <a:off x="7005148" y="20167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1" name="pt32421"/>
            <p:cNvSpPr/>
            <p:nvPr/>
          </p:nvSpPr>
          <p:spPr>
            <a:xfrm>
              <a:off x="7253036" y="20169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2" name="pt32422"/>
            <p:cNvSpPr/>
            <p:nvPr/>
          </p:nvSpPr>
          <p:spPr>
            <a:xfrm>
              <a:off x="7263545" y="20856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3" name="pt32423"/>
            <p:cNvSpPr/>
            <p:nvPr/>
          </p:nvSpPr>
          <p:spPr>
            <a:xfrm>
              <a:off x="7044469" y="22142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4" name="pt32424"/>
            <p:cNvSpPr/>
            <p:nvPr/>
          </p:nvSpPr>
          <p:spPr>
            <a:xfrm>
              <a:off x="7128083" y="22300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5" name="pt32425"/>
            <p:cNvSpPr/>
            <p:nvPr/>
          </p:nvSpPr>
          <p:spPr>
            <a:xfrm>
              <a:off x="7202734" y="21947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6" name="pt32426"/>
            <p:cNvSpPr/>
            <p:nvPr/>
          </p:nvSpPr>
          <p:spPr>
            <a:xfrm>
              <a:off x="7180632" y="20744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7" name="pt32427"/>
            <p:cNvSpPr/>
            <p:nvPr/>
          </p:nvSpPr>
          <p:spPr>
            <a:xfrm>
              <a:off x="7093455" y="21322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8" name="pt32428"/>
            <p:cNvSpPr/>
            <p:nvPr/>
          </p:nvSpPr>
          <p:spPr>
            <a:xfrm>
              <a:off x="7291138" y="20999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9" name="pt32429"/>
            <p:cNvSpPr/>
            <p:nvPr/>
          </p:nvSpPr>
          <p:spPr>
            <a:xfrm>
              <a:off x="7115751" y="20403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0" name="pt32430"/>
            <p:cNvSpPr/>
            <p:nvPr/>
          </p:nvSpPr>
          <p:spPr>
            <a:xfrm>
              <a:off x="6987109" y="20320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1" name="pt32431"/>
            <p:cNvSpPr/>
            <p:nvPr/>
          </p:nvSpPr>
          <p:spPr>
            <a:xfrm>
              <a:off x="7249445" y="2042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2" name="pt32432"/>
            <p:cNvSpPr/>
            <p:nvPr/>
          </p:nvSpPr>
          <p:spPr>
            <a:xfrm>
              <a:off x="7127400" y="21548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3" name="pt32433"/>
            <p:cNvSpPr/>
            <p:nvPr/>
          </p:nvSpPr>
          <p:spPr>
            <a:xfrm>
              <a:off x="6841376" y="2289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4" name="pt32434"/>
            <p:cNvSpPr/>
            <p:nvPr/>
          </p:nvSpPr>
          <p:spPr>
            <a:xfrm>
              <a:off x="7072159" y="22181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5" name="pt32435"/>
            <p:cNvSpPr/>
            <p:nvPr/>
          </p:nvSpPr>
          <p:spPr>
            <a:xfrm>
              <a:off x="7287241" y="19956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6" name="pt32436"/>
            <p:cNvSpPr/>
            <p:nvPr/>
          </p:nvSpPr>
          <p:spPr>
            <a:xfrm>
              <a:off x="7215060" y="20949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7" name="pt32437"/>
            <p:cNvSpPr/>
            <p:nvPr/>
          </p:nvSpPr>
          <p:spPr>
            <a:xfrm>
              <a:off x="7451954" y="25449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8" name="pt32438"/>
            <p:cNvSpPr/>
            <p:nvPr/>
          </p:nvSpPr>
          <p:spPr>
            <a:xfrm>
              <a:off x="7091165" y="22228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9" name="pt32439"/>
            <p:cNvSpPr/>
            <p:nvPr/>
          </p:nvSpPr>
          <p:spPr>
            <a:xfrm>
              <a:off x="7174606" y="20482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0" name="pt32440"/>
            <p:cNvSpPr/>
            <p:nvPr/>
          </p:nvSpPr>
          <p:spPr>
            <a:xfrm>
              <a:off x="7308575" y="20483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1" name="pt32441"/>
            <p:cNvSpPr/>
            <p:nvPr/>
          </p:nvSpPr>
          <p:spPr>
            <a:xfrm>
              <a:off x="7149938" y="20772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2" name="pt32442"/>
            <p:cNvSpPr/>
            <p:nvPr/>
          </p:nvSpPr>
          <p:spPr>
            <a:xfrm>
              <a:off x="7086175" y="22124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3" name="pt32443"/>
            <p:cNvSpPr/>
            <p:nvPr/>
          </p:nvSpPr>
          <p:spPr>
            <a:xfrm>
              <a:off x="7094258" y="21981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4" name="pt32444"/>
            <p:cNvSpPr/>
            <p:nvPr/>
          </p:nvSpPr>
          <p:spPr>
            <a:xfrm>
              <a:off x="7157338" y="19907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5" name="pt32445"/>
            <p:cNvSpPr/>
            <p:nvPr/>
          </p:nvSpPr>
          <p:spPr>
            <a:xfrm>
              <a:off x="7086747" y="21727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6" name="pt32446"/>
            <p:cNvSpPr/>
            <p:nvPr/>
          </p:nvSpPr>
          <p:spPr>
            <a:xfrm>
              <a:off x="7129516" y="23284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7" name="pt32447"/>
            <p:cNvSpPr/>
            <p:nvPr/>
          </p:nvSpPr>
          <p:spPr>
            <a:xfrm>
              <a:off x="7124426" y="20803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8" name="pt32448"/>
            <p:cNvSpPr/>
            <p:nvPr/>
          </p:nvSpPr>
          <p:spPr>
            <a:xfrm>
              <a:off x="7234047" y="21568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9" name="pt32449"/>
            <p:cNvSpPr/>
            <p:nvPr/>
          </p:nvSpPr>
          <p:spPr>
            <a:xfrm>
              <a:off x="7049031" y="18014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0" name="pt32450"/>
            <p:cNvSpPr/>
            <p:nvPr/>
          </p:nvSpPr>
          <p:spPr>
            <a:xfrm>
              <a:off x="7168082" y="21991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1" name="pt32451"/>
            <p:cNvSpPr/>
            <p:nvPr/>
          </p:nvSpPr>
          <p:spPr>
            <a:xfrm>
              <a:off x="6898611" y="21818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2" name="pt32452"/>
            <p:cNvSpPr/>
            <p:nvPr/>
          </p:nvSpPr>
          <p:spPr>
            <a:xfrm>
              <a:off x="7022521" y="21477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3" name="pt32453"/>
            <p:cNvSpPr/>
            <p:nvPr/>
          </p:nvSpPr>
          <p:spPr>
            <a:xfrm>
              <a:off x="7198560" y="21964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4" name="pt32454"/>
            <p:cNvSpPr/>
            <p:nvPr/>
          </p:nvSpPr>
          <p:spPr>
            <a:xfrm>
              <a:off x="7209129" y="20735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5" name="pt32455"/>
            <p:cNvSpPr/>
            <p:nvPr/>
          </p:nvSpPr>
          <p:spPr>
            <a:xfrm>
              <a:off x="7099112" y="20285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6" name="pt32456"/>
            <p:cNvSpPr/>
            <p:nvPr/>
          </p:nvSpPr>
          <p:spPr>
            <a:xfrm>
              <a:off x="7158513" y="20859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7" name="pt32457"/>
            <p:cNvSpPr/>
            <p:nvPr/>
          </p:nvSpPr>
          <p:spPr>
            <a:xfrm>
              <a:off x="7059369" y="22429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8" name="pt32458"/>
            <p:cNvSpPr/>
            <p:nvPr/>
          </p:nvSpPr>
          <p:spPr>
            <a:xfrm>
              <a:off x="7145025" y="20963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9" name="pt32459"/>
            <p:cNvSpPr/>
            <p:nvPr/>
          </p:nvSpPr>
          <p:spPr>
            <a:xfrm>
              <a:off x="7121323" y="21549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0" name="pt32460"/>
            <p:cNvSpPr/>
            <p:nvPr/>
          </p:nvSpPr>
          <p:spPr>
            <a:xfrm>
              <a:off x="6923695" y="21559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1" name="pt32461"/>
            <p:cNvSpPr/>
            <p:nvPr/>
          </p:nvSpPr>
          <p:spPr>
            <a:xfrm>
              <a:off x="7088182" y="21556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2" name="pt32462"/>
            <p:cNvSpPr/>
            <p:nvPr/>
          </p:nvSpPr>
          <p:spPr>
            <a:xfrm>
              <a:off x="6980405" y="19346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3" name="pt32463"/>
            <p:cNvSpPr/>
            <p:nvPr/>
          </p:nvSpPr>
          <p:spPr>
            <a:xfrm>
              <a:off x="7305564" y="20894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4" name="pt32464"/>
            <p:cNvSpPr/>
            <p:nvPr/>
          </p:nvSpPr>
          <p:spPr>
            <a:xfrm>
              <a:off x="7120768" y="21803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5" name="pt32465"/>
            <p:cNvSpPr/>
            <p:nvPr/>
          </p:nvSpPr>
          <p:spPr>
            <a:xfrm>
              <a:off x="7247554" y="22094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6" name="pt32466"/>
            <p:cNvSpPr/>
            <p:nvPr/>
          </p:nvSpPr>
          <p:spPr>
            <a:xfrm>
              <a:off x="7034597" y="24704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7" name="pt32467"/>
            <p:cNvSpPr/>
            <p:nvPr/>
          </p:nvSpPr>
          <p:spPr>
            <a:xfrm>
              <a:off x="7142510" y="21967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8" name="pt32468"/>
            <p:cNvSpPr/>
            <p:nvPr/>
          </p:nvSpPr>
          <p:spPr>
            <a:xfrm>
              <a:off x="7114376" y="21951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9" name="pt32469"/>
            <p:cNvSpPr/>
            <p:nvPr/>
          </p:nvSpPr>
          <p:spPr>
            <a:xfrm>
              <a:off x="7209428" y="19420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0" name="pt32470"/>
            <p:cNvSpPr/>
            <p:nvPr/>
          </p:nvSpPr>
          <p:spPr>
            <a:xfrm>
              <a:off x="7080123" y="22502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1" name="pt32471"/>
            <p:cNvSpPr/>
            <p:nvPr/>
          </p:nvSpPr>
          <p:spPr>
            <a:xfrm>
              <a:off x="7062372" y="22788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2" name="pt32472"/>
            <p:cNvSpPr/>
            <p:nvPr/>
          </p:nvSpPr>
          <p:spPr>
            <a:xfrm>
              <a:off x="7199125" y="21565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3" name="pt32473"/>
            <p:cNvSpPr/>
            <p:nvPr/>
          </p:nvSpPr>
          <p:spPr>
            <a:xfrm>
              <a:off x="7369351" y="21511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4" name="pt32474"/>
            <p:cNvSpPr/>
            <p:nvPr/>
          </p:nvSpPr>
          <p:spPr>
            <a:xfrm>
              <a:off x="7004725" y="20042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5" name="pt32475"/>
            <p:cNvSpPr/>
            <p:nvPr/>
          </p:nvSpPr>
          <p:spPr>
            <a:xfrm>
              <a:off x="7135346" y="24199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6" name="pt32476"/>
            <p:cNvSpPr/>
            <p:nvPr/>
          </p:nvSpPr>
          <p:spPr>
            <a:xfrm>
              <a:off x="7022379" y="21018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7" name="pt32477"/>
            <p:cNvSpPr/>
            <p:nvPr/>
          </p:nvSpPr>
          <p:spPr>
            <a:xfrm>
              <a:off x="7278574" y="18990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8" name="pt32478"/>
            <p:cNvSpPr/>
            <p:nvPr/>
          </p:nvSpPr>
          <p:spPr>
            <a:xfrm>
              <a:off x="6442416" y="16731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9" name="pt32479"/>
            <p:cNvSpPr/>
            <p:nvPr/>
          </p:nvSpPr>
          <p:spPr>
            <a:xfrm>
              <a:off x="7112035" y="21283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0" name="pt32480"/>
            <p:cNvSpPr/>
            <p:nvPr/>
          </p:nvSpPr>
          <p:spPr>
            <a:xfrm>
              <a:off x="7409018" y="20688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1" name="pt32481"/>
            <p:cNvSpPr/>
            <p:nvPr/>
          </p:nvSpPr>
          <p:spPr>
            <a:xfrm>
              <a:off x="7247777" y="21560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2" name="pt32482"/>
            <p:cNvSpPr/>
            <p:nvPr/>
          </p:nvSpPr>
          <p:spPr>
            <a:xfrm>
              <a:off x="7187741" y="21527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3" name="pt32483"/>
            <p:cNvSpPr/>
            <p:nvPr/>
          </p:nvSpPr>
          <p:spPr>
            <a:xfrm>
              <a:off x="6891216" y="17683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4" name="pt32484"/>
            <p:cNvSpPr/>
            <p:nvPr/>
          </p:nvSpPr>
          <p:spPr>
            <a:xfrm>
              <a:off x="7225222" y="21231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5" name="pt32485"/>
            <p:cNvSpPr/>
            <p:nvPr/>
          </p:nvSpPr>
          <p:spPr>
            <a:xfrm>
              <a:off x="7176620" y="20343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6" name="pt32486"/>
            <p:cNvSpPr/>
            <p:nvPr/>
          </p:nvSpPr>
          <p:spPr>
            <a:xfrm>
              <a:off x="7176466" y="20877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7" name="pt32487"/>
            <p:cNvSpPr/>
            <p:nvPr/>
          </p:nvSpPr>
          <p:spPr>
            <a:xfrm>
              <a:off x="7152812" y="20414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8" name="pt32488"/>
            <p:cNvSpPr/>
            <p:nvPr/>
          </p:nvSpPr>
          <p:spPr>
            <a:xfrm>
              <a:off x="7133273" y="23509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9" name="pt32489"/>
            <p:cNvSpPr/>
            <p:nvPr/>
          </p:nvSpPr>
          <p:spPr>
            <a:xfrm>
              <a:off x="7197131" y="22922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0" name="pt32490"/>
            <p:cNvSpPr/>
            <p:nvPr/>
          </p:nvSpPr>
          <p:spPr>
            <a:xfrm>
              <a:off x="7193409" y="22691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1" name="pt32491"/>
            <p:cNvSpPr/>
            <p:nvPr/>
          </p:nvSpPr>
          <p:spPr>
            <a:xfrm>
              <a:off x="7257599" y="19410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2" name="pt32492"/>
            <p:cNvSpPr/>
            <p:nvPr/>
          </p:nvSpPr>
          <p:spPr>
            <a:xfrm>
              <a:off x="7124720" y="22269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3" name="pt32493"/>
            <p:cNvSpPr/>
            <p:nvPr/>
          </p:nvSpPr>
          <p:spPr>
            <a:xfrm>
              <a:off x="7140620" y="21106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4" name="pt32494"/>
            <p:cNvSpPr/>
            <p:nvPr/>
          </p:nvSpPr>
          <p:spPr>
            <a:xfrm>
              <a:off x="7241308" y="20916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5" name="pt32495"/>
            <p:cNvSpPr/>
            <p:nvPr/>
          </p:nvSpPr>
          <p:spPr>
            <a:xfrm>
              <a:off x="7093487" y="22138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6" name="pt32496"/>
            <p:cNvSpPr/>
            <p:nvPr/>
          </p:nvSpPr>
          <p:spPr>
            <a:xfrm>
              <a:off x="7272386" y="20790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7" name="pt32497"/>
            <p:cNvSpPr/>
            <p:nvPr/>
          </p:nvSpPr>
          <p:spPr>
            <a:xfrm>
              <a:off x="6836527" y="22508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8" name="pt32498"/>
            <p:cNvSpPr/>
            <p:nvPr/>
          </p:nvSpPr>
          <p:spPr>
            <a:xfrm>
              <a:off x="6900484" y="23138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9" name="pt32499"/>
            <p:cNvSpPr/>
            <p:nvPr/>
          </p:nvSpPr>
          <p:spPr>
            <a:xfrm>
              <a:off x="7228777" y="21230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0" name="pt32500"/>
            <p:cNvSpPr/>
            <p:nvPr/>
          </p:nvSpPr>
          <p:spPr>
            <a:xfrm>
              <a:off x="7109073" y="21188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1" name="pt32501"/>
            <p:cNvSpPr/>
            <p:nvPr/>
          </p:nvSpPr>
          <p:spPr>
            <a:xfrm>
              <a:off x="7232621" y="22275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2" name="pt32502"/>
            <p:cNvSpPr/>
            <p:nvPr/>
          </p:nvSpPr>
          <p:spPr>
            <a:xfrm>
              <a:off x="7103693" y="2113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3" name="pt32503"/>
            <p:cNvSpPr/>
            <p:nvPr/>
          </p:nvSpPr>
          <p:spPr>
            <a:xfrm>
              <a:off x="7242606" y="21595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4" name="pt32504"/>
            <p:cNvSpPr/>
            <p:nvPr/>
          </p:nvSpPr>
          <p:spPr>
            <a:xfrm>
              <a:off x="7107433" y="21072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5" name="pt32505"/>
            <p:cNvSpPr/>
            <p:nvPr/>
          </p:nvSpPr>
          <p:spPr>
            <a:xfrm>
              <a:off x="6948641" y="20884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6" name="pt32506"/>
            <p:cNvSpPr/>
            <p:nvPr/>
          </p:nvSpPr>
          <p:spPr>
            <a:xfrm>
              <a:off x="7245836" y="21751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7" name="pt32507"/>
            <p:cNvSpPr/>
            <p:nvPr/>
          </p:nvSpPr>
          <p:spPr>
            <a:xfrm>
              <a:off x="7099461" y="20868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8" name="pt32508"/>
            <p:cNvSpPr/>
            <p:nvPr/>
          </p:nvSpPr>
          <p:spPr>
            <a:xfrm>
              <a:off x="7125883" y="21810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9" name="pt32509"/>
            <p:cNvSpPr/>
            <p:nvPr/>
          </p:nvSpPr>
          <p:spPr>
            <a:xfrm>
              <a:off x="7104377" y="21823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0" name="pt32510"/>
            <p:cNvSpPr/>
            <p:nvPr/>
          </p:nvSpPr>
          <p:spPr>
            <a:xfrm>
              <a:off x="7067093" y="20056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1" name="pt32511"/>
            <p:cNvSpPr/>
            <p:nvPr/>
          </p:nvSpPr>
          <p:spPr>
            <a:xfrm>
              <a:off x="7211351" y="21022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2" name="pt32512"/>
            <p:cNvSpPr/>
            <p:nvPr/>
          </p:nvSpPr>
          <p:spPr>
            <a:xfrm>
              <a:off x="7135378" y="22886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3" name="pt32513"/>
            <p:cNvSpPr/>
            <p:nvPr/>
          </p:nvSpPr>
          <p:spPr>
            <a:xfrm>
              <a:off x="7039757" y="23291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4" name="pt32514"/>
            <p:cNvSpPr/>
            <p:nvPr/>
          </p:nvSpPr>
          <p:spPr>
            <a:xfrm>
              <a:off x="7219328" y="20957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5" name="pt32515"/>
            <p:cNvSpPr/>
            <p:nvPr/>
          </p:nvSpPr>
          <p:spPr>
            <a:xfrm>
              <a:off x="7357664" y="21965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6" name="pt32516"/>
            <p:cNvSpPr/>
            <p:nvPr/>
          </p:nvSpPr>
          <p:spPr>
            <a:xfrm>
              <a:off x="7188406" y="22560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7" name="pt32517"/>
            <p:cNvSpPr/>
            <p:nvPr/>
          </p:nvSpPr>
          <p:spPr>
            <a:xfrm>
              <a:off x="7288592" y="20292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8" name="pt32518"/>
            <p:cNvSpPr/>
            <p:nvPr/>
          </p:nvSpPr>
          <p:spPr>
            <a:xfrm>
              <a:off x="7452535" y="21126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9" name="pt32519"/>
            <p:cNvSpPr/>
            <p:nvPr/>
          </p:nvSpPr>
          <p:spPr>
            <a:xfrm>
              <a:off x="7181944" y="20553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0" name="pt32520"/>
            <p:cNvSpPr/>
            <p:nvPr/>
          </p:nvSpPr>
          <p:spPr>
            <a:xfrm>
              <a:off x="6900256" y="23215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1" name="pt32521"/>
            <p:cNvSpPr/>
            <p:nvPr/>
          </p:nvSpPr>
          <p:spPr>
            <a:xfrm>
              <a:off x="6961509" y="20604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2" name="pt32522"/>
            <p:cNvSpPr/>
            <p:nvPr/>
          </p:nvSpPr>
          <p:spPr>
            <a:xfrm>
              <a:off x="7286747" y="19746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3" name="pt32523"/>
            <p:cNvSpPr/>
            <p:nvPr/>
          </p:nvSpPr>
          <p:spPr>
            <a:xfrm>
              <a:off x="7026203" y="22073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4" name="pt32524"/>
            <p:cNvSpPr/>
            <p:nvPr/>
          </p:nvSpPr>
          <p:spPr>
            <a:xfrm>
              <a:off x="7193732" y="23029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5" name="pt32525"/>
            <p:cNvSpPr/>
            <p:nvPr/>
          </p:nvSpPr>
          <p:spPr>
            <a:xfrm>
              <a:off x="7114013" y="19412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6" name="pt32526"/>
            <p:cNvSpPr/>
            <p:nvPr/>
          </p:nvSpPr>
          <p:spPr>
            <a:xfrm>
              <a:off x="7139022" y="22994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7" name="pt32527"/>
            <p:cNvSpPr/>
            <p:nvPr/>
          </p:nvSpPr>
          <p:spPr>
            <a:xfrm>
              <a:off x="6995006" y="20929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8" name="pt32528"/>
            <p:cNvSpPr/>
            <p:nvPr/>
          </p:nvSpPr>
          <p:spPr>
            <a:xfrm>
              <a:off x="7066306" y="22249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9" name="pt32529"/>
            <p:cNvSpPr/>
            <p:nvPr/>
          </p:nvSpPr>
          <p:spPr>
            <a:xfrm>
              <a:off x="7188693" y="21338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0" name="pt32530"/>
            <p:cNvSpPr/>
            <p:nvPr/>
          </p:nvSpPr>
          <p:spPr>
            <a:xfrm>
              <a:off x="7116043" y="20618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1" name="pt32531"/>
            <p:cNvSpPr/>
            <p:nvPr/>
          </p:nvSpPr>
          <p:spPr>
            <a:xfrm>
              <a:off x="7007695" y="17268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2" name="pt32532"/>
            <p:cNvSpPr/>
            <p:nvPr/>
          </p:nvSpPr>
          <p:spPr>
            <a:xfrm>
              <a:off x="7185316" y="22463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3" name="pt32533"/>
            <p:cNvSpPr/>
            <p:nvPr/>
          </p:nvSpPr>
          <p:spPr>
            <a:xfrm>
              <a:off x="7171995" y="21141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4" name="pt32534"/>
            <p:cNvSpPr/>
            <p:nvPr/>
          </p:nvSpPr>
          <p:spPr>
            <a:xfrm>
              <a:off x="7347317" y="25850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5" name="pt32535"/>
            <p:cNvSpPr/>
            <p:nvPr/>
          </p:nvSpPr>
          <p:spPr>
            <a:xfrm>
              <a:off x="7202540" y="23152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6" name="pt32536"/>
            <p:cNvSpPr/>
            <p:nvPr/>
          </p:nvSpPr>
          <p:spPr>
            <a:xfrm>
              <a:off x="7131012" y="21972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7" name="pt32537"/>
            <p:cNvSpPr/>
            <p:nvPr/>
          </p:nvSpPr>
          <p:spPr>
            <a:xfrm>
              <a:off x="7114247" y="20991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8" name="pt32538"/>
            <p:cNvSpPr/>
            <p:nvPr/>
          </p:nvSpPr>
          <p:spPr>
            <a:xfrm>
              <a:off x="6976411" y="20492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9" name="pt32539"/>
            <p:cNvSpPr/>
            <p:nvPr/>
          </p:nvSpPr>
          <p:spPr>
            <a:xfrm>
              <a:off x="7222248" y="18959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0" name="pt32540"/>
            <p:cNvSpPr/>
            <p:nvPr/>
          </p:nvSpPr>
          <p:spPr>
            <a:xfrm>
              <a:off x="7273450" y="19670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1" name="pt32541"/>
            <p:cNvSpPr/>
            <p:nvPr/>
          </p:nvSpPr>
          <p:spPr>
            <a:xfrm>
              <a:off x="7295712" y="19086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2" name="pt32542"/>
            <p:cNvSpPr/>
            <p:nvPr/>
          </p:nvSpPr>
          <p:spPr>
            <a:xfrm>
              <a:off x="7183433" y="19654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3" name="pt32543"/>
            <p:cNvSpPr/>
            <p:nvPr/>
          </p:nvSpPr>
          <p:spPr>
            <a:xfrm>
              <a:off x="7157553" y="19667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4" name="pt32544"/>
            <p:cNvSpPr/>
            <p:nvPr/>
          </p:nvSpPr>
          <p:spPr>
            <a:xfrm>
              <a:off x="7354822" y="22662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5" name="pt32545"/>
            <p:cNvSpPr/>
            <p:nvPr/>
          </p:nvSpPr>
          <p:spPr>
            <a:xfrm>
              <a:off x="7193880" y="21368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6" name="pt32546"/>
            <p:cNvSpPr/>
            <p:nvPr/>
          </p:nvSpPr>
          <p:spPr>
            <a:xfrm>
              <a:off x="7199663" y="21617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7" name="pt32547"/>
            <p:cNvSpPr/>
            <p:nvPr/>
          </p:nvSpPr>
          <p:spPr>
            <a:xfrm>
              <a:off x="7315885" y="21644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8" name="pt32548"/>
            <p:cNvSpPr/>
            <p:nvPr/>
          </p:nvSpPr>
          <p:spPr>
            <a:xfrm>
              <a:off x="7230025" y="21351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9" name="pt32549"/>
            <p:cNvSpPr/>
            <p:nvPr/>
          </p:nvSpPr>
          <p:spPr>
            <a:xfrm>
              <a:off x="7129687" y="22235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0" name="pt32550"/>
            <p:cNvSpPr/>
            <p:nvPr/>
          </p:nvSpPr>
          <p:spPr>
            <a:xfrm>
              <a:off x="7286615" y="19897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1" name="pt32551"/>
            <p:cNvSpPr/>
            <p:nvPr/>
          </p:nvSpPr>
          <p:spPr>
            <a:xfrm>
              <a:off x="7118779" y="21375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2" name="pt32552"/>
            <p:cNvSpPr/>
            <p:nvPr/>
          </p:nvSpPr>
          <p:spPr>
            <a:xfrm>
              <a:off x="7114508" y="22361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3" name="pt32553"/>
            <p:cNvSpPr/>
            <p:nvPr/>
          </p:nvSpPr>
          <p:spPr>
            <a:xfrm>
              <a:off x="7397802" y="27306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4" name="pt32554"/>
            <p:cNvSpPr/>
            <p:nvPr/>
          </p:nvSpPr>
          <p:spPr>
            <a:xfrm>
              <a:off x="7211399" y="21632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5" name="pt32555"/>
            <p:cNvSpPr/>
            <p:nvPr/>
          </p:nvSpPr>
          <p:spPr>
            <a:xfrm>
              <a:off x="7046821" y="20554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6" name="pt32556"/>
            <p:cNvSpPr/>
            <p:nvPr/>
          </p:nvSpPr>
          <p:spPr>
            <a:xfrm>
              <a:off x="7188356" y="21083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7" name="pt32557"/>
            <p:cNvSpPr/>
            <p:nvPr/>
          </p:nvSpPr>
          <p:spPr>
            <a:xfrm>
              <a:off x="7114818" y="21795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8" name="pt32558"/>
            <p:cNvSpPr/>
            <p:nvPr/>
          </p:nvSpPr>
          <p:spPr>
            <a:xfrm>
              <a:off x="6801267" y="24685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9" name="pt32559"/>
            <p:cNvSpPr/>
            <p:nvPr/>
          </p:nvSpPr>
          <p:spPr>
            <a:xfrm>
              <a:off x="7204209" y="22804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0" name="pt32560"/>
            <p:cNvSpPr/>
            <p:nvPr/>
          </p:nvSpPr>
          <p:spPr>
            <a:xfrm>
              <a:off x="6974774" y="19751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1" name="pt32561"/>
            <p:cNvSpPr/>
            <p:nvPr/>
          </p:nvSpPr>
          <p:spPr>
            <a:xfrm>
              <a:off x="7197110" y="2184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2" name="pt32562"/>
            <p:cNvSpPr/>
            <p:nvPr/>
          </p:nvSpPr>
          <p:spPr>
            <a:xfrm>
              <a:off x="7313758" y="19555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3" name="pt32563"/>
            <p:cNvSpPr/>
            <p:nvPr/>
          </p:nvSpPr>
          <p:spPr>
            <a:xfrm>
              <a:off x="7257987" y="20918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4" name="pt32564"/>
            <p:cNvSpPr/>
            <p:nvPr/>
          </p:nvSpPr>
          <p:spPr>
            <a:xfrm>
              <a:off x="7202735" y="21448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5" name="pt32565"/>
            <p:cNvSpPr/>
            <p:nvPr/>
          </p:nvSpPr>
          <p:spPr>
            <a:xfrm>
              <a:off x="7174521" y="20805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6" name="pt32566"/>
            <p:cNvSpPr/>
            <p:nvPr/>
          </p:nvSpPr>
          <p:spPr>
            <a:xfrm>
              <a:off x="7121311" y="22179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7" name="pt32567"/>
            <p:cNvSpPr/>
            <p:nvPr/>
          </p:nvSpPr>
          <p:spPr>
            <a:xfrm>
              <a:off x="6919876" y="23160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8" name="pt32568"/>
            <p:cNvSpPr/>
            <p:nvPr/>
          </p:nvSpPr>
          <p:spPr>
            <a:xfrm>
              <a:off x="6986803" y="19304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9" name="pt32569"/>
            <p:cNvSpPr/>
            <p:nvPr/>
          </p:nvSpPr>
          <p:spPr>
            <a:xfrm>
              <a:off x="7151139" y="19566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0" name="pt32570"/>
            <p:cNvSpPr/>
            <p:nvPr/>
          </p:nvSpPr>
          <p:spPr>
            <a:xfrm>
              <a:off x="7065705" y="21555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1" name="pt32571"/>
            <p:cNvSpPr/>
            <p:nvPr/>
          </p:nvSpPr>
          <p:spPr>
            <a:xfrm>
              <a:off x="7331246" y="20082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2" name="pt32572"/>
            <p:cNvSpPr/>
            <p:nvPr/>
          </p:nvSpPr>
          <p:spPr>
            <a:xfrm>
              <a:off x="7170843" y="20858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3" name="pt32573"/>
            <p:cNvSpPr/>
            <p:nvPr/>
          </p:nvSpPr>
          <p:spPr>
            <a:xfrm>
              <a:off x="7070144" y="21552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4" name="pt32574"/>
            <p:cNvSpPr/>
            <p:nvPr/>
          </p:nvSpPr>
          <p:spPr>
            <a:xfrm>
              <a:off x="7159912" y="20810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5" name="pt32575"/>
            <p:cNvSpPr/>
            <p:nvPr/>
          </p:nvSpPr>
          <p:spPr>
            <a:xfrm>
              <a:off x="6883447" y="20540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6" name="pt32576"/>
            <p:cNvSpPr/>
            <p:nvPr/>
          </p:nvSpPr>
          <p:spPr>
            <a:xfrm>
              <a:off x="7084230" y="22358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7" name="pt32577"/>
            <p:cNvSpPr/>
            <p:nvPr/>
          </p:nvSpPr>
          <p:spPr>
            <a:xfrm>
              <a:off x="7464992" y="23792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8" name="pt32578"/>
            <p:cNvSpPr/>
            <p:nvPr/>
          </p:nvSpPr>
          <p:spPr>
            <a:xfrm>
              <a:off x="7007272" y="20243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9" name="pt32579"/>
            <p:cNvSpPr/>
            <p:nvPr/>
          </p:nvSpPr>
          <p:spPr>
            <a:xfrm>
              <a:off x="7280380" y="19727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0" name="pt32580"/>
            <p:cNvSpPr/>
            <p:nvPr/>
          </p:nvSpPr>
          <p:spPr>
            <a:xfrm>
              <a:off x="6799129" y="21496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1" name="pt32581"/>
            <p:cNvSpPr/>
            <p:nvPr/>
          </p:nvSpPr>
          <p:spPr>
            <a:xfrm>
              <a:off x="7004387" y="19261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2" name="pt32582"/>
            <p:cNvSpPr/>
            <p:nvPr/>
          </p:nvSpPr>
          <p:spPr>
            <a:xfrm>
              <a:off x="7179972" y="21583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3" name="pt32583"/>
            <p:cNvSpPr/>
            <p:nvPr/>
          </p:nvSpPr>
          <p:spPr>
            <a:xfrm>
              <a:off x="6906238" y="21964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4" name="pt32584"/>
            <p:cNvSpPr/>
            <p:nvPr/>
          </p:nvSpPr>
          <p:spPr>
            <a:xfrm>
              <a:off x="7051564" y="18056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5" name="pt32585"/>
            <p:cNvSpPr/>
            <p:nvPr/>
          </p:nvSpPr>
          <p:spPr>
            <a:xfrm>
              <a:off x="7183509" y="19321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6" name="pt32586"/>
            <p:cNvSpPr/>
            <p:nvPr/>
          </p:nvSpPr>
          <p:spPr>
            <a:xfrm>
              <a:off x="6847178" y="22216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7" name="pt32587"/>
            <p:cNvSpPr/>
            <p:nvPr/>
          </p:nvSpPr>
          <p:spPr>
            <a:xfrm>
              <a:off x="7271438" y="20852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8" name="pt32588"/>
            <p:cNvSpPr/>
            <p:nvPr/>
          </p:nvSpPr>
          <p:spPr>
            <a:xfrm>
              <a:off x="6641872" y="18817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9" name="pt32589"/>
            <p:cNvSpPr/>
            <p:nvPr/>
          </p:nvSpPr>
          <p:spPr>
            <a:xfrm>
              <a:off x="7221933" y="19158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0" name="pt32590"/>
            <p:cNvSpPr/>
            <p:nvPr/>
          </p:nvSpPr>
          <p:spPr>
            <a:xfrm>
              <a:off x="7361743" y="20833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1" name="pt32591"/>
            <p:cNvSpPr/>
            <p:nvPr/>
          </p:nvSpPr>
          <p:spPr>
            <a:xfrm>
              <a:off x="6943791" y="2178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2" name="pt32592"/>
            <p:cNvSpPr/>
            <p:nvPr/>
          </p:nvSpPr>
          <p:spPr>
            <a:xfrm>
              <a:off x="7271468" y="20290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3" name="pt32593"/>
            <p:cNvSpPr/>
            <p:nvPr/>
          </p:nvSpPr>
          <p:spPr>
            <a:xfrm>
              <a:off x="6898503" y="22215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4" name="pt32594"/>
            <p:cNvSpPr/>
            <p:nvPr/>
          </p:nvSpPr>
          <p:spPr>
            <a:xfrm>
              <a:off x="7397978" y="28409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5" name="pt32595"/>
            <p:cNvSpPr/>
            <p:nvPr/>
          </p:nvSpPr>
          <p:spPr>
            <a:xfrm>
              <a:off x="7064681" y="21012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6" name="pt32596"/>
            <p:cNvSpPr/>
            <p:nvPr/>
          </p:nvSpPr>
          <p:spPr>
            <a:xfrm>
              <a:off x="7167551" y="23039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7" name="pt32597"/>
            <p:cNvSpPr/>
            <p:nvPr/>
          </p:nvSpPr>
          <p:spPr>
            <a:xfrm>
              <a:off x="7090946" y="21824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8" name="pt32598"/>
            <p:cNvSpPr/>
            <p:nvPr/>
          </p:nvSpPr>
          <p:spPr>
            <a:xfrm>
              <a:off x="7223050" y="18050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9" name="pt32599"/>
            <p:cNvSpPr/>
            <p:nvPr/>
          </p:nvSpPr>
          <p:spPr>
            <a:xfrm>
              <a:off x="6983100" y="23033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0" name="pt32600"/>
            <p:cNvSpPr/>
            <p:nvPr/>
          </p:nvSpPr>
          <p:spPr>
            <a:xfrm>
              <a:off x="7177264" y="20752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1" name="pt32601"/>
            <p:cNvSpPr/>
            <p:nvPr/>
          </p:nvSpPr>
          <p:spPr>
            <a:xfrm>
              <a:off x="7384741" y="26054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2" name="pt32602"/>
            <p:cNvSpPr/>
            <p:nvPr/>
          </p:nvSpPr>
          <p:spPr>
            <a:xfrm>
              <a:off x="7262864" y="20581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3" name="pt32603"/>
            <p:cNvSpPr/>
            <p:nvPr/>
          </p:nvSpPr>
          <p:spPr>
            <a:xfrm>
              <a:off x="6954943" y="20722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4" name="pt32604"/>
            <p:cNvSpPr/>
            <p:nvPr/>
          </p:nvSpPr>
          <p:spPr>
            <a:xfrm>
              <a:off x="7207440" y="20827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5" name="pt32605"/>
            <p:cNvSpPr/>
            <p:nvPr/>
          </p:nvSpPr>
          <p:spPr>
            <a:xfrm>
              <a:off x="6890309" y="20054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6" name="pt32606"/>
            <p:cNvSpPr/>
            <p:nvPr/>
          </p:nvSpPr>
          <p:spPr>
            <a:xfrm>
              <a:off x="7123437" y="20903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7" name="pt32607"/>
            <p:cNvSpPr/>
            <p:nvPr/>
          </p:nvSpPr>
          <p:spPr>
            <a:xfrm>
              <a:off x="7313516" y="19099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8" name="pt32608"/>
            <p:cNvSpPr/>
            <p:nvPr/>
          </p:nvSpPr>
          <p:spPr>
            <a:xfrm>
              <a:off x="7241077" y="19390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9" name="pt32609"/>
            <p:cNvSpPr/>
            <p:nvPr/>
          </p:nvSpPr>
          <p:spPr>
            <a:xfrm>
              <a:off x="7159982" y="20481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0" name="pt32610"/>
            <p:cNvSpPr/>
            <p:nvPr/>
          </p:nvSpPr>
          <p:spPr>
            <a:xfrm>
              <a:off x="7210502" y="21686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1" name="pt32611"/>
            <p:cNvSpPr/>
            <p:nvPr/>
          </p:nvSpPr>
          <p:spPr>
            <a:xfrm>
              <a:off x="7037831" y="24526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2" name="pt32612"/>
            <p:cNvSpPr/>
            <p:nvPr/>
          </p:nvSpPr>
          <p:spPr>
            <a:xfrm>
              <a:off x="7150800" y="19810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3" name="pt32613"/>
            <p:cNvSpPr/>
            <p:nvPr/>
          </p:nvSpPr>
          <p:spPr>
            <a:xfrm>
              <a:off x="7068156" y="20335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4" name="pt32614"/>
            <p:cNvSpPr/>
            <p:nvPr/>
          </p:nvSpPr>
          <p:spPr>
            <a:xfrm>
              <a:off x="7119575" y="21990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5" name="pt32615"/>
            <p:cNvSpPr/>
            <p:nvPr/>
          </p:nvSpPr>
          <p:spPr>
            <a:xfrm>
              <a:off x="7016107" y="17441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6" name="pt32616"/>
            <p:cNvSpPr/>
            <p:nvPr/>
          </p:nvSpPr>
          <p:spPr>
            <a:xfrm>
              <a:off x="7384294" y="22083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7" name="pt32617"/>
            <p:cNvSpPr/>
            <p:nvPr/>
          </p:nvSpPr>
          <p:spPr>
            <a:xfrm>
              <a:off x="6963896" y="20595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8" name="pt32618"/>
            <p:cNvSpPr/>
            <p:nvPr/>
          </p:nvSpPr>
          <p:spPr>
            <a:xfrm>
              <a:off x="7392959" y="22796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9" name="pt32619"/>
            <p:cNvSpPr/>
            <p:nvPr/>
          </p:nvSpPr>
          <p:spPr>
            <a:xfrm>
              <a:off x="7063132" y="2288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0" name="pt32620"/>
            <p:cNvSpPr/>
            <p:nvPr/>
          </p:nvSpPr>
          <p:spPr>
            <a:xfrm>
              <a:off x="6912721" y="21143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1" name="pt32621"/>
            <p:cNvSpPr/>
            <p:nvPr/>
          </p:nvSpPr>
          <p:spPr>
            <a:xfrm>
              <a:off x="7139541" y="21770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2" name="pt32622"/>
            <p:cNvSpPr/>
            <p:nvPr/>
          </p:nvSpPr>
          <p:spPr>
            <a:xfrm>
              <a:off x="7137171" y="22612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3" name="pt32623"/>
            <p:cNvSpPr/>
            <p:nvPr/>
          </p:nvSpPr>
          <p:spPr>
            <a:xfrm>
              <a:off x="6847259" y="24658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4" name="pt32624"/>
            <p:cNvSpPr/>
            <p:nvPr/>
          </p:nvSpPr>
          <p:spPr>
            <a:xfrm>
              <a:off x="7095985" y="21997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5" name="pt32625"/>
            <p:cNvSpPr/>
            <p:nvPr/>
          </p:nvSpPr>
          <p:spPr>
            <a:xfrm>
              <a:off x="6919396" y="21804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6" name="pt32626"/>
            <p:cNvSpPr/>
            <p:nvPr/>
          </p:nvSpPr>
          <p:spPr>
            <a:xfrm>
              <a:off x="7097515" y="21868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7" name="pt32627"/>
            <p:cNvSpPr/>
            <p:nvPr/>
          </p:nvSpPr>
          <p:spPr>
            <a:xfrm>
              <a:off x="7189041" y="21067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8" name="pt32628"/>
            <p:cNvSpPr/>
            <p:nvPr/>
          </p:nvSpPr>
          <p:spPr>
            <a:xfrm>
              <a:off x="7138836" y="23999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9" name="pt32629"/>
            <p:cNvSpPr/>
            <p:nvPr/>
          </p:nvSpPr>
          <p:spPr>
            <a:xfrm>
              <a:off x="6945347" y="20947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0" name="pt32630"/>
            <p:cNvSpPr/>
            <p:nvPr/>
          </p:nvSpPr>
          <p:spPr>
            <a:xfrm>
              <a:off x="6908583" y="22002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1" name="pt32631"/>
            <p:cNvSpPr/>
            <p:nvPr/>
          </p:nvSpPr>
          <p:spPr>
            <a:xfrm>
              <a:off x="7215036" y="20699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2" name="pt32632"/>
            <p:cNvSpPr/>
            <p:nvPr/>
          </p:nvSpPr>
          <p:spPr>
            <a:xfrm>
              <a:off x="7152656" y="20246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3" name="pt32633"/>
            <p:cNvSpPr/>
            <p:nvPr/>
          </p:nvSpPr>
          <p:spPr>
            <a:xfrm>
              <a:off x="7229169" y="2090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4" name="pt32634"/>
            <p:cNvSpPr/>
            <p:nvPr/>
          </p:nvSpPr>
          <p:spPr>
            <a:xfrm>
              <a:off x="7141563" y="22613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5" name="pt32635"/>
            <p:cNvSpPr/>
            <p:nvPr/>
          </p:nvSpPr>
          <p:spPr>
            <a:xfrm>
              <a:off x="7135851" y="2260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6" name="pt32636"/>
            <p:cNvSpPr/>
            <p:nvPr/>
          </p:nvSpPr>
          <p:spPr>
            <a:xfrm>
              <a:off x="7070437" y="22707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7" name="pt32637"/>
            <p:cNvSpPr/>
            <p:nvPr/>
          </p:nvSpPr>
          <p:spPr>
            <a:xfrm>
              <a:off x="6921106" y="21646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8" name="pt32638"/>
            <p:cNvSpPr/>
            <p:nvPr/>
          </p:nvSpPr>
          <p:spPr>
            <a:xfrm>
              <a:off x="7163182" y="20815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9" name="pt32639"/>
            <p:cNvSpPr/>
            <p:nvPr/>
          </p:nvSpPr>
          <p:spPr>
            <a:xfrm>
              <a:off x="7124134" y="21497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0" name="pt32640"/>
            <p:cNvSpPr/>
            <p:nvPr/>
          </p:nvSpPr>
          <p:spPr>
            <a:xfrm>
              <a:off x="7111167" y="21689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1" name="pt32641"/>
            <p:cNvSpPr/>
            <p:nvPr/>
          </p:nvSpPr>
          <p:spPr>
            <a:xfrm>
              <a:off x="7199295" y="22627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2" name="pt32642"/>
            <p:cNvSpPr/>
            <p:nvPr/>
          </p:nvSpPr>
          <p:spPr>
            <a:xfrm>
              <a:off x="6959472" y="21067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3" name="pt32643"/>
            <p:cNvSpPr/>
            <p:nvPr/>
          </p:nvSpPr>
          <p:spPr>
            <a:xfrm>
              <a:off x="7162391" y="21067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4" name="pt32644"/>
            <p:cNvSpPr/>
            <p:nvPr/>
          </p:nvSpPr>
          <p:spPr>
            <a:xfrm>
              <a:off x="7234582" y="19976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5" name="pt32645"/>
            <p:cNvSpPr/>
            <p:nvPr/>
          </p:nvSpPr>
          <p:spPr>
            <a:xfrm>
              <a:off x="7080027" y="22329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6" name="pt32646"/>
            <p:cNvSpPr/>
            <p:nvPr/>
          </p:nvSpPr>
          <p:spPr>
            <a:xfrm>
              <a:off x="6891492" y="18838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7" name="pt32647"/>
            <p:cNvSpPr/>
            <p:nvPr/>
          </p:nvSpPr>
          <p:spPr>
            <a:xfrm>
              <a:off x="7279132" y="18892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8" name="pt32648"/>
            <p:cNvSpPr/>
            <p:nvPr/>
          </p:nvSpPr>
          <p:spPr>
            <a:xfrm>
              <a:off x="7184821" y="2078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9" name="pt32649"/>
            <p:cNvSpPr/>
            <p:nvPr/>
          </p:nvSpPr>
          <p:spPr>
            <a:xfrm>
              <a:off x="7142680" y="22033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0" name="pt32650"/>
            <p:cNvSpPr/>
            <p:nvPr/>
          </p:nvSpPr>
          <p:spPr>
            <a:xfrm>
              <a:off x="7122625" y="2187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1" name="pt32651"/>
            <p:cNvSpPr/>
            <p:nvPr/>
          </p:nvSpPr>
          <p:spPr>
            <a:xfrm>
              <a:off x="7290984" y="2013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2" name="pt32652"/>
            <p:cNvSpPr/>
            <p:nvPr/>
          </p:nvSpPr>
          <p:spPr>
            <a:xfrm>
              <a:off x="7136924" y="22785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3" name="pt32653"/>
            <p:cNvSpPr/>
            <p:nvPr/>
          </p:nvSpPr>
          <p:spPr>
            <a:xfrm>
              <a:off x="7301630" y="20311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4" name="pt32654"/>
            <p:cNvSpPr/>
            <p:nvPr/>
          </p:nvSpPr>
          <p:spPr>
            <a:xfrm>
              <a:off x="7203150" y="21701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5" name="pt32655"/>
            <p:cNvSpPr/>
            <p:nvPr/>
          </p:nvSpPr>
          <p:spPr>
            <a:xfrm>
              <a:off x="7140408" y="22179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6" name="pt32656"/>
            <p:cNvSpPr/>
            <p:nvPr/>
          </p:nvSpPr>
          <p:spPr>
            <a:xfrm>
              <a:off x="7064788" y="18370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7" name="pt32657"/>
            <p:cNvSpPr/>
            <p:nvPr/>
          </p:nvSpPr>
          <p:spPr>
            <a:xfrm>
              <a:off x="7153241" y="19865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8" name="pt32658"/>
            <p:cNvSpPr/>
            <p:nvPr/>
          </p:nvSpPr>
          <p:spPr>
            <a:xfrm>
              <a:off x="7059776" y="22391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9" name="pt32659"/>
            <p:cNvSpPr/>
            <p:nvPr/>
          </p:nvSpPr>
          <p:spPr>
            <a:xfrm>
              <a:off x="7162143" y="20417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0" name="pt32660"/>
            <p:cNvSpPr/>
            <p:nvPr/>
          </p:nvSpPr>
          <p:spPr>
            <a:xfrm>
              <a:off x="7214668" y="20859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1" name="pt32661"/>
            <p:cNvSpPr/>
            <p:nvPr/>
          </p:nvSpPr>
          <p:spPr>
            <a:xfrm>
              <a:off x="6974908" y="20691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2" name="pt32662"/>
            <p:cNvSpPr/>
            <p:nvPr/>
          </p:nvSpPr>
          <p:spPr>
            <a:xfrm>
              <a:off x="7117175" y="21821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3" name="pt32663"/>
            <p:cNvSpPr/>
            <p:nvPr/>
          </p:nvSpPr>
          <p:spPr>
            <a:xfrm>
              <a:off x="6731103" y="20852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4" name="pt32664"/>
            <p:cNvSpPr/>
            <p:nvPr/>
          </p:nvSpPr>
          <p:spPr>
            <a:xfrm>
              <a:off x="7176370" y="19881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5" name="pt32665"/>
            <p:cNvSpPr/>
            <p:nvPr/>
          </p:nvSpPr>
          <p:spPr>
            <a:xfrm>
              <a:off x="6977169" y="20023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6" name="pt32666"/>
            <p:cNvSpPr/>
            <p:nvPr/>
          </p:nvSpPr>
          <p:spPr>
            <a:xfrm>
              <a:off x="7282237" y="20670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7" name="pt32667"/>
            <p:cNvSpPr/>
            <p:nvPr/>
          </p:nvSpPr>
          <p:spPr>
            <a:xfrm>
              <a:off x="6641800" y="17348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8" name="pt32668"/>
            <p:cNvSpPr/>
            <p:nvPr/>
          </p:nvSpPr>
          <p:spPr>
            <a:xfrm>
              <a:off x="7008640" y="19932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9" name="pt32669"/>
            <p:cNvSpPr/>
            <p:nvPr/>
          </p:nvSpPr>
          <p:spPr>
            <a:xfrm>
              <a:off x="7074787" y="22966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0" name="pt32670"/>
            <p:cNvSpPr/>
            <p:nvPr/>
          </p:nvSpPr>
          <p:spPr>
            <a:xfrm>
              <a:off x="6879789" y="20393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1" name="pt32671"/>
            <p:cNvSpPr/>
            <p:nvPr/>
          </p:nvSpPr>
          <p:spPr>
            <a:xfrm>
              <a:off x="7542036" y="19637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2" name="pt32672"/>
            <p:cNvSpPr/>
            <p:nvPr/>
          </p:nvSpPr>
          <p:spPr>
            <a:xfrm>
              <a:off x="7237039" y="20916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3" name="pt32673"/>
            <p:cNvSpPr/>
            <p:nvPr/>
          </p:nvSpPr>
          <p:spPr>
            <a:xfrm>
              <a:off x="7164023" y="21453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4" name="pt32674"/>
            <p:cNvSpPr/>
            <p:nvPr/>
          </p:nvSpPr>
          <p:spPr>
            <a:xfrm>
              <a:off x="7225904" y="21809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5" name="pt32675"/>
            <p:cNvSpPr/>
            <p:nvPr/>
          </p:nvSpPr>
          <p:spPr>
            <a:xfrm>
              <a:off x="7282080" y="19094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6" name="pt32676"/>
            <p:cNvSpPr/>
            <p:nvPr/>
          </p:nvSpPr>
          <p:spPr>
            <a:xfrm>
              <a:off x="7114694" y="21722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7" name="pt32677"/>
            <p:cNvSpPr/>
            <p:nvPr/>
          </p:nvSpPr>
          <p:spPr>
            <a:xfrm>
              <a:off x="6750288" y="21845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8" name="pt32678"/>
            <p:cNvSpPr/>
            <p:nvPr/>
          </p:nvSpPr>
          <p:spPr>
            <a:xfrm>
              <a:off x="7054782" y="21438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9" name="pt32679"/>
            <p:cNvSpPr/>
            <p:nvPr/>
          </p:nvSpPr>
          <p:spPr>
            <a:xfrm>
              <a:off x="6985076" y="20532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0" name="pt32680"/>
            <p:cNvSpPr/>
            <p:nvPr/>
          </p:nvSpPr>
          <p:spPr>
            <a:xfrm>
              <a:off x="7259968" y="20820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1" name="pt32681"/>
            <p:cNvSpPr/>
            <p:nvPr/>
          </p:nvSpPr>
          <p:spPr>
            <a:xfrm>
              <a:off x="7239135" y="20047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2" name="pt32682"/>
            <p:cNvSpPr/>
            <p:nvPr/>
          </p:nvSpPr>
          <p:spPr>
            <a:xfrm>
              <a:off x="7325542" y="20590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3" name="pt32683"/>
            <p:cNvSpPr/>
            <p:nvPr/>
          </p:nvSpPr>
          <p:spPr>
            <a:xfrm>
              <a:off x="7138869" y="24343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4" name="pt32684"/>
            <p:cNvSpPr/>
            <p:nvPr/>
          </p:nvSpPr>
          <p:spPr>
            <a:xfrm>
              <a:off x="7076570" y="23039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5" name="pt32685"/>
            <p:cNvSpPr/>
            <p:nvPr/>
          </p:nvSpPr>
          <p:spPr>
            <a:xfrm>
              <a:off x="7076781" y="20947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6" name="pt32686"/>
            <p:cNvSpPr/>
            <p:nvPr/>
          </p:nvSpPr>
          <p:spPr>
            <a:xfrm>
              <a:off x="6987523" y="20583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7" name="pt32687"/>
            <p:cNvSpPr/>
            <p:nvPr/>
          </p:nvSpPr>
          <p:spPr>
            <a:xfrm>
              <a:off x="7645138" y="22458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8" name="pt32688"/>
            <p:cNvSpPr/>
            <p:nvPr/>
          </p:nvSpPr>
          <p:spPr>
            <a:xfrm>
              <a:off x="7026028" y="23148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9" name="pt32689"/>
            <p:cNvSpPr/>
            <p:nvPr/>
          </p:nvSpPr>
          <p:spPr>
            <a:xfrm>
              <a:off x="7416594" y="23672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0" name="pt32690"/>
            <p:cNvSpPr/>
            <p:nvPr/>
          </p:nvSpPr>
          <p:spPr>
            <a:xfrm>
              <a:off x="7201024" y="21383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1" name="pt32691"/>
            <p:cNvSpPr/>
            <p:nvPr/>
          </p:nvSpPr>
          <p:spPr>
            <a:xfrm>
              <a:off x="7495510" y="23322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2" name="pt32692"/>
            <p:cNvSpPr/>
            <p:nvPr/>
          </p:nvSpPr>
          <p:spPr>
            <a:xfrm>
              <a:off x="7465584" y="23314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3" name="pt32693"/>
            <p:cNvSpPr/>
            <p:nvPr/>
          </p:nvSpPr>
          <p:spPr>
            <a:xfrm>
              <a:off x="7261804" y="20812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4" name="pt32694"/>
            <p:cNvSpPr/>
            <p:nvPr/>
          </p:nvSpPr>
          <p:spPr>
            <a:xfrm>
              <a:off x="6973835" y="2110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5" name="pt32695"/>
            <p:cNvSpPr/>
            <p:nvPr/>
          </p:nvSpPr>
          <p:spPr>
            <a:xfrm>
              <a:off x="7092113" y="20707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6" name="pt32696"/>
            <p:cNvSpPr/>
            <p:nvPr/>
          </p:nvSpPr>
          <p:spPr>
            <a:xfrm>
              <a:off x="7070013" y="21915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7" name="pt32697"/>
            <p:cNvSpPr/>
            <p:nvPr/>
          </p:nvSpPr>
          <p:spPr>
            <a:xfrm>
              <a:off x="7375587" y="21098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8" name="pt32698"/>
            <p:cNvSpPr/>
            <p:nvPr/>
          </p:nvSpPr>
          <p:spPr>
            <a:xfrm>
              <a:off x="7062780" y="22947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9" name="pt32699"/>
            <p:cNvSpPr/>
            <p:nvPr/>
          </p:nvSpPr>
          <p:spPr>
            <a:xfrm>
              <a:off x="7279257" y="19507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0" name="pt32700"/>
            <p:cNvSpPr/>
            <p:nvPr/>
          </p:nvSpPr>
          <p:spPr>
            <a:xfrm>
              <a:off x="7206632" y="22086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1" name="pt32701"/>
            <p:cNvSpPr/>
            <p:nvPr/>
          </p:nvSpPr>
          <p:spPr>
            <a:xfrm>
              <a:off x="7147478" y="20733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2" name="pt32702"/>
            <p:cNvSpPr/>
            <p:nvPr/>
          </p:nvSpPr>
          <p:spPr>
            <a:xfrm>
              <a:off x="6954696" y="19906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3" name="pt32703"/>
            <p:cNvSpPr/>
            <p:nvPr/>
          </p:nvSpPr>
          <p:spPr>
            <a:xfrm>
              <a:off x="7099906" y="20255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4" name="pt32704"/>
            <p:cNvSpPr/>
            <p:nvPr/>
          </p:nvSpPr>
          <p:spPr>
            <a:xfrm>
              <a:off x="7153622" y="19367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5" name="pt32705"/>
            <p:cNvSpPr/>
            <p:nvPr/>
          </p:nvSpPr>
          <p:spPr>
            <a:xfrm>
              <a:off x="7194632" y="23752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6" name="pt32706"/>
            <p:cNvSpPr/>
            <p:nvPr/>
          </p:nvSpPr>
          <p:spPr>
            <a:xfrm>
              <a:off x="7140649" y="21833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7" name="pt32707"/>
            <p:cNvSpPr/>
            <p:nvPr/>
          </p:nvSpPr>
          <p:spPr>
            <a:xfrm>
              <a:off x="7043477" y="2233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8" name="pt32708"/>
            <p:cNvSpPr/>
            <p:nvPr/>
          </p:nvSpPr>
          <p:spPr>
            <a:xfrm>
              <a:off x="7240318" y="2101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9" name="pt32709"/>
            <p:cNvSpPr/>
            <p:nvPr/>
          </p:nvSpPr>
          <p:spPr>
            <a:xfrm>
              <a:off x="7008957" y="1952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0" name="pt32710"/>
            <p:cNvSpPr/>
            <p:nvPr/>
          </p:nvSpPr>
          <p:spPr>
            <a:xfrm>
              <a:off x="7368237" y="21725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1" name="pt32711"/>
            <p:cNvSpPr/>
            <p:nvPr/>
          </p:nvSpPr>
          <p:spPr>
            <a:xfrm>
              <a:off x="6917196" y="22722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2" name="pt32712"/>
            <p:cNvSpPr/>
            <p:nvPr/>
          </p:nvSpPr>
          <p:spPr>
            <a:xfrm>
              <a:off x="7234555" y="20475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3" name="pt32713"/>
            <p:cNvSpPr/>
            <p:nvPr/>
          </p:nvSpPr>
          <p:spPr>
            <a:xfrm>
              <a:off x="7066840" y="21457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4" name="pt32714"/>
            <p:cNvSpPr/>
            <p:nvPr/>
          </p:nvSpPr>
          <p:spPr>
            <a:xfrm>
              <a:off x="7098036" y="21852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5" name="pt32715"/>
            <p:cNvSpPr/>
            <p:nvPr/>
          </p:nvSpPr>
          <p:spPr>
            <a:xfrm>
              <a:off x="7348773" y="24560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6" name="pt32716"/>
            <p:cNvSpPr/>
            <p:nvPr/>
          </p:nvSpPr>
          <p:spPr>
            <a:xfrm>
              <a:off x="6844455" y="21609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7" name="pt32717"/>
            <p:cNvSpPr/>
            <p:nvPr/>
          </p:nvSpPr>
          <p:spPr>
            <a:xfrm>
              <a:off x="7092026" y="21899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8" name="pt32718"/>
            <p:cNvSpPr/>
            <p:nvPr/>
          </p:nvSpPr>
          <p:spPr>
            <a:xfrm>
              <a:off x="7205832" y="21202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9" name="pt32719"/>
            <p:cNvSpPr/>
            <p:nvPr/>
          </p:nvSpPr>
          <p:spPr>
            <a:xfrm>
              <a:off x="7102094" y="21941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0" name="pt32720"/>
            <p:cNvSpPr/>
            <p:nvPr/>
          </p:nvSpPr>
          <p:spPr>
            <a:xfrm>
              <a:off x="6997754" y="1815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1" name="pt32721"/>
            <p:cNvSpPr/>
            <p:nvPr/>
          </p:nvSpPr>
          <p:spPr>
            <a:xfrm>
              <a:off x="7270389" y="20567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2" name="pt32722"/>
            <p:cNvSpPr/>
            <p:nvPr/>
          </p:nvSpPr>
          <p:spPr>
            <a:xfrm>
              <a:off x="7109518" y="21244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3" name="pt32723"/>
            <p:cNvSpPr/>
            <p:nvPr/>
          </p:nvSpPr>
          <p:spPr>
            <a:xfrm>
              <a:off x="7155809" y="20015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4" name="pt32724"/>
            <p:cNvSpPr/>
            <p:nvPr/>
          </p:nvSpPr>
          <p:spPr>
            <a:xfrm>
              <a:off x="6843815" y="25181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5" name="pt32725"/>
            <p:cNvSpPr/>
            <p:nvPr/>
          </p:nvSpPr>
          <p:spPr>
            <a:xfrm>
              <a:off x="7286513" y="20850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6" name="pt32726"/>
            <p:cNvSpPr/>
            <p:nvPr/>
          </p:nvSpPr>
          <p:spPr>
            <a:xfrm>
              <a:off x="7059242" y="22256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7" name="pt32727"/>
            <p:cNvSpPr/>
            <p:nvPr/>
          </p:nvSpPr>
          <p:spPr>
            <a:xfrm>
              <a:off x="7151371" y="1936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8" name="pt32728"/>
            <p:cNvSpPr/>
            <p:nvPr/>
          </p:nvSpPr>
          <p:spPr>
            <a:xfrm>
              <a:off x="7106062" y="21118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9" name="pt32729"/>
            <p:cNvSpPr/>
            <p:nvPr/>
          </p:nvSpPr>
          <p:spPr>
            <a:xfrm>
              <a:off x="7508144" y="24049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0" name="pt32730"/>
            <p:cNvSpPr/>
            <p:nvPr/>
          </p:nvSpPr>
          <p:spPr>
            <a:xfrm>
              <a:off x="7064311" y="21035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1" name="pt32731"/>
            <p:cNvSpPr/>
            <p:nvPr/>
          </p:nvSpPr>
          <p:spPr>
            <a:xfrm>
              <a:off x="6933681" y="19809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2" name="pt32732"/>
            <p:cNvSpPr/>
            <p:nvPr/>
          </p:nvSpPr>
          <p:spPr>
            <a:xfrm>
              <a:off x="7216785" y="19809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3" name="pt32733"/>
            <p:cNvSpPr/>
            <p:nvPr/>
          </p:nvSpPr>
          <p:spPr>
            <a:xfrm>
              <a:off x="6951507" y="21281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4" name="pt32734"/>
            <p:cNvSpPr/>
            <p:nvPr/>
          </p:nvSpPr>
          <p:spPr>
            <a:xfrm>
              <a:off x="7283351" y="19521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5" name="pt32735"/>
            <p:cNvSpPr/>
            <p:nvPr/>
          </p:nvSpPr>
          <p:spPr>
            <a:xfrm>
              <a:off x="7203521" y="21374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6" name="pt32736"/>
            <p:cNvSpPr/>
            <p:nvPr/>
          </p:nvSpPr>
          <p:spPr>
            <a:xfrm>
              <a:off x="7267074" y="19447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7" name="pt32737"/>
            <p:cNvSpPr/>
            <p:nvPr/>
          </p:nvSpPr>
          <p:spPr>
            <a:xfrm>
              <a:off x="7036468" y="22724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8" name="pt32738"/>
            <p:cNvSpPr/>
            <p:nvPr/>
          </p:nvSpPr>
          <p:spPr>
            <a:xfrm>
              <a:off x="7185163" y="21451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9" name="pt32739"/>
            <p:cNvSpPr/>
            <p:nvPr/>
          </p:nvSpPr>
          <p:spPr>
            <a:xfrm>
              <a:off x="7057669" y="22879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0" name="pt32740"/>
            <p:cNvSpPr/>
            <p:nvPr/>
          </p:nvSpPr>
          <p:spPr>
            <a:xfrm>
              <a:off x="7211802" y="20316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1" name="pt32741"/>
            <p:cNvSpPr/>
            <p:nvPr/>
          </p:nvSpPr>
          <p:spPr>
            <a:xfrm>
              <a:off x="6970702" y="20629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2" name="pt32742"/>
            <p:cNvSpPr/>
            <p:nvPr/>
          </p:nvSpPr>
          <p:spPr>
            <a:xfrm>
              <a:off x="7170690" y="21658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3" name="pt32743"/>
            <p:cNvSpPr/>
            <p:nvPr/>
          </p:nvSpPr>
          <p:spPr>
            <a:xfrm>
              <a:off x="7122516" y="21343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4" name="pt32744"/>
            <p:cNvSpPr/>
            <p:nvPr/>
          </p:nvSpPr>
          <p:spPr>
            <a:xfrm>
              <a:off x="7196825" y="23387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5" name="pt32745"/>
            <p:cNvSpPr/>
            <p:nvPr/>
          </p:nvSpPr>
          <p:spPr>
            <a:xfrm>
              <a:off x="7014338" y="18873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6" name="pt32746"/>
            <p:cNvSpPr/>
            <p:nvPr/>
          </p:nvSpPr>
          <p:spPr>
            <a:xfrm>
              <a:off x="7054668" y="20818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7" name="pt32747"/>
            <p:cNvSpPr/>
            <p:nvPr/>
          </p:nvSpPr>
          <p:spPr>
            <a:xfrm>
              <a:off x="7216461" y="21516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8" name="pt32748"/>
            <p:cNvSpPr/>
            <p:nvPr/>
          </p:nvSpPr>
          <p:spPr>
            <a:xfrm>
              <a:off x="7203229" y="22108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9" name="pt32749"/>
            <p:cNvSpPr/>
            <p:nvPr/>
          </p:nvSpPr>
          <p:spPr>
            <a:xfrm>
              <a:off x="6835913" y="21061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0" name="pt32750"/>
            <p:cNvSpPr/>
            <p:nvPr/>
          </p:nvSpPr>
          <p:spPr>
            <a:xfrm>
              <a:off x="7128057" y="22695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1" name="pt32751"/>
            <p:cNvSpPr/>
            <p:nvPr/>
          </p:nvSpPr>
          <p:spPr>
            <a:xfrm>
              <a:off x="7091681" y="22158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2" name="pt32752"/>
            <p:cNvSpPr/>
            <p:nvPr/>
          </p:nvSpPr>
          <p:spPr>
            <a:xfrm>
              <a:off x="7150016" y="20743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3" name="pt32753"/>
            <p:cNvSpPr/>
            <p:nvPr/>
          </p:nvSpPr>
          <p:spPr>
            <a:xfrm>
              <a:off x="7521539" y="24166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4" name="pt32754"/>
            <p:cNvSpPr/>
            <p:nvPr/>
          </p:nvSpPr>
          <p:spPr>
            <a:xfrm>
              <a:off x="7064062" y="21622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5" name="pt32755"/>
            <p:cNvSpPr/>
            <p:nvPr/>
          </p:nvSpPr>
          <p:spPr>
            <a:xfrm>
              <a:off x="7156409" y="20029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6" name="pt32756"/>
            <p:cNvSpPr/>
            <p:nvPr/>
          </p:nvSpPr>
          <p:spPr>
            <a:xfrm>
              <a:off x="7169288" y="22321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7" name="pt32757"/>
            <p:cNvSpPr/>
            <p:nvPr/>
          </p:nvSpPr>
          <p:spPr>
            <a:xfrm>
              <a:off x="6900562" y="22372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8" name="pt32758"/>
            <p:cNvSpPr/>
            <p:nvPr/>
          </p:nvSpPr>
          <p:spPr>
            <a:xfrm>
              <a:off x="7115558" y="21206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9" name="pt32759"/>
            <p:cNvSpPr/>
            <p:nvPr/>
          </p:nvSpPr>
          <p:spPr>
            <a:xfrm>
              <a:off x="6934569" y="21228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0" name="pt32760"/>
            <p:cNvSpPr/>
            <p:nvPr/>
          </p:nvSpPr>
          <p:spPr>
            <a:xfrm>
              <a:off x="6959550" y="20488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1" name="pt32761"/>
            <p:cNvSpPr/>
            <p:nvPr/>
          </p:nvSpPr>
          <p:spPr>
            <a:xfrm>
              <a:off x="7406449" y="24497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2" name="pt32762"/>
            <p:cNvSpPr/>
            <p:nvPr/>
          </p:nvSpPr>
          <p:spPr>
            <a:xfrm>
              <a:off x="7044385" y="21301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3" name="pt32763"/>
            <p:cNvSpPr/>
            <p:nvPr/>
          </p:nvSpPr>
          <p:spPr>
            <a:xfrm>
              <a:off x="7066252" y="21477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4" name="pt32764"/>
            <p:cNvSpPr/>
            <p:nvPr/>
          </p:nvSpPr>
          <p:spPr>
            <a:xfrm>
              <a:off x="6869316" y="21637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5" name="pt32765"/>
            <p:cNvSpPr/>
            <p:nvPr/>
          </p:nvSpPr>
          <p:spPr>
            <a:xfrm>
              <a:off x="6984508" y="20368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6" name="pt32766"/>
            <p:cNvSpPr/>
            <p:nvPr/>
          </p:nvSpPr>
          <p:spPr>
            <a:xfrm>
              <a:off x="7103687" y="20838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7" name="pt32767"/>
            <p:cNvSpPr/>
            <p:nvPr/>
          </p:nvSpPr>
          <p:spPr>
            <a:xfrm>
              <a:off x="7084120" y="22007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8" name="pt32768"/>
            <p:cNvSpPr/>
            <p:nvPr/>
          </p:nvSpPr>
          <p:spPr>
            <a:xfrm>
              <a:off x="7385710" y="25482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9" name="pt32769"/>
            <p:cNvSpPr/>
            <p:nvPr/>
          </p:nvSpPr>
          <p:spPr>
            <a:xfrm>
              <a:off x="7106960" y="21414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0" name="pt32770"/>
            <p:cNvSpPr/>
            <p:nvPr/>
          </p:nvSpPr>
          <p:spPr>
            <a:xfrm>
              <a:off x="7077941" y="21570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1" name="pt32771"/>
            <p:cNvSpPr/>
            <p:nvPr/>
          </p:nvSpPr>
          <p:spPr>
            <a:xfrm>
              <a:off x="7728833" y="25407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2" name="pt32772"/>
            <p:cNvSpPr/>
            <p:nvPr/>
          </p:nvSpPr>
          <p:spPr>
            <a:xfrm>
              <a:off x="7187930" y="21649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3" name="pt32773"/>
            <p:cNvSpPr/>
            <p:nvPr/>
          </p:nvSpPr>
          <p:spPr>
            <a:xfrm>
              <a:off x="7065088" y="22299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4" name="pt32774"/>
            <p:cNvSpPr/>
            <p:nvPr/>
          </p:nvSpPr>
          <p:spPr>
            <a:xfrm>
              <a:off x="7119017" y="22021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5" name="pt32775"/>
            <p:cNvSpPr/>
            <p:nvPr/>
          </p:nvSpPr>
          <p:spPr>
            <a:xfrm>
              <a:off x="6954611" y="19557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6" name="pt32776"/>
            <p:cNvSpPr/>
            <p:nvPr/>
          </p:nvSpPr>
          <p:spPr>
            <a:xfrm>
              <a:off x="6986950" y="20460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7" name="pt32777"/>
            <p:cNvSpPr/>
            <p:nvPr/>
          </p:nvSpPr>
          <p:spPr>
            <a:xfrm>
              <a:off x="7344292" y="26135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8" name="pt32778"/>
            <p:cNvSpPr/>
            <p:nvPr/>
          </p:nvSpPr>
          <p:spPr>
            <a:xfrm>
              <a:off x="7149340" y="20943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9" name="pt32779"/>
            <p:cNvSpPr/>
            <p:nvPr/>
          </p:nvSpPr>
          <p:spPr>
            <a:xfrm>
              <a:off x="6982033" y="22167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0" name="pt32780"/>
            <p:cNvSpPr/>
            <p:nvPr/>
          </p:nvSpPr>
          <p:spPr>
            <a:xfrm>
              <a:off x="7307626" y="19225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1" name="pt32781"/>
            <p:cNvSpPr/>
            <p:nvPr/>
          </p:nvSpPr>
          <p:spPr>
            <a:xfrm>
              <a:off x="7431600" y="27156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2" name="pt32782"/>
            <p:cNvSpPr/>
            <p:nvPr/>
          </p:nvSpPr>
          <p:spPr>
            <a:xfrm>
              <a:off x="7099702" y="21262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3" name="pt32783"/>
            <p:cNvSpPr/>
            <p:nvPr/>
          </p:nvSpPr>
          <p:spPr>
            <a:xfrm>
              <a:off x="7321418" y="20609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4" name="pt32784"/>
            <p:cNvSpPr/>
            <p:nvPr/>
          </p:nvSpPr>
          <p:spPr>
            <a:xfrm>
              <a:off x="6965275" y="19843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5" name="pt32785"/>
            <p:cNvSpPr/>
            <p:nvPr/>
          </p:nvSpPr>
          <p:spPr>
            <a:xfrm>
              <a:off x="7000331" y="17607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6" name="pt32786"/>
            <p:cNvSpPr/>
            <p:nvPr/>
          </p:nvSpPr>
          <p:spPr>
            <a:xfrm>
              <a:off x="7405289" y="26611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7" name="pt32787"/>
            <p:cNvSpPr/>
            <p:nvPr/>
          </p:nvSpPr>
          <p:spPr>
            <a:xfrm>
              <a:off x="7290191" y="21330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8" name="pt32788"/>
            <p:cNvSpPr/>
            <p:nvPr/>
          </p:nvSpPr>
          <p:spPr>
            <a:xfrm>
              <a:off x="7407447" y="22668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9" name="pt32789"/>
            <p:cNvSpPr/>
            <p:nvPr/>
          </p:nvSpPr>
          <p:spPr>
            <a:xfrm>
              <a:off x="7196118" y="21980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0" name="pt32790"/>
            <p:cNvSpPr/>
            <p:nvPr/>
          </p:nvSpPr>
          <p:spPr>
            <a:xfrm>
              <a:off x="7000276" y="19008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1" name="pt32791"/>
            <p:cNvSpPr/>
            <p:nvPr/>
          </p:nvSpPr>
          <p:spPr>
            <a:xfrm>
              <a:off x="6968686" y="20365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2" name="pt32792"/>
            <p:cNvSpPr/>
            <p:nvPr/>
          </p:nvSpPr>
          <p:spPr>
            <a:xfrm>
              <a:off x="6971625" y="20101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3" name="pt32793"/>
            <p:cNvSpPr/>
            <p:nvPr/>
          </p:nvSpPr>
          <p:spPr>
            <a:xfrm>
              <a:off x="6828623" y="21038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4" name="pt32794"/>
            <p:cNvSpPr/>
            <p:nvPr/>
          </p:nvSpPr>
          <p:spPr>
            <a:xfrm>
              <a:off x="6968513" y="20657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5" name="pt32795"/>
            <p:cNvSpPr/>
            <p:nvPr/>
          </p:nvSpPr>
          <p:spPr>
            <a:xfrm>
              <a:off x="7162158" y="20481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6" name="pt32796"/>
            <p:cNvSpPr/>
            <p:nvPr/>
          </p:nvSpPr>
          <p:spPr>
            <a:xfrm>
              <a:off x="7127204" y="22476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7" name="pt32797"/>
            <p:cNvSpPr/>
            <p:nvPr/>
          </p:nvSpPr>
          <p:spPr>
            <a:xfrm>
              <a:off x="7194186" y="21697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8" name="pt32798"/>
            <p:cNvSpPr/>
            <p:nvPr/>
          </p:nvSpPr>
          <p:spPr>
            <a:xfrm>
              <a:off x="7139408" y="23472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9" name="pt32799"/>
            <p:cNvSpPr/>
            <p:nvPr/>
          </p:nvSpPr>
          <p:spPr>
            <a:xfrm>
              <a:off x="7474813" y="2299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0" name="pt32800"/>
            <p:cNvSpPr/>
            <p:nvPr/>
          </p:nvSpPr>
          <p:spPr>
            <a:xfrm>
              <a:off x="7322958" y="20936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1" name="pt32801"/>
            <p:cNvSpPr/>
            <p:nvPr/>
          </p:nvSpPr>
          <p:spPr>
            <a:xfrm>
              <a:off x="7130657" y="22168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2" name="pt32802"/>
            <p:cNvSpPr/>
            <p:nvPr/>
          </p:nvSpPr>
          <p:spPr>
            <a:xfrm>
              <a:off x="7142231" y="21823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3" name="pt32803"/>
            <p:cNvSpPr/>
            <p:nvPr/>
          </p:nvSpPr>
          <p:spPr>
            <a:xfrm>
              <a:off x="7182992" y="19096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4" name="pt32804"/>
            <p:cNvSpPr/>
            <p:nvPr/>
          </p:nvSpPr>
          <p:spPr>
            <a:xfrm>
              <a:off x="7357014" y="21828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5" name="pt32805"/>
            <p:cNvSpPr/>
            <p:nvPr/>
          </p:nvSpPr>
          <p:spPr>
            <a:xfrm>
              <a:off x="7199528" y="21457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6" name="pt32806"/>
            <p:cNvSpPr/>
            <p:nvPr/>
          </p:nvSpPr>
          <p:spPr>
            <a:xfrm>
              <a:off x="7116929" y="21433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7" name="pt32807"/>
            <p:cNvSpPr/>
            <p:nvPr/>
          </p:nvSpPr>
          <p:spPr>
            <a:xfrm>
              <a:off x="7215894" y="20311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8" name="pt32808"/>
            <p:cNvSpPr/>
            <p:nvPr/>
          </p:nvSpPr>
          <p:spPr>
            <a:xfrm>
              <a:off x="7065387" y="21620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9" name="pt32809"/>
            <p:cNvSpPr/>
            <p:nvPr/>
          </p:nvSpPr>
          <p:spPr>
            <a:xfrm>
              <a:off x="7161074" y="20919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0" name="pt32810"/>
            <p:cNvSpPr/>
            <p:nvPr/>
          </p:nvSpPr>
          <p:spPr>
            <a:xfrm>
              <a:off x="7248189" y="21552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1" name="pt32811"/>
            <p:cNvSpPr/>
            <p:nvPr/>
          </p:nvSpPr>
          <p:spPr>
            <a:xfrm>
              <a:off x="7140021" y="22046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2" name="pt32812"/>
            <p:cNvSpPr/>
            <p:nvPr/>
          </p:nvSpPr>
          <p:spPr>
            <a:xfrm>
              <a:off x="7048667" y="17093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3" name="pt32813"/>
            <p:cNvSpPr/>
            <p:nvPr/>
          </p:nvSpPr>
          <p:spPr>
            <a:xfrm>
              <a:off x="7073743" y="21450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4" name="pt32814"/>
            <p:cNvSpPr/>
            <p:nvPr/>
          </p:nvSpPr>
          <p:spPr>
            <a:xfrm>
              <a:off x="6918105" y="21820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5" name="pt32815"/>
            <p:cNvSpPr/>
            <p:nvPr/>
          </p:nvSpPr>
          <p:spPr>
            <a:xfrm>
              <a:off x="6913928" y="22510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6" name="pt32816"/>
            <p:cNvSpPr/>
            <p:nvPr/>
          </p:nvSpPr>
          <p:spPr>
            <a:xfrm>
              <a:off x="7073229" y="21299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7" name="pt32817"/>
            <p:cNvSpPr/>
            <p:nvPr/>
          </p:nvSpPr>
          <p:spPr>
            <a:xfrm>
              <a:off x="7362205" y="1805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8" name="pt32818"/>
            <p:cNvSpPr/>
            <p:nvPr/>
          </p:nvSpPr>
          <p:spPr>
            <a:xfrm>
              <a:off x="7324993" y="21250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9" name="pt32819"/>
            <p:cNvSpPr/>
            <p:nvPr/>
          </p:nvSpPr>
          <p:spPr>
            <a:xfrm>
              <a:off x="7063997" y="21744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0" name="pt32820"/>
            <p:cNvSpPr/>
            <p:nvPr/>
          </p:nvSpPr>
          <p:spPr>
            <a:xfrm>
              <a:off x="7205294" y="20720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1" name="pt32821"/>
            <p:cNvSpPr/>
            <p:nvPr/>
          </p:nvSpPr>
          <p:spPr>
            <a:xfrm>
              <a:off x="7210002" y="21012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2" name="pt32822"/>
            <p:cNvSpPr/>
            <p:nvPr/>
          </p:nvSpPr>
          <p:spPr>
            <a:xfrm>
              <a:off x="7159443" y="20075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3" name="pt32823"/>
            <p:cNvSpPr/>
            <p:nvPr/>
          </p:nvSpPr>
          <p:spPr>
            <a:xfrm>
              <a:off x="7024162" y="22451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4" name="pt32824"/>
            <p:cNvSpPr/>
            <p:nvPr/>
          </p:nvSpPr>
          <p:spPr>
            <a:xfrm>
              <a:off x="6992592" y="19233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5" name="pt32825"/>
            <p:cNvSpPr/>
            <p:nvPr/>
          </p:nvSpPr>
          <p:spPr>
            <a:xfrm>
              <a:off x="7149754" y="19308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6" name="pt32826"/>
            <p:cNvSpPr/>
            <p:nvPr/>
          </p:nvSpPr>
          <p:spPr>
            <a:xfrm>
              <a:off x="7143377" y="21683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7" name="pt32827"/>
            <p:cNvSpPr/>
            <p:nvPr/>
          </p:nvSpPr>
          <p:spPr>
            <a:xfrm>
              <a:off x="6697220" y="18721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8" name="pt32828"/>
            <p:cNvSpPr/>
            <p:nvPr/>
          </p:nvSpPr>
          <p:spPr>
            <a:xfrm>
              <a:off x="7217878" y="20617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9" name="pt32829"/>
            <p:cNvSpPr/>
            <p:nvPr/>
          </p:nvSpPr>
          <p:spPr>
            <a:xfrm>
              <a:off x="7087290" y="22220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0" name="pt32830"/>
            <p:cNvSpPr/>
            <p:nvPr/>
          </p:nvSpPr>
          <p:spPr>
            <a:xfrm>
              <a:off x="7096911" y="21931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1" name="pt32831"/>
            <p:cNvSpPr/>
            <p:nvPr/>
          </p:nvSpPr>
          <p:spPr>
            <a:xfrm>
              <a:off x="6990072" y="20119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2" name="pt32832"/>
            <p:cNvSpPr/>
            <p:nvPr/>
          </p:nvSpPr>
          <p:spPr>
            <a:xfrm>
              <a:off x="7091002" y="2233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3" name="pt32833"/>
            <p:cNvSpPr/>
            <p:nvPr/>
          </p:nvSpPr>
          <p:spPr>
            <a:xfrm>
              <a:off x="7235490" y="20668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4" name="pt32834"/>
            <p:cNvSpPr/>
            <p:nvPr/>
          </p:nvSpPr>
          <p:spPr>
            <a:xfrm>
              <a:off x="7010412" y="17349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5" name="pt32835"/>
            <p:cNvSpPr/>
            <p:nvPr/>
          </p:nvSpPr>
          <p:spPr>
            <a:xfrm>
              <a:off x="7268464" y="18233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6" name="pt32836"/>
            <p:cNvSpPr/>
            <p:nvPr/>
          </p:nvSpPr>
          <p:spPr>
            <a:xfrm>
              <a:off x="6976665" y="19620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7" name="pt32837"/>
            <p:cNvSpPr/>
            <p:nvPr/>
          </p:nvSpPr>
          <p:spPr>
            <a:xfrm>
              <a:off x="7069877" y="22121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8" name="pt32838"/>
            <p:cNvSpPr/>
            <p:nvPr/>
          </p:nvSpPr>
          <p:spPr>
            <a:xfrm>
              <a:off x="6968609" y="20296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9" name="pt32839"/>
            <p:cNvSpPr/>
            <p:nvPr/>
          </p:nvSpPr>
          <p:spPr>
            <a:xfrm>
              <a:off x="7103585" y="21523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0" name="pt32840"/>
            <p:cNvSpPr/>
            <p:nvPr/>
          </p:nvSpPr>
          <p:spPr>
            <a:xfrm>
              <a:off x="6872053" y="1913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1" name="pt32841"/>
            <p:cNvSpPr/>
            <p:nvPr/>
          </p:nvSpPr>
          <p:spPr>
            <a:xfrm>
              <a:off x="7363462" y="21380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2" name="pt32842"/>
            <p:cNvSpPr/>
            <p:nvPr/>
          </p:nvSpPr>
          <p:spPr>
            <a:xfrm>
              <a:off x="7123165" y="21780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3" name="pt32843"/>
            <p:cNvSpPr/>
            <p:nvPr/>
          </p:nvSpPr>
          <p:spPr>
            <a:xfrm>
              <a:off x="6644975" y="22563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4" name="pt32844"/>
            <p:cNvSpPr/>
            <p:nvPr/>
          </p:nvSpPr>
          <p:spPr>
            <a:xfrm>
              <a:off x="6992935" y="19097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5" name="pt32845"/>
            <p:cNvSpPr/>
            <p:nvPr/>
          </p:nvSpPr>
          <p:spPr>
            <a:xfrm>
              <a:off x="6787348" y="24323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6" name="pt32846"/>
            <p:cNvSpPr/>
            <p:nvPr/>
          </p:nvSpPr>
          <p:spPr>
            <a:xfrm>
              <a:off x="7103401" y="21476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7" name="pt32847"/>
            <p:cNvSpPr/>
            <p:nvPr/>
          </p:nvSpPr>
          <p:spPr>
            <a:xfrm>
              <a:off x="6926024" y="1929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8" name="pt32848"/>
            <p:cNvSpPr/>
            <p:nvPr/>
          </p:nvSpPr>
          <p:spPr>
            <a:xfrm>
              <a:off x="7081160" y="22034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9" name="pt32849"/>
            <p:cNvSpPr/>
            <p:nvPr/>
          </p:nvSpPr>
          <p:spPr>
            <a:xfrm>
              <a:off x="7120246" y="22293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0" name="pt32850"/>
            <p:cNvSpPr/>
            <p:nvPr/>
          </p:nvSpPr>
          <p:spPr>
            <a:xfrm>
              <a:off x="7204412" y="22685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1" name="pt32851"/>
            <p:cNvSpPr/>
            <p:nvPr/>
          </p:nvSpPr>
          <p:spPr>
            <a:xfrm>
              <a:off x="6972215" y="20272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2" name="pt32852"/>
            <p:cNvSpPr/>
            <p:nvPr/>
          </p:nvSpPr>
          <p:spPr>
            <a:xfrm>
              <a:off x="6788829" y="2385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3" name="pt32853"/>
            <p:cNvSpPr/>
            <p:nvPr/>
          </p:nvSpPr>
          <p:spPr>
            <a:xfrm>
              <a:off x="6996864" y="20110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4" name="pt32854"/>
            <p:cNvSpPr/>
            <p:nvPr/>
          </p:nvSpPr>
          <p:spPr>
            <a:xfrm>
              <a:off x="6946840" y="21020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5" name="pt32855"/>
            <p:cNvSpPr/>
            <p:nvPr/>
          </p:nvSpPr>
          <p:spPr>
            <a:xfrm>
              <a:off x="7298519" y="19715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6" name="pt32856"/>
            <p:cNvSpPr/>
            <p:nvPr/>
          </p:nvSpPr>
          <p:spPr>
            <a:xfrm>
              <a:off x="6947353" y="21326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7" name="pt32857"/>
            <p:cNvSpPr/>
            <p:nvPr/>
          </p:nvSpPr>
          <p:spPr>
            <a:xfrm>
              <a:off x="7407550" y="23452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8" name="pt32858"/>
            <p:cNvSpPr/>
            <p:nvPr/>
          </p:nvSpPr>
          <p:spPr>
            <a:xfrm>
              <a:off x="6973628" y="19669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9" name="pt32859"/>
            <p:cNvSpPr/>
            <p:nvPr/>
          </p:nvSpPr>
          <p:spPr>
            <a:xfrm>
              <a:off x="7058592" y="21720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0" name="pt32860"/>
            <p:cNvSpPr/>
            <p:nvPr/>
          </p:nvSpPr>
          <p:spPr>
            <a:xfrm>
              <a:off x="7292975" y="19624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1" name="pt32861"/>
            <p:cNvSpPr/>
            <p:nvPr/>
          </p:nvSpPr>
          <p:spPr>
            <a:xfrm>
              <a:off x="7035845" y="23508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2" name="pt32862"/>
            <p:cNvSpPr/>
            <p:nvPr/>
          </p:nvSpPr>
          <p:spPr>
            <a:xfrm>
              <a:off x="7233405" y="20693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3" name="pt32863"/>
            <p:cNvSpPr/>
            <p:nvPr/>
          </p:nvSpPr>
          <p:spPr>
            <a:xfrm>
              <a:off x="7073548" y="21440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4" name="pt32864"/>
            <p:cNvSpPr/>
            <p:nvPr/>
          </p:nvSpPr>
          <p:spPr>
            <a:xfrm>
              <a:off x="7216578" y="20172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5" name="pt32865"/>
            <p:cNvSpPr/>
            <p:nvPr/>
          </p:nvSpPr>
          <p:spPr>
            <a:xfrm>
              <a:off x="7814745" y="22227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6" name="pt32866"/>
            <p:cNvSpPr/>
            <p:nvPr/>
          </p:nvSpPr>
          <p:spPr>
            <a:xfrm>
              <a:off x="7035943" y="23895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7" name="pt32867"/>
            <p:cNvSpPr/>
            <p:nvPr/>
          </p:nvSpPr>
          <p:spPr>
            <a:xfrm>
              <a:off x="7154884" y="19405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8" name="pt32868"/>
            <p:cNvSpPr/>
            <p:nvPr/>
          </p:nvSpPr>
          <p:spPr>
            <a:xfrm>
              <a:off x="7112533" y="21600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9" name="pt32869"/>
            <p:cNvSpPr/>
            <p:nvPr/>
          </p:nvSpPr>
          <p:spPr>
            <a:xfrm>
              <a:off x="7138691" y="23130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0" name="pt32870"/>
            <p:cNvSpPr/>
            <p:nvPr/>
          </p:nvSpPr>
          <p:spPr>
            <a:xfrm>
              <a:off x="7162330" y="21057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1" name="pt32871"/>
            <p:cNvSpPr/>
            <p:nvPr/>
          </p:nvSpPr>
          <p:spPr>
            <a:xfrm>
              <a:off x="7323155" y="21243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2" name="pt32872"/>
            <p:cNvSpPr/>
            <p:nvPr/>
          </p:nvSpPr>
          <p:spPr>
            <a:xfrm>
              <a:off x="6763698" y="25620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3" name="pt32873"/>
            <p:cNvSpPr/>
            <p:nvPr/>
          </p:nvSpPr>
          <p:spPr>
            <a:xfrm>
              <a:off x="7014954" y="19043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4" name="pt32874"/>
            <p:cNvSpPr/>
            <p:nvPr/>
          </p:nvSpPr>
          <p:spPr>
            <a:xfrm>
              <a:off x="7090820" y="2136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5" name="pt32875"/>
            <p:cNvSpPr/>
            <p:nvPr/>
          </p:nvSpPr>
          <p:spPr>
            <a:xfrm>
              <a:off x="7275643" y="1959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6" name="pt32876"/>
            <p:cNvSpPr/>
            <p:nvPr/>
          </p:nvSpPr>
          <p:spPr>
            <a:xfrm>
              <a:off x="7291659" y="22089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7" name="pt32877"/>
            <p:cNvSpPr/>
            <p:nvPr/>
          </p:nvSpPr>
          <p:spPr>
            <a:xfrm>
              <a:off x="7085110" y="2194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8" name="pt32878"/>
            <p:cNvSpPr/>
            <p:nvPr/>
          </p:nvSpPr>
          <p:spPr>
            <a:xfrm>
              <a:off x="7208474" y="20351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9" name="pt32879"/>
            <p:cNvSpPr/>
            <p:nvPr/>
          </p:nvSpPr>
          <p:spPr>
            <a:xfrm>
              <a:off x="7150823" y="20435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0" name="pt32880"/>
            <p:cNvSpPr/>
            <p:nvPr/>
          </p:nvSpPr>
          <p:spPr>
            <a:xfrm>
              <a:off x="6976718" y="19416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1" name="pt32881"/>
            <p:cNvSpPr/>
            <p:nvPr/>
          </p:nvSpPr>
          <p:spPr>
            <a:xfrm>
              <a:off x="7220076" y="19723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2" name="pt32882"/>
            <p:cNvSpPr/>
            <p:nvPr/>
          </p:nvSpPr>
          <p:spPr>
            <a:xfrm>
              <a:off x="7284162" y="22876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3" name="pt32883"/>
            <p:cNvSpPr/>
            <p:nvPr/>
          </p:nvSpPr>
          <p:spPr>
            <a:xfrm>
              <a:off x="7119427" y="21774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4" name="pt32884"/>
            <p:cNvSpPr/>
            <p:nvPr/>
          </p:nvSpPr>
          <p:spPr>
            <a:xfrm>
              <a:off x="6627489" y="23486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5" name="pt32885"/>
            <p:cNvSpPr/>
            <p:nvPr/>
          </p:nvSpPr>
          <p:spPr>
            <a:xfrm>
              <a:off x="7093578" y="21552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6" name="pt32886"/>
            <p:cNvSpPr/>
            <p:nvPr/>
          </p:nvSpPr>
          <p:spPr>
            <a:xfrm>
              <a:off x="7254890" y="19123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7" name="pt32887"/>
            <p:cNvSpPr/>
            <p:nvPr/>
          </p:nvSpPr>
          <p:spPr>
            <a:xfrm>
              <a:off x="7189610" y="20919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8" name="pt32888"/>
            <p:cNvSpPr/>
            <p:nvPr/>
          </p:nvSpPr>
          <p:spPr>
            <a:xfrm>
              <a:off x="7139500" y="23227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9" name="pt32889"/>
            <p:cNvSpPr/>
            <p:nvPr/>
          </p:nvSpPr>
          <p:spPr>
            <a:xfrm>
              <a:off x="7095987" y="21707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0" name="pt32890"/>
            <p:cNvSpPr/>
            <p:nvPr/>
          </p:nvSpPr>
          <p:spPr>
            <a:xfrm>
              <a:off x="7249247" y="19993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1" name="pt32891"/>
            <p:cNvSpPr/>
            <p:nvPr/>
          </p:nvSpPr>
          <p:spPr>
            <a:xfrm>
              <a:off x="7152141" y="20199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2" name="pt32892"/>
            <p:cNvSpPr/>
            <p:nvPr/>
          </p:nvSpPr>
          <p:spPr>
            <a:xfrm>
              <a:off x="7274036" y="18829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3" name="pt32893"/>
            <p:cNvSpPr/>
            <p:nvPr/>
          </p:nvSpPr>
          <p:spPr>
            <a:xfrm>
              <a:off x="7139178" y="21882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4" name="pt32894"/>
            <p:cNvSpPr/>
            <p:nvPr/>
          </p:nvSpPr>
          <p:spPr>
            <a:xfrm>
              <a:off x="7311906" y="20018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5" name="pt32895"/>
            <p:cNvSpPr/>
            <p:nvPr/>
          </p:nvSpPr>
          <p:spPr>
            <a:xfrm>
              <a:off x="6966960" y="1928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6" name="pt32896"/>
            <p:cNvSpPr/>
            <p:nvPr/>
          </p:nvSpPr>
          <p:spPr>
            <a:xfrm>
              <a:off x="7083079" y="22240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7" name="pt32897"/>
            <p:cNvSpPr/>
            <p:nvPr/>
          </p:nvSpPr>
          <p:spPr>
            <a:xfrm>
              <a:off x="7312836" y="19932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8" name="pt32898"/>
            <p:cNvSpPr/>
            <p:nvPr/>
          </p:nvSpPr>
          <p:spPr>
            <a:xfrm>
              <a:off x="7246758" y="20799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9" name="pt32899"/>
            <p:cNvSpPr/>
            <p:nvPr/>
          </p:nvSpPr>
          <p:spPr>
            <a:xfrm>
              <a:off x="6988082" y="20732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0" name="pt32900"/>
            <p:cNvSpPr/>
            <p:nvPr/>
          </p:nvSpPr>
          <p:spPr>
            <a:xfrm>
              <a:off x="7277147" y="19753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1" name="pt32901"/>
            <p:cNvSpPr/>
            <p:nvPr/>
          </p:nvSpPr>
          <p:spPr>
            <a:xfrm>
              <a:off x="7021609" y="21866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2" name="pt32902"/>
            <p:cNvSpPr/>
            <p:nvPr/>
          </p:nvSpPr>
          <p:spPr>
            <a:xfrm>
              <a:off x="7091081" y="22055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3" name="pt32903"/>
            <p:cNvSpPr/>
            <p:nvPr/>
          </p:nvSpPr>
          <p:spPr>
            <a:xfrm>
              <a:off x="7044356" y="21927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4" name="pt32904"/>
            <p:cNvSpPr/>
            <p:nvPr/>
          </p:nvSpPr>
          <p:spPr>
            <a:xfrm>
              <a:off x="7246407" y="21295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5" name="pt32905"/>
            <p:cNvSpPr/>
            <p:nvPr/>
          </p:nvSpPr>
          <p:spPr>
            <a:xfrm>
              <a:off x="7107081" y="2104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6" name="pt32906"/>
            <p:cNvSpPr/>
            <p:nvPr/>
          </p:nvSpPr>
          <p:spPr>
            <a:xfrm>
              <a:off x="7111030" y="21944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7" name="pt32907"/>
            <p:cNvSpPr/>
            <p:nvPr/>
          </p:nvSpPr>
          <p:spPr>
            <a:xfrm>
              <a:off x="7072913" y="2110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8" name="pt32908"/>
            <p:cNvSpPr/>
            <p:nvPr/>
          </p:nvSpPr>
          <p:spPr>
            <a:xfrm>
              <a:off x="7098505" y="21584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9" name="pt32909"/>
            <p:cNvSpPr/>
            <p:nvPr/>
          </p:nvSpPr>
          <p:spPr>
            <a:xfrm>
              <a:off x="6894574" y="16550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0" name="pt32910"/>
            <p:cNvSpPr/>
            <p:nvPr/>
          </p:nvSpPr>
          <p:spPr>
            <a:xfrm>
              <a:off x="7293808" y="21005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1" name="pt32911"/>
            <p:cNvSpPr/>
            <p:nvPr/>
          </p:nvSpPr>
          <p:spPr>
            <a:xfrm>
              <a:off x="6889985" y="19459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2" name="pt32912"/>
            <p:cNvSpPr/>
            <p:nvPr/>
          </p:nvSpPr>
          <p:spPr>
            <a:xfrm>
              <a:off x="7165190" y="21899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3" name="pt32913"/>
            <p:cNvSpPr/>
            <p:nvPr/>
          </p:nvSpPr>
          <p:spPr>
            <a:xfrm>
              <a:off x="7300726" y="19444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4" name="pt32914"/>
            <p:cNvSpPr/>
            <p:nvPr/>
          </p:nvSpPr>
          <p:spPr>
            <a:xfrm>
              <a:off x="7200712" y="2278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5" name="pt32915"/>
            <p:cNvSpPr/>
            <p:nvPr/>
          </p:nvSpPr>
          <p:spPr>
            <a:xfrm>
              <a:off x="7136214" y="23479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6" name="pt32916"/>
            <p:cNvSpPr/>
            <p:nvPr/>
          </p:nvSpPr>
          <p:spPr>
            <a:xfrm>
              <a:off x="6852280" y="23585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7" name="pt32917"/>
            <p:cNvSpPr/>
            <p:nvPr/>
          </p:nvSpPr>
          <p:spPr>
            <a:xfrm>
              <a:off x="7067801" y="20074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8" name="pt32918"/>
            <p:cNvSpPr/>
            <p:nvPr/>
          </p:nvSpPr>
          <p:spPr>
            <a:xfrm>
              <a:off x="6966774" y="20726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9" name="pt32919"/>
            <p:cNvSpPr/>
            <p:nvPr/>
          </p:nvSpPr>
          <p:spPr>
            <a:xfrm>
              <a:off x="7084369" y="21919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0" name="pt32920"/>
            <p:cNvSpPr/>
            <p:nvPr/>
          </p:nvSpPr>
          <p:spPr>
            <a:xfrm>
              <a:off x="7165705" y="21422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1" name="pt32921"/>
            <p:cNvSpPr/>
            <p:nvPr/>
          </p:nvSpPr>
          <p:spPr>
            <a:xfrm>
              <a:off x="7221452" y="18215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2" name="pt32922"/>
            <p:cNvSpPr/>
            <p:nvPr/>
          </p:nvSpPr>
          <p:spPr>
            <a:xfrm>
              <a:off x="7226087" y="20325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3" name="pt32923"/>
            <p:cNvSpPr/>
            <p:nvPr/>
          </p:nvSpPr>
          <p:spPr>
            <a:xfrm>
              <a:off x="7143771" y="21531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4" name="pt32924"/>
            <p:cNvSpPr/>
            <p:nvPr/>
          </p:nvSpPr>
          <p:spPr>
            <a:xfrm>
              <a:off x="7232126" y="22837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5" name="pt32925"/>
            <p:cNvSpPr/>
            <p:nvPr/>
          </p:nvSpPr>
          <p:spPr>
            <a:xfrm>
              <a:off x="7261823" y="21385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6" name="pt32926"/>
            <p:cNvSpPr/>
            <p:nvPr/>
          </p:nvSpPr>
          <p:spPr>
            <a:xfrm>
              <a:off x="7482731" y="19801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7" name="pt32927"/>
            <p:cNvSpPr/>
            <p:nvPr/>
          </p:nvSpPr>
          <p:spPr>
            <a:xfrm>
              <a:off x="7062512" y="2214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8" name="pt32928"/>
            <p:cNvSpPr/>
            <p:nvPr/>
          </p:nvSpPr>
          <p:spPr>
            <a:xfrm>
              <a:off x="7022973" y="22911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9" name="pt32929"/>
            <p:cNvSpPr/>
            <p:nvPr/>
          </p:nvSpPr>
          <p:spPr>
            <a:xfrm>
              <a:off x="7081387" y="21647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0" name="pt32930"/>
            <p:cNvSpPr/>
            <p:nvPr/>
          </p:nvSpPr>
          <p:spPr>
            <a:xfrm>
              <a:off x="7064527" y="21386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1" name="pt32931"/>
            <p:cNvSpPr/>
            <p:nvPr/>
          </p:nvSpPr>
          <p:spPr>
            <a:xfrm>
              <a:off x="7205837" y="2107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2" name="pt32932"/>
            <p:cNvSpPr/>
            <p:nvPr/>
          </p:nvSpPr>
          <p:spPr>
            <a:xfrm>
              <a:off x="7226980" y="22372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3" name="pt32933"/>
            <p:cNvSpPr/>
            <p:nvPr/>
          </p:nvSpPr>
          <p:spPr>
            <a:xfrm>
              <a:off x="7290016" y="22289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4" name="pt32934"/>
            <p:cNvSpPr/>
            <p:nvPr/>
          </p:nvSpPr>
          <p:spPr>
            <a:xfrm>
              <a:off x="7053652" y="20865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5" name="pt32935"/>
            <p:cNvSpPr/>
            <p:nvPr/>
          </p:nvSpPr>
          <p:spPr>
            <a:xfrm>
              <a:off x="7302102" y="20275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6" name="pt32936"/>
            <p:cNvSpPr/>
            <p:nvPr/>
          </p:nvSpPr>
          <p:spPr>
            <a:xfrm>
              <a:off x="7220954" y="18901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7" name="pt32937"/>
            <p:cNvSpPr/>
            <p:nvPr/>
          </p:nvSpPr>
          <p:spPr>
            <a:xfrm>
              <a:off x="7304455" y="23173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8" name="pt32938"/>
            <p:cNvSpPr/>
            <p:nvPr/>
          </p:nvSpPr>
          <p:spPr>
            <a:xfrm>
              <a:off x="7231347" y="22467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9" name="pt32939"/>
            <p:cNvSpPr/>
            <p:nvPr/>
          </p:nvSpPr>
          <p:spPr>
            <a:xfrm>
              <a:off x="7183895" y="20397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0" name="pt32940"/>
            <p:cNvSpPr/>
            <p:nvPr/>
          </p:nvSpPr>
          <p:spPr>
            <a:xfrm>
              <a:off x="7302010" y="20715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1" name="pt32941"/>
            <p:cNvSpPr/>
            <p:nvPr/>
          </p:nvSpPr>
          <p:spPr>
            <a:xfrm>
              <a:off x="7166260" y="21500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2" name="pt32942"/>
            <p:cNvSpPr/>
            <p:nvPr/>
          </p:nvSpPr>
          <p:spPr>
            <a:xfrm>
              <a:off x="7156607" y="19711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3" name="pt32943"/>
            <p:cNvSpPr/>
            <p:nvPr/>
          </p:nvSpPr>
          <p:spPr>
            <a:xfrm>
              <a:off x="6955324" y="19895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4" name="pt32944"/>
            <p:cNvSpPr/>
            <p:nvPr/>
          </p:nvSpPr>
          <p:spPr>
            <a:xfrm>
              <a:off x="7174947" y="20229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5" name="pt32945"/>
            <p:cNvSpPr/>
            <p:nvPr/>
          </p:nvSpPr>
          <p:spPr>
            <a:xfrm>
              <a:off x="7523511" y="24872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6" name="pt32946"/>
            <p:cNvSpPr/>
            <p:nvPr/>
          </p:nvSpPr>
          <p:spPr>
            <a:xfrm>
              <a:off x="7209744" y="22110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7" name="pt32947"/>
            <p:cNvSpPr/>
            <p:nvPr/>
          </p:nvSpPr>
          <p:spPr>
            <a:xfrm>
              <a:off x="6829918" y="2210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8" name="pt32948"/>
            <p:cNvSpPr/>
            <p:nvPr/>
          </p:nvSpPr>
          <p:spPr>
            <a:xfrm>
              <a:off x="7104664" y="21228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9" name="pt32949"/>
            <p:cNvSpPr/>
            <p:nvPr/>
          </p:nvSpPr>
          <p:spPr>
            <a:xfrm>
              <a:off x="7360462" y="22821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0" name="pt32950"/>
            <p:cNvSpPr/>
            <p:nvPr/>
          </p:nvSpPr>
          <p:spPr>
            <a:xfrm>
              <a:off x="6995698" y="20143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1" name="pt32951"/>
            <p:cNvSpPr/>
            <p:nvPr/>
          </p:nvSpPr>
          <p:spPr>
            <a:xfrm>
              <a:off x="7008582" y="20410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2" name="pt32952"/>
            <p:cNvSpPr/>
            <p:nvPr/>
          </p:nvSpPr>
          <p:spPr>
            <a:xfrm>
              <a:off x="6968229" y="21199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3" name="pt32953"/>
            <p:cNvSpPr/>
            <p:nvPr/>
          </p:nvSpPr>
          <p:spPr>
            <a:xfrm>
              <a:off x="7234571" y="21202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4" name="pt32954"/>
            <p:cNvSpPr/>
            <p:nvPr/>
          </p:nvSpPr>
          <p:spPr>
            <a:xfrm>
              <a:off x="7296572" y="19757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5" name="pt32955"/>
            <p:cNvSpPr/>
            <p:nvPr/>
          </p:nvSpPr>
          <p:spPr>
            <a:xfrm>
              <a:off x="7310050" y="19792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6" name="pt32956"/>
            <p:cNvSpPr/>
            <p:nvPr/>
          </p:nvSpPr>
          <p:spPr>
            <a:xfrm>
              <a:off x="7104572" y="20838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7" name="pt32957"/>
            <p:cNvSpPr/>
            <p:nvPr/>
          </p:nvSpPr>
          <p:spPr>
            <a:xfrm>
              <a:off x="7233228" y="20618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8" name="pt32958"/>
            <p:cNvSpPr/>
            <p:nvPr/>
          </p:nvSpPr>
          <p:spPr>
            <a:xfrm>
              <a:off x="7043816" y="20505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9" name="pt32959"/>
            <p:cNvSpPr/>
            <p:nvPr/>
          </p:nvSpPr>
          <p:spPr>
            <a:xfrm>
              <a:off x="7086535" y="22185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0" name="pt32960"/>
            <p:cNvSpPr/>
            <p:nvPr/>
          </p:nvSpPr>
          <p:spPr>
            <a:xfrm>
              <a:off x="7063598" y="21233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1" name="pt32961"/>
            <p:cNvSpPr/>
            <p:nvPr/>
          </p:nvSpPr>
          <p:spPr>
            <a:xfrm>
              <a:off x="7145153" y="20235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2" name="pt32962"/>
            <p:cNvSpPr/>
            <p:nvPr/>
          </p:nvSpPr>
          <p:spPr>
            <a:xfrm>
              <a:off x="6888950" y="20002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3" name="pt32963"/>
            <p:cNvSpPr/>
            <p:nvPr/>
          </p:nvSpPr>
          <p:spPr>
            <a:xfrm>
              <a:off x="7258203" y="20439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4" name="pt32964"/>
            <p:cNvSpPr/>
            <p:nvPr/>
          </p:nvSpPr>
          <p:spPr>
            <a:xfrm>
              <a:off x="7127794" y="22513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5" name="pt32965"/>
            <p:cNvSpPr/>
            <p:nvPr/>
          </p:nvSpPr>
          <p:spPr>
            <a:xfrm>
              <a:off x="7505237" y="24092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6" name="pt32966"/>
            <p:cNvSpPr/>
            <p:nvPr/>
          </p:nvSpPr>
          <p:spPr>
            <a:xfrm>
              <a:off x="7271213" y="20427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7" name="pt32967"/>
            <p:cNvSpPr/>
            <p:nvPr/>
          </p:nvSpPr>
          <p:spPr>
            <a:xfrm>
              <a:off x="7214581" y="22148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8" name="pt32968"/>
            <p:cNvSpPr/>
            <p:nvPr/>
          </p:nvSpPr>
          <p:spPr>
            <a:xfrm>
              <a:off x="7162713" y="20640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9" name="pt32969"/>
            <p:cNvSpPr/>
            <p:nvPr/>
          </p:nvSpPr>
          <p:spPr>
            <a:xfrm>
              <a:off x="7094392" y="21555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0" name="pt32970"/>
            <p:cNvSpPr/>
            <p:nvPr/>
          </p:nvSpPr>
          <p:spPr>
            <a:xfrm>
              <a:off x="6923366" y="20046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1" name="pt32971"/>
            <p:cNvSpPr/>
            <p:nvPr/>
          </p:nvSpPr>
          <p:spPr>
            <a:xfrm>
              <a:off x="7172022" y="21647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2" name="pt32972"/>
            <p:cNvSpPr/>
            <p:nvPr/>
          </p:nvSpPr>
          <p:spPr>
            <a:xfrm>
              <a:off x="7156824" y="19771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3" name="pt32973"/>
            <p:cNvSpPr/>
            <p:nvPr/>
          </p:nvSpPr>
          <p:spPr>
            <a:xfrm>
              <a:off x="7087423" y="2233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4" name="pt32974"/>
            <p:cNvSpPr/>
            <p:nvPr/>
          </p:nvSpPr>
          <p:spPr>
            <a:xfrm>
              <a:off x="7015856" y="18070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5" name="pt32975"/>
            <p:cNvSpPr/>
            <p:nvPr/>
          </p:nvSpPr>
          <p:spPr>
            <a:xfrm>
              <a:off x="7065131" y="21306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6" name="pt32976"/>
            <p:cNvSpPr/>
            <p:nvPr/>
          </p:nvSpPr>
          <p:spPr>
            <a:xfrm>
              <a:off x="6963058" y="19506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7" name="pt32977"/>
            <p:cNvSpPr/>
            <p:nvPr/>
          </p:nvSpPr>
          <p:spPr>
            <a:xfrm>
              <a:off x="6843327" y="24044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8" name="pt32978"/>
            <p:cNvSpPr/>
            <p:nvPr/>
          </p:nvSpPr>
          <p:spPr>
            <a:xfrm>
              <a:off x="7135293" y="23168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9" name="pt32979"/>
            <p:cNvSpPr/>
            <p:nvPr/>
          </p:nvSpPr>
          <p:spPr>
            <a:xfrm>
              <a:off x="7460492" y="28063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0" name="pt32980"/>
            <p:cNvSpPr/>
            <p:nvPr/>
          </p:nvSpPr>
          <p:spPr>
            <a:xfrm>
              <a:off x="7146425" y="20887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1" name="pt32981"/>
            <p:cNvSpPr/>
            <p:nvPr/>
          </p:nvSpPr>
          <p:spPr>
            <a:xfrm>
              <a:off x="7181439" y="20497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2" name="pt32982"/>
            <p:cNvSpPr/>
            <p:nvPr/>
          </p:nvSpPr>
          <p:spPr>
            <a:xfrm>
              <a:off x="6989347" y="20111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3" name="pt32983"/>
            <p:cNvSpPr/>
            <p:nvPr/>
          </p:nvSpPr>
          <p:spPr>
            <a:xfrm>
              <a:off x="7527735" y="24790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4" name="pt32984"/>
            <p:cNvSpPr/>
            <p:nvPr/>
          </p:nvSpPr>
          <p:spPr>
            <a:xfrm>
              <a:off x="7682661" y="24656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5" name="pt32985"/>
            <p:cNvSpPr/>
            <p:nvPr/>
          </p:nvSpPr>
          <p:spPr>
            <a:xfrm>
              <a:off x="7328713" y="20127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6" name="pt32986"/>
            <p:cNvSpPr/>
            <p:nvPr/>
          </p:nvSpPr>
          <p:spPr>
            <a:xfrm>
              <a:off x="7229504" y="22134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7" name="pt32987"/>
            <p:cNvSpPr/>
            <p:nvPr/>
          </p:nvSpPr>
          <p:spPr>
            <a:xfrm>
              <a:off x="7033692" y="22855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8" name="pt32988"/>
            <p:cNvSpPr/>
            <p:nvPr/>
          </p:nvSpPr>
          <p:spPr>
            <a:xfrm>
              <a:off x="7147555" y="20329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9" name="pt32989"/>
            <p:cNvSpPr/>
            <p:nvPr/>
          </p:nvSpPr>
          <p:spPr>
            <a:xfrm>
              <a:off x="7105644" y="20930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0" name="pt32990"/>
            <p:cNvSpPr/>
            <p:nvPr/>
          </p:nvSpPr>
          <p:spPr>
            <a:xfrm>
              <a:off x="7623754" y="27416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1" name="pt32991"/>
            <p:cNvSpPr/>
            <p:nvPr/>
          </p:nvSpPr>
          <p:spPr>
            <a:xfrm>
              <a:off x="7162769" y="21296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2" name="pt32992"/>
            <p:cNvSpPr/>
            <p:nvPr/>
          </p:nvSpPr>
          <p:spPr>
            <a:xfrm>
              <a:off x="7132995" y="22650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3" name="pt32993"/>
            <p:cNvSpPr/>
            <p:nvPr/>
          </p:nvSpPr>
          <p:spPr>
            <a:xfrm>
              <a:off x="7312793" y="18766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4" name="pt32994"/>
            <p:cNvSpPr/>
            <p:nvPr/>
          </p:nvSpPr>
          <p:spPr>
            <a:xfrm>
              <a:off x="6772420" y="25208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5" name="pt32995"/>
            <p:cNvSpPr/>
            <p:nvPr/>
          </p:nvSpPr>
          <p:spPr>
            <a:xfrm>
              <a:off x="6991017" y="20028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6" name="pt32996"/>
            <p:cNvSpPr/>
            <p:nvPr/>
          </p:nvSpPr>
          <p:spPr>
            <a:xfrm>
              <a:off x="6813302" y="18999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7" name="pt32997"/>
            <p:cNvSpPr/>
            <p:nvPr/>
          </p:nvSpPr>
          <p:spPr>
            <a:xfrm>
              <a:off x="6838496" y="2166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8" name="pt32998"/>
            <p:cNvSpPr/>
            <p:nvPr/>
          </p:nvSpPr>
          <p:spPr>
            <a:xfrm>
              <a:off x="7097120" y="21885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9" name="pt32999"/>
            <p:cNvSpPr/>
            <p:nvPr/>
          </p:nvSpPr>
          <p:spPr>
            <a:xfrm>
              <a:off x="7139199" y="23418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0" name="pt33000"/>
            <p:cNvSpPr/>
            <p:nvPr/>
          </p:nvSpPr>
          <p:spPr>
            <a:xfrm>
              <a:off x="7226379" y="23074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1" name="pt33001"/>
            <p:cNvSpPr/>
            <p:nvPr/>
          </p:nvSpPr>
          <p:spPr>
            <a:xfrm>
              <a:off x="6902339" y="21779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2" name="pt33002"/>
            <p:cNvSpPr/>
            <p:nvPr/>
          </p:nvSpPr>
          <p:spPr>
            <a:xfrm>
              <a:off x="7151628" y="19973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3" name="pt33003"/>
            <p:cNvSpPr/>
            <p:nvPr/>
          </p:nvSpPr>
          <p:spPr>
            <a:xfrm>
              <a:off x="7079224" y="22325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4" name="pt33004"/>
            <p:cNvSpPr/>
            <p:nvPr/>
          </p:nvSpPr>
          <p:spPr>
            <a:xfrm>
              <a:off x="7146566" y="20781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5" name="pt33005"/>
            <p:cNvSpPr/>
            <p:nvPr/>
          </p:nvSpPr>
          <p:spPr>
            <a:xfrm>
              <a:off x="6844654" y="23202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6" name="pt33006"/>
            <p:cNvSpPr/>
            <p:nvPr/>
          </p:nvSpPr>
          <p:spPr>
            <a:xfrm>
              <a:off x="6962280" y="20353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7" name="pt33007"/>
            <p:cNvSpPr/>
            <p:nvPr/>
          </p:nvSpPr>
          <p:spPr>
            <a:xfrm>
              <a:off x="7080523" y="21575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8" name="pt33008"/>
            <p:cNvSpPr/>
            <p:nvPr/>
          </p:nvSpPr>
          <p:spPr>
            <a:xfrm>
              <a:off x="7044387" y="22155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9" name="pt33009"/>
            <p:cNvSpPr/>
            <p:nvPr/>
          </p:nvSpPr>
          <p:spPr>
            <a:xfrm>
              <a:off x="6913137" y="22119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0" name="pt33010"/>
            <p:cNvSpPr/>
            <p:nvPr/>
          </p:nvSpPr>
          <p:spPr>
            <a:xfrm>
              <a:off x="6968602" y="20224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1" name="pt33011"/>
            <p:cNvSpPr/>
            <p:nvPr/>
          </p:nvSpPr>
          <p:spPr>
            <a:xfrm>
              <a:off x="7111192" y="21304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2" name="pt33012"/>
            <p:cNvSpPr/>
            <p:nvPr/>
          </p:nvSpPr>
          <p:spPr>
            <a:xfrm>
              <a:off x="7037748" y="23850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3" name="pt33013"/>
            <p:cNvSpPr/>
            <p:nvPr/>
          </p:nvSpPr>
          <p:spPr>
            <a:xfrm>
              <a:off x="7004992" y="19778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4" name="pt33014"/>
            <p:cNvSpPr/>
            <p:nvPr/>
          </p:nvSpPr>
          <p:spPr>
            <a:xfrm>
              <a:off x="7283813" y="2037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5" name="pt33015"/>
            <p:cNvSpPr/>
            <p:nvPr/>
          </p:nvSpPr>
          <p:spPr>
            <a:xfrm>
              <a:off x="7092594" y="21191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6" name="pt33016"/>
            <p:cNvSpPr/>
            <p:nvPr/>
          </p:nvSpPr>
          <p:spPr>
            <a:xfrm>
              <a:off x="7053186" y="21286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7" name="pt33017"/>
            <p:cNvSpPr/>
            <p:nvPr/>
          </p:nvSpPr>
          <p:spPr>
            <a:xfrm>
              <a:off x="7056381" y="20438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8" name="pt33018"/>
            <p:cNvSpPr/>
            <p:nvPr/>
          </p:nvSpPr>
          <p:spPr>
            <a:xfrm>
              <a:off x="7261389" y="20852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9" name="pt33019"/>
            <p:cNvSpPr/>
            <p:nvPr/>
          </p:nvSpPr>
          <p:spPr>
            <a:xfrm>
              <a:off x="7401730" y="27736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0" name="pt33020"/>
            <p:cNvSpPr/>
            <p:nvPr/>
          </p:nvSpPr>
          <p:spPr>
            <a:xfrm>
              <a:off x="7315576" y="20476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1" name="pt33021"/>
            <p:cNvSpPr/>
            <p:nvPr/>
          </p:nvSpPr>
          <p:spPr>
            <a:xfrm>
              <a:off x="7301679" y="21545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2" name="pt33022"/>
            <p:cNvSpPr/>
            <p:nvPr/>
          </p:nvSpPr>
          <p:spPr>
            <a:xfrm>
              <a:off x="7246219" y="20656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3" name="pt33023"/>
            <p:cNvSpPr/>
            <p:nvPr/>
          </p:nvSpPr>
          <p:spPr>
            <a:xfrm>
              <a:off x="7072414" y="21641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4" name="pt33024"/>
            <p:cNvSpPr/>
            <p:nvPr/>
          </p:nvSpPr>
          <p:spPr>
            <a:xfrm>
              <a:off x="6986662" y="21365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5" name="pt33025"/>
            <p:cNvSpPr/>
            <p:nvPr/>
          </p:nvSpPr>
          <p:spPr>
            <a:xfrm>
              <a:off x="7021710" y="21839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6" name="pt33026"/>
            <p:cNvSpPr/>
            <p:nvPr/>
          </p:nvSpPr>
          <p:spPr>
            <a:xfrm>
              <a:off x="7209526" y="21710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7" name="pt33027"/>
            <p:cNvSpPr/>
            <p:nvPr/>
          </p:nvSpPr>
          <p:spPr>
            <a:xfrm>
              <a:off x="7103225" y="21073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8" name="pt33028"/>
            <p:cNvSpPr/>
            <p:nvPr/>
          </p:nvSpPr>
          <p:spPr>
            <a:xfrm>
              <a:off x="7114851" y="21213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9" name="pt33029"/>
            <p:cNvSpPr/>
            <p:nvPr/>
          </p:nvSpPr>
          <p:spPr>
            <a:xfrm>
              <a:off x="7105827" y="21887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0" name="pt33030"/>
            <p:cNvSpPr/>
            <p:nvPr/>
          </p:nvSpPr>
          <p:spPr>
            <a:xfrm>
              <a:off x="7140409" y="21514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1" name="pt33031"/>
            <p:cNvSpPr/>
            <p:nvPr/>
          </p:nvSpPr>
          <p:spPr>
            <a:xfrm>
              <a:off x="6941869" y="21308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2" name="pt33032"/>
            <p:cNvSpPr/>
            <p:nvPr/>
          </p:nvSpPr>
          <p:spPr>
            <a:xfrm>
              <a:off x="7266571" y="20226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3" name="pt33033"/>
            <p:cNvSpPr/>
            <p:nvPr/>
          </p:nvSpPr>
          <p:spPr>
            <a:xfrm>
              <a:off x="7082275" y="22286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4" name="pt33034"/>
            <p:cNvSpPr/>
            <p:nvPr/>
          </p:nvSpPr>
          <p:spPr>
            <a:xfrm>
              <a:off x="6899373" y="23871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5" name="pt33035"/>
            <p:cNvSpPr/>
            <p:nvPr/>
          </p:nvSpPr>
          <p:spPr>
            <a:xfrm>
              <a:off x="7369438" y="21134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6" name="pt33036"/>
            <p:cNvSpPr/>
            <p:nvPr/>
          </p:nvSpPr>
          <p:spPr>
            <a:xfrm>
              <a:off x="7197788" y="21803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7" name="pt33037"/>
            <p:cNvSpPr/>
            <p:nvPr/>
          </p:nvSpPr>
          <p:spPr>
            <a:xfrm>
              <a:off x="7085518" y="21654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8" name="pt33038"/>
            <p:cNvSpPr/>
            <p:nvPr/>
          </p:nvSpPr>
          <p:spPr>
            <a:xfrm>
              <a:off x="7400490" y="25403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9" name="pt33039"/>
            <p:cNvSpPr/>
            <p:nvPr/>
          </p:nvSpPr>
          <p:spPr>
            <a:xfrm>
              <a:off x="7344763" y="2384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0" name="pt33040"/>
            <p:cNvSpPr/>
            <p:nvPr/>
          </p:nvSpPr>
          <p:spPr>
            <a:xfrm>
              <a:off x="6893222" y="17481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1" name="pt33041"/>
            <p:cNvSpPr/>
            <p:nvPr/>
          </p:nvSpPr>
          <p:spPr>
            <a:xfrm>
              <a:off x="7133407" y="21483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2" name="pt33042"/>
            <p:cNvSpPr/>
            <p:nvPr/>
          </p:nvSpPr>
          <p:spPr>
            <a:xfrm>
              <a:off x="7125078" y="22003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3" name="pt33043"/>
            <p:cNvSpPr/>
            <p:nvPr/>
          </p:nvSpPr>
          <p:spPr>
            <a:xfrm>
              <a:off x="7170716" y="21781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4" name="pt33044"/>
            <p:cNvSpPr/>
            <p:nvPr/>
          </p:nvSpPr>
          <p:spPr>
            <a:xfrm>
              <a:off x="7072056" y="21726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5" name="pt33045"/>
            <p:cNvSpPr/>
            <p:nvPr/>
          </p:nvSpPr>
          <p:spPr>
            <a:xfrm>
              <a:off x="7167167" y="21366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6" name="pt33046"/>
            <p:cNvSpPr/>
            <p:nvPr/>
          </p:nvSpPr>
          <p:spPr>
            <a:xfrm>
              <a:off x="7481957" y="25150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7" name="pt33047"/>
            <p:cNvSpPr/>
            <p:nvPr/>
          </p:nvSpPr>
          <p:spPr>
            <a:xfrm>
              <a:off x="7102198" y="21262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8" name="pt33048"/>
            <p:cNvSpPr/>
            <p:nvPr/>
          </p:nvSpPr>
          <p:spPr>
            <a:xfrm>
              <a:off x="7262827" y="20801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9" name="pt33049"/>
            <p:cNvSpPr/>
            <p:nvPr/>
          </p:nvSpPr>
          <p:spPr>
            <a:xfrm>
              <a:off x="7262777" y="19842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0" name="pt33050"/>
            <p:cNvSpPr/>
            <p:nvPr/>
          </p:nvSpPr>
          <p:spPr>
            <a:xfrm>
              <a:off x="7166872" y="22011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1" name="pt33051"/>
            <p:cNvSpPr/>
            <p:nvPr/>
          </p:nvSpPr>
          <p:spPr>
            <a:xfrm>
              <a:off x="7148953" y="20867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2" name="pt33052"/>
            <p:cNvSpPr/>
            <p:nvPr/>
          </p:nvSpPr>
          <p:spPr>
            <a:xfrm>
              <a:off x="7323935" y="19640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3" name="pt33053"/>
            <p:cNvSpPr/>
            <p:nvPr/>
          </p:nvSpPr>
          <p:spPr>
            <a:xfrm>
              <a:off x="7091499" y="21973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4" name="pt33054"/>
            <p:cNvSpPr/>
            <p:nvPr/>
          </p:nvSpPr>
          <p:spPr>
            <a:xfrm>
              <a:off x="7264081" y="22040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5" name="pt33055"/>
            <p:cNvSpPr/>
            <p:nvPr/>
          </p:nvSpPr>
          <p:spPr>
            <a:xfrm>
              <a:off x="7395142" y="22861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6" name="pt33056"/>
            <p:cNvSpPr/>
            <p:nvPr/>
          </p:nvSpPr>
          <p:spPr>
            <a:xfrm>
              <a:off x="6921014" y="22858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7" name="pt33057"/>
            <p:cNvSpPr/>
            <p:nvPr/>
          </p:nvSpPr>
          <p:spPr>
            <a:xfrm>
              <a:off x="7084782" y="20590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8" name="pt33058"/>
            <p:cNvSpPr/>
            <p:nvPr/>
          </p:nvSpPr>
          <p:spPr>
            <a:xfrm>
              <a:off x="7244169" y="23490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9" name="pt33059"/>
            <p:cNvSpPr/>
            <p:nvPr/>
          </p:nvSpPr>
          <p:spPr>
            <a:xfrm>
              <a:off x="7203272" y="20870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0" name="pt33060"/>
            <p:cNvSpPr/>
            <p:nvPr/>
          </p:nvSpPr>
          <p:spPr>
            <a:xfrm>
              <a:off x="6990746" y="20369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1" name="pt33061"/>
            <p:cNvSpPr/>
            <p:nvPr/>
          </p:nvSpPr>
          <p:spPr>
            <a:xfrm>
              <a:off x="6930104" y="19268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2" name="pt33062"/>
            <p:cNvSpPr/>
            <p:nvPr/>
          </p:nvSpPr>
          <p:spPr>
            <a:xfrm>
              <a:off x="7156671" y="20397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3" name="pt33063"/>
            <p:cNvSpPr/>
            <p:nvPr/>
          </p:nvSpPr>
          <p:spPr>
            <a:xfrm>
              <a:off x="7208389" y="21358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4" name="pt33064"/>
            <p:cNvSpPr/>
            <p:nvPr/>
          </p:nvSpPr>
          <p:spPr>
            <a:xfrm>
              <a:off x="7017782" y="17535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5" name="pt33065"/>
            <p:cNvSpPr/>
            <p:nvPr/>
          </p:nvSpPr>
          <p:spPr>
            <a:xfrm>
              <a:off x="7184656" y="21458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6" name="pt33066"/>
            <p:cNvSpPr/>
            <p:nvPr/>
          </p:nvSpPr>
          <p:spPr>
            <a:xfrm>
              <a:off x="7014199" y="18644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7" name="pt33067"/>
            <p:cNvSpPr/>
            <p:nvPr/>
          </p:nvSpPr>
          <p:spPr>
            <a:xfrm>
              <a:off x="7395970" y="24108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8" name="pt33068"/>
            <p:cNvSpPr/>
            <p:nvPr/>
          </p:nvSpPr>
          <p:spPr>
            <a:xfrm>
              <a:off x="7268163" y="19063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9" name="pt33069"/>
            <p:cNvSpPr/>
            <p:nvPr/>
          </p:nvSpPr>
          <p:spPr>
            <a:xfrm>
              <a:off x="7153179" y="20275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0" name="pt33070"/>
            <p:cNvSpPr/>
            <p:nvPr/>
          </p:nvSpPr>
          <p:spPr>
            <a:xfrm>
              <a:off x="7035088" y="22246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1" name="pt33071"/>
            <p:cNvSpPr/>
            <p:nvPr/>
          </p:nvSpPr>
          <p:spPr>
            <a:xfrm>
              <a:off x="7504286" y="24766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2" name="pt33072"/>
            <p:cNvSpPr/>
            <p:nvPr/>
          </p:nvSpPr>
          <p:spPr>
            <a:xfrm>
              <a:off x="7295416" y="18843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3" name="pt33073"/>
            <p:cNvSpPr/>
            <p:nvPr/>
          </p:nvSpPr>
          <p:spPr>
            <a:xfrm>
              <a:off x="7182295" y="20988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4" name="pt33074"/>
            <p:cNvSpPr/>
            <p:nvPr/>
          </p:nvSpPr>
          <p:spPr>
            <a:xfrm>
              <a:off x="7212218" y="21937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5" name="pt33075"/>
            <p:cNvSpPr/>
            <p:nvPr/>
          </p:nvSpPr>
          <p:spPr>
            <a:xfrm>
              <a:off x="7099916" y="21422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6" name="pt33076"/>
            <p:cNvSpPr/>
            <p:nvPr/>
          </p:nvSpPr>
          <p:spPr>
            <a:xfrm>
              <a:off x="6828214" y="19851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7" name="pt33077"/>
            <p:cNvSpPr/>
            <p:nvPr/>
          </p:nvSpPr>
          <p:spPr>
            <a:xfrm>
              <a:off x="7305019" y="19295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8" name="pt33078"/>
            <p:cNvSpPr/>
            <p:nvPr/>
          </p:nvSpPr>
          <p:spPr>
            <a:xfrm>
              <a:off x="6954700" y="19407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9" name="pt33079"/>
            <p:cNvSpPr/>
            <p:nvPr/>
          </p:nvSpPr>
          <p:spPr>
            <a:xfrm>
              <a:off x="7356482" y="19100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0" name="pt33080"/>
            <p:cNvSpPr/>
            <p:nvPr/>
          </p:nvSpPr>
          <p:spPr>
            <a:xfrm>
              <a:off x="7188748" y="20063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1" name="pt33081"/>
            <p:cNvSpPr/>
            <p:nvPr/>
          </p:nvSpPr>
          <p:spPr>
            <a:xfrm>
              <a:off x="7164360" y="22111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2" name="pt33082"/>
            <p:cNvSpPr/>
            <p:nvPr/>
          </p:nvSpPr>
          <p:spPr>
            <a:xfrm>
              <a:off x="7383271" y="25167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3" name="pt33083"/>
            <p:cNvSpPr/>
            <p:nvPr/>
          </p:nvSpPr>
          <p:spPr>
            <a:xfrm>
              <a:off x="7224443" y="22218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4" name="pt33084"/>
            <p:cNvSpPr/>
            <p:nvPr/>
          </p:nvSpPr>
          <p:spPr>
            <a:xfrm>
              <a:off x="7301658" y="23795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5" name="pt33085"/>
            <p:cNvSpPr/>
            <p:nvPr/>
          </p:nvSpPr>
          <p:spPr>
            <a:xfrm>
              <a:off x="6917655" y="22330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6" name="pt33086"/>
            <p:cNvSpPr/>
            <p:nvPr/>
          </p:nvSpPr>
          <p:spPr>
            <a:xfrm>
              <a:off x="7336916" y="24070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7" name="pt33087"/>
            <p:cNvSpPr/>
            <p:nvPr/>
          </p:nvSpPr>
          <p:spPr>
            <a:xfrm>
              <a:off x="7144713" y="20399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8" name="pt33088"/>
            <p:cNvSpPr/>
            <p:nvPr/>
          </p:nvSpPr>
          <p:spPr>
            <a:xfrm>
              <a:off x="7063384" y="2180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9" name="pt33089"/>
            <p:cNvSpPr/>
            <p:nvPr/>
          </p:nvSpPr>
          <p:spPr>
            <a:xfrm>
              <a:off x="7180560" y="20817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0" name="pt33090"/>
            <p:cNvSpPr/>
            <p:nvPr/>
          </p:nvSpPr>
          <p:spPr>
            <a:xfrm>
              <a:off x="7266799" y="19770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1" name="pt33091"/>
            <p:cNvSpPr/>
            <p:nvPr/>
          </p:nvSpPr>
          <p:spPr>
            <a:xfrm>
              <a:off x="7179348" y="20840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2" name="pt33092"/>
            <p:cNvSpPr/>
            <p:nvPr/>
          </p:nvSpPr>
          <p:spPr>
            <a:xfrm>
              <a:off x="7139455" y="22122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3" name="pt33093"/>
            <p:cNvSpPr/>
            <p:nvPr/>
          </p:nvSpPr>
          <p:spPr>
            <a:xfrm>
              <a:off x="7294771" y="19930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4" name="pt33094"/>
            <p:cNvSpPr/>
            <p:nvPr/>
          </p:nvSpPr>
          <p:spPr>
            <a:xfrm>
              <a:off x="7274137" y="19742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5" name="pt33095"/>
            <p:cNvSpPr/>
            <p:nvPr/>
          </p:nvSpPr>
          <p:spPr>
            <a:xfrm>
              <a:off x="6955221" y="19305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6" name="pt33096"/>
            <p:cNvSpPr/>
            <p:nvPr/>
          </p:nvSpPr>
          <p:spPr>
            <a:xfrm>
              <a:off x="7215318" y="21260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7" name="pt33097"/>
            <p:cNvSpPr/>
            <p:nvPr/>
          </p:nvSpPr>
          <p:spPr>
            <a:xfrm>
              <a:off x="7130982" y="22373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8" name="pt33098"/>
            <p:cNvSpPr/>
            <p:nvPr/>
          </p:nvSpPr>
          <p:spPr>
            <a:xfrm>
              <a:off x="7386513" y="25363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9" name="pt33099"/>
            <p:cNvSpPr/>
            <p:nvPr/>
          </p:nvSpPr>
          <p:spPr>
            <a:xfrm>
              <a:off x="7108512" y="20648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0" name="pt33100"/>
            <p:cNvSpPr/>
            <p:nvPr/>
          </p:nvSpPr>
          <p:spPr>
            <a:xfrm>
              <a:off x="7174003" y="20742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1" name="pt33101"/>
            <p:cNvSpPr/>
            <p:nvPr/>
          </p:nvSpPr>
          <p:spPr>
            <a:xfrm>
              <a:off x="7274820" y="19723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2" name="pt33102"/>
            <p:cNvSpPr/>
            <p:nvPr/>
          </p:nvSpPr>
          <p:spPr>
            <a:xfrm>
              <a:off x="7066319" y="2076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3" name="pt33103"/>
            <p:cNvSpPr/>
            <p:nvPr/>
          </p:nvSpPr>
          <p:spPr>
            <a:xfrm>
              <a:off x="7218052" y="21268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4" name="pt33104"/>
            <p:cNvSpPr/>
            <p:nvPr/>
          </p:nvSpPr>
          <p:spPr>
            <a:xfrm>
              <a:off x="7211653" y="22075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5" name="pt33105"/>
            <p:cNvSpPr/>
            <p:nvPr/>
          </p:nvSpPr>
          <p:spPr>
            <a:xfrm>
              <a:off x="7280351" y="19859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6" name="pt33106"/>
            <p:cNvSpPr/>
            <p:nvPr/>
          </p:nvSpPr>
          <p:spPr>
            <a:xfrm>
              <a:off x="7234337" y="20139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7" name="pt33107"/>
            <p:cNvSpPr/>
            <p:nvPr/>
          </p:nvSpPr>
          <p:spPr>
            <a:xfrm>
              <a:off x="7133737" y="2311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8" name="pt33108"/>
            <p:cNvSpPr/>
            <p:nvPr/>
          </p:nvSpPr>
          <p:spPr>
            <a:xfrm>
              <a:off x="7166804" y="21568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9" name="pt33109"/>
            <p:cNvSpPr/>
            <p:nvPr/>
          </p:nvSpPr>
          <p:spPr>
            <a:xfrm>
              <a:off x="7234088" y="20664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0" name="pt33110"/>
            <p:cNvSpPr/>
            <p:nvPr/>
          </p:nvSpPr>
          <p:spPr>
            <a:xfrm>
              <a:off x="7098392" y="21919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1" name="pt33111"/>
            <p:cNvSpPr/>
            <p:nvPr/>
          </p:nvSpPr>
          <p:spPr>
            <a:xfrm>
              <a:off x="6961526" y="19038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2" name="pt33112"/>
            <p:cNvSpPr/>
            <p:nvPr/>
          </p:nvSpPr>
          <p:spPr>
            <a:xfrm>
              <a:off x="7111132" y="22185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3" name="pt33113"/>
            <p:cNvSpPr/>
            <p:nvPr/>
          </p:nvSpPr>
          <p:spPr>
            <a:xfrm>
              <a:off x="7012858" y="18549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4" name="pt33114"/>
            <p:cNvSpPr/>
            <p:nvPr/>
          </p:nvSpPr>
          <p:spPr>
            <a:xfrm>
              <a:off x="7189885" y="22991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5" name="pt33115"/>
            <p:cNvSpPr/>
            <p:nvPr/>
          </p:nvSpPr>
          <p:spPr>
            <a:xfrm>
              <a:off x="7025094" y="22486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6" name="pt33116"/>
            <p:cNvSpPr/>
            <p:nvPr/>
          </p:nvSpPr>
          <p:spPr>
            <a:xfrm>
              <a:off x="7344929" y="26651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7" name="pt33117"/>
            <p:cNvSpPr/>
            <p:nvPr/>
          </p:nvSpPr>
          <p:spPr>
            <a:xfrm>
              <a:off x="7107761" y="21361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8" name="pt33118"/>
            <p:cNvSpPr/>
            <p:nvPr/>
          </p:nvSpPr>
          <p:spPr>
            <a:xfrm>
              <a:off x="7217571" y="20664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9" name="pt33119"/>
            <p:cNvSpPr/>
            <p:nvPr/>
          </p:nvSpPr>
          <p:spPr>
            <a:xfrm>
              <a:off x="7059160" y="21951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0" name="pt33120"/>
            <p:cNvSpPr/>
            <p:nvPr/>
          </p:nvSpPr>
          <p:spPr>
            <a:xfrm>
              <a:off x="6921429" y="22193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1" name="pt33121"/>
            <p:cNvSpPr/>
            <p:nvPr/>
          </p:nvSpPr>
          <p:spPr>
            <a:xfrm>
              <a:off x="7155855" y="20338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2" name="pt33122"/>
            <p:cNvSpPr/>
            <p:nvPr/>
          </p:nvSpPr>
          <p:spPr>
            <a:xfrm>
              <a:off x="7386512" y="24205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3" name="pt33123"/>
            <p:cNvSpPr/>
            <p:nvPr/>
          </p:nvSpPr>
          <p:spPr>
            <a:xfrm>
              <a:off x="6996885" y="2004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4" name="pt33124"/>
            <p:cNvSpPr/>
            <p:nvPr/>
          </p:nvSpPr>
          <p:spPr>
            <a:xfrm>
              <a:off x="7290763" y="20717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5" name="pt33125"/>
            <p:cNvSpPr/>
            <p:nvPr/>
          </p:nvSpPr>
          <p:spPr>
            <a:xfrm>
              <a:off x="6543684" y="17849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6" name="pt33126"/>
            <p:cNvSpPr/>
            <p:nvPr/>
          </p:nvSpPr>
          <p:spPr>
            <a:xfrm>
              <a:off x="6985793" y="19467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7" name="pt33127"/>
            <p:cNvSpPr/>
            <p:nvPr/>
          </p:nvSpPr>
          <p:spPr>
            <a:xfrm>
              <a:off x="7058905" y="22717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8" name="pt33128"/>
            <p:cNvSpPr/>
            <p:nvPr/>
          </p:nvSpPr>
          <p:spPr>
            <a:xfrm>
              <a:off x="7056106" y="20802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9" name="pt33129"/>
            <p:cNvSpPr/>
            <p:nvPr/>
          </p:nvSpPr>
          <p:spPr>
            <a:xfrm>
              <a:off x="7167685" y="21411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0" name="pt33130"/>
            <p:cNvSpPr/>
            <p:nvPr/>
          </p:nvSpPr>
          <p:spPr>
            <a:xfrm>
              <a:off x="6912176" y="20437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1" name="pt33131"/>
            <p:cNvSpPr/>
            <p:nvPr/>
          </p:nvSpPr>
          <p:spPr>
            <a:xfrm>
              <a:off x="7142342" y="22221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2" name="pt33132"/>
            <p:cNvSpPr/>
            <p:nvPr/>
          </p:nvSpPr>
          <p:spPr>
            <a:xfrm>
              <a:off x="7053723" y="17898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3" name="pt33133"/>
            <p:cNvSpPr/>
            <p:nvPr/>
          </p:nvSpPr>
          <p:spPr>
            <a:xfrm>
              <a:off x="7172691" y="21570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4" name="pt33134"/>
            <p:cNvSpPr/>
            <p:nvPr/>
          </p:nvSpPr>
          <p:spPr>
            <a:xfrm>
              <a:off x="6866718" y="20681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5" name="pt33135"/>
            <p:cNvSpPr/>
            <p:nvPr/>
          </p:nvSpPr>
          <p:spPr>
            <a:xfrm>
              <a:off x="6978482" y="18314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6" name="pt33136"/>
            <p:cNvSpPr/>
            <p:nvPr/>
          </p:nvSpPr>
          <p:spPr>
            <a:xfrm>
              <a:off x="7029346" y="20406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7" name="pt33137"/>
            <p:cNvSpPr/>
            <p:nvPr/>
          </p:nvSpPr>
          <p:spPr>
            <a:xfrm>
              <a:off x="7138448" y="24659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8" name="pt33138"/>
            <p:cNvSpPr/>
            <p:nvPr/>
          </p:nvSpPr>
          <p:spPr>
            <a:xfrm>
              <a:off x="6979149" y="18696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9" name="pt33139"/>
            <p:cNvSpPr/>
            <p:nvPr/>
          </p:nvSpPr>
          <p:spPr>
            <a:xfrm>
              <a:off x="6949172" y="20091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0" name="pt33140"/>
            <p:cNvSpPr/>
            <p:nvPr/>
          </p:nvSpPr>
          <p:spPr>
            <a:xfrm>
              <a:off x="7143250" y="21326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1" name="pt33141"/>
            <p:cNvSpPr/>
            <p:nvPr/>
          </p:nvSpPr>
          <p:spPr>
            <a:xfrm>
              <a:off x="7126790" y="22906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2" name="pt33142"/>
            <p:cNvSpPr/>
            <p:nvPr/>
          </p:nvSpPr>
          <p:spPr>
            <a:xfrm>
              <a:off x="7338569" y="22505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3" name="pt33143"/>
            <p:cNvSpPr/>
            <p:nvPr/>
          </p:nvSpPr>
          <p:spPr>
            <a:xfrm>
              <a:off x="7178281" y="20266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4" name="pt33144"/>
            <p:cNvSpPr/>
            <p:nvPr/>
          </p:nvSpPr>
          <p:spPr>
            <a:xfrm>
              <a:off x="7008687" y="18835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5" name="pt33145"/>
            <p:cNvSpPr/>
            <p:nvPr/>
          </p:nvSpPr>
          <p:spPr>
            <a:xfrm>
              <a:off x="7297694" y="18572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6" name="pt33146"/>
            <p:cNvSpPr/>
            <p:nvPr/>
          </p:nvSpPr>
          <p:spPr>
            <a:xfrm>
              <a:off x="7483450" y="25693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7" name="pt33147"/>
            <p:cNvSpPr/>
            <p:nvPr/>
          </p:nvSpPr>
          <p:spPr>
            <a:xfrm>
              <a:off x="7415151" y="25073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8" name="pt33148"/>
            <p:cNvSpPr/>
            <p:nvPr/>
          </p:nvSpPr>
          <p:spPr>
            <a:xfrm>
              <a:off x="6887716" y="2034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9" name="pt33149"/>
            <p:cNvSpPr/>
            <p:nvPr/>
          </p:nvSpPr>
          <p:spPr>
            <a:xfrm>
              <a:off x="7034294" y="2190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0" name="pt33150"/>
            <p:cNvSpPr/>
            <p:nvPr/>
          </p:nvSpPr>
          <p:spPr>
            <a:xfrm>
              <a:off x="7109992" y="21903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1" name="pt33151"/>
            <p:cNvSpPr/>
            <p:nvPr/>
          </p:nvSpPr>
          <p:spPr>
            <a:xfrm>
              <a:off x="7056892" y="23564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2" name="pt33152"/>
            <p:cNvSpPr/>
            <p:nvPr/>
          </p:nvSpPr>
          <p:spPr>
            <a:xfrm>
              <a:off x="7741110" y="2587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3" name="pt33153"/>
            <p:cNvSpPr/>
            <p:nvPr/>
          </p:nvSpPr>
          <p:spPr>
            <a:xfrm>
              <a:off x="7073715" y="22182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4" name="pt33154"/>
            <p:cNvSpPr/>
            <p:nvPr/>
          </p:nvSpPr>
          <p:spPr>
            <a:xfrm>
              <a:off x="7026159" y="23096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5" name="pt33155"/>
            <p:cNvSpPr/>
            <p:nvPr/>
          </p:nvSpPr>
          <p:spPr>
            <a:xfrm>
              <a:off x="6910516" y="22845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6" name="pt33156"/>
            <p:cNvSpPr/>
            <p:nvPr/>
          </p:nvSpPr>
          <p:spPr>
            <a:xfrm>
              <a:off x="7051830" y="20180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7" name="pt33157"/>
            <p:cNvSpPr/>
            <p:nvPr/>
          </p:nvSpPr>
          <p:spPr>
            <a:xfrm>
              <a:off x="7175439" y="19881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8" name="pt33158"/>
            <p:cNvSpPr/>
            <p:nvPr/>
          </p:nvSpPr>
          <p:spPr>
            <a:xfrm>
              <a:off x="6966288" y="20764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9" name="pt33159"/>
            <p:cNvSpPr/>
            <p:nvPr/>
          </p:nvSpPr>
          <p:spPr>
            <a:xfrm>
              <a:off x="7100375" y="21510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0" name="pt33160"/>
            <p:cNvSpPr/>
            <p:nvPr/>
          </p:nvSpPr>
          <p:spPr>
            <a:xfrm>
              <a:off x="6966599" y="20705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1" name="pt33161"/>
            <p:cNvSpPr/>
            <p:nvPr/>
          </p:nvSpPr>
          <p:spPr>
            <a:xfrm>
              <a:off x="7206396" y="21798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2" name="pt33162"/>
            <p:cNvSpPr/>
            <p:nvPr/>
          </p:nvSpPr>
          <p:spPr>
            <a:xfrm>
              <a:off x="7114961" y="21529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3" name="pt33163"/>
            <p:cNvSpPr/>
            <p:nvPr/>
          </p:nvSpPr>
          <p:spPr>
            <a:xfrm>
              <a:off x="7166839" y="22235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4" name="pt33164"/>
            <p:cNvSpPr/>
            <p:nvPr/>
          </p:nvSpPr>
          <p:spPr>
            <a:xfrm>
              <a:off x="7312212" y="20378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5" name="pt33165"/>
            <p:cNvSpPr/>
            <p:nvPr/>
          </p:nvSpPr>
          <p:spPr>
            <a:xfrm>
              <a:off x="7075148" y="22217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6" name="pt33166"/>
            <p:cNvSpPr/>
            <p:nvPr/>
          </p:nvSpPr>
          <p:spPr>
            <a:xfrm>
              <a:off x="7144517" y="2047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7" name="pt33167"/>
            <p:cNvSpPr/>
            <p:nvPr/>
          </p:nvSpPr>
          <p:spPr>
            <a:xfrm>
              <a:off x="7223641" y="21278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8" name="pt33168"/>
            <p:cNvSpPr/>
            <p:nvPr/>
          </p:nvSpPr>
          <p:spPr>
            <a:xfrm>
              <a:off x="7230408" y="22273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9" name="pt33169"/>
            <p:cNvSpPr/>
            <p:nvPr/>
          </p:nvSpPr>
          <p:spPr>
            <a:xfrm>
              <a:off x="7208744" y="22643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0" name="pt33170"/>
            <p:cNvSpPr/>
            <p:nvPr/>
          </p:nvSpPr>
          <p:spPr>
            <a:xfrm>
              <a:off x="6888501" y="20751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1" name="pt33171"/>
            <p:cNvSpPr/>
            <p:nvPr/>
          </p:nvSpPr>
          <p:spPr>
            <a:xfrm>
              <a:off x="7197507" y="21729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2" name="pt33172"/>
            <p:cNvSpPr/>
            <p:nvPr/>
          </p:nvSpPr>
          <p:spPr>
            <a:xfrm>
              <a:off x="7178249" y="20657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3" name="pt33173"/>
            <p:cNvSpPr/>
            <p:nvPr/>
          </p:nvSpPr>
          <p:spPr>
            <a:xfrm>
              <a:off x="7117005" y="21366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4" name="pt33174"/>
            <p:cNvSpPr/>
            <p:nvPr/>
          </p:nvSpPr>
          <p:spPr>
            <a:xfrm>
              <a:off x="7006705" y="19862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5" name="pt33175"/>
            <p:cNvSpPr/>
            <p:nvPr/>
          </p:nvSpPr>
          <p:spPr>
            <a:xfrm>
              <a:off x="7062694" y="20520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6" name="pt33176"/>
            <p:cNvSpPr/>
            <p:nvPr/>
          </p:nvSpPr>
          <p:spPr>
            <a:xfrm>
              <a:off x="7144266" y="20608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7" name="pt33177"/>
            <p:cNvSpPr/>
            <p:nvPr/>
          </p:nvSpPr>
          <p:spPr>
            <a:xfrm>
              <a:off x="6712279" y="19940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8" name="pt33178"/>
            <p:cNvSpPr/>
            <p:nvPr/>
          </p:nvSpPr>
          <p:spPr>
            <a:xfrm>
              <a:off x="7198524" y="23397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9" name="pt33179"/>
            <p:cNvSpPr/>
            <p:nvPr/>
          </p:nvSpPr>
          <p:spPr>
            <a:xfrm>
              <a:off x="7309788" y="19638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0" name="pt33180"/>
            <p:cNvSpPr/>
            <p:nvPr/>
          </p:nvSpPr>
          <p:spPr>
            <a:xfrm>
              <a:off x="7301968" y="20173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1" name="pt33181"/>
            <p:cNvSpPr/>
            <p:nvPr/>
          </p:nvSpPr>
          <p:spPr>
            <a:xfrm>
              <a:off x="7124834" y="21964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2" name="pt33182"/>
            <p:cNvSpPr/>
            <p:nvPr/>
          </p:nvSpPr>
          <p:spPr>
            <a:xfrm>
              <a:off x="7016128" y="18339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3" name="pt33183"/>
            <p:cNvSpPr/>
            <p:nvPr/>
          </p:nvSpPr>
          <p:spPr>
            <a:xfrm>
              <a:off x="7079459" y="21987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4" name="pt33184"/>
            <p:cNvSpPr/>
            <p:nvPr/>
          </p:nvSpPr>
          <p:spPr>
            <a:xfrm>
              <a:off x="7068932" y="21506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5" name="pt33185"/>
            <p:cNvSpPr/>
            <p:nvPr/>
          </p:nvSpPr>
          <p:spPr>
            <a:xfrm>
              <a:off x="7259563" y="19548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6" name="pt33186"/>
            <p:cNvSpPr/>
            <p:nvPr/>
          </p:nvSpPr>
          <p:spPr>
            <a:xfrm>
              <a:off x="6811486" y="22554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7" name="pt33187"/>
            <p:cNvSpPr/>
            <p:nvPr/>
          </p:nvSpPr>
          <p:spPr>
            <a:xfrm>
              <a:off x="7340141" y="23634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8" name="pt33188"/>
            <p:cNvSpPr/>
            <p:nvPr/>
          </p:nvSpPr>
          <p:spPr>
            <a:xfrm>
              <a:off x="7251637" y="21025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9" name="pt33189"/>
            <p:cNvSpPr/>
            <p:nvPr/>
          </p:nvSpPr>
          <p:spPr>
            <a:xfrm>
              <a:off x="7164770" y="21463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0" name="pt33190"/>
            <p:cNvSpPr/>
            <p:nvPr/>
          </p:nvSpPr>
          <p:spPr>
            <a:xfrm>
              <a:off x="6819879" y="1946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1" name="pt33191"/>
            <p:cNvSpPr/>
            <p:nvPr/>
          </p:nvSpPr>
          <p:spPr>
            <a:xfrm>
              <a:off x="7262485" y="20051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2" name="pt33192"/>
            <p:cNvSpPr/>
            <p:nvPr/>
          </p:nvSpPr>
          <p:spPr>
            <a:xfrm>
              <a:off x="7288260" y="19344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3" name="pt33193"/>
            <p:cNvSpPr/>
            <p:nvPr/>
          </p:nvSpPr>
          <p:spPr>
            <a:xfrm>
              <a:off x="7541423" y="21919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4" name="pt33194"/>
            <p:cNvSpPr/>
            <p:nvPr/>
          </p:nvSpPr>
          <p:spPr>
            <a:xfrm>
              <a:off x="6782194" y="25687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5" name="pt33195"/>
            <p:cNvSpPr/>
            <p:nvPr/>
          </p:nvSpPr>
          <p:spPr>
            <a:xfrm>
              <a:off x="7362014" y="1962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6" name="pt33196"/>
            <p:cNvSpPr/>
            <p:nvPr/>
          </p:nvSpPr>
          <p:spPr>
            <a:xfrm>
              <a:off x="7090769" y="22304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7" name="pt33197"/>
            <p:cNvSpPr/>
            <p:nvPr/>
          </p:nvSpPr>
          <p:spPr>
            <a:xfrm>
              <a:off x="7105191" y="21916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8" name="pt33198"/>
            <p:cNvSpPr/>
            <p:nvPr/>
          </p:nvSpPr>
          <p:spPr>
            <a:xfrm>
              <a:off x="7308073" y="21177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9" name="pt33199"/>
            <p:cNvSpPr/>
            <p:nvPr/>
          </p:nvSpPr>
          <p:spPr>
            <a:xfrm>
              <a:off x="7217175" y="21316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0" name="pt33200"/>
            <p:cNvSpPr/>
            <p:nvPr/>
          </p:nvSpPr>
          <p:spPr>
            <a:xfrm>
              <a:off x="7182139" y="19477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1" name="pt33201"/>
            <p:cNvSpPr/>
            <p:nvPr/>
          </p:nvSpPr>
          <p:spPr>
            <a:xfrm>
              <a:off x="7191596" y="22104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2" name="pt33202"/>
            <p:cNvSpPr/>
            <p:nvPr/>
          </p:nvSpPr>
          <p:spPr>
            <a:xfrm>
              <a:off x="7016598" y="19369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3" name="pt33203"/>
            <p:cNvSpPr/>
            <p:nvPr/>
          </p:nvSpPr>
          <p:spPr>
            <a:xfrm>
              <a:off x="7166571" y="21546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4" name="pt33204"/>
            <p:cNvSpPr/>
            <p:nvPr/>
          </p:nvSpPr>
          <p:spPr>
            <a:xfrm>
              <a:off x="7142113" y="20483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5" name="pt33205"/>
            <p:cNvSpPr/>
            <p:nvPr/>
          </p:nvSpPr>
          <p:spPr>
            <a:xfrm>
              <a:off x="7143176" y="21928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6" name="pt33206"/>
            <p:cNvSpPr/>
            <p:nvPr/>
          </p:nvSpPr>
          <p:spPr>
            <a:xfrm>
              <a:off x="6805193" y="2332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7" name="pt33207"/>
            <p:cNvSpPr/>
            <p:nvPr/>
          </p:nvSpPr>
          <p:spPr>
            <a:xfrm>
              <a:off x="7025485" y="21600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8" name="pt33208"/>
            <p:cNvSpPr/>
            <p:nvPr/>
          </p:nvSpPr>
          <p:spPr>
            <a:xfrm>
              <a:off x="7000518" y="17909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9" name="pt33209"/>
            <p:cNvSpPr/>
            <p:nvPr/>
          </p:nvSpPr>
          <p:spPr>
            <a:xfrm>
              <a:off x="7175666" y="19621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0" name="pt33210"/>
            <p:cNvSpPr/>
            <p:nvPr/>
          </p:nvSpPr>
          <p:spPr>
            <a:xfrm>
              <a:off x="7158698" y="21068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1" name="pt33211"/>
            <p:cNvSpPr/>
            <p:nvPr/>
          </p:nvSpPr>
          <p:spPr>
            <a:xfrm>
              <a:off x="6999426" y="18560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2" name="pt33212"/>
            <p:cNvSpPr/>
            <p:nvPr/>
          </p:nvSpPr>
          <p:spPr>
            <a:xfrm>
              <a:off x="6880565" y="20524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3" name="pt33213"/>
            <p:cNvSpPr/>
            <p:nvPr/>
          </p:nvSpPr>
          <p:spPr>
            <a:xfrm>
              <a:off x="7074135" y="22095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4" name="pt33214"/>
            <p:cNvSpPr/>
            <p:nvPr/>
          </p:nvSpPr>
          <p:spPr>
            <a:xfrm>
              <a:off x="7155669" y="19942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5" name="pt33215"/>
            <p:cNvSpPr/>
            <p:nvPr/>
          </p:nvSpPr>
          <p:spPr>
            <a:xfrm>
              <a:off x="7380251" y="30160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6" name="pt33216"/>
            <p:cNvSpPr/>
            <p:nvPr/>
          </p:nvSpPr>
          <p:spPr>
            <a:xfrm>
              <a:off x="7401352" y="24757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7" name="pt33217"/>
            <p:cNvSpPr/>
            <p:nvPr/>
          </p:nvSpPr>
          <p:spPr>
            <a:xfrm>
              <a:off x="7283654" y="19225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8" name="pt33218"/>
            <p:cNvSpPr/>
            <p:nvPr/>
          </p:nvSpPr>
          <p:spPr>
            <a:xfrm>
              <a:off x="7134215" y="22873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9" name="pt33219"/>
            <p:cNvSpPr/>
            <p:nvPr/>
          </p:nvSpPr>
          <p:spPr>
            <a:xfrm>
              <a:off x="7092047" y="21690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0" name="pt33220"/>
            <p:cNvSpPr/>
            <p:nvPr/>
          </p:nvSpPr>
          <p:spPr>
            <a:xfrm>
              <a:off x="7307087" y="21513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1" name="pt33221"/>
            <p:cNvSpPr/>
            <p:nvPr/>
          </p:nvSpPr>
          <p:spPr>
            <a:xfrm>
              <a:off x="7073849" y="2150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2" name="pt33222"/>
            <p:cNvSpPr/>
            <p:nvPr/>
          </p:nvSpPr>
          <p:spPr>
            <a:xfrm>
              <a:off x="7126481" y="22005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3" name="pt33223"/>
            <p:cNvSpPr/>
            <p:nvPr/>
          </p:nvSpPr>
          <p:spPr>
            <a:xfrm>
              <a:off x="6973977" y="20657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4" name="pt33224"/>
            <p:cNvSpPr/>
            <p:nvPr/>
          </p:nvSpPr>
          <p:spPr>
            <a:xfrm>
              <a:off x="7077182" y="22183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5" name="pt33225"/>
            <p:cNvSpPr/>
            <p:nvPr/>
          </p:nvSpPr>
          <p:spPr>
            <a:xfrm>
              <a:off x="7070314" y="21798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6" name="pt33226"/>
            <p:cNvSpPr/>
            <p:nvPr/>
          </p:nvSpPr>
          <p:spPr>
            <a:xfrm>
              <a:off x="7054163" y="20919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7" name="pt33227"/>
            <p:cNvSpPr/>
            <p:nvPr/>
          </p:nvSpPr>
          <p:spPr>
            <a:xfrm>
              <a:off x="7089423" y="22248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8" name="pt33228"/>
            <p:cNvSpPr/>
            <p:nvPr/>
          </p:nvSpPr>
          <p:spPr>
            <a:xfrm>
              <a:off x="7212255" y="2049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9" name="pt33229"/>
            <p:cNvSpPr/>
            <p:nvPr/>
          </p:nvSpPr>
          <p:spPr>
            <a:xfrm>
              <a:off x="7181183" y="2072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0" name="pt33230"/>
            <p:cNvSpPr/>
            <p:nvPr/>
          </p:nvSpPr>
          <p:spPr>
            <a:xfrm>
              <a:off x="7280301" y="20407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1" name="pt33231"/>
            <p:cNvSpPr/>
            <p:nvPr/>
          </p:nvSpPr>
          <p:spPr>
            <a:xfrm>
              <a:off x="7305476" y="21421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2" name="pt33232"/>
            <p:cNvSpPr/>
            <p:nvPr/>
          </p:nvSpPr>
          <p:spPr>
            <a:xfrm>
              <a:off x="7138026" y="23188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3" name="pt33233"/>
            <p:cNvSpPr/>
            <p:nvPr/>
          </p:nvSpPr>
          <p:spPr>
            <a:xfrm>
              <a:off x="7108000" y="21154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4" name="pt33234"/>
            <p:cNvSpPr/>
            <p:nvPr/>
          </p:nvSpPr>
          <p:spPr>
            <a:xfrm>
              <a:off x="6825755" y="22197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5" name="pt33235"/>
            <p:cNvSpPr/>
            <p:nvPr/>
          </p:nvSpPr>
          <p:spPr>
            <a:xfrm>
              <a:off x="7297396" y="18946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6" name="pt33236"/>
            <p:cNvSpPr/>
            <p:nvPr/>
          </p:nvSpPr>
          <p:spPr>
            <a:xfrm>
              <a:off x="7199274" y="20292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7" name="pt33237"/>
            <p:cNvSpPr/>
            <p:nvPr/>
          </p:nvSpPr>
          <p:spPr>
            <a:xfrm>
              <a:off x="7338975" y="23896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8" name="pt33238"/>
            <p:cNvSpPr/>
            <p:nvPr/>
          </p:nvSpPr>
          <p:spPr>
            <a:xfrm>
              <a:off x="7803806" y="23384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9" name="pt33239"/>
            <p:cNvSpPr/>
            <p:nvPr/>
          </p:nvSpPr>
          <p:spPr>
            <a:xfrm>
              <a:off x="6859942" y="23061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0" name="pt33240"/>
            <p:cNvSpPr/>
            <p:nvPr/>
          </p:nvSpPr>
          <p:spPr>
            <a:xfrm>
              <a:off x="7138565" y="2322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1" name="pt33241"/>
            <p:cNvSpPr/>
            <p:nvPr/>
          </p:nvSpPr>
          <p:spPr>
            <a:xfrm>
              <a:off x="7083545" y="21739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2" name="pt33242"/>
            <p:cNvSpPr/>
            <p:nvPr/>
          </p:nvSpPr>
          <p:spPr>
            <a:xfrm>
              <a:off x="7279747" y="21220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3" name="pt33243"/>
            <p:cNvSpPr/>
            <p:nvPr/>
          </p:nvSpPr>
          <p:spPr>
            <a:xfrm>
              <a:off x="6995462" y="20125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4" name="pt33244"/>
            <p:cNvSpPr/>
            <p:nvPr/>
          </p:nvSpPr>
          <p:spPr>
            <a:xfrm>
              <a:off x="7103093" y="21628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5" name="pt33245"/>
            <p:cNvSpPr/>
            <p:nvPr/>
          </p:nvSpPr>
          <p:spPr>
            <a:xfrm>
              <a:off x="7266807" y="18778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6" name="pt33246"/>
            <p:cNvSpPr/>
            <p:nvPr/>
          </p:nvSpPr>
          <p:spPr>
            <a:xfrm>
              <a:off x="7127660" y="23046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7" name="pt33247"/>
            <p:cNvSpPr/>
            <p:nvPr/>
          </p:nvSpPr>
          <p:spPr>
            <a:xfrm>
              <a:off x="7122419" y="21825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8" name="pt33248"/>
            <p:cNvSpPr/>
            <p:nvPr/>
          </p:nvSpPr>
          <p:spPr>
            <a:xfrm>
              <a:off x="7043910" y="22306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9" name="pt33249"/>
            <p:cNvSpPr/>
            <p:nvPr/>
          </p:nvSpPr>
          <p:spPr>
            <a:xfrm>
              <a:off x="7120338" y="22185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0" name="pt33250"/>
            <p:cNvSpPr/>
            <p:nvPr/>
          </p:nvSpPr>
          <p:spPr>
            <a:xfrm>
              <a:off x="6914156" y="21421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1" name="pt33251"/>
            <p:cNvSpPr/>
            <p:nvPr/>
          </p:nvSpPr>
          <p:spPr>
            <a:xfrm>
              <a:off x="6978682" y="19598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2" name="pt33252"/>
            <p:cNvSpPr/>
            <p:nvPr/>
          </p:nvSpPr>
          <p:spPr>
            <a:xfrm>
              <a:off x="7077997" y="21521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3" name="pt33253"/>
            <p:cNvSpPr/>
            <p:nvPr/>
          </p:nvSpPr>
          <p:spPr>
            <a:xfrm>
              <a:off x="7203926" y="21733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4" name="pt33254"/>
            <p:cNvSpPr/>
            <p:nvPr/>
          </p:nvSpPr>
          <p:spPr>
            <a:xfrm>
              <a:off x="7124413" y="21814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5" name="pt33255"/>
            <p:cNvSpPr/>
            <p:nvPr/>
          </p:nvSpPr>
          <p:spPr>
            <a:xfrm>
              <a:off x="6952513" y="20847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6" name="pt33256"/>
            <p:cNvSpPr/>
            <p:nvPr/>
          </p:nvSpPr>
          <p:spPr>
            <a:xfrm>
              <a:off x="7106530" y="21177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7" name="pt33257"/>
            <p:cNvSpPr/>
            <p:nvPr/>
          </p:nvSpPr>
          <p:spPr>
            <a:xfrm>
              <a:off x="7049750" y="16783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8" name="pt33258"/>
            <p:cNvSpPr/>
            <p:nvPr/>
          </p:nvSpPr>
          <p:spPr>
            <a:xfrm>
              <a:off x="6960890" y="20321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9" name="pt33259"/>
            <p:cNvSpPr/>
            <p:nvPr/>
          </p:nvSpPr>
          <p:spPr>
            <a:xfrm>
              <a:off x="7156438" y="20112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0" name="pt33260"/>
            <p:cNvSpPr/>
            <p:nvPr/>
          </p:nvSpPr>
          <p:spPr>
            <a:xfrm>
              <a:off x="7228705" y="22088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1" name="pt33261"/>
            <p:cNvSpPr/>
            <p:nvPr/>
          </p:nvSpPr>
          <p:spPr>
            <a:xfrm>
              <a:off x="7164136" y="21135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2" name="pt33262"/>
            <p:cNvSpPr/>
            <p:nvPr/>
          </p:nvSpPr>
          <p:spPr>
            <a:xfrm>
              <a:off x="7056244" y="21427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3" name="pt33263"/>
            <p:cNvSpPr/>
            <p:nvPr/>
          </p:nvSpPr>
          <p:spPr>
            <a:xfrm>
              <a:off x="7350731" y="24161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4" name="pt33264"/>
            <p:cNvSpPr/>
            <p:nvPr/>
          </p:nvSpPr>
          <p:spPr>
            <a:xfrm>
              <a:off x="6881145" y="19713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5" name="pt33265"/>
            <p:cNvSpPr/>
            <p:nvPr/>
          </p:nvSpPr>
          <p:spPr>
            <a:xfrm>
              <a:off x="7245633" y="21198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6" name="pt33266"/>
            <p:cNvSpPr/>
            <p:nvPr/>
          </p:nvSpPr>
          <p:spPr>
            <a:xfrm>
              <a:off x="7190297" y="24014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7" name="pt33267"/>
            <p:cNvSpPr/>
            <p:nvPr/>
          </p:nvSpPr>
          <p:spPr>
            <a:xfrm>
              <a:off x="7211439" y="2043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8" name="pt33268"/>
            <p:cNvSpPr/>
            <p:nvPr/>
          </p:nvSpPr>
          <p:spPr>
            <a:xfrm>
              <a:off x="7187128" y="21371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9" name="pt33269"/>
            <p:cNvSpPr/>
            <p:nvPr/>
          </p:nvSpPr>
          <p:spPr>
            <a:xfrm>
              <a:off x="7140734" y="21924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0" name="pt33270"/>
            <p:cNvSpPr/>
            <p:nvPr/>
          </p:nvSpPr>
          <p:spPr>
            <a:xfrm>
              <a:off x="6940001" y="21156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1" name="pt33271"/>
            <p:cNvSpPr/>
            <p:nvPr/>
          </p:nvSpPr>
          <p:spPr>
            <a:xfrm>
              <a:off x="7178273" y="20218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2" name="pt33272"/>
            <p:cNvSpPr/>
            <p:nvPr/>
          </p:nvSpPr>
          <p:spPr>
            <a:xfrm>
              <a:off x="7044786" y="2172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3" name="pt33273"/>
            <p:cNvSpPr/>
            <p:nvPr/>
          </p:nvSpPr>
          <p:spPr>
            <a:xfrm>
              <a:off x="7290974" y="20927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4" name="pt33274"/>
            <p:cNvSpPr/>
            <p:nvPr/>
          </p:nvSpPr>
          <p:spPr>
            <a:xfrm>
              <a:off x="7556469" y="20048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5" name="pt33275"/>
            <p:cNvSpPr/>
            <p:nvPr/>
          </p:nvSpPr>
          <p:spPr>
            <a:xfrm>
              <a:off x="7017420" y="18761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6" name="pt33276"/>
            <p:cNvSpPr/>
            <p:nvPr/>
          </p:nvSpPr>
          <p:spPr>
            <a:xfrm>
              <a:off x="7119331" y="21434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7" name="pt33277"/>
            <p:cNvSpPr/>
            <p:nvPr/>
          </p:nvSpPr>
          <p:spPr>
            <a:xfrm>
              <a:off x="7411591" y="24495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8" name="pt33278"/>
            <p:cNvSpPr/>
            <p:nvPr/>
          </p:nvSpPr>
          <p:spPr>
            <a:xfrm>
              <a:off x="7166268" y="22009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9" name="pt33279"/>
            <p:cNvSpPr/>
            <p:nvPr/>
          </p:nvSpPr>
          <p:spPr>
            <a:xfrm>
              <a:off x="7101434" y="21593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0" name="pt33280"/>
            <p:cNvSpPr/>
            <p:nvPr/>
          </p:nvSpPr>
          <p:spPr>
            <a:xfrm>
              <a:off x="7064185" y="21489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1" name="pt33281"/>
            <p:cNvSpPr/>
            <p:nvPr/>
          </p:nvSpPr>
          <p:spPr>
            <a:xfrm>
              <a:off x="7027391" y="22538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2" name="pt33282"/>
            <p:cNvSpPr/>
            <p:nvPr/>
          </p:nvSpPr>
          <p:spPr>
            <a:xfrm>
              <a:off x="7187308" y="22178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3" name="pt33283"/>
            <p:cNvSpPr/>
            <p:nvPr/>
          </p:nvSpPr>
          <p:spPr>
            <a:xfrm>
              <a:off x="6987937" y="19626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4" name="pt33284"/>
            <p:cNvSpPr/>
            <p:nvPr/>
          </p:nvSpPr>
          <p:spPr>
            <a:xfrm>
              <a:off x="7116947" y="21723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5" name="pt33285"/>
            <p:cNvSpPr/>
            <p:nvPr/>
          </p:nvSpPr>
          <p:spPr>
            <a:xfrm>
              <a:off x="6956816" y="2034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6" name="pt33286"/>
            <p:cNvSpPr/>
            <p:nvPr/>
          </p:nvSpPr>
          <p:spPr>
            <a:xfrm>
              <a:off x="6780364" y="24397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7" name="pt33287"/>
            <p:cNvSpPr/>
            <p:nvPr/>
          </p:nvSpPr>
          <p:spPr>
            <a:xfrm>
              <a:off x="7418711" y="27982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8" name="pt33288"/>
            <p:cNvSpPr/>
            <p:nvPr/>
          </p:nvSpPr>
          <p:spPr>
            <a:xfrm>
              <a:off x="6843622" y="22808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9" name="pt33289"/>
            <p:cNvSpPr/>
            <p:nvPr/>
          </p:nvSpPr>
          <p:spPr>
            <a:xfrm>
              <a:off x="7103206" y="21840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0" name="pt33290"/>
            <p:cNvSpPr/>
            <p:nvPr/>
          </p:nvSpPr>
          <p:spPr>
            <a:xfrm>
              <a:off x="7316876" y="20824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1" name="pt33291"/>
            <p:cNvSpPr/>
            <p:nvPr/>
          </p:nvSpPr>
          <p:spPr>
            <a:xfrm>
              <a:off x="6833931" y="21796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2" name="pt33292"/>
            <p:cNvSpPr/>
            <p:nvPr/>
          </p:nvSpPr>
          <p:spPr>
            <a:xfrm>
              <a:off x="7242245" y="20405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3" name="pt33293"/>
            <p:cNvSpPr/>
            <p:nvPr/>
          </p:nvSpPr>
          <p:spPr>
            <a:xfrm>
              <a:off x="7187948" y="20804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4" name="pt33294"/>
            <p:cNvSpPr/>
            <p:nvPr/>
          </p:nvSpPr>
          <p:spPr>
            <a:xfrm>
              <a:off x="7244466" y="22890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5" name="pt33295"/>
            <p:cNvSpPr/>
            <p:nvPr/>
          </p:nvSpPr>
          <p:spPr>
            <a:xfrm>
              <a:off x="7096297" y="21964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6" name="pt33296"/>
            <p:cNvSpPr/>
            <p:nvPr/>
          </p:nvSpPr>
          <p:spPr>
            <a:xfrm>
              <a:off x="7233547" y="20019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7" name="pt33297"/>
            <p:cNvSpPr/>
            <p:nvPr/>
          </p:nvSpPr>
          <p:spPr>
            <a:xfrm>
              <a:off x="7082973" y="22370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8" name="pt33298"/>
            <p:cNvSpPr/>
            <p:nvPr/>
          </p:nvSpPr>
          <p:spPr>
            <a:xfrm>
              <a:off x="7079695" y="21814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9" name="pt33299"/>
            <p:cNvSpPr/>
            <p:nvPr/>
          </p:nvSpPr>
          <p:spPr>
            <a:xfrm>
              <a:off x="7099309" y="20143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0" name="pt33300"/>
            <p:cNvSpPr/>
            <p:nvPr/>
          </p:nvSpPr>
          <p:spPr>
            <a:xfrm>
              <a:off x="7003343" y="20547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1" name="pt33301"/>
            <p:cNvSpPr/>
            <p:nvPr/>
          </p:nvSpPr>
          <p:spPr>
            <a:xfrm>
              <a:off x="7129371" y="22318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2" name="pt33302"/>
            <p:cNvSpPr/>
            <p:nvPr/>
          </p:nvSpPr>
          <p:spPr>
            <a:xfrm>
              <a:off x="7265086" y="23485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3" name="pt33303"/>
            <p:cNvSpPr/>
            <p:nvPr/>
          </p:nvSpPr>
          <p:spPr>
            <a:xfrm>
              <a:off x="7203313" y="22461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4" name="pt33304"/>
            <p:cNvSpPr/>
            <p:nvPr/>
          </p:nvSpPr>
          <p:spPr>
            <a:xfrm>
              <a:off x="7287130" y="19386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5" name="pt33305"/>
            <p:cNvSpPr/>
            <p:nvPr/>
          </p:nvSpPr>
          <p:spPr>
            <a:xfrm>
              <a:off x="6986692" y="2046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6" name="pt33306"/>
            <p:cNvSpPr/>
            <p:nvPr/>
          </p:nvSpPr>
          <p:spPr>
            <a:xfrm>
              <a:off x="7141356" y="2143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7" name="pt33307"/>
            <p:cNvSpPr/>
            <p:nvPr/>
          </p:nvSpPr>
          <p:spPr>
            <a:xfrm>
              <a:off x="7064608" y="21031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8" name="pt33308"/>
            <p:cNvSpPr/>
            <p:nvPr/>
          </p:nvSpPr>
          <p:spPr>
            <a:xfrm>
              <a:off x="7262849" y="19076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9" name="pt33309"/>
            <p:cNvSpPr/>
            <p:nvPr/>
          </p:nvSpPr>
          <p:spPr>
            <a:xfrm>
              <a:off x="7091417" y="21764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0" name="pt33310"/>
            <p:cNvSpPr/>
            <p:nvPr/>
          </p:nvSpPr>
          <p:spPr>
            <a:xfrm>
              <a:off x="7203645" y="22270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1" name="pt33311"/>
            <p:cNvSpPr/>
            <p:nvPr/>
          </p:nvSpPr>
          <p:spPr>
            <a:xfrm>
              <a:off x="7092918" y="21700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2" name="pt33312"/>
            <p:cNvSpPr/>
            <p:nvPr/>
          </p:nvSpPr>
          <p:spPr>
            <a:xfrm>
              <a:off x="7084527" y="22770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3" name="pt33313"/>
            <p:cNvSpPr/>
            <p:nvPr/>
          </p:nvSpPr>
          <p:spPr>
            <a:xfrm>
              <a:off x="7358472" y="23524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4" name="pt33314"/>
            <p:cNvSpPr/>
            <p:nvPr/>
          </p:nvSpPr>
          <p:spPr>
            <a:xfrm>
              <a:off x="7212879" y="20954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5" name="pt33315"/>
            <p:cNvSpPr/>
            <p:nvPr/>
          </p:nvSpPr>
          <p:spPr>
            <a:xfrm>
              <a:off x="7218911" y="19937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6" name="pt33316"/>
            <p:cNvSpPr/>
            <p:nvPr/>
          </p:nvSpPr>
          <p:spPr>
            <a:xfrm>
              <a:off x="7111796" y="21133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7" name="pt33317"/>
            <p:cNvSpPr/>
            <p:nvPr/>
          </p:nvSpPr>
          <p:spPr>
            <a:xfrm>
              <a:off x="7276790" y="20231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8" name="pt33318"/>
            <p:cNvSpPr/>
            <p:nvPr/>
          </p:nvSpPr>
          <p:spPr>
            <a:xfrm>
              <a:off x="7413908" y="23291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9" name="pt33319"/>
            <p:cNvSpPr/>
            <p:nvPr/>
          </p:nvSpPr>
          <p:spPr>
            <a:xfrm>
              <a:off x="7361198" y="23831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0" name="pt33320"/>
            <p:cNvSpPr/>
            <p:nvPr/>
          </p:nvSpPr>
          <p:spPr>
            <a:xfrm>
              <a:off x="7071291" y="22031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1" name="pt33321"/>
            <p:cNvSpPr/>
            <p:nvPr/>
          </p:nvSpPr>
          <p:spPr>
            <a:xfrm>
              <a:off x="7067604" y="20494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2" name="pt33322"/>
            <p:cNvSpPr/>
            <p:nvPr/>
          </p:nvSpPr>
          <p:spPr>
            <a:xfrm>
              <a:off x="7131121" y="22498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3" name="pt33323"/>
            <p:cNvSpPr/>
            <p:nvPr/>
          </p:nvSpPr>
          <p:spPr>
            <a:xfrm>
              <a:off x="6935167" y="20676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4" name="pt33324"/>
            <p:cNvSpPr/>
            <p:nvPr/>
          </p:nvSpPr>
          <p:spPr>
            <a:xfrm>
              <a:off x="7171996" y="22103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5" name="pt33325"/>
            <p:cNvSpPr/>
            <p:nvPr/>
          </p:nvSpPr>
          <p:spPr>
            <a:xfrm>
              <a:off x="7218009" y="20780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6" name="pt33326"/>
            <p:cNvSpPr/>
            <p:nvPr/>
          </p:nvSpPr>
          <p:spPr>
            <a:xfrm>
              <a:off x="6971816" y="21150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7" name="pt33327"/>
            <p:cNvSpPr/>
            <p:nvPr/>
          </p:nvSpPr>
          <p:spPr>
            <a:xfrm>
              <a:off x="7100504" y="21170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8" name="pt33328"/>
            <p:cNvSpPr/>
            <p:nvPr/>
          </p:nvSpPr>
          <p:spPr>
            <a:xfrm>
              <a:off x="7126379" y="23103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9" name="pt33329"/>
            <p:cNvSpPr/>
            <p:nvPr/>
          </p:nvSpPr>
          <p:spPr>
            <a:xfrm>
              <a:off x="7088293" y="21109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0" name="pt33330"/>
            <p:cNvSpPr/>
            <p:nvPr/>
          </p:nvSpPr>
          <p:spPr>
            <a:xfrm>
              <a:off x="7185543" y="20898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1" name="pt33331"/>
            <p:cNvSpPr/>
            <p:nvPr/>
          </p:nvSpPr>
          <p:spPr>
            <a:xfrm>
              <a:off x="7055894" y="21767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2" name="pt33332"/>
            <p:cNvSpPr/>
            <p:nvPr/>
          </p:nvSpPr>
          <p:spPr>
            <a:xfrm>
              <a:off x="7143762" y="20749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3" name="pt33333"/>
            <p:cNvSpPr/>
            <p:nvPr/>
          </p:nvSpPr>
          <p:spPr>
            <a:xfrm>
              <a:off x="7214677" y="20404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4" name="pt33334"/>
            <p:cNvSpPr/>
            <p:nvPr/>
          </p:nvSpPr>
          <p:spPr>
            <a:xfrm>
              <a:off x="7140885" y="21720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5" name="pt33335"/>
            <p:cNvSpPr/>
            <p:nvPr/>
          </p:nvSpPr>
          <p:spPr>
            <a:xfrm>
              <a:off x="6980597" y="17901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6" name="pt33336"/>
            <p:cNvSpPr/>
            <p:nvPr/>
          </p:nvSpPr>
          <p:spPr>
            <a:xfrm>
              <a:off x="7148344" y="20767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7" name="pt33337"/>
            <p:cNvSpPr/>
            <p:nvPr/>
          </p:nvSpPr>
          <p:spPr>
            <a:xfrm>
              <a:off x="7142191" y="21298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8" name="pt33338"/>
            <p:cNvSpPr/>
            <p:nvPr/>
          </p:nvSpPr>
          <p:spPr>
            <a:xfrm>
              <a:off x="7279344" y="19704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9" name="pt33339"/>
            <p:cNvSpPr/>
            <p:nvPr/>
          </p:nvSpPr>
          <p:spPr>
            <a:xfrm>
              <a:off x="7095311" y="21203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0" name="pt33340"/>
            <p:cNvSpPr/>
            <p:nvPr/>
          </p:nvSpPr>
          <p:spPr>
            <a:xfrm>
              <a:off x="7252833" y="20381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1" name="pt33341"/>
            <p:cNvSpPr/>
            <p:nvPr/>
          </p:nvSpPr>
          <p:spPr>
            <a:xfrm>
              <a:off x="6674352" y="23417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2" name="pt33342"/>
            <p:cNvSpPr/>
            <p:nvPr/>
          </p:nvSpPr>
          <p:spPr>
            <a:xfrm>
              <a:off x="7053532" y="18674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3" name="pt33343"/>
            <p:cNvSpPr/>
            <p:nvPr/>
          </p:nvSpPr>
          <p:spPr>
            <a:xfrm>
              <a:off x="7099923" y="19921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4" name="pt33344"/>
            <p:cNvSpPr/>
            <p:nvPr/>
          </p:nvSpPr>
          <p:spPr>
            <a:xfrm>
              <a:off x="7207140" y="21910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5" name="pt33345"/>
            <p:cNvSpPr/>
            <p:nvPr/>
          </p:nvSpPr>
          <p:spPr>
            <a:xfrm>
              <a:off x="7270544" y="18689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6" name="pt33346"/>
            <p:cNvSpPr/>
            <p:nvPr/>
          </p:nvSpPr>
          <p:spPr>
            <a:xfrm>
              <a:off x="7119702" y="2132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7" name="pt33347"/>
            <p:cNvSpPr/>
            <p:nvPr/>
          </p:nvSpPr>
          <p:spPr>
            <a:xfrm>
              <a:off x="7439696" y="26470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8" name="pt33348"/>
            <p:cNvSpPr/>
            <p:nvPr/>
          </p:nvSpPr>
          <p:spPr>
            <a:xfrm>
              <a:off x="6947785" y="19457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9" name="pt33349"/>
            <p:cNvSpPr/>
            <p:nvPr/>
          </p:nvSpPr>
          <p:spPr>
            <a:xfrm>
              <a:off x="7175486" y="21153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0" name="pt33350"/>
            <p:cNvSpPr/>
            <p:nvPr/>
          </p:nvSpPr>
          <p:spPr>
            <a:xfrm>
              <a:off x="7150115" y="20884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1" name="pt33351"/>
            <p:cNvSpPr/>
            <p:nvPr/>
          </p:nvSpPr>
          <p:spPr>
            <a:xfrm>
              <a:off x="7096954" y="21745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2" name="pt33352"/>
            <p:cNvSpPr/>
            <p:nvPr/>
          </p:nvSpPr>
          <p:spPr>
            <a:xfrm>
              <a:off x="7212331" y="21031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3" name="pt33353"/>
            <p:cNvSpPr/>
            <p:nvPr/>
          </p:nvSpPr>
          <p:spPr>
            <a:xfrm>
              <a:off x="7237125" y="20949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4" name="pt33354"/>
            <p:cNvSpPr/>
            <p:nvPr/>
          </p:nvSpPr>
          <p:spPr>
            <a:xfrm>
              <a:off x="7231800" y="21715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5" name="pt33355"/>
            <p:cNvSpPr/>
            <p:nvPr/>
          </p:nvSpPr>
          <p:spPr>
            <a:xfrm>
              <a:off x="7037117" y="24241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6" name="pt33356"/>
            <p:cNvSpPr/>
            <p:nvPr/>
          </p:nvSpPr>
          <p:spPr>
            <a:xfrm>
              <a:off x="7188190" y="21412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7" name="pt33357"/>
            <p:cNvSpPr/>
            <p:nvPr/>
          </p:nvSpPr>
          <p:spPr>
            <a:xfrm>
              <a:off x="7275987" y="19552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8" name="pt33358"/>
            <p:cNvSpPr/>
            <p:nvPr/>
          </p:nvSpPr>
          <p:spPr>
            <a:xfrm>
              <a:off x="7241584" y="19839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9" name="pt33359"/>
            <p:cNvSpPr/>
            <p:nvPr/>
          </p:nvSpPr>
          <p:spPr>
            <a:xfrm>
              <a:off x="7092698" y="21651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0" name="pt33360"/>
            <p:cNvSpPr/>
            <p:nvPr/>
          </p:nvSpPr>
          <p:spPr>
            <a:xfrm>
              <a:off x="7275748" y="2006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1" name="pt33361"/>
            <p:cNvSpPr/>
            <p:nvPr/>
          </p:nvSpPr>
          <p:spPr>
            <a:xfrm>
              <a:off x="7137256" y="22773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2" name="pt33362"/>
            <p:cNvSpPr/>
            <p:nvPr/>
          </p:nvSpPr>
          <p:spPr>
            <a:xfrm>
              <a:off x="6999345" y="19493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3" name="pt33363"/>
            <p:cNvSpPr/>
            <p:nvPr/>
          </p:nvSpPr>
          <p:spPr>
            <a:xfrm>
              <a:off x="7261407" y="19222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4" name="pt33364"/>
            <p:cNvSpPr/>
            <p:nvPr/>
          </p:nvSpPr>
          <p:spPr>
            <a:xfrm>
              <a:off x="7109147" y="20420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5" name="pt33365"/>
            <p:cNvSpPr/>
            <p:nvPr/>
          </p:nvSpPr>
          <p:spPr>
            <a:xfrm>
              <a:off x="7298057" y="20221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6" name="pt33366"/>
            <p:cNvSpPr/>
            <p:nvPr/>
          </p:nvSpPr>
          <p:spPr>
            <a:xfrm>
              <a:off x="7324431" y="22291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7" name="pt33367"/>
            <p:cNvSpPr/>
            <p:nvPr/>
          </p:nvSpPr>
          <p:spPr>
            <a:xfrm>
              <a:off x="7212775" y="21855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8" name="pt33368"/>
            <p:cNvSpPr/>
            <p:nvPr/>
          </p:nvSpPr>
          <p:spPr>
            <a:xfrm>
              <a:off x="7036248" y="23806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9" name="pt33369"/>
            <p:cNvSpPr/>
            <p:nvPr/>
          </p:nvSpPr>
          <p:spPr>
            <a:xfrm>
              <a:off x="7008190" y="20480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0" name="pt33370"/>
            <p:cNvSpPr/>
            <p:nvPr/>
          </p:nvSpPr>
          <p:spPr>
            <a:xfrm>
              <a:off x="7142739" y="22092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1" name="pt33371"/>
            <p:cNvSpPr/>
            <p:nvPr/>
          </p:nvSpPr>
          <p:spPr>
            <a:xfrm>
              <a:off x="7140270" y="21743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2" name="pt33372"/>
            <p:cNvSpPr/>
            <p:nvPr/>
          </p:nvSpPr>
          <p:spPr>
            <a:xfrm>
              <a:off x="7060799" y="21875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3" name="pt33373"/>
            <p:cNvSpPr/>
            <p:nvPr/>
          </p:nvSpPr>
          <p:spPr>
            <a:xfrm>
              <a:off x="7420826" y="30375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4" name="pt33374"/>
            <p:cNvSpPr/>
            <p:nvPr/>
          </p:nvSpPr>
          <p:spPr>
            <a:xfrm>
              <a:off x="7368470" y="23038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5" name="pt33375"/>
            <p:cNvSpPr/>
            <p:nvPr/>
          </p:nvSpPr>
          <p:spPr>
            <a:xfrm>
              <a:off x="7059821" y="22744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6" name="pt33376"/>
            <p:cNvSpPr/>
            <p:nvPr/>
          </p:nvSpPr>
          <p:spPr>
            <a:xfrm>
              <a:off x="7193269" y="23090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7" name="pt33377"/>
            <p:cNvSpPr/>
            <p:nvPr/>
          </p:nvSpPr>
          <p:spPr>
            <a:xfrm>
              <a:off x="6863179" y="21985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8" name="pt33378"/>
            <p:cNvSpPr/>
            <p:nvPr/>
          </p:nvSpPr>
          <p:spPr>
            <a:xfrm>
              <a:off x="6955649" y="20862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9" name="pt33379"/>
            <p:cNvSpPr/>
            <p:nvPr/>
          </p:nvSpPr>
          <p:spPr>
            <a:xfrm>
              <a:off x="7108615" y="21727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0" name="pt33380"/>
            <p:cNvSpPr/>
            <p:nvPr/>
          </p:nvSpPr>
          <p:spPr>
            <a:xfrm>
              <a:off x="7212491" y="21959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1" name="pt33381"/>
            <p:cNvSpPr/>
            <p:nvPr/>
          </p:nvSpPr>
          <p:spPr>
            <a:xfrm>
              <a:off x="7339545" y="22247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2" name="pt33382"/>
            <p:cNvSpPr/>
            <p:nvPr/>
          </p:nvSpPr>
          <p:spPr>
            <a:xfrm>
              <a:off x="7113783" y="21476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3" name="pt33383"/>
            <p:cNvSpPr/>
            <p:nvPr/>
          </p:nvSpPr>
          <p:spPr>
            <a:xfrm>
              <a:off x="6932446" y="20121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4" name="pt33384"/>
            <p:cNvSpPr/>
            <p:nvPr/>
          </p:nvSpPr>
          <p:spPr>
            <a:xfrm>
              <a:off x="6698085" y="20370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5" name="pt33385"/>
            <p:cNvSpPr/>
            <p:nvPr/>
          </p:nvSpPr>
          <p:spPr>
            <a:xfrm>
              <a:off x="7216921" y="20145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6" name="pt33386"/>
            <p:cNvSpPr/>
            <p:nvPr/>
          </p:nvSpPr>
          <p:spPr>
            <a:xfrm>
              <a:off x="7268004" y="18602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7" name="pt33387"/>
            <p:cNvSpPr/>
            <p:nvPr/>
          </p:nvSpPr>
          <p:spPr>
            <a:xfrm>
              <a:off x="7084648" y="22183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8" name="pt33388"/>
            <p:cNvSpPr/>
            <p:nvPr/>
          </p:nvSpPr>
          <p:spPr>
            <a:xfrm>
              <a:off x="7287667" y="20472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9" name="pt33389"/>
            <p:cNvSpPr/>
            <p:nvPr/>
          </p:nvSpPr>
          <p:spPr>
            <a:xfrm>
              <a:off x="7224955" y="22308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0" name="pt33390"/>
            <p:cNvSpPr/>
            <p:nvPr/>
          </p:nvSpPr>
          <p:spPr>
            <a:xfrm>
              <a:off x="7090172" y="22412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1" name="pt33391"/>
            <p:cNvSpPr/>
            <p:nvPr/>
          </p:nvSpPr>
          <p:spPr>
            <a:xfrm>
              <a:off x="7172769" y="21376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2" name="pt33392"/>
            <p:cNvSpPr/>
            <p:nvPr/>
          </p:nvSpPr>
          <p:spPr>
            <a:xfrm>
              <a:off x="7285859" y="19420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3" name="pt33393"/>
            <p:cNvSpPr/>
            <p:nvPr/>
          </p:nvSpPr>
          <p:spPr>
            <a:xfrm>
              <a:off x="7151586" y="2001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4" name="pt33394"/>
            <p:cNvSpPr/>
            <p:nvPr/>
          </p:nvSpPr>
          <p:spPr>
            <a:xfrm>
              <a:off x="7225118" y="22280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5" name="pt33395"/>
            <p:cNvSpPr/>
            <p:nvPr/>
          </p:nvSpPr>
          <p:spPr>
            <a:xfrm>
              <a:off x="6612494" y="2400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6" name="pt33396"/>
            <p:cNvSpPr/>
            <p:nvPr/>
          </p:nvSpPr>
          <p:spPr>
            <a:xfrm>
              <a:off x="7107956" y="21279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7" name="pt33397"/>
            <p:cNvSpPr/>
            <p:nvPr/>
          </p:nvSpPr>
          <p:spPr>
            <a:xfrm>
              <a:off x="7106518" y="21126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8" name="pt33398"/>
            <p:cNvSpPr/>
            <p:nvPr/>
          </p:nvSpPr>
          <p:spPr>
            <a:xfrm>
              <a:off x="7026775" y="23196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9" name="pt33399"/>
            <p:cNvSpPr/>
            <p:nvPr/>
          </p:nvSpPr>
          <p:spPr>
            <a:xfrm>
              <a:off x="7184813" y="21047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0" name="pt33400"/>
            <p:cNvSpPr/>
            <p:nvPr/>
          </p:nvSpPr>
          <p:spPr>
            <a:xfrm>
              <a:off x="6857912" y="22257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1" name="pt33401"/>
            <p:cNvSpPr/>
            <p:nvPr/>
          </p:nvSpPr>
          <p:spPr>
            <a:xfrm>
              <a:off x="7254642" y="20758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2" name="pt33402"/>
            <p:cNvSpPr/>
            <p:nvPr/>
          </p:nvSpPr>
          <p:spPr>
            <a:xfrm>
              <a:off x="6934380" y="21477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3" name="pt33403"/>
            <p:cNvSpPr/>
            <p:nvPr/>
          </p:nvSpPr>
          <p:spPr>
            <a:xfrm>
              <a:off x="7245567" y="21328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4" name="pt33404"/>
            <p:cNvSpPr/>
            <p:nvPr/>
          </p:nvSpPr>
          <p:spPr>
            <a:xfrm>
              <a:off x="7157083" y="2003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5" name="pt33405"/>
            <p:cNvSpPr/>
            <p:nvPr/>
          </p:nvSpPr>
          <p:spPr>
            <a:xfrm>
              <a:off x="7147428" y="2062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6" name="pt33406"/>
            <p:cNvSpPr/>
            <p:nvPr/>
          </p:nvSpPr>
          <p:spPr>
            <a:xfrm>
              <a:off x="7124922" y="22201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7" name="pt33407"/>
            <p:cNvSpPr/>
            <p:nvPr/>
          </p:nvSpPr>
          <p:spPr>
            <a:xfrm>
              <a:off x="7222593" y="18062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8" name="pt33408"/>
            <p:cNvSpPr/>
            <p:nvPr/>
          </p:nvSpPr>
          <p:spPr>
            <a:xfrm>
              <a:off x="7038910" y="23668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9" name="pt33409"/>
            <p:cNvSpPr/>
            <p:nvPr/>
          </p:nvSpPr>
          <p:spPr>
            <a:xfrm>
              <a:off x="6997803" y="1922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0" name="pt33410"/>
            <p:cNvSpPr/>
            <p:nvPr/>
          </p:nvSpPr>
          <p:spPr>
            <a:xfrm>
              <a:off x="7258868" y="19599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1" name="pt33411"/>
            <p:cNvSpPr/>
            <p:nvPr/>
          </p:nvSpPr>
          <p:spPr>
            <a:xfrm>
              <a:off x="7375292" y="23609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2" name="pt33412"/>
            <p:cNvSpPr/>
            <p:nvPr/>
          </p:nvSpPr>
          <p:spPr>
            <a:xfrm>
              <a:off x="7488643" y="23779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3" name="pt33413"/>
            <p:cNvSpPr/>
            <p:nvPr/>
          </p:nvSpPr>
          <p:spPr>
            <a:xfrm>
              <a:off x="7133140" y="22180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4" name="pt33414"/>
            <p:cNvSpPr/>
            <p:nvPr/>
          </p:nvSpPr>
          <p:spPr>
            <a:xfrm>
              <a:off x="7318390" y="2158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5" name="pt33415"/>
            <p:cNvSpPr/>
            <p:nvPr/>
          </p:nvSpPr>
          <p:spPr>
            <a:xfrm>
              <a:off x="6949335" y="19910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6" name="pt33416"/>
            <p:cNvSpPr/>
            <p:nvPr/>
          </p:nvSpPr>
          <p:spPr>
            <a:xfrm>
              <a:off x="6855110" y="21915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7" name="pt33417"/>
            <p:cNvSpPr/>
            <p:nvPr/>
          </p:nvSpPr>
          <p:spPr>
            <a:xfrm>
              <a:off x="7131578" y="2249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8" name="pt33418"/>
            <p:cNvSpPr/>
            <p:nvPr/>
          </p:nvSpPr>
          <p:spPr>
            <a:xfrm>
              <a:off x="7254268" y="19771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9" name="pt33419"/>
            <p:cNvSpPr/>
            <p:nvPr/>
          </p:nvSpPr>
          <p:spPr>
            <a:xfrm>
              <a:off x="7127475" y="22357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0" name="pt33420"/>
            <p:cNvSpPr/>
            <p:nvPr/>
          </p:nvSpPr>
          <p:spPr>
            <a:xfrm>
              <a:off x="7125149" y="22476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1" name="pt33421"/>
            <p:cNvSpPr/>
            <p:nvPr/>
          </p:nvSpPr>
          <p:spPr>
            <a:xfrm>
              <a:off x="6844912" y="2241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2" name="pt33422"/>
            <p:cNvSpPr/>
            <p:nvPr/>
          </p:nvSpPr>
          <p:spPr>
            <a:xfrm>
              <a:off x="7402806" y="24554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3" name="pt33423"/>
            <p:cNvSpPr/>
            <p:nvPr/>
          </p:nvSpPr>
          <p:spPr>
            <a:xfrm>
              <a:off x="6996653" y="20735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4" name="pt33424"/>
            <p:cNvSpPr/>
            <p:nvPr/>
          </p:nvSpPr>
          <p:spPr>
            <a:xfrm>
              <a:off x="7169251" y="22231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5" name="pt33425"/>
            <p:cNvSpPr/>
            <p:nvPr/>
          </p:nvSpPr>
          <p:spPr>
            <a:xfrm>
              <a:off x="7407022" y="26551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6" name="pt33426"/>
            <p:cNvSpPr/>
            <p:nvPr/>
          </p:nvSpPr>
          <p:spPr>
            <a:xfrm>
              <a:off x="7177371" y="21279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7" name="pt33427"/>
            <p:cNvSpPr/>
            <p:nvPr/>
          </p:nvSpPr>
          <p:spPr>
            <a:xfrm>
              <a:off x="7013567" y="18023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8" name="pt33428"/>
            <p:cNvSpPr/>
            <p:nvPr/>
          </p:nvSpPr>
          <p:spPr>
            <a:xfrm>
              <a:off x="7183800" y="21096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9" name="pt33429"/>
            <p:cNvSpPr/>
            <p:nvPr/>
          </p:nvSpPr>
          <p:spPr>
            <a:xfrm>
              <a:off x="7009204" y="1954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0" name="pt33430"/>
            <p:cNvSpPr/>
            <p:nvPr/>
          </p:nvSpPr>
          <p:spPr>
            <a:xfrm>
              <a:off x="7010268" y="17294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1" name="pt33431"/>
            <p:cNvSpPr/>
            <p:nvPr/>
          </p:nvSpPr>
          <p:spPr>
            <a:xfrm>
              <a:off x="7045291" y="22827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2" name="pt33432"/>
            <p:cNvSpPr/>
            <p:nvPr/>
          </p:nvSpPr>
          <p:spPr>
            <a:xfrm>
              <a:off x="7058892" y="22141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3" name="pt33433"/>
            <p:cNvSpPr/>
            <p:nvPr/>
          </p:nvSpPr>
          <p:spPr>
            <a:xfrm>
              <a:off x="7084129" y="22506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4" name="pt33434"/>
            <p:cNvSpPr/>
            <p:nvPr/>
          </p:nvSpPr>
          <p:spPr>
            <a:xfrm>
              <a:off x="7112769" y="20809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5" name="pt33435"/>
            <p:cNvSpPr/>
            <p:nvPr/>
          </p:nvSpPr>
          <p:spPr>
            <a:xfrm>
              <a:off x="7440941" y="27395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6" name="pt33436"/>
            <p:cNvSpPr/>
            <p:nvPr/>
          </p:nvSpPr>
          <p:spPr>
            <a:xfrm>
              <a:off x="7104678" y="21505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7" name="pt33437"/>
            <p:cNvSpPr/>
            <p:nvPr/>
          </p:nvSpPr>
          <p:spPr>
            <a:xfrm>
              <a:off x="7159888" y="20680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8" name="pt33438"/>
            <p:cNvSpPr/>
            <p:nvPr/>
          </p:nvSpPr>
          <p:spPr>
            <a:xfrm>
              <a:off x="7254744" y="21049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9" name="pt33439"/>
            <p:cNvSpPr/>
            <p:nvPr/>
          </p:nvSpPr>
          <p:spPr>
            <a:xfrm>
              <a:off x="7053009" y="21111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0" name="pt33440"/>
            <p:cNvSpPr/>
            <p:nvPr/>
          </p:nvSpPr>
          <p:spPr>
            <a:xfrm>
              <a:off x="7329668" y="20835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1" name="pt33441"/>
            <p:cNvSpPr/>
            <p:nvPr/>
          </p:nvSpPr>
          <p:spPr>
            <a:xfrm>
              <a:off x="6905516" y="21965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2" name="pt33442"/>
            <p:cNvSpPr/>
            <p:nvPr/>
          </p:nvSpPr>
          <p:spPr>
            <a:xfrm>
              <a:off x="7079713" y="22769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3" name="pt33443"/>
            <p:cNvSpPr/>
            <p:nvPr/>
          </p:nvSpPr>
          <p:spPr>
            <a:xfrm>
              <a:off x="7001553" y="18788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4" name="pt33444"/>
            <p:cNvSpPr/>
            <p:nvPr/>
          </p:nvSpPr>
          <p:spPr>
            <a:xfrm>
              <a:off x="7138716" y="22049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5" name="pt33445"/>
            <p:cNvSpPr/>
            <p:nvPr/>
          </p:nvSpPr>
          <p:spPr>
            <a:xfrm>
              <a:off x="7054255" y="20863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6" name="pt33446"/>
            <p:cNvSpPr/>
            <p:nvPr/>
          </p:nvSpPr>
          <p:spPr>
            <a:xfrm>
              <a:off x="7021965" y="23125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7" name="pt33447"/>
            <p:cNvSpPr/>
            <p:nvPr/>
          </p:nvSpPr>
          <p:spPr>
            <a:xfrm>
              <a:off x="7398795" y="24542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8" name="pt33448"/>
            <p:cNvSpPr/>
            <p:nvPr/>
          </p:nvSpPr>
          <p:spPr>
            <a:xfrm>
              <a:off x="7220325" y="19393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9" name="pt33449"/>
            <p:cNvSpPr/>
            <p:nvPr/>
          </p:nvSpPr>
          <p:spPr>
            <a:xfrm>
              <a:off x="7230939" y="21716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0" name="pt33450"/>
            <p:cNvSpPr/>
            <p:nvPr/>
          </p:nvSpPr>
          <p:spPr>
            <a:xfrm>
              <a:off x="7034898" y="24659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1" name="pt33451"/>
            <p:cNvSpPr/>
            <p:nvPr/>
          </p:nvSpPr>
          <p:spPr>
            <a:xfrm>
              <a:off x="7238254" y="20453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2" name="pt33452"/>
            <p:cNvSpPr/>
            <p:nvPr/>
          </p:nvSpPr>
          <p:spPr>
            <a:xfrm>
              <a:off x="7146312" y="21117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3" name="pt33453"/>
            <p:cNvSpPr/>
            <p:nvPr/>
          </p:nvSpPr>
          <p:spPr>
            <a:xfrm>
              <a:off x="7031061" y="21979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4" name="pt33454"/>
            <p:cNvSpPr/>
            <p:nvPr/>
          </p:nvSpPr>
          <p:spPr>
            <a:xfrm>
              <a:off x="6908197" y="22069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5" name="pt33455"/>
            <p:cNvSpPr/>
            <p:nvPr/>
          </p:nvSpPr>
          <p:spPr>
            <a:xfrm>
              <a:off x="7397228" y="27375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6" name="pt33456"/>
            <p:cNvSpPr/>
            <p:nvPr/>
          </p:nvSpPr>
          <p:spPr>
            <a:xfrm>
              <a:off x="6990448" y="19588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7" name="pt33457"/>
            <p:cNvSpPr/>
            <p:nvPr/>
          </p:nvSpPr>
          <p:spPr>
            <a:xfrm>
              <a:off x="7284936" y="19659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8" name="pt33458"/>
            <p:cNvSpPr/>
            <p:nvPr/>
          </p:nvSpPr>
          <p:spPr>
            <a:xfrm>
              <a:off x="7368532" y="23033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9" name="pt33459"/>
            <p:cNvSpPr/>
            <p:nvPr/>
          </p:nvSpPr>
          <p:spPr>
            <a:xfrm>
              <a:off x="7208029" y="22321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0" name="pt33460"/>
            <p:cNvSpPr/>
            <p:nvPr/>
          </p:nvSpPr>
          <p:spPr>
            <a:xfrm>
              <a:off x="7012282" y="18233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1" name="pt33461"/>
            <p:cNvSpPr/>
            <p:nvPr/>
          </p:nvSpPr>
          <p:spPr>
            <a:xfrm>
              <a:off x="6916086" y="22129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2" name="pt33462"/>
            <p:cNvSpPr/>
            <p:nvPr/>
          </p:nvSpPr>
          <p:spPr>
            <a:xfrm>
              <a:off x="7059275" y="23349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3" name="pt33463"/>
            <p:cNvSpPr/>
            <p:nvPr/>
          </p:nvSpPr>
          <p:spPr>
            <a:xfrm>
              <a:off x="7169458" y="22169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4" name="pt33464"/>
            <p:cNvSpPr/>
            <p:nvPr/>
          </p:nvSpPr>
          <p:spPr>
            <a:xfrm>
              <a:off x="7063440" y="21990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5" name="pt33465"/>
            <p:cNvSpPr/>
            <p:nvPr/>
          </p:nvSpPr>
          <p:spPr>
            <a:xfrm>
              <a:off x="7485215" y="20914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6" name="pt33466"/>
            <p:cNvSpPr/>
            <p:nvPr/>
          </p:nvSpPr>
          <p:spPr>
            <a:xfrm>
              <a:off x="6847437" y="23751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7" name="pt33467"/>
            <p:cNvSpPr/>
            <p:nvPr/>
          </p:nvSpPr>
          <p:spPr>
            <a:xfrm>
              <a:off x="7169879" y="22791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8" name="pt33468"/>
            <p:cNvSpPr/>
            <p:nvPr/>
          </p:nvSpPr>
          <p:spPr>
            <a:xfrm>
              <a:off x="6944991" y="19311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9" name="pt33469"/>
            <p:cNvSpPr/>
            <p:nvPr/>
          </p:nvSpPr>
          <p:spPr>
            <a:xfrm>
              <a:off x="6972099" y="20616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0" name="pt33470"/>
            <p:cNvSpPr/>
            <p:nvPr/>
          </p:nvSpPr>
          <p:spPr>
            <a:xfrm>
              <a:off x="7248167" y="22265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1" name="pt33471"/>
            <p:cNvSpPr/>
            <p:nvPr/>
          </p:nvSpPr>
          <p:spPr>
            <a:xfrm>
              <a:off x="7068158" y="20055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2" name="pt33472"/>
            <p:cNvSpPr/>
            <p:nvPr/>
          </p:nvSpPr>
          <p:spPr>
            <a:xfrm>
              <a:off x="7152657" y="20014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3" name="pt33473"/>
            <p:cNvSpPr/>
            <p:nvPr/>
          </p:nvSpPr>
          <p:spPr>
            <a:xfrm>
              <a:off x="6947058" y="20936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4" name="pt33474"/>
            <p:cNvSpPr/>
            <p:nvPr/>
          </p:nvSpPr>
          <p:spPr>
            <a:xfrm>
              <a:off x="7229442" y="19883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5" name="pt33475"/>
            <p:cNvSpPr/>
            <p:nvPr/>
          </p:nvSpPr>
          <p:spPr>
            <a:xfrm>
              <a:off x="7648232" y="24500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6" name="pt33476"/>
            <p:cNvSpPr/>
            <p:nvPr/>
          </p:nvSpPr>
          <p:spPr>
            <a:xfrm>
              <a:off x="7220252" y="17907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7" name="pt33477"/>
            <p:cNvSpPr/>
            <p:nvPr/>
          </p:nvSpPr>
          <p:spPr>
            <a:xfrm>
              <a:off x="7140650" y="21026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8" name="pt33478"/>
            <p:cNvSpPr/>
            <p:nvPr/>
          </p:nvSpPr>
          <p:spPr>
            <a:xfrm>
              <a:off x="7265527" y="20496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9" name="pt33479"/>
            <p:cNvSpPr/>
            <p:nvPr/>
          </p:nvSpPr>
          <p:spPr>
            <a:xfrm>
              <a:off x="7206703" y="22128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0" name="pt33480"/>
            <p:cNvSpPr/>
            <p:nvPr/>
          </p:nvSpPr>
          <p:spPr>
            <a:xfrm>
              <a:off x="7334320" y="19238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1" name="pt33481"/>
            <p:cNvSpPr/>
            <p:nvPr/>
          </p:nvSpPr>
          <p:spPr>
            <a:xfrm>
              <a:off x="7059151" y="22697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2" name="pt33482"/>
            <p:cNvSpPr/>
            <p:nvPr/>
          </p:nvSpPr>
          <p:spPr>
            <a:xfrm>
              <a:off x="7181810" y="20910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3" name="pt33483"/>
            <p:cNvSpPr/>
            <p:nvPr/>
          </p:nvSpPr>
          <p:spPr>
            <a:xfrm>
              <a:off x="7075724" y="2039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4" name="pt33484"/>
            <p:cNvSpPr/>
            <p:nvPr/>
          </p:nvSpPr>
          <p:spPr>
            <a:xfrm>
              <a:off x="7110255" y="2123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5" name="pt33485"/>
            <p:cNvSpPr/>
            <p:nvPr/>
          </p:nvSpPr>
          <p:spPr>
            <a:xfrm>
              <a:off x="7328823" y="22024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6" name="pt33486"/>
            <p:cNvSpPr/>
            <p:nvPr/>
          </p:nvSpPr>
          <p:spPr>
            <a:xfrm>
              <a:off x="7079128" y="21071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7" name="pt33487"/>
            <p:cNvSpPr/>
            <p:nvPr/>
          </p:nvSpPr>
          <p:spPr>
            <a:xfrm>
              <a:off x="7024951" y="20924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8" name="pt33488"/>
            <p:cNvSpPr/>
            <p:nvPr/>
          </p:nvSpPr>
          <p:spPr>
            <a:xfrm>
              <a:off x="7027830" y="2295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9" name="pt33489"/>
            <p:cNvSpPr/>
            <p:nvPr/>
          </p:nvSpPr>
          <p:spPr>
            <a:xfrm>
              <a:off x="6967228" y="20103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0" name="pt33490"/>
            <p:cNvSpPr/>
            <p:nvPr/>
          </p:nvSpPr>
          <p:spPr>
            <a:xfrm>
              <a:off x="7192855" y="23392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1" name="pt33491"/>
            <p:cNvSpPr/>
            <p:nvPr/>
          </p:nvSpPr>
          <p:spPr>
            <a:xfrm>
              <a:off x="7355194" y="23814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2" name="pt33492"/>
            <p:cNvSpPr/>
            <p:nvPr/>
          </p:nvSpPr>
          <p:spPr>
            <a:xfrm>
              <a:off x="7151296" y="19616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3" name="pt33493"/>
            <p:cNvSpPr/>
            <p:nvPr/>
          </p:nvSpPr>
          <p:spPr>
            <a:xfrm>
              <a:off x="7127408" y="21852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4" name="pt33494"/>
            <p:cNvSpPr/>
            <p:nvPr/>
          </p:nvSpPr>
          <p:spPr>
            <a:xfrm>
              <a:off x="7221015" y="20491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5" name="pt33495"/>
            <p:cNvSpPr/>
            <p:nvPr/>
          </p:nvSpPr>
          <p:spPr>
            <a:xfrm>
              <a:off x="7049075" y="17051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6" name="pt33496"/>
            <p:cNvSpPr/>
            <p:nvPr/>
          </p:nvSpPr>
          <p:spPr>
            <a:xfrm>
              <a:off x="6962381" y="20493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7" name="pt33497"/>
            <p:cNvSpPr/>
            <p:nvPr/>
          </p:nvSpPr>
          <p:spPr>
            <a:xfrm>
              <a:off x="7027853" y="22608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8" name="pt33498"/>
            <p:cNvSpPr/>
            <p:nvPr/>
          </p:nvSpPr>
          <p:spPr>
            <a:xfrm>
              <a:off x="7185703" y="21694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9" name="pt33499"/>
            <p:cNvSpPr/>
            <p:nvPr/>
          </p:nvSpPr>
          <p:spPr>
            <a:xfrm>
              <a:off x="7254216" y="19711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0" name="pt33500"/>
            <p:cNvSpPr/>
            <p:nvPr/>
          </p:nvSpPr>
          <p:spPr>
            <a:xfrm>
              <a:off x="7191076" y="22621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1" name="pt33501"/>
            <p:cNvSpPr/>
            <p:nvPr/>
          </p:nvSpPr>
          <p:spPr>
            <a:xfrm>
              <a:off x="7041999" y="21063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2" name="pt33502"/>
            <p:cNvSpPr/>
            <p:nvPr/>
          </p:nvSpPr>
          <p:spPr>
            <a:xfrm>
              <a:off x="7101656" y="21551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3" name="pt33503"/>
            <p:cNvSpPr/>
            <p:nvPr/>
          </p:nvSpPr>
          <p:spPr>
            <a:xfrm>
              <a:off x="7228118" y="2112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4" name="pt33504"/>
            <p:cNvSpPr/>
            <p:nvPr/>
          </p:nvSpPr>
          <p:spPr>
            <a:xfrm>
              <a:off x="7048664" y="18419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5" name="pt33505"/>
            <p:cNvSpPr/>
            <p:nvPr/>
          </p:nvSpPr>
          <p:spPr>
            <a:xfrm>
              <a:off x="6911276" y="22242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6" name="pt33506"/>
            <p:cNvSpPr/>
            <p:nvPr/>
          </p:nvSpPr>
          <p:spPr>
            <a:xfrm>
              <a:off x="7267493" y="18089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7" name="pt33507"/>
            <p:cNvSpPr/>
            <p:nvPr/>
          </p:nvSpPr>
          <p:spPr>
            <a:xfrm>
              <a:off x="7229545" y="21726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8" name="pt33508"/>
            <p:cNvSpPr/>
            <p:nvPr/>
          </p:nvSpPr>
          <p:spPr>
            <a:xfrm>
              <a:off x="7141320" y="21238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9" name="pt33509"/>
            <p:cNvSpPr/>
            <p:nvPr/>
          </p:nvSpPr>
          <p:spPr>
            <a:xfrm>
              <a:off x="7529272" y="23251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0" name="pt33510"/>
            <p:cNvSpPr/>
            <p:nvPr/>
          </p:nvSpPr>
          <p:spPr>
            <a:xfrm>
              <a:off x="7064196" y="21042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1" name="pt33511"/>
            <p:cNvSpPr/>
            <p:nvPr/>
          </p:nvSpPr>
          <p:spPr>
            <a:xfrm>
              <a:off x="7183742" y="20418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2" name="pt33512"/>
            <p:cNvSpPr/>
            <p:nvPr/>
          </p:nvSpPr>
          <p:spPr>
            <a:xfrm>
              <a:off x="7278515" y="19847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3" name="pt33513"/>
            <p:cNvSpPr/>
            <p:nvPr/>
          </p:nvSpPr>
          <p:spPr>
            <a:xfrm>
              <a:off x="7125054" y="22653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4" name="pt33514"/>
            <p:cNvSpPr/>
            <p:nvPr/>
          </p:nvSpPr>
          <p:spPr>
            <a:xfrm>
              <a:off x="6994492" y="19868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5" name="pt33515"/>
            <p:cNvSpPr/>
            <p:nvPr/>
          </p:nvSpPr>
          <p:spPr>
            <a:xfrm>
              <a:off x="7128897" y="23181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6" name="pt33516"/>
            <p:cNvSpPr/>
            <p:nvPr/>
          </p:nvSpPr>
          <p:spPr>
            <a:xfrm>
              <a:off x="7057540" y="22156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7" name="pt33517"/>
            <p:cNvSpPr/>
            <p:nvPr/>
          </p:nvSpPr>
          <p:spPr>
            <a:xfrm>
              <a:off x="7458844" y="29076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8" name="pt33518"/>
            <p:cNvSpPr/>
            <p:nvPr/>
          </p:nvSpPr>
          <p:spPr>
            <a:xfrm>
              <a:off x="6651330" y="15749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9" name="pt33519"/>
            <p:cNvSpPr/>
            <p:nvPr/>
          </p:nvSpPr>
          <p:spPr>
            <a:xfrm>
              <a:off x="7111072" y="21679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0" name="pt33520"/>
            <p:cNvSpPr/>
            <p:nvPr/>
          </p:nvSpPr>
          <p:spPr>
            <a:xfrm>
              <a:off x="7108030" y="21230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1" name="pt33521"/>
            <p:cNvSpPr/>
            <p:nvPr/>
          </p:nvSpPr>
          <p:spPr>
            <a:xfrm>
              <a:off x="7153621" y="19131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2" name="pt33522"/>
            <p:cNvSpPr/>
            <p:nvPr/>
          </p:nvSpPr>
          <p:spPr>
            <a:xfrm>
              <a:off x="7283338" y="20196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3" name="pt33523"/>
            <p:cNvSpPr/>
            <p:nvPr/>
          </p:nvSpPr>
          <p:spPr>
            <a:xfrm>
              <a:off x="7043910" y="18506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4" name="pt33524"/>
            <p:cNvSpPr/>
            <p:nvPr/>
          </p:nvSpPr>
          <p:spPr>
            <a:xfrm>
              <a:off x="7299618" y="20231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5" name="pt33525"/>
            <p:cNvSpPr/>
            <p:nvPr/>
          </p:nvSpPr>
          <p:spPr>
            <a:xfrm>
              <a:off x="7196538" y="22587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6" name="pt33526"/>
            <p:cNvSpPr/>
            <p:nvPr/>
          </p:nvSpPr>
          <p:spPr>
            <a:xfrm>
              <a:off x="7225549" y="22971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7" name="pt33527"/>
            <p:cNvSpPr/>
            <p:nvPr/>
          </p:nvSpPr>
          <p:spPr>
            <a:xfrm>
              <a:off x="7384450" y="26824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8" name="pt33528"/>
            <p:cNvSpPr/>
            <p:nvPr/>
          </p:nvSpPr>
          <p:spPr>
            <a:xfrm>
              <a:off x="7105193" y="20957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9" name="pt33529"/>
            <p:cNvSpPr/>
            <p:nvPr/>
          </p:nvSpPr>
          <p:spPr>
            <a:xfrm>
              <a:off x="6848999" y="22365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0" name="pt33530"/>
            <p:cNvSpPr/>
            <p:nvPr/>
          </p:nvSpPr>
          <p:spPr>
            <a:xfrm>
              <a:off x="7200738" y="22161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1" name="pt33531"/>
            <p:cNvSpPr/>
            <p:nvPr/>
          </p:nvSpPr>
          <p:spPr>
            <a:xfrm>
              <a:off x="7093443" y="20234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2" name="pt33532"/>
            <p:cNvSpPr/>
            <p:nvPr/>
          </p:nvSpPr>
          <p:spPr>
            <a:xfrm>
              <a:off x="7159941" y="20719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3" name="pt33533"/>
            <p:cNvSpPr/>
            <p:nvPr/>
          </p:nvSpPr>
          <p:spPr>
            <a:xfrm>
              <a:off x="7436394" y="25971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4" name="pt33534"/>
            <p:cNvSpPr/>
            <p:nvPr/>
          </p:nvSpPr>
          <p:spPr>
            <a:xfrm>
              <a:off x="7256960" y="18793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5" name="pt33535"/>
            <p:cNvSpPr/>
            <p:nvPr/>
          </p:nvSpPr>
          <p:spPr>
            <a:xfrm>
              <a:off x="7326685" y="2053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6" name="pt33536"/>
            <p:cNvSpPr/>
            <p:nvPr/>
          </p:nvSpPr>
          <p:spPr>
            <a:xfrm>
              <a:off x="7307180" y="21210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7" name="pt33537"/>
            <p:cNvSpPr/>
            <p:nvPr/>
          </p:nvSpPr>
          <p:spPr>
            <a:xfrm>
              <a:off x="6990960" y="20238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8" name="pt33538"/>
            <p:cNvSpPr/>
            <p:nvPr/>
          </p:nvSpPr>
          <p:spPr>
            <a:xfrm>
              <a:off x="7161348" y="20756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9" name="pt33539"/>
            <p:cNvSpPr/>
            <p:nvPr/>
          </p:nvSpPr>
          <p:spPr>
            <a:xfrm>
              <a:off x="7118687" y="21791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0" name="pt33540"/>
            <p:cNvSpPr/>
            <p:nvPr/>
          </p:nvSpPr>
          <p:spPr>
            <a:xfrm>
              <a:off x="6938498" y="20732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1" name="pt33541"/>
            <p:cNvSpPr/>
            <p:nvPr/>
          </p:nvSpPr>
          <p:spPr>
            <a:xfrm>
              <a:off x="7103910" y="20117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2" name="pt33542"/>
            <p:cNvSpPr/>
            <p:nvPr/>
          </p:nvSpPr>
          <p:spPr>
            <a:xfrm>
              <a:off x="7189147" y="21478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3" name="pt33543"/>
            <p:cNvSpPr/>
            <p:nvPr/>
          </p:nvSpPr>
          <p:spPr>
            <a:xfrm>
              <a:off x="7196942" y="21537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4" name="pt33544"/>
            <p:cNvSpPr/>
            <p:nvPr/>
          </p:nvSpPr>
          <p:spPr>
            <a:xfrm>
              <a:off x="7089943" y="21855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5" name="pt33545"/>
            <p:cNvSpPr/>
            <p:nvPr/>
          </p:nvSpPr>
          <p:spPr>
            <a:xfrm>
              <a:off x="7268597" y="1862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6" name="pt33546"/>
            <p:cNvSpPr/>
            <p:nvPr/>
          </p:nvSpPr>
          <p:spPr>
            <a:xfrm>
              <a:off x="7093124" y="21812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7" name="pt33547"/>
            <p:cNvSpPr/>
            <p:nvPr/>
          </p:nvSpPr>
          <p:spPr>
            <a:xfrm>
              <a:off x="7022312" y="22200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8" name="pt33548"/>
            <p:cNvSpPr/>
            <p:nvPr/>
          </p:nvSpPr>
          <p:spPr>
            <a:xfrm>
              <a:off x="6787195" y="23822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9" name="pt33549"/>
            <p:cNvSpPr/>
            <p:nvPr/>
          </p:nvSpPr>
          <p:spPr>
            <a:xfrm>
              <a:off x="7220741" y="19620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0" name="pt33550"/>
            <p:cNvSpPr/>
            <p:nvPr/>
          </p:nvSpPr>
          <p:spPr>
            <a:xfrm>
              <a:off x="6751839" y="20783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1" name="pt33551"/>
            <p:cNvSpPr/>
            <p:nvPr/>
          </p:nvSpPr>
          <p:spPr>
            <a:xfrm>
              <a:off x="6846055" y="23933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2" name="pt33552"/>
            <p:cNvSpPr/>
            <p:nvPr/>
          </p:nvSpPr>
          <p:spPr>
            <a:xfrm>
              <a:off x="7196744" y="22454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3" name="pt33553"/>
            <p:cNvSpPr/>
            <p:nvPr/>
          </p:nvSpPr>
          <p:spPr>
            <a:xfrm>
              <a:off x="7010376" y="19073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4" name="pt33554"/>
            <p:cNvSpPr/>
            <p:nvPr/>
          </p:nvSpPr>
          <p:spPr>
            <a:xfrm>
              <a:off x="6909554" y="22049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5" name="pt33555"/>
            <p:cNvSpPr/>
            <p:nvPr/>
          </p:nvSpPr>
          <p:spPr>
            <a:xfrm>
              <a:off x="7249386" y="20040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6" name="pt33556"/>
            <p:cNvSpPr/>
            <p:nvPr/>
          </p:nvSpPr>
          <p:spPr>
            <a:xfrm>
              <a:off x="7008240" y="19596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7" name="pt33557"/>
            <p:cNvSpPr/>
            <p:nvPr/>
          </p:nvSpPr>
          <p:spPr>
            <a:xfrm>
              <a:off x="7328724" y="21769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8" name="pt33558"/>
            <p:cNvSpPr/>
            <p:nvPr/>
          </p:nvSpPr>
          <p:spPr>
            <a:xfrm>
              <a:off x="7422980" y="26911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9" name="pt33559"/>
            <p:cNvSpPr/>
            <p:nvPr/>
          </p:nvSpPr>
          <p:spPr>
            <a:xfrm>
              <a:off x="7019280" y="19865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0" name="pt33560"/>
            <p:cNvSpPr/>
            <p:nvPr/>
          </p:nvSpPr>
          <p:spPr>
            <a:xfrm>
              <a:off x="7202095" y="21051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1" name="pt33561"/>
            <p:cNvSpPr/>
            <p:nvPr/>
          </p:nvSpPr>
          <p:spPr>
            <a:xfrm>
              <a:off x="7075400" y="21805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2" name="pt33562"/>
            <p:cNvSpPr/>
            <p:nvPr/>
          </p:nvSpPr>
          <p:spPr>
            <a:xfrm>
              <a:off x="6989788" y="20719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3" name="pt33563"/>
            <p:cNvSpPr/>
            <p:nvPr/>
          </p:nvSpPr>
          <p:spPr>
            <a:xfrm>
              <a:off x="7208051" y="22496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4" name="pt33564"/>
            <p:cNvSpPr/>
            <p:nvPr/>
          </p:nvSpPr>
          <p:spPr>
            <a:xfrm>
              <a:off x="7121381" y="22539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5" name="pt33565"/>
            <p:cNvSpPr/>
            <p:nvPr/>
          </p:nvSpPr>
          <p:spPr>
            <a:xfrm>
              <a:off x="7104949" y="21510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6" name="pt33566"/>
            <p:cNvSpPr/>
            <p:nvPr/>
          </p:nvSpPr>
          <p:spPr>
            <a:xfrm>
              <a:off x="7076556" y="21505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7" name="pt33567"/>
            <p:cNvSpPr/>
            <p:nvPr/>
          </p:nvSpPr>
          <p:spPr>
            <a:xfrm>
              <a:off x="7114216" y="21381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8" name="pt33568"/>
            <p:cNvSpPr/>
            <p:nvPr/>
          </p:nvSpPr>
          <p:spPr>
            <a:xfrm>
              <a:off x="6931746" y="21767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9" name="pt33569"/>
            <p:cNvSpPr/>
            <p:nvPr/>
          </p:nvSpPr>
          <p:spPr>
            <a:xfrm>
              <a:off x="7130733" y="23094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0" name="pt33570"/>
            <p:cNvSpPr/>
            <p:nvPr/>
          </p:nvSpPr>
          <p:spPr>
            <a:xfrm>
              <a:off x="7010168" y="20045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1" name="pt33571"/>
            <p:cNvSpPr/>
            <p:nvPr/>
          </p:nvSpPr>
          <p:spPr>
            <a:xfrm>
              <a:off x="7296098" y="20160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2" name="pt33572"/>
            <p:cNvSpPr/>
            <p:nvPr/>
          </p:nvSpPr>
          <p:spPr>
            <a:xfrm>
              <a:off x="7208146" y="2027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3" name="pt33573"/>
            <p:cNvSpPr/>
            <p:nvPr/>
          </p:nvSpPr>
          <p:spPr>
            <a:xfrm>
              <a:off x="6857895" y="20162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4" name="pt33574"/>
            <p:cNvSpPr/>
            <p:nvPr/>
          </p:nvSpPr>
          <p:spPr>
            <a:xfrm>
              <a:off x="7192155" y="21742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5" name="pt33575"/>
            <p:cNvSpPr/>
            <p:nvPr/>
          </p:nvSpPr>
          <p:spPr>
            <a:xfrm>
              <a:off x="6625249" y="2168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6" name="pt33576"/>
            <p:cNvSpPr/>
            <p:nvPr/>
          </p:nvSpPr>
          <p:spPr>
            <a:xfrm>
              <a:off x="6985511" y="20105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7" name="pt33577"/>
            <p:cNvSpPr/>
            <p:nvPr/>
          </p:nvSpPr>
          <p:spPr>
            <a:xfrm>
              <a:off x="6910031" y="21253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8" name="pt33578"/>
            <p:cNvSpPr/>
            <p:nvPr/>
          </p:nvSpPr>
          <p:spPr>
            <a:xfrm>
              <a:off x="6881511" y="16877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9" name="pt33579"/>
            <p:cNvSpPr/>
            <p:nvPr/>
          </p:nvSpPr>
          <p:spPr>
            <a:xfrm>
              <a:off x="7106778" y="21404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0" name="pt33580"/>
            <p:cNvSpPr/>
            <p:nvPr/>
          </p:nvSpPr>
          <p:spPr>
            <a:xfrm>
              <a:off x="7278842" y="19709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1" name="pt33581"/>
            <p:cNvSpPr/>
            <p:nvPr/>
          </p:nvSpPr>
          <p:spPr>
            <a:xfrm>
              <a:off x="7118634" y="21263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2" name="pt33582"/>
            <p:cNvSpPr/>
            <p:nvPr/>
          </p:nvSpPr>
          <p:spPr>
            <a:xfrm>
              <a:off x="7012581" y="17709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3" name="pt33583"/>
            <p:cNvSpPr/>
            <p:nvPr/>
          </p:nvSpPr>
          <p:spPr>
            <a:xfrm>
              <a:off x="7023642" y="2216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4" name="pt33584"/>
            <p:cNvSpPr/>
            <p:nvPr/>
          </p:nvSpPr>
          <p:spPr>
            <a:xfrm>
              <a:off x="7277885" y="19818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5" name="pt33585"/>
            <p:cNvSpPr/>
            <p:nvPr/>
          </p:nvSpPr>
          <p:spPr>
            <a:xfrm>
              <a:off x="7026475" y="2209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6" name="pt33586"/>
            <p:cNvSpPr/>
            <p:nvPr/>
          </p:nvSpPr>
          <p:spPr>
            <a:xfrm>
              <a:off x="7119433" y="21573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7" name="pt33587"/>
            <p:cNvSpPr/>
            <p:nvPr/>
          </p:nvSpPr>
          <p:spPr>
            <a:xfrm>
              <a:off x="7007451" y="19654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8" name="pt33588"/>
            <p:cNvSpPr/>
            <p:nvPr/>
          </p:nvSpPr>
          <p:spPr>
            <a:xfrm>
              <a:off x="7055303" y="19628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9" name="pt33589"/>
            <p:cNvSpPr/>
            <p:nvPr/>
          </p:nvSpPr>
          <p:spPr>
            <a:xfrm>
              <a:off x="7314889" y="21365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0" name="pt33590"/>
            <p:cNvSpPr/>
            <p:nvPr/>
          </p:nvSpPr>
          <p:spPr>
            <a:xfrm>
              <a:off x="6981496" y="22131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1" name="pt33591"/>
            <p:cNvSpPr/>
            <p:nvPr/>
          </p:nvSpPr>
          <p:spPr>
            <a:xfrm>
              <a:off x="7141354" y="22378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2" name="pt33592"/>
            <p:cNvSpPr/>
            <p:nvPr/>
          </p:nvSpPr>
          <p:spPr>
            <a:xfrm>
              <a:off x="6854304" y="2304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3" name="pt33593"/>
            <p:cNvSpPr/>
            <p:nvPr/>
          </p:nvSpPr>
          <p:spPr>
            <a:xfrm>
              <a:off x="6886189" y="20116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4" name="pt33594"/>
            <p:cNvSpPr/>
            <p:nvPr/>
          </p:nvSpPr>
          <p:spPr>
            <a:xfrm>
              <a:off x="7151119" y="20662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5" name="pt33595"/>
            <p:cNvSpPr/>
            <p:nvPr/>
          </p:nvSpPr>
          <p:spPr>
            <a:xfrm>
              <a:off x="7272649" y="20002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6" name="pt33596"/>
            <p:cNvSpPr/>
            <p:nvPr/>
          </p:nvSpPr>
          <p:spPr>
            <a:xfrm>
              <a:off x="7298012" y="19546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7" name="pt33597"/>
            <p:cNvSpPr/>
            <p:nvPr/>
          </p:nvSpPr>
          <p:spPr>
            <a:xfrm>
              <a:off x="7006187" y="20629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8" name="pt33598"/>
            <p:cNvSpPr/>
            <p:nvPr/>
          </p:nvSpPr>
          <p:spPr>
            <a:xfrm>
              <a:off x="7159024" y="2048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9" name="pt33599"/>
            <p:cNvSpPr/>
            <p:nvPr/>
          </p:nvSpPr>
          <p:spPr>
            <a:xfrm>
              <a:off x="7265233" y="20581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0" name="pt33600"/>
            <p:cNvSpPr/>
            <p:nvPr/>
          </p:nvSpPr>
          <p:spPr>
            <a:xfrm>
              <a:off x="7114626" y="21725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1" name="pt33601"/>
            <p:cNvSpPr/>
            <p:nvPr/>
          </p:nvSpPr>
          <p:spPr>
            <a:xfrm>
              <a:off x="7240781" y="20144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2" name="pt33602"/>
            <p:cNvSpPr/>
            <p:nvPr/>
          </p:nvSpPr>
          <p:spPr>
            <a:xfrm>
              <a:off x="7173228" y="21257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3" name="pt33603"/>
            <p:cNvSpPr/>
            <p:nvPr/>
          </p:nvSpPr>
          <p:spPr>
            <a:xfrm>
              <a:off x="6948219" y="21186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4" name="pt33604"/>
            <p:cNvSpPr/>
            <p:nvPr/>
          </p:nvSpPr>
          <p:spPr>
            <a:xfrm>
              <a:off x="7376997" y="20999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5" name="pt33605"/>
            <p:cNvSpPr/>
            <p:nvPr/>
          </p:nvSpPr>
          <p:spPr>
            <a:xfrm>
              <a:off x="7001616" y="17852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6" name="pt33606"/>
            <p:cNvSpPr/>
            <p:nvPr/>
          </p:nvSpPr>
          <p:spPr>
            <a:xfrm>
              <a:off x="7177921" y="21279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7" name="pt33607"/>
            <p:cNvSpPr/>
            <p:nvPr/>
          </p:nvSpPr>
          <p:spPr>
            <a:xfrm>
              <a:off x="7066229" y="19715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8" name="pt33608"/>
            <p:cNvSpPr/>
            <p:nvPr/>
          </p:nvSpPr>
          <p:spPr>
            <a:xfrm>
              <a:off x="7302731" y="20747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9" name="pt33609"/>
            <p:cNvSpPr/>
            <p:nvPr/>
          </p:nvSpPr>
          <p:spPr>
            <a:xfrm>
              <a:off x="7198661" y="22063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0" name="pt33610"/>
            <p:cNvSpPr/>
            <p:nvPr/>
          </p:nvSpPr>
          <p:spPr>
            <a:xfrm>
              <a:off x="7151846" y="20386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1" name="pt33611"/>
            <p:cNvSpPr/>
            <p:nvPr/>
          </p:nvSpPr>
          <p:spPr>
            <a:xfrm>
              <a:off x="7408984" y="26615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2" name="pt33612"/>
            <p:cNvSpPr/>
            <p:nvPr/>
          </p:nvSpPr>
          <p:spPr>
            <a:xfrm>
              <a:off x="6970891" y="20110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3" name="pt33613"/>
            <p:cNvSpPr/>
            <p:nvPr/>
          </p:nvSpPr>
          <p:spPr>
            <a:xfrm>
              <a:off x="6826365" y="21091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4" name="pt33614"/>
            <p:cNvSpPr/>
            <p:nvPr/>
          </p:nvSpPr>
          <p:spPr>
            <a:xfrm>
              <a:off x="6606796" y="1505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5" name="pt33615"/>
            <p:cNvSpPr/>
            <p:nvPr/>
          </p:nvSpPr>
          <p:spPr>
            <a:xfrm>
              <a:off x="7213446" y="22777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6" name="pt33616"/>
            <p:cNvSpPr/>
            <p:nvPr/>
          </p:nvSpPr>
          <p:spPr>
            <a:xfrm>
              <a:off x="7161171" y="21168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7" name="pt33617"/>
            <p:cNvSpPr/>
            <p:nvPr/>
          </p:nvSpPr>
          <p:spPr>
            <a:xfrm>
              <a:off x="7208557" y="20326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8" name="pt33618"/>
            <p:cNvSpPr/>
            <p:nvPr/>
          </p:nvSpPr>
          <p:spPr>
            <a:xfrm>
              <a:off x="7414324" y="28308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9" name="pt33619"/>
            <p:cNvSpPr/>
            <p:nvPr/>
          </p:nvSpPr>
          <p:spPr>
            <a:xfrm>
              <a:off x="6855096" y="20907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0" name="pt33620"/>
            <p:cNvSpPr/>
            <p:nvPr/>
          </p:nvSpPr>
          <p:spPr>
            <a:xfrm>
              <a:off x="6961083" y="20960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1" name="pt33621"/>
            <p:cNvSpPr/>
            <p:nvPr/>
          </p:nvSpPr>
          <p:spPr>
            <a:xfrm>
              <a:off x="7434712" y="26103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2" name="pt33622"/>
            <p:cNvSpPr/>
            <p:nvPr/>
          </p:nvSpPr>
          <p:spPr>
            <a:xfrm>
              <a:off x="6793569" y="22494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3" name="pt33623"/>
            <p:cNvSpPr/>
            <p:nvPr/>
          </p:nvSpPr>
          <p:spPr>
            <a:xfrm>
              <a:off x="7531003" y="22786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4" name="pt33624"/>
            <p:cNvSpPr/>
            <p:nvPr/>
          </p:nvSpPr>
          <p:spPr>
            <a:xfrm>
              <a:off x="7094631" y="22131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5" name="pt33625"/>
            <p:cNvSpPr/>
            <p:nvPr/>
          </p:nvSpPr>
          <p:spPr>
            <a:xfrm>
              <a:off x="7296241" y="20306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6" name="pt33626"/>
            <p:cNvSpPr/>
            <p:nvPr/>
          </p:nvSpPr>
          <p:spPr>
            <a:xfrm>
              <a:off x="7097103" y="21508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7" name="pt33627"/>
            <p:cNvSpPr/>
            <p:nvPr/>
          </p:nvSpPr>
          <p:spPr>
            <a:xfrm>
              <a:off x="6874825" y="20335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8" name="pt33628"/>
            <p:cNvSpPr/>
            <p:nvPr/>
          </p:nvSpPr>
          <p:spPr>
            <a:xfrm>
              <a:off x="7228893" y="20913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9" name="pt33629"/>
            <p:cNvSpPr/>
            <p:nvPr/>
          </p:nvSpPr>
          <p:spPr>
            <a:xfrm>
              <a:off x="6959455" y="20180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0" name="pt33630"/>
            <p:cNvSpPr/>
            <p:nvPr/>
          </p:nvSpPr>
          <p:spPr>
            <a:xfrm>
              <a:off x="7608666" y="2431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1" name="pt33631"/>
            <p:cNvSpPr/>
            <p:nvPr/>
          </p:nvSpPr>
          <p:spPr>
            <a:xfrm>
              <a:off x="7201665" y="22862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2" name="pt33632"/>
            <p:cNvSpPr/>
            <p:nvPr/>
          </p:nvSpPr>
          <p:spPr>
            <a:xfrm>
              <a:off x="7381545" y="28159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3" name="pt33633"/>
            <p:cNvSpPr/>
            <p:nvPr/>
          </p:nvSpPr>
          <p:spPr>
            <a:xfrm>
              <a:off x="6983325" y="22728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4" name="pt33634"/>
            <p:cNvSpPr/>
            <p:nvPr/>
          </p:nvSpPr>
          <p:spPr>
            <a:xfrm>
              <a:off x="7097230" y="21575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5" name="pt33635"/>
            <p:cNvSpPr/>
            <p:nvPr/>
          </p:nvSpPr>
          <p:spPr>
            <a:xfrm>
              <a:off x="7044968" y="21138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6" name="pt33636"/>
            <p:cNvSpPr/>
            <p:nvPr/>
          </p:nvSpPr>
          <p:spPr>
            <a:xfrm>
              <a:off x="7111856" y="21532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7" name="pt33637"/>
            <p:cNvSpPr/>
            <p:nvPr/>
          </p:nvSpPr>
          <p:spPr>
            <a:xfrm>
              <a:off x="6966055" y="20466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8" name="pt33638"/>
            <p:cNvSpPr/>
            <p:nvPr/>
          </p:nvSpPr>
          <p:spPr>
            <a:xfrm>
              <a:off x="6871240" y="22551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9" name="pt33639"/>
            <p:cNvSpPr/>
            <p:nvPr/>
          </p:nvSpPr>
          <p:spPr>
            <a:xfrm>
              <a:off x="7249240" y="19451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0" name="pt33640"/>
            <p:cNvSpPr/>
            <p:nvPr/>
          </p:nvSpPr>
          <p:spPr>
            <a:xfrm>
              <a:off x="7133773" y="23113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1" name="pt33641"/>
            <p:cNvSpPr/>
            <p:nvPr/>
          </p:nvSpPr>
          <p:spPr>
            <a:xfrm>
              <a:off x="7156202" y="19244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2" name="pt33642"/>
            <p:cNvSpPr/>
            <p:nvPr/>
          </p:nvSpPr>
          <p:spPr>
            <a:xfrm>
              <a:off x="7099588" y="20897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3" name="pt33643"/>
            <p:cNvSpPr/>
            <p:nvPr/>
          </p:nvSpPr>
          <p:spPr>
            <a:xfrm>
              <a:off x="7277405" y="20847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4" name="pt33644"/>
            <p:cNvSpPr/>
            <p:nvPr/>
          </p:nvSpPr>
          <p:spPr>
            <a:xfrm>
              <a:off x="7092861" y="21602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5" name="pt33645"/>
            <p:cNvSpPr/>
            <p:nvPr/>
          </p:nvSpPr>
          <p:spPr>
            <a:xfrm>
              <a:off x="7121788" y="22012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6" name="pt33646"/>
            <p:cNvSpPr/>
            <p:nvPr/>
          </p:nvSpPr>
          <p:spPr>
            <a:xfrm>
              <a:off x="7114168" y="21221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7" name="pt33647"/>
            <p:cNvSpPr/>
            <p:nvPr/>
          </p:nvSpPr>
          <p:spPr>
            <a:xfrm>
              <a:off x="6953858" y="19759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8" name="pt33648"/>
            <p:cNvSpPr/>
            <p:nvPr/>
          </p:nvSpPr>
          <p:spPr>
            <a:xfrm>
              <a:off x="6989122" y="20353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9" name="pt33649"/>
            <p:cNvSpPr/>
            <p:nvPr/>
          </p:nvSpPr>
          <p:spPr>
            <a:xfrm>
              <a:off x="7146074" y="19865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0" name="pt33650"/>
            <p:cNvSpPr/>
            <p:nvPr/>
          </p:nvSpPr>
          <p:spPr>
            <a:xfrm>
              <a:off x="7194909" y="23552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1" name="pt33651"/>
            <p:cNvSpPr/>
            <p:nvPr/>
          </p:nvSpPr>
          <p:spPr>
            <a:xfrm>
              <a:off x="7217009" y="21680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2" name="pt33652"/>
            <p:cNvSpPr/>
            <p:nvPr/>
          </p:nvSpPr>
          <p:spPr>
            <a:xfrm>
              <a:off x="7131778" y="23690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3" name="pt33653"/>
            <p:cNvSpPr/>
            <p:nvPr/>
          </p:nvSpPr>
          <p:spPr>
            <a:xfrm>
              <a:off x="7677670" y="22728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4" name="pt33654"/>
            <p:cNvSpPr/>
            <p:nvPr/>
          </p:nvSpPr>
          <p:spPr>
            <a:xfrm>
              <a:off x="7194363" y="21783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5" name="pt33655"/>
            <p:cNvSpPr/>
            <p:nvPr/>
          </p:nvSpPr>
          <p:spPr>
            <a:xfrm>
              <a:off x="6923569" y="21800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6" name="pt33656"/>
            <p:cNvSpPr/>
            <p:nvPr/>
          </p:nvSpPr>
          <p:spPr>
            <a:xfrm>
              <a:off x="7210645" y="22058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7" name="pt33657"/>
            <p:cNvSpPr/>
            <p:nvPr/>
          </p:nvSpPr>
          <p:spPr>
            <a:xfrm>
              <a:off x="7165943" y="21813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8" name="pt33658"/>
            <p:cNvSpPr/>
            <p:nvPr/>
          </p:nvSpPr>
          <p:spPr>
            <a:xfrm>
              <a:off x="7133358" y="21446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9" name="pt33659"/>
            <p:cNvSpPr/>
            <p:nvPr/>
          </p:nvSpPr>
          <p:spPr>
            <a:xfrm>
              <a:off x="6954817" y="2002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0" name="pt33660"/>
            <p:cNvSpPr/>
            <p:nvPr/>
          </p:nvSpPr>
          <p:spPr>
            <a:xfrm>
              <a:off x="6804464" y="21931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1" name="pt33661"/>
            <p:cNvSpPr/>
            <p:nvPr/>
          </p:nvSpPr>
          <p:spPr>
            <a:xfrm>
              <a:off x="7043664" y="22136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2" name="pt33662"/>
            <p:cNvSpPr/>
            <p:nvPr/>
          </p:nvSpPr>
          <p:spPr>
            <a:xfrm>
              <a:off x="7153504" y="20097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3" name="pt33663"/>
            <p:cNvSpPr/>
            <p:nvPr/>
          </p:nvSpPr>
          <p:spPr>
            <a:xfrm>
              <a:off x="7267711" y="18937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4" name="pt33664"/>
            <p:cNvSpPr/>
            <p:nvPr/>
          </p:nvSpPr>
          <p:spPr>
            <a:xfrm>
              <a:off x="7274211" y="20612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5" name="pt33665"/>
            <p:cNvSpPr/>
            <p:nvPr/>
          </p:nvSpPr>
          <p:spPr>
            <a:xfrm>
              <a:off x="6848390" y="23788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6" name="pt33666"/>
            <p:cNvSpPr/>
            <p:nvPr/>
          </p:nvSpPr>
          <p:spPr>
            <a:xfrm>
              <a:off x="7122884" y="21831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7" name="pt33667"/>
            <p:cNvSpPr/>
            <p:nvPr/>
          </p:nvSpPr>
          <p:spPr>
            <a:xfrm>
              <a:off x="7201075" y="20933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8" name="pt33668"/>
            <p:cNvSpPr/>
            <p:nvPr/>
          </p:nvSpPr>
          <p:spPr>
            <a:xfrm>
              <a:off x="7167018" y="22390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9" name="pt33669"/>
            <p:cNvSpPr/>
            <p:nvPr/>
          </p:nvSpPr>
          <p:spPr>
            <a:xfrm>
              <a:off x="7000788" y="17970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0" name="pt33670"/>
            <p:cNvSpPr/>
            <p:nvPr/>
          </p:nvSpPr>
          <p:spPr>
            <a:xfrm>
              <a:off x="6948169" y="19695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1" name="pt33671"/>
            <p:cNvSpPr/>
            <p:nvPr/>
          </p:nvSpPr>
          <p:spPr>
            <a:xfrm>
              <a:off x="7161724" y="21155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2" name="pt33672"/>
            <p:cNvSpPr/>
            <p:nvPr/>
          </p:nvSpPr>
          <p:spPr>
            <a:xfrm>
              <a:off x="7134295" y="22774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3" name="pt33673"/>
            <p:cNvSpPr/>
            <p:nvPr/>
          </p:nvSpPr>
          <p:spPr>
            <a:xfrm>
              <a:off x="6969870" y="20488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4" name="pt33674"/>
            <p:cNvSpPr/>
            <p:nvPr/>
          </p:nvSpPr>
          <p:spPr>
            <a:xfrm>
              <a:off x="7090423" y="21660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5" name="pt33675"/>
            <p:cNvSpPr/>
            <p:nvPr/>
          </p:nvSpPr>
          <p:spPr>
            <a:xfrm>
              <a:off x="7338190" y="22220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6" name="pt33676"/>
            <p:cNvSpPr/>
            <p:nvPr/>
          </p:nvSpPr>
          <p:spPr>
            <a:xfrm>
              <a:off x="6856129" y="20938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7" name="pt33677"/>
            <p:cNvSpPr/>
            <p:nvPr/>
          </p:nvSpPr>
          <p:spPr>
            <a:xfrm>
              <a:off x="7132635" y="23249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8" name="pt33678"/>
            <p:cNvSpPr/>
            <p:nvPr/>
          </p:nvSpPr>
          <p:spPr>
            <a:xfrm>
              <a:off x="7276444" y="20030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9" name="pt33679"/>
            <p:cNvSpPr/>
            <p:nvPr/>
          </p:nvSpPr>
          <p:spPr>
            <a:xfrm>
              <a:off x="7160256" y="21090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0" name="pt33680"/>
            <p:cNvSpPr/>
            <p:nvPr/>
          </p:nvSpPr>
          <p:spPr>
            <a:xfrm>
              <a:off x="7078257" y="22089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1" name="pt33681"/>
            <p:cNvSpPr/>
            <p:nvPr/>
          </p:nvSpPr>
          <p:spPr>
            <a:xfrm>
              <a:off x="7031320" y="2172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2" name="pt33682"/>
            <p:cNvSpPr/>
            <p:nvPr/>
          </p:nvSpPr>
          <p:spPr>
            <a:xfrm>
              <a:off x="7146422" y="20493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3" name="pt33683"/>
            <p:cNvSpPr/>
            <p:nvPr/>
          </p:nvSpPr>
          <p:spPr>
            <a:xfrm>
              <a:off x="7061660" y="21774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4" name="pt33684"/>
            <p:cNvSpPr/>
            <p:nvPr/>
          </p:nvSpPr>
          <p:spPr>
            <a:xfrm>
              <a:off x="7200104" y="23632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5" name="pt33685"/>
            <p:cNvSpPr/>
            <p:nvPr/>
          </p:nvSpPr>
          <p:spPr>
            <a:xfrm>
              <a:off x="7038149" y="23069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6" name="pt33686"/>
            <p:cNvSpPr/>
            <p:nvPr/>
          </p:nvSpPr>
          <p:spPr>
            <a:xfrm>
              <a:off x="7131331" y="23791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7" name="pt33687"/>
            <p:cNvSpPr/>
            <p:nvPr/>
          </p:nvSpPr>
          <p:spPr>
            <a:xfrm>
              <a:off x="7156083" y="19502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8" name="pt33688"/>
            <p:cNvSpPr/>
            <p:nvPr/>
          </p:nvSpPr>
          <p:spPr>
            <a:xfrm>
              <a:off x="7258090" y="21121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9" name="pt33689"/>
            <p:cNvSpPr/>
            <p:nvPr/>
          </p:nvSpPr>
          <p:spPr>
            <a:xfrm>
              <a:off x="7205529" y="21514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0" name="pt33690"/>
            <p:cNvSpPr/>
            <p:nvPr/>
          </p:nvSpPr>
          <p:spPr>
            <a:xfrm>
              <a:off x="7158156" y="1969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1" name="pt33691"/>
            <p:cNvSpPr/>
            <p:nvPr/>
          </p:nvSpPr>
          <p:spPr>
            <a:xfrm>
              <a:off x="7229797" y="20450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2" name="pt33692"/>
            <p:cNvSpPr/>
            <p:nvPr/>
          </p:nvSpPr>
          <p:spPr>
            <a:xfrm>
              <a:off x="6865124" y="22007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3" name="pt33693"/>
            <p:cNvSpPr/>
            <p:nvPr/>
          </p:nvSpPr>
          <p:spPr>
            <a:xfrm>
              <a:off x="7453803" y="28835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4" name="pt33694"/>
            <p:cNvSpPr/>
            <p:nvPr/>
          </p:nvSpPr>
          <p:spPr>
            <a:xfrm>
              <a:off x="6854850" y="23538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5" name="pt33695"/>
            <p:cNvSpPr/>
            <p:nvPr/>
          </p:nvSpPr>
          <p:spPr>
            <a:xfrm>
              <a:off x="7242786" y="20575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6" name="pt33696"/>
            <p:cNvSpPr/>
            <p:nvPr/>
          </p:nvSpPr>
          <p:spPr>
            <a:xfrm>
              <a:off x="7292919" y="19968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7" name="pt33697"/>
            <p:cNvSpPr/>
            <p:nvPr/>
          </p:nvSpPr>
          <p:spPr>
            <a:xfrm>
              <a:off x="6917402" y="21665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8" name="pt33698"/>
            <p:cNvSpPr/>
            <p:nvPr/>
          </p:nvSpPr>
          <p:spPr>
            <a:xfrm>
              <a:off x="7237758" y="22809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9" name="pt33699"/>
            <p:cNvSpPr/>
            <p:nvPr/>
          </p:nvSpPr>
          <p:spPr>
            <a:xfrm>
              <a:off x="7309239" y="20072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0" name="pt33700"/>
            <p:cNvSpPr/>
            <p:nvPr/>
          </p:nvSpPr>
          <p:spPr>
            <a:xfrm>
              <a:off x="7279468" y="19920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1" name="pt33701"/>
            <p:cNvSpPr/>
            <p:nvPr/>
          </p:nvSpPr>
          <p:spPr>
            <a:xfrm>
              <a:off x="6994541" y="20345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2" name="pt33702"/>
            <p:cNvSpPr/>
            <p:nvPr/>
          </p:nvSpPr>
          <p:spPr>
            <a:xfrm>
              <a:off x="7096939" y="21467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3" name="pt33703"/>
            <p:cNvSpPr/>
            <p:nvPr/>
          </p:nvSpPr>
          <p:spPr>
            <a:xfrm>
              <a:off x="6974460" y="19890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4" name="pt33704"/>
            <p:cNvSpPr/>
            <p:nvPr/>
          </p:nvSpPr>
          <p:spPr>
            <a:xfrm>
              <a:off x="7008480" y="20513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5" name="pt33705"/>
            <p:cNvSpPr/>
            <p:nvPr/>
          </p:nvSpPr>
          <p:spPr>
            <a:xfrm>
              <a:off x="7169441" y="21971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6" name="pt33706"/>
            <p:cNvSpPr/>
            <p:nvPr/>
          </p:nvSpPr>
          <p:spPr>
            <a:xfrm>
              <a:off x="7541040" y="19534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7" name="pt33707"/>
            <p:cNvSpPr/>
            <p:nvPr/>
          </p:nvSpPr>
          <p:spPr>
            <a:xfrm>
              <a:off x="7038132" y="23767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8" name="pt33708"/>
            <p:cNvSpPr/>
            <p:nvPr/>
          </p:nvSpPr>
          <p:spPr>
            <a:xfrm>
              <a:off x="7127284" y="22433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9" name="pt33709"/>
            <p:cNvSpPr/>
            <p:nvPr/>
          </p:nvSpPr>
          <p:spPr>
            <a:xfrm>
              <a:off x="7126911" y="22930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0" name="pt33710"/>
            <p:cNvSpPr/>
            <p:nvPr/>
          </p:nvSpPr>
          <p:spPr>
            <a:xfrm>
              <a:off x="7081316" y="21929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1" name="pt33711"/>
            <p:cNvSpPr/>
            <p:nvPr/>
          </p:nvSpPr>
          <p:spPr>
            <a:xfrm>
              <a:off x="6523430" y="18238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2" name="pt33712"/>
            <p:cNvSpPr/>
            <p:nvPr/>
          </p:nvSpPr>
          <p:spPr>
            <a:xfrm>
              <a:off x="7182864" y="20615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3" name="pt33713"/>
            <p:cNvSpPr/>
            <p:nvPr/>
          </p:nvSpPr>
          <p:spPr>
            <a:xfrm>
              <a:off x="7198435" y="22545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4" name="pt33714"/>
            <p:cNvSpPr/>
            <p:nvPr/>
          </p:nvSpPr>
          <p:spPr>
            <a:xfrm>
              <a:off x="7295657" y="19183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5" name="pt33715"/>
            <p:cNvSpPr/>
            <p:nvPr/>
          </p:nvSpPr>
          <p:spPr>
            <a:xfrm>
              <a:off x="7201042" y="21102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6" name="pt33716"/>
            <p:cNvSpPr/>
            <p:nvPr/>
          </p:nvSpPr>
          <p:spPr>
            <a:xfrm>
              <a:off x="6989631" y="18937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7" name="pt33717"/>
            <p:cNvSpPr/>
            <p:nvPr/>
          </p:nvSpPr>
          <p:spPr>
            <a:xfrm>
              <a:off x="7229549" y="21926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8" name="pt33718"/>
            <p:cNvSpPr/>
            <p:nvPr/>
          </p:nvSpPr>
          <p:spPr>
            <a:xfrm>
              <a:off x="7164509" y="2116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9" name="pt33719"/>
            <p:cNvSpPr/>
            <p:nvPr/>
          </p:nvSpPr>
          <p:spPr>
            <a:xfrm>
              <a:off x="7289204" y="22972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0" name="pt33720"/>
            <p:cNvSpPr/>
            <p:nvPr/>
          </p:nvSpPr>
          <p:spPr>
            <a:xfrm>
              <a:off x="7205568" y="20903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1" name="pt33721"/>
            <p:cNvSpPr/>
            <p:nvPr/>
          </p:nvSpPr>
          <p:spPr>
            <a:xfrm>
              <a:off x="7540518" y="20152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2" name="pt33722"/>
            <p:cNvSpPr/>
            <p:nvPr/>
          </p:nvSpPr>
          <p:spPr>
            <a:xfrm>
              <a:off x="7077282" y="22041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3" name="pt33723"/>
            <p:cNvSpPr/>
            <p:nvPr/>
          </p:nvSpPr>
          <p:spPr>
            <a:xfrm>
              <a:off x="7150389" y="19795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4" name="pt33724"/>
            <p:cNvSpPr/>
            <p:nvPr/>
          </p:nvSpPr>
          <p:spPr>
            <a:xfrm>
              <a:off x="7218503" y="20308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5" name="pt33725"/>
            <p:cNvSpPr/>
            <p:nvPr/>
          </p:nvSpPr>
          <p:spPr>
            <a:xfrm>
              <a:off x="7122152" y="21555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6" name="pt33726"/>
            <p:cNvSpPr/>
            <p:nvPr/>
          </p:nvSpPr>
          <p:spPr>
            <a:xfrm>
              <a:off x="7245251" y="20485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7" name="pt33727"/>
            <p:cNvSpPr/>
            <p:nvPr/>
          </p:nvSpPr>
          <p:spPr>
            <a:xfrm>
              <a:off x="7157248" y="20416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8" name="pt33728"/>
            <p:cNvSpPr/>
            <p:nvPr/>
          </p:nvSpPr>
          <p:spPr>
            <a:xfrm>
              <a:off x="7357532" y="22181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9" name="pt33729"/>
            <p:cNvSpPr/>
            <p:nvPr/>
          </p:nvSpPr>
          <p:spPr>
            <a:xfrm>
              <a:off x="7168919" y="22289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0" name="pt33730"/>
            <p:cNvSpPr/>
            <p:nvPr/>
          </p:nvSpPr>
          <p:spPr>
            <a:xfrm>
              <a:off x="7587795" y="21636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1" name="pt33731"/>
            <p:cNvSpPr/>
            <p:nvPr/>
          </p:nvSpPr>
          <p:spPr>
            <a:xfrm>
              <a:off x="7245001" y="21798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2" name="pt33732"/>
            <p:cNvSpPr/>
            <p:nvPr/>
          </p:nvSpPr>
          <p:spPr>
            <a:xfrm>
              <a:off x="7136672" y="23611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3" name="pt33733"/>
            <p:cNvSpPr/>
            <p:nvPr/>
          </p:nvSpPr>
          <p:spPr>
            <a:xfrm>
              <a:off x="6956617" y="20261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4" name="pt33734"/>
            <p:cNvSpPr/>
            <p:nvPr/>
          </p:nvSpPr>
          <p:spPr>
            <a:xfrm>
              <a:off x="7096332" y="21165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5" name="pt33735"/>
            <p:cNvSpPr/>
            <p:nvPr/>
          </p:nvSpPr>
          <p:spPr>
            <a:xfrm>
              <a:off x="7317581" y="20112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6" name="pt33736"/>
            <p:cNvSpPr/>
            <p:nvPr/>
          </p:nvSpPr>
          <p:spPr>
            <a:xfrm>
              <a:off x="7065410" y="21145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7" name="pt33737"/>
            <p:cNvSpPr/>
            <p:nvPr/>
          </p:nvSpPr>
          <p:spPr>
            <a:xfrm>
              <a:off x="7092762" y="21612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8" name="pt33738"/>
            <p:cNvSpPr/>
            <p:nvPr/>
          </p:nvSpPr>
          <p:spPr>
            <a:xfrm>
              <a:off x="7217905" y="20244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9" name="pt33739"/>
            <p:cNvSpPr/>
            <p:nvPr/>
          </p:nvSpPr>
          <p:spPr>
            <a:xfrm>
              <a:off x="7284663" y="19440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0" name="pt33740"/>
            <p:cNvSpPr/>
            <p:nvPr/>
          </p:nvSpPr>
          <p:spPr>
            <a:xfrm>
              <a:off x="7231907" y="22325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1" name="pt33741"/>
            <p:cNvSpPr/>
            <p:nvPr/>
          </p:nvSpPr>
          <p:spPr>
            <a:xfrm>
              <a:off x="7241536" y="20518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2" name="pt33742"/>
            <p:cNvSpPr/>
            <p:nvPr/>
          </p:nvSpPr>
          <p:spPr>
            <a:xfrm>
              <a:off x="7252689" y="20676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3" name="pt33743"/>
            <p:cNvSpPr/>
            <p:nvPr/>
          </p:nvSpPr>
          <p:spPr>
            <a:xfrm>
              <a:off x="7315984" y="22872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4" name="pt33744"/>
            <p:cNvSpPr/>
            <p:nvPr/>
          </p:nvSpPr>
          <p:spPr>
            <a:xfrm>
              <a:off x="6967781" y="20077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5" name="pt33745"/>
            <p:cNvSpPr/>
            <p:nvPr/>
          </p:nvSpPr>
          <p:spPr>
            <a:xfrm>
              <a:off x="7215246" y="20333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6" name="pt33746"/>
            <p:cNvSpPr/>
            <p:nvPr/>
          </p:nvSpPr>
          <p:spPr>
            <a:xfrm>
              <a:off x="7005338" y="20373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7" name="pt33747"/>
            <p:cNvSpPr/>
            <p:nvPr/>
          </p:nvSpPr>
          <p:spPr>
            <a:xfrm>
              <a:off x="7421094" y="26240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8" name="pt33748"/>
            <p:cNvSpPr/>
            <p:nvPr/>
          </p:nvSpPr>
          <p:spPr>
            <a:xfrm>
              <a:off x="7205836" y="21748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9" name="pt33749"/>
            <p:cNvSpPr/>
            <p:nvPr/>
          </p:nvSpPr>
          <p:spPr>
            <a:xfrm>
              <a:off x="6917200" y="2194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0" name="pt33750"/>
            <p:cNvSpPr/>
            <p:nvPr/>
          </p:nvSpPr>
          <p:spPr>
            <a:xfrm>
              <a:off x="7314883" y="17871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1" name="pt33751"/>
            <p:cNvSpPr/>
            <p:nvPr/>
          </p:nvSpPr>
          <p:spPr>
            <a:xfrm>
              <a:off x="7228266" y="2331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2" name="pt33752"/>
            <p:cNvSpPr/>
            <p:nvPr/>
          </p:nvSpPr>
          <p:spPr>
            <a:xfrm>
              <a:off x="7151362" y="19986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3" name="pt33753"/>
            <p:cNvSpPr/>
            <p:nvPr/>
          </p:nvSpPr>
          <p:spPr>
            <a:xfrm>
              <a:off x="7173132" y="21081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4" name="pt33754"/>
            <p:cNvSpPr/>
            <p:nvPr/>
          </p:nvSpPr>
          <p:spPr>
            <a:xfrm>
              <a:off x="7176056" y="19307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5" name="pt33755"/>
            <p:cNvSpPr/>
            <p:nvPr/>
          </p:nvSpPr>
          <p:spPr>
            <a:xfrm>
              <a:off x="7087934" y="22580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6" name="pt33756"/>
            <p:cNvSpPr/>
            <p:nvPr/>
          </p:nvSpPr>
          <p:spPr>
            <a:xfrm>
              <a:off x="7155959" y="20357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7" name="pt33757"/>
            <p:cNvSpPr/>
            <p:nvPr/>
          </p:nvSpPr>
          <p:spPr>
            <a:xfrm>
              <a:off x="7286051" y="18454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8" name="pt33758"/>
            <p:cNvSpPr/>
            <p:nvPr/>
          </p:nvSpPr>
          <p:spPr>
            <a:xfrm>
              <a:off x="7019655" y="21322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9" name="pt33759"/>
            <p:cNvSpPr/>
            <p:nvPr/>
          </p:nvSpPr>
          <p:spPr>
            <a:xfrm>
              <a:off x="6900427" y="20628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0" name="pt33760"/>
            <p:cNvSpPr/>
            <p:nvPr/>
          </p:nvSpPr>
          <p:spPr>
            <a:xfrm>
              <a:off x="6988361" y="18146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1" name="pt33761"/>
            <p:cNvSpPr/>
            <p:nvPr/>
          </p:nvSpPr>
          <p:spPr>
            <a:xfrm>
              <a:off x="6983131" y="21784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2" name="pt33762"/>
            <p:cNvSpPr/>
            <p:nvPr/>
          </p:nvSpPr>
          <p:spPr>
            <a:xfrm>
              <a:off x="7110523" y="20748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3" name="pt33763"/>
            <p:cNvSpPr/>
            <p:nvPr/>
          </p:nvSpPr>
          <p:spPr>
            <a:xfrm>
              <a:off x="7195147" y="22765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4" name="pt33764"/>
            <p:cNvSpPr/>
            <p:nvPr/>
          </p:nvSpPr>
          <p:spPr>
            <a:xfrm>
              <a:off x="7508265" y="25567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5" name="pt33765"/>
            <p:cNvSpPr/>
            <p:nvPr/>
          </p:nvSpPr>
          <p:spPr>
            <a:xfrm>
              <a:off x="7059100" y="22149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6" name="pt33766"/>
            <p:cNvSpPr/>
            <p:nvPr/>
          </p:nvSpPr>
          <p:spPr>
            <a:xfrm>
              <a:off x="7172081" y="21887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7" name="pt33767"/>
            <p:cNvSpPr/>
            <p:nvPr/>
          </p:nvSpPr>
          <p:spPr>
            <a:xfrm>
              <a:off x="7026665" y="22591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8" name="pt33768"/>
            <p:cNvSpPr/>
            <p:nvPr/>
          </p:nvSpPr>
          <p:spPr>
            <a:xfrm>
              <a:off x="7143755" y="21424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9" name="pt33769"/>
            <p:cNvSpPr/>
            <p:nvPr/>
          </p:nvSpPr>
          <p:spPr>
            <a:xfrm>
              <a:off x="7164560" y="2190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0" name="pt33770"/>
            <p:cNvSpPr/>
            <p:nvPr/>
          </p:nvSpPr>
          <p:spPr>
            <a:xfrm>
              <a:off x="7175119" y="19876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1" name="pt33771"/>
            <p:cNvSpPr/>
            <p:nvPr/>
          </p:nvSpPr>
          <p:spPr>
            <a:xfrm>
              <a:off x="7162470" y="21127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2" name="pt33772"/>
            <p:cNvSpPr/>
            <p:nvPr/>
          </p:nvSpPr>
          <p:spPr>
            <a:xfrm>
              <a:off x="6971154" y="19644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3" name="pt33773"/>
            <p:cNvSpPr/>
            <p:nvPr/>
          </p:nvSpPr>
          <p:spPr>
            <a:xfrm>
              <a:off x="6985713" y="20156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4" name="pt33774"/>
            <p:cNvSpPr/>
            <p:nvPr/>
          </p:nvSpPr>
          <p:spPr>
            <a:xfrm>
              <a:off x="7397112" y="25446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5" name="pt33775"/>
            <p:cNvSpPr/>
            <p:nvPr/>
          </p:nvSpPr>
          <p:spPr>
            <a:xfrm>
              <a:off x="7317133" y="22215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6" name="pt33776"/>
            <p:cNvSpPr/>
            <p:nvPr/>
          </p:nvSpPr>
          <p:spPr>
            <a:xfrm>
              <a:off x="7200414" y="22351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7" name="pt33777"/>
            <p:cNvSpPr/>
            <p:nvPr/>
          </p:nvSpPr>
          <p:spPr>
            <a:xfrm>
              <a:off x="7041268" y="2277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8" name="pt33778"/>
            <p:cNvSpPr/>
            <p:nvPr/>
          </p:nvSpPr>
          <p:spPr>
            <a:xfrm>
              <a:off x="7096987" y="21056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9" name="pt33779"/>
            <p:cNvSpPr/>
            <p:nvPr/>
          </p:nvSpPr>
          <p:spPr>
            <a:xfrm>
              <a:off x="7098114" y="22321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0" name="pt33780"/>
            <p:cNvSpPr/>
            <p:nvPr/>
          </p:nvSpPr>
          <p:spPr>
            <a:xfrm>
              <a:off x="7086218" y="21696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1" name="pt33781"/>
            <p:cNvSpPr/>
            <p:nvPr/>
          </p:nvSpPr>
          <p:spPr>
            <a:xfrm>
              <a:off x="7077989" y="21057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2" name="pt33782"/>
            <p:cNvSpPr/>
            <p:nvPr/>
          </p:nvSpPr>
          <p:spPr>
            <a:xfrm>
              <a:off x="7494619" y="23668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3" name="pt33783"/>
            <p:cNvSpPr/>
            <p:nvPr/>
          </p:nvSpPr>
          <p:spPr>
            <a:xfrm>
              <a:off x="7139339" y="22546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4" name="pt33784"/>
            <p:cNvSpPr/>
            <p:nvPr/>
          </p:nvSpPr>
          <p:spPr>
            <a:xfrm>
              <a:off x="7096682" y="21574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5" name="pt33785"/>
            <p:cNvSpPr/>
            <p:nvPr/>
          </p:nvSpPr>
          <p:spPr>
            <a:xfrm>
              <a:off x="6916487" y="21935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6" name="pt33786"/>
            <p:cNvSpPr/>
            <p:nvPr/>
          </p:nvSpPr>
          <p:spPr>
            <a:xfrm>
              <a:off x="7201194" y="22069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7" name="pt33787"/>
            <p:cNvSpPr/>
            <p:nvPr/>
          </p:nvSpPr>
          <p:spPr>
            <a:xfrm>
              <a:off x="7086847" y="22294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8" name="pt33788"/>
            <p:cNvSpPr/>
            <p:nvPr/>
          </p:nvSpPr>
          <p:spPr>
            <a:xfrm>
              <a:off x="6881493" y="17488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9" name="pt33789"/>
            <p:cNvSpPr/>
            <p:nvPr/>
          </p:nvSpPr>
          <p:spPr>
            <a:xfrm>
              <a:off x="7191074" y="21950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0" name="pt33790"/>
            <p:cNvSpPr/>
            <p:nvPr/>
          </p:nvSpPr>
          <p:spPr>
            <a:xfrm>
              <a:off x="6986532" y="20310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1" name="pt33791"/>
            <p:cNvSpPr/>
            <p:nvPr/>
          </p:nvSpPr>
          <p:spPr>
            <a:xfrm>
              <a:off x="7123531" y="21201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2" name="pt33792"/>
            <p:cNvSpPr/>
            <p:nvPr/>
          </p:nvSpPr>
          <p:spPr>
            <a:xfrm>
              <a:off x="7164056" y="21249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3" name="pt33793"/>
            <p:cNvSpPr/>
            <p:nvPr/>
          </p:nvSpPr>
          <p:spPr>
            <a:xfrm>
              <a:off x="7179144" y="20652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4" name="pt33794"/>
            <p:cNvSpPr/>
            <p:nvPr/>
          </p:nvSpPr>
          <p:spPr>
            <a:xfrm>
              <a:off x="6971293" y="19718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5" name="pt33795"/>
            <p:cNvSpPr/>
            <p:nvPr/>
          </p:nvSpPr>
          <p:spPr>
            <a:xfrm>
              <a:off x="6998700" y="19701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6" name="pt33796"/>
            <p:cNvSpPr/>
            <p:nvPr/>
          </p:nvSpPr>
          <p:spPr>
            <a:xfrm>
              <a:off x="7000886" y="1791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7" name="pt33797"/>
            <p:cNvSpPr/>
            <p:nvPr/>
          </p:nvSpPr>
          <p:spPr>
            <a:xfrm>
              <a:off x="7228778" y="2219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8" name="pt33798"/>
            <p:cNvSpPr/>
            <p:nvPr/>
          </p:nvSpPr>
          <p:spPr>
            <a:xfrm>
              <a:off x="7073186" y="22029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9" name="pt33799"/>
            <p:cNvSpPr/>
            <p:nvPr/>
          </p:nvSpPr>
          <p:spPr>
            <a:xfrm>
              <a:off x="7176605" y="20125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0" name="pt33800"/>
            <p:cNvSpPr/>
            <p:nvPr/>
          </p:nvSpPr>
          <p:spPr>
            <a:xfrm>
              <a:off x="7427938" y="26211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1" name="pt33801"/>
            <p:cNvSpPr/>
            <p:nvPr/>
          </p:nvSpPr>
          <p:spPr>
            <a:xfrm>
              <a:off x="6900034" y="20473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2" name="pt33802"/>
            <p:cNvSpPr/>
            <p:nvPr/>
          </p:nvSpPr>
          <p:spPr>
            <a:xfrm>
              <a:off x="7180008" y="20754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3" name="pt33803"/>
            <p:cNvSpPr/>
            <p:nvPr/>
          </p:nvSpPr>
          <p:spPr>
            <a:xfrm>
              <a:off x="7169661" y="21867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4" name="pt33804"/>
            <p:cNvSpPr/>
            <p:nvPr/>
          </p:nvSpPr>
          <p:spPr>
            <a:xfrm>
              <a:off x="7176645" y="20870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5" name="pt33805"/>
            <p:cNvSpPr/>
            <p:nvPr/>
          </p:nvSpPr>
          <p:spPr>
            <a:xfrm>
              <a:off x="7082967" y="22137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6" name="pt33806"/>
            <p:cNvSpPr/>
            <p:nvPr/>
          </p:nvSpPr>
          <p:spPr>
            <a:xfrm>
              <a:off x="7141383" y="21684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7" name="pt33807"/>
            <p:cNvSpPr/>
            <p:nvPr/>
          </p:nvSpPr>
          <p:spPr>
            <a:xfrm>
              <a:off x="7534244" y="21520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8" name="pt33808"/>
            <p:cNvSpPr/>
            <p:nvPr/>
          </p:nvSpPr>
          <p:spPr>
            <a:xfrm>
              <a:off x="7198074" y="21614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9" name="pt33809"/>
            <p:cNvSpPr/>
            <p:nvPr/>
          </p:nvSpPr>
          <p:spPr>
            <a:xfrm>
              <a:off x="7098476" y="21890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0" name="pt33810"/>
            <p:cNvSpPr/>
            <p:nvPr/>
          </p:nvSpPr>
          <p:spPr>
            <a:xfrm>
              <a:off x="7037292" y="23794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1" name="pt33811"/>
            <p:cNvSpPr/>
            <p:nvPr/>
          </p:nvSpPr>
          <p:spPr>
            <a:xfrm>
              <a:off x="6958372" y="19728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2" name="pt33812"/>
            <p:cNvSpPr/>
            <p:nvPr/>
          </p:nvSpPr>
          <p:spPr>
            <a:xfrm>
              <a:off x="7244231" y="21734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3" name="pt33813"/>
            <p:cNvSpPr/>
            <p:nvPr/>
          </p:nvSpPr>
          <p:spPr>
            <a:xfrm>
              <a:off x="7226019" y="22115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4" name="pt33814"/>
            <p:cNvSpPr/>
            <p:nvPr/>
          </p:nvSpPr>
          <p:spPr>
            <a:xfrm>
              <a:off x="6907483" y="22524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5" name="pt33815"/>
            <p:cNvSpPr/>
            <p:nvPr/>
          </p:nvSpPr>
          <p:spPr>
            <a:xfrm>
              <a:off x="7045830" y="20656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6" name="pt33816"/>
            <p:cNvSpPr/>
            <p:nvPr/>
          </p:nvSpPr>
          <p:spPr>
            <a:xfrm>
              <a:off x="7349163" y="27334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7" name="pt33817"/>
            <p:cNvSpPr/>
            <p:nvPr/>
          </p:nvSpPr>
          <p:spPr>
            <a:xfrm>
              <a:off x="7055531" y="20667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8" name="pt33818"/>
            <p:cNvSpPr/>
            <p:nvPr/>
          </p:nvSpPr>
          <p:spPr>
            <a:xfrm>
              <a:off x="7147302" y="20639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9" name="pt33819"/>
            <p:cNvSpPr/>
            <p:nvPr/>
          </p:nvSpPr>
          <p:spPr>
            <a:xfrm>
              <a:off x="6933925" y="19933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0" name="pt33820"/>
            <p:cNvSpPr/>
            <p:nvPr/>
          </p:nvSpPr>
          <p:spPr>
            <a:xfrm>
              <a:off x="7110970" y="21310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1" name="pt33821"/>
            <p:cNvSpPr/>
            <p:nvPr/>
          </p:nvSpPr>
          <p:spPr>
            <a:xfrm>
              <a:off x="6901584" y="20892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2" name="pt33822"/>
            <p:cNvSpPr/>
            <p:nvPr/>
          </p:nvSpPr>
          <p:spPr>
            <a:xfrm>
              <a:off x="6981971" y="21871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3" name="pt33823"/>
            <p:cNvSpPr/>
            <p:nvPr/>
          </p:nvSpPr>
          <p:spPr>
            <a:xfrm>
              <a:off x="7134705" y="22616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4" name="pt33824"/>
            <p:cNvSpPr/>
            <p:nvPr/>
          </p:nvSpPr>
          <p:spPr>
            <a:xfrm>
              <a:off x="7084738" y="22197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5" name="pt33825"/>
            <p:cNvSpPr/>
            <p:nvPr/>
          </p:nvSpPr>
          <p:spPr>
            <a:xfrm>
              <a:off x="7319222" y="2063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6" name="pt33826"/>
            <p:cNvSpPr/>
            <p:nvPr/>
          </p:nvSpPr>
          <p:spPr>
            <a:xfrm>
              <a:off x="6945155" y="20843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7" name="pt33827"/>
            <p:cNvSpPr/>
            <p:nvPr/>
          </p:nvSpPr>
          <p:spPr>
            <a:xfrm>
              <a:off x="7345184" y="25118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8" name="pt33828"/>
            <p:cNvSpPr/>
            <p:nvPr/>
          </p:nvSpPr>
          <p:spPr>
            <a:xfrm>
              <a:off x="7113371" y="20813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9" name="pt33829"/>
            <p:cNvSpPr/>
            <p:nvPr/>
          </p:nvSpPr>
          <p:spPr>
            <a:xfrm>
              <a:off x="7229364" y="21630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0" name="pt33830"/>
            <p:cNvSpPr/>
            <p:nvPr/>
          </p:nvSpPr>
          <p:spPr>
            <a:xfrm>
              <a:off x="7161261" y="21052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1" name="pt33831"/>
            <p:cNvSpPr/>
            <p:nvPr/>
          </p:nvSpPr>
          <p:spPr>
            <a:xfrm>
              <a:off x="7163722" y="21736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2" name="pt33832"/>
            <p:cNvSpPr/>
            <p:nvPr/>
          </p:nvSpPr>
          <p:spPr>
            <a:xfrm>
              <a:off x="7145671" y="21345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3" name="pt33833"/>
            <p:cNvSpPr/>
            <p:nvPr/>
          </p:nvSpPr>
          <p:spPr>
            <a:xfrm>
              <a:off x="7317355" y="19970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4" name="pt33834"/>
            <p:cNvSpPr/>
            <p:nvPr/>
          </p:nvSpPr>
          <p:spPr>
            <a:xfrm>
              <a:off x="7132882" y="23705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5" name="pt33835"/>
            <p:cNvSpPr/>
            <p:nvPr/>
          </p:nvSpPr>
          <p:spPr>
            <a:xfrm>
              <a:off x="7295844" y="2060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6" name="pt33836"/>
            <p:cNvSpPr/>
            <p:nvPr/>
          </p:nvSpPr>
          <p:spPr>
            <a:xfrm>
              <a:off x="7162221" y="21057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7" name="pt33837"/>
            <p:cNvSpPr/>
            <p:nvPr/>
          </p:nvSpPr>
          <p:spPr>
            <a:xfrm>
              <a:off x="7184267" y="20772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8" name="pt33838"/>
            <p:cNvSpPr/>
            <p:nvPr/>
          </p:nvSpPr>
          <p:spPr>
            <a:xfrm>
              <a:off x="7167088" y="22339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9" name="pt33839"/>
            <p:cNvSpPr/>
            <p:nvPr/>
          </p:nvSpPr>
          <p:spPr>
            <a:xfrm>
              <a:off x="7941621" y="23644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0" name="pt33840"/>
            <p:cNvSpPr/>
            <p:nvPr/>
          </p:nvSpPr>
          <p:spPr>
            <a:xfrm>
              <a:off x="7250701" y="20998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1" name="pt33841"/>
            <p:cNvSpPr/>
            <p:nvPr/>
          </p:nvSpPr>
          <p:spPr>
            <a:xfrm>
              <a:off x="6888630" y="18633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2" name="pt33842"/>
            <p:cNvSpPr/>
            <p:nvPr/>
          </p:nvSpPr>
          <p:spPr>
            <a:xfrm>
              <a:off x="7351773" y="25384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3" name="pt33843"/>
            <p:cNvSpPr/>
            <p:nvPr/>
          </p:nvSpPr>
          <p:spPr>
            <a:xfrm>
              <a:off x="7148641" y="20560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4" name="pt33844"/>
            <p:cNvSpPr/>
            <p:nvPr/>
          </p:nvSpPr>
          <p:spPr>
            <a:xfrm>
              <a:off x="6996585" y="20130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5" name="pt33845"/>
            <p:cNvSpPr/>
            <p:nvPr/>
          </p:nvSpPr>
          <p:spPr>
            <a:xfrm>
              <a:off x="7055329" y="20567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6" name="pt33846"/>
            <p:cNvSpPr/>
            <p:nvPr/>
          </p:nvSpPr>
          <p:spPr>
            <a:xfrm>
              <a:off x="7615461" y="24743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7" name="pt33847"/>
            <p:cNvSpPr/>
            <p:nvPr/>
          </p:nvSpPr>
          <p:spPr>
            <a:xfrm>
              <a:off x="7112526" y="22034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8" name="pt33848"/>
            <p:cNvSpPr/>
            <p:nvPr/>
          </p:nvSpPr>
          <p:spPr>
            <a:xfrm>
              <a:off x="7207864" y="20591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9" name="pt33849"/>
            <p:cNvSpPr/>
            <p:nvPr/>
          </p:nvSpPr>
          <p:spPr>
            <a:xfrm>
              <a:off x="7142117" y="21721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0" name="pt33850"/>
            <p:cNvSpPr/>
            <p:nvPr/>
          </p:nvSpPr>
          <p:spPr>
            <a:xfrm>
              <a:off x="7023343" y="19751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1" name="pt33851"/>
            <p:cNvSpPr/>
            <p:nvPr/>
          </p:nvSpPr>
          <p:spPr>
            <a:xfrm>
              <a:off x="7259831" y="19243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2" name="pt33852"/>
            <p:cNvSpPr/>
            <p:nvPr/>
          </p:nvSpPr>
          <p:spPr>
            <a:xfrm>
              <a:off x="7163586" y="21216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3" name="pt33853"/>
            <p:cNvSpPr/>
            <p:nvPr/>
          </p:nvSpPr>
          <p:spPr>
            <a:xfrm>
              <a:off x="6895175" y="18219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4" name="pt33854"/>
            <p:cNvSpPr/>
            <p:nvPr/>
          </p:nvSpPr>
          <p:spPr>
            <a:xfrm>
              <a:off x="7077463" y="22233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5" name="pt33855"/>
            <p:cNvSpPr/>
            <p:nvPr/>
          </p:nvSpPr>
          <p:spPr>
            <a:xfrm>
              <a:off x="7382884" y="27588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6" name="pt33856"/>
            <p:cNvSpPr/>
            <p:nvPr/>
          </p:nvSpPr>
          <p:spPr>
            <a:xfrm>
              <a:off x="7127735" y="22208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7" name="pt33857"/>
            <p:cNvSpPr/>
            <p:nvPr/>
          </p:nvSpPr>
          <p:spPr>
            <a:xfrm>
              <a:off x="7184269" y="20469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8" name="pt33858"/>
            <p:cNvSpPr/>
            <p:nvPr/>
          </p:nvSpPr>
          <p:spPr>
            <a:xfrm>
              <a:off x="6957834" y="20829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9" name="pt33859"/>
            <p:cNvSpPr/>
            <p:nvPr/>
          </p:nvSpPr>
          <p:spPr>
            <a:xfrm>
              <a:off x="7169705" y="21269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0" name="pt33860"/>
            <p:cNvSpPr/>
            <p:nvPr/>
          </p:nvSpPr>
          <p:spPr>
            <a:xfrm>
              <a:off x="6998903" y="18556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1" name="pt33861"/>
            <p:cNvSpPr/>
            <p:nvPr/>
          </p:nvSpPr>
          <p:spPr>
            <a:xfrm>
              <a:off x="7260805" y="21652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2" name="pt33862"/>
            <p:cNvSpPr/>
            <p:nvPr/>
          </p:nvSpPr>
          <p:spPr>
            <a:xfrm>
              <a:off x="7162602" y="20791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3" name="pt33863"/>
            <p:cNvSpPr/>
            <p:nvPr/>
          </p:nvSpPr>
          <p:spPr>
            <a:xfrm>
              <a:off x="7070295" y="21526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4" name="pt33864"/>
            <p:cNvSpPr/>
            <p:nvPr/>
          </p:nvSpPr>
          <p:spPr>
            <a:xfrm>
              <a:off x="6826817" y="21684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5" name="pt33865"/>
            <p:cNvSpPr/>
            <p:nvPr/>
          </p:nvSpPr>
          <p:spPr>
            <a:xfrm>
              <a:off x="7081898" y="22243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6" name="pt33866"/>
            <p:cNvSpPr/>
            <p:nvPr/>
          </p:nvSpPr>
          <p:spPr>
            <a:xfrm>
              <a:off x="6990198" y="20452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7" name="pt33867"/>
            <p:cNvSpPr/>
            <p:nvPr/>
          </p:nvSpPr>
          <p:spPr>
            <a:xfrm>
              <a:off x="7130330" y="23798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8" name="pt33868"/>
            <p:cNvSpPr/>
            <p:nvPr/>
          </p:nvSpPr>
          <p:spPr>
            <a:xfrm>
              <a:off x="7318452" y="22628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9" name="pt33869"/>
            <p:cNvSpPr/>
            <p:nvPr/>
          </p:nvSpPr>
          <p:spPr>
            <a:xfrm>
              <a:off x="6979666" y="18950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0" name="pt33870"/>
            <p:cNvSpPr/>
            <p:nvPr/>
          </p:nvSpPr>
          <p:spPr>
            <a:xfrm>
              <a:off x="7121549" y="21901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1" name="pt33871"/>
            <p:cNvSpPr/>
            <p:nvPr/>
          </p:nvSpPr>
          <p:spPr>
            <a:xfrm>
              <a:off x="7311202" y="20060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2" name="pt33872"/>
            <p:cNvSpPr/>
            <p:nvPr/>
          </p:nvSpPr>
          <p:spPr>
            <a:xfrm>
              <a:off x="7021625" y="22539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3" name="pt33873"/>
            <p:cNvSpPr/>
            <p:nvPr/>
          </p:nvSpPr>
          <p:spPr>
            <a:xfrm>
              <a:off x="7414870" y="28141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4" name="pt33874"/>
            <p:cNvSpPr/>
            <p:nvPr/>
          </p:nvSpPr>
          <p:spPr>
            <a:xfrm>
              <a:off x="7216066" y="21225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5" name="pt33875"/>
            <p:cNvSpPr/>
            <p:nvPr/>
          </p:nvSpPr>
          <p:spPr>
            <a:xfrm>
              <a:off x="6980754" y="18343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6" name="pt33876"/>
            <p:cNvSpPr/>
            <p:nvPr/>
          </p:nvSpPr>
          <p:spPr>
            <a:xfrm>
              <a:off x="7137692" y="22349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7" name="pt33877"/>
            <p:cNvSpPr/>
            <p:nvPr/>
          </p:nvSpPr>
          <p:spPr>
            <a:xfrm>
              <a:off x="7168552" y="21779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8" name="pt33878"/>
            <p:cNvSpPr/>
            <p:nvPr/>
          </p:nvSpPr>
          <p:spPr>
            <a:xfrm>
              <a:off x="7220049" y="20796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9" name="pt33879"/>
            <p:cNvSpPr/>
            <p:nvPr/>
          </p:nvSpPr>
          <p:spPr>
            <a:xfrm>
              <a:off x="7250496" y="1994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0" name="pt33880"/>
            <p:cNvSpPr/>
            <p:nvPr/>
          </p:nvSpPr>
          <p:spPr>
            <a:xfrm>
              <a:off x="6986386" y="20558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1" name="pt33881"/>
            <p:cNvSpPr/>
            <p:nvPr/>
          </p:nvSpPr>
          <p:spPr>
            <a:xfrm>
              <a:off x="7206027" y="23091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2" name="pt33882"/>
            <p:cNvSpPr/>
            <p:nvPr/>
          </p:nvSpPr>
          <p:spPr>
            <a:xfrm>
              <a:off x="7009764" y="19159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3" name="pt33883"/>
            <p:cNvSpPr/>
            <p:nvPr/>
          </p:nvSpPr>
          <p:spPr>
            <a:xfrm>
              <a:off x="7091984" y="21299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4" name="pt33884"/>
            <p:cNvSpPr/>
            <p:nvPr/>
          </p:nvSpPr>
          <p:spPr>
            <a:xfrm>
              <a:off x="7101996" y="21956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5" name="pt33885"/>
            <p:cNvSpPr/>
            <p:nvPr/>
          </p:nvSpPr>
          <p:spPr>
            <a:xfrm>
              <a:off x="7144779" y="20053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6" name="pt33886"/>
            <p:cNvSpPr/>
            <p:nvPr/>
          </p:nvSpPr>
          <p:spPr>
            <a:xfrm>
              <a:off x="7054799" y="21902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7" name="pt33887"/>
            <p:cNvSpPr/>
            <p:nvPr/>
          </p:nvSpPr>
          <p:spPr>
            <a:xfrm>
              <a:off x="7409395" y="2633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8" name="pt33888"/>
            <p:cNvSpPr/>
            <p:nvPr/>
          </p:nvSpPr>
          <p:spPr>
            <a:xfrm>
              <a:off x="6947501" y="20089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9" name="pt33889"/>
            <p:cNvSpPr/>
            <p:nvPr/>
          </p:nvSpPr>
          <p:spPr>
            <a:xfrm>
              <a:off x="7489749" y="25283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0" name="pt33890"/>
            <p:cNvSpPr/>
            <p:nvPr/>
          </p:nvSpPr>
          <p:spPr>
            <a:xfrm>
              <a:off x="7292190" y="19801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1" name="pt33891"/>
            <p:cNvSpPr/>
            <p:nvPr/>
          </p:nvSpPr>
          <p:spPr>
            <a:xfrm>
              <a:off x="6861681" y="21038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2" name="pt33892"/>
            <p:cNvSpPr/>
            <p:nvPr/>
          </p:nvSpPr>
          <p:spPr>
            <a:xfrm>
              <a:off x="7301066" y="20986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3" name="pt33893"/>
            <p:cNvSpPr/>
            <p:nvPr/>
          </p:nvSpPr>
          <p:spPr>
            <a:xfrm>
              <a:off x="7047607" y="17333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4" name="pt33894"/>
            <p:cNvSpPr/>
            <p:nvPr/>
          </p:nvSpPr>
          <p:spPr>
            <a:xfrm>
              <a:off x="6931226" y="21290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5" name="pt33895"/>
            <p:cNvSpPr/>
            <p:nvPr/>
          </p:nvSpPr>
          <p:spPr>
            <a:xfrm>
              <a:off x="7208347" y="22958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6" name="pt33896"/>
            <p:cNvSpPr/>
            <p:nvPr/>
          </p:nvSpPr>
          <p:spPr>
            <a:xfrm>
              <a:off x="7175491" y="20292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7" name="pt33897"/>
            <p:cNvSpPr/>
            <p:nvPr/>
          </p:nvSpPr>
          <p:spPr>
            <a:xfrm>
              <a:off x="7077603" y="22300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8" name="pt33898"/>
            <p:cNvSpPr/>
            <p:nvPr/>
          </p:nvSpPr>
          <p:spPr>
            <a:xfrm>
              <a:off x="6815776" y="19801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9" name="pt33899"/>
            <p:cNvSpPr/>
            <p:nvPr/>
          </p:nvSpPr>
          <p:spPr>
            <a:xfrm>
              <a:off x="6853446" y="23018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0" name="pt33900"/>
            <p:cNvSpPr/>
            <p:nvPr/>
          </p:nvSpPr>
          <p:spPr>
            <a:xfrm>
              <a:off x="6978483" y="19058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1" name="pt33901"/>
            <p:cNvSpPr/>
            <p:nvPr/>
          </p:nvSpPr>
          <p:spPr>
            <a:xfrm>
              <a:off x="7351490" y="24945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2" name="pt33902"/>
            <p:cNvSpPr/>
            <p:nvPr/>
          </p:nvSpPr>
          <p:spPr>
            <a:xfrm>
              <a:off x="7179079" y="21598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3" name="pt33903"/>
            <p:cNvSpPr/>
            <p:nvPr/>
          </p:nvSpPr>
          <p:spPr>
            <a:xfrm>
              <a:off x="7146679" y="20982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4" name="pt33904"/>
            <p:cNvSpPr/>
            <p:nvPr/>
          </p:nvSpPr>
          <p:spPr>
            <a:xfrm>
              <a:off x="7206210" y="2252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5" name="pt33905"/>
            <p:cNvSpPr/>
            <p:nvPr/>
          </p:nvSpPr>
          <p:spPr>
            <a:xfrm>
              <a:off x="7055436" y="21616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6" name="pt33906"/>
            <p:cNvSpPr/>
            <p:nvPr/>
          </p:nvSpPr>
          <p:spPr>
            <a:xfrm>
              <a:off x="7214141" y="20978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7" name="pt33907"/>
            <p:cNvSpPr/>
            <p:nvPr/>
          </p:nvSpPr>
          <p:spPr>
            <a:xfrm>
              <a:off x="7137666" y="22792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8" name="pt33908"/>
            <p:cNvSpPr/>
            <p:nvPr/>
          </p:nvSpPr>
          <p:spPr>
            <a:xfrm>
              <a:off x="7179160" y="20642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9" name="pt33909"/>
            <p:cNvSpPr/>
            <p:nvPr/>
          </p:nvSpPr>
          <p:spPr>
            <a:xfrm>
              <a:off x="7164748" y="21497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0" name="pt33910"/>
            <p:cNvSpPr/>
            <p:nvPr/>
          </p:nvSpPr>
          <p:spPr>
            <a:xfrm>
              <a:off x="7466073" y="26324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1" name="pt33911"/>
            <p:cNvSpPr/>
            <p:nvPr/>
          </p:nvSpPr>
          <p:spPr>
            <a:xfrm>
              <a:off x="7194891" y="23250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2" name="pt33912"/>
            <p:cNvSpPr/>
            <p:nvPr/>
          </p:nvSpPr>
          <p:spPr>
            <a:xfrm>
              <a:off x="6963349" y="20129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3" name="pt33913"/>
            <p:cNvSpPr/>
            <p:nvPr/>
          </p:nvSpPr>
          <p:spPr>
            <a:xfrm>
              <a:off x="7282289" y="19061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4" name="pt33914"/>
            <p:cNvSpPr/>
            <p:nvPr/>
          </p:nvSpPr>
          <p:spPr>
            <a:xfrm>
              <a:off x="6847842" y="23860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5" name="pt33915"/>
            <p:cNvSpPr/>
            <p:nvPr/>
          </p:nvSpPr>
          <p:spPr>
            <a:xfrm>
              <a:off x="7064668" y="22082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6" name="pt33916"/>
            <p:cNvSpPr/>
            <p:nvPr/>
          </p:nvSpPr>
          <p:spPr>
            <a:xfrm>
              <a:off x="7151079" y="19538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7" name="pt33917"/>
            <p:cNvSpPr/>
            <p:nvPr/>
          </p:nvSpPr>
          <p:spPr>
            <a:xfrm>
              <a:off x="6993092" y="19341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8" name="pt33918"/>
            <p:cNvSpPr/>
            <p:nvPr/>
          </p:nvSpPr>
          <p:spPr>
            <a:xfrm>
              <a:off x="7452251" y="26717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9" name="pt33919"/>
            <p:cNvSpPr/>
            <p:nvPr/>
          </p:nvSpPr>
          <p:spPr>
            <a:xfrm>
              <a:off x="6952366" y="20368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0" name="pt33920"/>
            <p:cNvSpPr/>
            <p:nvPr/>
          </p:nvSpPr>
          <p:spPr>
            <a:xfrm>
              <a:off x="7054103" y="21870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1" name="pt33921"/>
            <p:cNvSpPr/>
            <p:nvPr/>
          </p:nvSpPr>
          <p:spPr>
            <a:xfrm>
              <a:off x="7123543" y="19738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2" name="pt33922"/>
            <p:cNvSpPr/>
            <p:nvPr/>
          </p:nvSpPr>
          <p:spPr>
            <a:xfrm>
              <a:off x="7489347" y="18944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3" name="pt33923"/>
            <p:cNvSpPr/>
            <p:nvPr/>
          </p:nvSpPr>
          <p:spPr>
            <a:xfrm>
              <a:off x="7412799" y="23330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4" name="pt33924"/>
            <p:cNvSpPr/>
            <p:nvPr/>
          </p:nvSpPr>
          <p:spPr>
            <a:xfrm>
              <a:off x="7361717" y="21458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5" name="pt33925"/>
            <p:cNvSpPr/>
            <p:nvPr/>
          </p:nvSpPr>
          <p:spPr>
            <a:xfrm>
              <a:off x="7516956" y="24283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6" name="pt33926"/>
            <p:cNvSpPr/>
            <p:nvPr/>
          </p:nvSpPr>
          <p:spPr>
            <a:xfrm>
              <a:off x="7129112" y="22963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7" name="pt33927"/>
            <p:cNvSpPr/>
            <p:nvPr/>
          </p:nvSpPr>
          <p:spPr>
            <a:xfrm>
              <a:off x="7347686" y="26033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8" name="pt33928"/>
            <p:cNvSpPr/>
            <p:nvPr/>
          </p:nvSpPr>
          <p:spPr>
            <a:xfrm>
              <a:off x="7064865" y="21195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9" name="pt33929"/>
            <p:cNvSpPr/>
            <p:nvPr/>
          </p:nvSpPr>
          <p:spPr>
            <a:xfrm>
              <a:off x="7033337" y="24226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0" name="pt33930"/>
            <p:cNvSpPr/>
            <p:nvPr/>
          </p:nvSpPr>
          <p:spPr>
            <a:xfrm>
              <a:off x="7199295" y="23049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1" name="pt33931"/>
            <p:cNvSpPr/>
            <p:nvPr/>
          </p:nvSpPr>
          <p:spPr>
            <a:xfrm>
              <a:off x="7301815" y="21414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2" name="pt33932"/>
            <p:cNvSpPr/>
            <p:nvPr/>
          </p:nvSpPr>
          <p:spPr>
            <a:xfrm>
              <a:off x="7242913" y="20914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3" name="pt33933"/>
            <p:cNvSpPr/>
            <p:nvPr/>
          </p:nvSpPr>
          <p:spPr>
            <a:xfrm>
              <a:off x="7185037" y="20914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4" name="pt33934"/>
            <p:cNvSpPr/>
            <p:nvPr/>
          </p:nvSpPr>
          <p:spPr>
            <a:xfrm>
              <a:off x="7047314" y="20685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5" name="pt33935"/>
            <p:cNvSpPr/>
            <p:nvPr/>
          </p:nvSpPr>
          <p:spPr>
            <a:xfrm>
              <a:off x="7085564" y="21998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6" name="pt33936"/>
            <p:cNvSpPr/>
            <p:nvPr/>
          </p:nvSpPr>
          <p:spPr>
            <a:xfrm>
              <a:off x="7422455" y="27978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7" name="pt33937"/>
            <p:cNvSpPr/>
            <p:nvPr/>
          </p:nvSpPr>
          <p:spPr>
            <a:xfrm>
              <a:off x="7036189" y="24133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8" name="pt33938"/>
            <p:cNvSpPr/>
            <p:nvPr/>
          </p:nvSpPr>
          <p:spPr>
            <a:xfrm>
              <a:off x="7274034" y="19672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9" name="pt33939"/>
            <p:cNvSpPr/>
            <p:nvPr/>
          </p:nvSpPr>
          <p:spPr>
            <a:xfrm>
              <a:off x="7245446" y="19571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0" name="pt33940"/>
            <p:cNvSpPr/>
            <p:nvPr/>
          </p:nvSpPr>
          <p:spPr>
            <a:xfrm>
              <a:off x="7205755" y="21361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1" name="pt33941"/>
            <p:cNvSpPr/>
            <p:nvPr/>
          </p:nvSpPr>
          <p:spPr>
            <a:xfrm>
              <a:off x="7261641" y="19850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2" name="pt33942"/>
            <p:cNvSpPr/>
            <p:nvPr/>
          </p:nvSpPr>
          <p:spPr>
            <a:xfrm>
              <a:off x="7295795" y="19128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3" name="pt33943"/>
            <p:cNvSpPr/>
            <p:nvPr/>
          </p:nvSpPr>
          <p:spPr>
            <a:xfrm>
              <a:off x="7252222" y="21120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4" name="pt33944"/>
            <p:cNvSpPr/>
            <p:nvPr/>
          </p:nvSpPr>
          <p:spPr>
            <a:xfrm>
              <a:off x="7163315" y="21199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5" name="pt33945"/>
            <p:cNvSpPr/>
            <p:nvPr/>
          </p:nvSpPr>
          <p:spPr>
            <a:xfrm>
              <a:off x="7116553" y="21075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6" name="pt33946"/>
            <p:cNvSpPr/>
            <p:nvPr/>
          </p:nvSpPr>
          <p:spPr>
            <a:xfrm>
              <a:off x="7107982" y="21669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7" name="pt33947"/>
            <p:cNvSpPr/>
            <p:nvPr/>
          </p:nvSpPr>
          <p:spPr>
            <a:xfrm>
              <a:off x="7234141" y="21866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8" name="pt33948"/>
            <p:cNvSpPr/>
            <p:nvPr/>
          </p:nvSpPr>
          <p:spPr>
            <a:xfrm>
              <a:off x="7098290" y="22035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9" name="pt33949"/>
            <p:cNvSpPr/>
            <p:nvPr/>
          </p:nvSpPr>
          <p:spPr>
            <a:xfrm>
              <a:off x="7246783" y="23325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0" name="pt33950"/>
            <p:cNvSpPr/>
            <p:nvPr/>
          </p:nvSpPr>
          <p:spPr>
            <a:xfrm>
              <a:off x="7082277" y="21803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1" name="pt33951"/>
            <p:cNvSpPr/>
            <p:nvPr/>
          </p:nvSpPr>
          <p:spPr>
            <a:xfrm>
              <a:off x="7112412" y="21999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2" name="pt33952"/>
            <p:cNvSpPr/>
            <p:nvPr/>
          </p:nvSpPr>
          <p:spPr>
            <a:xfrm>
              <a:off x="7006952" y="20775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3" name="pt33953"/>
            <p:cNvSpPr/>
            <p:nvPr/>
          </p:nvSpPr>
          <p:spPr>
            <a:xfrm>
              <a:off x="7126541" y="22623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4" name="pt33954"/>
            <p:cNvSpPr/>
            <p:nvPr/>
          </p:nvSpPr>
          <p:spPr>
            <a:xfrm>
              <a:off x="7134386" y="23383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5" name="pt33955"/>
            <p:cNvSpPr/>
            <p:nvPr/>
          </p:nvSpPr>
          <p:spPr>
            <a:xfrm>
              <a:off x="7170498" y="21660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6" name="pt33956"/>
            <p:cNvSpPr/>
            <p:nvPr/>
          </p:nvSpPr>
          <p:spPr>
            <a:xfrm>
              <a:off x="7070104" y="22252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7" name="pt33957"/>
            <p:cNvSpPr/>
            <p:nvPr/>
          </p:nvSpPr>
          <p:spPr>
            <a:xfrm>
              <a:off x="7157735" y="20368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8" name="pt33958"/>
            <p:cNvSpPr/>
            <p:nvPr/>
          </p:nvSpPr>
          <p:spPr>
            <a:xfrm>
              <a:off x="7208341" y="21795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9" name="pt33959"/>
            <p:cNvSpPr/>
            <p:nvPr/>
          </p:nvSpPr>
          <p:spPr>
            <a:xfrm>
              <a:off x="7074969" y="2143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0" name="pt33960"/>
            <p:cNvSpPr/>
            <p:nvPr/>
          </p:nvSpPr>
          <p:spPr>
            <a:xfrm>
              <a:off x="7098011" y="21567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1" name="pt33961"/>
            <p:cNvSpPr/>
            <p:nvPr/>
          </p:nvSpPr>
          <p:spPr>
            <a:xfrm>
              <a:off x="7117152" y="21571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2" name="pt33962"/>
            <p:cNvSpPr/>
            <p:nvPr/>
          </p:nvSpPr>
          <p:spPr>
            <a:xfrm>
              <a:off x="7311475" y="18231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3" name="pt33963"/>
            <p:cNvSpPr/>
            <p:nvPr/>
          </p:nvSpPr>
          <p:spPr>
            <a:xfrm>
              <a:off x="6809404" y="23279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4" name="pt33964"/>
            <p:cNvSpPr/>
            <p:nvPr/>
          </p:nvSpPr>
          <p:spPr>
            <a:xfrm>
              <a:off x="7250325" y="20089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5" name="pt33965"/>
            <p:cNvSpPr/>
            <p:nvPr/>
          </p:nvSpPr>
          <p:spPr>
            <a:xfrm>
              <a:off x="7268606" y="18619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6" name="pt33966"/>
            <p:cNvSpPr/>
            <p:nvPr/>
          </p:nvSpPr>
          <p:spPr>
            <a:xfrm>
              <a:off x="7427693" y="25189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7" name="pt33967"/>
            <p:cNvSpPr/>
            <p:nvPr/>
          </p:nvSpPr>
          <p:spPr>
            <a:xfrm>
              <a:off x="7158226" y="19949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8" name="pt33968"/>
            <p:cNvSpPr/>
            <p:nvPr/>
          </p:nvSpPr>
          <p:spPr>
            <a:xfrm>
              <a:off x="7125632" y="22953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9" name="pt33969"/>
            <p:cNvSpPr/>
            <p:nvPr/>
          </p:nvSpPr>
          <p:spPr>
            <a:xfrm>
              <a:off x="7159878" y="20267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0" name="pt33970"/>
            <p:cNvSpPr/>
            <p:nvPr/>
          </p:nvSpPr>
          <p:spPr>
            <a:xfrm>
              <a:off x="7191399" y="23094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1" name="pt33971"/>
            <p:cNvSpPr/>
            <p:nvPr/>
          </p:nvSpPr>
          <p:spPr>
            <a:xfrm>
              <a:off x="6944748" y="20363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2" name="pt33972"/>
            <p:cNvSpPr/>
            <p:nvPr/>
          </p:nvSpPr>
          <p:spPr>
            <a:xfrm>
              <a:off x="7297120" y="18508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3" name="pt33973"/>
            <p:cNvSpPr/>
            <p:nvPr/>
          </p:nvSpPr>
          <p:spPr>
            <a:xfrm>
              <a:off x="7056594" y="21721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4" name="pt33974"/>
            <p:cNvSpPr/>
            <p:nvPr/>
          </p:nvSpPr>
          <p:spPr>
            <a:xfrm>
              <a:off x="7087963" y="22002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5" name="pt33975"/>
            <p:cNvSpPr/>
            <p:nvPr/>
          </p:nvSpPr>
          <p:spPr>
            <a:xfrm>
              <a:off x="6884638" y="17932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6" name="pt33976"/>
            <p:cNvSpPr/>
            <p:nvPr/>
          </p:nvSpPr>
          <p:spPr>
            <a:xfrm>
              <a:off x="7177420" y="2067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7" name="pt33977"/>
            <p:cNvSpPr/>
            <p:nvPr/>
          </p:nvSpPr>
          <p:spPr>
            <a:xfrm>
              <a:off x="7180653" y="20510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8" name="pt33978"/>
            <p:cNvSpPr/>
            <p:nvPr/>
          </p:nvSpPr>
          <p:spPr>
            <a:xfrm>
              <a:off x="7143834" y="21269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9" name="pt33979"/>
            <p:cNvSpPr/>
            <p:nvPr/>
          </p:nvSpPr>
          <p:spPr>
            <a:xfrm>
              <a:off x="6966198" y="20179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0" name="pt33980"/>
            <p:cNvSpPr/>
            <p:nvPr/>
          </p:nvSpPr>
          <p:spPr>
            <a:xfrm>
              <a:off x="7248512" y="21021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1" name="pt33981"/>
            <p:cNvSpPr/>
            <p:nvPr/>
          </p:nvSpPr>
          <p:spPr>
            <a:xfrm>
              <a:off x="7193917" y="22244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2" name="pt33982"/>
            <p:cNvSpPr/>
            <p:nvPr/>
          </p:nvSpPr>
          <p:spPr>
            <a:xfrm>
              <a:off x="7187369" y="22253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3" name="pt33983"/>
            <p:cNvSpPr/>
            <p:nvPr/>
          </p:nvSpPr>
          <p:spPr>
            <a:xfrm>
              <a:off x="7179989" y="20174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4" name="pt33984"/>
            <p:cNvSpPr/>
            <p:nvPr/>
          </p:nvSpPr>
          <p:spPr>
            <a:xfrm>
              <a:off x="7160847" y="2106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5" name="pt33985"/>
            <p:cNvSpPr/>
            <p:nvPr/>
          </p:nvSpPr>
          <p:spPr>
            <a:xfrm>
              <a:off x="6979994" y="18840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6" name="pt33986"/>
            <p:cNvSpPr/>
            <p:nvPr/>
          </p:nvSpPr>
          <p:spPr>
            <a:xfrm>
              <a:off x="7135245" y="23321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7" name="pt33987"/>
            <p:cNvSpPr/>
            <p:nvPr/>
          </p:nvSpPr>
          <p:spPr>
            <a:xfrm>
              <a:off x="6715330" y="19777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8" name="pt33988"/>
            <p:cNvSpPr/>
            <p:nvPr/>
          </p:nvSpPr>
          <p:spPr>
            <a:xfrm>
              <a:off x="6803230" y="24865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9" name="pt33989"/>
            <p:cNvSpPr/>
            <p:nvPr/>
          </p:nvSpPr>
          <p:spPr>
            <a:xfrm>
              <a:off x="7081518" y="22404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0" name="pt33990"/>
            <p:cNvSpPr/>
            <p:nvPr/>
          </p:nvSpPr>
          <p:spPr>
            <a:xfrm>
              <a:off x="7182684" y="20630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1" name="pt33991"/>
            <p:cNvSpPr/>
            <p:nvPr/>
          </p:nvSpPr>
          <p:spPr>
            <a:xfrm>
              <a:off x="7292148" y="19776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2" name="pt33992"/>
            <p:cNvSpPr/>
            <p:nvPr/>
          </p:nvSpPr>
          <p:spPr>
            <a:xfrm>
              <a:off x="7193069" y="2213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3" name="pt33993"/>
            <p:cNvSpPr/>
            <p:nvPr/>
          </p:nvSpPr>
          <p:spPr>
            <a:xfrm>
              <a:off x="7335595" y="23959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4" name="pt33994"/>
            <p:cNvSpPr/>
            <p:nvPr/>
          </p:nvSpPr>
          <p:spPr>
            <a:xfrm>
              <a:off x="7136258" y="23999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5" name="pt33995"/>
            <p:cNvSpPr/>
            <p:nvPr/>
          </p:nvSpPr>
          <p:spPr>
            <a:xfrm>
              <a:off x="7189593" y="21747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6" name="pt33996"/>
            <p:cNvSpPr/>
            <p:nvPr/>
          </p:nvSpPr>
          <p:spPr>
            <a:xfrm>
              <a:off x="7259589" y="19605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7" name="pt33997"/>
            <p:cNvSpPr/>
            <p:nvPr/>
          </p:nvSpPr>
          <p:spPr>
            <a:xfrm>
              <a:off x="7144905" y="20913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8" name="pt33998"/>
            <p:cNvSpPr/>
            <p:nvPr/>
          </p:nvSpPr>
          <p:spPr>
            <a:xfrm>
              <a:off x="7102950" y="21565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9" name="pt33999"/>
            <p:cNvSpPr/>
            <p:nvPr/>
          </p:nvSpPr>
          <p:spPr>
            <a:xfrm>
              <a:off x="7132724" y="22843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0" name="pt34000"/>
            <p:cNvSpPr/>
            <p:nvPr/>
          </p:nvSpPr>
          <p:spPr>
            <a:xfrm>
              <a:off x="7176532" y="20356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1" name="pt34001"/>
            <p:cNvSpPr/>
            <p:nvPr/>
          </p:nvSpPr>
          <p:spPr>
            <a:xfrm>
              <a:off x="7120970" y="2129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2" name="pt34002"/>
            <p:cNvSpPr/>
            <p:nvPr/>
          </p:nvSpPr>
          <p:spPr>
            <a:xfrm>
              <a:off x="6845284" y="23390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3" name="pt34003"/>
            <p:cNvSpPr/>
            <p:nvPr/>
          </p:nvSpPr>
          <p:spPr>
            <a:xfrm>
              <a:off x="7249353" y="20430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4" name="pt34004"/>
            <p:cNvSpPr/>
            <p:nvPr/>
          </p:nvSpPr>
          <p:spPr>
            <a:xfrm>
              <a:off x="7272537" y="19893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5" name="pt34005"/>
            <p:cNvSpPr/>
            <p:nvPr/>
          </p:nvSpPr>
          <p:spPr>
            <a:xfrm>
              <a:off x="7205590" y="2051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6" name="pt34006"/>
            <p:cNvSpPr/>
            <p:nvPr/>
          </p:nvSpPr>
          <p:spPr>
            <a:xfrm>
              <a:off x="7164797" y="22594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7" name="pt34007"/>
            <p:cNvSpPr/>
            <p:nvPr/>
          </p:nvSpPr>
          <p:spPr>
            <a:xfrm>
              <a:off x="7216164" y="22069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8" name="pt34008"/>
            <p:cNvSpPr/>
            <p:nvPr/>
          </p:nvSpPr>
          <p:spPr>
            <a:xfrm>
              <a:off x="7048077" y="18229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9" name="pt34009"/>
            <p:cNvSpPr/>
            <p:nvPr/>
          </p:nvSpPr>
          <p:spPr>
            <a:xfrm>
              <a:off x="7329585" y="21285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0" name="pt34010"/>
            <p:cNvSpPr/>
            <p:nvPr/>
          </p:nvSpPr>
          <p:spPr>
            <a:xfrm>
              <a:off x="6836569" y="22625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1" name="pt34011"/>
            <p:cNvSpPr/>
            <p:nvPr/>
          </p:nvSpPr>
          <p:spPr>
            <a:xfrm>
              <a:off x="7202504" y="21951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2" name="pt34012"/>
            <p:cNvSpPr/>
            <p:nvPr/>
          </p:nvSpPr>
          <p:spPr>
            <a:xfrm>
              <a:off x="7365748" y="20341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3" name="pt34013"/>
            <p:cNvSpPr/>
            <p:nvPr/>
          </p:nvSpPr>
          <p:spPr>
            <a:xfrm>
              <a:off x="7158200" y="20334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4" name="pt34014"/>
            <p:cNvSpPr/>
            <p:nvPr/>
          </p:nvSpPr>
          <p:spPr>
            <a:xfrm>
              <a:off x="7417606" y="23937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5" name="pt34015"/>
            <p:cNvSpPr/>
            <p:nvPr/>
          </p:nvSpPr>
          <p:spPr>
            <a:xfrm>
              <a:off x="7302059" y="2165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6" name="pt34016"/>
            <p:cNvSpPr/>
            <p:nvPr/>
          </p:nvSpPr>
          <p:spPr>
            <a:xfrm>
              <a:off x="7132743" y="2442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7" name="pt34017"/>
            <p:cNvSpPr/>
            <p:nvPr/>
          </p:nvSpPr>
          <p:spPr>
            <a:xfrm>
              <a:off x="7174537" y="20406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8" name="pt34018"/>
            <p:cNvSpPr/>
            <p:nvPr/>
          </p:nvSpPr>
          <p:spPr>
            <a:xfrm>
              <a:off x="7109714" y="21418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9" name="pt34019"/>
            <p:cNvSpPr/>
            <p:nvPr/>
          </p:nvSpPr>
          <p:spPr>
            <a:xfrm>
              <a:off x="7227377" y="22709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0" name="pt34020"/>
            <p:cNvSpPr/>
            <p:nvPr/>
          </p:nvSpPr>
          <p:spPr>
            <a:xfrm>
              <a:off x="7083663" y="21093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1" name="pt34021"/>
            <p:cNvSpPr/>
            <p:nvPr/>
          </p:nvSpPr>
          <p:spPr>
            <a:xfrm>
              <a:off x="7283006" y="20138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2" name="pt34022"/>
            <p:cNvSpPr/>
            <p:nvPr/>
          </p:nvSpPr>
          <p:spPr>
            <a:xfrm>
              <a:off x="7203051" y="2290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3" name="pt34023"/>
            <p:cNvSpPr/>
            <p:nvPr/>
          </p:nvSpPr>
          <p:spPr>
            <a:xfrm>
              <a:off x="7326153" y="21773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4" name="pt34024"/>
            <p:cNvSpPr/>
            <p:nvPr/>
          </p:nvSpPr>
          <p:spPr>
            <a:xfrm>
              <a:off x="7257604" y="20638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5" name="pt34025"/>
            <p:cNvSpPr/>
            <p:nvPr/>
          </p:nvSpPr>
          <p:spPr>
            <a:xfrm>
              <a:off x="7312670" y="19373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6" name="pt34026"/>
            <p:cNvSpPr/>
            <p:nvPr/>
          </p:nvSpPr>
          <p:spPr>
            <a:xfrm>
              <a:off x="7208081" y="21058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7" name="pt34027"/>
            <p:cNvSpPr/>
            <p:nvPr/>
          </p:nvSpPr>
          <p:spPr>
            <a:xfrm>
              <a:off x="7246705" y="21250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8" name="pt34028"/>
            <p:cNvSpPr/>
            <p:nvPr/>
          </p:nvSpPr>
          <p:spPr>
            <a:xfrm>
              <a:off x="7014417" y="19101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9" name="pt34029"/>
            <p:cNvSpPr/>
            <p:nvPr/>
          </p:nvSpPr>
          <p:spPr>
            <a:xfrm>
              <a:off x="7162172" y="20497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0" name="pt34030"/>
            <p:cNvSpPr/>
            <p:nvPr/>
          </p:nvSpPr>
          <p:spPr>
            <a:xfrm>
              <a:off x="7094121" y="21207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1" name="pt34031"/>
            <p:cNvSpPr/>
            <p:nvPr/>
          </p:nvSpPr>
          <p:spPr>
            <a:xfrm>
              <a:off x="7218085" y="20612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2" name="pt34032"/>
            <p:cNvSpPr/>
            <p:nvPr/>
          </p:nvSpPr>
          <p:spPr>
            <a:xfrm>
              <a:off x="7055974" y="20434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3" name="pt34033"/>
            <p:cNvSpPr/>
            <p:nvPr/>
          </p:nvSpPr>
          <p:spPr>
            <a:xfrm>
              <a:off x="7263851" y="20492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4" name="pt34034"/>
            <p:cNvSpPr/>
            <p:nvPr/>
          </p:nvSpPr>
          <p:spPr>
            <a:xfrm>
              <a:off x="7119548" y="21093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5" name="pt34035"/>
            <p:cNvSpPr/>
            <p:nvPr/>
          </p:nvSpPr>
          <p:spPr>
            <a:xfrm>
              <a:off x="7204765" y="22196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6" name="pt34036"/>
            <p:cNvSpPr/>
            <p:nvPr/>
          </p:nvSpPr>
          <p:spPr>
            <a:xfrm>
              <a:off x="6914861" y="2239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7" name="pt34037"/>
            <p:cNvSpPr/>
            <p:nvPr/>
          </p:nvSpPr>
          <p:spPr>
            <a:xfrm>
              <a:off x="7151045" y="20042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8" name="pt34038"/>
            <p:cNvSpPr/>
            <p:nvPr/>
          </p:nvSpPr>
          <p:spPr>
            <a:xfrm>
              <a:off x="7219794" y="20460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9" name="pt34039"/>
            <p:cNvSpPr/>
            <p:nvPr/>
          </p:nvSpPr>
          <p:spPr>
            <a:xfrm>
              <a:off x="7103263" y="21451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0" name="pt34040"/>
            <p:cNvSpPr/>
            <p:nvPr/>
          </p:nvSpPr>
          <p:spPr>
            <a:xfrm>
              <a:off x="6956370" y="20022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1" name="pt34041"/>
            <p:cNvSpPr/>
            <p:nvPr/>
          </p:nvSpPr>
          <p:spPr>
            <a:xfrm>
              <a:off x="6758610" y="24882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2" name="pt34042"/>
            <p:cNvSpPr/>
            <p:nvPr/>
          </p:nvSpPr>
          <p:spPr>
            <a:xfrm>
              <a:off x="7323837" y="2070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3" name="pt34043"/>
            <p:cNvSpPr/>
            <p:nvPr/>
          </p:nvSpPr>
          <p:spPr>
            <a:xfrm>
              <a:off x="7119531" y="21849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4" name="pt34044"/>
            <p:cNvSpPr/>
            <p:nvPr/>
          </p:nvSpPr>
          <p:spPr>
            <a:xfrm>
              <a:off x="7111926" y="21830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5" name="pt34045"/>
            <p:cNvSpPr/>
            <p:nvPr/>
          </p:nvSpPr>
          <p:spPr>
            <a:xfrm>
              <a:off x="7075772" y="22105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6" name="pt34046"/>
            <p:cNvSpPr/>
            <p:nvPr/>
          </p:nvSpPr>
          <p:spPr>
            <a:xfrm>
              <a:off x="7356594" y="21498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7" name="pt34047"/>
            <p:cNvSpPr/>
            <p:nvPr/>
          </p:nvSpPr>
          <p:spPr>
            <a:xfrm>
              <a:off x="7346962" y="2565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8" name="pt34048"/>
            <p:cNvSpPr/>
            <p:nvPr/>
          </p:nvSpPr>
          <p:spPr>
            <a:xfrm>
              <a:off x="7183096" y="19079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9" name="pt34049"/>
            <p:cNvSpPr/>
            <p:nvPr/>
          </p:nvSpPr>
          <p:spPr>
            <a:xfrm>
              <a:off x="7055925" y="20968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0" name="pt34050"/>
            <p:cNvSpPr/>
            <p:nvPr/>
          </p:nvSpPr>
          <p:spPr>
            <a:xfrm>
              <a:off x="7015828" y="19126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1" name="pt34051"/>
            <p:cNvSpPr/>
            <p:nvPr/>
          </p:nvSpPr>
          <p:spPr>
            <a:xfrm>
              <a:off x="7273996" y="20189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2" name="pt34052"/>
            <p:cNvSpPr/>
            <p:nvPr/>
          </p:nvSpPr>
          <p:spPr>
            <a:xfrm>
              <a:off x="6901901" y="22899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3" name="pt34053"/>
            <p:cNvSpPr/>
            <p:nvPr/>
          </p:nvSpPr>
          <p:spPr>
            <a:xfrm>
              <a:off x="7131839" y="22386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4" name="pt34054"/>
            <p:cNvSpPr/>
            <p:nvPr/>
          </p:nvSpPr>
          <p:spPr>
            <a:xfrm>
              <a:off x="7230030" y="20599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5" name="pt34055"/>
            <p:cNvSpPr/>
            <p:nvPr/>
          </p:nvSpPr>
          <p:spPr>
            <a:xfrm>
              <a:off x="7107777" y="21398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6" name="pt34056"/>
            <p:cNvSpPr/>
            <p:nvPr/>
          </p:nvSpPr>
          <p:spPr>
            <a:xfrm>
              <a:off x="7087320" y="21758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7" name="pt34057"/>
            <p:cNvSpPr/>
            <p:nvPr/>
          </p:nvSpPr>
          <p:spPr>
            <a:xfrm>
              <a:off x="7061961" y="21978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8" name="pt34058"/>
            <p:cNvSpPr/>
            <p:nvPr/>
          </p:nvSpPr>
          <p:spPr>
            <a:xfrm>
              <a:off x="7150555" y="20501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9" name="pt34059"/>
            <p:cNvSpPr/>
            <p:nvPr/>
          </p:nvSpPr>
          <p:spPr>
            <a:xfrm>
              <a:off x="7302736" y="21707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0" name="pt34060"/>
            <p:cNvSpPr/>
            <p:nvPr/>
          </p:nvSpPr>
          <p:spPr>
            <a:xfrm>
              <a:off x="7300700" y="19451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1" name="pt34061"/>
            <p:cNvSpPr/>
            <p:nvPr/>
          </p:nvSpPr>
          <p:spPr>
            <a:xfrm>
              <a:off x="7258072" y="19181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2" name="pt34062"/>
            <p:cNvSpPr/>
            <p:nvPr/>
          </p:nvSpPr>
          <p:spPr>
            <a:xfrm>
              <a:off x="6661952" y="21525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3" name="pt34063"/>
            <p:cNvSpPr/>
            <p:nvPr/>
          </p:nvSpPr>
          <p:spPr>
            <a:xfrm>
              <a:off x="7133101" y="23623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4" name="pt34064"/>
            <p:cNvSpPr/>
            <p:nvPr/>
          </p:nvSpPr>
          <p:spPr>
            <a:xfrm>
              <a:off x="7072213" y="2129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5" name="pt34065"/>
            <p:cNvSpPr/>
            <p:nvPr/>
          </p:nvSpPr>
          <p:spPr>
            <a:xfrm>
              <a:off x="7226216" y="22444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6" name="pt34066"/>
            <p:cNvSpPr/>
            <p:nvPr/>
          </p:nvSpPr>
          <p:spPr>
            <a:xfrm>
              <a:off x="7000286" y="1921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7" name="pt34067"/>
            <p:cNvSpPr/>
            <p:nvPr/>
          </p:nvSpPr>
          <p:spPr>
            <a:xfrm>
              <a:off x="7532165" y="19271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8" name="pt34068"/>
            <p:cNvSpPr/>
            <p:nvPr/>
          </p:nvSpPr>
          <p:spPr>
            <a:xfrm>
              <a:off x="7239532" y="20106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9" name="pt34069"/>
            <p:cNvSpPr/>
            <p:nvPr/>
          </p:nvSpPr>
          <p:spPr>
            <a:xfrm>
              <a:off x="7176851" y="21178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0" name="pt34070"/>
            <p:cNvSpPr/>
            <p:nvPr/>
          </p:nvSpPr>
          <p:spPr>
            <a:xfrm>
              <a:off x="7317796" y="20871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1" name="pt34071"/>
            <p:cNvSpPr/>
            <p:nvPr/>
          </p:nvSpPr>
          <p:spPr>
            <a:xfrm>
              <a:off x="7012062" y="19654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2" name="pt34072"/>
            <p:cNvSpPr/>
            <p:nvPr/>
          </p:nvSpPr>
          <p:spPr>
            <a:xfrm>
              <a:off x="7065803" y="21552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3" name="pt34073"/>
            <p:cNvSpPr/>
            <p:nvPr/>
          </p:nvSpPr>
          <p:spPr>
            <a:xfrm>
              <a:off x="7069161" y="19557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4" name="pt34074"/>
            <p:cNvSpPr/>
            <p:nvPr/>
          </p:nvSpPr>
          <p:spPr>
            <a:xfrm>
              <a:off x="7169657" y="22240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5" name="pt34075"/>
            <p:cNvSpPr/>
            <p:nvPr/>
          </p:nvSpPr>
          <p:spPr>
            <a:xfrm>
              <a:off x="6980787" y="18172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6" name="pt34076"/>
            <p:cNvSpPr/>
            <p:nvPr/>
          </p:nvSpPr>
          <p:spPr>
            <a:xfrm>
              <a:off x="7109635" y="21297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7" name="pt34077"/>
            <p:cNvSpPr/>
            <p:nvPr/>
          </p:nvSpPr>
          <p:spPr>
            <a:xfrm>
              <a:off x="7049857" y="18042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8" name="pt34078"/>
            <p:cNvSpPr/>
            <p:nvPr/>
          </p:nvSpPr>
          <p:spPr>
            <a:xfrm>
              <a:off x="7092472" y="21795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9" name="pt34079"/>
            <p:cNvSpPr/>
            <p:nvPr/>
          </p:nvSpPr>
          <p:spPr>
            <a:xfrm>
              <a:off x="7057983" y="22139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0" name="pt34080"/>
            <p:cNvSpPr/>
            <p:nvPr/>
          </p:nvSpPr>
          <p:spPr>
            <a:xfrm>
              <a:off x="7108471" y="20445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1" name="pt34081"/>
            <p:cNvSpPr/>
            <p:nvPr/>
          </p:nvSpPr>
          <p:spPr>
            <a:xfrm>
              <a:off x="7030955" y="22811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2" name="pt34082"/>
            <p:cNvSpPr/>
            <p:nvPr/>
          </p:nvSpPr>
          <p:spPr>
            <a:xfrm>
              <a:off x="7283981" y="19705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3" name="pt34083"/>
            <p:cNvSpPr/>
            <p:nvPr/>
          </p:nvSpPr>
          <p:spPr>
            <a:xfrm>
              <a:off x="7241524" y="20643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4" name="pt34084"/>
            <p:cNvSpPr/>
            <p:nvPr/>
          </p:nvSpPr>
          <p:spPr>
            <a:xfrm>
              <a:off x="7093544" y="21874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5" name="pt34085"/>
            <p:cNvSpPr/>
            <p:nvPr/>
          </p:nvSpPr>
          <p:spPr>
            <a:xfrm>
              <a:off x="7141311" y="2095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6" name="pt34086"/>
            <p:cNvSpPr/>
            <p:nvPr/>
          </p:nvSpPr>
          <p:spPr>
            <a:xfrm>
              <a:off x="7221669" y="17409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7" name="pt34087"/>
            <p:cNvSpPr/>
            <p:nvPr/>
          </p:nvSpPr>
          <p:spPr>
            <a:xfrm>
              <a:off x="6996918" y="18612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8" name="pt34088"/>
            <p:cNvSpPr/>
            <p:nvPr/>
          </p:nvSpPr>
          <p:spPr>
            <a:xfrm>
              <a:off x="7196707" y="23809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9" name="pt34089"/>
            <p:cNvSpPr/>
            <p:nvPr/>
          </p:nvSpPr>
          <p:spPr>
            <a:xfrm>
              <a:off x="7282389" y="2020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0" name="pt34090"/>
            <p:cNvSpPr/>
            <p:nvPr/>
          </p:nvSpPr>
          <p:spPr>
            <a:xfrm>
              <a:off x="7357330" y="23032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1" name="pt34091"/>
            <p:cNvSpPr/>
            <p:nvPr/>
          </p:nvSpPr>
          <p:spPr>
            <a:xfrm>
              <a:off x="7047493" y="21088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2" name="pt34092"/>
            <p:cNvSpPr/>
            <p:nvPr/>
          </p:nvSpPr>
          <p:spPr>
            <a:xfrm>
              <a:off x="7089024" y="22276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3" name="pt34093"/>
            <p:cNvSpPr/>
            <p:nvPr/>
          </p:nvSpPr>
          <p:spPr>
            <a:xfrm>
              <a:off x="7063787" y="21554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4" name="pt34094"/>
            <p:cNvSpPr/>
            <p:nvPr/>
          </p:nvSpPr>
          <p:spPr>
            <a:xfrm>
              <a:off x="7220836" y="17440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5" name="pt34095"/>
            <p:cNvSpPr/>
            <p:nvPr/>
          </p:nvSpPr>
          <p:spPr>
            <a:xfrm>
              <a:off x="7305834" y="20030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6" name="pt34096"/>
            <p:cNvSpPr/>
            <p:nvPr/>
          </p:nvSpPr>
          <p:spPr>
            <a:xfrm>
              <a:off x="6987884" y="19360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7" name="pt34097"/>
            <p:cNvSpPr/>
            <p:nvPr/>
          </p:nvSpPr>
          <p:spPr>
            <a:xfrm>
              <a:off x="7333685" y="22258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8" name="pt34098"/>
            <p:cNvSpPr/>
            <p:nvPr/>
          </p:nvSpPr>
          <p:spPr>
            <a:xfrm>
              <a:off x="7277977" y="18719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9" name="pt34099"/>
            <p:cNvSpPr/>
            <p:nvPr/>
          </p:nvSpPr>
          <p:spPr>
            <a:xfrm>
              <a:off x="7156966" y="20058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0" name="pt34100"/>
            <p:cNvSpPr/>
            <p:nvPr/>
          </p:nvSpPr>
          <p:spPr>
            <a:xfrm>
              <a:off x="7050198" y="19081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1" name="pt34101"/>
            <p:cNvSpPr/>
            <p:nvPr/>
          </p:nvSpPr>
          <p:spPr>
            <a:xfrm>
              <a:off x="7368598" y="2005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2" name="pt34102"/>
            <p:cNvSpPr/>
            <p:nvPr/>
          </p:nvSpPr>
          <p:spPr>
            <a:xfrm>
              <a:off x="7194334" y="23046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3" name="pt34103"/>
            <p:cNvSpPr/>
            <p:nvPr/>
          </p:nvSpPr>
          <p:spPr>
            <a:xfrm>
              <a:off x="7343814" y="23384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4" name="pt34104"/>
            <p:cNvSpPr/>
            <p:nvPr/>
          </p:nvSpPr>
          <p:spPr>
            <a:xfrm>
              <a:off x="7138511" y="23141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5" name="pt34105"/>
            <p:cNvSpPr/>
            <p:nvPr/>
          </p:nvSpPr>
          <p:spPr>
            <a:xfrm>
              <a:off x="7493968" y="2524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6" name="pt34106"/>
            <p:cNvSpPr/>
            <p:nvPr/>
          </p:nvSpPr>
          <p:spPr>
            <a:xfrm>
              <a:off x="7253893" y="21225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7" name="pt34107"/>
            <p:cNvSpPr/>
            <p:nvPr/>
          </p:nvSpPr>
          <p:spPr>
            <a:xfrm>
              <a:off x="7136281" y="23511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8" name="pt34108"/>
            <p:cNvSpPr/>
            <p:nvPr/>
          </p:nvSpPr>
          <p:spPr>
            <a:xfrm>
              <a:off x="7185019" y="21418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9" name="pt34109"/>
            <p:cNvSpPr/>
            <p:nvPr/>
          </p:nvSpPr>
          <p:spPr>
            <a:xfrm>
              <a:off x="7138059" y="23815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0" name="pt34110"/>
            <p:cNvSpPr/>
            <p:nvPr/>
          </p:nvSpPr>
          <p:spPr>
            <a:xfrm>
              <a:off x="7010518" y="17591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1" name="pt34111"/>
            <p:cNvSpPr/>
            <p:nvPr/>
          </p:nvSpPr>
          <p:spPr>
            <a:xfrm>
              <a:off x="7352455" y="25378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2" name="pt34112"/>
            <p:cNvSpPr/>
            <p:nvPr/>
          </p:nvSpPr>
          <p:spPr>
            <a:xfrm>
              <a:off x="7174862" y="20588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3" name="pt34113"/>
            <p:cNvSpPr/>
            <p:nvPr/>
          </p:nvSpPr>
          <p:spPr>
            <a:xfrm>
              <a:off x="7010817" y="18350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4" name="pt34114"/>
            <p:cNvSpPr/>
            <p:nvPr/>
          </p:nvSpPr>
          <p:spPr>
            <a:xfrm>
              <a:off x="7015188" y="18859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5" name="pt34115"/>
            <p:cNvSpPr/>
            <p:nvPr/>
          </p:nvSpPr>
          <p:spPr>
            <a:xfrm>
              <a:off x="7175759" y="19160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6" name="pt34116"/>
            <p:cNvSpPr/>
            <p:nvPr/>
          </p:nvSpPr>
          <p:spPr>
            <a:xfrm>
              <a:off x="7134613" y="22981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7" name="pt34117"/>
            <p:cNvSpPr/>
            <p:nvPr/>
          </p:nvSpPr>
          <p:spPr>
            <a:xfrm>
              <a:off x="7234277" y="22154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8" name="pt34118"/>
            <p:cNvSpPr/>
            <p:nvPr/>
          </p:nvSpPr>
          <p:spPr>
            <a:xfrm>
              <a:off x="7338594" y="25376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9" name="pt34119"/>
            <p:cNvSpPr/>
            <p:nvPr/>
          </p:nvSpPr>
          <p:spPr>
            <a:xfrm>
              <a:off x="7307357" y="20906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0" name="pt34120"/>
            <p:cNvSpPr/>
            <p:nvPr/>
          </p:nvSpPr>
          <p:spPr>
            <a:xfrm>
              <a:off x="7324812" y="21509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1" name="pt34121"/>
            <p:cNvSpPr/>
            <p:nvPr/>
          </p:nvSpPr>
          <p:spPr>
            <a:xfrm>
              <a:off x="7215173" y="21505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2" name="pt34122"/>
            <p:cNvSpPr/>
            <p:nvPr/>
          </p:nvSpPr>
          <p:spPr>
            <a:xfrm>
              <a:off x="7222208" y="15592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3" name="pt34123"/>
            <p:cNvSpPr/>
            <p:nvPr/>
          </p:nvSpPr>
          <p:spPr>
            <a:xfrm>
              <a:off x="7417583" y="27895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4" name="pt34124"/>
            <p:cNvSpPr/>
            <p:nvPr/>
          </p:nvSpPr>
          <p:spPr>
            <a:xfrm>
              <a:off x="7042245" y="21489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5" name="pt34125"/>
            <p:cNvSpPr/>
            <p:nvPr/>
          </p:nvSpPr>
          <p:spPr>
            <a:xfrm>
              <a:off x="7150361" y="19942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6" name="pt34126"/>
            <p:cNvSpPr/>
            <p:nvPr/>
          </p:nvSpPr>
          <p:spPr>
            <a:xfrm>
              <a:off x="6989248" y="19449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7" name="pt34127"/>
            <p:cNvSpPr/>
            <p:nvPr/>
          </p:nvSpPr>
          <p:spPr>
            <a:xfrm>
              <a:off x="7149178" y="21049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8" name="pt34128"/>
            <p:cNvSpPr/>
            <p:nvPr/>
          </p:nvSpPr>
          <p:spPr>
            <a:xfrm>
              <a:off x="7177684" y="20613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9" name="pt34129"/>
            <p:cNvSpPr/>
            <p:nvPr/>
          </p:nvSpPr>
          <p:spPr>
            <a:xfrm>
              <a:off x="7020188" y="21034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0" name="pt34130"/>
            <p:cNvSpPr/>
            <p:nvPr/>
          </p:nvSpPr>
          <p:spPr>
            <a:xfrm>
              <a:off x="6890239" y="22637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1" name="pt34131"/>
            <p:cNvSpPr/>
            <p:nvPr/>
          </p:nvSpPr>
          <p:spPr>
            <a:xfrm>
              <a:off x="6995685" y="18948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2" name="pt34132"/>
            <p:cNvSpPr/>
            <p:nvPr/>
          </p:nvSpPr>
          <p:spPr>
            <a:xfrm>
              <a:off x="7169910" y="22320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3" name="pt34133"/>
            <p:cNvSpPr/>
            <p:nvPr/>
          </p:nvSpPr>
          <p:spPr>
            <a:xfrm>
              <a:off x="7321519" y="23310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4" name="pt34134"/>
            <p:cNvSpPr/>
            <p:nvPr/>
          </p:nvSpPr>
          <p:spPr>
            <a:xfrm>
              <a:off x="7178404" y="21126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5" name="pt34135"/>
            <p:cNvSpPr/>
            <p:nvPr/>
          </p:nvSpPr>
          <p:spPr>
            <a:xfrm>
              <a:off x="6682461" y="23710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6" name="pt34136"/>
            <p:cNvSpPr/>
            <p:nvPr/>
          </p:nvSpPr>
          <p:spPr>
            <a:xfrm>
              <a:off x="6928569" y="22897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7" name="pt34137"/>
            <p:cNvSpPr/>
            <p:nvPr/>
          </p:nvSpPr>
          <p:spPr>
            <a:xfrm>
              <a:off x="7137665" y="22488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8" name="pt34138"/>
            <p:cNvSpPr/>
            <p:nvPr/>
          </p:nvSpPr>
          <p:spPr>
            <a:xfrm>
              <a:off x="7155498" y="19964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9" name="pt34139"/>
            <p:cNvSpPr/>
            <p:nvPr/>
          </p:nvSpPr>
          <p:spPr>
            <a:xfrm>
              <a:off x="7104199" y="2075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0" name="pt34140"/>
            <p:cNvSpPr/>
            <p:nvPr/>
          </p:nvSpPr>
          <p:spPr>
            <a:xfrm>
              <a:off x="7069643" y="20144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1" name="pt34141"/>
            <p:cNvSpPr/>
            <p:nvPr/>
          </p:nvSpPr>
          <p:spPr>
            <a:xfrm>
              <a:off x="7148151" y="20819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2" name="pt34142"/>
            <p:cNvSpPr/>
            <p:nvPr/>
          </p:nvSpPr>
          <p:spPr>
            <a:xfrm>
              <a:off x="7338976" y="25091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3" name="pt34143"/>
            <p:cNvSpPr/>
            <p:nvPr/>
          </p:nvSpPr>
          <p:spPr>
            <a:xfrm>
              <a:off x="7102250" y="21122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4" name="pt34144"/>
            <p:cNvSpPr/>
            <p:nvPr/>
          </p:nvSpPr>
          <p:spPr>
            <a:xfrm>
              <a:off x="8082272" y="24947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5" name="pt34145"/>
            <p:cNvSpPr/>
            <p:nvPr/>
          </p:nvSpPr>
          <p:spPr>
            <a:xfrm>
              <a:off x="6928682" y="21484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6" name="pt34146"/>
            <p:cNvSpPr/>
            <p:nvPr/>
          </p:nvSpPr>
          <p:spPr>
            <a:xfrm>
              <a:off x="7221447" y="17950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7" name="pt34147"/>
            <p:cNvSpPr/>
            <p:nvPr/>
          </p:nvSpPr>
          <p:spPr>
            <a:xfrm>
              <a:off x="6789611" y="22927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8" name="pt34148"/>
            <p:cNvSpPr/>
            <p:nvPr/>
          </p:nvSpPr>
          <p:spPr>
            <a:xfrm>
              <a:off x="6953582" y="20955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9" name="pt34149"/>
            <p:cNvSpPr/>
            <p:nvPr/>
          </p:nvSpPr>
          <p:spPr>
            <a:xfrm>
              <a:off x="7051287" y="20886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0" name="pt34150"/>
            <p:cNvSpPr/>
            <p:nvPr/>
          </p:nvSpPr>
          <p:spPr>
            <a:xfrm>
              <a:off x="6991486" y="19650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1" name="pt34151"/>
            <p:cNvSpPr/>
            <p:nvPr/>
          </p:nvSpPr>
          <p:spPr>
            <a:xfrm>
              <a:off x="6968636" y="20911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2" name="pt34152"/>
            <p:cNvSpPr/>
            <p:nvPr/>
          </p:nvSpPr>
          <p:spPr>
            <a:xfrm>
              <a:off x="6954973" y="20792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3" name="pt34153"/>
            <p:cNvSpPr/>
            <p:nvPr/>
          </p:nvSpPr>
          <p:spPr>
            <a:xfrm>
              <a:off x="7045960" y="20652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4" name="pt34154"/>
            <p:cNvSpPr/>
            <p:nvPr/>
          </p:nvSpPr>
          <p:spPr>
            <a:xfrm>
              <a:off x="7128396" y="23695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5" name="pt34155"/>
            <p:cNvSpPr/>
            <p:nvPr/>
          </p:nvSpPr>
          <p:spPr>
            <a:xfrm>
              <a:off x="7000671" y="18417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6" name="pt34156"/>
            <p:cNvSpPr/>
            <p:nvPr/>
          </p:nvSpPr>
          <p:spPr>
            <a:xfrm>
              <a:off x="7262478" y="21171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7" name="pt34157"/>
            <p:cNvSpPr/>
            <p:nvPr/>
          </p:nvSpPr>
          <p:spPr>
            <a:xfrm>
              <a:off x="7273895" y="20534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8" name="pt34158"/>
            <p:cNvSpPr/>
            <p:nvPr/>
          </p:nvSpPr>
          <p:spPr>
            <a:xfrm>
              <a:off x="6961900" y="20400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9" name="pt34159"/>
            <p:cNvSpPr/>
            <p:nvPr/>
          </p:nvSpPr>
          <p:spPr>
            <a:xfrm>
              <a:off x="7115935" y="21592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0" name="pt34160"/>
            <p:cNvSpPr/>
            <p:nvPr/>
          </p:nvSpPr>
          <p:spPr>
            <a:xfrm>
              <a:off x="6946048" y="19514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1" name="pt34161"/>
            <p:cNvSpPr/>
            <p:nvPr/>
          </p:nvSpPr>
          <p:spPr>
            <a:xfrm>
              <a:off x="7268901" y="17227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2" name="pt34162"/>
            <p:cNvSpPr/>
            <p:nvPr/>
          </p:nvSpPr>
          <p:spPr>
            <a:xfrm>
              <a:off x="7138115" y="23015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3" name="pt34163"/>
            <p:cNvSpPr/>
            <p:nvPr/>
          </p:nvSpPr>
          <p:spPr>
            <a:xfrm>
              <a:off x="7166651" y="21864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4" name="pt34164"/>
            <p:cNvSpPr/>
            <p:nvPr/>
          </p:nvSpPr>
          <p:spPr>
            <a:xfrm>
              <a:off x="6975149" y="20057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5" name="pt34165"/>
            <p:cNvSpPr/>
            <p:nvPr/>
          </p:nvSpPr>
          <p:spPr>
            <a:xfrm>
              <a:off x="7446138" y="21059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6" name="pt34166"/>
            <p:cNvSpPr/>
            <p:nvPr/>
          </p:nvSpPr>
          <p:spPr>
            <a:xfrm>
              <a:off x="7050191" y="18198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7" name="pt34167"/>
            <p:cNvSpPr/>
            <p:nvPr/>
          </p:nvSpPr>
          <p:spPr>
            <a:xfrm>
              <a:off x="7249045" y="21391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8" name="pt34168"/>
            <p:cNvSpPr/>
            <p:nvPr/>
          </p:nvSpPr>
          <p:spPr>
            <a:xfrm>
              <a:off x="6802272" y="21116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9" name="pt34169"/>
            <p:cNvSpPr/>
            <p:nvPr/>
          </p:nvSpPr>
          <p:spPr>
            <a:xfrm>
              <a:off x="7158455" y="20685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0" name="pt34170"/>
            <p:cNvSpPr/>
            <p:nvPr/>
          </p:nvSpPr>
          <p:spPr>
            <a:xfrm>
              <a:off x="6977551" y="18862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1" name="pt34171"/>
            <p:cNvSpPr/>
            <p:nvPr/>
          </p:nvSpPr>
          <p:spPr>
            <a:xfrm>
              <a:off x="7092536" y="2186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2" name="pt34172"/>
            <p:cNvSpPr/>
            <p:nvPr/>
          </p:nvSpPr>
          <p:spPr>
            <a:xfrm>
              <a:off x="7111843" y="21868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3" name="pt34173"/>
            <p:cNvSpPr/>
            <p:nvPr/>
          </p:nvSpPr>
          <p:spPr>
            <a:xfrm>
              <a:off x="7235180" y="22009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4" name="pt34174"/>
            <p:cNvSpPr/>
            <p:nvPr/>
          </p:nvSpPr>
          <p:spPr>
            <a:xfrm>
              <a:off x="6956487" y="20997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5" name="pt34175"/>
            <p:cNvSpPr/>
            <p:nvPr/>
          </p:nvSpPr>
          <p:spPr>
            <a:xfrm>
              <a:off x="6982984" y="21169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6" name="pt34176"/>
            <p:cNvSpPr/>
            <p:nvPr/>
          </p:nvSpPr>
          <p:spPr>
            <a:xfrm>
              <a:off x="7205922" y="22278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7" name="pt34177"/>
            <p:cNvSpPr/>
            <p:nvPr/>
          </p:nvSpPr>
          <p:spPr>
            <a:xfrm>
              <a:off x="6979931" y="18566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8" name="pt34178"/>
            <p:cNvSpPr/>
            <p:nvPr/>
          </p:nvSpPr>
          <p:spPr>
            <a:xfrm>
              <a:off x="7008226" y="19747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9" name="pt34179"/>
            <p:cNvSpPr/>
            <p:nvPr/>
          </p:nvSpPr>
          <p:spPr>
            <a:xfrm>
              <a:off x="7324255" y="23252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0" name="pt34180"/>
            <p:cNvSpPr/>
            <p:nvPr/>
          </p:nvSpPr>
          <p:spPr>
            <a:xfrm>
              <a:off x="7117971" y="22365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1" name="pt34181"/>
            <p:cNvSpPr/>
            <p:nvPr/>
          </p:nvSpPr>
          <p:spPr>
            <a:xfrm>
              <a:off x="7211280" y="20694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2" name="pt34182"/>
            <p:cNvSpPr/>
            <p:nvPr/>
          </p:nvSpPr>
          <p:spPr>
            <a:xfrm>
              <a:off x="7097231" y="21603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3" name="pt34183"/>
            <p:cNvSpPr/>
            <p:nvPr/>
          </p:nvSpPr>
          <p:spPr>
            <a:xfrm>
              <a:off x="7215361" y="2181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4" name="pt34184"/>
            <p:cNvSpPr/>
            <p:nvPr/>
          </p:nvSpPr>
          <p:spPr>
            <a:xfrm>
              <a:off x="7198894" y="21648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5" name="pt34185"/>
            <p:cNvSpPr/>
            <p:nvPr/>
          </p:nvSpPr>
          <p:spPr>
            <a:xfrm>
              <a:off x="7204471" y="22035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6" name="pt34186"/>
            <p:cNvSpPr/>
            <p:nvPr/>
          </p:nvSpPr>
          <p:spPr>
            <a:xfrm>
              <a:off x="6875922" y="1641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7" name="pt34187"/>
            <p:cNvSpPr/>
            <p:nvPr/>
          </p:nvSpPr>
          <p:spPr>
            <a:xfrm>
              <a:off x="7215184" y="20948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8" name="pt34188"/>
            <p:cNvSpPr/>
            <p:nvPr/>
          </p:nvSpPr>
          <p:spPr>
            <a:xfrm>
              <a:off x="7142387" y="21208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9" name="pt34189"/>
            <p:cNvSpPr/>
            <p:nvPr/>
          </p:nvSpPr>
          <p:spPr>
            <a:xfrm>
              <a:off x="7418997" y="28134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0" name="pt34190"/>
            <p:cNvSpPr/>
            <p:nvPr/>
          </p:nvSpPr>
          <p:spPr>
            <a:xfrm>
              <a:off x="7096576" y="21999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1" name="pt34191"/>
            <p:cNvSpPr/>
            <p:nvPr/>
          </p:nvSpPr>
          <p:spPr>
            <a:xfrm>
              <a:off x="7097376" y="22071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2" name="pt34192"/>
            <p:cNvSpPr/>
            <p:nvPr/>
          </p:nvSpPr>
          <p:spPr>
            <a:xfrm>
              <a:off x="7132545" y="23545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3" name="pt34193"/>
            <p:cNvSpPr/>
            <p:nvPr/>
          </p:nvSpPr>
          <p:spPr>
            <a:xfrm>
              <a:off x="7040934" y="22760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4" name="pt34194"/>
            <p:cNvSpPr/>
            <p:nvPr/>
          </p:nvSpPr>
          <p:spPr>
            <a:xfrm>
              <a:off x="7181733" y="20520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5" name="pt34195"/>
            <p:cNvSpPr/>
            <p:nvPr/>
          </p:nvSpPr>
          <p:spPr>
            <a:xfrm>
              <a:off x="7117463" y="20637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6" name="pt34196"/>
            <p:cNvSpPr/>
            <p:nvPr/>
          </p:nvSpPr>
          <p:spPr>
            <a:xfrm>
              <a:off x="7326016" y="21469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7" name="pt34197"/>
            <p:cNvSpPr/>
            <p:nvPr/>
          </p:nvSpPr>
          <p:spPr>
            <a:xfrm>
              <a:off x="7007609" y="19089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8" name="pt34198"/>
            <p:cNvSpPr/>
            <p:nvPr/>
          </p:nvSpPr>
          <p:spPr>
            <a:xfrm>
              <a:off x="7053648" y="20630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9" name="pt34199"/>
            <p:cNvSpPr/>
            <p:nvPr/>
          </p:nvSpPr>
          <p:spPr>
            <a:xfrm>
              <a:off x="7236644" y="22479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0" name="pt34200"/>
            <p:cNvSpPr/>
            <p:nvPr/>
          </p:nvSpPr>
          <p:spPr>
            <a:xfrm>
              <a:off x="7122998" y="21481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1" name="pt34201"/>
            <p:cNvSpPr/>
            <p:nvPr/>
          </p:nvSpPr>
          <p:spPr>
            <a:xfrm>
              <a:off x="6693258" y="22651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2" name="pt34202"/>
            <p:cNvSpPr/>
            <p:nvPr/>
          </p:nvSpPr>
          <p:spPr>
            <a:xfrm>
              <a:off x="6889662" y="19740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3" name="pt34203"/>
            <p:cNvSpPr/>
            <p:nvPr/>
          </p:nvSpPr>
          <p:spPr>
            <a:xfrm>
              <a:off x="7102349" y="20502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4" name="pt34204"/>
            <p:cNvSpPr/>
            <p:nvPr/>
          </p:nvSpPr>
          <p:spPr>
            <a:xfrm>
              <a:off x="6808200" y="21188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5" name="pt34205"/>
            <p:cNvSpPr/>
            <p:nvPr/>
          </p:nvSpPr>
          <p:spPr>
            <a:xfrm>
              <a:off x="7308188" y="20569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6" name="pt34206"/>
            <p:cNvSpPr/>
            <p:nvPr/>
          </p:nvSpPr>
          <p:spPr>
            <a:xfrm>
              <a:off x="7223338" y="19252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7" name="pt34207"/>
            <p:cNvSpPr/>
            <p:nvPr/>
          </p:nvSpPr>
          <p:spPr>
            <a:xfrm>
              <a:off x="7288178" y="19645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8" name="pt34208"/>
            <p:cNvSpPr/>
            <p:nvPr/>
          </p:nvSpPr>
          <p:spPr>
            <a:xfrm>
              <a:off x="7165911" y="21330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9" name="pt34209"/>
            <p:cNvSpPr/>
            <p:nvPr/>
          </p:nvSpPr>
          <p:spPr>
            <a:xfrm>
              <a:off x="6938894" y="21436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0" name="pt34210"/>
            <p:cNvSpPr/>
            <p:nvPr/>
          </p:nvSpPr>
          <p:spPr>
            <a:xfrm>
              <a:off x="7273450" y="20059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1" name="pt34211"/>
            <p:cNvSpPr/>
            <p:nvPr/>
          </p:nvSpPr>
          <p:spPr>
            <a:xfrm>
              <a:off x="7054913" y="20816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2" name="pt34212"/>
            <p:cNvSpPr/>
            <p:nvPr/>
          </p:nvSpPr>
          <p:spPr>
            <a:xfrm>
              <a:off x="7226512" y="22765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3" name="pt34213"/>
            <p:cNvSpPr/>
            <p:nvPr/>
          </p:nvSpPr>
          <p:spPr>
            <a:xfrm>
              <a:off x="7239888" y="22024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4" name="pt34214"/>
            <p:cNvSpPr/>
            <p:nvPr/>
          </p:nvSpPr>
          <p:spPr>
            <a:xfrm>
              <a:off x="7031005" y="21182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5" name="pt34215"/>
            <p:cNvSpPr/>
            <p:nvPr/>
          </p:nvSpPr>
          <p:spPr>
            <a:xfrm>
              <a:off x="7236736" y="20731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6" name="pt34216"/>
            <p:cNvSpPr/>
            <p:nvPr/>
          </p:nvSpPr>
          <p:spPr>
            <a:xfrm>
              <a:off x="7296272" y="20227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7" name="pt34217"/>
            <p:cNvSpPr/>
            <p:nvPr/>
          </p:nvSpPr>
          <p:spPr>
            <a:xfrm>
              <a:off x="6690619" y="20273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8" name="pt34218"/>
            <p:cNvSpPr/>
            <p:nvPr/>
          </p:nvSpPr>
          <p:spPr>
            <a:xfrm>
              <a:off x="6921750" y="20820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9" name="pt34219"/>
            <p:cNvSpPr/>
            <p:nvPr/>
          </p:nvSpPr>
          <p:spPr>
            <a:xfrm>
              <a:off x="7075976" y="21632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0" name="pt34220"/>
            <p:cNvSpPr/>
            <p:nvPr/>
          </p:nvSpPr>
          <p:spPr>
            <a:xfrm>
              <a:off x="6884125" y="21086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1" name="pt34221"/>
            <p:cNvSpPr/>
            <p:nvPr/>
          </p:nvSpPr>
          <p:spPr>
            <a:xfrm>
              <a:off x="7196460" y="22082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2" name="pt34222"/>
            <p:cNvSpPr/>
            <p:nvPr/>
          </p:nvSpPr>
          <p:spPr>
            <a:xfrm>
              <a:off x="7132773" y="22912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3" name="pt34223"/>
            <p:cNvSpPr/>
            <p:nvPr/>
          </p:nvSpPr>
          <p:spPr>
            <a:xfrm>
              <a:off x="7359072" y="21865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4" name="pt34224"/>
            <p:cNvSpPr/>
            <p:nvPr/>
          </p:nvSpPr>
          <p:spPr>
            <a:xfrm>
              <a:off x="7162152" y="21459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5" name="pt34225"/>
            <p:cNvSpPr/>
            <p:nvPr/>
          </p:nvSpPr>
          <p:spPr>
            <a:xfrm>
              <a:off x="6903875" y="20815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6" name="pt34226"/>
            <p:cNvSpPr/>
            <p:nvPr/>
          </p:nvSpPr>
          <p:spPr>
            <a:xfrm>
              <a:off x="7121042" y="21855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7" name="pt34227"/>
            <p:cNvSpPr/>
            <p:nvPr/>
          </p:nvSpPr>
          <p:spPr>
            <a:xfrm>
              <a:off x="6997058" y="20406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8" name="pt34228"/>
            <p:cNvSpPr/>
            <p:nvPr/>
          </p:nvSpPr>
          <p:spPr>
            <a:xfrm>
              <a:off x="7157463" y="20248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9" name="pt34229"/>
            <p:cNvSpPr/>
            <p:nvPr/>
          </p:nvSpPr>
          <p:spPr>
            <a:xfrm>
              <a:off x="7067331" y="2064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0" name="pt34230"/>
            <p:cNvSpPr/>
            <p:nvPr/>
          </p:nvSpPr>
          <p:spPr>
            <a:xfrm>
              <a:off x="7147467" y="20841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1" name="pt34231"/>
            <p:cNvSpPr/>
            <p:nvPr/>
          </p:nvSpPr>
          <p:spPr>
            <a:xfrm>
              <a:off x="7184981" y="20629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2" name="pt34232"/>
            <p:cNvSpPr/>
            <p:nvPr/>
          </p:nvSpPr>
          <p:spPr>
            <a:xfrm>
              <a:off x="7393449" y="21544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3" name="pt34233"/>
            <p:cNvSpPr/>
            <p:nvPr/>
          </p:nvSpPr>
          <p:spPr>
            <a:xfrm>
              <a:off x="7005094" y="20593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4" name="pt34234"/>
            <p:cNvSpPr/>
            <p:nvPr/>
          </p:nvSpPr>
          <p:spPr>
            <a:xfrm>
              <a:off x="7220528" y="18896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5" name="pt34235"/>
            <p:cNvSpPr/>
            <p:nvPr/>
          </p:nvSpPr>
          <p:spPr>
            <a:xfrm>
              <a:off x="7373928" y="20740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6" name="pt34236"/>
            <p:cNvSpPr/>
            <p:nvPr/>
          </p:nvSpPr>
          <p:spPr>
            <a:xfrm>
              <a:off x="6837092" y="21427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7" name="pt34237"/>
            <p:cNvSpPr/>
            <p:nvPr/>
          </p:nvSpPr>
          <p:spPr>
            <a:xfrm>
              <a:off x="7150500" y="19937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8" name="pt34238"/>
            <p:cNvSpPr/>
            <p:nvPr/>
          </p:nvSpPr>
          <p:spPr>
            <a:xfrm>
              <a:off x="7079978" y="23051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9" name="pt34239"/>
            <p:cNvSpPr/>
            <p:nvPr/>
          </p:nvSpPr>
          <p:spPr>
            <a:xfrm>
              <a:off x="7226469" y="22650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0" name="pt34240"/>
            <p:cNvSpPr/>
            <p:nvPr/>
          </p:nvSpPr>
          <p:spPr>
            <a:xfrm>
              <a:off x="6959164" y="20078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1" name="pt34241"/>
            <p:cNvSpPr/>
            <p:nvPr/>
          </p:nvSpPr>
          <p:spPr>
            <a:xfrm>
              <a:off x="7158428" y="20084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2" name="pt34242"/>
            <p:cNvSpPr/>
            <p:nvPr/>
          </p:nvSpPr>
          <p:spPr>
            <a:xfrm>
              <a:off x="7141542" y="21400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3" name="pt34243"/>
            <p:cNvSpPr/>
            <p:nvPr/>
          </p:nvSpPr>
          <p:spPr>
            <a:xfrm>
              <a:off x="7084317" y="20782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4" name="pt34244"/>
            <p:cNvSpPr/>
            <p:nvPr/>
          </p:nvSpPr>
          <p:spPr>
            <a:xfrm>
              <a:off x="7085784" y="21950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5" name="pt34245"/>
            <p:cNvSpPr/>
            <p:nvPr/>
          </p:nvSpPr>
          <p:spPr>
            <a:xfrm>
              <a:off x="7371690" y="19119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6" name="pt34246"/>
            <p:cNvSpPr/>
            <p:nvPr/>
          </p:nvSpPr>
          <p:spPr>
            <a:xfrm>
              <a:off x="7097520" y="21077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7" name="pt34247"/>
            <p:cNvSpPr/>
            <p:nvPr/>
          </p:nvSpPr>
          <p:spPr>
            <a:xfrm>
              <a:off x="7207461" y="23701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8" name="pt34248"/>
            <p:cNvSpPr/>
            <p:nvPr/>
          </p:nvSpPr>
          <p:spPr>
            <a:xfrm>
              <a:off x="7064795" y="20952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9" name="pt34249"/>
            <p:cNvSpPr/>
            <p:nvPr/>
          </p:nvSpPr>
          <p:spPr>
            <a:xfrm>
              <a:off x="6838131" y="22999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0" name="pt34250"/>
            <p:cNvSpPr/>
            <p:nvPr/>
          </p:nvSpPr>
          <p:spPr>
            <a:xfrm>
              <a:off x="6932400" y="19602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1" name="pt34251"/>
            <p:cNvSpPr/>
            <p:nvPr/>
          </p:nvSpPr>
          <p:spPr>
            <a:xfrm>
              <a:off x="7241133" y="20220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2" name="pt34252"/>
            <p:cNvSpPr/>
            <p:nvPr/>
          </p:nvSpPr>
          <p:spPr>
            <a:xfrm>
              <a:off x="7023794" y="22560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3" name="pt34253"/>
            <p:cNvSpPr/>
            <p:nvPr/>
          </p:nvSpPr>
          <p:spPr>
            <a:xfrm>
              <a:off x="6898761" y="21993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4" name="pt34254"/>
            <p:cNvSpPr/>
            <p:nvPr/>
          </p:nvSpPr>
          <p:spPr>
            <a:xfrm>
              <a:off x="7007764" y="19408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5" name="pt34255"/>
            <p:cNvSpPr/>
            <p:nvPr/>
          </p:nvSpPr>
          <p:spPr>
            <a:xfrm>
              <a:off x="6841388" y="23520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6" name="pt34256"/>
            <p:cNvSpPr/>
            <p:nvPr/>
          </p:nvSpPr>
          <p:spPr>
            <a:xfrm>
              <a:off x="7329736" y="22033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7" name="pt34257"/>
            <p:cNvSpPr/>
            <p:nvPr/>
          </p:nvSpPr>
          <p:spPr>
            <a:xfrm>
              <a:off x="7204447" y="20991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8" name="pt34258"/>
            <p:cNvSpPr/>
            <p:nvPr/>
          </p:nvSpPr>
          <p:spPr>
            <a:xfrm>
              <a:off x="7113501" y="20956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9" name="pt34259"/>
            <p:cNvSpPr/>
            <p:nvPr/>
          </p:nvSpPr>
          <p:spPr>
            <a:xfrm>
              <a:off x="7360342" y="22715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0" name="pt34260"/>
            <p:cNvSpPr/>
            <p:nvPr/>
          </p:nvSpPr>
          <p:spPr>
            <a:xfrm>
              <a:off x="7135131" y="22315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1" name="pt34261"/>
            <p:cNvSpPr/>
            <p:nvPr/>
          </p:nvSpPr>
          <p:spPr>
            <a:xfrm>
              <a:off x="7264863" y="20298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2" name="pt34262"/>
            <p:cNvSpPr/>
            <p:nvPr/>
          </p:nvSpPr>
          <p:spPr>
            <a:xfrm>
              <a:off x="7146722" y="20725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3" name="pt34263"/>
            <p:cNvSpPr/>
            <p:nvPr/>
          </p:nvSpPr>
          <p:spPr>
            <a:xfrm>
              <a:off x="7022750" y="2291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4" name="pt34264"/>
            <p:cNvSpPr/>
            <p:nvPr/>
          </p:nvSpPr>
          <p:spPr>
            <a:xfrm>
              <a:off x="7174595" y="20657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5" name="pt34265"/>
            <p:cNvSpPr/>
            <p:nvPr/>
          </p:nvSpPr>
          <p:spPr>
            <a:xfrm>
              <a:off x="7397480" y="26790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6" name="pt34266"/>
            <p:cNvSpPr/>
            <p:nvPr/>
          </p:nvSpPr>
          <p:spPr>
            <a:xfrm>
              <a:off x="7103571" y="21617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7" name="pt34267"/>
            <p:cNvSpPr/>
            <p:nvPr/>
          </p:nvSpPr>
          <p:spPr>
            <a:xfrm>
              <a:off x="7052727" y="21325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8" name="pt34268"/>
            <p:cNvSpPr/>
            <p:nvPr/>
          </p:nvSpPr>
          <p:spPr>
            <a:xfrm>
              <a:off x="7311229" y="19038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9" name="pt34269"/>
            <p:cNvSpPr/>
            <p:nvPr/>
          </p:nvSpPr>
          <p:spPr>
            <a:xfrm>
              <a:off x="7070399" y="21867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0" name="pt34270"/>
            <p:cNvSpPr/>
            <p:nvPr/>
          </p:nvSpPr>
          <p:spPr>
            <a:xfrm>
              <a:off x="7470930" y="29147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1" name="pt34271"/>
            <p:cNvSpPr/>
            <p:nvPr/>
          </p:nvSpPr>
          <p:spPr>
            <a:xfrm>
              <a:off x="7341806" y="25666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2" name="pt34272"/>
            <p:cNvSpPr/>
            <p:nvPr/>
          </p:nvSpPr>
          <p:spPr>
            <a:xfrm>
              <a:off x="7203238" y="20861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3" name="pt34273"/>
            <p:cNvSpPr/>
            <p:nvPr/>
          </p:nvSpPr>
          <p:spPr>
            <a:xfrm>
              <a:off x="7033198" y="22848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4" name="pt34274"/>
            <p:cNvSpPr/>
            <p:nvPr/>
          </p:nvSpPr>
          <p:spPr>
            <a:xfrm>
              <a:off x="7194933" y="22683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5" name="pt34275"/>
            <p:cNvSpPr/>
            <p:nvPr/>
          </p:nvSpPr>
          <p:spPr>
            <a:xfrm>
              <a:off x="7332962" y="2092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6" name="pt34276"/>
            <p:cNvSpPr/>
            <p:nvPr/>
          </p:nvSpPr>
          <p:spPr>
            <a:xfrm>
              <a:off x="7206029" y="22196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7" name="pt34277"/>
            <p:cNvSpPr/>
            <p:nvPr/>
          </p:nvSpPr>
          <p:spPr>
            <a:xfrm>
              <a:off x="7041029" y="22780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8" name="pt34278"/>
            <p:cNvSpPr/>
            <p:nvPr/>
          </p:nvSpPr>
          <p:spPr>
            <a:xfrm>
              <a:off x="7220238" y="17676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9" name="pt34279"/>
            <p:cNvSpPr/>
            <p:nvPr/>
          </p:nvSpPr>
          <p:spPr>
            <a:xfrm>
              <a:off x="7211840" y="22278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0" name="pt34280"/>
            <p:cNvSpPr/>
            <p:nvPr/>
          </p:nvSpPr>
          <p:spPr>
            <a:xfrm>
              <a:off x="6916637" y="21413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1" name="pt34281"/>
            <p:cNvSpPr/>
            <p:nvPr/>
          </p:nvSpPr>
          <p:spPr>
            <a:xfrm>
              <a:off x="7316622" y="19536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2" name="pt34282"/>
            <p:cNvSpPr/>
            <p:nvPr/>
          </p:nvSpPr>
          <p:spPr>
            <a:xfrm>
              <a:off x="7001666" y="18096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3" name="pt34283"/>
            <p:cNvSpPr/>
            <p:nvPr/>
          </p:nvSpPr>
          <p:spPr>
            <a:xfrm>
              <a:off x="7331207" y="19579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4" name="pt34284"/>
            <p:cNvSpPr/>
            <p:nvPr/>
          </p:nvSpPr>
          <p:spPr>
            <a:xfrm>
              <a:off x="7377581" y="22583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5" name="pt34285"/>
            <p:cNvSpPr/>
            <p:nvPr/>
          </p:nvSpPr>
          <p:spPr>
            <a:xfrm>
              <a:off x="7079433" y="22816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6" name="pt34286"/>
            <p:cNvSpPr/>
            <p:nvPr/>
          </p:nvSpPr>
          <p:spPr>
            <a:xfrm>
              <a:off x="7210970" y="20494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7" name="pt34287"/>
            <p:cNvSpPr/>
            <p:nvPr/>
          </p:nvSpPr>
          <p:spPr>
            <a:xfrm>
              <a:off x="6569452" y="20237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8" name="pt34288"/>
            <p:cNvSpPr/>
            <p:nvPr/>
          </p:nvSpPr>
          <p:spPr>
            <a:xfrm>
              <a:off x="6948365" y="20107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9" name="pt34289"/>
            <p:cNvSpPr/>
            <p:nvPr/>
          </p:nvSpPr>
          <p:spPr>
            <a:xfrm>
              <a:off x="7220185" y="18270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0" name="pt34290"/>
            <p:cNvSpPr/>
            <p:nvPr/>
          </p:nvSpPr>
          <p:spPr>
            <a:xfrm>
              <a:off x="7034110" y="24340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1" name="pt34291"/>
            <p:cNvSpPr/>
            <p:nvPr/>
          </p:nvSpPr>
          <p:spPr>
            <a:xfrm>
              <a:off x="7159819" y="20958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2" name="pt34292"/>
            <p:cNvSpPr/>
            <p:nvPr/>
          </p:nvSpPr>
          <p:spPr>
            <a:xfrm>
              <a:off x="7055251" y="21465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3" name="pt34293"/>
            <p:cNvSpPr/>
            <p:nvPr/>
          </p:nvSpPr>
          <p:spPr>
            <a:xfrm>
              <a:off x="7126144" y="22064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4" name="pt34294"/>
            <p:cNvSpPr/>
            <p:nvPr/>
          </p:nvSpPr>
          <p:spPr>
            <a:xfrm>
              <a:off x="6619858" y="2051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5" name="pt34295"/>
            <p:cNvSpPr/>
            <p:nvPr/>
          </p:nvSpPr>
          <p:spPr>
            <a:xfrm>
              <a:off x="7163903" y="22031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6" name="pt34296"/>
            <p:cNvSpPr/>
            <p:nvPr/>
          </p:nvSpPr>
          <p:spPr>
            <a:xfrm>
              <a:off x="7119044" y="21127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7" name="pt34297"/>
            <p:cNvSpPr/>
            <p:nvPr/>
          </p:nvSpPr>
          <p:spPr>
            <a:xfrm>
              <a:off x="7246346" y="20663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8" name="pt34298"/>
            <p:cNvSpPr/>
            <p:nvPr/>
          </p:nvSpPr>
          <p:spPr>
            <a:xfrm>
              <a:off x="7206136" y="21023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9" name="pt34299"/>
            <p:cNvSpPr/>
            <p:nvPr/>
          </p:nvSpPr>
          <p:spPr>
            <a:xfrm>
              <a:off x="7194076" y="23899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0" name="pt34300"/>
            <p:cNvSpPr/>
            <p:nvPr/>
          </p:nvSpPr>
          <p:spPr>
            <a:xfrm>
              <a:off x="7329938" y="20544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1" name="pt34301"/>
            <p:cNvSpPr/>
            <p:nvPr/>
          </p:nvSpPr>
          <p:spPr>
            <a:xfrm>
              <a:off x="7015360" y="17977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2" name="pt34302"/>
            <p:cNvSpPr/>
            <p:nvPr/>
          </p:nvSpPr>
          <p:spPr>
            <a:xfrm>
              <a:off x="7115853" y="21838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3" name="pt34303"/>
            <p:cNvSpPr/>
            <p:nvPr/>
          </p:nvSpPr>
          <p:spPr>
            <a:xfrm>
              <a:off x="7103475" y="21617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4" name="pt34304"/>
            <p:cNvSpPr/>
            <p:nvPr/>
          </p:nvSpPr>
          <p:spPr>
            <a:xfrm>
              <a:off x="7322270" y="22223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5" name="pt34305"/>
            <p:cNvSpPr/>
            <p:nvPr/>
          </p:nvSpPr>
          <p:spPr>
            <a:xfrm>
              <a:off x="7240421" y="20623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6" name="pt34306"/>
            <p:cNvSpPr/>
            <p:nvPr/>
          </p:nvSpPr>
          <p:spPr>
            <a:xfrm>
              <a:off x="6983187" y="21032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7" name="pt34307"/>
            <p:cNvSpPr/>
            <p:nvPr/>
          </p:nvSpPr>
          <p:spPr>
            <a:xfrm>
              <a:off x="7166162" y="21293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8" name="pt34308"/>
            <p:cNvSpPr/>
            <p:nvPr/>
          </p:nvSpPr>
          <p:spPr>
            <a:xfrm>
              <a:off x="7257686" y="18766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9" name="pt34309"/>
            <p:cNvSpPr/>
            <p:nvPr/>
          </p:nvSpPr>
          <p:spPr>
            <a:xfrm>
              <a:off x="7105819" y="21598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0" name="pt34310"/>
            <p:cNvSpPr/>
            <p:nvPr/>
          </p:nvSpPr>
          <p:spPr>
            <a:xfrm>
              <a:off x="7139554" y="22784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1" name="pt34311"/>
            <p:cNvSpPr/>
            <p:nvPr/>
          </p:nvSpPr>
          <p:spPr>
            <a:xfrm>
              <a:off x="7039267" y="24543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2" name="pt34312"/>
            <p:cNvSpPr/>
            <p:nvPr/>
          </p:nvSpPr>
          <p:spPr>
            <a:xfrm>
              <a:off x="7252979" y="21039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3" name="pt34313"/>
            <p:cNvSpPr/>
            <p:nvPr/>
          </p:nvSpPr>
          <p:spPr>
            <a:xfrm>
              <a:off x="7402498" y="2517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4" name="pt34314"/>
            <p:cNvSpPr/>
            <p:nvPr/>
          </p:nvSpPr>
          <p:spPr>
            <a:xfrm>
              <a:off x="6977707" y="19698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5" name="pt34315"/>
            <p:cNvSpPr/>
            <p:nvPr/>
          </p:nvSpPr>
          <p:spPr>
            <a:xfrm>
              <a:off x="7179640" y="1976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6" name="pt34316"/>
            <p:cNvSpPr/>
            <p:nvPr/>
          </p:nvSpPr>
          <p:spPr>
            <a:xfrm>
              <a:off x="6978536" y="18702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7" name="pt34317"/>
            <p:cNvSpPr/>
            <p:nvPr/>
          </p:nvSpPr>
          <p:spPr>
            <a:xfrm>
              <a:off x="6757458" y="27073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8" name="pt34318"/>
            <p:cNvSpPr/>
            <p:nvPr/>
          </p:nvSpPr>
          <p:spPr>
            <a:xfrm>
              <a:off x="7115250" y="21516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9" name="pt34319"/>
            <p:cNvSpPr/>
            <p:nvPr/>
          </p:nvSpPr>
          <p:spPr>
            <a:xfrm>
              <a:off x="6922225" y="21258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0" name="pt34320"/>
            <p:cNvSpPr/>
            <p:nvPr/>
          </p:nvSpPr>
          <p:spPr>
            <a:xfrm>
              <a:off x="6882774" y="21145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1" name="pt34321"/>
            <p:cNvSpPr/>
            <p:nvPr/>
          </p:nvSpPr>
          <p:spPr>
            <a:xfrm>
              <a:off x="7383251" y="26987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2" name="pt34322"/>
            <p:cNvSpPr/>
            <p:nvPr/>
          </p:nvSpPr>
          <p:spPr>
            <a:xfrm>
              <a:off x="6980820" y="17821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3" name="pt34323"/>
            <p:cNvSpPr/>
            <p:nvPr/>
          </p:nvSpPr>
          <p:spPr>
            <a:xfrm>
              <a:off x="7048760" y="15980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4" name="pt34324"/>
            <p:cNvSpPr/>
            <p:nvPr/>
          </p:nvSpPr>
          <p:spPr>
            <a:xfrm>
              <a:off x="7489875" y="23658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5" name="pt34325"/>
            <p:cNvSpPr/>
            <p:nvPr/>
          </p:nvSpPr>
          <p:spPr>
            <a:xfrm>
              <a:off x="7176139" y="20213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6" name="pt34326"/>
            <p:cNvSpPr/>
            <p:nvPr/>
          </p:nvSpPr>
          <p:spPr>
            <a:xfrm>
              <a:off x="7166512" y="20854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7" name="pt34327"/>
            <p:cNvSpPr/>
            <p:nvPr/>
          </p:nvSpPr>
          <p:spPr>
            <a:xfrm>
              <a:off x="7286756" y="19790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8" name="pt34328"/>
            <p:cNvSpPr/>
            <p:nvPr/>
          </p:nvSpPr>
          <p:spPr>
            <a:xfrm>
              <a:off x="6845540" y="22512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9" name="pt34329"/>
            <p:cNvSpPr/>
            <p:nvPr/>
          </p:nvSpPr>
          <p:spPr>
            <a:xfrm>
              <a:off x="7090345" y="22803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0" name="pt34330"/>
            <p:cNvSpPr/>
            <p:nvPr/>
          </p:nvSpPr>
          <p:spPr>
            <a:xfrm>
              <a:off x="7323235" y="21099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1" name="pt34331"/>
            <p:cNvSpPr/>
            <p:nvPr/>
          </p:nvSpPr>
          <p:spPr>
            <a:xfrm>
              <a:off x="7104405" y="21576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2" name="pt34332"/>
            <p:cNvSpPr/>
            <p:nvPr/>
          </p:nvSpPr>
          <p:spPr>
            <a:xfrm>
              <a:off x="7443444" y="29549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3" name="pt34333"/>
            <p:cNvSpPr/>
            <p:nvPr/>
          </p:nvSpPr>
          <p:spPr>
            <a:xfrm>
              <a:off x="7068637" y="20263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4" name="pt34334"/>
            <p:cNvSpPr/>
            <p:nvPr/>
          </p:nvSpPr>
          <p:spPr>
            <a:xfrm>
              <a:off x="7211070" y="21065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5" name="pt34335"/>
            <p:cNvSpPr/>
            <p:nvPr/>
          </p:nvSpPr>
          <p:spPr>
            <a:xfrm>
              <a:off x="7292950" y="20146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6" name="pt34336"/>
            <p:cNvSpPr/>
            <p:nvPr/>
          </p:nvSpPr>
          <p:spPr>
            <a:xfrm>
              <a:off x="7245013" y="21120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7" name="pt34337"/>
            <p:cNvSpPr/>
            <p:nvPr/>
          </p:nvSpPr>
          <p:spPr>
            <a:xfrm>
              <a:off x="7249274" y="2081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8" name="pt34338"/>
            <p:cNvSpPr/>
            <p:nvPr/>
          </p:nvSpPr>
          <p:spPr>
            <a:xfrm>
              <a:off x="7156482" y="20226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9" name="pt34339"/>
            <p:cNvSpPr/>
            <p:nvPr/>
          </p:nvSpPr>
          <p:spPr>
            <a:xfrm>
              <a:off x="7088211" y="22762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0" name="pt34340"/>
            <p:cNvSpPr/>
            <p:nvPr/>
          </p:nvSpPr>
          <p:spPr>
            <a:xfrm>
              <a:off x="7173600" y="20479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1" name="pt34341"/>
            <p:cNvSpPr/>
            <p:nvPr/>
          </p:nvSpPr>
          <p:spPr>
            <a:xfrm>
              <a:off x="7403719" y="2462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2" name="pt34342"/>
            <p:cNvSpPr/>
            <p:nvPr/>
          </p:nvSpPr>
          <p:spPr>
            <a:xfrm>
              <a:off x="7083315" y="22561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3" name="pt34343"/>
            <p:cNvSpPr/>
            <p:nvPr/>
          </p:nvSpPr>
          <p:spPr>
            <a:xfrm>
              <a:off x="7325324" y="21161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4" name="pt34344"/>
            <p:cNvSpPr/>
            <p:nvPr/>
          </p:nvSpPr>
          <p:spPr>
            <a:xfrm>
              <a:off x="7215263" y="23083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5" name="pt34345"/>
            <p:cNvSpPr/>
            <p:nvPr/>
          </p:nvSpPr>
          <p:spPr>
            <a:xfrm>
              <a:off x="6981382" y="20637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6" name="pt34346"/>
            <p:cNvSpPr/>
            <p:nvPr/>
          </p:nvSpPr>
          <p:spPr>
            <a:xfrm>
              <a:off x="7189920" y="23326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7" name="pt34347"/>
            <p:cNvSpPr/>
            <p:nvPr/>
          </p:nvSpPr>
          <p:spPr>
            <a:xfrm>
              <a:off x="7141329" y="21748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8" name="pt34348"/>
            <p:cNvSpPr/>
            <p:nvPr/>
          </p:nvSpPr>
          <p:spPr>
            <a:xfrm>
              <a:off x="6724938" y="26299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9" name="pt34349"/>
            <p:cNvSpPr/>
            <p:nvPr/>
          </p:nvSpPr>
          <p:spPr>
            <a:xfrm>
              <a:off x="7077974" y="21981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0" name="pt34350"/>
            <p:cNvSpPr/>
            <p:nvPr/>
          </p:nvSpPr>
          <p:spPr>
            <a:xfrm>
              <a:off x="7218787" y="19852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1" name="pt34351"/>
            <p:cNvSpPr/>
            <p:nvPr/>
          </p:nvSpPr>
          <p:spPr>
            <a:xfrm>
              <a:off x="7054974" y="21098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2" name="pt34352"/>
            <p:cNvSpPr/>
            <p:nvPr/>
          </p:nvSpPr>
          <p:spPr>
            <a:xfrm>
              <a:off x="7053079" y="20833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3" name="pt34353"/>
            <p:cNvSpPr/>
            <p:nvPr/>
          </p:nvSpPr>
          <p:spPr>
            <a:xfrm>
              <a:off x="7170812" y="21121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4" name="pt34354"/>
            <p:cNvSpPr/>
            <p:nvPr/>
          </p:nvSpPr>
          <p:spPr>
            <a:xfrm>
              <a:off x="7132505" y="22559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5" name="pt34355"/>
            <p:cNvSpPr/>
            <p:nvPr/>
          </p:nvSpPr>
          <p:spPr>
            <a:xfrm>
              <a:off x="7077718" y="21848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6" name="pt34356"/>
            <p:cNvSpPr/>
            <p:nvPr/>
          </p:nvSpPr>
          <p:spPr>
            <a:xfrm>
              <a:off x="7139854" y="23519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7" name="pt34357"/>
            <p:cNvSpPr/>
            <p:nvPr/>
          </p:nvSpPr>
          <p:spPr>
            <a:xfrm>
              <a:off x="7074912" y="21848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8" name="pt34358"/>
            <p:cNvSpPr/>
            <p:nvPr/>
          </p:nvSpPr>
          <p:spPr>
            <a:xfrm>
              <a:off x="7172927" y="21332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9" name="pt34359"/>
            <p:cNvSpPr/>
            <p:nvPr/>
          </p:nvSpPr>
          <p:spPr>
            <a:xfrm>
              <a:off x="7125195" y="22692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0" name="pt34360"/>
            <p:cNvSpPr/>
            <p:nvPr/>
          </p:nvSpPr>
          <p:spPr>
            <a:xfrm>
              <a:off x="7287805" y="1967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1" name="pt34361"/>
            <p:cNvSpPr/>
            <p:nvPr/>
          </p:nvSpPr>
          <p:spPr>
            <a:xfrm>
              <a:off x="7168050" y="21977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2" name="pt34362"/>
            <p:cNvSpPr/>
            <p:nvPr/>
          </p:nvSpPr>
          <p:spPr>
            <a:xfrm>
              <a:off x="7476725" y="22647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3" name="pt34363"/>
            <p:cNvSpPr/>
            <p:nvPr/>
          </p:nvSpPr>
          <p:spPr>
            <a:xfrm>
              <a:off x="7132202" y="23769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4" name="pt34364"/>
            <p:cNvSpPr/>
            <p:nvPr/>
          </p:nvSpPr>
          <p:spPr>
            <a:xfrm>
              <a:off x="7192130" y="22668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5" name="pt34365"/>
            <p:cNvSpPr/>
            <p:nvPr/>
          </p:nvSpPr>
          <p:spPr>
            <a:xfrm>
              <a:off x="7277660" y="19118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6" name="pt34366"/>
            <p:cNvSpPr/>
            <p:nvPr/>
          </p:nvSpPr>
          <p:spPr>
            <a:xfrm>
              <a:off x="7228173" y="22146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7" name="pt34367"/>
            <p:cNvSpPr/>
            <p:nvPr/>
          </p:nvSpPr>
          <p:spPr>
            <a:xfrm>
              <a:off x="6861651" y="18795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8" name="pt34368"/>
            <p:cNvSpPr/>
            <p:nvPr/>
          </p:nvSpPr>
          <p:spPr>
            <a:xfrm>
              <a:off x="7376575" y="21224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9" name="pt34369"/>
            <p:cNvSpPr/>
            <p:nvPr/>
          </p:nvSpPr>
          <p:spPr>
            <a:xfrm>
              <a:off x="7311442" y="20153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0" name="pt34370"/>
            <p:cNvSpPr/>
            <p:nvPr/>
          </p:nvSpPr>
          <p:spPr>
            <a:xfrm>
              <a:off x="7030250" y="21880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1" name="pt34371"/>
            <p:cNvSpPr/>
            <p:nvPr/>
          </p:nvSpPr>
          <p:spPr>
            <a:xfrm>
              <a:off x="7058404" y="22608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2" name="pt34372"/>
            <p:cNvSpPr/>
            <p:nvPr/>
          </p:nvSpPr>
          <p:spPr>
            <a:xfrm>
              <a:off x="7080756" y="2251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3" name="pt34373"/>
            <p:cNvSpPr/>
            <p:nvPr/>
          </p:nvSpPr>
          <p:spPr>
            <a:xfrm>
              <a:off x="7109894" y="21788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4" name="pt34374"/>
            <p:cNvSpPr/>
            <p:nvPr/>
          </p:nvSpPr>
          <p:spPr>
            <a:xfrm>
              <a:off x="7239663" y="21343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5" name="pt34375"/>
            <p:cNvSpPr/>
            <p:nvPr/>
          </p:nvSpPr>
          <p:spPr>
            <a:xfrm>
              <a:off x="7082200" y="22054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6" name="pt34376"/>
            <p:cNvSpPr/>
            <p:nvPr/>
          </p:nvSpPr>
          <p:spPr>
            <a:xfrm>
              <a:off x="7352791" y="25351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7" name="pt34377"/>
            <p:cNvSpPr/>
            <p:nvPr/>
          </p:nvSpPr>
          <p:spPr>
            <a:xfrm>
              <a:off x="7197407" y="23236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8" name="pt34378"/>
            <p:cNvSpPr/>
            <p:nvPr/>
          </p:nvSpPr>
          <p:spPr>
            <a:xfrm>
              <a:off x="7361563" y="25416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9" name="pt34379"/>
            <p:cNvSpPr/>
            <p:nvPr/>
          </p:nvSpPr>
          <p:spPr>
            <a:xfrm>
              <a:off x="7110562" y="21503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0" name="pt34380"/>
            <p:cNvSpPr/>
            <p:nvPr/>
          </p:nvSpPr>
          <p:spPr>
            <a:xfrm>
              <a:off x="6694390" y="18722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1" name="pt34381"/>
            <p:cNvSpPr/>
            <p:nvPr/>
          </p:nvSpPr>
          <p:spPr>
            <a:xfrm>
              <a:off x="7262027" y="2054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2" name="pt34382"/>
            <p:cNvSpPr/>
            <p:nvPr/>
          </p:nvSpPr>
          <p:spPr>
            <a:xfrm>
              <a:off x="6714385" y="20747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3" name="pt34383"/>
            <p:cNvSpPr/>
            <p:nvPr/>
          </p:nvSpPr>
          <p:spPr>
            <a:xfrm>
              <a:off x="7150131" y="20405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4" name="pt34384"/>
            <p:cNvSpPr/>
            <p:nvPr/>
          </p:nvSpPr>
          <p:spPr>
            <a:xfrm>
              <a:off x="7419347" y="25381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5" name="pt34385"/>
            <p:cNvSpPr/>
            <p:nvPr/>
          </p:nvSpPr>
          <p:spPr>
            <a:xfrm>
              <a:off x="7137102" y="24346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6" name="pt34386"/>
            <p:cNvSpPr/>
            <p:nvPr/>
          </p:nvSpPr>
          <p:spPr>
            <a:xfrm>
              <a:off x="7082040" y="21834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7" name="pt34387"/>
            <p:cNvSpPr/>
            <p:nvPr/>
          </p:nvSpPr>
          <p:spPr>
            <a:xfrm>
              <a:off x="7105204" y="2069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8" name="pt34388"/>
            <p:cNvSpPr/>
            <p:nvPr/>
          </p:nvSpPr>
          <p:spPr>
            <a:xfrm>
              <a:off x="7096068" y="21774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9" name="pt34389"/>
            <p:cNvSpPr/>
            <p:nvPr/>
          </p:nvSpPr>
          <p:spPr>
            <a:xfrm>
              <a:off x="7024327" y="21021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0" name="pt34390"/>
            <p:cNvSpPr/>
            <p:nvPr/>
          </p:nvSpPr>
          <p:spPr>
            <a:xfrm>
              <a:off x="7002981" y="20987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1" name="pt34391"/>
            <p:cNvSpPr/>
            <p:nvPr/>
          </p:nvSpPr>
          <p:spPr>
            <a:xfrm>
              <a:off x="7059272" y="21839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2" name="pt34392"/>
            <p:cNvSpPr/>
            <p:nvPr/>
          </p:nvSpPr>
          <p:spPr>
            <a:xfrm>
              <a:off x="7067158" y="20810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3" name="pt34393"/>
            <p:cNvSpPr/>
            <p:nvPr/>
          </p:nvSpPr>
          <p:spPr>
            <a:xfrm>
              <a:off x="7461037" y="23201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4" name="pt34394"/>
            <p:cNvSpPr/>
            <p:nvPr/>
          </p:nvSpPr>
          <p:spPr>
            <a:xfrm>
              <a:off x="7143221" y="20591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5" name="pt34395"/>
            <p:cNvSpPr/>
            <p:nvPr/>
          </p:nvSpPr>
          <p:spPr>
            <a:xfrm>
              <a:off x="7077364" y="22438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6" name="pt34396"/>
            <p:cNvSpPr/>
            <p:nvPr/>
          </p:nvSpPr>
          <p:spPr>
            <a:xfrm>
              <a:off x="7144389" y="20963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7" name="pt34397"/>
            <p:cNvSpPr/>
            <p:nvPr/>
          </p:nvSpPr>
          <p:spPr>
            <a:xfrm>
              <a:off x="7154038" y="19580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8" name="pt34398"/>
            <p:cNvSpPr/>
            <p:nvPr/>
          </p:nvSpPr>
          <p:spPr>
            <a:xfrm>
              <a:off x="7158104" y="20416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9" name="pt34399"/>
            <p:cNvSpPr/>
            <p:nvPr/>
          </p:nvSpPr>
          <p:spPr>
            <a:xfrm>
              <a:off x="7244635" y="20326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0" name="pt34400"/>
            <p:cNvSpPr/>
            <p:nvPr/>
          </p:nvSpPr>
          <p:spPr>
            <a:xfrm>
              <a:off x="6896240" y="21515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1" name="pt34401"/>
            <p:cNvSpPr/>
            <p:nvPr/>
          </p:nvSpPr>
          <p:spPr>
            <a:xfrm>
              <a:off x="7292586" y="21330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2" name="pt34402"/>
            <p:cNvSpPr/>
            <p:nvPr/>
          </p:nvSpPr>
          <p:spPr>
            <a:xfrm>
              <a:off x="6920224" y="23380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3" name="pt34403"/>
            <p:cNvSpPr/>
            <p:nvPr/>
          </p:nvSpPr>
          <p:spPr>
            <a:xfrm>
              <a:off x="7221815" y="18549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4" name="pt34404"/>
            <p:cNvSpPr/>
            <p:nvPr/>
          </p:nvSpPr>
          <p:spPr>
            <a:xfrm>
              <a:off x="7171851" y="20896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5" name="pt34405"/>
            <p:cNvSpPr/>
            <p:nvPr/>
          </p:nvSpPr>
          <p:spPr>
            <a:xfrm>
              <a:off x="7318554" y="19735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6" name="pt34406"/>
            <p:cNvSpPr/>
            <p:nvPr/>
          </p:nvSpPr>
          <p:spPr>
            <a:xfrm>
              <a:off x="6641590" y="18810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7" name="pt34407"/>
            <p:cNvSpPr/>
            <p:nvPr/>
          </p:nvSpPr>
          <p:spPr>
            <a:xfrm>
              <a:off x="6985539" y="2014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8" name="pt34408"/>
            <p:cNvSpPr/>
            <p:nvPr/>
          </p:nvSpPr>
          <p:spPr>
            <a:xfrm>
              <a:off x="7078387" y="21340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9" name="pt34409"/>
            <p:cNvSpPr/>
            <p:nvPr/>
          </p:nvSpPr>
          <p:spPr>
            <a:xfrm>
              <a:off x="7052449" y="20734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0" name="pt34410"/>
            <p:cNvSpPr/>
            <p:nvPr/>
          </p:nvSpPr>
          <p:spPr>
            <a:xfrm>
              <a:off x="7206642" y="2181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1" name="pt34411"/>
            <p:cNvSpPr/>
            <p:nvPr/>
          </p:nvSpPr>
          <p:spPr>
            <a:xfrm>
              <a:off x="7235754" y="2179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2" name="pt34412"/>
            <p:cNvSpPr/>
            <p:nvPr/>
          </p:nvSpPr>
          <p:spPr>
            <a:xfrm>
              <a:off x="7338048" y="22445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3" name="pt34413"/>
            <p:cNvSpPr/>
            <p:nvPr/>
          </p:nvSpPr>
          <p:spPr>
            <a:xfrm>
              <a:off x="7201202" y="22290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4" name="pt34414"/>
            <p:cNvSpPr/>
            <p:nvPr/>
          </p:nvSpPr>
          <p:spPr>
            <a:xfrm>
              <a:off x="6986004" y="20766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5" name="pt34415"/>
            <p:cNvSpPr/>
            <p:nvPr/>
          </p:nvSpPr>
          <p:spPr>
            <a:xfrm>
              <a:off x="7084000" y="22119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6" name="pt34416"/>
            <p:cNvSpPr/>
            <p:nvPr/>
          </p:nvSpPr>
          <p:spPr>
            <a:xfrm>
              <a:off x="7263025" y="21500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7" name="pt34417"/>
            <p:cNvSpPr/>
            <p:nvPr/>
          </p:nvSpPr>
          <p:spPr>
            <a:xfrm>
              <a:off x="7120483" y="21497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8" name="pt34418"/>
            <p:cNvSpPr/>
            <p:nvPr/>
          </p:nvSpPr>
          <p:spPr>
            <a:xfrm>
              <a:off x="7205773" y="22579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9" name="pt34419"/>
            <p:cNvSpPr/>
            <p:nvPr/>
          </p:nvSpPr>
          <p:spPr>
            <a:xfrm>
              <a:off x="7072618" y="22323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0" name="pt34420"/>
            <p:cNvSpPr/>
            <p:nvPr/>
          </p:nvSpPr>
          <p:spPr>
            <a:xfrm>
              <a:off x="6963961" y="21439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1" name="pt34421"/>
            <p:cNvSpPr/>
            <p:nvPr/>
          </p:nvSpPr>
          <p:spPr>
            <a:xfrm>
              <a:off x="7597189" y="24891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2" name="pt34422"/>
            <p:cNvSpPr/>
            <p:nvPr/>
          </p:nvSpPr>
          <p:spPr>
            <a:xfrm>
              <a:off x="7082597" y="22495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3" name="pt34423"/>
            <p:cNvSpPr/>
            <p:nvPr/>
          </p:nvSpPr>
          <p:spPr>
            <a:xfrm>
              <a:off x="7043105" y="23093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4" name="pt34424"/>
            <p:cNvSpPr/>
            <p:nvPr/>
          </p:nvSpPr>
          <p:spPr>
            <a:xfrm>
              <a:off x="7016243" y="18787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5" name="pt34425"/>
            <p:cNvSpPr/>
            <p:nvPr/>
          </p:nvSpPr>
          <p:spPr>
            <a:xfrm>
              <a:off x="6839557" y="23007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6" name="pt34426"/>
            <p:cNvSpPr/>
            <p:nvPr/>
          </p:nvSpPr>
          <p:spPr>
            <a:xfrm>
              <a:off x="7108748" y="21084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7" name="pt34427"/>
            <p:cNvSpPr/>
            <p:nvPr/>
          </p:nvSpPr>
          <p:spPr>
            <a:xfrm>
              <a:off x="7099901" y="20523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8" name="pt34428"/>
            <p:cNvSpPr/>
            <p:nvPr/>
          </p:nvSpPr>
          <p:spPr>
            <a:xfrm>
              <a:off x="7154048" y="20126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9" name="pt34429"/>
            <p:cNvSpPr/>
            <p:nvPr/>
          </p:nvSpPr>
          <p:spPr>
            <a:xfrm>
              <a:off x="7296946" y="2025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0" name="pt34430"/>
            <p:cNvSpPr/>
            <p:nvPr/>
          </p:nvSpPr>
          <p:spPr>
            <a:xfrm>
              <a:off x="6995962" y="20786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1" name="pt34431"/>
            <p:cNvSpPr/>
            <p:nvPr/>
          </p:nvSpPr>
          <p:spPr>
            <a:xfrm>
              <a:off x="7428744" y="27151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2" name="pt34432"/>
            <p:cNvSpPr/>
            <p:nvPr/>
          </p:nvSpPr>
          <p:spPr>
            <a:xfrm>
              <a:off x="7365855" y="21188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3" name="pt34433"/>
            <p:cNvSpPr/>
            <p:nvPr/>
          </p:nvSpPr>
          <p:spPr>
            <a:xfrm>
              <a:off x="7506172" y="25480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4" name="pt34434"/>
            <p:cNvSpPr/>
            <p:nvPr/>
          </p:nvSpPr>
          <p:spPr>
            <a:xfrm>
              <a:off x="7238718" y="19328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5" name="pt34435"/>
            <p:cNvSpPr/>
            <p:nvPr/>
          </p:nvSpPr>
          <p:spPr>
            <a:xfrm>
              <a:off x="7053697" y="22133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6" name="pt34436"/>
            <p:cNvSpPr/>
            <p:nvPr/>
          </p:nvSpPr>
          <p:spPr>
            <a:xfrm>
              <a:off x="7188454" y="20795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7" name="pt34437"/>
            <p:cNvSpPr/>
            <p:nvPr/>
          </p:nvSpPr>
          <p:spPr>
            <a:xfrm>
              <a:off x="7251407" y="20277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8" name="pt34438"/>
            <p:cNvSpPr/>
            <p:nvPr/>
          </p:nvSpPr>
          <p:spPr>
            <a:xfrm>
              <a:off x="6914536" y="20064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9" name="pt34439"/>
            <p:cNvSpPr/>
            <p:nvPr/>
          </p:nvSpPr>
          <p:spPr>
            <a:xfrm>
              <a:off x="7280130" y="20152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0" name="pt34440"/>
            <p:cNvSpPr/>
            <p:nvPr/>
          </p:nvSpPr>
          <p:spPr>
            <a:xfrm>
              <a:off x="7016568" y="18171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1" name="pt34441"/>
            <p:cNvSpPr/>
            <p:nvPr/>
          </p:nvSpPr>
          <p:spPr>
            <a:xfrm>
              <a:off x="7030633" y="22960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2" name="pt34442"/>
            <p:cNvSpPr/>
            <p:nvPr/>
          </p:nvSpPr>
          <p:spPr>
            <a:xfrm>
              <a:off x="7202374" y="22368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3" name="pt34443"/>
            <p:cNvSpPr/>
            <p:nvPr/>
          </p:nvSpPr>
          <p:spPr>
            <a:xfrm>
              <a:off x="7524008" y="23112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4" name="pt34444"/>
            <p:cNvSpPr/>
            <p:nvPr/>
          </p:nvSpPr>
          <p:spPr>
            <a:xfrm>
              <a:off x="7157157" y="20204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5" name="pt34445"/>
            <p:cNvSpPr/>
            <p:nvPr/>
          </p:nvSpPr>
          <p:spPr>
            <a:xfrm>
              <a:off x="7144386" y="20884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6" name="pt34446"/>
            <p:cNvSpPr/>
            <p:nvPr/>
          </p:nvSpPr>
          <p:spPr>
            <a:xfrm>
              <a:off x="7297790" y="21733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7" name="pt34447"/>
            <p:cNvSpPr/>
            <p:nvPr/>
          </p:nvSpPr>
          <p:spPr>
            <a:xfrm>
              <a:off x="7002268" y="18435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8" name="pt34448"/>
            <p:cNvSpPr/>
            <p:nvPr/>
          </p:nvSpPr>
          <p:spPr>
            <a:xfrm>
              <a:off x="7203267" y="2171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9" name="pt34449"/>
            <p:cNvSpPr/>
            <p:nvPr/>
          </p:nvSpPr>
          <p:spPr>
            <a:xfrm>
              <a:off x="7307682" y="19762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0" name="pt34450"/>
            <p:cNvSpPr/>
            <p:nvPr/>
          </p:nvSpPr>
          <p:spPr>
            <a:xfrm>
              <a:off x="7068576" y="20100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1" name="pt34451"/>
            <p:cNvSpPr/>
            <p:nvPr/>
          </p:nvSpPr>
          <p:spPr>
            <a:xfrm>
              <a:off x="7163642" y="20747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2" name="pt34452"/>
            <p:cNvSpPr/>
            <p:nvPr/>
          </p:nvSpPr>
          <p:spPr>
            <a:xfrm>
              <a:off x="7259929" y="20495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3" name="pt34453"/>
            <p:cNvSpPr/>
            <p:nvPr/>
          </p:nvSpPr>
          <p:spPr>
            <a:xfrm>
              <a:off x="7217183" y="21519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4" name="pt34454"/>
            <p:cNvSpPr/>
            <p:nvPr/>
          </p:nvSpPr>
          <p:spPr>
            <a:xfrm>
              <a:off x="7136390" y="23720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5" name="pt34455"/>
            <p:cNvSpPr/>
            <p:nvPr/>
          </p:nvSpPr>
          <p:spPr>
            <a:xfrm>
              <a:off x="7129598" y="23060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6" name="pt34456"/>
            <p:cNvSpPr/>
            <p:nvPr/>
          </p:nvSpPr>
          <p:spPr>
            <a:xfrm>
              <a:off x="7149075" y="20643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7" name="pt34457"/>
            <p:cNvSpPr/>
            <p:nvPr/>
          </p:nvSpPr>
          <p:spPr>
            <a:xfrm>
              <a:off x="7112652" y="21861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8" name="pt34458"/>
            <p:cNvSpPr/>
            <p:nvPr/>
          </p:nvSpPr>
          <p:spPr>
            <a:xfrm>
              <a:off x="7125980" y="22740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9" name="pt34459"/>
            <p:cNvSpPr/>
            <p:nvPr/>
          </p:nvSpPr>
          <p:spPr>
            <a:xfrm>
              <a:off x="7115163" y="20647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0" name="pt34460"/>
            <p:cNvSpPr/>
            <p:nvPr/>
          </p:nvSpPr>
          <p:spPr>
            <a:xfrm>
              <a:off x="7160931" y="21080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1" name="pt34461"/>
            <p:cNvSpPr/>
            <p:nvPr/>
          </p:nvSpPr>
          <p:spPr>
            <a:xfrm>
              <a:off x="6761007" y="27419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2" name="pt34462"/>
            <p:cNvSpPr/>
            <p:nvPr/>
          </p:nvSpPr>
          <p:spPr>
            <a:xfrm>
              <a:off x="6961915" y="20662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3" name="pt34463"/>
            <p:cNvSpPr/>
            <p:nvPr/>
          </p:nvSpPr>
          <p:spPr>
            <a:xfrm>
              <a:off x="7135148" y="23607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4" name="pt34464"/>
            <p:cNvSpPr/>
            <p:nvPr/>
          </p:nvSpPr>
          <p:spPr>
            <a:xfrm>
              <a:off x="7281824" y="19572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5" name="pt34465"/>
            <p:cNvSpPr/>
            <p:nvPr/>
          </p:nvSpPr>
          <p:spPr>
            <a:xfrm>
              <a:off x="7079996" y="22776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6" name="pt34466"/>
            <p:cNvSpPr/>
            <p:nvPr/>
          </p:nvSpPr>
          <p:spPr>
            <a:xfrm>
              <a:off x="7239759" y="19313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7" name="pt34467"/>
            <p:cNvSpPr/>
            <p:nvPr/>
          </p:nvSpPr>
          <p:spPr>
            <a:xfrm>
              <a:off x="7143430" y="21207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8" name="pt34468"/>
            <p:cNvSpPr/>
            <p:nvPr/>
          </p:nvSpPr>
          <p:spPr>
            <a:xfrm>
              <a:off x="7218852" y="19730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9" name="pt34469"/>
            <p:cNvSpPr/>
            <p:nvPr/>
          </p:nvSpPr>
          <p:spPr>
            <a:xfrm>
              <a:off x="7179574" y="20363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0" name="pt34470"/>
            <p:cNvSpPr/>
            <p:nvPr/>
          </p:nvSpPr>
          <p:spPr>
            <a:xfrm>
              <a:off x="7067385" y="20832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1" name="pt34471"/>
            <p:cNvSpPr/>
            <p:nvPr/>
          </p:nvSpPr>
          <p:spPr>
            <a:xfrm>
              <a:off x="7232712" y="21908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2" name="pt34472"/>
            <p:cNvSpPr/>
            <p:nvPr/>
          </p:nvSpPr>
          <p:spPr>
            <a:xfrm>
              <a:off x="7095046" y="21114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3" name="pt34473"/>
            <p:cNvSpPr/>
            <p:nvPr/>
          </p:nvSpPr>
          <p:spPr>
            <a:xfrm>
              <a:off x="7220843" y="18469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4" name="pt34474"/>
            <p:cNvSpPr/>
            <p:nvPr/>
          </p:nvSpPr>
          <p:spPr>
            <a:xfrm>
              <a:off x="7259143" y="19190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5" name="pt34475"/>
            <p:cNvSpPr/>
            <p:nvPr/>
          </p:nvSpPr>
          <p:spPr>
            <a:xfrm>
              <a:off x="7193775" y="21654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6" name="pt34476"/>
            <p:cNvSpPr/>
            <p:nvPr/>
          </p:nvSpPr>
          <p:spPr>
            <a:xfrm>
              <a:off x="7049714" y="17157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7" name="pt34477"/>
            <p:cNvSpPr/>
            <p:nvPr/>
          </p:nvSpPr>
          <p:spPr>
            <a:xfrm>
              <a:off x="6792317" y="24879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8" name="pt34478"/>
            <p:cNvSpPr/>
            <p:nvPr/>
          </p:nvSpPr>
          <p:spPr>
            <a:xfrm>
              <a:off x="6897745" y="23369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9" name="pt34479"/>
            <p:cNvSpPr/>
            <p:nvPr/>
          </p:nvSpPr>
          <p:spPr>
            <a:xfrm>
              <a:off x="7439684" y="25658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0" name="pt34480"/>
            <p:cNvSpPr/>
            <p:nvPr/>
          </p:nvSpPr>
          <p:spPr>
            <a:xfrm>
              <a:off x="6986361" y="21545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1" name="pt34481"/>
            <p:cNvSpPr/>
            <p:nvPr/>
          </p:nvSpPr>
          <p:spPr>
            <a:xfrm>
              <a:off x="7189967" y="24165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2" name="pt34482"/>
            <p:cNvSpPr/>
            <p:nvPr/>
          </p:nvSpPr>
          <p:spPr>
            <a:xfrm>
              <a:off x="7121074" y="21348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3" name="pt34483"/>
            <p:cNvSpPr/>
            <p:nvPr/>
          </p:nvSpPr>
          <p:spPr>
            <a:xfrm>
              <a:off x="7328234" y="21117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4" name="pt34484"/>
            <p:cNvSpPr/>
            <p:nvPr/>
          </p:nvSpPr>
          <p:spPr>
            <a:xfrm>
              <a:off x="7074827" y="21922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5" name="pt34485"/>
            <p:cNvSpPr/>
            <p:nvPr/>
          </p:nvSpPr>
          <p:spPr>
            <a:xfrm>
              <a:off x="7044352" y="21560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6" name="pt34486"/>
            <p:cNvSpPr/>
            <p:nvPr/>
          </p:nvSpPr>
          <p:spPr>
            <a:xfrm>
              <a:off x="6960578" y="20187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7" name="pt34487"/>
            <p:cNvSpPr/>
            <p:nvPr/>
          </p:nvSpPr>
          <p:spPr>
            <a:xfrm>
              <a:off x="7011020" y="18697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8" name="pt34488"/>
            <p:cNvSpPr/>
            <p:nvPr/>
          </p:nvSpPr>
          <p:spPr>
            <a:xfrm>
              <a:off x="7017168" y="18861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9" name="pt34489"/>
            <p:cNvSpPr/>
            <p:nvPr/>
          </p:nvSpPr>
          <p:spPr>
            <a:xfrm>
              <a:off x="7510987" y="21776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0" name="pt34490"/>
            <p:cNvSpPr/>
            <p:nvPr/>
          </p:nvSpPr>
          <p:spPr>
            <a:xfrm>
              <a:off x="7210506" y="21847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1" name="pt34491"/>
            <p:cNvSpPr/>
            <p:nvPr/>
          </p:nvSpPr>
          <p:spPr>
            <a:xfrm>
              <a:off x="7510341" y="2581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2" name="pt34492"/>
            <p:cNvSpPr/>
            <p:nvPr/>
          </p:nvSpPr>
          <p:spPr>
            <a:xfrm>
              <a:off x="6945604" y="20566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3" name="pt34493"/>
            <p:cNvSpPr/>
            <p:nvPr/>
          </p:nvSpPr>
          <p:spPr>
            <a:xfrm>
              <a:off x="7088095" y="21447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4" name="pt34494"/>
            <p:cNvSpPr/>
            <p:nvPr/>
          </p:nvSpPr>
          <p:spPr>
            <a:xfrm>
              <a:off x="7105226" y="20170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5" name="pt34495"/>
            <p:cNvSpPr/>
            <p:nvPr/>
          </p:nvSpPr>
          <p:spPr>
            <a:xfrm>
              <a:off x="6827730" y="19789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6" name="pt34496"/>
            <p:cNvSpPr/>
            <p:nvPr/>
          </p:nvSpPr>
          <p:spPr>
            <a:xfrm>
              <a:off x="7325887" y="21712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7" name="pt34497"/>
            <p:cNvSpPr/>
            <p:nvPr/>
          </p:nvSpPr>
          <p:spPr>
            <a:xfrm>
              <a:off x="7008090" y="1978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8" name="pt34498"/>
            <p:cNvSpPr/>
            <p:nvPr/>
          </p:nvSpPr>
          <p:spPr>
            <a:xfrm>
              <a:off x="7107473" y="20364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9" name="pt34499"/>
            <p:cNvSpPr/>
            <p:nvPr/>
          </p:nvSpPr>
          <p:spPr>
            <a:xfrm>
              <a:off x="7036500" y="24675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0" name="pt34500"/>
            <p:cNvSpPr/>
            <p:nvPr/>
          </p:nvSpPr>
          <p:spPr>
            <a:xfrm>
              <a:off x="7257496" y="20350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1" name="pt34501"/>
            <p:cNvSpPr/>
            <p:nvPr/>
          </p:nvSpPr>
          <p:spPr>
            <a:xfrm>
              <a:off x="7161165" y="20936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2" name="pt34502"/>
            <p:cNvSpPr/>
            <p:nvPr/>
          </p:nvSpPr>
          <p:spPr>
            <a:xfrm>
              <a:off x="7163929" y="21471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3" name="pt34503"/>
            <p:cNvSpPr/>
            <p:nvPr/>
          </p:nvSpPr>
          <p:spPr>
            <a:xfrm>
              <a:off x="7216811" y="21680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4" name="pt34504"/>
            <p:cNvSpPr/>
            <p:nvPr/>
          </p:nvSpPr>
          <p:spPr>
            <a:xfrm>
              <a:off x="7171709" y="20651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5" name="pt34505"/>
            <p:cNvSpPr/>
            <p:nvPr/>
          </p:nvSpPr>
          <p:spPr>
            <a:xfrm>
              <a:off x="7077380" y="22399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6" name="pt34506"/>
            <p:cNvSpPr/>
            <p:nvPr/>
          </p:nvSpPr>
          <p:spPr>
            <a:xfrm>
              <a:off x="7269342" y="18099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7" name="pt34507"/>
            <p:cNvSpPr/>
            <p:nvPr/>
          </p:nvSpPr>
          <p:spPr>
            <a:xfrm>
              <a:off x="7154982" y="19347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8" name="pt34508"/>
            <p:cNvSpPr/>
            <p:nvPr/>
          </p:nvSpPr>
          <p:spPr>
            <a:xfrm>
              <a:off x="6983199" y="21936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9" name="pt34509"/>
            <p:cNvSpPr/>
            <p:nvPr/>
          </p:nvSpPr>
          <p:spPr>
            <a:xfrm>
              <a:off x="7289008" y="2003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0" name="pt34510"/>
            <p:cNvSpPr/>
            <p:nvPr/>
          </p:nvSpPr>
          <p:spPr>
            <a:xfrm>
              <a:off x="7627240" y="22599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1" name="pt34511"/>
            <p:cNvSpPr/>
            <p:nvPr/>
          </p:nvSpPr>
          <p:spPr>
            <a:xfrm>
              <a:off x="7230986" y="22513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2" name="pt34512"/>
            <p:cNvSpPr/>
            <p:nvPr/>
          </p:nvSpPr>
          <p:spPr>
            <a:xfrm>
              <a:off x="7284706" y="1935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3" name="pt34513"/>
            <p:cNvSpPr/>
            <p:nvPr/>
          </p:nvSpPr>
          <p:spPr>
            <a:xfrm>
              <a:off x="7348384" y="24557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4" name="pt34514"/>
            <p:cNvSpPr/>
            <p:nvPr/>
          </p:nvSpPr>
          <p:spPr>
            <a:xfrm>
              <a:off x="7091145" y="22143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5" name="pt34515"/>
            <p:cNvSpPr/>
            <p:nvPr/>
          </p:nvSpPr>
          <p:spPr>
            <a:xfrm>
              <a:off x="7031835" y="22189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6" name="pt34516"/>
            <p:cNvSpPr/>
            <p:nvPr/>
          </p:nvSpPr>
          <p:spPr>
            <a:xfrm>
              <a:off x="7197946" y="23598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7" name="pt34517"/>
            <p:cNvSpPr/>
            <p:nvPr/>
          </p:nvSpPr>
          <p:spPr>
            <a:xfrm>
              <a:off x="7290766" y="20641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8" name="pt34518"/>
            <p:cNvSpPr/>
            <p:nvPr/>
          </p:nvSpPr>
          <p:spPr>
            <a:xfrm>
              <a:off x="7179746" y="21062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9" name="pt34519"/>
            <p:cNvSpPr/>
            <p:nvPr/>
          </p:nvSpPr>
          <p:spPr>
            <a:xfrm>
              <a:off x="7730603" y="25582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0" name="pt34520"/>
            <p:cNvSpPr/>
            <p:nvPr/>
          </p:nvSpPr>
          <p:spPr>
            <a:xfrm>
              <a:off x="7116505" y="21908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1" name="pt34521"/>
            <p:cNvSpPr/>
            <p:nvPr/>
          </p:nvSpPr>
          <p:spPr>
            <a:xfrm>
              <a:off x="7143219" y="21516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2" name="pt34522"/>
            <p:cNvSpPr/>
            <p:nvPr/>
          </p:nvSpPr>
          <p:spPr>
            <a:xfrm>
              <a:off x="6962462" y="20246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3" name="pt34523"/>
            <p:cNvSpPr/>
            <p:nvPr/>
          </p:nvSpPr>
          <p:spPr>
            <a:xfrm>
              <a:off x="6877406" y="20566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4" name="pt34524"/>
            <p:cNvSpPr/>
            <p:nvPr/>
          </p:nvSpPr>
          <p:spPr>
            <a:xfrm>
              <a:off x="7050713" y="17472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5" name="pt34525"/>
            <p:cNvSpPr/>
            <p:nvPr/>
          </p:nvSpPr>
          <p:spPr>
            <a:xfrm>
              <a:off x="7277627" y="19073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6" name="pt34526"/>
            <p:cNvSpPr/>
            <p:nvPr/>
          </p:nvSpPr>
          <p:spPr>
            <a:xfrm>
              <a:off x="6851921" y="22264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7" name="pt34527"/>
            <p:cNvSpPr/>
            <p:nvPr/>
          </p:nvSpPr>
          <p:spPr>
            <a:xfrm>
              <a:off x="7227258" y="22135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8" name="pt34528"/>
            <p:cNvSpPr/>
            <p:nvPr/>
          </p:nvSpPr>
          <p:spPr>
            <a:xfrm>
              <a:off x="7055613" y="20930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9" name="pt34529"/>
            <p:cNvSpPr/>
            <p:nvPr/>
          </p:nvSpPr>
          <p:spPr>
            <a:xfrm>
              <a:off x="7091784" y="22138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0" name="pt34530"/>
            <p:cNvSpPr/>
            <p:nvPr/>
          </p:nvSpPr>
          <p:spPr>
            <a:xfrm>
              <a:off x="7583556" y="24642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1" name="pt34531"/>
            <p:cNvSpPr/>
            <p:nvPr/>
          </p:nvSpPr>
          <p:spPr>
            <a:xfrm>
              <a:off x="7439792" y="2617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2" name="pt34532"/>
            <p:cNvSpPr/>
            <p:nvPr/>
          </p:nvSpPr>
          <p:spPr>
            <a:xfrm>
              <a:off x="7237666" y="20010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3" name="pt34533"/>
            <p:cNvSpPr/>
            <p:nvPr/>
          </p:nvSpPr>
          <p:spPr>
            <a:xfrm>
              <a:off x="6930239" y="20123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4" name="pt34534"/>
            <p:cNvSpPr/>
            <p:nvPr/>
          </p:nvSpPr>
          <p:spPr>
            <a:xfrm>
              <a:off x="6962444" y="19847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5" name="pt34535"/>
            <p:cNvSpPr/>
            <p:nvPr/>
          </p:nvSpPr>
          <p:spPr>
            <a:xfrm>
              <a:off x="6968662" y="1934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6" name="pt34536"/>
            <p:cNvSpPr/>
            <p:nvPr/>
          </p:nvSpPr>
          <p:spPr>
            <a:xfrm>
              <a:off x="7178525" y="20942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7" name="pt34537"/>
            <p:cNvSpPr/>
            <p:nvPr/>
          </p:nvSpPr>
          <p:spPr>
            <a:xfrm>
              <a:off x="7155983" y="19778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8" name="pt34538"/>
            <p:cNvSpPr/>
            <p:nvPr/>
          </p:nvSpPr>
          <p:spPr>
            <a:xfrm>
              <a:off x="7083822" y="22300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9" name="pt34539"/>
            <p:cNvSpPr/>
            <p:nvPr/>
          </p:nvSpPr>
          <p:spPr>
            <a:xfrm>
              <a:off x="7091507" y="22288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0" name="pt34540"/>
            <p:cNvSpPr/>
            <p:nvPr/>
          </p:nvSpPr>
          <p:spPr>
            <a:xfrm>
              <a:off x="7112903" y="22056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1" name="pt34541"/>
            <p:cNvSpPr/>
            <p:nvPr/>
          </p:nvSpPr>
          <p:spPr>
            <a:xfrm>
              <a:off x="6904012" y="2321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2" name="pt34542"/>
            <p:cNvSpPr/>
            <p:nvPr/>
          </p:nvSpPr>
          <p:spPr>
            <a:xfrm>
              <a:off x="6754923" y="26467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3" name="pt34543"/>
            <p:cNvSpPr/>
            <p:nvPr/>
          </p:nvSpPr>
          <p:spPr>
            <a:xfrm>
              <a:off x="6967273" y="20118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4" name="pt34544"/>
            <p:cNvSpPr/>
            <p:nvPr/>
          </p:nvSpPr>
          <p:spPr>
            <a:xfrm>
              <a:off x="7240383" y="20381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5" name="pt34545"/>
            <p:cNvSpPr/>
            <p:nvPr/>
          </p:nvSpPr>
          <p:spPr>
            <a:xfrm>
              <a:off x="7232465" y="22240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6" name="pt34546"/>
            <p:cNvSpPr/>
            <p:nvPr/>
          </p:nvSpPr>
          <p:spPr>
            <a:xfrm>
              <a:off x="7181855" y="20527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7" name="pt34547"/>
            <p:cNvSpPr/>
            <p:nvPr/>
          </p:nvSpPr>
          <p:spPr>
            <a:xfrm>
              <a:off x="7008643" y="19474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8" name="pt34548"/>
            <p:cNvSpPr/>
            <p:nvPr/>
          </p:nvSpPr>
          <p:spPr>
            <a:xfrm>
              <a:off x="7133206" y="23063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9" name="pt34549"/>
            <p:cNvSpPr/>
            <p:nvPr/>
          </p:nvSpPr>
          <p:spPr>
            <a:xfrm>
              <a:off x="7027689" y="22199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0" name="pt34550"/>
            <p:cNvSpPr/>
            <p:nvPr/>
          </p:nvSpPr>
          <p:spPr>
            <a:xfrm>
              <a:off x="7238863" y="20969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1" name="pt34551"/>
            <p:cNvSpPr/>
            <p:nvPr/>
          </p:nvSpPr>
          <p:spPr>
            <a:xfrm>
              <a:off x="7113350" y="21717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2" name="pt34552"/>
            <p:cNvSpPr/>
            <p:nvPr/>
          </p:nvSpPr>
          <p:spPr>
            <a:xfrm>
              <a:off x="7074251" y="22091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3" name="pt34553"/>
            <p:cNvSpPr/>
            <p:nvPr/>
          </p:nvSpPr>
          <p:spPr>
            <a:xfrm>
              <a:off x="7276107" y="20010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4" name="pt34554"/>
            <p:cNvSpPr/>
            <p:nvPr/>
          </p:nvSpPr>
          <p:spPr>
            <a:xfrm>
              <a:off x="6913057" y="22022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5" name="pt34555"/>
            <p:cNvSpPr/>
            <p:nvPr/>
          </p:nvSpPr>
          <p:spPr>
            <a:xfrm>
              <a:off x="7029334" y="23180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6" name="pt34556"/>
            <p:cNvSpPr/>
            <p:nvPr/>
          </p:nvSpPr>
          <p:spPr>
            <a:xfrm>
              <a:off x="6983158" y="21517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7" name="pt34557"/>
            <p:cNvSpPr/>
            <p:nvPr/>
          </p:nvSpPr>
          <p:spPr>
            <a:xfrm>
              <a:off x="7341835" y="2485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8" name="pt34558"/>
            <p:cNvSpPr/>
            <p:nvPr/>
          </p:nvSpPr>
          <p:spPr>
            <a:xfrm>
              <a:off x="6953045" y="20638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9" name="pt34559"/>
            <p:cNvSpPr/>
            <p:nvPr/>
          </p:nvSpPr>
          <p:spPr>
            <a:xfrm>
              <a:off x="7021633" y="22281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0" name="pt34560"/>
            <p:cNvSpPr/>
            <p:nvPr/>
          </p:nvSpPr>
          <p:spPr>
            <a:xfrm>
              <a:off x="7395099" y="27882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1" name="pt34561"/>
            <p:cNvSpPr/>
            <p:nvPr/>
          </p:nvSpPr>
          <p:spPr>
            <a:xfrm>
              <a:off x="7115759" y="21884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2" name="pt34562"/>
            <p:cNvSpPr/>
            <p:nvPr/>
          </p:nvSpPr>
          <p:spPr>
            <a:xfrm>
              <a:off x="7273472" y="20765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3" name="pt34563"/>
            <p:cNvSpPr/>
            <p:nvPr/>
          </p:nvSpPr>
          <p:spPr>
            <a:xfrm>
              <a:off x="7134464" y="23401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4" name="pt34564"/>
            <p:cNvSpPr/>
            <p:nvPr/>
          </p:nvSpPr>
          <p:spPr>
            <a:xfrm>
              <a:off x="7216972" y="21197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5" name="pt34565"/>
            <p:cNvSpPr/>
            <p:nvPr/>
          </p:nvSpPr>
          <p:spPr>
            <a:xfrm>
              <a:off x="7089339" y="21957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6" name="pt34566"/>
            <p:cNvSpPr/>
            <p:nvPr/>
          </p:nvSpPr>
          <p:spPr>
            <a:xfrm>
              <a:off x="6994913" y="19016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7" name="pt34567"/>
            <p:cNvSpPr/>
            <p:nvPr/>
          </p:nvSpPr>
          <p:spPr>
            <a:xfrm>
              <a:off x="7076139" y="21785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8" name="pt34568"/>
            <p:cNvSpPr/>
            <p:nvPr/>
          </p:nvSpPr>
          <p:spPr>
            <a:xfrm>
              <a:off x="6865086" y="22808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9" name="pt34569"/>
            <p:cNvSpPr/>
            <p:nvPr/>
          </p:nvSpPr>
          <p:spPr>
            <a:xfrm>
              <a:off x="6896044" y="17431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0" name="pt34570"/>
            <p:cNvSpPr/>
            <p:nvPr/>
          </p:nvSpPr>
          <p:spPr>
            <a:xfrm>
              <a:off x="7252381" y="19903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1" name="pt34571"/>
            <p:cNvSpPr/>
            <p:nvPr/>
          </p:nvSpPr>
          <p:spPr>
            <a:xfrm>
              <a:off x="7258882" y="20686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2" name="pt34572"/>
            <p:cNvSpPr/>
            <p:nvPr/>
          </p:nvSpPr>
          <p:spPr>
            <a:xfrm>
              <a:off x="7151929" y="19848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3" name="pt34573"/>
            <p:cNvSpPr/>
            <p:nvPr/>
          </p:nvSpPr>
          <p:spPr>
            <a:xfrm>
              <a:off x="7227753" y="21700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4" name="pt34574"/>
            <p:cNvSpPr/>
            <p:nvPr/>
          </p:nvSpPr>
          <p:spPr>
            <a:xfrm>
              <a:off x="6912119" y="23719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5" name="pt34575"/>
            <p:cNvSpPr/>
            <p:nvPr/>
          </p:nvSpPr>
          <p:spPr>
            <a:xfrm>
              <a:off x="6800342" y="22569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6" name="pt34576"/>
            <p:cNvSpPr/>
            <p:nvPr/>
          </p:nvSpPr>
          <p:spPr>
            <a:xfrm>
              <a:off x="7175972" y="19220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7" name="pt34577"/>
            <p:cNvSpPr/>
            <p:nvPr/>
          </p:nvSpPr>
          <p:spPr>
            <a:xfrm>
              <a:off x="7102602" y="2135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8" name="pt34578"/>
            <p:cNvSpPr/>
            <p:nvPr/>
          </p:nvSpPr>
          <p:spPr>
            <a:xfrm>
              <a:off x="7128764" y="22056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9" name="pt34579"/>
            <p:cNvSpPr/>
            <p:nvPr/>
          </p:nvSpPr>
          <p:spPr>
            <a:xfrm>
              <a:off x="7013970" y="19926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0" name="pt34580"/>
            <p:cNvSpPr/>
            <p:nvPr/>
          </p:nvSpPr>
          <p:spPr>
            <a:xfrm>
              <a:off x="7150438" y="19534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1" name="pt34581"/>
            <p:cNvSpPr/>
            <p:nvPr/>
          </p:nvSpPr>
          <p:spPr>
            <a:xfrm>
              <a:off x="7241995" y="19991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2" name="pt34582"/>
            <p:cNvSpPr/>
            <p:nvPr/>
          </p:nvSpPr>
          <p:spPr>
            <a:xfrm>
              <a:off x="6973363" y="19918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3" name="pt34583"/>
            <p:cNvSpPr/>
            <p:nvPr/>
          </p:nvSpPr>
          <p:spPr>
            <a:xfrm>
              <a:off x="7140678" y="21752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4" name="pt34584"/>
            <p:cNvSpPr/>
            <p:nvPr/>
          </p:nvSpPr>
          <p:spPr>
            <a:xfrm>
              <a:off x="6577014" y="17511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5" name="pt34585"/>
            <p:cNvSpPr/>
            <p:nvPr/>
          </p:nvSpPr>
          <p:spPr>
            <a:xfrm>
              <a:off x="7377366" y="22631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6" name="pt34586"/>
            <p:cNvSpPr/>
            <p:nvPr/>
          </p:nvSpPr>
          <p:spPr>
            <a:xfrm>
              <a:off x="7042161" y="21671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7" name="pt34587"/>
            <p:cNvSpPr/>
            <p:nvPr/>
          </p:nvSpPr>
          <p:spPr>
            <a:xfrm>
              <a:off x="7077859" y="2203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8" name="pt34588"/>
            <p:cNvSpPr/>
            <p:nvPr/>
          </p:nvSpPr>
          <p:spPr>
            <a:xfrm>
              <a:off x="7268892" y="18460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9" name="pt34589"/>
            <p:cNvSpPr/>
            <p:nvPr/>
          </p:nvSpPr>
          <p:spPr>
            <a:xfrm>
              <a:off x="7076932" y="2263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0" name="pt34590"/>
            <p:cNvSpPr/>
            <p:nvPr/>
          </p:nvSpPr>
          <p:spPr>
            <a:xfrm>
              <a:off x="7127713" y="22956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1" name="pt34591"/>
            <p:cNvSpPr/>
            <p:nvPr/>
          </p:nvSpPr>
          <p:spPr>
            <a:xfrm>
              <a:off x="7092811" y="21188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2" name="pt34592"/>
            <p:cNvSpPr/>
            <p:nvPr/>
          </p:nvSpPr>
          <p:spPr>
            <a:xfrm>
              <a:off x="7169271" y="21521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3" name="pt34593"/>
            <p:cNvSpPr/>
            <p:nvPr/>
          </p:nvSpPr>
          <p:spPr>
            <a:xfrm>
              <a:off x="6919526" y="21997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4" name="pt34594"/>
            <p:cNvSpPr/>
            <p:nvPr/>
          </p:nvSpPr>
          <p:spPr>
            <a:xfrm>
              <a:off x="7299251" y="20630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5" name="pt34595"/>
            <p:cNvSpPr/>
            <p:nvPr/>
          </p:nvSpPr>
          <p:spPr>
            <a:xfrm>
              <a:off x="7361083" y="22678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6" name="pt34596"/>
            <p:cNvSpPr/>
            <p:nvPr/>
          </p:nvSpPr>
          <p:spPr>
            <a:xfrm>
              <a:off x="7244311" y="20614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7" name="pt34597"/>
            <p:cNvSpPr/>
            <p:nvPr/>
          </p:nvSpPr>
          <p:spPr>
            <a:xfrm>
              <a:off x="7022654" y="22949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8" name="pt34598"/>
            <p:cNvSpPr/>
            <p:nvPr/>
          </p:nvSpPr>
          <p:spPr>
            <a:xfrm>
              <a:off x="7136822" y="21736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9" name="pt34599"/>
            <p:cNvSpPr/>
            <p:nvPr/>
          </p:nvSpPr>
          <p:spPr>
            <a:xfrm>
              <a:off x="7282924" y="2114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0" name="pt34600"/>
            <p:cNvSpPr/>
            <p:nvPr/>
          </p:nvSpPr>
          <p:spPr>
            <a:xfrm>
              <a:off x="7140572" y="21431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1" name="pt34601"/>
            <p:cNvSpPr/>
            <p:nvPr/>
          </p:nvSpPr>
          <p:spPr>
            <a:xfrm>
              <a:off x="7154543" y="19573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2" name="pt34602"/>
            <p:cNvSpPr/>
            <p:nvPr/>
          </p:nvSpPr>
          <p:spPr>
            <a:xfrm>
              <a:off x="7197494" y="22792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3" name="pt34603"/>
            <p:cNvSpPr/>
            <p:nvPr/>
          </p:nvSpPr>
          <p:spPr>
            <a:xfrm>
              <a:off x="7206029" y="21930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4" name="pt34604"/>
            <p:cNvSpPr/>
            <p:nvPr/>
          </p:nvSpPr>
          <p:spPr>
            <a:xfrm>
              <a:off x="6925850" y="19246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5" name="pt34605"/>
            <p:cNvSpPr/>
            <p:nvPr/>
          </p:nvSpPr>
          <p:spPr>
            <a:xfrm>
              <a:off x="7171643" y="2170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6" name="pt34606"/>
            <p:cNvSpPr/>
            <p:nvPr/>
          </p:nvSpPr>
          <p:spPr>
            <a:xfrm>
              <a:off x="7544275" y="21387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7" name="pt34607"/>
            <p:cNvSpPr/>
            <p:nvPr/>
          </p:nvSpPr>
          <p:spPr>
            <a:xfrm>
              <a:off x="7026867" y="2170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8" name="pt34608"/>
            <p:cNvSpPr/>
            <p:nvPr/>
          </p:nvSpPr>
          <p:spPr>
            <a:xfrm>
              <a:off x="6709734" y="1760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9" name="pt34609"/>
            <p:cNvSpPr/>
            <p:nvPr/>
          </p:nvSpPr>
          <p:spPr>
            <a:xfrm>
              <a:off x="7205258" y="22153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0" name="pt34610"/>
            <p:cNvSpPr/>
            <p:nvPr/>
          </p:nvSpPr>
          <p:spPr>
            <a:xfrm>
              <a:off x="7348191" y="24248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1" name="pt34611"/>
            <p:cNvSpPr/>
            <p:nvPr/>
          </p:nvSpPr>
          <p:spPr>
            <a:xfrm>
              <a:off x="7130547" y="22925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2" name="pt34612"/>
            <p:cNvSpPr/>
            <p:nvPr/>
          </p:nvSpPr>
          <p:spPr>
            <a:xfrm>
              <a:off x="7102905" y="22008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3" name="pt34613"/>
            <p:cNvSpPr/>
            <p:nvPr/>
          </p:nvSpPr>
          <p:spPr>
            <a:xfrm>
              <a:off x="7093422" y="21391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4" name="pt34614"/>
            <p:cNvSpPr/>
            <p:nvPr/>
          </p:nvSpPr>
          <p:spPr>
            <a:xfrm>
              <a:off x="6554125" y="16086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5" name="pt34615"/>
            <p:cNvSpPr/>
            <p:nvPr/>
          </p:nvSpPr>
          <p:spPr>
            <a:xfrm>
              <a:off x="7015063" y="17181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6" name="pt34616"/>
            <p:cNvSpPr/>
            <p:nvPr/>
          </p:nvSpPr>
          <p:spPr>
            <a:xfrm>
              <a:off x="7295085" y="19995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7" name="pt34617"/>
            <p:cNvSpPr/>
            <p:nvPr/>
          </p:nvSpPr>
          <p:spPr>
            <a:xfrm>
              <a:off x="6943505" y="21656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8" name="pt34618"/>
            <p:cNvSpPr/>
            <p:nvPr/>
          </p:nvSpPr>
          <p:spPr>
            <a:xfrm>
              <a:off x="7139706" y="23078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9" name="pt34619"/>
            <p:cNvSpPr/>
            <p:nvPr/>
          </p:nvSpPr>
          <p:spPr>
            <a:xfrm>
              <a:off x="7265986" y="20436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0" name="pt34620"/>
            <p:cNvSpPr/>
            <p:nvPr/>
          </p:nvSpPr>
          <p:spPr>
            <a:xfrm>
              <a:off x="7289939" y="20851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1" name="pt34621"/>
            <p:cNvSpPr/>
            <p:nvPr/>
          </p:nvSpPr>
          <p:spPr>
            <a:xfrm>
              <a:off x="7169436" y="21361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2" name="pt34622"/>
            <p:cNvSpPr/>
            <p:nvPr/>
          </p:nvSpPr>
          <p:spPr>
            <a:xfrm>
              <a:off x="7568805" y="24582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3" name="pt34623"/>
            <p:cNvSpPr/>
            <p:nvPr/>
          </p:nvSpPr>
          <p:spPr>
            <a:xfrm>
              <a:off x="7003803" y="20810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4" name="pt34624"/>
            <p:cNvSpPr/>
            <p:nvPr/>
          </p:nvSpPr>
          <p:spPr>
            <a:xfrm>
              <a:off x="7146599" y="20833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5" name="pt34625"/>
            <p:cNvSpPr/>
            <p:nvPr/>
          </p:nvSpPr>
          <p:spPr>
            <a:xfrm>
              <a:off x="7046188" y="21333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6" name="pt34626"/>
            <p:cNvSpPr/>
            <p:nvPr/>
          </p:nvSpPr>
          <p:spPr>
            <a:xfrm>
              <a:off x="6849335" y="23281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7" name="pt34627"/>
            <p:cNvSpPr/>
            <p:nvPr/>
          </p:nvSpPr>
          <p:spPr>
            <a:xfrm>
              <a:off x="7163023" y="21647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8" name="pt34628"/>
            <p:cNvSpPr/>
            <p:nvPr/>
          </p:nvSpPr>
          <p:spPr>
            <a:xfrm>
              <a:off x="6910881" y="21894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9" name="pt34629"/>
            <p:cNvSpPr/>
            <p:nvPr/>
          </p:nvSpPr>
          <p:spPr>
            <a:xfrm>
              <a:off x="7106791" y="21131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0" name="pt34630"/>
            <p:cNvSpPr/>
            <p:nvPr/>
          </p:nvSpPr>
          <p:spPr>
            <a:xfrm>
              <a:off x="7039441" y="22189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1" name="pt34631"/>
            <p:cNvSpPr/>
            <p:nvPr/>
          </p:nvSpPr>
          <p:spPr>
            <a:xfrm>
              <a:off x="7098186" y="21960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2" name="pt34632"/>
            <p:cNvSpPr/>
            <p:nvPr/>
          </p:nvSpPr>
          <p:spPr>
            <a:xfrm>
              <a:off x="7231440" y="22630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3" name="pt34633"/>
            <p:cNvSpPr/>
            <p:nvPr/>
          </p:nvSpPr>
          <p:spPr>
            <a:xfrm>
              <a:off x="7194388" y="21678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4" name="pt34634"/>
            <p:cNvSpPr/>
            <p:nvPr/>
          </p:nvSpPr>
          <p:spPr>
            <a:xfrm>
              <a:off x="7435369" y="27109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5" name="pt34635"/>
            <p:cNvSpPr/>
            <p:nvPr/>
          </p:nvSpPr>
          <p:spPr>
            <a:xfrm>
              <a:off x="6750770" y="22093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6" name="pt34636"/>
            <p:cNvSpPr/>
            <p:nvPr/>
          </p:nvSpPr>
          <p:spPr>
            <a:xfrm>
              <a:off x="7507607" y="22823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7" name="pt34637"/>
            <p:cNvSpPr/>
            <p:nvPr/>
          </p:nvSpPr>
          <p:spPr>
            <a:xfrm>
              <a:off x="7087960" y="22514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8" name="pt34638"/>
            <p:cNvSpPr/>
            <p:nvPr/>
          </p:nvSpPr>
          <p:spPr>
            <a:xfrm>
              <a:off x="7128691" y="22277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9" name="pt34639"/>
            <p:cNvSpPr/>
            <p:nvPr/>
          </p:nvSpPr>
          <p:spPr>
            <a:xfrm>
              <a:off x="7141560" y="21799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0" name="pt34640"/>
            <p:cNvSpPr/>
            <p:nvPr/>
          </p:nvSpPr>
          <p:spPr>
            <a:xfrm>
              <a:off x="7049416" y="18074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1" name="pt34641"/>
            <p:cNvSpPr/>
            <p:nvPr/>
          </p:nvSpPr>
          <p:spPr>
            <a:xfrm>
              <a:off x="6903760" y="20147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2" name="pt34642"/>
            <p:cNvSpPr/>
            <p:nvPr/>
          </p:nvSpPr>
          <p:spPr>
            <a:xfrm>
              <a:off x="7125930" y="22162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3" name="pt34643"/>
            <p:cNvSpPr/>
            <p:nvPr/>
          </p:nvSpPr>
          <p:spPr>
            <a:xfrm>
              <a:off x="7018006" y="18921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4" name="pt34644"/>
            <p:cNvSpPr/>
            <p:nvPr/>
          </p:nvSpPr>
          <p:spPr>
            <a:xfrm>
              <a:off x="7262152" y="18962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5" name="pt34645"/>
            <p:cNvSpPr/>
            <p:nvPr/>
          </p:nvSpPr>
          <p:spPr>
            <a:xfrm>
              <a:off x="7025999" y="2235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6" name="pt34646"/>
            <p:cNvSpPr/>
            <p:nvPr/>
          </p:nvSpPr>
          <p:spPr>
            <a:xfrm>
              <a:off x="7079671" y="21925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7" name="pt34647"/>
            <p:cNvSpPr/>
            <p:nvPr/>
          </p:nvSpPr>
          <p:spPr>
            <a:xfrm>
              <a:off x="7124147" y="20969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8" name="pt34648"/>
            <p:cNvSpPr/>
            <p:nvPr/>
          </p:nvSpPr>
          <p:spPr>
            <a:xfrm>
              <a:off x="7167699" y="21510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9" name="pt34649"/>
            <p:cNvSpPr/>
            <p:nvPr/>
          </p:nvSpPr>
          <p:spPr>
            <a:xfrm>
              <a:off x="7040198" y="23048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0" name="pt34650"/>
            <p:cNvSpPr/>
            <p:nvPr/>
          </p:nvSpPr>
          <p:spPr>
            <a:xfrm>
              <a:off x="7230391" y="20735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1" name="pt34651"/>
            <p:cNvSpPr/>
            <p:nvPr/>
          </p:nvSpPr>
          <p:spPr>
            <a:xfrm>
              <a:off x="7053432" y="21083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2" name="pt34652"/>
            <p:cNvSpPr/>
            <p:nvPr/>
          </p:nvSpPr>
          <p:spPr>
            <a:xfrm>
              <a:off x="7197596" y="21451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3" name="pt34653"/>
            <p:cNvSpPr/>
            <p:nvPr/>
          </p:nvSpPr>
          <p:spPr>
            <a:xfrm>
              <a:off x="7119403" y="21523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4" name="pt34654"/>
            <p:cNvSpPr/>
            <p:nvPr/>
          </p:nvSpPr>
          <p:spPr>
            <a:xfrm>
              <a:off x="6639971" y="17740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5" name="pt34655"/>
            <p:cNvSpPr/>
            <p:nvPr/>
          </p:nvSpPr>
          <p:spPr>
            <a:xfrm>
              <a:off x="6787931" y="27520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6" name="pt34656"/>
            <p:cNvSpPr/>
            <p:nvPr/>
          </p:nvSpPr>
          <p:spPr>
            <a:xfrm>
              <a:off x="7050879" y="15426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7" name="pt34657"/>
            <p:cNvSpPr/>
            <p:nvPr/>
          </p:nvSpPr>
          <p:spPr>
            <a:xfrm>
              <a:off x="7003419" y="20140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8" name="pt34658"/>
            <p:cNvSpPr/>
            <p:nvPr/>
          </p:nvSpPr>
          <p:spPr>
            <a:xfrm>
              <a:off x="7035655" y="23795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9" name="pt34659"/>
            <p:cNvSpPr/>
            <p:nvPr/>
          </p:nvSpPr>
          <p:spPr>
            <a:xfrm>
              <a:off x="7043569" y="22234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0" name="pt34660"/>
            <p:cNvSpPr/>
            <p:nvPr/>
          </p:nvSpPr>
          <p:spPr>
            <a:xfrm>
              <a:off x="7204264" y="22208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1" name="pt34661"/>
            <p:cNvSpPr/>
            <p:nvPr/>
          </p:nvSpPr>
          <p:spPr>
            <a:xfrm>
              <a:off x="6837564" y="2311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2" name="pt34662"/>
            <p:cNvSpPr/>
            <p:nvPr/>
          </p:nvSpPr>
          <p:spPr>
            <a:xfrm>
              <a:off x="7286465" y="19797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3" name="pt34663"/>
            <p:cNvSpPr/>
            <p:nvPr/>
          </p:nvSpPr>
          <p:spPr>
            <a:xfrm>
              <a:off x="7034105" y="24026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4" name="pt34664"/>
            <p:cNvSpPr/>
            <p:nvPr/>
          </p:nvSpPr>
          <p:spPr>
            <a:xfrm>
              <a:off x="7150417" y="20271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5" name="pt34665"/>
            <p:cNvSpPr/>
            <p:nvPr/>
          </p:nvSpPr>
          <p:spPr>
            <a:xfrm>
              <a:off x="7161111" y="20348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6" name="pt34666"/>
            <p:cNvSpPr/>
            <p:nvPr/>
          </p:nvSpPr>
          <p:spPr>
            <a:xfrm>
              <a:off x="7060435" y="23347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7" name="pt34667"/>
            <p:cNvSpPr/>
            <p:nvPr/>
          </p:nvSpPr>
          <p:spPr>
            <a:xfrm>
              <a:off x="7067639" y="20943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8" name="pt34668"/>
            <p:cNvSpPr/>
            <p:nvPr/>
          </p:nvSpPr>
          <p:spPr>
            <a:xfrm>
              <a:off x="7071429" y="21112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9" name="pt34669"/>
            <p:cNvSpPr/>
            <p:nvPr/>
          </p:nvSpPr>
          <p:spPr>
            <a:xfrm>
              <a:off x="7055543" y="22194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0" name="pt34670"/>
            <p:cNvSpPr/>
            <p:nvPr/>
          </p:nvSpPr>
          <p:spPr>
            <a:xfrm>
              <a:off x="7262951" y="20939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1" name="pt34671"/>
            <p:cNvSpPr/>
            <p:nvPr/>
          </p:nvSpPr>
          <p:spPr>
            <a:xfrm>
              <a:off x="7106463" y="2151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2" name="pt34672"/>
            <p:cNvSpPr/>
            <p:nvPr/>
          </p:nvSpPr>
          <p:spPr>
            <a:xfrm>
              <a:off x="7113953" y="20698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3" name="pt34673"/>
            <p:cNvSpPr/>
            <p:nvPr/>
          </p:nvSpPr>
          <p:spPr>
            <a:xfrm>
              <a:off x="7070163" y="22059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4" name="pt34674"/>
            <p:cNvSpPr/>
            <p:nvPr/>
          </p:nvSpPr>
          <p:spPr>
            <a:xfrm>
              <a:off x="7368829" y="21485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5" name="pt34675"/>
            <p:cNvSpPr/>
            <p:nvPr/>
          </p:nvSpPr>
          <p:spPr>
            <a:xfrm>
              <a:off x="7317632" y="19136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6" name="pt34676"/>
            <p:cNvSpPr/>
            <p:nvPr/>
          </p:nvSpPr>
          <p:spPr>
            <a:xfrm>
              <a:off x="7238058" y="19597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7" name="pt34677"/>
            <p:cNvSpPr/>
            <p:nvPr/>
          </p:nvSpPr>
          <p:spPr>
            <a:xfrm>
              <a:off x="7163138" y="21269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8" name="pt34678"/>
            <p:cNvSpPr/>
            <p:nvPr/>
          </p:nvSpPr>
          <p:spPr>
            <a:xfrm>
              <a:off x="7290546" y="23993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9" name="pt34679"/>
            <p:cNvSpPr/>
            <p:nvPr/>
          </p:nvSpPr>
          <p:spPr>
            <a:xfrm>
              <a:off x="7398763" y="27159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0" name="pt34680"/>
            <p:cNvSpPr/>
            <p:nvPr/>
          </p:nvSpPr>
          <p:spPr>
            <a:xfrm>
              <a:off x="7107687" y="21866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1" name="pt34681"/>
            <p:cNvSpPr/>
            <p:nvPr/>
          </p:nvSpPr>
          <p:spPr>
            <a:xfrm>
              <a:off x="7060158" y="22646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2" name="pt34682"/>
            <p:cNvSpPr/>
            <p:nvPr/>
          </p:nvSpPr>
          <p:spPr>
            <a:xfrm>
              <a:off x="7188955" y="21391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3" name="pt34683"/>
            <p:cNvSpPr/>
            <p:nvPr/>
          </p:nvSpPr>
          <p:spPr>
            <a:xfrm>
              <a:off x="7157315" y="20437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4" name="pt34684"/>
            <p:cNvSpPr/>
            <p:nvPr/>
          </p:nvSpPr>
          <p:spPr>
            <a:xfrm>
              <a:off x="7296772" y="18836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5" name="pt34685"/>
            <p:cNvSpPr/>
            <p:nvPr/>
          </p:nvSpPr>
          <p:spPr>
            <a:xfrm>
              <a:off x="7244400" y="20629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6" name="pt34686"/>
            <p:cNvSpPr/>
            <p:nvPr/>
          </p:nvSpPr>
          <p:spPr>
            <a:xfrm>
              <a:off x="7065471" y="21081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7" name="pt34687"/>
            <p:cNvSpPr/>
            <p:nvPr/>
          </p:nvSpPr>
          <p:spPr>
            <a:xfrm>
              <a:off x="7120836" y="21889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8" name="pt34688"/>
            <p:cNvSpPr/>
            <p:nvPr/>
          </p:nvSpPr>
          <p:spPr>
            <a:xfrm>
              <a:off x="7201019" y="23112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9" name="pt34689"/>
            <p:cNvSpPr/>
            <p:nvPr/>
          </p:nvSpPr>
          <p:spPr>
            <a:xfrm>
              <a:off x="7105488" y="20638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0" name="pt34690"/>
            <p:cNvSpPr/>
            <p:nvPr/>
          </p:nvSpPr>
          <p:spPr>
            <a:xfrm>
              <a:off x="6896424" y="21777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1" name="pt34691"/>
            <p:cNvSpPr/>
            <p:nvPr/>
          </p:nvSpPr>
          <p:spPr>
            <a:xfrm>
              <a:off x="7211076" y="21984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2" name="pt34692"/>
            <p:cNvSpPr/>
            <p:nvPr/>
          </p:nvSpPr>
          <p:spPr>
            <a:xfrm>
              <a:off x="6772298" y="24344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3" name="pt34693"/>
            <p:cNvSpPr/>
            <p:nvPr/>
          </p:nvSpPr>
          <p:spPr>
            <a:xfrm>
              <a:off x="7216278" y="20309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4" name="pt34694"/>
            <p:cNvSpPr/>
            <p:nvPr/>
          </p:nvSpPr>
          <p:spPr>
            <a:xfrm>
              <a:off x="7026919" y="22924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5" name="pt34695"/>
            <p:cNvSpPr/>
            <p:nvPr/>
          </p:nvSpPr>
          <p:spPr>
            <a:xfrm>
              <a:off x="7081516" y="22194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6" name="pt34696"/>
            <p:cNvSpPr/>
            <p:nvPr/>
          </p:nvSpPr>
          <p:spPr>
            <a:xfrm>
              <a:off x="6769816" y="23668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7" name="pt34697"/>
            <p:cNvSpPr/>
            <p:nvPr/>
          </p:nvSpPr>
          <p:spPr>
            <a:xfrm>
              <a:off x="7057963" y="23121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8" name="pt34698"/>
            <p:cNvSpPr/>
            <p:nvPr/>
          </p:nvSpPr>
          <p:spPr>
            <a:xfrm>
              <a:off x="7275250" y="19979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9" name="pt34699"/>
            <p:cNvSpPr/>
            <p:nvPr/>
          </p:nvSpPr>
          <p:spPr>
            <a:xfrm>
              <a:off x="6963711" y="19857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0" name="pt34700"/>
            <p:cNvSpPr/>
            <p:nvPr/>
          </p:nvSpPr>
          <p:spPr>
            <a:xfrm>
              <a:off x="7142287" y="21859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1" name="pt34701"/>
            <p:cNvSpPr/>
            <p:nvPr/>
          </p:nvSpPr>
          <p:spPr>
            <a:xfrm>
              <a:off x="7225741" y="22361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2" name="pt34702"/>
            <p:cNvSpPr/>
            <p:nvPr/>
          </p:nvSpPr>
          <p:spPr>
            <a:xfrm>
              <a:off x="7378373" y="19656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3" name="pt34703"/>
            <p:cNvSpPr/>
            <p:nvPr/>
          </p:nvSpPr>
          <p:spPr>
            <a:xfrm>
              <a:off x="7149321" y="21254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4" name="pt34704"/>
            <p:cNvSpPr/>
            <p:nvPr/>
          </p:nvSpPr>
          <p:spPr>
            <a:xfrm>
              <a:off x="7205525" y="20473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5" name="pt34705"/>
            <p:cNvSpPr/>
            <p:nvPr/>
          </p:nvSpPr>
          <p:spPr>
            <a:xfrm>
              <a:off x="7174146" y="21147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6" name="pt34706"/>
            <p:cNvSpPr/>
            <p:nvPr/>
          </p:nvSpPr>
          <p:spPr>
            <a:xfrm>
              <a:off x="7287083" y="21087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7" name="pt34707"/>
            <p:cNvSpPr/>
            <p:nvPr/>
          </p:nvSpPr>
          <p:spPr>
            <a:xfrm>
              <a:off x="7368764" y="20805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8" name="pt34708"/>
            <p:cNvSpPr/>
            <p:nvPr/>
          </p:nvSpPr>
          <p:spPr>
            <a:xfrm>
              <a:off x="6950401" y="19817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9" name="pt34709"/>
            <p:cNvSpPr/>
            <p:nvPr/>
          </p:nvSpPr>
          <p:spPr>
            <a:xfrm>
              <a:off x="6944180" y="21187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0" name="pt34710"/>
            <p:cNvSpPr/>
            <p:nvPr/>
          </p:nvSpPr>
          <p:spPr>
            <a:xfrm>
              <a:off x="7173977" y="20281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1" name="pt34711"/>
            <p:cNvSpPr/>
            <p:nvPr/>
          </p:nvSpPr>
          <p:spPr>
            <a:xfrm>
              <a:off x="7275703" y="20174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2" name="pt34712"/>
            <p:cNvSpPr/>
            <p:nvPr/>
          </p:nvSpPr>
          <p:spPr>
            <a:xfrm>
              <a:off x="7204642" y="22791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3" name="pt34713"/>
            <p:cNvSpPr/>
            <p:nvPr/>
          </p:nvSpPr>
          <p:spPr>
            <a:xfrm>
              <a:off x="6656263" y="16779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4" name="pt34714"/>
            <p:cNvSpPr/>
            <p:nvPr/>
          </p:nvSpPr>
          <p:spPr>
            <a:xfrm>
              <a:off x="7150322" y="19554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5" name="pt34715"/>
            <p:cNvSpPr/>
            <p:nvPr/>
          </p:nvSpPr>
          <p:spPr>
            <a:xfrm>
              <a:off x="7365843" y="20571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6" name="pt34716"/>
            <p:cNvSpPr/>
            <p:nvPr/>
          </p:nvSpPr>
          <p:spPr>
            <a:xfrm>
              <a:off x="7440978" y="26470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7" name="pt34717"/>
            <p:cNvSpPr/>
            <p:nvPr/>
          </p:nvSpPr>
          <p:spPr>
            <a:xfrm>
              <a:off x="7348974" y="23871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8" name="pt34718"/>
            <p:cNvSpPr/>
            <p:nvPr/>
          </p:nvSpPr>
          <p:spPr>
            <a:xfrm>
              <a:off x="6693328" y="17106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9" name="pt34719"/>
            <p:cNvSpPr/>
            <p:nvPr/>
          </p:nvSpPr>
          <p:spPr>
            <a:xfrm>
              <a:off x="6807894" y="22021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0" name="pt34720"/>
            <p:cNvSpPr/>
            <p:nvPr/>
          </p:nvSpPr>
          <p:spPr>
            <a:xfrm>
              <a:off x="7154520" y="20182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1" name="pt34721"/>
            <p:cNvSpPr/>
            <p:nvPr/>
          </p:nvSpPr>
          <p:spPr>
            <a:xfrm>
              <a:off x="7097357" y="21683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2" name="pt34722"/>
            <p:cNvSpPr/>
            <p:nvPr/>
          </p:nvSpPr>
          <p:spPr>
            <a:xfrm>
              <a:off x="6967891" y="2059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3" name="pt34723"/>
            <p:cNvSpPr/>
            <p:nvPr/>
          </p:nvSpPr>
          <p:spPr>
            <a:xfrm>
              <a:off x="7267176" y="21777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4" name="pt34724"/>
            <p:cNvSpPr/>
            <p:nvPr/>
          </p:nvSpPr>
          <p:spPr>
            <a:xfrm>
              <a:off x="7110472" y="2170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5" name="pt34725"/>
            <p:cNvSpPr/>
            <p:nvPr/>
          </p:nvSpPr>
          <p:spPr>
            <a:xfrm>
              <a:off x="7188293" y="19960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6" name="pt34726"/>
            <p:cNvSpPr/>
            <p:nvPr/>
          </p:nvSpPr>
          <p:spPr>
            <a:xfrm>
              <a:off x="6984008" y="21508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7" name="pt34727"/>
            <p:cNvSpPr/>
            <p:nvPr/>
          </p:nvSpPr>
          <p:spPr>
            <a:xfrm>
              <a:off x="7127229" y="22873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8" name="pt34728"/>
            <p:cNvSpPr/>
            <p:nvPr/>
          </p:nvSpPr>
          <p:spPr>
            <a:xfrm>
              <a:off x="6947366" y="20098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9" name="pt34729"/>
            <p:cNvSpPr/>
            <p:nvPr/>
          </p:nvSpPr>
          <p:spPr>
            <a:xfrm>
              <a:off x="7259559" y="21150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0" name="pt34730"/>
            <p:cNvSpPr/>
            <p:nvPr/>
          </p:nvSpPr>
          <p:spPr>
            <a:xfrm>
              <a:off x="7141152" y="2054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1" name="pt34731"/>
            <p:cNvSpPr/>
            <p:nvPr/>
          </p:nvSpPr>
          <p:spPr>
            <a:xfrm>
              <a:off x="7083941" y="2180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2" name="pt34732"/>
            <p:cNvSpPr/>
            <p:nvPr/>
          </p:nvSpPr>
          <p:spPr>
            <a:xfrm>
              <a:off x="7152859" y="20243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3" name="pt34733"/>
            <p:cNvSpPr/>
            <p:nvPr/>
          </p:nvSpPr>
          <p:spPr>
            <a:xfrm>
              <a:off x="7139394" y="23737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4" name="pt34734"/>
            <p:cNvSpPr/>
            <p:nvPr/>
          </p:nvSpPr>
          <p:spPr>
            <a:xfrm>
              <a:off x="6923891" y="2050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5" name="pt34735"/>
            <p:cNvSpPr/>
            <p:nvPr/>
          </p:nvSpPr>
          <p:spPr>
            <a:xfrm>
              <a:off x="7246677" y="2207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6" name="pt34736"/>
            <p:cNvSpPr/>
            <p:nvPr/>
          </p:nvSpPr>
          <p:spPr>
            <a:xfrm>
              <a:off x="7156813" y="1990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7" name="pt34737"/>
            <p:cNvSpPr/>
            <p:nvPr/>
          </p:nvSpPr>
          <p:spPr>
            <a:xfrm>
              <a:off x="7196196" y="22849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8" name="pt34738"/>
            <p:cNvSpPr/>
            <p:nvPr/>
          </p:nvSpPr>
          <p:spPr>
            <a:xfrm>
              <a:off x="7271496" y="21053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9" name="pt34739"/>
            <p:cNvSpPr/>
            <p:nvPr/>
          </p:nvSpPr>
          <p:spPr>
            <a:xfrm>
              <a:off x="6829201" y="21203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0" name="pt34740"/>
            <p:cNvSpPr/>
            <p:nvPr/>
          </p:nvSpPr>
          <p:spPr>
            <a:xfrm>
              <a:off x="7110671" y="21603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1" name="pt34741"/>
            <p:cNvSpPr/>
            <p:nvPr/>
          </p:nvSpPr>
          <p:spPr>
            <a:xfrm>
              <a:off x="7056282" y="20671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2" name="pt34742"/>
            <p:cNvSpPr/>
            <p:nvPr/>
          </p:nvSpPr>
          <p:spPr>
            <a:xfrm>
              <a:off x="7051443" y="20588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3" name="pt34743"/>
            <p:cNvSpPr/>
            <p:nvPr/>
          </p:nvSpPr>
          <p:spPr>
            <a:xfrm>
              <a:off x="7429458" y="27958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4" name="pt34744"/>
            <p:cNvSpPr/>
            <p:nvPr/>
          </p:nvSpPr>
          <p:spPr>
            <a:xfrm>
              <a:off x="7061371" y="22341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5" name="pt34745"/>
            <p:cNvSpPr/>
            <p:nvPr/>
          </p:nvSpPr>
          <p:spPr>
            <a:xfrm>
              <a:off x="7067130" y="21328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6" name="pt34746"/>
            <p:cNvSpPr/>
            <p:nvPr/>
          </p:nvSpPr>
          <p:spPr>
            <a:xfrm>
              <a:off x="7177618" y="20199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7" name="pt34747"/>
            <p:cNvSpPr/>
            <p:nvPr/>
          </p:nvSpPr>
          <p:spPr>
            <a:xfrm>
              <a:off x="7162952" y="21295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8" name="pt34748"/>
            <p:cNvSpPr/>
            <p:nvPr/>
          </p:nvSpPr>
          <p:spPr>
            <a:xfrm>
              <a:off x="7034595" y="23365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9" name="pt34749"/>
            <p:cNvSpPr/>
            <p:nvPr/>
          </p:nvSpPr>
          <p:spPr>
            <a:xfrm>
              <a:off x="7130755" y="22053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0" name="pt34750"/>
            <p:cNvSpPr/>
            <p:nvPr/>
          </p:nvSpPr>
          <p:spPr>
            <a:xfrm>
              <a:off x="6770544" y="2509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1" name="pt34751"/>
            <p:cNvSpPr/>
            <p:nvPr/>
          </p:nvSpPr>
          <p:spPr>
            <a:xfrm>
              <a:off x="7240895" y="21680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2" name="pt34752"/>
            <p:cNvSpPr/>
            <p:nvPr/>
          </p:nvSpPr>
          <p:spPr>
            <a:xfrm>
              <a:off x="7134583" y="23586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3" name="pt34753"/>
            <p:cNvSpPr/>
            <p:nvPr/>
          </p:nvSpPr>
          <p:spPr>
            <a:xfrm>
              <a:off x="7094415" y="21304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4" name="pt34754"/>
            <p:cNvSpPr/>
            <p:nvPr/>
          </p:nvSpPr>
          <p:spPr>
            <a:xfrm>
              <a:off x="7074172" y="2164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5" name="pt34755"/>
            <p:cNvSpPr/>
            <p:nvPr/>
          </p:nvSpPr>
          <p:spPr>
            <a:xfrm>
              <a:off x="7069774" y="21128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6" name="pt34756"/>
            <p:cNvSpPr/>
            <p:nvPr/>
          </p:nvSpPr>
          <p:spPr>
            <a:xfrm>
              <a:off x="7306658" y="20273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7" name="pt34757"/>
            <p:cNvSpPr/>
            <p:nvPr/>
          </p:nvSpPr>
          <p:spPr>
            <a:xfrm>
              <a:off x="6932407" y="2158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8" name="pt34758"/>
            <p:cNvSpPr/>
            <p:nvPr/>
          </p:nvSpPr>
          <p:spPr>
            <a:xfrm>
              <a:off x="7445836" y="29555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9" name="pt34759"/>
            <p:cNvSpPr/>
            <p:nvPr/>
          </p:nvSpPr>
          <p:spPr>
            <a:xfrm>
              <a:off x="6905575" y="2340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0" name="pt34760"/>
            <p:cNvSpPr/>
            <p:nvPr/>
          </p:nvSpPr>
          <p:spPr>
            <a:xfrm>
              <a:off x="7171349" y="22202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1" name="pt34761"/>
            <p:cNvSpPr/>
            <p:nvPr/>
          </p:nvSpPr>
          <p:spPr>
            <a:xfrm>
              <a:off x="7318721" y="21079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2" name="pt34762"/>
            <p:cNvSpPr/>
            <p:nvPr/>
          </p:nvSpPr>
          <p:spPr>
            <a:xfrm>
              <a:off x="7190687" y="22927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3" name="pt34763"/>
            <p:cNvSpPr/>
            <p:nvPr/>
          </p:nvSpPr>
          <p:spPr>
            <a:xfrm>
              <a:off x="6985461" y="19661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4" name="pt34764"/>
            <p:cNvSpPr/>
            <p:nvPr/>
          </p:nvSpPr>
          <p:spPr>
            <a:xfrm>
              <a:off x="7113302" y="21196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5" name="pt34765"/>
            <p:cNvSpPr/>
            <p:nvPr/>
          </p:nvSpPr>
          <p:spPr>
            <a:xfrm>
              <a:off x="6956171" y="19444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6" name="pt34766"/>
            <p:cNvSpPr/>
            <p:nvPr/>
          </p:nvSpPr>
          <p:spPr>
            <a:xfrm>
              <a:off x="7096411" y="21348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7" name="pt34767"/>
            <p:cNvSpPr/>
            <p:nvPr/>
          </p:nvSpPr>
          <p:spPr>
            <a:xfrm>
              <a:off x="7110117" y="21446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8" name="pt34768"/>
            <p:cNvSpPr/>
            <p:nvPr/>
          </p:nvSpPr>
          <p:spPr>
            <a:xfrm>
              <a:off x="7178385" y="20198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9" name="pt34769"/>
            <p:cNvSpPr/>
            <p:nvPr/>
          </p:nvSpPr>
          <p:spPr>
            <a:xfrm>
              <a:off x="6671169" y="1864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0" name="pt34770"/>
            <p:cNvSpPr/>
            <p:nvPr/>
          </p:nvSpPr>
          <p:spPr>
            <a:xfrm>
              <a:off x="7096671" y="20425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1" name="pt34771"/>
            <p:cNvSpPr/>
            <p:nvPr/>
          </p:nvSpPr>
          <p:spPr>
            <a:xfrm>
              <a:off x="7384250" y="23792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2" name="pt34772"/>
            <p:cNvSpPr/>
            <p:nvPr/>
          </p:nvSpPr>
          <p:spPr>
            <a:xfrm>
              <a:off x="6987356" y="19998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3" name="pt34773"/>
            <p:cNvSpPr/>
            <p:nvPr/>
          </p:nvSpPr>
          <p:spPr>
            <a:xfrm>
              <a:off x="6831215" y="20693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4" name="pt34774"/>
            <p:cNvSpPr/>
            <p:nvPr/>
          </p:nvSpPr>
          <p:spPr>
            <a:xfrm>
              <a:off x="6994297" y="19798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5" name="pt34775"/>
            <p:cNvSpPr/>
            <p:nvPr/>
          </p:nvSpPr>
          <p:spPr>
            <a:xfrm>
              <a:off x="7193616" y="2225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6" name="pt34776"/>
            <p:cNvSpPr/>
            <p:nvPr/>
          </p:nvSpPr>
          <p:spPr>
            <a:xfrm>
              <a:off x="7262944" y="20706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7" name="pt34777"/>
            <p:cNvSpPr/>
            <p:nvPr/>
          </p:nvSpPr>
          <p:spPr>
            <a:xfrm>
              <a:off x="7139289" y="23671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8" name="pt34778"/>
            <p:cNvSpPr/>
            <p:nvPr/>
          </p:nvSpPr>
          <p:spPr>
            <a:xfrm>
              <a:off x="7180227" y="20828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9" name="pt34779"/>
            <p:cNvSpPr/>
            <p:nvPr/>
          </p:nvSpPr>
          <p:spPr>
            <a:xfrm>
              <a:off x="7124090" y="21078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0" name="pt34780"/>
            <p:cNvSpPr/>
            <p:nvPr/>
          </p:nvSpPr>
          <p:spPr>
            <a:xfrm>
              <a:off x="6956014" y="20321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1" name="pt34781"/>
            <p:cNvSpPr/>
            <p:nvPr/>
          </p:nvSpPr>
          <p:spPr>
            <a:xfrm>
              <a:off x="7286357" y="19186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2" name="pt34782"/>
            <p:cNvSpPr/>
            <p:nvPr/>
          </p:nvSpPr>
          <p:spPr>
            <a:xfrm>
              <a:off x="7309591" y="20724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3" name="pt34783"/>
            <p:cNvSpPr/>
            <p:nvPr/>
          </p:nvSpPr>
          <p:spPr>
            <a:xfrm>
              <a:off x="7158165" y="20121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4" name="pt34784"/>
            <p:cNvSpPr/>
            <p:nvPr/>
          </p:nvSpPr>
          <p:spPr>
            <a:xfrm>
              <a:off x="7111012" y="21050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5" name="pt34785"/>
            <p:cNvSpPr/>
            <p:nvPr/>
          </p:nvSpPr>
          <p:spPr>
            <a:xfrm>
              <a:off x="7135267" y="23546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6" name="pt34786"/>
            <p:cNvSpPr/>
            <p:nvPr/>
          </p:nvSpPr>
          <p:spPr>
            <a:xfrm>
              <a:off x="7433194" y="25513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7" name="pt34787"/>
            <p:cNvSpPr/>
            <p:nvPr/>
          </p:nvSpPr>
          <p:spPr>
            <a:xfrm>
              <a:off x="7137180" y="23542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8" name="pt34788"/>
            <p:cNvSpPr/>
            <p:nvPr/>
          </p:nvSpPr>
          <p:spPr>
            <a:xfrm>
              <a:off x="6955463" y="20409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9" name="pt34789"/>
            <p:cNvSpPr/>
            <p:nvPr/>
          </p:nvSpPr>
          <p:spPr>
            <a:xfrm>
              <a:off x="7111495" y="21163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0" name="pt34790"/>
            <p:cNvSpPr/>
            <p:nvPr/>
          </p:nvSpPr>
          <p:spPr>
            <a:xfrm>
              <a:off x="7302080" y="2049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1" name="pt34791"/>
            <p:cNvSpPr/>
            <p:nvPr/>
          </p:nvSpPr>
          <p:spPr>
            <a:xfrm>
              <a:off x="7089043" y="21604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2" name="pt34792"/>
            <p:cNvSpPr/>
            <p:nvPr/>
          </p:nvSpPr>
          <p:spPr>
            <a:xfrm>
              <a:off x="7171348" y="21425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3" name="pt34793"/>
            <p:cNvSpPr/>
            <p:nvPr/>
          </p:nvSpPr>
          <p:spPr>
            <a:xfrm>
              <a:off x="6939501" y="22893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4" name="pt34794"/>
            <p:cNvSpPr/>
            <p:nvPr/>
          </p:nvSpPr>
          <p:spPr>
            <a:xfrm>
              <a:off x="7116278" y="21131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5" name="pt34795"/>
            <p:cNvSpPr/>
            <p:nvPr/>
          </p:nvSpPr>
          <p:spPr>
            <a:xfrm>
              <a:off x="7005350" y="20477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6" name="pt34796"/>
            <p:cNvSpPr/>
            <p:nvPr/>
          </p:nvSpPr>
          <p:spPr>
            <a:xfrm>
              <a:off x="7098458" y="21529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7" name="pt34797"/>
            <p:cNvSpPr/>
            <p:nvPr/>
          </p:nvSpPr>
          <p:spPr>
            <a:xfrm>
              <a:off x="6743560" y="19648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8" name="pt34798"/>
            <p:cNvSpPr/>
            <p:nvPr/>
          </p:nvSpPr>
          <p:spPr>
            <a:xfrm>
              <a:off x="7275139" y="21033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9" name="pt34799"/>
            <p:cNvSpPr/>
            <p:nvPr/>
          </p:nvSpPr>
          <p:spPr>
            <a:xfrm>
              <a:off x="7241101" y="21082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0" name="pt34800"/>
            <p:cNvSpPr/>
            <p:nvPr/>
          </p:nvSpPr>
          <p:spPr>
            <a:xfrm>
              <a:off x="7300177" y="19817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1" name="pt34801"/>
            <p:cNvSpPr/>
            <p:nvPr/>
          </p:nvSpPr>
          <p:spPr>
            <a:xfrm>
              <a:off x="7325276" y="21854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2" name="pt34802"/>
            <p:cNvSpPr/>
            <p:nvPr/>
          </p:nvSpPr>
          <p:spPr>
            <a:xfrm>
              <a:off x="7205960" y="21470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3" name="pt34803"/>
            <p:cNvSpPr/>
            <p:nvPr/>
          </p:nvSpPr>
          <p:spPr>
            <a:xfrm>
              <a:off x="7084123" y="22509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4" name="pt34804"/>
            <p:cNvSpPr/>
            <p:nvPr/>
          </p:nvSpPr>
          <p:spPr>
            <a:xfrm>
              <a:off x="7288386" y="19740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5" name="pt34805"/>
            <p:cNvSpPr/>
            <p:nvPr/>
          </p:nvSpPr>
          <p:spPr>
            <a:xfrm>
              <a:off x="7367170" y="22517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6" name="pt34806"/>
            <p:cNvSpPr/>
            <p:nvPr/>
          </p:nvSpPr>
          <p:spPr>
            <a:xfrm>
              <a:off x="7039118" y="23071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7" name="pt34807"/>
            <p:cNvSpPr/>
            <p:nvPr/>
          </p:nvSpPr>
          <p:spPr>
            <a:xfrm>
              <a:off x="7047891" y="17171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8" name="pt34808"/>
            <p:cNvSpPr/>
            <p:nvPr/>
          </p:nvSpPr>
          <p:spPr>
            <a:xfrm>
              <a:off x="7301437" y="20032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9" name="pt34809"/>
            <p:cNvSpPr/>
            <p:nvPr/>
          </p:nvSpPr>
          <p:spPr>
            <a:xfrm>
              <a:off x="7129419" y="22910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0" name="pt34810"/>
            <p:cNvSpPr/>
            <p:nvPr/>
          </p:nvSpPr>
          <p:spPr>
            <a:xfrm>
              <a:off x="7321318" y="20660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1" name="pt34811"/>
            <p:cNvSpPr/>
            <p:nvPr/>
          </p:nvSpPr>
          <p:spPr>
            <a:xfrm>
              <a:off x="7211365" y="22487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2" name="pt34812"/>
            <p:cNvSpPr/>
            <p:nvPr/>
          </p:nvSpPr>
          <p:spPr>
            <a:xfrm>
              <a:off x="7159953" y="20841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3" name="pt34813"/>
            <p:cNvSpPr/>
            <p:nvPr/>
          </p:nvSpPr>
          <p:spPr>
            <a:xfrm>
              <a:off x="7062728" y="2117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4" name="pt34814"/>
            <p:cNvSpPr/>
            <p:nvPr/>
          </p:nvSpPr>
          <p:spPr>
            <a:xfrm>
              <a:off x="7129593" y="22527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5" name="pt34815"/>
            <p:cNvSpPr/>
            <p:nvPr/>
          </p:nvSpPr>
          <p:spPr>
            <a:xfrm>
              <a:off x="6961583" y="20363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6" name="pt34816"/>
            <p:cNvSpPr/>
            <p:nvPr/>
          </p:nvSpPr>
          <p:spPr>
            <a:xfrm>
              <a:off x="7089872" y="22308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7" name="pt34817"/>
            <p:cNvSpPr/>
            <p:nvPr/>
          </p:nvSpPr>
          <p:spPr>
            <a:xfrm>
              <a:off x="7089473" y="21407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8" name="pt34818"/>
            <p:cNvSpPr/>
            <p:nvPr/>
          </p:nvSpPr>
          <p:spPr>
            <a:xfrm>
              <a:off x="7275519" y="19913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9" name="pt34819"/>
            <p:cNvSpPr/>
            <p:nvPr/>
          </p:nvSpPr>
          <p:spPr>
            <a:xfrm>
              <a:off x="7107186" y="20040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0" name="pt34820"/>
            <p:cNvSpPr/>
            <p:nvPr/>
          </p:nvSpPr>
          <p:spPr>
            <a:xfrm>
              <a:off x="7356426" y="23802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1" name="pt34821"/>
            <p:cNvSpPr/>
            <p:nvPr/>
          </p:nvSpPr>
          <p:spPr>
            <a:xfrm>
              <a:off x="7184879" y="21026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2" name="pt34822"/>
            <p:cNvSpPr/>
            <p:nvPr/>
          </p:nvSpPr>
          <p:spPr>
            <a:xfrm>
              <a:off x="7018640" y="17279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3" name="pt34823"/>
            <p:cNvSpPr/>
            <p:nvPr/>
          </p:nvSpPr>
          <p:spPr>
            <a:xfrm>
              <a:off x="7323470" y="21843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4" name="pt34824"/>
            <p:cNvSpPr/>
            <p:nvPr/>
          </p:nvSpPr>
          <p:spPr>
            <a:xfrm>
              <a:off x="7370780" y="19415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5" name="pt34825"/>
            <p:cNvSpPr/>
            <p:nvPr/>
          </p:nvSpPr>
          <p:spPr>
            <a:xfrm>
              <a:off x="7132102" y="23411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6" name="pt34826"/>
            <p:cNvSpPr/>
            <p:nvPr/>
          </p:nvSpPr>
          <p:spPr>
            <a:xfrm>
              <a:off x="7300395" y="21029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7" name="pt34827"/>
            <p:cNvSpPr/>
            <p:nvPr/>
          </p:nvSpPr>
          <p:spPr>
            <a:xfrm>
              <a:off x="7159239" y="20153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8" name="pt34828"/>
            <p:cNvSpPr/>
            <p:nvPr/>
          </p:nvSpPr>
          <p:spPr>
            <a:xfrm>
              <a:off x="7283404" y="19983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9" name="pt34829"/>
            <p:cNvSpPr/>
            <p:nvPr/>
          </p:nvSpPr>
          <p:spPr>
            <a:xfrm>
              <a:off x="7494116" y="25661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0" name="pt34830"/>
            <p:cNvSpPr/>
            <p:nvPr/>
          </p:nvSpPr>
          <p:spPr>
            <a:xfrm>
              <a:off x="7010030" y="17529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1" name="pt34831"/>
            <p:cNvSpPr/>
            <p:nvPr/>
          </p:nvSpPr>
          <p:spPr>
            <a:xfrm>
              <a:off x="7130973" y="23306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2" name="pt34832"/>
            <p:cNvSpPr/>
            <p:nvPr/>
          </p:nvSpPr>
          <p:spPr>
            <a:xfrm>
              <a:off x="6741686" y="15585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3" name="pt34833"/>
            <p:cNvSpPr/>
            <p:nvPr/>
          </p:nvSpPr>
          <p:spPr>
            <a:xfrm>
              <a:off x="7237382" y="20778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4" name="pt34834"/>
            <p:cNvSpPr/>
            <p:nvPr/>
          </p:nvSpPr>
          <p:spPr>
            <a:xfrm>
              <a:off x="7152171" y="19977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5" name="pt34835"/>
            <p:cNvSpPr/>
            <p:nvPr/>
          </p:nvSpPr>
          <p:spPr>
            <a:xfrm>
              <a:off x="7117052" y="21967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6" name="pt34836"/>
            <p:cNvSpPr/>
            <p:nvPr/>
          </p:nvSpPr>
          <p:spPr>
            <a:xfrm>
              <a:off x="6850007" y="22234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7" name="pt34837"/>
            <p:cNvSpPr/>
            <p:nvPr/>
          </p:nvSpPr>
          <p:spPr>
            <a:xfrm>
              <a:off x="7173017" y="21194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8" name="pt34838"/>
            <p:cNvSpPr/>
            <p:nvPr/>
          </p:nvSpPr>
          <p:spPr>
            <a:xfrm>
              <a:off x="7163018" y="21208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9" name="pt34839"/>
            <p:cNvSpPr/>
            <p:nvPr/>
          </p:nvSpPr>
          <p:spPr>
            <a:xfrm>
              <a:off x="7136584" y="23981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0" name="pt34840"/>
            <p:cNvSpPr/>
            <p:nvPr/>
          </p:nvSpPr>
          <p:spPr>
            <a:xfrm>
              <a:off x="7244919" y="20839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1" name="pt34841"/>
            <p:cNvSpPr/>
            <p:nvPr/>
          </p:nvSpPr>
          <p:spPr>
            <a:xfrm>
              <a:off x="7180984" y="20455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2" name="pt34842"/>
            <p:cNvSpPr/>
            <p:nvPr/>
          </p:nvSpPr>
          <p:spPr>
            <a:xfrm>
              <a:off x="7171352" y="21936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3" name="pt34843"/>
            <p:cNvSpPr/>
            <p:nvPr/>
          </p:nvSpPr>
          <p:spPr>
            <a:xfrm>
              <a:off x="7139746" y="22207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4" name="pt34844"/>
            <p:cNvSpPr/>
            <p:nvPr/>
          </p:nvSpPr>
          <p:spPr>
            <a:xfrm>
              <a:off x="7269499" y="15745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5" name="pt34845"/>
            <p:cNvSpPr/>
            <p:nvPr/>
          </p:nvSpPr>
          <p:spPr>
            <a:xfrm>
              <a:off x="7108877" y="20154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6" name="pt34846"/>
            <p:cNvSpPr/>
            <p:nvPr/>
          </p:nvSpPr>
          <p:spPr>
            <a:xfrm>
              <a:off x="7078499" y="20734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7" name="pt34847"/>
            <p:cNvSpPr/>
            <p:nvPr/>
          </p:nvSpPr>
          <p:spPr>
            <a:xfrm>
              <a:off x="7003191" y="18856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8" name="pt34848"/>
            <p:cNvSpPr/>
            <p:nvPr/>
          </p:nvSpPr>
          <p:spPr>
            <a:xfrm>
              <a:off x="7102715" y="21943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9" name="pt34849"/>
            <p:cNvSpPr/>
            <p:nvPr/>
          </p:nvSpPr>
          <p:spPr>
            <a:xfrm>
              <a:off x="7207689" y="20996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0" name="pt34850"/>
            <p:cNvSpPr/>
            <p:nvPr/>
          </p:nvSpPr>
          <p:spPr>
            <a:xfrm>
              <a:off x="7141663" y="21560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1" name="pt34851"/>
            <p:cNvSpPr/>
            <p:nvPr/>
          </p:nvSpPr>
          <p:spPr>
            <a:xfrm>
              <a:off x="7321493" y="2064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2" name="pt34852"/>
            <p:cNvSpPr/>
            <p:nvPr/>
          </p:nvSpPr>
          <p:spPr>
            <a:xfrm>
              <a:off x="7356544" y="2035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3" name="pt34853"/>
            <p:cNvSpPr/>
            <p:nvPr/>
          </p:nvSpPr>
          <p:spPr>
            <a:xfrm>
              <a:off x="6983411" y="21445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4" name="pt34854"/>
            <p:cNvSpPr/>
            <p:nvPr/>
          </p:nvSpPr>
          <p:spPr>
            <a:xfrm>
              <a:off x="7107943" y="20721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5" name="pt34855"/>
            <p:cNvSpPr/>
            <p:nvPr/>
          </p:nvSpPr>
          <p:spPr>
            <a:xfrm>
              <a:off x="7150870" y="20027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6" name="pt34856"/>
            <p:cNvSpPr/>
            <p:nvPr/>
          </p:nvSpPr>
          <p:spPr>
            <a:xfrm>
              <a:off x="7227844" y="22841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7" name="pt34857"/>
            <p:cNvSpPr/>
            <p:nvPr/>
          </p:nvSpPr>
          <p:spPr>
            <a:xfrm>
              <a:off x="7161731" y="21163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8" name="pt34858"/>
            <p:cNvSpPr/>
            <p:nvPr/>
          </p:nvSpPr>
          <p:spPr>
            <a:xfrm>
              <a:off x="7237914" y="20752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9" name="pt34859"/>
            <p:cNvSpPr/>
            <p:nvPr/>
          </p:nvSpPr>
          <p:spPr>
            <a:xfrm>
              <a:off x="7386135" y="27011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0" name="pt34860"/>
            <p:cNvSpPr/>
            <p:nvPr/>
          </p:nvSpPr>
          <p:spPr>
            <a:xfrm>
              <a:off x="7025633" y="22445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1" name="pt34861"/>
            <p:cNvSpPr/>
            <p:nvPr/>
          </p:nvSpPr>
          <p:spPr>
            <a:xfrm>
              <a:off x="7328853" y="23627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2" name="pt34862"/>
            <p:cNvSpPr/>
            <p:nvPr/>
          </p:nvSpPr>
          <p:spPr>
            <a:xfrm>
              <a:off x="7484841" y="24196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3" name="pt34863"/>
            <p:cNvSpPr/>
            <p:nvPr/>
          </p:nvSpPr>
          <p:spPr>
            <a:xfrm>
              <a:off x="7098239" y="21738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4" name="pt34864"/>
            <p:cNvSpPr/>
            <p:nvPr/>
          </p:nvSpPr>
          <p:spPr>
            <a:xfrm>
              <a:off x="7196027" y="22081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5" name="pt34865"/>
            <p:cNvSpPr/>
            <p:nvPr/>
          </p:nvSpPr>
          <p:spPr>
            <a:xfrm>
              <a:off x="7114730" y="21807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6" name="pt34866"/>
            <p:cNvSpPr/>
            <p:nvPr/>
          </p:nvSpPr>
          <p:spPr>
            <a:xfrm>
              <a:off x="6989126" y="19871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7" name="pt34867"/>
            <p:cNvSpPr/>
            <p:nvPr/>
          </p:nvSpPr>
          <p:spPr>
            <a:xfrm>
              <a:off x="7197225" y="22680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8" name="pt34868"/>
            <p:cNvSpPr/>
            <p:nvPr/>
          </p:nvSpPr>
          <p:spPr>
            <a:xfrm>
              <a:off x="7123849" y="21068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9" name="pt34869"/>
            <p:cNvSpPr/>
            <p:nvPr/>
          </p:nvSpPr>
          <p:spPr>
            <a:xfrm>
              <a:off x="7206856" y="20555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0" name="pt34870"/>
            <p:cNvSpPr/>
            <p:nvPr/>
          </p:nvSpPr>
          <p:spPr>
            <a:xfrm>
              <a:off x="7147572" y="20932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1" name="pt34871"/>
            <p:cNvSpPr/>
            <p:nvPr/>
          </p:nvSpPr>
          <p:spPr>
            <a:xfrm>
              <a:off x="7207930" y="20604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2" name="pt34872"/>
            <p:cNvSpPr/>
            <p:nvPr/>
          </p:nvSpPr>
          <p:spPr>
            <a:xfrm>
              <a:off x="7076181" y="21916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3" name="pt34873"/>
            <p:cNvSpPr/>
            <p:nvPr/>
          </p:nvSpPr>
          <p:spPr>
            <a:xfrm>
              <a:off x="7282044" y="19447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4" name="pt34874"/>
            <p:cNvSpPr/>
            <p:nvPr/>
          </p:nvSpPr>
          <p:spPr>
            <a:xfrm>
              <a:off x="6846986" y="21202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5" name="pt34875"/>
            <p:cNvSpPr/>
            <p:nvPr/>
          </p:nvSpPr>
          <p:spPr>
            <a:xfrm>
              <a:off x="7108115" y="20948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6" name="pt34876"/>
            <p:cNvSpPr/>
            <p:nvPr/>
          </p:nvSpPr>
          <p:spPr>
            <a:xfrm>
              <a:off x="7345632" y="25858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7" name="pt34877"/>
            <p:cNvSpPr/>
            <p:nvPr/>
          </p:nvSpPr>
          <p:spPr>
            <a:xfrm>
              <a:off x="6651748" y="21034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8" name="pt34878"/>
            <p:cNvSpPr/>
            <p:nvPr/>
          </p:nvSpPr>
          <p:spPr>
            <a:xfrm>
              <a:off x="6915391" y="22749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9" name="pt34879"/>
            <p:cNvSpPr/>
            <p:nvPr/>
          </p:nvSpPr>
          <p:spPr>
            <a:xfrm>
              <a:off x="6951627" y="20435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0" name="pt34880"/>
            <p:cNvSpPr/>
            <p:nvPr/>
          </p:nvSpPr>
          <p:spPr>
            <a:xfrm>
              <a:off x="7139584" y="23768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1" name="pt34881"/>
            <p:cNvSpPr/>
            <p:nvPr/>
          </p:nvSpPr>
          <p:spPr>
            <a:xfrm>
              <a:off x="7115064" y="21119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2" name="pt34882"/>
            <p:cNvSpPr/>
            <p:nvPr/>
          </p:nvSpPr>
          <p:spPr>
            <a:xfrm>
              <a:off x="7204870" y="2140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3" name="pt34883"/>
            <p:cNvSpPr/>
            <p:nvPr/>
          </p:nvSpPr>
          <p:spPr>
            <a:xfrm>
              <a:off x="7118110" y="21822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4" name="pt34884"/>
            <p:cNvSpPr/>
            <p:nvPr/>
          </p:nvSpPr>
          <p:spPr>
            <a:xfrm>
              <a:off x="6781072" y="26649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5" name="pt34885"/>
            <p:cNvSpPr/>
            <p:nvPr/>
          </p:nvSpPr>
          <p:spPr>
            <a:xfrm>
              <a:off x="6729211" y="19869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6" name="pt34886"/>
            <p:cNvSpPr/>
            <p:nvPr/>
          </p:nvSpPr>
          <p:spPr>
            <a:xfrm>
              <a:off x="7417088" y="26363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7" name="pt34887"/>
            <p:cNvSpPr/>
            <p:nvPr/>
          </p:nvSpPr>
          <p:spPr>
            <a:xfrm>
              <a:off x="7220134" y="18154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8" name="pt34888"/>
            <p:cNvSpPr/>
            <p:nvPr/>
          </p:nvSpPr>
          <p:spPr>
            <a:xfrm>
              <a:off x="6797975" y="24716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9" name="pt34889"/>
            <p:cNvSpPr/>
            <p:nvPr/>
          </p:nvSpPr>
          <p:spPr>
            <a:xfrm>
              <a:off x="7169501" y="2148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0" name="pt34890"/>
            <p:cNvSpPr/>
            <p:nvPr/>
          </p:nvSpPr>
          <p:spPr>
            <a:xfrm>
              <a:off x="7118962" y="22088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1" name="pt34891"/>
            <p:cNvSpPr/>
            <p:nvPr/>
          </p:nvSpPr>
          <p:spPr>
            <a:xfrm>
              <a:off x="6910479" y="19984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2" name="pt34892"/>
            <p:cNvSpPr/>
            <p:nvPr/>
          </p:nvSpPr>
          <p:spPr>
            <a:xfrm>
              <a:off x="7017706" y="18825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3" name="pt34893"/>
            <p:cNvSpPr/>
            <p:nvPr/>
          </p:nvSpPr>
          <p:spPr>
            <a:xfrm>
              <a:off x="7249545" y="20597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4" name="pt34894"/>
            <p:cNvSpPr/>
            <p:nvPr/>
          </p:nvSpPr>
          <p:spPr>
            <a:xfrm>
              <a:off x="7297010" y="21902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5" name="pt34895"/>
            <p:cNvSpPr/>
            <p:nvPr/>
          </p:nvSpPr>
          <p:spPr>
            <a:xfrm>
              <a:off x="7025749" y="22540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6" name="pt34896"/>
            <p:cNvSpPr/>
            <p:nvPr/>
          </p:nvSpPr>
          <p:spPr>
            <a:xfrm>
              <a:off x="7254019" y="20534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7" name="pt34897"/>
            <p:cNvSpPr/>
            <p:nvPr/>
          </p:nvSpPr>
          <p:spPr>
            <a:xfrm>
              <a:off x="7181212" y="21084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8" name="pt34898"/>
            <p:cNvSpPr/>
            <p:nvPr/>
          </p:nvSpPr>
          <p:spPr>
            <a:xfrm>
              <a:off x="7212647" y="21117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9" name="pt34899"/>
            <p:cNvSpPr/>
            <p:nvPr/>
          </p:nvSpPr>
          <p:spPr>
            <a:xfrm>
              <a:off x="7178225" y="20646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0" name="pt34900"/>
            <p:cNvSpPr/>
            <p:nvPr/>
          </p:nvSpPr>
          <p:spPr>
            <a:xfrm>
              <a:off x="6903492" y="20794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1" name="pt34901"/>
            <p:cNvSpPr/>
            <p:nvPr/>
          </p:nvSpPr>
          <p:spPr>
            <a:xfrm>
              <a:off x="7322133" y="21279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2" name="pt34902"/>
            <p:cNvSpPr/>
            <p:nvPr/>
          </p:nvSpPr>
          <p:spPr>
            <a:xfrm>
              <a:off x="7309519" y="19963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3" name="pt34903"/>
            <p:cNvSpPr/>
            <p:nvPr/>
          </p:nvSpPr>
          <p:spPr>
            <a:xfrm>
              <a:off x="7057524" y="22924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4" name="pt34904"/>
            <p:cNvSpPr/>
            <p:nvPr/>
          </p:nvSpPr>
          <p:spPr>
            <a:xfrm>
              <a:off x="7045570" y="22097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5" name="pt34905"/>
            <p:cNvSpPr/>
            <p:nvPr/>
          </p:nvSpPr>
          <p:spPr>
            <a:xfrm>
              <a:off x="7127430" y="23612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6" name="pt34906"/>
            <p:cNvSpPr/>
            <p:nvPr/>
          </p:nvSpPr>
          <p:spPr>
            <a:xfrm>
              <a:off x="7153814" y="20076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7" name="pt34907"/>
            <p:cNvSpPr/>
            <p:nvPr/>
          </p:nvSpPr>
          <p:spPr>
            <a:xfrm>
              <a:off x="7183895" y="21244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8" name="pt34908"/>
            <p:cNvSpPr/>
            <p:nvPr/>
          </p:nvSpPr>
          <p:spPr>
            <a:xfrm>
              <a:off x="6990317" y="20337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9" name="pt34909"/>
            <p:cNvSpPr/>
            <p:nvPr/>
          </p:nvSpPr>
          <p:spPr>
            <a:xfrm>
              <a:off x="7031801" y="21259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0" name="pt34910"/>
            <p:cNvSpPr/>
            <p:nvPr/>
          </p:nvSpPr>
          <p:spPr>
            <a:xfrm>
              <a:off x="7241320" y="20518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1" name="pt34911"/>
            <p:cNvSpPr/>
            <p:nvPr/>
          </p:nvSpPr>
          <p:spPr>
            <a:xfrm>
              <a:off x="7141439" y="22196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2" name="pt34912"/>
            <p:cNvSpPr/>
            <p:nvPr/>
          </p:nvSpPr>
          <p:spPr>
            <a:xfrm>
              <a:off x="7156767" y="19771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3" name="pt34913"/>
            <p:cNvSpPr/>
            <p:nvPr/>
          </p:nvSpPr>
          <p:spPr>
            <a:xfrm>
              <a:off x="7211221" y="21917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4" name="pt34914"/>
            <p:cNvSpPr/>
            <p:nvPr/>
          </p:nvSpPr>
          <p:spPr>
            <a:xfrm>
              <a:off x="7202971" y="20599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5" name="pt34915"/>
            <p:cNvSpPr/>
            <p:nvPr/>
          </p:nvSpPr>
          <p:spPr>
            <a:xfrm>
              <a:off x="7092884" y="21357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6" name="pt34916"/>
            <p:cNvSpPr/>
            <p:nvPr/>
          </p:nvSpPr>
          <p:spPr>
            <a:xfrm>
              <a:off x="7490012" y="23837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7" name="pt34917"/>
            <p:cNvSpPr/>
            <p:nvPr/>
          </p:nvSpPr>
          <p:spPr>
            <a:xfrm>
              <a:off x="7403403" y="26890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8" name="pt34918"/>
            <p:cNvSpPr/>
            <p:nvPr/>
          </p:nvSpPr>
          <p:spPr>
            <a:xfrm>
              <a:off x="7025550" y="21045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9" name="pt34919"/>
            <p:cNvSpPr/>
            <p:nvPr/>
          </p:nvSpPr>
          <p:spPr>
            <a:xfrm>
              <a:off x="7038103" y="24028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0" name="pt34920"/>
            <p:cNvSpPr/>
            <p:nvPr/>
          </p:nvSpPr>
          <p:spPr>
            <a:xfrm>
              <a:off x="6761486" y="2571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1" name="pt34921"/>
            <p:cNvSpPr/>
            <p:nvPr/>
          </p:nvSpPr>
          <p:spPr>
            <a:xfrm>
              <a:off x="7182452" y="20049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2" name="pt34922"/>
            <p:cNvSpPr/>
            <p:nvPr/>
          </p:nvSpPr>
          <p:spPr>
            <a:xfrm>
              <a:off x="6818569" y="20507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3" name="pt34923"/>
            <p:cNvSpPr/>
            <p:nvPr/>
          </p:nvSpPr>
          <p:spPr>
            <a:xfrm>
              <a:off x="7310561" y="19764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4" name="pt34924"/>
            <p:cNvSpPr/>
            <p:nvPr/>
          </p:nvSpPr>
          <p:spPr>
            <a:xfrm>
              <a:off x="7163943" y="21221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5" name="pt34925"/>
            <p:cNvSpPr/>
            <p:nvPr/>
          </p:nvSpPr>
          <p:spPr>
            <a:xfrm>
              <a:off x="7098469" y="21446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6" name="pt34926"/>
            <p:cNvSpPr/>
            <p:nvPr/>
          </p:nvSpPr>
          <p:spPr>
            <a:xfrm>
              <a:off x="7245564" y="21494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7" name="pt34927"/>
            <p:cNvSpPr/>
            <p:nvPr/>
          </p:nvSpPr>
          <p:spPr>
            <a:xfrm>
              <a:off x="6883171" y="18853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8" name="pt34928"/>
            <p:cNvSpPr/>
            <p:nvPr/>
          </p:nvSpPr>
          <p:spPr>
            <a:xfrm>
              <a:off x="7361696" y="23804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9" name="pt34929"/>
            <p:cNvSpPr/>
            <p:nvPr/>
          </p:nvSpPr>
          <p:spPr>
            <a:xfrm>
              <a:off x="7267389" y="17678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0" name="pt34930"/>
            <p:cNvSpPr/>
            <p:nvPr/>
          </p:nvSpPr>
          <p:spPr>
            <a:xfrm>
              <a:off x="7258107" y="20439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1" name="pt34931"/>
            <p:cNvSpPr/>
            <p:nvPr/>
          </p:nvSpPr>
          <p:spPr>
            <a:xfrm>
              <a:off x="7323212" y="20743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2" name="pt34932"/>
            <p:cNvSpPr/>
            <p:nvPr/>
          </p:nvSpPr>
          <p:spPr>
            <a:xfrm>
              <a:off x="7077768" y="21573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3" name="pt34933"/>
            <p:cNvSpPr/>
            <p:nvPr/>
          </p:nvSpPr>
          <p:spPr>
            <a:xfrm>
              <a:off x="7283965" y="18974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4" name="pt34934"/>
            <p:cNvSpPr/>
            <p:nvPr/>
          </p:nvSpPr>
          <p:spPr>
            <a:xfrm>
              <a:off x="7015167" y="20058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5" name="pt34935"/>
            <p:cNvSpPr/>
            <p:nvPr/>
          </p:nvSpPr>
          <p:spPr>
            <a:xfrm>
              <a:off x="7124615" y="20624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6" name="pt34936"/>
            <p:cNvSpPr/>
            <p:nvPr/>
          </p:nvSpPr>
          <p:spPr>
            <a:xfrm>
              <a:off x="7097252" y="21353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7" name="pt34937"/>
            <p:cNvSpPr/>
            <p:nvPr/>
          </p:nvSpPr>
          <p:spPr>
            <a:xfrm>
              <a:off x="7006101" y="20131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8" name="pt34938"/>
            <p:cNvSpPr/>
            <p:nvPr/>
          </p:nvSpPr>
          <p:spPr>
            <a:xfrm>
              <a:off x="7422670" y="25792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9" name="pt34939"/>
            <p:cNvSpPr/>
            <p:nvPr/>
          </p:nvSpPr>
          <p:spPr>
            <a:xfrm>
              <a:off x="7088667" y="21933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0" name="pt34940"/>
            <p:cNvSpPr/>
            <p:nvPr/>
          </p:nvSpPr>
          <p:spPr>
            <a:xfrm>
              <a:off x="7005593" y="19619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1" name="pt34941"/>
            <p:cNvSpPr/>
            <p:nvPr/>
          </p:nvSpPr>
          <p:spPr>
            <a:xfrm>
              <a:off x="7045114" y="21646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2" name="pt34942"/>
            <p:cNvSpPr/>
            <p:nvPr/>
          </p:nvSpPr>
          <p:spPr>
            <a:xfrm>
              <a:off x="7093310" y="21914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3" name="pt34943"/>
            <p:cNvSpPr/>
            <p:nvPr/>
          </p:nvSpPr>
          <p:spPr>
            <a:xfrm>
              <a:off x="7028828" y="22990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4" name="pt34944"/>
            <p:cNvSpPr/>
            <p:nvPr/>
          </p:nvSpPr>
          <p:spPr>
            <a:xfrm>
              <a:off x="6934254" y="19749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5" name="pt34945"/>
            <p:cNvSpPr/>
            <p:nvPr/>
          </p:nvSpPr>
          <p:spPr>
            <a:xfrm>
              <a:off x="6871227" y="21608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6" name="pt34946"/>
            <p:cNvSpPr/>
            <p:nvPr/>
          </p:nvSpPr>
          <p:spPr>
            <a:xfrm>
              <a:off x="6858997" y="19659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7" name="pt34947"/>
            <p:cNvSpPr/>
            <p:nvPr/>
          </p:nvSpPr>
          <p:spPr>
            <a:xfrm>
              <a:off x="7121564" y="22143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8" name="pt34948"/>
            <p:cNvSpPr/>
            <p:nvPr/>
          </p:nvSpPr>
          <p:spPr>
            <a:xfrm>
              <a:off x="7059023" y="21766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9" name="pt34949"/>
            <p:cNvSpPr/>
            <p:nvPr/>
          </p:nvSpPr>
          <p:spPr>
            <a:xfrm>
              <a:off x="7001304" y="18132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0" name="pt34950"/>
            <p:cNvSpPr/>
            <p:nvPr/>
          </p:nvSpPr>
          <p:spPr>
            <a:xfrm>
              <a:off x="7099990" y="21057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1" name="pt34951"/>
            <p:cNvSpPr/>
            <p:nvPr/>
          </p:nvSpPr>
          <p:spPr>
            <a:xfrm>
              <a:off x="7053543" y="21552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2" name="pt34952"/>
            <p:cNvSpPr/>
            <p:nvPr/>
          </p:nvSpPr>
          <p:spPr>
            <a:xfrm>
              <a:off x="7178572" y="20358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3" name="pt34953"/>
            <p:cNvSpPr/>
            <p:nvPr/>
          </p:nvSpPr>
          <p:spPr>
            <a:xfrm>
              <a:off x="7193018" y="22249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4" name="pt34954"/>
            <p:cNvSpPr/>
            <p:nvPr/>
          </p:nvSpPr>
          <p:spPr>
            <a:xfrm>
              <a:off x="7207916" y="21484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5" name="pt34955"/>
            <p:cNvSpPr/>
            <p:nvPr/>
          </p:nvSpPr>
          <p:spPr>
            <a:xfrm>
              <a:off x="7227996" y="21815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6" name="pt34956"/>
            <p:cNvSpPr/>
            <p:nvPr/>
          </p:nvSpPr>
          <p:spPr>
            <a:xfrm>
              <a:off x="7247866" y="20692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7" name="pt34957"/>
            <p:cNvSpPr/>
            <p:nvPr/>
          </p:nvSpPr>
          <p:spPr>
            <a:xfrm>
              <a:off x="7129350" y="22151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8" name="pt34958"/>
            <p:cNvSpPr/>
            <p:nvPr/>
          </p:nvSpPr>
          <p:spPr>
            <a:xfrm>
              <a:off x="7078351" y="21644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9" name="pt34959"/>
            <p:cNvSpPr/>
            <p:nvPr/>
          </p:nvSpPr>
          <p:spPr>
            <a:xfrm>
              <a:off x="7250431" y="20667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0" name="pt34960"/>
            <p:cNvSpPr/>
            <p:nvPr/>
          </p:nvSpPr>
          <p:spPr>
            <a:xfrm>
              <a:off x="7164813" y="21457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1" name="pt34961"/>
            <p:cNvSpPr/>
            <p:nvPr/>
          </p:nvSpPr>
          <p:spPr>
            <a:xfrm>
              <a:off x="7084823" y="22078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2" name="pt34962"/>
            <p:cNvSpPr/>
            <p:nvPr/>
          </p:nvSpPr>
          <p:spPr>
            <a:xfrm>
              <a:off x="7116981" y="21436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3" name="pt34963"/>
            <p:cNvSpPr/>
            <p:nvPr/>
          </p:nvSpPr>
          <p:spPr>
            <a:xfrm>
              <a:off x="7106960" y="20919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4" name="pt34964"/>
            <p:cNvSpPr/>
            <p:nvPr/>
          </p:nvSpPr>
          <p:spPr>
            <a:xfrm>
              <a:off x="7056386" y="20109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5" name="pt34965"/>
            <p:cNvSpPr/>
            <p:nvPr/>
          </p:nvSpPr>
          <p:spPr>
            <a:xfrm>
              <a:off x="6941378" y="19450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6" name="pt34966"/>
            <p:cNvSpPr/>
            <p:nvPr/>
          </p:nvSpPr>
          <p:spPr>
            <a:xfrm>
              <a:off x="6957858" y="20427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7" name="pt34967"/>
            <p:cNvSpPr/>
            <p:nvPr/>
          </p:nvSpPr>
          <p:spPr>
            <a:xfrm>
              <a:off x="7079562" y="22318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8" name="pt34968"/>
            <p:cNvSpPr/>
            <p:nvPr/>
          </p:nvSpPr>
          <p:spPr>
            <a:xfrm>
              <a:off x="7490153" y="23525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9" name="pt34969"/>
            <p:cNvSpPr/>
            <p:nvPr/>
          </p:nvSpPr>
          <p:spPr>
            <a:xfrm>
              <a:off x="7122916" y="20827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0" name="pt34970"/>
            <p:cNvSpPr/>
            <p:nvPr/>
          </p:nvSpPr>
          <p:spPr>
            <a:xfrm>
              <a:off x="7015804" y="1827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1" name="pt34971"/>
            <p:cNvSpPr/>
            <p:nvPr/>
          </p:nvSpPr>
          <p:spPr>
            <a:xfrm>
              <a:off x="7156323" y="19646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2" name="pt34972"/>
            <p:cNvSpPr/>
            <p:nvPr/>
          </p:nvSpPr>
          <p:spPr>
            <a:xfrm>
              <a:off x="7136403" y="24648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3" name="pt34973"/>
            <p:cNvSpPr/>
            <p:nvPr/>
          </p:nvSpPr>
          <p:spPr>
            <a:xfrm>
              <a:off x="7307722" y="20571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4" name="pt34974"/>
            <p:cNvSpPr/>
            <p:nvPr/>
          </p:nvSpPr>
          <p:spPr>
            <a:xfrm>
              <a:off x="7065139" y="21875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5" name="pt34975"/>
            <p:cNvSpPr/>
            <p:nvPr/>
          </p:nvSpPr>
          <p:spPr>
            <a:xfrm>
              <a:off x="6953861" y="19462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6" name="pt34976"/>
            <p:cNvSpPr/>
            <p:nvPr/>
          </p:nvSpPr>
          <p:spPr>
            <a:xfrm>
              <a:off x="7045156" y="21187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7" name="pt34977"/>
            <p:cNvSpPr/>
            <p:nvPr/>
          </p:nvSpPr>
          <p:spPr>
            <a:xfrm>
              <a:off x="7145984" y="21240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8" name="pt34978"/>
            <p:cNvSpPr/>
            <p:nvPr/>
          </p:nvSpPr>
          <p:spPr>
            <a:xfrm>
              <a:off x="7176264" y="20427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9" name="pt34979"/>
            <p:cNvSpPr/>
            <p:nvPr/>
          </p:nvSpPr>
          <p:spPr>
            <a:xfrm>
              <a:off x="6906508" y="19831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0" name="pt34980"/>
            <p:cNvSpPr/>
            <p:nvPr/>
          </p:nvSpPr>
          <p:spPr>
            <a:xfrm>
              <a:off x="7262326" y="20759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1" name="pt34981"/>
            <p:cNvSpPr/>
            <p:nvPr/>
          </p:nvSpPr>
          <p:spPr>
            <a:xfrm>
              <a:off x="7230740" y="20593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2" name="pt34982"/>
            <p:cNvSpPr/>
            <p:nvPr/>
          </p:nvSpPr>
          <p:spPr>
            <a:xfrm>
              <a:off x="7153325" y="1991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3" name="pt34983"/>
            <p:cNvSpPr/>
            <p:nvPr/>
          </p:nvSpPr>
          <p:spPr>
            <a:xfrm>
              <a:off x="7334580" y="21058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4" name="pt34984"/>
            <p:cNvSpPr/>
            <p:nvPr/>
          </p:nvSpPr>
          <p:spPr>
            <a:xfrm>
              <a:off x="7048852" y="17926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5" name="pt34985"/>
            <p:cNvSpPr/>
            <p:nvPr/>
          </p:nvSpPr>
          <p:spPr>
            <a:xfrm>
              <a:off x="7294347" y="20257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6" name="pt34986"/>
            <p:cNvSpPr/>
            <p:nvPr/>
          </p:nvSpPr>
          <p:spPr>
            <a:xfrm>
              <a:off x="7181802" y="20191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7" name="pt34987"/>
            <p:cNvSpPr/>
            <p:nvPr/>
          </p:nvSpPr>
          <p:spPr>
            <a:xfrm>
              <a:off x="7094740" y="21835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8" name="pt34988"/>
            <p:cNvSpPr/>
            <p:nvPr/>
          </p:nvSpPr>
          <p:spPr>
            <a:xfrm>
              <a:off x="6969960" y="19523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9" name="pt34989"/>
            <p:cNvSpPr/>
            <p:nvPr/>
          </p:nvSpPr>
          <p:spPr>
            <a:xfrm>
              <a:off x="7034446" y="23886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0" name="pt34990"/>
            <p:cNvSpPr/>
            <p:nvPr/>
          </p:nvSpPr>
          <p:spPr>
            <a:xfrm>
              <a:off x="7147669" y="21116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1" name="pt34991"/>
            <p:cNvSpPr/>
            <p:nvPr/>
          </p:nvSpPr>
          <p:spPr>
            <a:xfrm>
              <a:off x="6929325" y="21993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2" name="pt34992"/>
            <p:cNvSpPr/>
            <p:nvPr/>
          </p:nvSpPr>
          <p:spPr>
            <a:xfrm>
              <a:off x="7255812" y="20741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3" name="pt34993"/>
            <p:cNvSpPr/>
            <p:nvPr/>
          </p:nvSpPr>
          <p:spPr>
            <a:xfrm>
              <a:off x="7110772" y="21357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4" name="pt34994"/>
            <p:cNvSpPr/>
            <p:nvPr/>
          </p:nvSpPr>
          <p:spPr>
            <a:xfrm>
              <a:off x="6957871" y="19831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5" name="pt34995"/>
            <p:cNvSpPr/>
            <p:nvPr/>
          </p:nvSpPr>
          <p:spPr>
            <a:xfrm>
              <a:off x="7098104" y="21577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6" name="pt34996"/>
            <p:cNvSpPr/>
            <p:nvPr/>
          </p:nvSpPr>
          <p:spPr>
            <a:xfrm>
              <a:off x="7093569" y="21808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7" name="pt34997"/>
            <p:cNvSpPr/>
            <p:nvPr/>
          </p:nvSpPr>
          <p:spPr>
            <a:xfrm>
              <a:off x="7151787" y="19879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8" name="pt34998"/>
            <p:cNvSpPr/>
            <p:nvPr/>
          </p:nvSpPr>
          <p:spPr>
            <a:xfrm>
              <a:off x="7170404" y="2195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9" name="pt34999"/>
            <p:cNvSpPr/>
            <p:nvPr/>
          </p:nvSpPr>
          <p:spPr>
            <a:xfrm>
              <a:off x="7595590" y="27054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0" name="pt35000"/>
            <p:cNvSpPr/>
            <p:nvPr/>
          </p:nvSpPr>
          <p:spPr>
            <a:xfrm>
              <a:off x="7100677" y="21585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1" name="pt35001"/>
            <p:cNvSpPr/>
            <p:nvPr/>
          </p:nvSpPr>
          <p:spPr>
            <a:xfrm>
              <a:off x="7164523" y="21437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2" name="pt35002"/>
            <p:cNvSpPr/>
            <p:nvPr/>
          </p:nvSpPr>
          <p:spPr>
            <a:xfrm>
              <a:off x="7190006" y="2205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3" name="pt35003"/>
            <p:cNvSpPr/>
            <p:nvPr/>
          </p:nvSpPr>
          <p:spPr>
            <a:xfrm>
              <a:off x="7135674" y="2315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4" name="pt35004"/>
            <p:cNvSpPr/>
            <p:nvPr/>
          </p:nvSpPr>
          <p:spPr>
            <a:xfrm>
              <a:off x="7108501" y="21883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5" name="pt35005"/>
            <p:cNvSpPr/>
            <p:nvPr/>
          </p:nvSpPr>
          <p:spPr>
            <a:xfrm>
              <a:off x="6910016" y="22315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6" name="pt35006"/>
            <p:cNvSpPr/>
            <p:nvPr/>
          </p:nvSpPr>
          <p:spPr>
            <a:xfrm>
              <a:off x="7026041" y="22326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7" name="pt35007"/>
            <p:cNvSpPr/>
            <p:nvPr/>
          </p:nvSpPr>
          <p:spPr>
            <a:xfrm>
              <a:off x="7094324" y="22032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8" name="pt35008"/>
            <p:cNvSpPr/>
            <p:nvPr/>
          </p:nvSpPr>
          <p:spPr>
            <a:xfrm>
              <a:off x="7141803" y="21526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9" name="pt35009"/>
            <p:cNvSpPr/>
            <p:nvPr/>
          </p:nvSpPr>
          <p:spPr>
            <a:xfrm>
              <a:off x="7289049" y="2090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0" name="pt35010"/>
            <p:cNvSpPr/>
            <p:nvPr/>
          </p:nvSpPr>
          <p:spPr>
            <a:xfrm>
              <a:off x="6983418" y="2205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1" name="pt35011"/>
            <p:cNvSpPr/>
            <p:nvPr/>
          </p:nvSpPr>
          <p:spPr>
            <a:xfrm>
              <a:off x="7213890" y="21749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2" name="pt35012"/>
            <p:cNvSpPr/>
            <p:nvPr/>
          </p:nvSpPr>
          <p:spPr>
            <a:xfrm>
              <a:off x="7187039" y="20738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3" name="pt35013"/>
            <p:cNvSpPr/>
            <p:nvPr/>
          </p:nvSpPr>
          <p:spPr>
            <a:xfrm>
              <a:off x="7245005" y="21596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4" name="pt35014"/>
            <p:cNvSpPr/>
            <p:nvPr/>
          </p:nvSpPr>
          <p:spPr>
            <a:xfrm>
              <a:off x="7416140" y="27925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5" name="pt35015"/>
            <p:cNvSpPr/>
            <p:nvPr/>
          </p:nvSpPr>
          <p:spPr>
            <a:xfrm>
              <a:off x="6942096" y="22629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6" name="pt35016"/>
            <p:cNvSpPr/>
            <p:nvPr/>
          </p:nvSpPr>
          <p:spPr>
            <a:xfrm>
              <a:off x="7211394" y="20411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7" name="pt35017"/>
            <p:cNvSpPr/>
            <p:nvPr/>
          </p:nvSpPr>
          <p:spPr>
            <a:xfrm>
              <a:off x="6665953" y="21057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8" name="pt35018"/>
            <p:cNvSpPr/>
            <p:nvPr/>
          </p:nvSpPr>
          <p:spPr>
            <a:xfrm>
              <a:off x="7185594" y="21476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9" name="pt35019"/>
            <p:cNvSpPr/>
            <p:nvPr/>
          </p:nvSpPr>
          <p:spPr>
            <a:xfrm>
              <a:off x="7038990" y="24698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0" name="pt35020"/>
            <p:cNvSpPr/>
            <p:nvPr/>
          </p:nvSpPr>
          <p:spPr>
            <a:xfrm>
              <a:off x="7180619" y="20505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1" name="pt35021"/>
            <p:cNvSpPr/>
            <p:nvPr/>
          </p:nvSpPr>
          <p:spPr>
            <a:xfrm>
              <a:off x="7371812" y="23633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2" name="pt35022"/>
            <p:cNvSpPr/>
            <p:nvPr/>
          </p:nvSpPr>
          <p:spPr>
            <a:xfrm>
              <a:off x="7097183" y="21461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3" name="pt35023"/>
            <p:cNvSpPr/>
            <p:nvPr/>
          </p:nvSpPr>
          <p:spPr>
            <a:xfrm>
              <a:off x="7087227" y="22386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4" name="pt35024"/>
            <p:cNvSpPr/>
            <p:nvPr/>
          </p:nvSpPr>
          <p:spPr>
            <a:xfrm>
              <a:off x="7071507" y="22142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5" name="pt35025"/>
            <p:cNvSpPr/>
            <p:nvPr/>
          </p:nvSpPr>
          <p:spPr>
            <a:xfrm>
              <a:off x="6960521" y="20420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6" name="pt35026"/>
            <p:cNvSpPr/>
            <p:nvPr/>
          </p:nvSpPr>
          <p:spPr>
            <a:xfrm>
              <a:off x="7203983" y="22044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7" name="pt35027"/>
            <p:cNvSpPr/>
            <p:nvPr/>
          </p:nvSpPr>
          <p:spPr>
            <a:xfrm>
              <a:off x="7193674" y="22223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8" name="pt35028"/>
            <p:cNvSpPr/>
            <p:nvPr/>
          </p:nvSpPr>
          <p:spPr>
            <a:xfrm>
              <a:off x="7256883" y="21763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9" name="pt35029"/>
            <p:cNvSpPr/>
            <p:nvPr/>
          </p:nvSpPr>
          <p:spPr>
            <a:xfrm>
              <a:off x="7108598" y="20521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0" name="pt35030"/>
            <p:cNvSpPr/>
            <p:nvPr/>
          </p:nvSpPr>
          <p:spPr>
            <a:xfrm>
              <a:off x="7107343" y="21042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1" name="pt35031"/>
            <p:cNvSpPr/>
            <p:nvPr/>
          </p:nvSpPr>
          <p:spPr>
            <a:xfrm>
              <a:off x="7083441" y="21892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2" name="pt35032"/>
            <p:cNvSpPr/>
            <p:nvPr/>
          </p:nvSpPr>
          <p:spPr>
            <a:xfrm>
              <a:off x="6857172" y="21076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3" name="pt35033"/>
            <p:cNvSpPr/>
            <p:nvPr/>
          </p:nvSpPr>
          <p:spPr>
            <a:xfrm>
              <a:off x="7416022" y="25368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4" name="pt35034"/>
            <p:cNvSpPr/>
            <p:nvPr/>
          </p:nvSpPr>
          <p:spPr>
            <a:xfrm>
              <a:off x="7123817" y="21072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5" name="pt35035"/>
            <p:cNvSpPr/>
            <p:nvPr/>
          </p:nvSpPr>
          <p:spPr>
            <a:xfrm>
              <a:off x="7259275" y="20344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6" name="pt35036"/>
            <p:cNvSpPr/>
            <p:nvPr/>
          </p:nvSpPr>
          <p:spPr>
            <a:xfrm>
              <a:off x="7092443" y="21797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7" name="pt35037"/>
            <p:cNvSpPr/>
            <p:nvPr/>
          </p:nvSpPr>
          <p:spPr>
            <a:xfrm>
              <a:off x="7015863" y="17533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8" name="pt35038"/>
            <p:cNvSpPr/>
            <p:nvPr/>
          </p:nvSpPr>
          <p:spPr>
            <a:xfrm>
              <a:off x="7064361" y="21592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9" name="pt35039"/>
            <p:cNvSpPr/>
            <p:nvPr/>
          </p:nvSpPr>
          <p:spPr>
            <a:xfrm>
              <a:off x="7171098" y="20987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0" name="pt35040"/>
            <p:cNvSpPr/>
            <p:nvPr/>
          </p:nvSpPr>
          <p:spPr>
            <a:xfrm>
              <a:off x="7160593" y="20101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1" name="pt35041"/>
            <p:cNvSpPr/>
            <p:nvPr/>
          </p:nvSpPr>
          <p:spPr>
            <a:xfrm>
              <a:off x="7180854" y="20305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2" name="pt35042"/>
            <p:cNvSpPr/>
            <p:nvPr/>
          </p:nvSpPr>
          <p:spPr>
            <a:xfrm>
              <a:off x="6750404" y="24603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3" name="pt35043"/>
            <p:cNvSpPr/>
            <p:nvPr/>
          </p:nvSpPr>
          <p:spPr>
            <a:xfrm>
              <a:off x="6863545" y="21742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4" name="pt35044"/>
            <p:cNvSpPr/>
            <p:nvPr/>
          </p:nvSpPr>
          <p:spPr>
            <a:xfrm>
              <a:off x="7346581" y="25539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5" name="pt35045"/>
            <p:cNvSpPr/>
            <p:nvPr/>
          </p:nvSpPr>
          <p:spPr>
            <a:xfrm>
              <a:off x="7224301" y="22777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6" name="pt35046"/>
            <p:cNvSpPr/>
            <p:nvPr/>
          </p:nvSpPr>
          <p:spPr>
            <a:xfrm>
              <a:off x="7013553" y="18413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7" name="pt35047"/>
            <p:cNvSpPr/>
            <p:nvPr/>
          </p:nvSpPr>
          <p:spPr>
            <a:xfrm>
              <a:off x="7208146" y="22550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8" name="pt35048"/>
            <p:cNvSpPr/>
            <p:nvPr/>
          </p:nvSpPr>
          <p:spPr>
            <a:xfrm>
              <a:off x="7218350" y="19953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9" name="pt35049"/>
            <p:cNvSpPr/>
            <p:nvPr/>
          </p:nvSpPr>
          <p:spPr>
            <a:xfrm>
              <a:off x="7277792" y="19035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0" name="pt35050"/>
            <p:cNvSpPr/>
            <p:nvPr/>
          </p:nvSpPr>
          <p:spPr>
            <a:xfrm>
              <a:off x="7029858" y="22859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1" name="pt35051"/>
            <p:cNvSpPr/>
            <p:nvPr/>
          </p:nvSpPr>
          <p:spPr>
            <a:xfrm>
              <a:off x="7091861" y="21351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2" name="pt35052"/>
            <p:cNvSpPr/>
            <p:nvPr/>
          </p:nvSpPr>
          <p:spPr>
            <a:xfrm>
              <a:off x="7202936" y="21241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3" name="pt35053"/>
            <p:cNvSpPr/>
            <p:nvPr/>
          </p:nvSpPr>
          <p:spPr>
            <a:xfrm>
              <a:off x="7410776" y="24944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4" name="pt35054"/>
            <p:cNvSpPr/>
            <p:nvPr/>
          </p:nvSpPr>
          <p:spPr>
            <a:xfrm>
              <a:off x="7217321" y="20533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5" name="pt35055"/>
            <p:cNvSpPr/>
            <p:nvPr/>
          </p:nvSpPr>
          <p:spPr>
            <a:xfrm>
              <a:off x="7194371" y="22514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6" name="pt35056"/>
            <p:cNvSpPr/>
            <p:nvPr/>
          </p:nvSpPr>
          <p:spPr>
            <a:xfrm>
              <a:off x="7178810" y="20633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7" name="pt35057"/>
            <p:cNvSpPr/>
            <p:nvPr/>
          </p:nvSpPr>
          <p:spPr>
            <a:xfrm>
              <a:off x="6913864" y="21219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8" name="pt35058"/>
            <p:cNvSpPr/>
            <p:nvPr/>
          </p:nvSpPr>
          <p:spPr>
            <a:xfrm>
              <a:off x="7120897" y="21267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9" name="pt35059"/>
            <p:cNvSpPr/>
            <p:nvPr/>
          </p:nvSpPr>
          <p:spPr>
            <a:xfrm>
              <a:off x="7017621" y="19728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0" name="pt35060"/>
            <p:cNvSpPr/>
            <p:nvPr/>
          </p:nvSpPr>
          <p:spPr>
            <a:xfrm>
              <a:off x="7328059" y="23617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1" name="pt35061"/>
            <p:cNvSpPr/>
            <p:nvPr/>
          </p:nvSpPr>
          <p:spPr>
            <a:xfrm>
              <a:off x="7049278" y="18319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2" name="pt35062"/>
            <p:cNvSpPr/>
            <p:nvPr/>
          </p:nvSpPr>
          <p:spPr>
            <a:xfrm>
              <a:off x="7055459" y="22158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3" name="pt35063"/>
            <p:cNvSpPr/>
            <p:nvPr/>
          </p:nvSpPr>
          <p:spPr>
            <a:xfrm>
              <a:off x="7166844" y="21795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4" name="pt35064"/>
            <p:cNvSpPr/>
            <p:nvPr/>
          </p:nvSpPr>
          <p:spPr>
            <a:xfrm>
              <a:off x="7322086" y="20446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5" name="pt35065"/>
            <p:cNvSpPr/>
            <p:nvPr/>
          </p:nvSpPr>
          <p:spPr>
            <a:xfrm>
              <a:off x="7154682" y="20231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6" name="pt35066"/>
            <p:cNvSpPr/>
            <p:nvPr/>
          </p:nvSpPr>
          <p:spPr>
            <a:xfrm>
              <a:off x="7346165" y="23909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7" name="pt35067"/>
            <p:cNvSpPr/>
            <p:nvPr/>
          </p:nvSpPr>
          <p:spPr>
            <a:xfrm>
              <a:off x="6982747" y="21452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8" name="pt35068"/>
            <p:cNvSpPr/>
            <p:nvPr/>
          </p:nvSpPr>
          <p:spPr>
            <a:xfrm>
              <a:off x="6904430" y="21632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9" name="pt35069"/>
            <p:cNvSpPr/>
            <p:nvPr/>
          </p:nvSpPr>
          <p:spPr>
            <a:xfrm>
              <a:off x="7042661" y="22320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0" name="pt35070"/>
            <p:cNvSpPr/>
            <p:nvPr/>
          </p:nvSpPr>
          <p:spPr>
            <a:xfrm>
              <a:off x="7159210" y="21373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1" name="pt35071"/>
            <p:cNvSpPr/>
            <p:nvPr/>
          </p:nvSpPr>
          <p:spPr>
            <a:xfrm>
              <a:off x="6982464" y="21954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2" name="pt35072"/>
            <p:cNvSpPr/>
            <p:nvPr/>
          </p:nvSpPr>
          <p:spPr>
            <a:xfrm>
              <a:off x="6968631" y="20068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3" name="pt35073"/>
            <p:cNvSpPr/>
            <p:nvPr/>
          </p:nvSpPr>
          <p:spPr>
            <a:xfrm>
              <a:off x="7102948" y="20746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4" name="pt35074"/>
            <p:cNvSpPr/>
            <p:nvPr/>
          </p:nvSpPr>
          <p:spPr>
            <a:xfrm>
              <a:off x="7078926" y="21124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5" name="pt35075"/>
            <p:cNvSpPr/>
            <p:nvPr/>
          </p:nvSpPr>
          <p:spPr>
            <a:xfrm>
              <a:off x="7012744" y="18497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6" name="pt35076"/>
            <p:cNvSpPr/>
            <p:nvPr/>
          </p:nvSpPr>
          <p:spPr>
            <a:xfrm>
              <a:off x="6873669" y="21473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7" name="pt35077"/>
            <p:cNvSpPr/>
            <p:nvPr/>
          </p:nvSpPr>
          <p:spPr>
            <a:xfrm>
              <a:off x="7289064" y="1951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8" name="pt35078"/>
            <p:cNvSpPr/>
            <p:nvPr/>
          </p:nvSpPr>
          <p:spPr>
            <a:xfrm>
              <a:off x="7092788" y="21424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9" name="pt35079"/>
            <p:cNvSpPr/>
            <p:nvPr/>
          </p:nvSpPr>
          <p:spPr>
            <a:xfrm>
              <a:off x="7133576" y="22555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0" name="pt35080"/>
            <p:cNvSpPr/>
            <p:nvPr/>
          </p:nvSpPr>
          <p:spPr>
            <a:xfrm>
              <a:off x="7082910" y="22336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1" name="pt35081"/>
            <p:cNvSpPr/>
            <p:nvPr/>
          </p:nvSpPr>
          <p:spPr>
            <a:xfrm>
              <a:off x="6904334" y="21977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2" name="pt35082"/>
            <p:cNvSpPr/>
            <p:nvPr/>
          </p:nvSpPr>
          <p:spPr>
            <a:xfrm>
              <a:off x="7186087" y="22249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3" name="pt35083"/>
            <p:cNvSpPr/>
            <p:nvPr/>
          </p:nvSpPr>
          <p:spPr>
            <a:xfrm>
              <a:off x="7327573" y="23757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4" name="pt35084"/>
            <p:cNvSpPr/>
            <p:nvPr/>
          </p:nvSpPr>
          <p:spPr>
            <a:xfrm>
              <a:off x="7069594" y="20591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5" name="pt35085"/>
            <p:cNvSpPr/>
            <p:nvPr/>
          </p:nvSpPr>
          <p:spPr>
            <a:xfrm>
              <a:off x="7074674" y="21684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6" name="pt35086"/>
            <p:cNvSpPr/>
            <p:nvPr/>
          </p:nvSpPr>
          <p:spPr>
            <a:xfrm>
              <a:off x="7024054" y="22379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7" name="pt35087"/>
            <p:cNvSpPr/>
            <p:nvPr/>
          </p:nvSpPr>
          <p:spPr>
            <a:xfrm>
              <a:off x="7189929" y="22669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8" name="pt35088"/>
            <p:cNvSpPr/>
            <p:nvPr/>
          </p:nvSpPr>
          <p:spPr>
            <a:xfrm>
              <a:off x="7185804" y="22148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9" name="pt35089"/>
            <p:cNvSpPr/>
            <p:nvPr/>
          </p:nvSpPr>
          <p:spPr>
            <a:xfrm>
              <a:off x="7246681" y="20943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0" name="pt35090"/>
            <p:cNvSpPr/>
            <p:nvPr/>
          </p:nvSpPr>
          <p:spPr>
            <a:xfrm>
              <a:off x="7348284" y="25810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1" name="pt35091"/>
            <p:cNvSpPr/>
            <p:nvPr/>
          </p:nvSpPr>
          <p:spPr>
            <a:xfrm>
              <a:off x="7141670" y="22012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2" name="pt35092"/>
            <p:cNvSpPr/>
            <p:nvPr/>
          </p:nvSpPr>
          <p:spPr>
            <a:xfrm>
              <a:off x="6955116" y="21154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3" name="pt35093"/>
            <p:cNvSpPr/>
            <p:nvPr/>
          </p:nvSpPr>
          <p:spPr>
            <a:xfrm>
              <a:off x="6939199" y="19881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4" name="pt35094"/>
            <p:cNvSpPr/>
            <p:nvPr/>
          </p:nvSpPr>
          <p:spPr>
            <a:xfrm>
              <a:off x="7305921" y="20562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5" name="pt35095"/>
            <p:cNvSpPr/>
            <p:nvPr/>
          </p:nvSpPr>
          <p:spPr>
            <a:xfrm>
              <a:off x="7340183" y="2318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6" name="pt35096"/>
            <p:cNvSpPr/>
            <p:nvPr/>
          </p:nvSpPr>
          <p:spPr>
            <a:xfrm>
              <a:off x="7024550" y="22574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7" name="pt35097"/>
            <p:cNvSpPr/>
            <p:nvPr/>
          </p:nvSpPr>
          <p:spPr>
            <a:xfrm>
              <a:off x="7201312" y="21216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8" name="pt35098"/>
            <p:cNvSpPr/>
            <p:nvPr/>
          </p:nvSpPr>
          <p:spPr>
            <a:xfrm>
              <a:off x="7243530" y="20124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9" name="pt35099"/>
            <p:cNvSpPr/>
            <p:nvPr/>
          </p:nvSpPr>
          <p:spPr>
            <a:xfrm>
              <a:off x="7075663" y="21615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0" name="pt35100"/>
            <p:cNvSpPr/>
            <p:nvPr/>
          </p:nvSpPr>
          <p:spPr>
            <a:xfrm>
              <a:off x="7102589" y="21460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1" name="pt35101"/>
            <p:cNvSpPr/>
            <p:nvPr/>
          </p:nvSpPr>
          <p:spPr>
            <a:xfrm>
              <a:off x="7328869" y="22186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2" name="pt35102"/>
            <p:cNvSpPr/>
            <p:nvPr/>
          </p:nvSpPr>
          <p:spPr>
            <a:xfrm>
              <a:off x="7044901" y="22836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3" name="pt35103"/>
            <p:cNvSpPr/>
            <p:nvPr/>
          </p:nvSpPr>
          <p:spPr>
            <a:xfrm>
              <a:off x="7065423" y="21383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4" name="pt35104"/>
            <p:cNvSpPr/>
            <p:nvPr/>
          </p:nvSpPr>
          <p:spPr>
            <a:xfrm>
              <a:off x="7062804" y="22562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5" name="pt35105"/>
            <p:cNvSpPr/>
            <p:nvPr/>
          </p:nvSpPr>
          <p:spPr>
            <a:xfrm>
              <a:off x="7353851" y="22112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6" name="pt35106"/>
            <p:cNvSpPr/>
            <p:nvPr/>
          </p:nvSpPr>
          <p:spPr>
            <a:xfrm>
              <a:off x="7476780" y="25779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7" name="pt35107"/>
            <p:cNvSpPr/>
            <p:nvPr/>
          </p:nvSpPr>
          <p:spPr>
            <a:xfrm>
              <a:off x="6923803" y="22683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8" name="pt35108"/>
            <p:cNvSpPr/>
            <p:nvPr/>
          </p:nvSpPr>
          <p:spPr>
            <a:xfrm>
              <a:off x="7131217" y="22377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9" name="pt35109"/>
            <p:cNvSpPr/>
            <p:nvPr/>
          </p:nvSpPr>
          <p:spPr>
            <a:xfrm>
              <a:off x="7088705" y="22167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0" name="pt35110"/>
            <p:cNvSpPr/>
            <p:nvPr/>
          </p:nvSpPr>
          <p:spPr>
            <a:xfrm>
              <a:off x="7070036" y="22584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1" name="pt35111"/>
            <p:cNvSpPr/>
            <p:nvPr/>
          </p:nvSpPr>
          <p:spPr>
            <a:xfrm>
              <a:off x="7044944" y="21987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2" name="pt35112"/>
            <p:cNvSpPr/>
            <p:nvPr/>
          </p:nvSpPr>
          <p:spPr>
            <a:xfrm>
              <a:off x="6994898" y="20139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3" name="pt35113"/>
            <p:cNvSpPr/>
            <p:nvPr/>
          </p:nvSpPr>
          <p:spPr>
            <a:xfrm>
              <a:off x="7189560" y="20293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4" name="pt35114"/>
            <p:cNvSpPr/>
            <p:nvPr/>
          </p:nvSpPr>
          <p:spPr>
            <a:xfrm>
              <a:off x="7179203" y="20685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5" name="pt35115"/>
            <p:cNvSpPr/>
            <p:nvPr/>
          </p:nvSpPr>
          <p:spPr>
            <a:xfrm>
              <a:off x="7055673" y="2141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6" name="pt35116"/>
            <p:cNvSpPr/>
            <p:nvPr/>
          </p:nvSpPr>
          <p:spPr>
            <a:xfrm>
              <a:off x="7168688" y="2173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7" name="pt35117"/>
            <p:cNvSpPr/>
            <p:nvPr/>
          </p:nvSpPr>
          <p:spPr>
            <a:xfrm>
              <a:off x="7151592" y="19768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8" name="pt35118"/>
            <p:cNvSpPr/>
            <p:nvPr/>
          </p:nvSpPr>
          <p:spPr>
            <a:xfrm>
              <a:off x="6932141" y="21377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9" name="pt35119"/>
            <p:cNvSpPr/>
            <p:nvPr/>
          </p:nvSpPr>
          <p:spPr>
            <a:xfrm>
              <a:off x="7110016" y="21896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0" name="pt35120"/>
            <p:cNvSpPr/>
            <p:nvPr/>
          </p:nvSpPr>
          <p:spPr>
            <a:xfrm>
              <a:off x="7287766" y="20096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1" name="pt35121"/>
            <p:cNvSpPr/>
            <p:nvPr/>
          </p:nvSpPr>
          <p:spPr>
            <a:xfrm>
              <a:off x="7182883" y="19236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2" name="pt35122"/>
            <p:cNvSpPr/>
            <p:nvPr/>
          </p:nvSpPr>
          <p:spPr>
            <a:xfrm>
              <a:off x="7254891" y="1998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3" name="pt35123"/>
            <p:cNvSpPr/>
            <p:nvPr/>
          </p:nvSpPr>
          <p:spPr>
            <a:xfrm>
              <a:off x="7000145" y="18357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4" name="pt35124"/>
            <p:cNvSpPr/>
            <p:nvPr/>
          </p:nvSpPr>
          <p:spPr>
            <a:xfrm>
              <a:off x="7317745" y="21240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5" name="pt35125"/>
            <p:cNvSpPr/>
            <p:nvPr/>
          </p:nvSpPr>
          <p:spPr>
            <a:xfrm>
              <a:off x="7144334" y="2154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6" name="pt35126"/>
            <p:cNvSpPr/>
            <p:nvPr/>
          </p:nvSpPr>
          <p:spPr>
            <a:xfrm>
              <a:off x="7128726" y="23150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7" name="pt35127"/>
            <p:cNvSpPr/>
            <p:nvPr/>
          </p:nvSpPr>
          <p:spPr>
            <a:xfrm>
              <a:off x="7085474" y="21956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8" name="pt35128"/>
            <p:cNvSpPr/>
            <p:nvPr/>
          </p:nvSpPr>
          <p:spPr>
            <a:xfrm>
              <a:off x="7149408" y="20635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9" name="pt35129"/>
            <p:cNvSpPr/>
            <p:nvPr/>
          </p:nvSpPr>
          <p:spPr>
            <a:xfrm>
              <a:off x="7196064" y="21962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0" name="pt35130"/>
            <p:cNvSpPr/>
            <p:nvPr/>
          </p:nvSpPr>
          <p:spPr>
            <a:xfrm>
              <a:off x="7167236" y="22245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1" name="pt35131"/>
            <p:cNvSpPr/>
            <p:nvPr/>
          </p:nvSpPr>
          <p:spPr>
            <a:xfrm>
              <a:off x="7187648" y="20489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2" name="pt35132"/>
            <p:cNvSpPr/>
            <p:nvPr/>
          </p:nvSpPr>
          <p:spPr>
            <a:xfrm>
              <a:off x="6974440" y="21335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3" name="pt35133"/>
            <p:cNvSpPr/>
            <p:nvPr/>
          </p:nvSpPr>
          <p:spPr>
            <a:xfrm>
              <a:off x="7163581" y="21253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4" name="pt35134"/>
            <p:cNvSpPr/>
            <p:nvPr/>
          </p:nvSpPr>
          <p:spPr>
            <a:xfrm>
              <a:off x="7284267" y="1957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5" name="pt35135"/>
            <p:cNvSpPr/>
            <p:nvPr/>
          </p:nvSpPr>
          <p:spPr>
            <a:xfrm>
              <a:off x="7126316" y="22445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6" name="pt35136"/>
            <p:cNvSpPr/>
            <p:nvPr/>
          </p:nvSpPr>
          <p:spPr>
            <a:xfrm>
              <a:off x="7072948" y="2172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7" name="pt35137"/>
            <p:cNvSpPr/>
            <p:nvPr/>
          </p:nvSpPr>
          <p:spPr>
            <a:xfrm>
              <a:off x="7216866" y="20037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8" name="pt35138"/>
            <p:cNvSpPr/>
            <p:nvPr/>
          </p:nvSpPr>
          <p:spPr>
            <a:xfrm>
              <a:off x="7051474" y="21063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9" name="pt35139"/>
            <p:cNvSpPr/>
            <p:nvPr/>
          </p:nvSpPr>
          <p:spPr>
            <a:xfrm>
              <a:off x="6807628" y="22149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0" name="pt35140"/>
            <p:cNvSpPr/>
            <p:nvPr/>
          </p:nvSpPr>
          <p:spPr>
            <a:xfrm>
              <a:off x="7048568" y="18414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1" name="pt35141"/>
            <p:cNvSpPr/>
            <p:nvPr/>
          </p:nvSpPr>
          <p:spPr>
            <a:xfrm>
              <a:off x="7263869" y="20678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2" name="pt35142"/>
            <p:cNvSpPr/>
            <p:nvPr/>
          </p:nvSpPr>
          <p:spPr>
            <a:xfrm>
              <a:off x="7191852" y="21906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3" name="pt35143"/>
            <p:cNvSpPr/>
            <p:nvPr/>
          </p:nvSpPr>
          <p:spPr>
            <a:xfrm>
              <a:off x="7216662" y="20619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4" name="pt35144"/>
            <p:cNvSpPr/>
            <p:nvPr/>
          </p:nvSpPr>
          <p:spPr>
            <a:xfrm>
              <a:off x="7275862" y="19675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5" name="pt35145"/>
            <p:cNvSpPr/>
            <p:nvPr/>
          </p:nvSpPr>
          <p:spPr>
            <a:xfrm>
              <a:off x="6979356" y="18327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6" name="pt35146"/>
            <p:cNvSpPr/>
            <p:nvPr/>
          </p:nvSpPr>
          <p:spPr>
            <a:xfrm>
              <a:off x="7115663" y="22291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7" name="pt35147"/>
            <p:cNvSpPr/>
            <p:nvPr/>
          </p:nvSpPr>
          <p:spPr>
            <a:xfrm>
              <a:off x="7377877" y="27587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8" name="pt35148"/>
            <p:cNvSpPr/>
            <p:nvPr/>
          </p:nvSpPr>
          <p:spPr>
            <a:xfrm>
              <a:off x="7232451" y="21851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9" name="pt35149"/>
            <p:cNvSpPr/>
            <p:nvPr/>
          </p:nvSpPr>
          <p:spPr>
            <a:xfrm>
              <a:off x="7098822" y="21101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0" name="pt35150"/>
            <p:cNvSpPr/>
            <p:nvPr/>
          </p:nvSpPr>
          <p:spPr>
            <a:xfrm>
              <a:off x="7137105" y="22488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1" name="pt35151"/>
            <p:cNvSpPr/>
            <p:nvPr/>
          </p:nvSpPr>
          <p:spPr>
            <a:xfrm>
              <a:off x="7027152" y="22987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2" name="pt35152"/>
            <p:cNvSpPr/>
            <p:nvPr/>
          </p:nvSpPr>
          <p:spPr>
            <a:xfrm>
              <a:off x="7480549" y="2759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3" name="pt35153"/>
            <p:cNvSpPr/>
            <p:nvPr/>
          </p:nvSpPr>
          <p:spPr>
            <a:xfrm>
              <a:off x="7163935" y="21109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4" name="pt35154"/>
            <p:cNvSpPr/>
            <p:nvPr/>
          </p:nvSpPr>
          <p:spPr>
            <a:xfrm>
              <a:off x="7239991" y="20624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5" name="pt35155"/>
            <p:cNvSpPr/>
            <p:nvPr/>
          </p:nvSpPr>
          <p:spPr>
            <a:xfrm>
              <a:off x="6907168" y="21092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6" name="pt35156"/>
            <p:cNvSpPr/>
            <p:nvPr/>
          </p:nvSpPr>
          <p:spPr>
            <a:xfrm>
              <a:off x="7289863" y="20745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7" name="pt35157"/>
            <p:cNvSpPr/>
            <p:nvPr/>
          </p:nvSpPr>
          <p:spPr>
            <a:xfrm>
              <a:off x="6876661" y="20452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8" name="pt35158"/>
            <p:cNvSpPr/>
            <p:nvPr/>
          </p:nvSpPr>
          <p:spPr>
            <a:xfrm>
              <a:off x="7078630" y="20893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9" name="pt35159"/>
            <p:cNvSpPr/>
            <p:nvPr/>
          </p:nvSpPr>
          <p:spPr>
            <a:xfrm>
              <a:off x="7119243" y="21200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0" name="pt35160"/>
            <p:cNvSpPr/>
            <p:nvPr/>
          </p:nvSpPr>
          <p:spPr>
            <a:xfrm>
              <a:off x="7345983" y="24867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1" name="pt35161"/>
            <p:cNvSpPr/>
            <p:nvPr/>
          </p:nvSpPr>
          <p:spPr>
            <a:xfrm>
              <a:off x="7418490" y="27245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2" name="pt35162"/>
            <p:cNvSpPr/>
            <p:nvPr/>
          </p:nvSpPr>
          <p:spPr>
            <a:xfrm>
              <a:off x="6974515" y="20692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3" name="pt35163"/>
            <p:cNvSpPr/>
            <p:nvPr/>
          </p:nvSpPr>
          <p:spPr>
            <a:xfrm>
              <a:off x="7051696" y="20492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4" name="pt35164"/>
            <p:cNvSpPr/>
            <p:nvPr/>
          </p:nvSpPr>
          <p:spPr>
            <a:xfrm>
              <a:off x="7093809" y="22183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5" name="pt35165"/>
            <p:cNvSpPr/>
            <p:nvPr/>
          </p:nvSpPr>
          <p:spPr>
            <a:xfrm>
              <a:off x="7245088" y="21183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6" name="pt35166"/>
            <p:cNvSpPr/>
            <p:nvPr/>
          </p:nvSpPr>
          <p:spPr>
            <a:xfrm>
              <a:off x="7147435" y="20278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7" name="pt35167"/>
            <p:cNvSpPr/>
            <p:nvPr/>
          </p:nvSpPr>
          <p:spPr>
            <a:xfrm>
              <a:off x="7167010" y="21980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8" name="pt35168"/>
            <p:cNvSpPr/>
            <p:nvPr/>
          </p:nvSpPr>
          <p:spPr>
            <a:xfrm>
              <a:off x="7123008" y="20795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9" name="pt35169"/>
            <p:cNvSpPr/>
            <p:nvPr/>
          </p:nvSpPr>
          <p:spPr>
            <a:xfrm>
              <a:off x="7042753" y="22800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0" name="pt35170"/>
            <p:cNvSpPr/>
            <p:nvPr/>
          </p:nvSpPr>
          <p:spPr>
            <a:xfrm>
              <a:off x="7194265" y="23072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1" name="pt35171"/>
            <p:cNvSpPr/>
            <p:nvPr/>
          </p:nvSpPr>
          <p:spPr>
            <a:xfrm>
              <a:off x="7166705" y="21624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2" name="pt35172"/>
            <p:cNvSpPr/>
            <p:nvPr/>
          </p:nvSpPr>
          <p:spPr>
            <a:xfrm>
              <a:off x="7164650" y="21907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3" name="pt35173"/>
            <p:cNvSpPr/>
            <p:nvPr/>
          </p:nvSpPr>
          <p:spPr>
            <a:xfrm>
              <a:off x="7292542" y="20399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4" name="pt35174"/>
            <p:cNvSpPr/>
            <p:nvPr/>
          </p:nvSpPr>
          <p:spPr>
            <a:xfrm>
              <a:off x="7148927" y="19310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5" name="pt35175"/>
            <p:cNvSpPr/>
            <p:nvPr/>
          </p:nvSpPr>
          <p:spPr>
            <a:xfrm>
              <a:off x="7280668" y="20211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6" name="pt35176"/>
            <p:cNvSpPr/>
            <p:nvPr/>
          </p:nvSpPr>
          <p:spPr>
            <a:xfrm>
              <a:off x="6935617" y="2208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7" name="pt35177"/>
            <p:cNvSpPr/>
            <p:nvPr/>
          </p:nvSpPr>
          <p:spPr>
            <a:xfrm>
              <a:off x="7154703" y="20677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8" name="pt35178"/>
            <p:cNvSpPr/>
            <p:nvPr/>
          </p:nvSpPr>
          <p:spPr>
            <a:xfrm>
              <a:off x="7438552" y="30421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9" name="pt35179"/>
            <p:cNvSpPr/>
            <p:nvPr/>
          </p:nvSpPr>
          <p:spPr>
            <a:xfrm>
              <a:off x="7113933" y="21738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0" name="pt35180"/>
            <p:cNvSpPr/>
            <p:nvPr/>
          </p:nvSpPr>
          <p:spPr>
            <a:xfrm>
              <a:off x="6851161" y="23233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1" name="pt35181"/>
            <p:cNvSpPr/>
            <p:nvPr/>
          </p:nvSpPr>
          <p:spPr>
            <a:xfrm>
              <a:off x="7078159" y="21697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2" name="pt35182"/>
            <p:cNvSpPr/>
            <p:nvPr/>
          </p:nvSpPr>
          <p:spPr>
            <a:xfrm>
              <a:off x="7121394" y="21287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3" name="pt35183"/>
            <p:cNvSpPr/>
            <p:nvPr/>
          </p:nvSpPr>
          <p:spPr>
            <a:xfrm>
              <a:off x="7187761" y="21339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4" name="pt35184"/>
            <p:cNvSpPr/>
            <p:nvPr/>
          </p:nvSpPr>
          <p:spPr>
            <a:xfrm>
              <a:off x="7063500" y="19845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5" name="pt35185"/>
            <p:cNvSpPr/>
            <p:nvPr/>
          </p:nvSpPr>
          <p:spPr>
            <a:xfrm>
              <a:off x="7159826" y="20335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6" name="pt35186"/>
            <p:cNvSpPr/>
            <p:nvPr/>
          </p:nvSpPr>
          <p:spPr>
            <a:xfrm>
              <a:off x="7129966" y="22805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7" name="pt35187"/>
            <p:cNvSpPr/>
            <p:nvPr/>
          </p:nvSpPr>
          <p:spPr>
            <a:xfrm>
              <a:off x="6966373" y="19816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8" name="pt35188"/>
            <p:cNvSpPr/>
            <p:nvPr/>
          </p:nvSpPr>
          <p:spPr>
            <a:xfrm>
              <a:off x="7062746" y="22029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9" name="pt35189"/>
            <p:cNvSpPr/>
            <p:nvPr/>
          </p:nvSpPr>
          <p:spPr>
            <a:xfrm>
              <a:off x="7245966" y="20984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0" name="pt35190"/>
            <p:cNvSpPr/>
            <p:nvPr/>
          </p:nvSpPr>
          <p:spPr>
            <a:xfrm>
              <a:off x="7136987" y="22516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1" name="pt35191"/>
            <p:cNvSpPr/>
            <p:nvPr/>
          </p:nvSpPr>
          <p:spPr>
            <a:xfrm>
              <a:off x="7063957" y="20802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2" name="pt35192"/>
            <p:cNvSpPr/>
            <p:nvPr/>
          </p:nvSpPr>
          <p:spPr>
            <a:xfrm>
              <a:off x="7107836" y="21016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3" name="pt35193"/>
            <p:cNvSpPr/>
            <p:nvPr/>
          </p:nvSpPr>
          <p:spPr>
            <a:xfrm>
              <a:off x="7062631" y="22307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4" name="pt35194"/>
            <p:cNvSpPr/>
            <p:nvPr/>
          </p:nvSpPr>
          <p:spPr>
            <a:xfrm>
              <a:off x="7073168" y="22246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5" name="pt35195"/>
            <p:cNvSpPr/>
            <p:nvPr/>
          </p:nvSpPr>
          <p:spPr>
            <a:xfrm>
              <a:off x="7162304" y="20843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6" name="pt35196"/>
            <p:cNvSpPr/>
            <p:nvPr/>
          </p:nvSpPr>
          <p:spPr>
            <a:xfrm>
              <a:off x="7287760" y="18624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7" name="pt35197"/>
            <p:cNvSpPr/>
            <p:nvPr/>
          </p:nvSpPr>
          <p:spPr>
            <a:xfrm>
              <a:off x="7146973" y="21107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8" name="pt35198"/>
            <p:cNvSpPr/>
            <p:nvPr/>
          </p:nvSpPr>
          <p:spPr>
            <a:xfrm>
              <a:off x="7312023" y="19981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9" name="pt35199"/>
            <p:cNvSpPr/>
            <p:nvPr/>
          </p:nvSpPr>
          <p:spPr>
            <a:xfrm>
              <a:off x="7326448" y="21953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0" name="pt35200"/>
            <p:cNvSpPr/>
            <p:nvPr/>
          </p:nvSpPr>
          <p:spPr>
            <a:xfrm>
              <a:off x="7074991" y="21137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1" name="pt35201"/>
            <p:cNvSpPr/>
            <p:nvPr/>
          </p:nvSpPr>
          <p:spPr>
            <a:xfrm>
              <a:off x="7276613" y="20409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2" name="pt35202"/>
            <p:cNvSpPr/>
            <p:nvPr/>
          </p:nvSpPr>
          <p:spPr>
            <a:xfrm>
              <a:off x="7003497" y="19924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3" name="pt35203"/>
            <p:cNvSpPr/>
            <p:nvPr/>
          </p:nvSpPr>
          <p:spPr>
            <a:xfrm>
              <a:off x="6998892" y="18342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4" name="pt35204"/>
            <p:cNvSpPr/>
            <p:nvPr/>
          </p:nvSpPr>
          <p:spPr>
            <a:xfrm>
              <a:off x="7064478" y="2144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5" name="pt35205"/>
            <p:cNvSpPr/>
            <p:nvPr/>
          </p:nvSpPr>
          <p:spPr>
            <a:xfrm>
              <a:off x="7123248" y="21286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6" name="pt35206"/>
            <p:cNvSpPr/>
            <p:nvPr/>
          </p:nvSpPr>
          <p:spPr>
            <a:xfrm>
              <a:off x="7236000" y="21621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7" name="pt35207"/>
            <p:cNvSpPr/>
            <p:nvPr/>
          </p:nvSpPr>
          <p:spPr>
            <a:xfrm>
              <a:off x="7206099" y="22660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8" name="pt35208"/>
            <p:cNvSpPr/>
            <p:nvPr/>
          </p:nvSpPr>
          <p:spPr>
            <a:xfrm>
              <a:off x="7330144" y="22327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9" name="pt35209"/>
            <p:cNvSpPr/>
            <p:nvPr/>
          </p:nvSpPr>
          <p:spPr>
            <a:xfrm>
              <a:off x="7119649" y="21245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0" name="pt35210"/>
            <p:cNvSpPr/>
            <p:nvPr/>
          </p:nvSpPr>
          <p:spPr>
            <a:xfrm>
              <a:off x="6917342" y="23156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1" name="pt35211"/>
            <p:cNvSpPr/>
            <p:nvPr/>
          </p:nvSpPr>
          <p:spPr>
            <a:xfrm>
              <a:off x="7087646" y="22121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2" name="pt35212"/>
            <p:cNvSpPr/>
            <p:nvPr/>
          </p:nvSpPr>
          <p:spPr>
            <a:xfrm>
              <a:off x="6954005" y="20363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3" name="pt35213"/>
            <p:cNvSpPr/>
            <p:nvPr/>
          </p:nvSpPr>
          <p:spPr>
            <a:xfrm>
              <a:off x="7099155" y="21301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4" name="pt35214"/>
            <p:cNvSpPr/>
            <p:nvPr/>
          </p:nvSpPr>
          <p:spPr>
            <a:xfrm>
              <a:off x="7096934" y="19275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5" name="pt35215"/>
            <p:cNvSpPr/>
            <p:nvPr/>
          </p:nvSpPr>
          <p:spPr>
            <a:xfrm>
              <a:off x="6895578" y="20278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6" name="pt35216"/>
            <p:cNvSpPr/>
            <p:nvPr/>
          </p:nvSpPr>
          <p:spPr>
            <a:xfrm>
              <a:off x="6690814" y="19821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7" name="pt35217"/>
            <p:cNvSpPr/>
            <p:nvPr/>
          </p:nvSpPr>
          <p:spPr>
            <a:xfrm>
              <a:off x="7050960" y="1761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8" name="pt35218"/>
            <p:cNvSpPr/>
            <p:nvPr/>
          </p:nvSpPr>
          <p:spPr>
            <a:xfrm>
              <a:off x="7077018" y="22275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9" name="pt35219"/>
            <p:cNvSpPr/>
            <p:nvPr/>
          </p:nvSpPr>
          <p:spPr>
            <a:xfrm>
              <a:off x="7126317" y="22198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0" name="pt35220"/>
            <p:cNvSpPr/>
            <p:nvPr/>
          </p:nvSpPr>
          <p:spPr>
            <a:xfrm>
              <a:off x="7186955" y="20676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1" name="pt35221"/>
            <p:cNvSpPr/>
            <p:nvPr/>
          </p:nvSpPr>
          <p:spPr>
            <a:xfrm>
              <a:off x="6967415" y="19658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2" name="pt35222"/>
            <p:cNvSpPr/>
            <p:nvPr/>
          </p:nvSpPr>
          <p:spPr>
            <a:xfrm>
              <a:off x="6954890" y="20131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3" name="pt35223"/>
            <p:cNvSpPr/>
            <p:nvPr/>
          </p:nvSpPr>
          <p:spPr>
            <a:xfrm>
              <a:off x="7004194" y="20337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4" name="pt35224"/>
            <p:cNvSpPr/>
            <p:nvPr/>
          </p:nvSpPr>
          <p:spPr>
            <a:xfrm>
              <a:off x="6978568" y="18838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5" name="pt35225"/>
            <p:cNvSpPr/>
            <p:nvPr/>
          </p:nvSpPr>
          <p:spPr>
            <a:xfrm>
              <a:off x="7085428" y="20909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6" name="pt35226"/>
            <p:cNvSpPr/>
            <p:nvPr/>
          </p:nvSpPr>
          <p:spPr>
            <a:xfrm>
              <a:off x="7339313" y="23924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7" name="pt35227"/>
            <p:cNvSpPr/>
            <p:nvPr/>
          </p:nvSpPr>
          <p:spPr>
            <a:xfrm>
              <a:off x="7255682" y="20733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8" name="pt35228"/>
            <p:cNvSpPr/>
            <p:nvPr/>
          </p:nvSpPr>
          <p:spPr>
            <a:xfrm>
              <a:off x="7263178" y="21600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9" name="pt35229"/>
            <p:cNvSpPr/>
            <p:nvPr/>
          </p:nvSpPr>
          <p:spPr>
            <a:xfrm>
              <a:off x="7026271" y="22318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0" name="pt35230"/>
            <p:cNvSpPr/>
            <p:nvPr/>
          </p:nvSpPr>
          <p:spPr>
            <a:xfrm>
              <a:off x="7214621" y="20537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1" name="pt35231"/>
            <p:cNvSpPr/>
            <p:nvPr/>
          </p:nvSpPr>
          <p:spPr>
            <a:xfrm>
              <a:off x="7285860" y="18763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2" name="pt35232"/>
            <p:cNvSpPr/>
            <p:nvPr/>
          </p:nvSpPr>
          <p:spPr>
            <a:xfrm>
              <a:off x="7177510" y="20459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3" name="pt35233"/>
            <p:cNvSpPr/>
            <p:nvPr/>
          </p:nvSpPr>
          <p:spPr>
            <a:xfrm>
              <a:off x="7050667" y="17651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4" name="pt35234"/>
            <p:cNvSpPr/>
            <p:nvPr/>
          </p:nvSpPr>
          <p:spPr>
            <a:xfrm>
              <a:off x="7123776" y="20311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5" name="pt35235"/>
            <p:cNvSpPr/>
            <p:nvPr/>
          </p:nvSpPr>
          <p:spPr>
            <a:xfrm>
              <a:off x="7179602" y="20695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6" name="pt35236"/>
            <p:cNvSpPr/>
            <p:nvPr/>
          </p:nvSpPr>
          <p:spPr>
            <a:xfrm>
              <a:off x="7154972" y="19928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7" name="pt35237"/>
            <p:cNvSpPr/>
            <p:nvPr/>
          </p:nvSpPr>
          <p:spPr>
            <a:xfrm>
              <a:off x="7059892" y="22366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8" name="pt35238"/>
            <p:cNvSpPr/>
            <p:nvPr/>
          </p:nvSpPr>
          <p:spPr>
            <a:xfrm>
              <a:off x="7121931" y="22201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9" name="pt35239"/>
            <p:cNvSpPr/>
            <p:nvPr/>
          </p:nvSpPr>
          <p:spPr>
            <a:xfrm>
              <a:off x="6742837" y="21575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0" name="pt35240"/>
            <p:cNvSpPr/>
            <p:nvPr/>
          </p:nvSpPr>
          <p:spPr>
            <a:xfrm>
              <a:off x="7077108" y="21232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1" name="pt35241"/>
            <p:cNvSpPr/>
            <p:nvPr/>
          </p:nvSpPr>
          <p:spPr>
            <a:xfrm>
              <a:off x="7148677" y="20420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2" name="pt35242"/>
            <p:cNvSpPr/>
            <p:nvPr/>
          </p:nvSpPr>
          <p:spPr>
            <a:xfrm>
              <a:off x="7011568" y="18406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3" name="pt35243"/>
            <p:cNvSpPr/>
            <p:nvPr/>
          </p:nvSpPr>
          <p:spPr>
            <a:xfrm>
              <a:off x="7150425" y="19688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4" name="pt35244"/>
            <p:cNvSpPr/>
            <p:nvPr/>
          </p:nvSpPr>
          <p:spPr>
            <a:xfrm>
              <a:off x="7074557" y="22268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5" name="pt35245"/>
            <p:cNvSpPr/>
            <p:nvPr/>
          </p:nvSpPr>
          <p:spPr>
            <a:xfrm>
              <a:off x="7238137" y="20560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6" name="pt35246"/>
            <p:cNvSpPr/>
            <p:nvPr/>
          </p:nvSpPr>
          <p:spPr>
            <a:xfrm>
              <a:off x="7115064" y="21035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7" name="pt35247"/>
            <p:cNvSpPr/>
            <p:nvPr/>
          </p:nvSpPr>
          <p:spPr>
            <a:xfrm>
              <a:off x="6926508" y="19268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8" name="pt35248"/>
            <p:cNvSpPr/>
            <p:nvPr/>
          </p:nvSpPr>
          <p:spPr>
            <a:xfrm>
              <a:off x="7077233" y="22189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9" name="pt35249"/>
            <p:cNvSpPr/>
            <p:nvPr/>
          </p:nvSpPr>
          <p:spPr>
            <a:xfrm>
              <a:off x="7322503" y="19970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0" name="pt35250"/>
            <p:cNvSpPr/>
            <p:nvPr/>
          </p:nvSpPr>
          <p:spPr>
            <a:xfrm>
              <a:off x="7033952" y="24926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1" name="pt35251"/>
            <p:cNvSpPr/>
            <p:nvPr/>
          </p:nvSpPr>
          <p:spPr>
            <a:xfrm>
              <a:off x="7158967" y="20673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2" name="pt35252"/>
            <p:cNvSpPr/>
            <p:nvPr/>
          </p:nvSpPr>
          <p:spPr>
            <a:xfrm>
              <a:off x="7209349" y="20836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3" name="pt35253"/>
            <p:cNvSpPr/>
            <p:nvPr/>
          </p:nvSpPr>
          <p:spPr>
            <a:xfrm>
              <a:off x="7247348" y="20446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4" name="pt35254"/>
            <p:cNvSpPr/>
            <p:nvPr/>
          </p:nvSpPr>
          <p:spPr>
            <a:xfrm>
              <a:off x="7071169" y="22241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5" name="pt35255"/>
            <p:cNvSpPr/>
            <p:nvPr/>
          </p:nvSpPr>
          <p:spPr>
            <a:xfrm>
              <a:off x="7270752" y="20336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6" name="pt35256"/>
            <p:cNvSpPr/>
            <p:nvPr/>
          </p:nvSpPr>
          <p:spPr>
            <a:xfrm>
              <a:off x="7072645" y="22008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7" name="pt35257"/>
            <p:cNvSpPr/>
            <p:nvPr/>
          </p:nvSpPr>
          <p:spPr>
            <a:xfrm>
              <a:off x="7464403" y="22460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8" name="pt35258"/>
            <p:cNvSpPr/>
            <p:nvPr/>
          </p:nvSpPr>
          <p:spPr>
            <a:xfrm>
              <a:off x="7174787" y="21005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9" name="pt35259"/>
            <p:cNvSpPr/>
            <p:nvPr/>
          </p:nvSpPr>
          <p:spPr>
            <a:xfrm>
              <a:off x="6902835" y="21825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0" name="pt35260"/>
            <p:cNvSpPr/>
            <p:nvPr/>
          </p:nvSpPr>
          <p:spPr>
            <a:xfrm>
              <a:off x="7097968" y="21689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1" name="pt35261"/>
            <p:cNvSpPr/>
            <p:nvPr/>
          </p:nvSpPr>
          <p:spPr>
            <a:xfrm>
              <a:off x="7094416" y="21446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2" name="pt35262"/>
            <p:cNvSpPr/>
            <p:nvPr/>
          </p:nvSpPr>
          <p:spPr>
            <a:xfrm>
              <a:off x="7049569" y="15251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3" name="pt35263"/>
            <p:cNvSpPr/>
            <p:nvPr/>
          </p:nvSpPr>
          <p:spPr>
            <a:xfrm>
              <a:off x="7144822" y="20584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4" name="pt35264"/>
            <p:cNvSpPr/>
            <p:nvPr/>
          </p:nvSpPr>
          <p:spPr>
            <a:xfrm>
              <a:off x="7301297" y="2046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5" name="pt35265"/>
            <p:cNvSpPr/>
            <p:nvPr/>
          </p:nvSpPr>
          <p:spPr>
            <a:xfrm>
              <a:off x="7039507" y="23835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6" name="pt35266"/>
            <p:cNvSpPr/>
            <p:nvPr/>
          </p:nvSpPr>
          <p:spPr>
            <a:xfrm>
              <a:off x="7292362" y="19522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7" name="pt35267"/>
            <p:cNvSpPr/>
            <p:nvPr/>
          </p:nvSpPr>
          <p:spPr>
            <a:xfrm>
              <a:off x="7244670" y="20627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8" name="pt35268"/>
            <p:cNvSpPr/>
            <p:nvPr/>
          </p:nvSpPr>
          <p:spPr>
            <a:xfrm>
              <a:off x="7032320" y="22191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9" name="pt35269"/>
            <p:cNvSpPr/>
            <p:nvPr/>
          </p:nvSpPr>
          <p:spPr>
            <a:xfrm>
              <a:off x="7114900" y="20723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0" name="pt35270"/>
            <p:cNvSpPr/>
            <p:nvPr/>
          </p:nvSpPr>
          <p:spPr>
            <a:xfrm>
              <a:off x="7196213" y="23803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1" name="pt35271"/>
            <p:cNvSpPr/>
            <p:nvPr/>
          </p:nvSpPr>
          <p:spPr>
            <a:xfrm>
              <a:off x="6926052" y="2019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2" name="pt35272"/>
            <p:cNvSpPr/>
            <p:nvPr/>
          </p:nvSpPr>
          <p:spPr>
            <a:xfrm>
              <a:off x="7433697" y="25126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3" name="pt35273"/>
            <p:cNvSpPr/>
            <p:nvPr/>
          </p:nvSpPr>
          <p:spPr>
            <a:xfrm>
              <a:off x="7012731" y="18149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4" name="pt35274"/>
            <p:cNvSpPr/>
            <p:nvPr/>
          </p:nvSpPr>
          <p:spPr>
            <a:xfrm>
              <a:off x="7296594" y="20047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5" name="pt35275"/>
            <p:cNvSpPr/>
            <p:nvPr/>
          </p:nvSpPr>
          <p:spPr>
            <a:xfrm>
              <a:off x="7367773" y="22781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6" name="pt35276"/>
            <p:cNvSpPr/>
            <p:nvPr/>
          </p:nvSpPr>
          <p:spPr>
            <a:xfrm>
              <a:off x="7187012" y="20310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7" name="pt35277"/>
            <p:cNvSpPr/>
            <p:nvPr/>
          </p:nvSpPr>
          <p:spPr>
            <a:xfrm>
              <a:off x="7163260" y="20840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8" name="pt35278"/>
            <p:cNvSpPr/>
            <p:nvPr/>
          </p:nvSpPr>
          <p:spPr>
            <a:xfrm>
              <a:off x="7117607" y="21164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9" name="pt35279"/>
            <p:cNvSpPr/>
            <p:nvPr/>
          </p:nvSpPr>
          <p:spPr>
            <a:xfrm>
              <a:off x="7035726" y="21732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0" name="pt35280"/>
            <p:cNvSpPr/>
            <p:nvPr/>
          </p:nvSpPr>
          <p:spPr>
            <a:xfrm>
              <a:off x="7208569" y="2203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1" name="pt35281"/>
            <p:cNvSpPr/>
            <p:nvPr/>
          </p:nvSpPr>
          <p:spPr>
            <a:xfrm>
              <a:off x="7255726" y="21228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2" name="pt35282"/>
            <p:cNvSpPr/>
            <p:nvPr/>
          </p:nvSpPr>
          <p:spPr>
            <a:xfrm>
              <a:off x="7167311" y="22308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3" name="pt35283"/>
            <p:cNvSpPr/>
            <p:nvPr/>
          </p:nvSpPr>
          <p:spPr>
            <a:xfrm>
              <a:off x="7025761" y="23225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4" name="pt35284"/>
            <p:cNvSpPr/>
            <p:nvPr/>
          </p:nvSpPr>
          <p:spPr>
            <a:xfrm>
              <a:off x="6885159" y="20141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5" name="pt35285"/>
            <p:cNvSpPr/>
            <p:nvPr/>
          </p:nvSpPr>
          <p:spPr>
            <a:xfrm>
              <a:off x="7323104" y="23320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6" name="pt35286"/>
            <p:cNvSpPr/>
            <p:nvPr/>
          </p:nvSpPr>
          <p:spPr>
            <a:xfrm>
              <a:off x="7312732" y="19641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7" name="pt35287"/>
            <p:cNvSpPr/>
            <p:nvPr/>
          </p:nvSpPr>
          <p:spPr>
            <a:xfrm>
              <a:off x="6968574" y="20352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8" name="pt35288"/>
            <p:cNvSpPr/>
            <p:nvPr/>
          </p:nvSpPr>
          <p:spPr>
            <a:xfrm>
              <a:off x="6916788" y="23158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9" name="pt35289"/>
            <p:cNvSpPr/>
            <p:nvPr/>
          </p:nvSpPr>
          <p:spPr>
            <a:xfrm>
              <a:off x="7121161" y="21801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0" name="pt35290"/>
            <p:cNvSpPr/>
            <p:nvPr/>
          </p:nvSpPr>
          <p:spPr>
            <a:xfrm>
              <a:off x="7291811" y="20907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1" name="pt35291"/>
            <p:cNvSpPr/>
            <p:nvPr/>
          </p:nvSpPr>
          <p:spPr>
            <a:xfrm>
              <a:off x="7052291" y="21759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2" name="pt35292"/>
            <p:cNvSpPr/>
            <p:nvPr/>
          </p:nvSpPr>
          <p:spPr>
            <a:xfrm>
              <a:off x="7007782" y="20177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3" name="pt35293"/>
            <p:cNvSpPr/>
            <p:nvPr/>
          </p:nvSpPr>
          <p:spPr>
            <a:xfrm>
              <a:off x="7129282" y="22600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4" name="pt35294"/>
            <p:cNvSpPr/>
            <p:nvPr/>
          </p:nvSpPr>
          <p:spPr>
            <a:xfrm>
              <a:off x="7084825" y="22279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5" name="pt35295"/>
            <p:cNvSpPr/>
            <p:nvPr/>
          </p:nvSpPr>
          <p:spPr>
            <a:xfrm>
              <a:off x="6921753" y="21762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6" name="pt35296"/>
            <p:cNvSpPr/>
            <p:nvPr/>
          </p:nvSpPr>
          <p:spPr>
            <a:xfrm>
              <a:off x="6798265" y="24417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7" name="pt35297"/>
            <p:cNvSpPr/>
            <p:nvPr/>
          </p:nvSpPr>
          <p:spPr>
            <a:xfrm>
              <a:off x="7077038" y="22611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8" name="pt35298"/>
            <p:cNvSpPr/>
            <p:nvPr/>
          </p:nvSpPr>
          <p:spPr>
            <a:xfrm>
              <a:off x="7179897" y="20760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9" name="pt35299"/>
            <p:cNvSpPr/>
            <p:nvPr/>
          </p:nvSpPr>
          <p:spPr>
            <a:xfrm>
              <a:off x="7160079" y="20428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0" name="pt35300"/>
            <p:cNvSpPr/>
            <p:nvPr/>
          </p:nvSpPr>
          <p:spPr>
            <a:xfrm>
              <a:off x="7455577" y="22664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1" name="pt35301"/>
            <p:cNvSpPr/>
            <p:nvPr/>
          </p:nvSpPr>
          <p:spPr>
            <a:xfrm>
              <a:off x="7098351" y="22083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2" name="pt35302"/>
            <p:cNvSpPr/>
            <p:nvPr/>
          </p:nvSpPr>
          <p:spPr>
            <a:xfrm>
              <a:off x="7281829" y="19486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3" name="pt35303"/>
            <p:cNvSpPr/>
            <p:nvPr/>
          </p:nvSpPr>
          <p:spPr>
            <a:xfrm>
              <a:off x="7154546" y="19552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4" name="pt35304"/>
            <p:cNvSpPr/>
            <p:nvPr/>
          </p:nvSpPr>
          <p:spPr>
            <a:xfrm>
              <a:off x="7251493" y="20248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5" name="pt35305"/>
            <p:cNvSpPr/>
            <p:nvPr/>
          </p:nvSpPr>
          <p:spPr>
            <a:xfrm>
              <a:off x="7193915" y="21536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6" name="pt35306"/>
            <p:cNvSpPr/>
            <p:nvPr/>
          </p:nvSpPr>
          <p:spPr>
            <a:xfrm>
              <a:off x="7075572" y="21790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7" name="pt35307"/>
            <p:cNvSpPr/>
            <p:nvPr/>
          </p:nvSpPr>
          <p:spPr>
            <a:xfrm>
              <a:off x="7212431" y="20978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8" name="pt35308"/>
            <p:cNvSpPr/>
            <p:nvPr/>
          </p:nvSpPr>
          <p:spPr>
            <a:xfrm>
              <a:off x="7013500" y="18130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9" name="pt35309"/>
            <p:cNvSpPr/>
            <p:nvPr/>
          </p:nvSpPr>
          <p:spPr>
            <a:xfrm>
              <a:off x="6836085" y="21720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0" name="pt35310"/>
            <p:cNvSpPr/>
            <p:nvPr/>
          </p:nvSpPr>
          <p:spPr>
            <a:xfrm>
              <a:off x="7045240" y="2045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1" name="pt35311"/>
            <p:cNvSpPr/>
            <p:nvPr/>
          </p:nvSpPr>
          <p:spPr>
            <a:xfrm>
              <a:off x="7163799" y="20674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2" name="pt35312"/>
            <p:cNvSpPr/>
            <p:nvPr/>
          </p:nvSpPr>
          <p:spPr>
            <a:xfrm>
              <a:off x="7200367" y="22400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3" name="pt35313"/>
            <p:cNvSpPr/>
            <p:nvPr/>
          </p:nvSpPr>
          <p:spPr>
            <a:xfrm>
              <a:off x="7216059" y="21565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4" name="pt35314"/>
            <p:cNvSpPr/>
            <p:nvPr/>
          </p:nvSpPr>
          <p:spPr>
            <a:xfrm>
              <a:off x="7274302" y="19895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5" name="pt35315"/>
            <p:cNvSpPr/>
            <p:nvPr/>
          </p:nvSpPr>
          <p:spPr>
            <a:xfrm>
              <a:off x="7063491" y="21627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6" name="pt35316"/>
            <p:cNvSpPr/>
            <p:nvPr/>
          </p:nvSpPr>
          <p:spPr>
            <a:xfrm>
              <a:off x="6963185" y="19608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7" name="pt35317"/>
            <p:cNvSpPr/>
            <p:nvPr/>
          </p:nvSpPr>
          <p:spPr>
            <a:xfrm>
              <a:off x="7311378" y="19055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8" name="pt35318"/>
            <p:cNvSpPr/>
            <p:nvPr/>
          </p:nvSpPr>
          <p:spPr>
            <a:xfrm>
              <a:off x="7127189" y="22748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9" name="pt35319"/>
            <p:cNvSpPr/>
            <p:nvPr/>
          </p:nvSpPr>
          <p:spPr>
            <a:xfrm>
              <a:off x="7196316" y="21703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0" name="pt35320"/>
            <p:cNvSpPr/>
            <p:nvPr/>
          </p:nvSpPr>
          <p:spPr>
            <a:xfrm>
              <a:off x="7216600" y="20360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1" name="pt35321"/>
            <p:cNvSpPr/>
            <p:nvPr/>
          </p:nvSpPr>
          <p:spPr>
            <a:xfrm>
              <a:off x="7114776" y="20965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2" name="pt35322"/>
            <p:cNvSpPr/>
            <p:nvPr/>
          </p:nvSpPr>
          <p:spPr>
            <a:xfrm>
              <a:off x="7053007" y="19671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3" name="pt35323"/>
            <p:cNvSpPr/>
            <p:nvPr/>
          </p:nvSpPr>
          <p:spPr>
            <a:xfrm>
              <a:off x="7299192" y="19716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4" name="pt35324"/>
            <p:cNvSpPr/>
            <p:nvPr/>
          </p:nvSpPr>
          <p:spPr>
            <a:xfrm>
              <a:off x="7102555" y="2155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5" name="pt35325"/>
            <p:cNvSpPr/>
            <p:nvPr/>
          </p:nvSpPr>
          <p:spPr>
            <a:xfrm>
              <a:off x="7761734" y="21954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6" name="pt35326"/>
            <p:cNvSpPr/>
            <p:nvPr/>
          </p:nvSpPr>
          <p:spPr>
            <a:xfrm>
              <a:off x="7061611" y="22561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7" name="pt35327"/>
            <p:cNvSpPr/>
            <p:nvPr/>
          </p:nvSpPr>
          <p:spPr>
            <a:xfrm>
              <a:off x="7070297" y="21879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8" name="pt35328"/>
            <p:cNvSpPr/>
            <p:nvPr/>
          </p:nvSpPr>
          <p:spPr>
            <a:xfrm>
              <a:off x="7423782" y="28970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9" name="pt35329"/>
            <p:cNvSpPr/>
            <p:nvPr/>
          </p:nvSpPr>
          <p:spPr>
            <a:xfrm>
              <a:off x="7097450" y="21862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0" name="pt35330"/>
            <p:cNvSpPr/>
            <p:nvPr/>
          </p:nvSpPr>
          <p:spPr>
            <a:xfrm>
              <a:off x="7189757" y="22254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1" name="pt35331"/>
            <p:cNvSpPr/>
            <p:nvPr/>
          </p:nvSpPr>
          <p:spPr>
            <a:xfrm>
              <a:off x="7273206" y="19855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2" name="pt35332"/>
            <p:cNvSpPr/>
            <p:nvPr/>
          </p:nvSpPr>
          <p:spPr>
            <a:xfrm>
              <a:off x="7316210" y="21724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3" name="pt35333"/>
            <p:cNvSpPr/>
            <p:nvPr/>
          </p:nvSpPr>
          <p:spPr>
            <a:xfrm>
              <a:off x="7186037" y="22216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4" name="pt35334"/>
            <p:cNvSpPr/>
            <p:nvPr/>
          </p:nvSpPr>
          <p:spPr>
            <a:xfrm>
              <a:off x="7042412" y="22508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5" name="pt35335"/>
            <p:cNvSpPr/>
            <p:nvPr/>
          </p:nvSpPr>
          <p:spPr>
            <a:xfrm>
              <a:off x="6993929" y="19888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6" name="pt35336"/>
            <p:cNvSpPr/>
            <p:nvPr/>
          </p:nvSpPr>
          <p:spPr>
            <a:xfrm>
              <a:off x="7336433" y="22512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7" name="pt35337"/>
            <p:cNvSpPr/>
            <p:nvPr/>
          </p:nvSpPr>
          <p:spPr>
            <a:xfrm>
              <a:off x="7288164" y="19640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8" name="pt35338"/>
            <p:cNvSpPr/>
            <p:nvPr/>
          </p:nvSpPr>
          <p:spPr>
            <a:xfrm>
              <a:off x="7162711" y="21170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9" name="pt35339"/>
            <p:cNvSpPr/>
            <p:nvPr/>
          </p:nvSpPr>
          <p:spPr>
            <a:xfrm>
              <a:off x="7158861" y="21097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0" name="pt35340"/>
            <p:cNvSpPr/>
            <p:nvPr/>
          </p:nvSpPr>
          <p:spPr>
            <a:xfrm>
              <a:off x="7080399" y="22335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1" name="pt35341"/>
            <p:cNvSpPr/>
            <p:nvPr/>
          </p:nvSpPr>
          <p:spPr>
            <a:xfrm>
              <a:off x="7299474" y="19777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2" name="pt35342"/>
            <p:cNvSpPr/>
            <p:nvPr/>
          </p:nvSpPr>
          <p:spPr>
            <a:xfrm>
              <a:off x="7171539" y="21539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3" name="pt35343"/>
            <p:cNvSpPr/>
            <p:nvPr/>
          </p:nvSpPr>
          <p:spPr>
            <a:xfrm>
              <a:off x="7201942" y="21730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4" name="pt35344"/>
            <p:cNvSpPr/>
            <p:nvPr/>
          </p:nvSpPr>
          <p:spPr>
            <a:xfrm>
              <a:off x="7083225" y="20733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5" name="pt35345"/>
            <p:cNvSpPr/>
            <p:nvPr/>
          </p:nvSpPr>
          <p:spPr>
            <a:xfrm>
              <a:off x="7080517" y="22338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6" name="pt35346"/>
            <p:cNvSpPr/>
            <p:nvPr/>
          </p:nvSpPr>
          <p:spPr>
            <a:xfrm>
              <a:off x="6910907" y="22044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7" name="pt35347"/>
            <p:cNvSpPr/>
            <p:nvPr/>
          </p:nvSpPr>
          <p:spPr>
            <a:xfrm>
              <a:off x="7076429" y="22533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8" name="pt35348"/>
            <p:cNvSpPr/>
            <p:nvPr/>
          </p:nvSpPr>
          <p:spPr>
            <a:xfrm>
              <a:off x="7430312" y="2798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9" name="pt35349"/>
            <p:cNvSpPr/>
            <p:nvPr/>
          </p:nvSpPr>
          <p:spPr>
            <a:xfrm>
              <a:off x="6845700" y="21283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0" name="pt35350"/>
            <p:cNvSpPr/>
            <p:nvPr/>
          </p:nvSpPr>
          <p:spPr>
            <a:xfrm>
              <a:off x="7054543" y="21367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1" name="pt35351"/>
            <p:cNvSpPr/>
            <p:nvPr/>
          </p:nvSpPr>
          <p:spPr>
            <a:xfrm>
              <a:off x="7059026" y="22730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2" name="pt35352"/>
            <p:cNvSpPr/>
            <p:nvPr/>
          </p:nvSpPr>
          <p:spPr>
            <a:xfrm>
              <a:off x="7053744" y="21223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3" name="pt35353"/>
            <p:cNvSpPr/>
            <p:nvPr/>
          </p:nvSpPr>
          <p:spPr>
            <a:xfrm>
              <a:off x="7026686" y="22847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4" name="pt35354"/>
            <p:cNvSpPr/>
            <p:nvPr/>
          </p:nvSpPr>
          <p:spPr>
            <a:xfrm>
              <a:off x="7213464" y="20764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5" name="pt35355"/>
            <p:cNvSpPr/>
            <p:nvPr/>
          </p:nvSpPr>
          <p:spPr>
            <a:xfrm>
              <a:off x="7097991" y="21465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6" name="pt35356"/>
            <p:cNvSpPr/>
            <p:nvPr/>
          </p:nvSpPr>
          <p:spPr>
            <a:xfrm>
              <a:off x="7730700" y="25046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7" name="pt35357"/>
            <p:cNvSpPr/>
            <p:nvPr/>
          </p:nvSpPr>
          <p:spPr>
            <a:xfrm>
              <a:off x="7033979" y="23856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8" name="pt35358"/>
            <p:cNvSpPr/>
            <p:nvPr/>
          </p:nvSpPr>
          <p:spPr>
            <a:xfrm>
              <a:off x="7315671" y="20298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9" name="pt35359"/>
            <p:cNvSpPr/>
            <p:nvPr/>
          </p:nvSpPr>
          <p:spPr>
            <a:xfrm>
              <a:off x="7393623" y="20730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0" name="pt35360"/>
            <p:cNvSpPr/>
            <p:nvPr/>
          </p:nvSpPr>
          <p:spPr>
            <a:xfrm>
              <a:off x="7103263" y="21150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1" name="pt35361"/>
            <p:cNvSpPr/>
            <p:nvPr/>
          </p:nvSpPr>
          <p:spPr>
            <a:xfrm>
              <a:off x="7237750" y="21613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2" name="pt35362"/>
            <p:cNvSpPr/>
            <p:nvPr/>
          </p:nvSpPr>
          <p:spPr>
            <a:xfrm>
              <a:off x="7228827" y="21962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3" name="pt35363"/>
            <p:cNvSpPr/>
            <p:nvPr/>
          </p:nvSpPr>
          <p:spPr>
            <a:xfrm>
              <a:off x="7255404" y="21006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4" name="pt35364"/>
            <p:cNvSpPr/>
            <p:nvPr/>
          </p:nvSpPr>
          <p:spPr>
            <a:xfrm>
              <a:off x="7255585" y="20939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5" name="pt35365"/>
            <p:cNvSpPr/>
            <p:nvPr/>
          </p:nvSpPr>
          <p:spPr>
            <a:xfrm>
              <a:off x="6918678" y="21972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6" name="pt35366"/>
            <p:cNvSpPr/>
            <p:nvPr/>
          </p:nvSpPr>
          <p:spPr>
            <a:xfrm>
              <a:off x="7105575" y="20909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7" name="pt35367"/>
            <p:cNvSpPr/>
            <p:nvPr/>
          </p:nvSpPr>
          <p:spPr>
            <a:xfrm>
              <a:off x="7223340" y="19691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8" name="pt35368"/>
            <p:cNvSpPr/>
            <p:nvPr/>
          </p:nvSpPr>
          <p:spPr>
            <a:xfrm>
              <a:off x="6958685" y="20017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9" name="pt35369"/>
            <p:cNvSpPr/>
            <p:nvPr/>
          </p:nvSpPr>
          <p:spPr>
            <a:xfrm>
              <a:off x="7057890" y="22122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0" name="pt35370"/>
            <p:cNvSpPr/>
            <p:nvPr/>
          </p:nvSpPr>
          <p:spPr>
            <a:xfrm>
              <a:off x="7210538" y="21221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1" name="pt35371"/>
            <p:cNvSpPr/>
            <p:nvPr/>
          </p:nvSpPr>
          <p:spPr>
            <a:xfrm>
              <a:off x="6946366" y="20873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2" name="pt35372"/>
            <p:cNvSpPr/>
            <p:nvPr/>
          </p:nvSpPr>
          <p:spPr>
            <a:xfrm>
              <a:off x="7112013" y="21429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3" name="pt35373"/>
            <p:cNvSpPr/>
            <p:nvPr/>
          </p:nvSpPr>
          <p:spPr>
            <a:xfrm>
              <a:off x="7401422" y="23262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4" name="pt35374"/>
            <p:cNvSpPr/>
            <p:nvPr/>
          </p:nvSpPr>
          <p:spPr>
            <a:xfrm>
              <a:off x="6892806" y="21004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5" name="pt35375"/>
            <p:cNvSpPr/>
            <p:nvPr/>
          </p:nvSpPr>
          <p:spPr>
            <a:xfrm>
              <a:off x="7053029" y="2120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6" name="pt35376"/>
            <p:cNvSpPr/>
            <p:nvPr/>
          </p:nvSpPr>
          <p:spPr>
            <a:xfrm>
              <a:off x="6931713" y="21254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7" name="pt35377"/>
            <p:cNvSpPr/>
            <p:nvPr/>
          </p:nvSpPr>
          <p:spPr>
            <a:xfrm>
              <a:off x="7027422" y="23152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8" name="pt35378"/>
            <p:cNvSpPr/>
            <p:nvPr/>
          </p:nvSpPr>
          <p:spPr>
            <a:xfrm>
              <a:off x="7211416" y="20693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9" name="pt35379"/>
            <p:cNvSpPr/>
            <p:nvPr/>
          </p:nvSpPr>
          <p:spPr>
            <a:xfrm>
              <a:off x="7060779" y="22395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0" name="pt35380"/>
            <p:cNvSpPr/>
            <p:nvPr/>
          </p:nvSpPr>
          <p:spPr>
            <a:xfrm>
              <a:off x="7183918" y="20398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1" name="pt35381"/>
            <p:cNvSpPr/>
            <p:nvPr/>
          </p:nvSpPr>
          <p:spPr>
            <a:xfrm>
              <a:off x="7316219" y="20704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2" name="pt35382"/>
            <p:cNvSpPr/>
            <p:nvPr/>
          </p:nvSpPr>
          <p:spPr>
            <a:xfrm>
              <a:off x="7226562" y="22415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3" name="pt35383"/>
            <p:cNvSpPr/>
            <p:nvPr/>
          </p:nvSpPr>
          <p:spPr>
            <a:xfrm>
              <a:off x="6722798" y="20747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4" name="pt35384"/>
            <p:cNvSpPr/>
            <p:nvPr/>
          </p:nvSpPr>
          <p:spPr>
            <a:xfrm>
              <a:off x="6888395" y="20003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5" name="pt35385"/>
            <p:cNvSpPr/>
            <p:nvPr/>
          </p:nvSpPr>
          <p:spPr>
            <a:xfrm>
              <a:off x="6896747" y="23796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6" name="pt35386"/>
            <p:cNvSpPr/>
            <p:nvPr/>
          </p:nvSpPr>
          <p:spPr>
            <a:xfrm>
              <a:off x="6992778" y="2052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7" name="pt35387"/>
            <p:cNvSpPr/>
            <p:nvPr/>
          </p:nvSpPr>
          <p:spPr>
            <a:xfrm>
              <a:off x="7135701" y="21446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8" name="pt35388"/>
            <p:cNvSpPr/>
            <p:nvPr/>
          </p:nvSpPr>
          <p:spPr>
            <a:xfrm>
              <a:off x="7255534" y="1889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9" name="pt35389"/>
            <p:cNvSpPr/>
            <p:nvPr/>
          </p:nvSpPr>
          <p:spPr>
            <a:xfrm>
              <a:off x="7044152" y="19169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0" name="pt35390"/>
            <p:cNvSpPr/>
            <p:nvPr/>
          </p:nvSpPr>
          <p:spPr>
            <a:xfrm>
              <a:off x="7139928" y="22017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1" name="pt35391"/>
            <p:cNvSpPr/>
            <p:nvPr/>
          </p:nvSpPr>
          <p:spPr>
            <a:xfrm>
              <a:off x="7095531" y="21323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2" name="pt35392"/>
            <p:cNvSpPr/>
            <p:nvPr/>
          </p:nvSpPr>
          <p:spPr>
            <a:xfrm>
              <a:off x="7165236" y="21504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3" name="pt35393"/>
            <p:cNvSpPr/>
            <p:nvPr/>
          </p:nvSpPr>
          <p:spPr>
            <a:xfrm>
              <a:off x="7406183" y="24680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4" name="pt35394"/>
            <p:cNvSpPr/>
            <p:nvPr/>
          </p:nvSpPr>
          <p:spPr>
            <a:xfrm>
              <a:off x="7328918" y="22375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5" name="pt35395"/>
            <p:cNvSpPr/>
            <p:nvPr/>
          </p:nvSpPr>
          <p:spPr>
            <a:xfrm>
              <a:off x="7229531" y="21888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6" name="pt35396"/>
            <p:cNvSpPr/>
            <p:nvPr/>
          </p:nvSpPr>
          <p:spPr>
            <a:xfrm>
              <a:off x="6937163" y="21017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7" name="pt35397"/>
            <p:cNvSpPr/>
            <p:nvPr/>
          </p:nvSpPr>
          <p:spPr>
            <a:xfrm>
              <a:off x="7160145" y="20770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8" name="pt35398"/>
            <p:cNvSpPr/>
            <p:nvPr/>
          </p:nvSpPr>
          <p:spPr>
            <a:xfrm>
              <a:off x="7052723" y="20016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9" name="pt35399"/>
            <p:cNvSpPr/>
            <p:nvPr/>
          </p:nvSpPr>
          <p:spPr>
            <a:xfrm>
              <a:off x="6917352" y="21846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0" name="pt35400"/>
            <p:cNvSpPr/>
            <p:nvPr/>
          </p:nvSpPr>
          <p:spPr>
            <a:xfrm>
              <a:off x="7048277" y="16747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1" name="pt35401"/>
            <p:cNvSpPr/>
            <p:nvPr/>
          </p:nvSpPr>
          <p:spPr>
            <a:xfrm>
              <a:off x="6808627" y="23197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2" name="pt35402"/>
            <p:cNvSpPr/>
            <p:nvPr/>
          </p:nvSpPr>
          <p:spPr>
            <a:xfrm>
              <a:off x="7031559" y="22715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3" name="pt35403"/>
            <p:cNvSpPr/>
            <p:nvPr/>
          </p:nvSpPr>
          <p:spPr>
            <a:xfrm>
              <a:off x="7286178" y="21035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4" name="pt35404"/>
            <p:cNvSpPr/>
            <p:nvPr/>
          </p:nvSpPr>
          <p:spPr>
            <a:xfrm>
              <a:off x="6799175" y="22360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5" name="pt35405"/>
            <p:cNvSpPr/>
            <p:nvPr/>
          </p:nvSpPr>
          <p:spPr>
            <a:xfrm>
              <a:off x="7365006" y="20820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6" name="pt35406"/>
            <p:cNvSpPr/>
            <p:nvPr/>
          </p:nvSpPr>
          <p:spPr>
            <a:xfrm>
              <a:off x="7044154" y="21278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7" name="pt35407"/>
            <p:cNvSpPr/>
            <p:nvPr/>
          </p:nvSpPr>
          <p:spPr>
            <a:xfrm>
              <a:off x="6994692" y="18294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8" name="pt35408"/>
            <p:cNvSpPr/>
            <p:nvPr/>
          </p:nvSpPr>
          <p:spPr>
            <a:xfrm>
              <a:off x="7182286" y="19930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9" name="pt35409"/>
            <p:cNvSpPr/>
            <p:nvPr/>
          </p:nvSpPr>
          <p:spPr>
            <a:xfrm>
              <a:off x="7247453" y="22014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0" name="pt35410"/>
            <p:cNvSpPr/>
            <p:nvPr/>
          </p:nvSpPr>
          <p:spPr>
            <a:xfrm>
              <a:off x="7070144" y="22499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1" name="pt35411"/>
            <p:cNvSpPr/>
            <p:nvPr/>
          </p:nvSpPr>
          <p:spPr>
            <a:xfrm>
              <a:off x="6808968" y="22258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2" name="pt35412"/>
            <p:cNvSpPr/>
            <p:nvPr/>
          </p:nvSpPr>
          <p:spPr>
            <a:xfrm>
              <a:off x="7198874" y="22568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3" name="pt35413"/>
            <p:cNvSpPr/>
            <p:nvPr/>
          </p:nvSpPr>
          <p:spPr>
            <a:xfrm>
              <a:off x="7246698" y="20671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4" name="pt35414"/>
            <p:cNvSpPr/>
            <p:nvPr/>
          </p:nvSpPr>
          <p:spPr>
            <a:xfrm>
              <a:off x="7025051" y="22252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5" name="pt35415"/>
            <p:cNvSpPr/>
            <p:nvPr/>
          </p:nvSpPr>
          <p:spPr>
            <a:xfrm>
              <a:off x="7129851" y="22657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6" name="pt35416"/>
            <p:cNvSpPr/>
            <p:nvPr/>
          </p:nvSpPr>
          <p:spPr>
            <a:xfrm>
              <a:off x="6969672" y="20271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7" name="pt35417"/>
            <p:cNvSpPr/>
            <p:nvPr/>
          </p:nvSpPr>
          <p:spPr>
            <a:xfrm>
              <a:off x="6936469" y="22032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8" name="pt35418"/>
            <p:cNvSpPr/>
            <p:nvPr/>
          </p:nvSpPr>
          <p:spPr>
            <a:xfrm>
              <a:off x="7107107" y="20202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9" name="pt35419"/>
            <p:cNvSpPr/>
            <p:nvPr/>
          </p:nvSpPr>
          <p:spPr>
            <a:xfrm>
              <a:off x="7121545" y="22109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0" name="pt35420"/>
            <p:cNvSpPr/>
            <p:nvPr/>
          </p:nvSpPr>
          <p:spPr>
            <a:xfrm>
              <a:off x="7273292" y="20588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1" name="pt35421"/>
            <p:cNvSpPr/>
            <p:nvPr/>
          </p:nvSpPr>
          <p:spPr>
            <a:xfrm>
              <a:off x="7042170" y="22292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2" name="pt35422"/>
            <p:cNvSpPr/>
            <p:nvPr/>
          </p:nvSpPr>
          <p:spPr>
            <a:xfrm>
              <a:off x="6737756" y="21867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3" name="pt35423"/>
            <p:cNvSpPr/>
            <p:nvPr/>
          </p:nvSpPr>
          <p:spPr>
            <a:xfrm>
              <a:off x="6975192" y="19312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4" name="pt35424"/>
            <p:cNvSpPr/>
            <p:nvPr/>
          </p:nvSpPr>
          <p:spPr>
            <a:xfrm>
              <a:off x="7098870" y="21065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5" name="pt35425"/>
            <p:cNvSpPr/>
            <p:nvPr/>
          </p:nvSpPr>
          <p:spPr>
            <a:xfrm>
              <a:off x="7248693" y="21667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6" name="pt35426"/>
            <p:cNvSpPr/>
            <p:nvPr/>
          </p:nvSpPr>
          <p:spPr>
            <a:xfrm>
              <a:off x="7219450" y="19707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7" name="pt35427"/>
            <p:cNvSpPr/>
            <p:nvPr/>
          </p:nvSpPr>
          <p:spPr>
            <a:xfrm>
              <a:off x="7335173" y="24008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8" name="pt35428"/>
            <p:cNvSpPr/>
            <p:nvPr/>
          </p:nvSpPr>
          <p:spPr>
            <a:xfrm>
              <a:off x="7251005" y="21267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9" name="pt35429"/>
            <p:cNvSpPr/>
            <p:nvPr/>
          </p:nvSpPr>
          <p:spPr>
            <a:xfrm>
              <a:off x="7078291" y="21059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0" name="pt35430"/>
            <p:cNvSpPr/>
            <p:nvPr/>
          </p:nvSpPr>
          <p:spPr>
            <a:xfrm>
              <a:off x="7261783" y="22282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1" name="pt35431"/>
            <p:cNvSpPr/>
            <p:nvPr/>
          </p:nvSpPr>
          <p:spPr>
            <a:xfrm>
              <a:off x="6950349" y="20905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2" name="pt35432"/>
            <p:cNvSpPr/>
            <p:nvPr/>
          </p:nvSpPr>
          <p:spPr>
            <a:xfrm>
              <a:off x="7149304" y="20377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3" name="pt35433"/>
            <p:cNvSpPr/>
            <p:nvPr/>
          </p:nvSpPr>
          <p:spPr>
            <a:xfrm>
              <a:off x="7152343" y="19172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4" name="pt35434"/>
            <p:cNvSpPr/>
            <p:nvPr/>
          </p:nvSpPr>
          <p:spPr>
            <a:xfrm>
              <a:off x="7061030" y="2299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5" name="pt35435"/>
            <p:cNvSpPr/>
            <p:nvPr/>
          </p:nvSpPr>
          <p:spPr>
            <a:xfrm>
              <a:off x="7001641" y="18821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6" name="pt35436"/>
            <p:cNvSpPr/>
            <p:nvPr/>
          </p:nvSpPr>
          <p:spPr>
            <a:xfrm>
              <a:off x="7241563" y="20004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7" name="pt35437"/>
            <p:cNvSpPr/>
            <p:nvPr/>
          </p:nvSpPr>
          <p:spPr>
            <a:xfrm>
              <a:off x="6815455" y="20150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8" name="pt35438"/>
            <p:cNvSpPr/>
            <p:nvPr/>
          </p:nvSpPr>
          <p:spPr>
            <a:xfrm>
              <a:off x="7041567" y="22883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9" name="pt35439"/>
            <p:cNvSpPr/>
            <p:nvPr/>
          </p:nvSpPr>
          <p:spPr>
            <a:xfrm>
              <a:off x="7067476" y="20981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0" name="pt35440"/>
            <p:cNvSpPr/>
            <p:nvPr/>
          </p:nvSpPr>
          <p:spPr>
            <a:xfrm>
              <a:off x="7364693" y="2238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1" name="pt35441"/>
            <p:cNvSpPr/>
            <p:nvPr/>
          </p:nvSpPr>
          <p:spPr>
            <a:xfrm>
              <a:off x="7054389" y="19857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2" name="pt35442"/>
            <p:cNvSpPr/>
            <p:nvPr/>
          </p:nvSpPr>
          <p:spPr>
            <a:xfrm>
              <a:off x="7367212" y="23207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3" name="pt35443"/>
            <p:cNvSpPr/>
            <p:nvPr/>
          </p:nvSpPr>
          <p:spPr>
            <a:xfrm>
              <a:off x="6970822" y="19964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4" name="pt35444"/>
            <p:cNvSpPr/>
            <p:nvPr/>
          </p:nvSpPr>
          <p:spPr>
            <a:xfrm>
              <a:off x="7393783" y="23091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5" name="pt35445"/>
            <p:cNvSpPr/>
            <p:nvPr/>
          </p:nvSpPr>
          <p:spPr>
            <a:xfrm>
              <a:off x="7188228" y="21511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6" name="pt35446"/>
            <p:cNvSpPr/>
            <p:nvPr/>
          </p:nvSpPr>
          <p:spPr>
            <a:xfrm>
              <a:off x="7079954" y="22248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7" name="pt35447"/>
            <p:cNvSpPr/>
            <p:nvPr/>
          </p:nvSpPr>
          <p:spPr>
            <a:xfrm>
              <a:off x="7018219" y="19206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8" name="pt35448"/>
            <p:cNvSpPr/>
            <p:nvPr/>
          </p:nvSpPr>
          <p:spPr>
            <a:xfrm>
              <a:off x="7192243" y="23875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9" name="pt35449"/>
            <p:cNvSpPr/>
            <p:nvPr/>
          </p:nvSpPr>
          <p:spPr>
            <a:xfrm>
              <a:off x="7191875" y="22800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0" name="pt35450"/>
            <p:cNvSpPr/>
            <p:nvPr/>
          </p:nvSpPr>
          <p:spPr>
            <a:xfrm>
              <a:off x="7142574" y="2153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1" name="pt35451"/>
            <p:cNvSpPr/>
            <p:nvPr/>
          </p:nvSpPr>
          <p:spPr>
            <a:xfrm>
              <a:off x="7034352" y="24414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2" name="pt35452"/>
            <p:cNvSpPr/>
            <p:nvPr/>
          </p:nvSpPr>
          <p:spPr>
            <a:xfrm>
              <a:off x="7412697" y="22476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3" name="pt35453"/>
            <p:cNvSpPr/>
            <p:nvPr/>
          </p:nvSpPr>
          <p:spPr>
            <a:xfrm>
              <a:off x="7067221" y="20126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4" name="pt35454"/>
            <p:cNvSpPr/>
            <p:nvPr/>
          </p:nvSpPr>
          <p:spPr>
            <a:xfrm>
              <a:off x="7239511" y="21333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5" name="pt35455"/>
            <p:cNvSpPr/>
            <p:nvPr/>
          </p:nvSpPr>
          <p:spPr>
            <a:xfrm>
              <a:off x="7374343" y="20504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6" name="pt35456"/>
            <p:cNvSpPr/>
            <p:nvPr/>
          </p:nvSpPr>
          <p:spPr>
            <a:xfrm>
              <a:off x="7073977" y="21188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7" name="pt35457"/>
            <p:cNvSpPr/>
            <p:nvPr/>
          </p:nvSpPr>
          <p:spPr>
            <a:xfrm>
              <a:off x="7150523" y="20468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8" name="pt35458"/>
            <p:cNvSpPr/>
            <p:nvPr/>
          </p:nvSpPr>
          <p:spPr>
            <a:xfrm>
              <a:off x="7257558" y="22300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9" name="pt35459"/>
            <p:cNvSpPr/>
            <p:nvPr/>
          </p:nvSpPr>
          <p:spPr>
            <a:xfrm>
              <a:off x="6964747" y="1950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0" name="pt35460"/>
            <p:cNvSpPr/>
            <p:nvPr/>
          </p:nvSpPr>
          <p:spPr>
            <a:xfrm>
              <a:off x="7153200" y="19849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1" name="pt35461"/>
            <p:cNvSpPr/>
            <p:nvPr/>
          </p:nvSpPr>
          <p:spPr>
            <a:xfrm>
              <a:off x="7063623" y="18736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2" name="pt35462"/>
            <p:cNvSpPr/>
            <p:nvPr/>
          </p:nvSpPr>
          <p:spPr>
            <a:xfrm>
              <a:off x="7204170" y="23286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3" name="pt35463"/>
            <p:cNvSpPr/>
            <p:nvPr/>
          </p:nvSpPr>
          <p:spPr>
            <a:xfrm>
              <a:off x="6900860" y="22735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4" name="pt35464"/>
            <p:cNvSpPr/>
            <p:nvPr/>
          </p:nvSpPr>
          <p:spPr>
            <a:xfrm>
              <a:off x="7122980" y="21699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5" name="pt35465"/>
            <p:cNvSpPr/>
            <p:nvPr/>
          </p:nvSpPr>
          <p:spPr>
            <a:xfrm>
              <a:off x="6986218" y="19653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6" name="pt35466"/>
            <p:cNvSpPr/>
            <p:nvPr/>
          </p:nvSpPr>
          <p:spPr>
            <a:xfrm>
              <a:off x="7301044" y="20972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7" name="pt35467"/>
            <p:cNvSpPr/>
            <p:nvPr/>
          </p:nvSpPr>
          <p:spPr>
            <a:xfrm>
              <a:off x="7364763" y="23378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8" name="pt35468"/>
            <p:cNvSpPr/>
            <p:nvPr/>
          </p:nvSpPr>
          <p:spPr>
            <a:xfrm>
              <a:off x="6976479" y="19834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9" name="pt35469"/>
            <p:cNvSpPr/>
            <p:nvPr/>
          </p:nvSpPr>
          <p:spPr>
            <a:xfrm>
              <a:off x="7011187" y="1883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0" name="pt35470"/>
            <p:cNvSpPr/>
            <p:nvPr/>
          </p:nvSpPr>
          <p:spPr>
            <a:xfrm>
              <a:off x="7268458" y="17875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1" name="pt35471"/>
            <p:cNvSpPr/>
            <p:nvPr/>
          </p:nvSpPr>
          <p:spPr>
            <a:xfrm>
              <a:off x="7178094" y="21111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2" name="pt35472"/>
            <p:cNvSpPr/>
            <p:nvPr/>
          </p:nvSpPr>
          <p:spPr>
            <a:xfrm>
              <a:off x="7268356" y="18309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3" name="pt35473"/>
            <p:cNvSpPr/>
            <p:nvPr/>
          </p:nvSpPr>
          <p:spPr>
            <a:xfrm>
              <a:off x="6884002" y="18085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4" name="pt35474"/>
            <p:cNvSpPr/>
            <p:nvPr/>
          </p:nvSpPr>
          <p:spPr>
            <a:xfrm>
              <a:off x="7374741" y="22861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5" name="pt35475"/>
            <p:cNvSpPr/>
            <p:nvPr/>
          </p:nvSpPr>
          <p:spPr>
            <a:xfrm>
              <a:off x="7145306" y="19881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6" name="pt35476"/>
            <p:cNvSpPr/>
            <p:nvPr/>
          </p:nvSpPr>
          <p:spPr>
            <a:xfrm>
              <a:off x="7381992" y="26437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7" name="pt35477"/>
            <p:cNvSpPr/>
            <p:nvPr/>
          </p:nvSpPr>
          <p:spPr>
            <a:xfrm>
              <a:off x="7329493" y="2265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8" name="pt35478"/>
            <p:cNvSpPr/>
            <p:nvPr/>
          </p:nvSpPr>
          <p:spPr>
            <a:xfrm>
              <a:off x="7120876" y="21496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9" name="pt35479"/>
            <p:cNvSpPr/>
            <p:nvPr/>
          </p:nvSpPr>
          <p:spPr>
            <a:xfrm>
              <a:off x="7146899" y="20760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0" name="pt35480"/>
            <p:cNvSpPr/>
            <p:nvPr/>
          </p:nvSpPr>
          <p:spPr>
            <a:xfrm>
              <a:off x="7257501" y="2179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1" name="pt35481"/>
            <p:cNvSpPr/>
            <p:nvPr/>
          </p:nvSpPr>
          <p:spPr>
            <a:xfrm>
              <a:off x="7026512" y="21986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2" name="pt35482"/>
            <p:cNvSpPr/>
            <p:nvPr/>
          </p:nvSpPr>
          <p:spPr>
            <a:xfrm>
              <a:off x="7090995" y="22008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3" name="pt35483"/>
            <p:cNvSpPr/>
            <p:nvPr/>
          </p:nvSpPr>
          <p:spPr>
            <a:xfrm>
              <a:off x="7037873" y="2391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4" name="pt35484"/>
            <p:cNvSpPr/>
            <p:nvPr/>
          </p:nvSpPr>
          <p:spPr>
            <a:xfrm>
              <a:off x="7185493" y="21327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5" name="pt35485"/>
            <p:cNvSpPr/>
            <p:nvPr/>
          </p:nvSpPr>
          <p:spPr>
            <a:xfrm>
              <a:off x="7012030" y="18420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6" name="pt35486"/>
            <p:cNvSpPr/>
            <p:nvPr/>
          </p:nvSpPr>
          <p:spPr>
            <a:xfrm>
              <a:off x="7240538" y="2055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7" name="pt35487"/>
            <p:cNvSpPr/>
            <p:nvPr/>
          </p:nvSpPr>
          <p:spPr>
            <a:xfrm>
              <a:off x="7154381" y="20175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8" name="pt35488"/>
            <p:cNvSpPr/>
            <p:nvPr/>
          </p:nvSpPr>
          <p:spPr>
            <a:xfrm>
              <a:off x="6979633" y="18833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9" name="pt35489"/>
            <p:cNvSpPr/>
            <p:nvPr/>
          </p:nvSpPr>
          <p:spPr>
            <a:xfrm>
              <a:off x="7177955" y="20570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0" name="pt35490"/>
            <p:cNvSpPr/>
            <p:nvPr/>
          </p:nvSpPr>
          <p:spPr>
            <a:xfrm>
              <a:off x="7239216" y="21926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1" name="pt35491"/>
            <p:cNvSpPr/>
            <p:nvPr/>
          </p:nvSpPr>
          <p:spPr>
            <a:xfrm>
              <a:off x="6846376" y="20776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2" name="pt35492"/>
            <p:cNvSpPr/>
            <p:nvPr/>
          </p:nvSpPr>
          <p:spPr>
            <a:xfrm>
              <a:off x="7302754" y="20709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3" name="pt35493"/>
            <p:cNvSpPr/>
            <p:nvPr/>
          </p:nvSpPr>
          <p:spPr>
            <a:xfrm>
              <a:off x="7213706" y="22247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4" name="pt35494"/>
            <p:cNvSpPr/>
            <p:nvPr/>
          </p:nvSpPr>
          <p:spPr>
            <a:xfrm>
              <a:off x="7021693" y="21064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5" name="pt35495"/>
            <p:cNvSpPr/>
            <p:nvPr/>
          </p:nvSpPr>
          <p:spPr>
            <a:xfrm>
              <a:off x="7334519" y="19894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6" name="pt35496"/>
            <p:cNvSpPr/>
            <p:nvPr/>
          </p:nvSpPr>
          <p:spPr>
            <a:xfrm>
              <a:off x="7008865" y="19201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7" name="pt35497"/>
            <p:cNvSpPr/>
            <p:nvPr/>
          </p:nvSpPr>
          <p:spPr>
            <a:xfrm>
              <a:off x="7120362" y="21632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8" name="pt35498"/>
            <p:cNvSpPr/>
            <p:nvPr/>
          </p:nvSpPr>
          <p:spPr>
            <a:xfrm>
              <a:off x="7397202" y="2282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9" name="pt35499"/>
            <p:cNvSpPr/>
            <p:nvPr/>
          </p:nvSpPr>
          <p:spPr>
            <a:xfrm>
              <a:off x="7073426" y="22229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0" name="pt35500"/>
            <p:cNvSpPr/>
            <p:nvPr/>
          </p:nvSpPr>
          <p:spPr>
            <a:xfrm>
              <a:off x="7007928" y="19860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1" name="pt35501"/>
            <p:cNvSpPr/>
            <p:nvPr/>
          </p:nvSpPr>
          <p:spPr>
            <a:xfrm>
              <a:off x="7143822" y="21627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2" name="pt35502"/>
            <p:cNvSpPr/>
            <p:nvPr/>
          </p:nvSpPr>
          <p:spPr>
            <a:xfrm>
              <a:off x="6952978" y="19192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3" name="pt35503"/>
            <p:cNvSpPr/>
            <p:nvPr/>
          </p:nvSpPr>
          <p:spPr>
            <a:xfrm>
              <a:off x="7297289" y="1929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4" name="pt35504"/>
            <p:cNvSpPr/>
            <p:nvPr/>
          </p:nvSpPr>
          <p:spPr>
            <a:xfrm>
              <a:off x="6783197" y="27332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5" name="pt35505"/>
            <p:cNvSpPr/>
            <p:nvPr/>
          </p:nvSpPr>
          <p:spPr>
            <a:xfrm>
              <a:off x="7233112" y="20762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6" name="pt35506"/>
            <p:cNvSpPr/>
            <p:nvPr/>
          </p:nvSpPr>
          <p:spPr>
            <a:xfrm>
              <a:off x="7517051" y="22676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7" name="pt35507"/>
            <p:cNvSpPr/>
            <p:nvPr/>
          </p:nvSpPr>
          <p:spPr>
            <a:xfrm>
              <a:off x="7252795" y="20532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8" name="pt35508"/>
            <p:cNvSpPr/>
            <p:nvPr/>
          </p:nvSpPr>
          <p:spPr>
            <a:xfrm>
              <a:off x="7335677" y="19888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9" name="pt35509"/>
            <p:cNvSpPr/>
            <p:nvPr/>
          </p:nvSpPr>
          <p:spPr>
            <a:xfrm>
              <a:off x="7184414" y="21098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0" name="pt35510"/>
            <p:cNvSpPr/>
            <p:nvPr/>
          </p:nvSpPr>
          <p:spPr>
            <a:xfrm>
              <a:off x="7417461" y="26024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1" name="pt35511"/>
            <p:cNvSpPr/>
            <p:nvPr/>
          </p:nvSpPr>
          <p:spPr>
            <a:xfrm>
              <a:off x="6868231" y="19835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2" name="pt35512"/>
            <p:cNvSpPr/>
            <p:nvPr/>
          </p:nvSpPr>
          <p:spPr>
            <a:xfrm>
              <a:off x="6988209" y="18931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3" name="pt35513"/>
            <p:cNvSpPr/>
            <p:nvPr/>
          </p:nvSpPr>
          <p:spPr>
            <a:xfrm>
              <a:off x="7028112" y="21390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4" name="pt35514"/>
            <p:cNvSpPr/>
            <p:nvPr/>
          </p:nvSpPr>
          <p:spPr>
            <a:xfrm>
              <a:off x="7114476" y="2044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5" name="pt35515"/>
            <p:cNvSpPr/>
            <p:nvPr/>
          </p:nvSpPr>
          <p:spPr>
            <a:xfrm>
              <a:off x="7098773" y="21054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6" name="pt35516"/>
            <p:cNvSpPr/>
            <p:nvPr/>
          </p:nvSpPr>
          <p:spPr>
            <a:xfrm>
              <a:off x="7250468" y="20836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7" name="pt35517"/>
            <p:cNvSpPr/>
            <p:nvPr/>
          </p:nvSpPr>
          <p:spPr>
            <a:xfrm>
              <a:off x="7211184" y="21199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8" name="pt35518"/>
            <p:cNvSpPr/>
            <p:nvPr/>
          </p:nvSpPr>
          <p:spPr>
            <a:xfrm>
              <a:off x="6969916" y="20695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9" name="pt35519"/>
            <p:cNvSpPr/>
            <p:nvPr/>
          </p:nvSpPr>
          <p:spPr>
            <a:xfrm>
              <a:off x="7278738" y="19895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0" name="pt35520"/>
            <p:cNvSpPr/>
            <p:nvPr/>
          </p:nvSpPr>
          <p:spPr>
            <a:xfrm>
              <a:off x="7208568" y="2207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1" name="pt35521"/>
            <p:cNvSpPr/>
            <p:nvPr/>
          </p:nvSpPr>
          <p:spPr>
            <a:xfrm>
              <a:off x="6909736" y="20958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2" name="pt35522"/>
            <p:cNvSpPr/>
            <p:nvPr/>
          </p:nvSpPr>
          <p:spPr>
            <a:xfrm>
              <a:off x="7114855" y="21551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3" name="pt35523"/>
            <p:cNvSpPr/>
            <p:nvPr/>
          </p:nvSpPr>
          <p:spPr>
            <a:xfrm>
              <a:off x="7104429" y="21079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4" name="pt35524"/>
            <p:cNvSpPr/>
            <p:nvPr/>
          </p:nvSpPr>
          <p:spPr>
            <a:xfrm>
              <a:off x="6978097" y="19432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5" name="pt35525"/>
            <p:cNvSpPr/>
            <p:nvPr/>
          </p:nvSpPr>
          <p:spPr>
            <a:xfrm>
              <a:off x="6992688" y="19329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6" name="pt35526"/>
            <p:cNvSpPr/>
            <p:nvPr/>
          </p:nvSpPr>
          <p:spPr>
            <a:xfrm>
              <a:off x="7344801" y="24669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7" name="pt35527"/>
            <p:cNvSpPr/>
            <p:nvPr/>
          </p:nvSpPr>
          <p:spPr>
            <a:xfrm>
              <a:off x="7127840" y="22354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8" name="pt35528"/>
            <p:cNvSpPr/>
            <p:nvPr/>
          </p:nvSpPr>
          <p:spPr>
            <a:xfrm>
              <a:off x="7178102" y="2067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9" name="pt35529"/>
            <p:cNvSpPr/>
            <p:nvPr/>
          </p:nvSpPr>
          <p:spPr>
            <a:xfrm>
              <a:off x="7104260" y="21737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0" name="pt35530"/>
            <p:cNvSpPr/>
            <p:nvPr/>
          </p:nvSpPr>
          <p:spPr>
            <a:xfrm>
              <a:off x="7179507" y="19327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1" name="pt35531"/>
            <p:cNvSpPr/>
            <p:nvPr/>
          </p:nvSpPr>
          <p:spPr>
            <a:xfrm>
              <a:off x="7078576" y="21475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2" name="pt35532"/>
            <p:cNvSpPr/>
            <p:nvPr/>
          </p:nvSpPr>
          <p:spPr>
            <a:xfrm>
              <a:off x="7149125" y="20714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3" name="pt35533"/>
            <p:cNvSpPr/>
            <p:nvPr/>
          </p:nvSpPr>
          <p:spPr>
            <a:xfrm>
              <a:off x="7194142" y="23629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4" name="pt35534"/>
            <p:cNvSpPr/>
            <p:nvPr/>
          </p:nvSpPr>
          <p:spPr>
            <a:xfrm>
              <a:off x="7222665" y="18545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5" name="pt35535"/>
            <p:cNvSpPr/>
            <p:nvPr/>
          </p:nvSpPr>
          <p:spPr>
            <a:xfrm>
              <a:off x="7175157" y="20112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6" name="pt35536"/>
            <p:cNvSpPr/>
            <p:nvPr/>
          </p:nvSpPr>
          <p:spPr>
            <a:xfrm>
              <a:off x="7122936" y="21840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7" name="pt35537"/>
            <p:cNvSpPr/>
            <p:nvPr/>
          </p:nvSpPr>
          <p:spPr>
            <a:xfrm>
              <a:off x="7240965" y="21192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8" name="pt35538"/>
            <p:cNvSpPr/>
            <p:nvPr/>
          </p:nvSpPr>
          <p:spPr>
            <a:xfrm>
              <a:off x="7171778" y="21472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9" name="pt35539"/>
            <p:cNvSpPr/>
            <p:nvPr/>
          </p:nvSpPr>
          <p:spPr>
            <a:xfrm>
              <a:off x="6895619" y="19860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0" name="pt35540"/>
            <p:cNvSpPr/>
            <p:nvPr/>
          </p:nvSpPr>
          <p:spPr>
            <a:xfrm>
              <a:off x="7286218" y="20977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1" name="pt35541"/>
            <p:cNvSpPr/>
            <p:nvPr/>
          </p:nvSpPr>
          <p:spPr>
            <a:xfrm>
              <a:off x="7175735" y="20420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2" name="pt35542"/>
            <p:cNvSpPr/>
            <p:nvPr/>
          </p:nvSpPr>
          <p:spPr>
            <a:xfrm>
              <a:off x="7118776" y="22014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3" name="pt35543"/>
            <p:cNvSpPr/>
            <p:nvPr/>
          </p:nvSpPr>
          <p:spPr>
            <a:xfrm>
              <a:off x="7029041" y="21730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4" name="pt35544"/>
            <p:cNvSpPr/>
            <p:nvPr/>
          </p:nvSpPr>
          <p:spPr>
            <a:xfrm>
              <a:off x="7269725" y="21159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5" name="pt35545"/>
            <p:cNvSpPr/>
            <p:nvPr/>
          </p:nvSpPr>
          <p:spPr>
            <a:xfrm>
              <a:off x="6964441" y="20556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6" name="pt35546"/>
            <p:cNvSpPr/>
            <p:nvPr/>
          </p:nvSpPr>
          <p:spPr>
            <a:xfrm>
              <a:off x="7084135" y="22167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7" name="pt35547"/>
            <p:cNvSpPr/>
            <p:nvPr/>
          </p:nvSpPr>
          <p:spPr>
            <a:xfrm>
              <a:off x="6747708" y="18020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8" name="pt35548"/>
            <p:cNvSpPr/>
            <p:nvPr/>
          </p:nvSpPr>
          <p:spPr>
            <a:xfrm>
              <a:off x="7072136" y="20762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9" name="pt35549"/>
            <p:cNvSpPr/>
            <p:nvPr/>
          </p:nvSpPr>
          <p:spPr>
            <a:xfrm>
              <a:off x="7661708" y="24661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0" name="pt35550"/>
            <p:cNvSpPr/>
            <p:nvPr/>
          </p:nvSpPr>
          <p:spPr>
            <a:xfrm>
              <a:off x="7172484" y="2146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1" name="pt35551"/>
            <p:cNvSpPr/>
            <p:nvPr/>
          </p:nvSpPr>
          <p:spPr>
            <a:xfrm>
              <a:off x="6929846" y="19752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2" name="pt35552"/>
            <p:cNvSpPr/>
            <p:nvPr/>
          </p:nvSpPr>
          <p:spPr>
            <a:xfrm>
              <a:off x="7055020" y="21578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3" name="pt35553"/>
            <p:cNvSpPr/>
            <p:nvPr/>
          </p:nvSpPr>
          <p:spPr>
            <a:xfrm>
              <a:off x="7097437" y="21921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4" name="pt35554"/>
            <p:cNvSpPr/>
            <p:nvPr/>
          </p:nvSpPr>
          <p:spPr>
            <a:xfrm>
              <a:off x="7136042" y="22753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5" name="pt35555"/>
            <p:cNvSpPr/>
            <p:nvPr/>
          </p:nvSpPr>
          <p:spPr>
            <a:xfrm>
              <a:off x="7227074" y="2114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6" name="pt35556"/>
            <p:cNvSpPr/>
            <p:nvPr/>
          </p:nvSpPr>
          <p:spPr>
            <a:xfrm>
              <a:off x="6943124" y="21228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7" name="pt35557"/>
            <p:cNvSpPr/>
            <p:nvPr/>
          </p:nvSpPr>
          <p:spPr>
            <a:xfrm>
              <a:off x="7149914" y="20458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8" name="pt35558"/>
            <p:cNvSpPr/>
            <p:nvPr/>
          </p:nvSpPr>
          <p:spPr>
            <a:xfrm>
              <a:off x="6447573" y="18710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9" name="pt35559"/>
            <p:cNvSpPr/>
            <p:nvPr/>
          </p:nvSpPr>
          <p:spPr>
            <a:xfrm>
              <a:off x="7267944" y="21400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0" name="pt35560"/>
            <p:cNvSpPr/>
            <p:nvPr/>
          </p:nvSpPr>
          <p:spPr>
            <a:xfrm>
              <a:off x="7200086" y="21894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1" name="pt35561"/>
            <p:cNvSpPr/>
            <p:nvPr/>
          </p:nvSpPr>
          <p:spPr>
            <a:xfrm>
              <a:off x="7431625" y="25971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2" name="pt35562"/>
            <p:cNvSpPr/>
            <p:nvPr/>
          </p:nvSpPr>
          <p:spPr>
            <a:xfrm>
              <a:off x="7230267" y="20786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3" name="pt35563"/>
            <p:cNvSpPr/>
            <p:nvPr/>
          </p:nvSpPr>
          <p:spPr>
            <a:xfrm>
              <a:off x="7246341" y="22204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4" name="pt35564"/>
            <p:cNvSpPr/>
            <p:nvPr/>
          </p:nvSpPr>
          <p:spPr>
            <a:xfrm>
              <a:off x="7150130" y="20667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5" name="pt35565"/>
            <p:cNvSpPr/>
            <p:nvPr/>
          </p:nvSpPr>
          <p:spPr>
            <a:xfrm>
              <a:off x="6857966" y="21189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6" name="pt35566"/>
            <p:cNvSpPr/>
            <p:nvPr/>
          </p:nvSpPr>
          <p:spPr>
            <a:xfrm>
              <a:off x="6911464" y="21348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7" name="pt35567"/>
            <p:cNvSpPr/>
            <p:nvPr/>
          </p:nvSpPr>
          <p:spPr>
            <a:xfrm>
              <a:off x="7202905" y="22441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8" name="pt35568"/>
            <p:cNvSpPr/>
            <p:nvPr/>
          </p:nvSpPr>
          <p:spPr>
            <a:xfrm>
              <a:off x="7288778" y="20389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9" name="pt35569"/>
            <p:cNvSpPr/>
            <p:nvPr/>
          </p:nvSpPr>
          <p:spPr>
            <a:xfrm>
              <a:off x="7040199" y="2289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0" name="pt35570"/>
            <p:cNvSpPr/>
            <p:nvPr/>
          </p:nvSpPr>
          <p:spPr>
            <a:xfrm>
              <a:off x="7294981" y="19511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1" name="pt35571"/>
            <p:cNvSpPr/>
            <p:nvPr/>
          </p:nvSpPr>
          <p:spPr>
            <a:xfrm>
              <a:off x="6987778" y="19565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2" name="pt35572"/>
            <p:cNvSpPr/>
            <p:nvPr/>
          </p:nvSpPr>
          <p:spPr>
            <a:xfrm>
              <a:off x="7012300" y="19265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3" name="pt35573"/>
            <p:cNvSpPr/>
            <p:nvPr/>
          </p:nvSpPr>
          <p:spPr>
            <a:xfrm>
              <a:off x="7163885" y="21429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4" name="pt35574"/>
            <p:cNvSpPr/>
            <p:nvPr/>
          </p:nvSpPr>
          <p:spPr>
            <a:xfrm>
              <a:off x="7254458" y="20193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5" name="pt35575"/>
            <p:cNvSpPr/>
            <p:nvPr/>
          </p:nvSpPr>
          <p:spPr>
            <a:xfrm>
              <a:off x="6985408" y="20149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6" name="pt35576"/>
            <p:cNvSpPr/>
            <p:nvPr/>
          </p:nvSpPr>
          <p:spPr>
            <a:xfrm>
              <a:off x="7251918" y="20590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7" name="pt35577"/>
            <p:cNvSpPr/>
            <p:nvPr/>
          </p:nvSpPr>
          <p:spPr>
            <a:xfrm>
              <a:off x="7016712" y="18262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8" name="pt35578"/>
            <p:cNvSpPr/>
            <p:nvPr/>
          </p:nvSpPr>
          <p:spPr>
            <a:xfrm>
              <a:off x="7358488" y="20639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9" name="pt35579"/>
            <p:cNvSpPr/>
            <p:nvPr/>
          </p:nvSpPr>
          <p:spPr>
            <a:xfrm>
              <a:off x="6712292" y="21869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0" name="pt35580"/>
            <p:cNvSpPr/>
            <p:nvPr/>
          </p:nvSpPr>
          <p:spPr>
            <a:xfrm>
              <a:off x="7225437" y="22615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1" name="pt35581"/>
            <p:cNvSpPr/>
            <p:nvPr/>
          </p:nvSpPr>
          <p:spPr>
            <a:xfrm>
              <a:off x="6990550" y="20117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2" name="pt35582"/>
            <p:cNvSpPr/>
            <p:nvPr/>
          </p:nvSpPr>
          <p:spPr>
            <a:xfrm>
              <a:off x="6992159" y="19495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3" name="pt35583"/>
            <p:cNvSpPr/>
            <p:nvPr/>
          </p:nvSpPr>
          <p:spPr>
            <a:xfrm>
              <a:off x="6972654" y="19929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4" name="pt35584"/>
            <p:cNvSpPr/>
            <p:nvPr/>
          </p:nvSpPr>
          <p:spPr>
            <a:xfrm>
              <a:off x="7127009" y="23219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5" name="pt35585"/>
            <p:cNvSpPr/>
            <p:nvPr/>
          </p:nvSpPr>
          <p:spPr>
            <a:xfrm>
              <a:off x="7347302" y="26519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6" name="pt35586"/>
            <p:cNvSpPr/>
            <p:nvPr/>
          </p:nvSpPr>
          <p:spPr>
            <a:xfrm>
              <a:off x="6765562" y="28059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7" name="pt35587"/>
            <p:cNvSpPr/>
            <p:nvPr/>
          </p:nvSpPr>
          <p:spPr>
            <a:xfrm>
              <a:off x="7167100" y="21281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8" name="pt35588"/>
            <p:cNvSpPr/>
            <p:nvPr/>
          </p:nvSpPr>
          <p:spPr>
            <a:xfrm>
              <a:off x="7253027" y="20956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9" name="pt35589"/>
            <p:cNvSpPr/>
            <p:nvPr/>
          </p:nvSpPr>
          <p:spPr>
            <a:xfrm>
              <a:off x="7154491" y="1904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0" name="pt35590"/>
            <p:cNvSpPr/>
            <p:nvPr/>
          </p:nvSpPr>
          <p:spPr>
            <a:xfrm>
              <a:off x="7054629" y="20290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1" name="pt35591"/>
            <p:cNvSpPr/>
            <p:nvPr/>
          </p:nvSpPr>
          <p:spPr>
            <a:xfrm>
              <a:off x="6598919" y="19412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2" name="pt35592"/>
            <p:cNvSpPr/>
            <p:nvPr/>
          </p:nvSpPr>
          <p:spPr>
            <a:xfrm>
              <a:off x="7189402" y="20513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3" name="pt35593"/>
            <p:cNvSpPr/>
            <p:nvPr/>
          </p:nvSpPr>
          <p:spPr>
            <a:xfrm>
              <a:off x="7124990" y="21694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4" name="pt35594"/>
            <p:cNvSpPr/>
            <p:nvPr/>
          </p:nvSpPr>
          <p:spPr>
            <a:xfrm>
              <a:off x="7305004" y="20457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5" name="pt35595"/>
            <p:cNvSpPr/>
            <p:nvPr/>
          </p:nvSpPr>
          <p:spPr>
            <a:xfrm>
              <a:off x="6919984" y="22261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6" name="pt35596"/>
            <p:cNvSpPr/>
            <p:nvPr/>
          </p:nvSpPr>
          <p:spPr>
            <a:xfrm>
              <a:off x="7143076" y="20838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7" name="pt35597"/>
            <p:cNvSpPr/>
            <p:nvPr/>
          </p:nvSpPr>
          <p:spPr>
            <a:xfrm>
              <a:off x="7027572" y="23052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8" name="pt35598"/>
            <p:cNvSpPr/>
            <p:nvPr/>
          </p:nvSpPr>
          <p:spPr>
            <a:xfrm>
              <a:off x="6917122" y="22526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9" name="pt35599"/>
            <p:cNvSpPr/>
            <p:nvPr/>
          </p:nvSpPr>
          <p:spPr>
            <a:xfrm>
              <a:off x="7155702" y="20201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0" name="pt35600"/>
            <p:cNvSpPr/>
            <p:nvPr/>
          </p:nvSpPr>
          <p:spPr>
            <a:xfrm>
              <a:off x="7097629" y="2166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1" name="pt35601"/>
            <p:cNvSpPr/>
            <p:nvPr/>
          </p:nvSpPr>
          <p:spPr>
            <a:xfrm>
              <a:off x="7153109" y="20433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2" name="pt35602"/>
            <p:cNvSpPr/>
            <p:nvPr/>
          </p:nvSpPr>
          <p:spPr>
            <a:xfrm>
              <a:off x="7010215" y="19804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3" name="pt35603"/>
            <p:cNvSpPr/>
            <p:nvPr/>
          </p:nvSpPr>
          <p:spPr>
            <a:xfrm>
              <a:off x="6876320" y="20113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4" name="pt35604"/>
            <p:cNvSpPr/>
            <p:nvPr/>
          </p:nvSpPr>
          <p:spPr>
            <a:xfrm>
              <a:off x="6953088" y="20256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5" name="pt35605"/>
            <p:cNvSpPr/>
            <p:nvPr/>
          </p:nvSpPr>
          <p:spPr>
            <a:xfrm>
              <a:off x="7189042" y="20727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6" name="pt35606"/>
            <p:cNvSpPr/>
            <p:nvPr/>
          </p:nvSpPr>
          <p:spPr>
            <a:xfrm>
              <a:off x="7239993" y="20140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7" name="pt35607"/>
            <p:cNvSpPr/>
            <p:nvPr/>
          </p:nvSpPr>
          <p:spPr>
            <a:xfrm>
              <a:off x="6855632" y="22460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8" name="pt35608"/>
            <p:cNvSpPr/>
            <p:nvPr/>
          </p:nvSpPr>
          <p:spPr>
            <a:xfrm>
              <a:off x="7123374" y="21438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9" name="pt35609"/>
            <p:cNvSpPr/>
            <p:nvPr/>
          </p:nvSpPr>
          <p:spPr>
            <a:xfrm>
              <a:off x="7256243" y="20436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0" name="pt35610"/>
            <p:cNvSpPr/>
            <p:nvPr/>
          </p:nvSpPr>
          <p:spPr>
            <a:xfrm>
              <a:off x="7193940" y="2189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1" name="pt35611"/>
            <p:cNvSpPr/>
            <p:nvPr/>
          </p:nvSpPr>
          <p:spPr>
            <a:xfrm>
              <a:off x="6981754" y="22103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2" name="pt35612"/>
            <p:cNvSpPr/>
            <p:nvPr/>
          </p:nvSpPr>
          <p:spPr>
            <a:xfrm>
              <a:off x="7116064" y="21214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3" name="pt35613"/>
            <p:cNvSpPr/>
            <p:nvPr/>
          </p:nvSpPr>
          <p:spPr>
            <a:xfrm>
              <a:off x="7090615" y="22408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4" name="pt35614"/>
            <p:cNvSpPr/>
            <p:nvPr/>
          </p:nvSpPr>
          <p:spPr>
            <a:xfrm>
              <a:off x="7197700" y="22877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5" name="pt35615"/>
            <p:cNvSpPr/>
            <p:nvPr/>
          </p:nvSpPr>
          <p:spPr>
            <a:xfrm>
              <a:off x="7118892" y="22534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6" name="pt35616"/>
            <p:cNvSpPr/>
            <p:nvPr/>
          </p:nvSpPr>
          <p:spPr>
            <a:xfrm>
              <a:off x="7053713" y="20714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7" name="pt35617"/>
            <p:cNvSpPr/>
            <p:nvPr/>
          </p:nvSpPr>
          <p:spPr>
            <a:xfrm>
              <a:off x="7002945" y="20576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8" name="pt35618"/>
            <p:cNvSpPr/>
            <p:nvPr/>
          </p:nvSpPr>
          <p:spPr>
            <a:xfrm>
              <a:off x="7139578" y="23394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9" name="pt35619"/>
            <p:cNvSpPr/>
            <p:nvPr/>
          </p:nvSpPr>
          <p:spPr>
            <a:xfrm>
              <a:off x="6931837" y="21425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0" name="pt35620"/>
            <p:cNvSpPr/>
            <p:nvPr/>
          </p:nvSpPr>
          <p:spPr>
            <a:xfrm>
              <a:off x="7098416" y="21813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1" name="pt35621"/>
            <p:cNvSpPr/>
            <p:nvPr/>
          </p:nvSpPr>
          <p:spPr>
            <a:xfrm>
              <a:off x="6914429" y="21204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2" name="pt35622"/>
            <p:cNvSpPr/>
            <p:nvPr/>
          </p:nvSpPr>
          <p:spPr>
            <a:xfrm>
              <a:off x="7156477" y="19480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3" name="pt35623"/>
            <p:cNvSpPr/>
            <p:nvPr/>
          </p:nvSpPr>
          <p:spPr>
            <a:xfrm>
              <a:off x="7607210" y="25320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4" name="pt35624"/>
            <p:cNvSpPr/>
            <p:nvPr/>
          </p:nvSpPr>
          <p:spPr>
            <a:xfrm>
              <a:off x="7125605" y="22120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5" name="pt35625"/>
            <p:cNvSpPr/>
            <p:nvPr/>
          </p:nvSpPr>
          <p:spPr>
            <a:xfrm>
              <a:off x="7180268" y="20128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6" name="pt35626"/>
            <p:cNvSpPr/>
            <p:nvPr/>
          </p:nvSpPr>
          <p:spPr>
            <a:xfrm>
              <a:off x="7437172" y="23040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7" name="pt35627"/>
            <p:cNvSpPr/>
            <p:nvPr/>
          </p:nvSpPr>
          <p:spPr>
            <a:xfrm>
              <a:off x="7096712" y="21121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8" name="pt35628"/>
            <p:cNvSpPr/>
            <p:nvPr/>
          </p:nvSpPr>
          <p:spPr>
            <a:xfrm>
              <a:off x="6608270" y="19508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9" name="pt35629"/>
            <p:cNvSpPr/>
            <p:nvPr/>
          </p:nvSpPr>
          <p:spPr>
            <a:xfrm>
              <a:off x="7169267" y="22374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0" name="pt35630"/>
            <p:cNvSpPr/>
            <p:nvPr/>
          </p:nvSpPr>
          <p:spPr>
            <a:xfrm>
              <a:off x="7014377" y="17980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1" name="pt35631"/>
            <p:cNvSpPr/>
            <p:nvPr/>
          </p:nvSpPr>
          <p:spPr>
            <a:xfrm>
              <a:off x="7080173" y="2148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2" name="pt35632"/>
            <p:cNvSpPr/>
            <p:nvPr/>
          </p:nvSpPr>
          <p:spPr>
            <a:xfrm>
              <a:off x="7133145" y="22835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3" name="pt35633"/>
            <p:cNvSpPr/>
            <p:nvPr/>
          </p:nvSpPr>
          <p:spPr>
            <a:xfrm>
              <a:off x="6904340" y="20516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4" name="pt35634"/>
            <p:cNvSpPr/>
            <p:nvPr/>
          </p:nvSpPr>
          <p:spPr>
            <a:xfrm>
              <a:off x="7102527" y="2105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5" name="pt35635"/>
            <p:cNvSpPr/>
            <p:nvPr/>
          </p:nvSpPr>
          <p:spPr>
            <a:xfrm>
              <a:off x="7232931" y="20915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6" name="pt35636"/>
            <p:cNvSpPr/>
            <p:nvPr/>
          </p:nvSpPr>
          <p:spPr>
            <a:xfrm>
              <a:off x="7134474" y="23096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7" name="pt35637"/>
            <p:cNvSpPr/>
            <p:nvPr/>
          </p:nvSpPr>
          <p:spPr>
            <a:xfrm>
              <a:off x="7105697" y="20676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8" name="pt35638"/>
            <p:cNvSpPr/>
            <p:nvPr/>
          </p:nvSpPr>
          <p:spPr>
            <a:xfrm>
              <a:off x="7066899" y="19983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9" name="pt35639"/>
            <p:cNvSpPr/>
            <p:nvPr/>
          </p:nvSpPr>
          <p:spPr>
            <a:xfrm>
              <a:off x="7176196" y="19959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0" name="pt35640"/>
            <p:cNvSpPr/>
            <p:nvPr/>
          </p:nvSpPr>
          <p:spPr>
            <a:xfrm>
              <a:off x="7087155" y="21648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1" name="pt35641"/>
            <p:cNvSpPr/>
            <p:nvPr/>
          </p:nvSpPr>
          <p:spPr>
            <a:xfrm>
              <a:off x="7181570" y="20744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2" name="pt35642"/>
            <p:cNvSpPr/>
            <p:nvPr/>
          </p:nvSpPr>
          <p:spPr>
            <a:xfrm>
              <a:off x="7221072" y="17745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3" name="pt35643"/>
            <p:cNvSpPr/>
            <p:nvPr/>
          </p:nvSpPr>
          <p:spPr>
            <a:xfrm>
              <a:off x="6986446" y="20496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4" name="pt35644"/>
            <p:cNvSpPr/>
            <p:nvPr/>
          </p:nvSpPr>
          <p:spPr>
            <a:xfrm>
              <a:off x="7165619" y="21368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5" name="pt35645"/>
            <p:cNvSpPr/>
            <p:nvPr/>
          </p:nvSpPr>
          <p:spPr>
            <a:xfrm>
              <a:off x="7141968" y="20698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6" name="pt35646"/>
            <p:cNvSpPr/>
            <p:nvPr/>
          </p:nvSpPr>
          <p:spPr>
            <a:xfrm>
              <a:off x="7086015" y="22102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7" name="pt35647"/>
            <p:cNvSpPr/>
            <p:nvPr/>
          </p:nvSpPr>
          <p:spPr>
            <a:xfrm>
              <a:off x="6996521" y="19092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8" name="pt35648"/>
            <p:cNvSpPr/>
            <p:nvPr/>
          </p:nvSpPr>
          <p:spPr>
            <a:xfrm>
              <a:off x="7177898" y="20451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9" name="pt35649"/>
            <p:cNvSpPr/>
            <p:nvPr/>
          </p:nvSpPr>
          <p:spPr>
            <a:xfrm>
              <a:off x="7091430" y="21791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0" name="pt35650"/>
            <p:cNvSpPr/>
            <p:nvPr/>
          </p:nvSpPr>
          <p:spPr>
            <a:xfrm>
              <a:off x="7170829" y="20830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1" name="pt35651"/>
            <p:cNvSpPr/>
            <p:nvPr/>
          </p:nvSpPr>
          <p:spPr>
            <a:xfrm>
              <a:off x="7084294" y="21064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2" name="pt35652"/>
            <p:cNvSpPr/>
            <p:nvPr/>
          </p:nvSpPr>
          <p:spPr>
            <a:xfrm>
              <a:off x="7223759" y="22519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3" name="pt35653"/>
            <p:cNvSpPr/>
            <p:nvPr/>
          </p:nvSpPr>
          <p:spPr>
            <a:xfrm>
              <a:off x="6933836" y="2152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4" name="pt35654"/>
            <p:cNvSpPr/>
            <p:nvPr/>
          </p:nvSpPr>
          <p:spPr>
            <a:xfrm>
              <a:off x="6826073" y="21091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5" name="pt35655"/>
            <p:cNvSpPr/>
            <p:nvPr/>
          </p:nvSpPr>
          <p:spPr>
            <a:xfrm>
              <a:off x="7090934" y="21434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6" name="pt35656"/>
            <p:cNvSpPr/>
            <p:nvPr/>
          </p:nvSpPr>
          <p:spPr>
            <a:xfrm>
              <a:off x="7046995" y="20346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7" name="pt35657"/>
            <p:cNvSpPr/>
            <p:nvPr/>
          </p:nvSpPr>
          <p:spPr>
            <a:xfrm>
              <a:off x="7039910" y="22765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8" name="pt35658"/>
            <p:cNvSpPr/>
            <p:nvPr/>
          </p:nvSpPr>
          <p:spPr>
            <a:xfrm>
              <a:off x="7054252" y="21124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9" name="pt35659"/>
            <p:cNvSpPr/>
            <p:nvPr/>
          </p:nvSpPr>
          <p:spPr>
            <a:xfrm>
              <a:off x="6953200" y="19923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0" name="pt35660"/>
            <p:cNvSpPr/>
            <p:nvPr/>
          </p:nvSpPr>
          <p:spPr>
            <a:xfrm>
              <a:off x="7137393" y="23488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1" name="pt35661"/>
            <p:cNvSpPr/>
            <p:nvPr/>
          </p:nvSpPr>
          <p:spPr>
            <a:xfrm>
              <a:off x="7254224" y="20595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2" name="pt35662"/>
            <p:cNvSpPr/>
            <p:nvPr/>
          </p:nvSpPr>
          <p:spPr>
            <a:xfrm>
              <a:off x="6796396" y="23312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3" name="pt35663"/>
            <p:cNvSpPr/>
            <p:nvPr/>
          </p:nvSpPr>
          <p:spPr>
            <a:xfrm>
              <a:off x="6996880" y="18665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4" name="pt35664"/>
            <p:cNvSpPr/>
            <p:nvPr/>
          </p:nvSpPr>
          <p:spPr>
            <a:xfrm>
              <a:off x="7354763" y="21721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5" name="pt35665"/>
            <p:cNvSpPr/>
            <p:nvPr/>
          </p:nvSpPr>
          <p:spPr>
            <a:xfrm>
              <a:off x="6928177" y="21360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6" name="pt35666"/>
            <p:cNvSpPr/>
            <p:nvPr/>
          </p:nvSpPr>
          <p:spPr>
            <a:xfrm>
              <a:off x="7258911" y="20594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7" name="pt35667"/>
            <p:cNvSpPr/>
            <p:nvPr/>
          </p:nvSpPr>
          <p:spPr>
            <a:xfrm>
              <a:off x="7269592" y="17393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8" name="pt35668"/>
            <p:cNvSpPr/>
            <p:nvPr/>
          </p:nvSpPr>
          <p:spPr>
            <a:xfrm>
              <a:off x="7500293" y="22466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9" name="pt35669"/>
            <p:cNvSpPr/>
            <p:nvPr/>
          </p:nvSpPr>
          <p:spPr>
            <a:xfrm>
              <a:off x="7229323" y="21292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0" name="pt35670"/>
            <p:cNvSpPr/>
            <p:nvPr/>
          </p:nvSpPr>
          <p:spPr>
            <a:xfrm>
              <a:off x="7111319" y="21388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1" name="pt35671"/>
            <p:cNvSpPr/>
            <p:nvPr/>
          </p:nvSpPr>
          <p:spPr>
            <a:xfrm>
              <a:off x="7540846" y="19547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2" name="pt35672"/>
            <p:cNvSpPr/>
            <p:nvPr/>
          </p:nvSpPr>
          <p:spPr>
            <a:xfrm>
              <a:off x="7316764" y="21037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3" name="pt35673"/>
            <p:cNvSpPr/>
            <p:nvPr/>
          </p:nvSpPr>
          <p:spPr>
            <a:xfrm>
              <a:off x="7015888" y="19429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4" name="pt35674"/>
            <p:cNvSpPr/>
            <p:nvPr/>
          </p:nvSpPr>
          <p:spPr>
            <a:xfrm>
              <a:off x="7200896" y="21327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5" name="pt35675"/>
            <p:cNvSpPr/>
            <p:nvPr/>
          </p:nvSpPr>
          <p:spPr>
            <a:xfrm>
              <a:off x="7204497" y="22431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6" name="pt35676"/>
            <p:cNvSpPr/>
            <p:nvPr/>
          </p:nvSpPr>
          <p:spPr>
            <a:xfrm>
              <a:off x="7090021" y="21640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7" name="pt35677"/>
            <p:cNvSpPr/>
            <p:nvPr/>
          </p:nvSpPr>
          <p:spPr>
            <a:xfrm>
              <a:off x="7106821" y="21361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8" name="pt35678"/>
            <p:cNvSpPr/>
            <p:nvPr/>
          </p:nvSpPr>
          <p:spPr>
            <a:xfrm>
              <a:off x="7119474" y="20951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9" name="pt35679"/>
            <p:cNvSpPr/>
            <p:nvPr/>
          </p:nvSpPr>
          <p:spPr>
            <a:xfrm>
              <a:off x="7015900" y="1902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0" name="pt35680"/>
            <p:cNvSpPr/>
            <p:nvPr/>
          </p:nvSpPr>
          <p:spPr>
            <a:xfrm>
              <a:off x="6858237" y="22628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1" name="pt35681"/>
            <p:cNvSpPr/>
            <p:nvPr/>
          </p:nvSpPr>
          <p:spPr>
            <a:xfrm>
              <a:off x="6995266" y="20152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2" name="pt35682"/>
            <p:cNvSpPr/>
            <p:nvPr/>
          </p:nvSpPr>
          <p:spPr>
            <a:xfrm>
              <a:off x="7581768" y="24952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3" name="pt35683"/>
            <p:cNvSpPr/>
            <p:nvPr/>
          </p:nvSpPr>
          <p:spPr>
            <a:xfrm>
              <a:off x="7229048" y="20192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4" name="pt35684"/>
            <p:cNvSpPr/>
            <p:nvPr/>
          </p:nvSpPr>
          <p:spPr>
            <a:xfrm>
              <a:off x="7020108" y="17987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5" name="pt35685"/>
            <p:cNvSpPr/>
            <p:nvPr/>
          </p:nvSpPr>
          <p:spPr>
            <a:xfrm>
              <a:off x="7065041" y="21646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6" name="pt35686"/>
            <p:cNvSpPr/>
            <p:nvPr/>
          </p:nvSpPr>
          <p:spPr>
            <a:xfrm>
              <a:off x="7266464" y="20792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7" name="pt35687"/>
            <p:cNvSpPr/>
            <p:nvPr/>
          </p:nvSpPr>
          <p:spPr>
            <a:xfrm>
              <a:off x="7198894" y="22703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8" name="pt35688"/>
            <p:cNvSpPr/>
            <p:nvPr/>
          </p:nvSpPr>
          <p:spPr>
            <a:xfrm>
              <a:off x="7122357" y="20952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9" name="pt35689"/>
            <p:cNvSpPr/>
            <p:nvPr/>
          </p:nvSpPr>
          <p:spPr>
            <a:xfrm>
              <a:off x="7237089" y="18727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0" name="pt35690"/>
            <p:cNvSpPr/>
            <p:nvPr/>
          </p:nvSpPr>
          <p:spPr>
            <a:xfrm>
              <a:off x="7076284" y="22479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1" name="pt35691"/>
            <p:cNvSpPr/>
            <p:nvPr/>
          </p:nvSpPr>
          <p:spPr>
            <a:xfrm>
              <a:off x="7252840" y="23553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2" name="pt35692"/>
            <p:cNvSpPr/>
            <p:nvPr/>
          </p:nvSpPr>
          <p:spPr>
            <a:xfrm>
              <a:off x="7110686" y="2161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3" name="pt35693"/>
            <p:cNvSpPr/>
            <p:nvPr/>
          </p:nvSpPr>
          <p:spPr>
            <a:xfrm>
              <a:off x="7270702" y="20427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4" name="pt35694"/>
            <p:cNvSpPr/>
            <p:nvPr/>
          </p:nvSpPr>
          <p:spPr>
            <a:xfrm>
              <a:off x="6847214" y="22339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5" name="pt35695"/>
            <p:cNvSpPr/>
            <p:nvPr/>
          </p:nvSpPr>
          <p:spPr>
            <a:xfrm>
              <a:off x="6938128" y="19289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6" name="pt35696"/>
            <p:cNvSpPr/>
            <p:nvPr/>
          </p:nvSpPr>
          <p:spPr>
            <a:xfrm>
              <a:off x="7261244" y="19920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7" name="pt35697"/>
            <p:cNvSpPr/>
            <p:nvPr/>
          </p:nvSpPr>
          <p:spPr>
            <a:xfrm>
              <a:off x="7172953" y="21483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8" name="pt35698"/>
            <p:cNvSpPr/>
            <p:nvPr/>
          </p:nvSpPr>
          <p:spPr>
            <a:xfrm>
              <a:off x="6875761" y="23370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9" name="pt35699"/>
            <p:cNvSpPr/>
            <p:nvPr/>
          </p:nvSpPr>
          <p:spPr>
            <a:xfrm>
              <a:off x="7247693" y="21022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0" name="pt35700"/>
            <p:cNvSpPr/>
            <p:nvPr/>
          </p:nvSpPr>
          <p:spPr>
            <a:xfrm>
              <a:off x="7194496" y="22088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1" name="pt35701"/>
            <p:cNvSpPr/>
            <p:nvPr/>
          </p:nvSpPr>
          <p:spPr>
            <a:xfrm>
              <a:off x="7086280" y="21881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2" name="pt35702"/>
            <p:cNvSpPr/>
            <p:nvPr/>
          </p:nvSpPr>
          <p:spPr>
            <a:xfrm>
              <a:off x="7257076" y="21853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3" name="pt35703"/>
            <p:cNvSpPr/>
            <p:nvPr/>
          </p:nvSpPr>
          <p:spPr>
            <a:xfrm>
              <a:off x="7116290" y="21991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4" name="pt35704"/>
            <p:cNvSpPr/>
            <p:nvPr/>
          </p:nvSpPr>
          <p:spPr>
            <a:xfrm>
              <a:off x="7750995" y="24841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5" name="pt35705"/>
            <p:cNvSpPr/>
            <p:nvPr/>
          </p:nvSpPr>
          <p:spPr>
            <a:xfrm>
              <a:off x="7016171" y="18781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6" name="pt35706"/>
            <p:cNvSpPr/>
            <p:nvPr/>
          </p:nvSpPr>
          <p:spPr>
            <a:xfrm>
              <a:off x="7173975" y="20733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7" name="pt35707"/>
            <p:cNvSpPr/>
            <p:nvPr/>
          </p:nvSpPr>
          <p:spPr>
            <a:xfrm>
              <a:off x="7144195" y="21275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8" name="pt35708"/>
            <p:cNvSpPr/>
            <p:nvPr/>
          </p:nvSpPr>
          <p:spPr>
            <a:xfrm>
              <a:off x="7253204" y="20822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9" name="pt35709"/>
            <p:cNvSpPr/>
            <p:nvPr/>
          </p:nvSpPr>
          <p:spPr>
            <a:xfrm>
              <a:off x="7236941" y="20363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0" name="pt35710"/>
            <p:cNvSpPr/>
            <p:nvPr/>
          </p:nvSpPr>
          <p:spPr>
            <a:xfrm>
              <a:off x="7266539" y="20288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1" name="pt35711"/>
            <p:cNvSpPr/>
            <p:nvPr/>
          </p:nvSpPr>
          <p:spPr>
            <a:xfrm>
              <a:off x="7040537" y="2347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2" name="pt35712"/>
            <p:cNvSpPr/>
            <p:nvPr/>
          </p:nvSpPr>
          <p:spPr>
            <a:xfrm>
              <a:off x="7217721" y="20627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3" name="pt35713"/>
            <p:cNvSpPr/>
            <p:nvPr/>
          </p:nvSpPr>
          <p:spPr>
            <a:xfrm>
              <a:off x="7276693" y="20591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4" name="pt35714"/>
            <p:cNvSpPr/>
            <p:nvPr/>
          </p:nvSpPr>
          <p:spPr>
            <a:xfrm>
              <a:off x="7098486" y="21372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5" name="pt35715"/>
            <p:cNvSpPr/>
            <p:nvPr/>
          </p:nvSpPr>
          <p:spPr>
            <a:xfrm>
              <a:off x="7133271" y="22674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6" name="pt35716"/>
            <p:cNvSpPr/>
            <p:nvPr/>
          </p:nvSpPr>
          <p:spPr>
            <a:xfrm>
              <a:off x="7202928" y="22852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7" name="pt35717"/>
            <p:cNvSpPr/>
            <p:nvPr/>
          </p:nvSpPr>
          <p:spPr>
            <a:xfrm>
              <a:off x="7030735" y="22469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8" name="pt35718"/>
            <p:cNvSpPr/>
            <p:nvPr/>
          </p:nvSpPr>
          <p:spPr>
            <a:xfrm>
              <a:off x="7269302" y="18000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9" name="pt35719"/>
            <p:cNvSpPr/>
            <p:nvPr/>
          </p:nvSpPr>
          <p:spPr>
            <a:xfrm>
              <a:off x="7119187" y="22304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0" name="pt35720"/>
            <p:cNvSpPr/>
            <p:nvPr/>
          </p:nvSpPr>
          <p:spPr>
            <a:xfrm>
              <a:off x="7594758" y="23514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1" name="pt35721"/>
            <p:cNvSpPr/>
            <p:nvPr/>
          </p:nvSpPr>
          <p:spPr>
            <a:xfrm>
              <a:off x="6990875" y="21078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2" name="pt35722"/>
            <p:cNvSpPr/>
            <p:nvPr/>
          </p:nvSpPr>
          <p:spPr>
            <a:xfrm>
              <a:off x="7286313" y="19598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3" name="pt35723"/>
            <p:cNvSpPr/>
            <p:nvPr/>
          </p:nvSpPr>
          <p:spPr>
            <a:xfrm>
              <a:off x="7151977" y="19886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4" name="pt35724"/>
            <p:cNvSpPr/>
            <p:nvPr/>
          </p:nvSpPr>
          <p:spPr>
            <a:xfrm>
              <a:off x="7131883" y="23264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5" name="pt35725"/>
            <p:cNvSpPr/>
            <p:nvPr/>
          </p:nvSpPr>
          <p:spPr>
            <a:xfrm>
              <a:off x="7077635" y="19806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6" name="pt35726"/>
            <p:cNvSpPr/>
            <p:nvPr/>
          </p:nvSpPr>
          <p:spPr>
            <a:xfrm>
              <a:off x="7120560" y="21598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7" name="pt35727"/>
            <p:cNvSpPr/>
            <p:nvPr/>
          </p:nvSpPr>
          <p:spPr>
            <a:xfrm>
              <a:off x="7132203" y="23187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8" name="pt35728"/>
            <p:cNvSpPr/>
            <p:nvPr/>
          </p:nvSpPr>
          <p:spPr>
            <a:xfrm>
              <a:off x="7088995" y="21150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9" name="pt35729"/>
            <p:cNvSpPr/>
            <p:nvPr/>
          </p:nvSpPr>
          <p:spPr>
            <a:xfrm>
              <a:off x="7117935" y="21241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0" name="pt35730"/>
            <p:cNvSpPr/>
            <p:nvPr/>
          </p:nvSpPr>
          <p:spPr>
            <a:xfrm>
              <a:off x="7179513" y="21251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1" name="pt35731"/>
            <p:cNvSpPr/>
            <p:nvPr/>
          </p:nvSpPr>
          <p:spPr>
            <a:xfrm>
              <a:off x="6578070" y="22911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2" name="pt35732"/>
            <p:cNvSpPr/>
            <p:nvPr/>
          </p:nvSpPr>
          <p:spPr>
            <a:xfrm>
              <a:off x="7132610" y="22185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3" name="pt35733"/>
            <p:cNvSpPr/>
            <p:nvPr/>
          </p:nvSpPr>
          <p:spPr>
            <a:xfrm>
              <a:off x="7271525" y="19854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4" name="pt35734"/>
            <p:cNvSpPr/>
            <p:nvPr/>
          </p:nvSpPr>
          <p:spPr>
            <a:xfrm>
              <a:off x="6886255" y="1930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5" name="pt35735"/>
            <p:cNvSpPr/>
            <p:nvPr/>
          </p:nvSpPr>
          <p:spPr>
            <a:xfrm>
              <a:off x="7139976" y="21999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6" name="pt35736"/>
            <p:cNvSpPr/>
            <p:nvPr/>
          </p:nvSpPr>
          <p:spPr>
            <a:xfrm>
              <a:off x="7258957" y="20444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7" name="pt35737"/>
            <p:cNvSpPr/>
            <p:nvPr/>
          </p:nvSpPr>
          <p:spPr>
            <a:xfrm>
              <a:off x="7106827" y="2111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8" name="pt35738"/>
            <p:cNvSpPr/>
            <p:nvPr/>
          </p:nvSpPr>
          <p:spPr>
            <a:xfrm>
              <a:off x="7102878" y="21491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9" name="pt35739"/>
            <p:cNvSpPr/>
            <p:nvPr/>
          </p:nvSpPr>
          <p:spPr>
            <a:xfrm>
              <a:off x="7058617" y="21883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0" name="pt35740"/>
            <p:cNvSpPr/>
            <p:nvPr/>
          </p:nvSpPr>
          <p:spPr>
            <a:xfrm>
              <a:off x="6975139" y="18753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1" name="pt35741"/>
            <p:cNvSpPr/>
            <p:nvPr/>
          </p:nvSpPr>
          <p:spPr>
            <a:xfrm>
              <a:off x="7371408" y="21710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2" name="pt35742"/>
            <p:cNvSpPr/>
            <p:nvPr/>
          </p:nvSpPr>
          <p:spPr>
            <a:xfrm>
              <a:off x="7138536" y="23138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3" name="pt35743"/>
            <p:cNvSpPr/>
            <p:nvPr/>
          </p:nvSpPr>
          <p:spPr>
            <a:xfrm>
              <a:off x="7074231" y="22993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4" name="pt35744"/>
            <p:cNvSpPr/>
            <p:nvPr/>
          </p:nvSpPr>
          <p:spPr>
            <a:xfrm>
              <a:off x="7313646" y="19507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5" name="pt35745"/>
            <p:cNvSpPr/>
            <p:nvPr/>
          </p:nvSpPr>
          <p:spPr>
            <a:xfrm>
              <a:off x="7114793" y="21302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6" name="pt35746"/>
            <p:cNvSpPr/>
            <p:nvPr/>
          </p:nvSpPr>
          <p:spPr>
            <a:xfrm>
              <a:off x="6848419" y="24724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7" name="pt35747"/>
            <p:cNvSpPr/>
            <p:nvPr/>
          </p:nvSpPr>
          <p:spPr>
            <a:xfrm>
              <a:off x="7110077" y="21132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8" name="pt35748"/>
            <p:cNvSpPr/>
            <p:nvPr/>
          </p:nvSpPr>
          <p:spPr>
            <a:xfrm>
              <a:off x="7044068" y="19812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9" name="pt35749"/>
            <p:cNvSpPr/>
            <p:nvPr/>
          </p:nvSpPr>
          <p:spPr>
            <a:xfrm>
              <a:off x="7343696" y="23374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0" name="pt35750"/>
            <p:cNvSpPr/>
            <p:nvPr/>
          </p:nvSpPr>
          <p:spPr>
            <a:xfrm>
              <a:off x="7500271" y="22951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1" name="pt35751"/>
            <p:cNvSpPr/>
            <p:nvPr/>
          </p:nvSpPr>
          <p:spPr>
            <a:xfrm>
              <a:off x="7415756" y="25121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2" name="pt35752"/>
            <p:cNvSpPr/>
            <p:nvPr/>
          </p:nvSpPr>
          <p:spPr>
            <a:xfrm>
              <a:off x="7054230" y="2091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3" name="pt35753"/>
            <p:cNvSpPr/>
            <p:nvPr/>
          </p:nvSpPr>
          <p:spPr>
            <a:xfrm>
              <a:off x="6984874" y="20632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4" name="pt35754"/>
            <p:cNvSpPr/>
            <p:nvPr/>
          </p:nvSpPr>
          <p:spPr>
            <a:xfrm>
              <a:off x="7006020" y="19757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5" name="pt35755"/>
            <p:cNvSpPr/>
            <p:nvPr/>
          </p:nvSpPr>
          <p:spPr>
            <a:xfrm>
              <a:off x="7361768" y="21017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6" name="pt35756"/>
            <p:cNvSpPr/>
            <p:nvPr/>
          </p:nvSpPr>
          <p:spPr>
            <a:xfrm>
              <a:off x="7071496" y="21950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7" name="pt35757"/>
            <p:cNvSpPr/>
            <p:nvPr/>
          </p:nvSpPr>
          <p:spPr>
            <a:xfrm>
              <a:off x="7156892" y="20116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8" name="pt35758"/>
            <p:cNvSpPr/>
            <p:nvPr/>
          </p:nvSpPr>
          <p:spPr>
            <a:xfrm>
              <a:off x="7243561" y="20332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9" name="pt35759"/>
            <p:cNvSpPr/>
            <p:nvPr/>
          </p:nvSpPr>
          <p:spPr>
            <a:xfrm>
              <a:off x="7168002" y="21487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0" name="pt35760"/>
            <p:cNvSpPr/>
            <p:nvPr/>
          </p:nvSpPr>
          <p:spPr>
            <a:xfrm>
              <a:off x="7034949" y="2041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1" name="pt35761"/>
            <p:cNvSpPr/>
            <p:nvPr/>
          </p:nvSpPr>
          <p:spPr>
            <a:xfrm>
              <a:off x="7152867" y="20318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2" name="pt35762"/>
            <p:cNvSpPr/>
            <p:nvPr/>
          </p:nvSpPr>
          <p:spPr>
            <a:xfrm>
              <a:off x="6963342" y="20278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3" name="pt35763"/>
            <p:cNvSpPr/>
            <p:nvPr/>
          </p:nvSpPr>
          <p:spPr>
            <a:xfrm>
              <a:off x="7121938" y="22338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4" name="pt35764"/>
            <p:cNvSpPr/>
            <p:nvPr/>
          </p:nvSpPr>
          <p:spPr>
            <a:xfrm>
              <a:off x="7171144" y="20872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5" name="pt35765"/>
            <p:cNvSpPr/>
            <p:nvPr/>
          </p:nvSpPr>
          <p:spPr>
            <a:xfrm>
              <a:off x="6803130" y="23163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6" name="pt35766"/>
            <p:cNvSpPr/>
            <p:nvPr/>
          </p:nvSpPr>
          <p:spPr>
            <a:xfrm>
              <a:off x="7334465" y="18001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7" name="pt35767"/>
            <p:cNvSpPr/>
            <p:nvPr/>
          </p:nvSpPr>
          <p:spPr>
            <a:xfrm>
              <a:off x="7055398" y="18973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8" name="pt35768"/>
            <p:cNvSpPr/>
            <p:nvPr/>
          </p:nvSpPr>
          <p:spPr>
            <a:xfrm>
              <a:off x="6999006" y="19365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9" name="pt35769"/>
            <p:cNvSpPr/>
            <p:nvPr/>
          </p:nvSpPr>
          <p:spPr>
            <a:xfrm>
              <a:off x="7289072" y="21075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0" name="pt35770"/>
            <p:cNvSpPr/>
            <p:nvPr/>
          </p:nvSpPr>
          <p:spPr>
            <a:xfrm>
              <a:off x="6961082" y="20107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1" name="pt35771"/>
            <p:cNvSpPr/>
            <p:nvPr/>
          </p:nvSpPr>
          <p:spPr>
            <a:xfrm>
              <a:off x="6809040" y="23131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2" name="pt35772"/>
            <p:cNvSpPr/>
            <p:nvPr/>
          </p:nvSpPr>
          <p:spPr>
            <a:xfrm>
              <a:off x="7174199" y="2046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3" name="pt35773"/>
            <p:cNvSpPr/>
            <p:nvPr/>
          </p:nvSpPr>
          <p:spPr>
            <a:xfrm>
              <a:off x="7174993" y="19921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4" name="pt35774"/>
            <p:cNvSpPr/>
            <p:nvPr/>
          </p:nvSpPr>
          <p:spPr>
            <a:xfrm>
              <a:off x="7224797" y="22516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5" name="pt35775"/>
            <p:cNvSpPr/>
            <p:nvPr/>
          </p:nvSpPr>
          <p:spPr>
            <a:xfrm>
              <a:off x="6720312" y="22021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6" name="pt35776"/>
            <p:cNvSpPr/>
            <p:nvPr/>
          </p:nvSpPr>
          <p:spPr>
            <a:xfrm>
              <a:off x="7138410" y="24523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7" name="pt35777"/>
            <p:cNvSpPr/>
            <p:nvPr/>
          </p:nvSpPr>
          <p:spPr>
            <a:xfrm>
              <a:off x="7090794" y="21744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8" name="pt35778"/>
            <p:cNvSpPr/>
            <p:nvPr/>
          </p:nvSpPr>
          <p:spPr>
            <a:xfrm>
              <a:off x="7349658" y="26318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9" name="pt35779"/>
            <p:cNvSpPr/>
            <p:nvPr/>
          </p:nvSpPr>
          <p:spPr>
            <a:xfrm>
              <a:off x="7099164" y="20795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0" name="pt35780"/>
            <p:cNvSpPr/>
            <p:nvPr/>
          </p:nvSpPr>
          <p:spPr>
            <a:xfrm>
              <a:off x="7207183" y="22642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1" name="pt35781"/>
            <p:cNvSpPr/>
            <p:nvPr/>
          </p:nvSpPr>
          <p:spPr>
            <a:xfrm>
              <a:off x="7008153" y="1837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2" name="pt35782"/>
            <p:cNvSpPr/>
            <p:nvPr/>
          </p:nvSpPr>
          <p:spPr>
            <a:xfrm>
              <a:off x="6850939" y="21270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3" name="pt35783"/>
            <p:cNvSpPr/>
            <p:nvPr/>
          </p:nvSpPr>
          <p:spPr>
            <a:xfrm>
              <a:off x="7158218" y="19997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4" name="pt35784"/>
            <p:cNvSpPr/>
            <p:nvPr/>
          </p:nvSpPr>
          <p:spPr>
            <a:xfrm>
              <a:off x="7341866" y="22211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5" name="pt35785"/>
            <p:cNvSpPr/>
            <p:nvPr/>
          </p:nvSpPr>
          <p:spPr>
            <a:xfrm>
              <a:off x="7011087" y="17804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6" name="pt35786"/>
            <p:cNvSpPr/>
            <p:nvPr/>
          </p:nvSpPr>
          <p:spPr>
            <a:xfrm>
              <a:off x="7100098" y="20706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7" name="pt35787"/>
            <p:cNvSpPr/>
            <p:nvPr/>
          </p:nvSpPr>
          <p:spPr>
            <a:xfrm>
              <a:off x="7206190" y="22038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8" name="pt35788"/>
            <p:cNvSpPr/>
            <p:nvPr/>
          </p:nvSpPr>
          <p:spPr>
            <a:xfrm>
              <a:off x="7164675" y="22128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9" name="pt35789"/>
            <p:cNvSpPr/>
            <p:nvPr/>
          </p:nvSpPr>
          <p:spPr>
            <a:xfrm>
              <a:off x="7588028" y="23743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0" name="pt35790"/>
            <p:cNvSpPr/>
            <p:nvPr/>
          </p:nvSpPr>
          <p:spPr>
            <a:xfrm>
              <a:off x="7156986" y="19452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1" name="pt35791"/>
            <p:cNvSpPr/>
            <p:nvPr/>
          </p:nvSpPr>
          <p:spPr>
            <a:xfrm>
              <a:off x="7092630" y="21861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2" name="pt35792"/>
            <p:cNvSpPr/>
            <p:nvPr/>
          </p:nvSpPr>
          <p:spPr>
            <a:xfrm>
              <a:off x="7510603" y="21906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3" name="pt35793"/>
            <p:cNvSpPr/>
            <p:nvPr/>
          </p:nvSpPr>
          <p:spPr>
            <a:xfrm>
              <a:off x="7103402" y="21605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4" name="pt35794"/>
            <p:cNvSpPr/>
            <p:nvPr/>
          </p:nvSpPr>
          <p:spPr>
            <a:xfrm>
              <a:off x="7273666" y="19808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5" name="pt35795"/>
            <p:cNvSpPr/>
            <p:nvPr/>
          </p:nvSpPr>
          <p:spPr>
            <a:xfrm>
              <a:off x="7300683" y="20250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6" name="pt35796"/>
            <p:cNvSpPr/>
            <p:nvPr/>
          </p:nvSpPr>
          <p:spPr>
            <a:xfrm>
              <a:off x="7121117" y="22142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7" name="pt35797"/>
            <p:cNvSpPr/>
            <p:nvPr/>
          </p:nvSpPr>
          <p:spPr>
            <a:xfrm>
              <a:off x="6841548" y="23657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8" name="pt35798"/>
            <p:cNvSpPr/>
            <p:nvPr/>
          </p:nvSpPr>
          <p:spPr>
            <a:xfrm>
              <a:off x="7203082" y="21073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9" name="pt35799"/>
            <p:cNvSpPr/>
            <p:nvPr/>
          </p:nvSpPr>
          <p:spPr>
            <a:xfrm>
              <a:off x="7283702" y="19839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0" name="pt35800"/>
            <p:cNvSpPr/>
            <p:nvPr/>
          </p:nvSpPr>
          <p:spPr>
            <a:xfrm>
              <a:off x="6958850" y="19039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1" name="pt35801"/>
            <p:cNvSpPr/>
            <p:nvPr/>
          </p:nvSpPr>
          <p:spPr>
            <a:xfrm>
              <a:off x="6991398" y="20242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2" name="pt35802"/>
            <p:cNvSpPr/>
            <p:nvPr/>
          </p:nvSpPr>
          <p:spPr>
            <a:xfrm>
              <a:off x="7068768" y="20317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3" name="pt35803"/>
            <p:cNvSpPr/>
            <p:nvPr/>
          </p:nvSpPr>
          <p:spPr>
            <a:xfrm>
              <a:off x="6863393" y="19616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4" name="pt35804"/>
            <p:cNvSpPr/>
            <p:nvPr/>
          </p:nvSpPr>
          <p:spPr>
            <a:xfrm>
              <a:off x="7094895" y="21851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5" name="pt35805"/>
            <p:cNvSpPr/>
            <p:nvPr/>
          </p:nvSpPr>
          <p:spPr>
            <a:xfrm>
              <a:off x="7078655" y="20933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6" name="pt35806"/>
            <p:cNvSpPr/>
            <p:nvPr/>
          </p:nvSpPr>
          <p:spPr>
            <a:xfrm>
              <a:off x="7098325" y="21917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7" name="pt35807"/>
            <p:cNvSpPr/>
            <p:nvPr/>
          </p:nvSpPr>
          <p:spPr>
            <a:xfrm>
              <a:off x="7323814" y="20025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8" name="pt35808"/>
            <p:cNvSpPr/>
            <p:nvPr/>
          </p:nvSpPr>
          <p:spPr>
            <a:xfrm>
              <a:off x="7440566" y="26798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9" name="pt35809"/>
            <p:cNvSpPr/>
            <p:nvPr/>
          </p:nvSpPr>
          <p:spPr>
            <a:xfrm>
              <a:off x="7096253" y="21076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0" name="pt35810"/>
            <p:cNvSpPr/>
            <p:nvPr/>
          </p:nvSpPr>
          <p:spPr>
            <a:xfrm>
              <a:off x="7033677" y="24278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1" name="pt35811"/>
            <p:cNvSpPr/>
            <p:nvPr/>
          </p:nvSpPr>
          <p:spPr>
            <a:xfrm>
              <a:off x="6863369" y="21509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2" name="pt35812"/>
            <p:cNvSpPr/>
            <p:nvPr/>
          </p:nvSpPr>
          <p:spPr>
            <a:xfrm>
              <a:off x="7083940" y="21600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3" name="pt35813"/>
            <p:cNvSpPr/>
            <p:nvPr/>
          </p:nvSpPr>
          <p:spPr>
            <a:xfrm>
              <a:off x="7152651" y="1994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4" name="pt35814"/>
            <p:cNvSpPr/>
            <p:nvPr/>
          </p:nvSpPr>
          <p:spPr>
            <a:xfrm>
              <a:off x="7122894" y="20779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5" name="pt35815"/>
            <p:cNvSpPr/>
            <p:nvPr/>
          </p:nvSpPr>
          <p:spPr>
            <a:xfrm>
              <a:off x="7138584" y="22705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6" name="pt35816"/>
            <p:cNvSpPr/>
            <p:nvPr/>
          </p:nvSpPr>
          <p:spPr>
            <a:xfrm>
              <a:off x="7221856" y="19268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7" name="pt35817"/>
            <p:cNvSpPr/>
            <p:nvPr/>
          </p:nvSpPr>
          <p:spPr>
            <a:xfrm>
              <a:off x="7128884" y="21733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8" name="pt35818"/>
            <p:cNvSpPr/>
            <p:nvPr/>
          </p:nvSpPr>
          <p:spPr>
            <a:xfrm>
              <a:off x="7139099" y="22646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9" name="pt35819"/>
            <p:cNvSpPr/>
            <p:nvPr/>
          </p:nvSpPr>
          <p:spPr>
            <a:xfrm>
              <a:off x="6941399" y="21689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0" name="pt35820"/>
            <p:cNvSpPr/>
            <p:nvPr/>
          </p:nvSpPr>
          <p:spPr>
            <a:xfrm>
              <a:off x="6775503" y="23826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1" name="pt35821"/>
            <p:cNvSpPr/>
            <p:nvPr/>
          </p:nvSpPr>
          <p:spPr>
            <a:xfrm>
              <a:off x="7663834" y="23170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2" name="pt35822"/>
            <p:cNvSpPr/>
            <p:nvPr/>
          </p:nvSpPr>
          <p:spPr>
            <a:xfrm>
              <a:off x="7041107" y="22594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3" name="pt35823"/>
            <p:cNvSpPr/>
            <p:nvPr/>
          </p:nvSpPr>
          <p:spPr>
            <a:xfrm>
              <a:off x="7234809" y="20043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4" name="pt35824"/>
            <p:cNvSpPr/>
            <p:nvPr/>
          </p:nvSpPr>
          <p:spPr>
            <a:xfrm>
              <a:off x="7179901" y="20665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5" name="pt35825"/>
            <p:cNvSpPr/>
            <p:nvPr/>
          </p:nvSpPr>
          <p:spPr>
            <a:xfrm>
              <a:off x="7281107" y="19460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6" name="pt35826"/>
            <p:cNvSpPr/>
            <p:nvPr/>
          </p:nvSpPr>
          <p:spPr>
            <a:xfrm>
              <a:off x="7144134" y="21691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7" name="pt35827"/>
            <p:cNvSpPr/>
            <p:nvPr/>
          </p:nvSpPr>
          <p:spPr>
            <a:xfrm>
              <a:off x="7086140" y="22505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8" name="pt35828"/>
            <p:cNvSpPr/>
            <p:nvPr/>
          </p:nvSpPr>
          <p:spPr>
            <a:xfrm>
              <a:off x="7183965" y="21298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9" name="pt35829"/>
            <p:cNvSpPr/>
            <p:nvPr/>
          </p:nvSpPr>
          <p:spPr>
            <a:xfrm>
              <a:off x="7141989" y="21413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0" name="pt35830"/>
            <p:cNvSpPr/>
            <p:nvPr/>
          </p:nvSpPr>
          <p:spPr>
            <a:xfrm>
              <a:off x="7354370" y="23345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1" name="pt35831"/>
            <p:cNvSpPr/>
            <p:nvPr/>
          </p:nvSpPr>
          <p:spPr>
            <a:xfrm>
              <a:off x="6797080" y="23330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2" name="pt35832"/>
            <p:cNvSpPr/>
            <p:nvPr/>
          </p:nvSpPr>
          <p:spPr>
            <a:xfrm>
              <a:off x="7196926" y="21290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3" name="pt35833"/>
            <p:cNvSpPr/>
            <p:nvPr/>
          </p:nvSpPr>
          <p:spPr>
            <a:xfrm>
              <a:off x="7044808" y="21592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4" name="pt35834"/>
            <p:cNvSpPr/>
            <p:nvPr/>
          </p:nvSpPr>
          <p:spPr>
            <a:xfrm>
              <a:off x="7081819" y="22040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5" name="pt35835"/>
            <p:cNvSpPr/>
            <p:nvPr/>
          </p:nvSpPr>
          <p:spPr>
            <a:xfrm>
              <a:off x="6979787" y="1770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6" name="pt35836"/>
            <p:cNvSpPr/>
            <p:nvPr/>
          </p:nvSpPr>
          <p:spPr>
            <a:xfrm>
              <a:off x="7157747" y="20242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7" name="pt35837"/>
            <p:cNvSpPr/>
            <p:nvPr/>
          </p:nvSpPr>
          <p:spPr>
            <a:xfrm>
              <a:off x="7204471" y="20338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8" name="pt35838"/>
            <p:cNvSpPr/>
            <p:nvPr/>
          </p:nvSpPr>
          <p:spPr>
            <a:xfrm>
              <a:off x="7142828" y="21009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9" name="pt35839"/>
            <p:cNvSpPr/>
            <p:nvPr/>
          </p:nvSpPr>
          <p:spPr>
            <a:xfrm>
              <a:off x="6679390" y="21978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0" name="pt35840"/>
            <p:cNvSpPr/>
            <p:nvPr/>
          </p:nvSpPr>
          <p:spPr>
            <a:xfrm>
              <a:off x="6992822" y="1978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1" name="pt35841"/>
            <p:cNvSpPr/>
            <p:nvPr/>
          </p:nvSpPr>
          <p:spPr>
            <a:xfrm>
              <a:off x="7047092" y="20509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2" name="pt35842"/>
            <p:cNvSpPr/>
            <p:nvPr/>
          </p:nvSpPr>
          <p:spPr>
            <a:xfrm>
              <a:off x="7108732" y="20808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3" name="pt35843"/>
            <p:cNvSpPr/>
            <p:nvPr/>
          </p:nvSpPr>
          <p:spPr>
            <a:xfrm>
              <a:off x="7112311" y="21137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4" name="pt35844"/>
            <p:cNvSpPr/>
            <p:nvPr/>
          </p:nvSpPr>
          <p:spPr>
            <a:xfrm>
              <a:off x="7310876" y="2013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5" name="pt35845"/>
            <p:cNvSpPr/>
            <p:nvPr/>
          </p:nvSpPr>
          <p:spPr>
            <a:xfrm>
              <a:off x="7133440" y="22404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6" name="pt35846"/>
            <p:cNvSpPr/>
            <p:nvPr/>
          </p:nvSpPr>
          <p:spPr>
            <a:xfrm>
              <a:off x="7284641" y="19178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7" name="pt35847"/>
            <p:cNvSpPr/>
            <p:nvPr/>
          </p:nvSpPr>
          <p:spPr>
            <a:xfrm>
              <a:off x="6969057" y="19631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8" name="pt35848"/>
            <p:cNvSpPr/>
            <p:nvPr/>
          </p:nvSpPr>
          <p:spPr>
            <a:xfrm>
              <a:off x="7138382" y="23136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9" name="pt35849"/>
            <p:cNvSpPr/>
            <p:nvPr/>
          </p:nvSpPr>
          <p:spPr>
            <a:xfrm>
              <a:off x="7008020" y="19031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0" name="pt35850"/>
            <p:cNvSpPr/>
            <p:nvPr/>
          </p:nvSpPr>
          <p:spPr>
            <a:xfrm>
              <a:off x="7076981" y="2210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1" name="pt35851"/>
            <p:cNvSpPr/>
            <p:nvPr/>
          </p:nvSpPr>
          <p:spPr>
            <a:xfrm>
              <a:off x="7094183" y="21553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2" name="pt35852"/>
            <p:cNvSpPr/>
            <p:nvPr/>
          </p:nvSpPr>
          <p:spPr>
            <a:xfrm>
              <a:off x="7456315" y="22505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3" name="pt35853"/>
            <p:cNvSpPr/>
            <p:nvPr/>
          </p:nvSpPr>
          <p:spPr>
            <a:xfrm>
              <a:off x="7084587" y="22367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4" name="pt35854"/>
            <p:cNvSpPr/>
            <p:nvPr/>
          </p:nvSpPr>
          <p:spPr>
            <a:xfrm>
              <a:off x="7245180" y="21269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5" name="pt35855"/>
            <p:cNvSpPr/>
            <p:nvPr/>
          </p:nvSpPr>
          <p:spPr>
            <a:xfrm>
              <a:off x="7292219" y="21063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6" name="pt35856"/>
            <p:cNvSpPr/>
            <p:nvPr/>
          </p:nvSpPr>
          <p:spPr>
            <a:xfrm>
              <a:off x="6903676" y="22428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7" name="pt35857"/>
            <p:cNvSpPr/>
            <p:nvPr/>
          </p:nvSpPr>
          <p:spPr>
            <a:xfrm>
              <a:off x="6866911" y="21996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8" name="pt35858"/>
            <p:cNvSpPr/>
            <p:nvPr/>
          </p:nvSpPr>
          <p:spPr>
            <a:xfrm>
              <a:off x="7033653" y="22447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9" name="pt35859"/>
            <p:cNvSpPr/>
            <p:nvPr/>
          </p:nvSpPr>
          <p:spPr>
            <a:xfrm>
              <a:off x="6841726" y="24041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0" name="pt35860"/>
            <p:cNvSpPr/>
            <p:nvPr/>
          </p:nvSpPr>
          <p:spPr>
            <a:xfrm>
              <a:off x="7037613" y="24035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1" name="pt35861"/>
            <p:cNvSpPr/>
            <p:nvPr/>
          </p:nvSpPr>
          <p:spPr>
            <a:xfrm>
              <a:off x="6997543" y="19073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2" name="pt35862"/>
            <p:cNvSpPr/>
            <p:nvPr/>
          </p:nvSpPr>
          <p:spPr>
            <a:xfrm>
              <a:off x="7089151" y="21524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3" name="pt35863"/>
            <p:cNvSpPr/>
            <p:nvPr/>
          </p:nvSpPr>
          <p:spPr>
            <a:xfrm>
              <a:off x="7083984" y="21801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4" name="pt35864"/>
            <p:cNvSpPr/>
            <p:nvPr/>
          </p:nvSpPr>
          <p:spPr>
            <a:xfrm>
              <a:off x="7235194" y="19756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5" name="pt35865"/>
            <p:cNvSpPr/>
            <p:nvPr/>
          </p:nvSpPr>
          <p:spPr>
            <a:xfrm>
              <a:off x="7085523" y="22201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6" name="pt35866"/>
            <p:cNvSpPr/>
            <p:nvPr/>
          </p:nvSpPr>
          <p:spPr>
            <a:xfrm>
              <a:off x="7008895" y="18709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7" name="pt35867"/>
            <p:cNvSpPr/>
            <p:nvPr/>
          </p:nvSpPr>
          <p:spPr>
            <a:xfrm>
              <a:off x="6948680" y="20384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8" name="pt35868"/>
            <p:cNvSpPr/>
            <p:nvPr/>
          </p:nvSpPr>
          <p:spPr>
            <a:xfrm>
              <a:off x="7159384" y="20800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9" name="pt35869"/>
            <p:cNvSpPr/>
            <p:nvPr/>
          </p:nvSpPr>
          <p:spPr>
            <a:xfrm>
              <a:off x="6976813" y="19263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0" name="pt35870"/>
            <p:cNvSpPr/>
            <p:nvPr/>
          </p:nvSpPr>
          <p:spPr>
            <a:xfrm>
              <a:off x="7112741" y="21121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1" name="pt35871"/>
            <p:cNvSpPr/>
            <p:nvPr/>
          </p:nvSpPr>
          <p:spPr>
            <a:xfrm>
              <a:off x="7210430" y="22909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2" name="pt35872"/>
            <p:cNvSpPr/>
            <p:nvPr/>
          </p:nvSpPr>
          <p:spPr>
            <a:xfrm>
              <a:off x="7164323" y="21043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3" name="pt35873"/>
            <p:cNvSpPr/>
            <p:nvPr/>
          </p:nvSpPr>
          <p:spPr>
            <a:xfrm>
              <a:off x="7289829" y="22642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4" name="pt35874"/>
            <p:cNvSpPr/>
            <p:nvPr/>
          </p:nvSpPr>
          <p:spPr>
            <a:xfrm>
              <a:off x="7019250" y="21626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5" name="pt35875"/>
            <p:cNvSpPr/>
            <p:nvPr/>
          </p:nvSpPr>
          <p:spPr>
            <a:xfrm>
              <a:off x="6941818" y="20179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6" name="pt35876"/>
            <p:cNvSpPr/>
            <p:nvPr/>
          </p:nvSpPr>
          <p:spPr>
            <a:xfrm>
              <a:off x="7266380" y="19902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7" name="pt35877"/>
            <p:cNvSpPr/>
            <p:nvPr/>
          </p:nvSpPr>
          <p:spPr>
            <a:xfrm>
              <a:off x="7353495" y="24011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8" name="pt35878"/>
            <p:cNvSpPr/>
            <p:nvPr/>
          </p:nvSpPr>
          <p:spPr>
            <a:xfrm>
              <a:off x="7153076" y="20039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9" name="pt35879"/>
            <p:cNvSpPr/>
            <p:nvPr/>
          </p:nvSpPr>
          <p:spPr>
            <a:xfrm>
              <a:off x="7203108" y="22590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0" name="pt35880"/>
            <p:cNvSpPr/>
            <p:nvPr/>
          </p:nvSpPr>
          <p:spPr>
            <a:xfrm>
              <a:off x="7184566" y="21610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1" name="pt35881"/>
            <p:cNvSpPr/>
            <p:nvPr/>
          </p:nvSpPr>
          <p:spPr>
            <a:xfrm>
              <a:off x="7126591" y="22748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2" name="pt35882"/>
            <p:cNvSpPr/>
            <p:nvPr/>
          </p:nvSpPr>
          <p:spPr>
            <a:xfrm>
              <a:off x="6947891" y="20168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3" name="pt35883"/>
            <p:cNvSpPr/>
            <p:nvPr/>
          </p:nvSpPr>
          <p:spPr>
            <a:xfrm>
              <a:off x="6928463" y="21991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4" name="pt35884"/>
            <p:cNvSpPr/>
            <p:nvPr/>
          </p:nvSpPr>
          <p:spPr>
            <a:xfrm>
              <a:off x="7082564" y="22313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5" name="pt35885"/>
            <p:cNvSpPr/>
            <p:nvPr/>
          </p:nvSpPr>
          <p:spPr>
            <a:xfrm>
              <a:off x="7201365" y="22779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6" name="pt35886"/>
            <p:cNvSpPr/>
            <p:nvPr/>
          </p:nvSpPr>
          <p:spPr>
            <a:xfrm>
              <a:off x="7139066" y="23087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7" name="pt35887"/>
            <p:cNvSpPr/>
            <p:nvPr/>
          </p:nvSpPr>
          <p:spPr>
            <a:xfrm>
              <a:off x="7252156" y="20785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8" name="pt35888"/>
            <p:cNvSpPr/>
            <p:nvPr/>
          </p:nvSpPr>
          <p:spPr>
            <a:xfrm>
              <a:off x="7096777" y="21377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9" name="pt35889"/>
            <p:cNvSpPr/>
            <p:nvPr/>
          </p:nvSpPr>
          <p:spPr>
            <a:xfrm>
              <a:off x="7036408" y="24812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0" name="pt35890"/>
            <p:cNvSpPr/>
            <p:nvPr/>
          </p:nvSpPr>
          <p:spPr>
            <a:xfrm>
              <a:off x="7150106" y="20280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1" name="pt35891"/>
            <p:cNvSpPr/>
            <p:nvPr/>
          </p:nvSpPr>
          <p:spPr>
            <a:xfrm>
              <a:off x="7178719" y="20685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2" name="pt35892"/>
            <p:cNvSpPr/>
            <p:nvPr/>
          </p:nvSpPr>
          <p:spPr>
            <a:xfrm>
              <a:off x="7183064" y="2002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3" name="pt35893"/>
            <p:cNvSpPr/>
            <p:nvPr/>
          </p:nvSpPr>
          <p:spPr>
            <a:xfrm>
              <a:off x="7052987" y="21522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4" name="pt35894"/>
            <p:cNvSpPr/>
            <p:nvPr/>
          </p:nvSpPr>
          <p:spPr>
            <a:xfrm>
              <a:off x="7083570" y="20797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5" name="pt35895"/>
            <p:cNvSpPr/>
            <p:nvPr/>
          </p:nvSpPr>
          <p:spPr>
            <a:xfrm>
              <a:off x="7112011" y="21863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6" name="pt35896"/>
            <p:cNvSpPr/>
            <p:nvPr/>
          </p:nvSpPr>
          <p:spPr>
            <a:xfrm>
              <a:off x="7117658" y="21954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7" name="pt35897"/>
            <p:cNvSpPr/>
            <p:nvPr/>
          </p:nvSpPr>
          <p:spPr>
            <a:xfrm>
              <a:off x="7251735" y="20422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8" name="pt35898"/>
            <p:cNvSpPr/>
            <p:nvPr/>
          </p:nvSpPr>
          <p:spPr>
            <a:xfrm>
              <a:off x="7044261" y="21636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9" name="pt35899"/>
            <p:cNvSpPr/>
            <p:nvPr/>
          </p:nvSpPr>
          <p:spPr>
            <a:xfrm>
              <a:off x="7161054" y="20482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0" name="pt35900"/>
            <p:cNvSpPr/>
            <p:nvPr/>
          </p:nvSpPr>
          <p:spPr>
            <a:xfrm>
              <a:off x="7082610" y="21992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1" name="pt35901"/>
            <p:cNvSpPr/>
            <p:nvPr/>
          </p:nvSpPr>
          <p:spPr>
            <a:xfrm>
              <a:off x="7014112" y="18103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2" name="pt35902"/>
            <p:cNvSpPr/>
            <p:nvPr/>
          </p:nvSpPr>
          <p:spPr>
            <a:xfrm>
              <a:off x="7057296" y="23006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3" name="pt35903"/>
            <p:cNvSpPr/>
            <p:nvPr/>
          </p:nvSpPr>
          <p:spPr>
            <a:xfrm>
              <a:off x="6977242" y="16700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4" name="pt35904"/>
            <p:cNvSpPr/>
            <p:nvPr/>
          </p:nvSpPr>
          <p:spPr>
            <a:xfrm>
              <a:off x="6674244" y="16563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5" name="pt35905"/>
            <p:cNvSpPr/>
            <p:nvPr/>
          </p:nvSpPr>
          <p:spPr>
            <a:xfrm>
              <a:off x="7358359" y="22293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6" name="pt35906"/>
            <p:cNvSpPr/>
            <p:nvPr/>
          </p:nvSpPr>
          <p:spPr>
            <a:xfrm>
              <a:off x="7326472" y="20270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7" name="pt35907"/>
            <p:cNvSpPr/>
            <p:nvPr/>
          </p:nvSpPr>
          <p:spPr>
            <a:xfrm>
              <a:off x="7108597" y="20690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8" name="pt35908"/>
            <p:cNvSpPr/>
            <p:nvPr/>
          </p:nvSpPr>
          <p:spPr>
            <a:xfrm>
              <a:off x="7148338" y="20519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9" name="pt35909"/>
            <p:cNvSpPr/>
            <p:nvPr/>
          </p:nvSpPr>
          <p:spPr>
            <a:xfrm>
              <a:off x="7303152" y="20866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0" name="pt35910"/>
            <p:cNvSpPr/>
            <p:nvPr/>
          </p:nvSpPr>
          <p:spPr>
            <a:xfrm>
              <a:off x="7337843" y="23685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1" name="pt35911"/>
            <p:cNvSpPr/>
            <p:nvPr/>
          </p:nvSpPr>
          <p:spPr>
            <a:xfrm>
              <a:off x="7146042" y="20899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2" name="pt35912"/>
            <p:cNvSpPr/>
            <p:nvPr/>
          </p:nvSpPr>
          <p:spPr>
            <a:xfrm>
              <a:off x="7273424" y="20917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3" name="pt35913"/>
            <p:cNvSpPr/>
            <p:nvPr/>
          </p:nvSpPr>
          <p:spPr>
            <a:xfrm>
              <a:off x="7223309" y="19917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4" name="pt35914"/>
            <p:cNvSpPr/>
            <p:nvPr/>
          </p:nvSpPr>
          <p:spPr>
            <a:xfrm>
              <a:off x="7080390" y="22111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5" name="pt35915"/>
            <p:cNvSpPr/>
            <p:nvPr/>
          </p:nvSpPr>
          <p:spPr>
            <a:xfrm>
              <a:off x="6849204" y="22619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6" name="pt35916"/>
            <p:cNvSpPr/>
            <p:nvPr/>
          </p:nvSpPr>
          <p:spPr>
            <a:xfrm>
              <a:off x="7225324" y="22566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7" name="pt35917"/>
            <p:cNvSpPr/>
            <p:nvPr/>
          </p:nvSpPr>
          <p:spPr>
            <a:xfrm>
              <a:off x="7172599" y="20979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8" name="pt35918"/>
            <p:cNvSpPr/>
            <p:nvPr/>
          </p:nvSpPr>
          <p:spPr>
            <a:xfrm>
              <a:off x="7153350" y="20833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9" name="pt35919"/>
            <p:cNvSpPr/>
            <p:nvPr/>
          </p:nvSpPr>
          <p:spPr>
            <a:xfrm>
              <a:off x="7107134" y="21056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0" name="pt35920"/>
            <p:cNvSpPr/>
            <p:nvPr/>
          </p:nvSpPr>
          <p:spPr>
            <a:xfrm>
              <a:off x="7172569" y="20995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1" name="pt35921"/>
            <p:cNvSpPr/>
            <p:nvPr/>
          </p:nvSpPr>
          <p:spPr>
            <a:xfrm>
              <a:off x="7209655" y="21695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2" name="pt35922"/>
            <p:cNvSpPr/>
            <p:nvPr/>
          </p:nvSpPr>
          <p:spPr>
            <a:xfrm>
              <a:off x="6997188" y="19794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3" name="pt35923"/>
            <p:cNvSpPr/>
            <p:nvPr/>
          </p:nvSpPr>
          <p:spPr>
            <a:xfrm>
              <a:off x="7261557" y="20656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4" name="pt35924"/>
            <p:cNvSpPr/>
            <p:nvPr/>
          </p:nvSpPr>
          <p:spPr>
            <a:xfrm>
              <a:off x="7276117" y="19970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5" name="pt35925"/>
            <p:cNvSpPr/>
            <p:nvPr/>
          </p:nvSpPr>
          <p:spPr>
            <a:xfrm>
              <a:off x="7103818" y="21435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6" name="pt35926"/>
            <p:cNvSpPr/>
            <p:nvPr/>
          </p:nvSpPr>
          <p:spPr>
            <a:xfrm>
              <a:off x="7152640" y="20305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7" name="pt35927"/>
            <p:cNvSpPr/>
            <p:nvPr/>
          </p:nvSpPr>
          <p:spPr>
            <a:xfrm>
              <a:off x="7302861" y="20335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8" name="pt35928"/>
            <p:cNvSpPr/>
            <p:nvPr/>
          </p:nvSpPr>
          <p:spPr>
            <a:xfrm>
              <a:off x="7259516" y="18814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9" name="pt35929"/>
            <p:cNvSpPr/>
            <p:nvPr/>
          </p:nvSpPr>
          <p:spPr>
            <a:xfrm>
              <a:off x="7279472" y="20087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0" name="pt35930"/>
            <p:cNvSpPr/>
            <p:nvPr/>
          </p:nvSpPr>
          <p:spPr>
            <a:xfrm>
              <a:off x="7429247" y="27364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1" name="pt35931"/>
            <p:cNvSpPr/>
            <p:nvPr/>
          </p:nvSpPr>
          <p:spPr>
            <a:xfrm>
              <a:off x="6902734" y="20207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2" name="pt35932"/>
            <p:cNvSpPr/>
            <p:nvPr/>
          </p:nvSpPr>
          <p:spPr>
            <a:xfrm>
              <a:off x="7165409" y="21234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3" name="pt35933"/>
            <p:cNvSpPr/>
            <p:nvPr/>
          </p:nvSpPr>
          <p:spPr>
            <a:xfrm>
              <a:off x="7152310" y="20009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4" name="pt35934"/>
            <p:cNvSpPr/>
            <p:nvPr/>
          </p:nvSpPr>
          <p:spPr>
            <a:xfrm>
              <a:off x="7087633" y="21403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5" name="pt35935"/>
            <p:cNvSpPr/>
            <p:nvPr/>
          </p:nvSpPr>
          <p:spPr>
            <a:xfrm>
              <a:off x="6856867" y="23899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6" name="pt35936"/>
            <p:cNvSpPr/>
            <p:nvPr/>
          </p:nvSpPr>
          <p:spPr>
            <a:xfrm>
              <a:off x="7132474" y="23192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7" name="pt35937"/>
            <p:cNvSpPr/>
            <p:nvPr/>
          </p:nvSpPr>
          <p:spPr>
            <a:xfrm>
              <a:off x="7452522" y="24222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8" name="pt35938"/>
            <p:cNvSpPr/>
            <p:nvPr/>
          </p:nvSpPr>
          <p:spPr>
            <a:xfrm>
              <a:off x="6914563" y="22479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9" name="pt35939"/>
            <p:cNvSpPr/>
            <p:nvPr/>
          </p:nvSpPr>
          <p:spPr>
            <a:xfrm>
              <a:off x="7257116" y="18923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0" name="pt35940"/>
            <p:cNvSpPr/>
            <p:nvPr/>
          </p:nvSpPr>
          <p:spPr>
            <a:xfrm>
              <a:off x="7121225" y="21477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1" name="pt35941"/>
            <p:cNvSpPr/>
            <p:nvPr/>
          </p:nvSpPr>
          <p:spPr>
            <a:xfrm>
              <a:off x="7270338" y="19515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2" name="pt35942"/>
            <p:cNvSpPr/>
            <p:nvPr/>
          </p:nvSpPr>
          <p:spPr>
            <a:xfrm>
              <a:off x="7067027" y="2070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3" name="pt35943"/>
            <p:cNvSpPr/>
            <p:nvPr/>
          </p:nvSpPr>
          <p:spPr>
            <a:xfrm>
              <a:off x="6905687" y="23650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4" name="pt35944"/>
            <p:cNvSpPr/>
            <p:nvPr/>
          </p:nvSpPr>
          <p:spPr>
            <a:xfrm>
              <a:off x="7030879" y="20684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5" name="pt35945"/>
            <p:cNvSpPr/>
            <p:nvPr/>
          </p:nvSpPr>
          <p:spPr>
            <a:xfrm>
              <a:off x="7117007" y="21923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6" name="pt35946"/>
            <p:cNvSpPr/>
            <p:nvPr/>
          </p:nvSpPr>
          <p:spPr>
            <a:xfrm>
              <a:off x="7192034" y="23091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7" name="pt35947"/>
            <p:cNvSpPr/>
            <p:nvPr/>
          </p:nvSpPr>
          <p:spPr>
            <a:xfrm>
              <a:off x="7076133" y="22271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8" name="pt35948"/>
            <p:cNvSpPr/>
            <p:nvPr/>
          </p:nvSpPr>
          <p:spPr>
            <a:xfrm>
              <a:off x="6694399" y="17639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9" name="pt35949"/>
            <p:cNvSpPr/>
            <p:nvPr/>
          </p:nvSpPr>
          <p:spPr>
            <a:xfrm>
              <a:off x="7072935" y="21869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0" name="pt35950"/>
            <p:cNvSpPr/>
            <p:nvPr/>
          </p:nvSpPr>
          <p:spPr>
            <a:xfrm>
              <a:off x="7130874" y="22000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1" name="pt35951"/>
            <p:cNvSpPr/>
            <p:nvPr/>
          </p:nvSpPr>
          <p:spPr>
            <a:xfrm>
              <a:off x="7115953" y="21991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2" name="pt35952"/>
            <p:cNvSpPr/>
            <p:nvPr/>
          </p:nvSpPr>
          <p:spPr>
            <a:xfrm>
              <a:off x="6978172" y="19294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3" name="pt35953"/>
            <p:cNvSpPr/>
            <p:nvPr/>
          </p:nvSpPr>
          <p:spPr>
            <a:xfrm>
              <a:off x="6964726" y="20604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4" name="pt35954"/>
            <p:cNvSpPr/>
            <p:nvPr/>
          </p:nvSpPr>
          <p:spPr>
            <a:xfrm>
              <a:off x="7163636" y="21187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5" name="pt35955"/>
            <p:cNvSpPr/>
            <p:nvPr/>
          </p:nvSpPr>
          <p:spPr>
            <a:xfrm>
              <a:off x="7253381" y="20666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6" name="pt35956"/>
            <p:cNvSpPr/>
            <p:nvPr/>
          </p:nvSpPr>
          <p:spPr>
            <a:xfrm>
              <a:off x="7086973" y="22263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7" name="pt35957"/>
            <p:cNvSpPr/>
            <p:nvPr/>
          </p:nvSpPr>
          <p:spPr>
            <a:xfrm>
              <a:off x="7099900" y="21093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8" name="pt35958"/>
            <p:cNvSpPr/>
            <p:nvPr/>
          </p:nvSpPr>
          <p:spPr>
            <a:xfrm>
              <a:off x="7231235" y="21121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9" name="pt35959"/>
            <p:cNvSpPr/>
            <p:nvPr/>
          </p:nvSpPr>
          <p:spPr>
            <a:xfrm>
              <a:off x="7166440" y="21894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0" name="pt35960"/>
            <p:cNvSpPr/>
            <p:nvPr/>
          </p:nvSpPr>
          <p:spPr>
            <a:xfrm>
              <a:off x="7157906" y="20835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1" name="pt35961"/>
            <p:cNvSpPr/>
            <p:nvPr/>
          </p:nvSpPr>
          <p:spPr>
            <a:xfrm>
              <a:off x="7268852" y="18180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2" name="pt35962"/>
            <p:cNvSpPr/>
            <p:nvPr/>
          </p:nvSpPr>
          <p:spPr>
            <a:xfrm>
              <a:off x="6633547" y="17283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3" name="pt35963"/>
            <p:cNvSpPr/>
            <p:nvPr/>
          </p:nvSpPr>
          <p:spPr>
            <a:xfrm>
              <a:off x="7113299" y="21782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4" name="pt35964"/>
            <p:cNvSpPr/>
            <p:nvPr/>
          </p:nvSpPr>
          <p:spPr>
            <a:xfrm>
              <a:off x="7110432" y="21550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5" name="pt35965"/>
            <p:cNvSpPr/>
            <p:nvPr/>
          </p:nvSpPr>
          <p:spPr>
            <a:xfrm>
              <a:off x="7127888" y="23146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6" name="pt35966"/>
            <p:cNvSpPr/>
            <p:nvPr/>
          </p:nvSpPr>
          <p:spPr>
            <a:xfrm>
              <a:off x="7254834" y="19576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7" name="pt35967"/>
            <p:cNvSpPr/>
            <p:nvPr/>
          </p:nvSpPr>
          <p:spPr>
            <a:xfrm>
              <a:off x="7434763" y="25383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8" name="pt35968"/>
            <p:cNvSpPr/>
            <p:nvPr/>
          </p:nvSpPr>
          <p:spPr>
            <a:xfrm>
              <a:off x="6935180" y="2058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9" name="pt35969"/>
            <p:cNvSpPr/>
            <p:nvPr/>
          </p:nvSpPr>
          <p:spPr>
            <a:xfrm>
              <a:off x="7239993" y="21087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0" name="pt35970"/>
            <p:cNvSpPr/>
            <p:nvPr/>
          </p:nvSpPr>
          <p:spPr>
            <a:xfrm>
              <a:off x="7189579" y="21762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1" name="pt35971"/>
            <p:cNvSpPr/>
            <p:nvPr/>
          </p:nvSpPr>
          <p:spPr>
            <a:xfrm>
              <a:off x="7123829" y="21305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2" name="pt35972"/>
            <p:cNvSpPr/>
            <p:nvPr/>
          </p:nvSpPr>
          <p:spPr>
            <a:xfrm>
              <a:off x="7094660" y="21920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3" name="pt35973"/>
            <p:cNvSpPr/>
            <p:nvPr/>
          </p:nvSpPr>
          <p:spPr>
            <a:xfrm>
              <a:off x="7274979" y="19861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4" name="pt35974"/>
            <p:cNvSpPr/>
            <p:nvPr/>
          </p:nvSpPr>
          <p:spPr>
            <a:xfrm>
              <a:off x="7266201" y="18956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5" name="pt35975"/>
            <p:cNvSpPr/>
            <p:nvPr/>
          </p:nvSpPr>
          <p:spPr>
            <a:xfrm>
              <a:off x="7095093" y="20666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6" name="pt35976"/>
            <p:cNvSpPr/>
            <p:nvPr/>
          </p:nvSpPr>
          <p:spPr>
            <a:xfrm>
              <a:off x="7142628" y="22694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7" name="pt35977"/>
            <p:cNvSpPr/>
            <p:nvPr/>
          </p:nvSpPr>
          <p:spPr>
            <a:xfrm>
              <a:off x="7414256" y="24109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8" name="pt35978"/>
            <p:cNvSpPr/>
            <p:nvPr/>
          </p:nvSpPr>
          <p:spPr>
            <a:xfrm>
              <a:off x="7344755" y="25033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9" name="pt35979"/>
            <p:cNvSpPr/>
            <p:nvPr/>
          </p:nvSpPr>
          <p:spPr>
            <a:xfrm>
              <a:off x="6834013" y="22292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0" name="pt35980"/>
            <p:cNvSpPr/>
            <p:nvPr/>
          </p:nvSpPr>
          <p:spPr>
            <a:xfrm>
              <a:off x="7275972" y="21186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1" name="pt35981"/>
            <p:cNvSpPr/>
            <p:nvPr/>
          </p:nvSpPr>
          <p:spPr>
            <a:xfrm>
              <a:off x="7105162" y="2093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2" name="pt35982"/>
            <p:cNvSpPr/>
            <p:nvPr/>
          </p:nvSpPr>
          <p:spPr>
            <a:xfrm>
              <a:off x="7403628" y="23343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3" name="pt35983"/>
            <p:cNvSpPr/>
            <p:nvPr/>
          </p:nvSpPr>
          <p:spPr>
            <a:xfrm>
              <a:off x="7059996" y="23342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4" name="pt35984"/>
            <p:cNvSpPr/>
            <p:nvPr/>
          </p:nvSpPr>
          <p:spPr>
            <a:xfrm>
              <a:off x="7237913" y="20261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5" name="pt35985"/>
            <p:cNvSpPr/>
            <p:nvPr/>
          </p:nvSpPr>
          <p:spPr>
            <a:xfrm>
              <a:off x="7034789" y="22211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6" name="pt35986"/>
            <p:cNvSpPr/>
            <p:nvPr/>
          </p:nvSpPr>
          <p:spPr>
            <a:xfrm>
              <a:off x="7124668" y="21317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7" name="pt35987"/>
            <p:cNvSpPr/>
            <p:nvPr/>
          </p:nvSpPr>
          <p:spPr>
            <a:xfrm>
              <a:off x="7222006" y="19438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8" name="pt35988"/>
            <p:cNvSpPr/>
            <p:nvPr/>
          </p:nvSpPr>
          <p:spPr>
            <a:xfrm>
              <a:off x="7000999" y="17714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9" name="pt35989"/>
            <p:cNvSpPr/>
            <p:nvPr/>
          </p:nvSpPr>
          <p:spPr>
            <a:xfrm>
              <a:off x="7192686" y="22325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0" name="pt35990"/>
            <p:cNvSpPr/>
            <p:nvPr/>
          </p:nvSpPr>
          <p:spPr>
            <a:xfrm>
              <a:off x="7042713" y="19146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1" name="pt35991"/>
            <p:cNvSpPr/>
            <p:nvPr/>
          </p:nvSpPr>
          <p:spPr>
            <a:xfrm>
              <a:off x="7302040" y="20129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2" name="pt35992"/>
            <p:cNvSpPr/>
            <p:nvPr/>
          </p:nvSpPr>
          <p:spPr>
            <a:xfrm>
              <a:off x="7123001" y="21925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3" name="pt35993"/>
            <p:cNvSpPr/>
            <p:nvPr/>
          </p:nvSpPr>
          <p:spPr>
            <a:xfrm>
              <a:off x="6955726" y="20512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4" name="pt35994"/>
            <p:cNvSpPr/>
            <p:nvPr/>
          </p:nvSpPr>
          <p:spPr>
            <a:xfrm>
              <a:off x="7204508" y="21108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5" name="pt35995"/>
            <p:cNvSpPr/>
            <p:nvPr/>
          </p:nvSpPr>
          <p:spPr>
            <a:xfrm>
              <a:off x="7073702" y="21951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6" name="pt35996"/>
            <p:cNvSpPr/>
            <p:nvPr/>
          </p:nvSpPr>
          <p:spPr>
            <a:xfrm>
              <a:off x="7223119" y="18548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7" name="pt35997"/>
            <p:cNvSpPr/>
            <p:nvPr/>
          </p:nvSpPr>
          <p:spPr>
            <a:xfrm>
              <a:off x="7166802" y="21633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8" name="pt35998"/>
            <p:cNvSpPr/>
            <p:nvPr/>
          </p:nvSpPr>
          <p:spPr>
            <a:xfrm>
              <a:off x="6772334" y="24525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9" name="pt35999"/>
            <p:cNvSpPr/>
            <p:nvPr/>
          </p:nvSpPr>
          <p:spPr>
            <a:xfrm>
              <a:off x="6985119" y="20244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0" name="pt36000"/>
            <p:cNvSpPr/>
            <p:nvPr/>
          </p:nvSpPr>
          <p:spPr>
            <a:xfrm>
              <a:off x="7025967" y="22772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1" name="pt36001"/>
            <p:cNvSpPr/>
            <p:nvPr/>
          </p:nvSpPr>
          <p:spPr>
            <a:xfrm>
              <a:off x="7221540" y="17678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2" name="pt36002"/>
            <p:cNvSpPr/>
            <p:nvPr/>
          </p:nvSpPr>
          <p:spPr>
            <a:xfrm>
              <a:off x="7177838" y="21322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3" name="pt36003"/>
            <p:cNvSpPr/>
            <p:nvPr/>
          </p:nvSpPr>
          <p:spPr>
            <a:xfrm>
              <a:off x="6947589" y="20046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4" name="pt36004"/>
            <p:cNvSpPr/>
            <p:nvPr/>
          </p:nvSpPr>
          <p:spPr>
            <a:xfrm>
              <a:off x="7307891" y="19333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5" name="pt36005"/>
            <p:cNvSpPr/>
            <p:nvPr/>
          </p:nvSpPr>
          <p:spPr>
            <a:xfrm>
              <a:off x="6971181" y="20596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6" name="pt36006"/>
            <p:cNvSpPr/>
            <p:nvPr/>
          </p:nvSpPr>
          <p:spPr>
            <a:xfrm>
              <a:off x="7202342" y="20994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7" name="pt36007"/>
            <p:cNvSpPr/>
            <p:nvPr/>
          </p:nvSpPr>
          <p:spPr>
            <a:xfrm>
              <a:off x="7183386" y="19930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8" name="pt36008"/>
            <p:cNvSpPr/>
            <p:nvPr/>
          </p:nvSpPr>
          <p:spPr>
            <a:xfrm>
              <a:off x="6745782" y="15684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9" name="pt36009"/>
            <p:cNvSpPr/>
            <p:nvPr/>
          </p:nvSpPr>
          <p:spPr>
            <a:xfrm>
              <a:off x="7079558" y="22383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0" name="pt36010"/>
            <p:cNvSpPr/>
            <p:nvPr/>
          </p:nvSpPr>
          <p:spPr>
            <a:xfrm>
              <a:off x="7320840" y="22969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1" name="pt36011"/>
            <p:cNvSpPr/>
            <p:nvPr/>
          </p:nvSpPr>
          <p:spPr>
            <a:xfrm>
              <a:off x="7132816" y="23501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2" name="pt36012"/>
            <p:cNvSpPr/>
            <p:nvPr/>
          </p:nvSpPr>
          <p:spPr>
            <a:xfrm>
              <a:off x="7272134" y="20792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3" name="pt36013"/>
            <p:cNvSpPr/>
            <p:nvPr/>
          </p:nvSpPr>
          <p:spPr>
            <a:xfrm>
              <a:off x="7066287" y="21468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4" name="pt36014"/>
            <p:cNvSpPr/>
            <p:nvPr/>
          </p:nvSpPr>
          <p:spPr>
            <a:xfrm>
              <a:off x="7007270" y="20405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5" name="pt36015"/>
            <p:cNvSpPr/>
            <p:nvPr/>
          </p:nvSpPr>
          <p:spPr>
            <a:xfrm>
              <a:off x="7191909" y="22717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6" name="pt36016"/>
            <p:cNvSpPr/>
            <p:nvPr/>
          </p:nvSpPr>
          <p:spPr>
            <a:xfrm>
              <a:off x="6885429" y="20476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7" name="pt36017"/>
            <p:cNvSpPr/>
            <p:nvPr/>
          </p:nvSpPr>
          <p:spPr>
            <a:xfrm>
              <a:off x="7341664" y="22640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8" name="pt36018"/>
            <p:cNvSpPr/>
            <p:nvPr/>
          </p:nvSpPr>
          <p:spPr>
            <a:xfrm>
              <a:off x="7091166" y="22022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9" name="pt36019"/>
            <p:cNvSpPr/>
            <p:nvPr/>
          </p:nvSpPr>
          <p:spPr>
            <a:xfrm>
              <a:off x="6865617" y="20361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0" name="pt36020"/>
            <p:cNvSpPr/>
            <p:nvPr/>
          </p:nvSpPr>
          <p:spPr>
            <a:xfrm>
              <a:off x="7063582" y="21184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1" name="pt36021"/>
            <p:cNvSpPr/>
            <p:nvPr/>
          </p:nvSpPr>
          <p:spPr>
            <a:xfrm>
              <a:off x="7088349" y="21618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2" name="pt36022"/>
            <p:cNvSpPr/>
            <p:nvPr/>
          </p:nvSpPr>
          <p:spPr>
            <a:xfrm>
              <a:off x="7210567" y="21316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3" name="pt36023"/>
            <p:cNvSpPr/>
            <p:nvPr/>
          </p:nvSpPr>
          <p:spPr>
            <a:xfrm>
              <a:off x="7085836" y="22138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4" name="pt36024"/>
            <p:cNvSpPr/>
            <p:nvPr/>
          </p:nvSpPr>
          <p:spPr>
            <a:xfrm>
              <a:off x="7337866" y="23024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5" name="pt36025"/>
            <p:cNvSpPr/>
            <p:nvPr/>
          </p:nvSpPr>
          <p:spPr>
            <a:xfrm>
              <a:off x="6509903" y="19817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6" name="pt36026"/>
            <p:cNvSpPr/>
            <p:nvPr/>
          </p:nvSpPr>
          <p:spPr>
            <a:xfrm>
              <a:off x="7436476" y="2796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7" name="pt36027"/>
            <p:cNvSpPr/>
            <p:nvPr/>
          </p:nvSpPr>
          <p:spPr>
            <a:xfrm>
              <a:off x="7372853" y="19567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8" name="pt36028"/>
            <p:cNvSpPr/>
            <p:nvPr/>
          </p:nvSpPr>
          <p:spPr>
            <a:xfrm>
              <a:off x="7250394" y="20275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9" name="pt36029"/>
            <p:cNvSpPr/>
            <p:nvPr/>
          </p:nvSpPr>
          <p:spPr>
            <a:xfrm>
              <a:off x="6743061" y="13550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0" name="pt36030"/>
            <p:cNvSpPr/>
            <p:nvPr/>
          </p:nvSpPr>
          <p:spPr>
            <a:xfrm>
              <a:off x="6932887" y="21361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1" name="pt36031"/>
            <p:cNvSpPr/>
            <p:nvPr/>
          </p:nvSpPr>
          <p:spPr>
            <a:xfrm>
              <a:off x="7135611" y="23562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2" name="pt36032"/>
            <p:cNvSpPr/>
            <p:nvPr/>
          </p:nvSpPr>
          <p:spPr>
            <a:xfrm>
              <a:off x="7038409" y="2388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3" name="pt36033"/>
            <p:cNvSpPr/>
            <p:nvPr/>
          </p:nvSpPr>
          <p:spPr>
            <a:xfrm>
              <a:off x="7060342" y="22438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4" name="pt36034"/>
            <p:cNvSpPr/>
            <p:nvPr/>
          </p:nvSpPr>
          <p:spPr>
            <a:xfrm>
              <a:off x="7137150" y="23471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5" name="pt36035"/>
            <p:cNvSpPr/>
            <p:nvPr/>
          </p:nvSpPr>
          <p:spPr>
            <a:xfrm>
              <a:off x="7233427" y="21950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6" name="pt36036"/>
            <p:cNvSpPr/>
            <p:nvPr/>
          </p:nvSpPr>
          <p:spPr>
            <a:xfrm>
              <a:off x="7172148" y="21426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7" name="pt36037"/>
            <p:cNvSpPr/>
            <p:nvPr/>
          </p:nvSpPr>
          <p:spPr>
            <a:xfrm>
              <a:off x="7456416" y="26623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8" name="pt36038"/>
            <p:cNvSpPr/>
            <p:nvPr/>
          </p:nvSpPr>
          <p:spPr>
            <a:xfrm>
              <a:off x="7016908" y="18289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9" name="pt36039"/>
            <p:cNvSpPr/>
            <p:nvPr/>
          </p:nvSpPr>
          <p:spPr>
            <a:xfrm>
              <a:off x="7277431" y="19680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0" name="pt36040"/>
            <p:cNvSpPr/>
            <p:nvPr/>
          </p:nvSpPr>
          <p:spPr>
            <a:xfrm>
              <a:off x="7307110" y="20314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1" name="pt36041"/>
            <p:cNvSpPr/>
            <p:nvPr/>
          </p:nvSpPr>
          <p:spPr>
            <a:xfrm>
              <a:off x="7141565" y="21711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2" name="pt36042"/>
            <p:cNvSpPr/>
            <p:nvPr/>
          </p:nvSpPr>
          <p:spPr>
            <a:xfrm>
              <a:off x="7134144" y="23360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3" name="pt36043"/>
            <p:cNvSpPr/>
            <p:nvPr/>
          </p:nvSpPr>
          <p:spPr>
            <a:xfrm>
              <a:off x="7085203" y="20422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4" name="pt36044"/>
            <p:cNvSpPr/>
            <p:nvPr/>
          </p:nvSpPr>
          <p:spPr>
            <a:xfrm>
              <a:off x="7220745" y="18949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5" name="pt36045"/>
            <p:cNvSpPr/>
            <p:nvPr/>
          </p:nvSpPr>
          <p:spPr>
            <a:xfrm>
              <a:off x="7057518" y="23035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6" name="pt36046"/>
            <p:cNvSpPr/>
            <p:nvPr/>
          </p:nvSpPr>
          <p:spPr>
            <a:xfrm>
              <a:off x="7134395" y="23243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7" name="pt36047"/>
            <p:cNvSpPr/>
            <p:nvPr/>
          </p:nvSpPr>
          <p:spPr>
            <a:xfrm>
              <a:off x="7157329" y="20333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8" name="pt36048"/>
            <p:cNvSpPr/>
            <p:nvPr/>
          </p:nvSpPr>
          <p:spPr>
            <a:xfrm>
              <a:off x="6953677" y="20105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9" name="pt36049"/>
            <p:cNvSpPr/>
            <p:nvPr/>
          </p:nvSpPr>
          <p:spPr>
            <a:xfrm>
              <a:off x="6760431" y="23871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0" name="pt36050"/>
            <p:cNvSpPr/>
            <p:nvPr/>
          </p:nvSpPr>
          <p:spPr>
            <a:xfrm>
              <a:off x="7090469" y="21678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1" name="pt36051"/>
            <p:cNvSpPr/>
            <p:nvPr/>
          </p:nvSpPr>
          <p:spPr>
            <a:xfrm>
              <a:off x="6885523" y="20394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2" name="pt36052"/>
            <p:cNvSpPr/>
            <p:nvPr/>
          </p:nvSpPr>
          <p:spPr>
            <a:xfrm>
              <a:off x="7190975" y="23113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3" name="pt36053"/>
            <p:cNvSpPr/>
            <p:nvPr/>
          </p:nvSpPr>
          <p:spPr>
            <a:xfrm>
              <a:off x="7053394" y="22010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4" name="pt36054"/>
            <p:cNvSpPr/>
            <p:nvPr/>
          </p:nvSpPr>
          <p:spPr>
            <a:xfrm>
              <a:off x="7014814" y="19128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5" name="pt36055"/>
            <p:cNvSpPr/>
            <p:nvPr/>
          </p:nvSpPr>
          <p:spPr>
            <a:xfrm>
              <a:off x="7222068" y="19142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6" name="pt36056"/>
            <p:cNvSpPr/>
            <p:nvPr/>
          </p:nvSpPr>
          <p:spPr>
            <a:xfrm>
              <a:off x="7135363" y="23247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7" name="pt36057"/>
            <p:cNvSpPr/>
            <p:nvPr/>
          </p:nvSpPr>
          <p:spPr>
            <a:xfrm>
              <a:off x="7366407" y="21058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8" name="pt36058"/>
            <p:cNvSpPr/>
            <p:nvPr/>
          </p:nvSpPr>
          <p:spPr>
            <a:xfrm>
              <a:off x="7273797" y="2009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9" name="pt36059"/>
            <p:cNvSpPr/>
            <p:nvPr/>
          </p:nvSpPr>
          <p:spPr>
            <a:xfrm>
              <a:off x="6877877" y="18833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0" name="pt36060"/>
            <p:cNvSpPr/>
            <p:nvPr/>
          </p:nvSpPr>
          <p:spPr>
            <a:xfrm>
              <a:off x="7416682" y="25582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1" name="pt36061"/>
            <p:cNvSpPr/>
            <p:nvPr/>
          </p:nvSpPr>
          <p:spPr>
            <a:xfrm>
              <a:off x="7139752" y="23201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2" name="pt36062"/>
            <p:cNvSpPr/>
            <p:nvPr/>
          </p:nvSpPr>
          <p:spPr>
            <a:xfrm>
              <a:off x="7429983" y="27164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3" name="pt36063"/>
            <p:cNvSpPr/>
            <p:nvPr/>
          </p:nvSpPr>
          <p:spPr>
            <a:xfrm>
              <a:off x="7060237" y="20600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4" name="pt36064"/>
            <p:cNvSpPr/>
            <p:nvPr/>
          </p:nvSpPr>
          <p:spPr>
            <a:xfrm>
              <a:off x="7200440" y="22207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5" name="pt36065"/>
            <p:cNvSpPr/>
            <p:nvPr/>
          </p:nvSpPr>
          <p:spPr>
            <a:xfrm>
              <a:off x="6874845" y="17771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6" name="pt36066"/>
            <p:cNvSpPr/>
            <p:nvPr/>
          </p:nvSpPr>
          <p:spPr>
            <a:xfrm>
              <a:off x="7044414" y="21875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7" name="pt36067"/>
            <p:cNvSpPr/>
            <p:nvPr/>
          </p:nvSpPr>
          <p:spPr>
            <a:xfrm>
              <a:off x="6905473" y="22360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8" name="pt36068"/>
            <p:cNvSpPr/>
            <p:nvPr/>
          </p:nvSpPr>
          <p:spPr>
            <a:xfrm>
              <a:off x="7108195" y="20538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9" name="pt36069"/>
            <p:cNvSpPr/>
            <p:nvPr/>
          </p:nvSpPr>
          <p:spPr>
            <a:xfrm>
              <a:off x="7251028" y="20334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0" name="pt36070"/>
            <p:cNvSpPr/>
            <p:nvPr/>
          </p:nvSpPr>
          <p:spPr>
            <a:xfrm>
              <a:off x="7351009" y="24036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1" name="pt36071"/>
            <p:cNvSpPr/>
            <p:nvPr/>
          </p:nvSpPr>
          <p:spPr>
            <a:xfrm>
              <a:off x="7037293" y="23582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2" name="pt36072"/>
            <p:cNvSpPr/>
            <p:nvPr/>
          </p:nvSpPr>
          <p:spPr>
            <a:xfrm>
              <a:off x="7170640" y="22603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3" name="pt36073"/>
            <p:cNvSpPr/>
            <p:nvPr/>
          </p:nvSpPr>
          <p:spPr>
            <a:xfrm>
              <a:off x="7126092" y="22667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4" name="pt36074"/>
            <p:cNvSpPr/>
            <p:nvPr/>
          </p:nvSpPr>
          <p:spPr>
            <a:xfrm>
              <a:off x="7248533" y="21905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5" name="pt36075"/>
            <p:cNvSpPr/>
            <p:nvPr/>
          </p:nvSpPr>
          <p:spPr>
            <a:xfrm>
              <a:off x="7311771" y="19080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6" name="pt36076"/>
            <p:cNvSpPr/>
            <p:nvPr/>
          </p:nvSpPr>
          <p:spPr>
            <a:xfrm>
              <a:off x="7186949" y="20756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7" name="pt36077"/>
            <p:cNvSpPr/>
            <p:nvPr/>
          </p:nvSpPr>
          <p:spPr>
            <a:xfrm>
              <a:off x="6803309" y="21532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8" name="pt36078"/>
            <p:cNvSpPr/>
            <p:nvPr/>
          </p:nvSpPr>
          <p:spPr>
            <a:xfrm>
              <a:off x="6993890" y="20662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9" name="pt36079"/>
            <p:cNvSpPr/>
            <p:nvPr/>
          </p:nvSpPr>
          <p:spPr>
            <a:xfrm>
              <a:off x="6940112" y="21006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0" name="pt36080"/>
            <p:cNvSpPr/>
            <p:nvPr/>
          </p:nvSpPr>
          <p:spPr>
            <a:xfrm>
              <a:off x="7048895" y="1715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1" name="pt36081"/>
            <p:cNvSpPr/>
            <p:nvPr/>
          </p:nvSpPr>
          <p:spPr>
            <a:xfrm>
              <a:off x="6904922" y="20864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2" name="pt36082"/>
            <p:cNvSpPr/>
            <p:nvPr/>
          </p:nvSpPr>
          <p:spPr>
            <a:xfrm>
              <a:off x="6853860" y="21414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3" name="pt36083"/>
            <p:cNvSpPr/>
            <p:nvPr/>
          </p:nvSpPr>
          <p:spPr>
            <a:xfrm>
              <a:off x="7082446" y="21670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4" name="pt36084"/>
            <p:cNvSpPr/>
            <p:nvPr/>
          </p:nvSpPr>
          <p:spPr>
            <a:xfrm>
              <a:off x="6857034" y="22661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5" name="pt36085"/>
            <p:cNvSpPr/>
            <p:nvPr/>
          </p:nvSpPr>
          <p:spPr>
            <a:xfrm>
              <a:off x="6867624" y="22320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6" name="pt36086"/>
            <p:cNvSpPr/>
            <p:nvPr/>
          </p:nvSpPr>
          <p:spPr>
            <a:xfrm>
              <a:off x="7091735" y="22351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7" name="pt36087"/>
            <p:cNvSpPr/>
            <p:nvPr/>
          </p:nvSpPr>
          <p:spPr>
            <a:xfrm>
              <a:off x="7191168" y="23455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8" name="pt36088"/>
            <p:cNvSpPr/>
            <p:nvPr/>
          </p:nvSpPr>
          <p:spPr>
            <a:xfrm>
              <a:off x="7139329" y="22905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9" name="pt36089"/>
            <p:cNvSpPr/>
            <p:nvPr/>
          </p:nvSpPr>
          <p:spPr>
            <a:xfrm>
              <a:off x="7177256" y="20407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0" name="pt36090"/>
            <p:cNvSpPr/>
            <p:nvPr/>
          </p:nvSpPr>
          <p:spPr>
            <a:xfrm>
              <a:off x="7136726" y="22164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1" name="pt36091"/>
            <p:cNvSpPr/>
            <p:nvPr/>
          </p:nvSpPr>
          <p:spPr>
            <a:xfrm>
              <a:off x="7154892" y="2017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2" name="pt36092"/>
            <p:cNvSpPr/>
            <p:nvPr/>
          </p:nvSpPr>
          <p:spPr>
            <a:xfrm>
              <a:off x="6832320" y="20546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3" name="pt36093"/>
            <p:cNvSpPr/>
            <p:nvPr/>
          </p:nvSpPr>
          <p:spPr>
            <a:xfrm>
              <a:off x="7108340" y="21378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4" name="pt36094"/>
            <p:cNvSpPr/>
            <p:nvPr/>
          </p:nvSpPr>
          <p:spPr>
            <a:xfrm>
              <a:off x="7210960" y="20653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5" name="pt36095"/>
            <p:cNvSpPr/>
            <p:nvPr/>
          </p:nvSpPr>
          <p:spPr>
            <a:xfrm>
              <a:off x="7107653" y="21174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6" name="pt36096"/>
            <p:cNvSpPr/>
            <p:nvPr/>
          </p:nvSpPr>
          <p:spPr>
            <a:xfrm>
              <a:off x="7194788" y="2230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7" name="pt36097"/>
            <p:cNvSpPr/>
            <p:nvPr/>
          </p:nvSpPr>
          <p:spPr>
            <a:xfrm>
              <a:off x="6987891" y="20342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8" name="pt36098"/>
            <p:cNvSpPr/>
            <p:nvPr/>
          </p:nvSpPr>
          <p:spPr>
            <a:xfrm>
              <a:off x="7024749" y="21710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9" name="pt36099"/>
            <p:cNvSpPr/>
            <p:nvPr/>
          </p:nvSpPr>
          <p:spPr>
            <a:xfrm>
              <a:off x="7348615" y="25942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0" name="pt36100"/>
            <p:cNvSpPr/>
            <p:nvPr/>
          </p:nvSpPr>
          <p:spPr>
            <a:xfrm>
              <a:off x="6860130" y="23177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1" name="pt36101"/>
            <p:cNvSpPr/>
            <p:nvPr/>
          </p:nvSpPr>
          <p:spPr>
            <a:xfrm>
              <a:off x="7130162" y="22145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2" name="pt36102"/>
            <p:cNvSpPr/>
            <p:nvPr/>
          </p:nvSpPr>
          <p:spPr>
            <a:xfrm>
              <a:off x="7160546" y="20995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3" name="pt36103"/>
            <p:cNvSpPr/>
            <p:nvPr/>
          </p:nvSpPr>
          <p:spPr>
            <a:xfrm>
              <a:off x="7026530" y="21864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4" name="pt36104"/>
            <p:cNvSpPr/>
            <p:nvPr/>
          </p:nvSpPr>
          <p:spPr>
            <a:xfrm>
              <a:off x="7136144" y="24496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5" name="pt36105"/>
            <p:cNvSpPr/>
            <p:nvPr/>
          </p:nvSpPr>
          <p:spPr>
            <a:xfrm>
              <a:off x="7214310" y="22314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6" name="pt36106"/>
            <p:cNvSpPr/>
            <p:nvPr/>
          </p:nvSpPr>
          <p:spPr>
            <a:xfrm>
              <a:off x="7351088" y="23869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7" name="pt36107"/>
            <p:cNvSpPr/>
            <p:nvPr/>
          </p:nvSpPr>
          <p:spPr>
            <a:xfrm>
              <a:off x="7120865" y="21590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8" name="pt36108"/>
            <p:cNvSpPr/>
            <p:nvPr/>
          </p:nvSpPr>
          <p:spPr>
            <a:xfrm>
              <a:off x="6946476" y="20394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9" name="pt36109"/>
            <p:cNvSpPr/>
            <p:nvPr/>
          </p:nvSpPr>
          <p:spPr>
            <a:xfrm>
              <a:off x="7197661" y="22929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0" name="pt36110"/>
            <p:cNvSpPr/>
            <p:nvPr/>
          </p:nvSpPr>
          <p:spPr>
            <a:xfrm>
              <a:off x="7210523" y="22291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1" name="pt36111"/>
            <p:cNvSpPr/>
            <p:nvPr/>
          </p:nvSpPr>
          <p:spPr>
            <a:xfrm>
              <a:off x="7099575" y="20853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2" name="pt36112"/>
            <p:cNvSpPr/>
            <p:nvPr/>
          </p:nvSpPr>
          <p:spPr>
            <a:xfrm>
              <a:off x="7101125" y="21610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3" name="pt36113"/>
            <p:cNvSpPr/>
            <p:nvPr/>
          </p:nvSpPr>
          <p:spPr>
            <a:xfrm>
              <a:off x="6972595" y="19548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4" name="pt36114"/>
            <p:cNvSpPr/>
            <p:nvPr/>
          </p:nvSpPr>
          <p:spPr>
            <a:xfrm>
              <a:off x="7002039" y="17958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5" name="pt36115"/>
            <p:cNvSpPr/>
            <p:nvPr/>
          </p:nvSpPr>
          <p:spPr>
            <a:xfrm>
              <a:off x="7240274" y="20361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6" name="pt36116"/>
            <p:cNvSpPr/>
            <p:nvPr/>
          </p:nvSpPr>
          <p:spPr>
            <a:xfrm>
              <a:off x="7183838" y="20254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7" name="pt36117"/>
            <p:cNvSpPr/>
            <p:nvPr/>
          </p:nvSpPr>
          <p:spPr>
            <a:xfrm>
              <a:off x="6991762" y="19660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8" name="pt36118"/>
            <p:cNvSpPr/>
            <p:nvPr/>
          </p:nvSpPr>
          <p:spPr>
            <a:xfrm>
              <a:off x="6969796" y="21237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9" name="pt36119"/>
            <p:cNvSpPr/>
            <p:nvPr/>
          </p:nvSpPr>
          <p:spPr>
            <a:xfrm>
              <a:off x="7122707" y="21574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0" name="pt36120"/>
            <p:cNvSpPr/>
            <p:nvPr/>
          </p:nvSpPr>
          <p:spPr>
            <a:xfrm>
              <a:off x="7097561" y="20751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1" name="pt36121"/>
            <p:cNvSpPr/>
            <p:nvPr/>
          </p:nvSpPr>
          <p:spPr>
            <a:xfrm>
              <a:off x="7206343" y="21232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2" name="pt36122"/>
            <p:cNvSpPr/>
            <p:nvPr/>
          </p:nvSpPr>
          <p:spPr>
            <a:xfrm>
              <a:off x="7212292" y="22117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3" name="pt36123"/>
            <p:cNvSpPr/>
            <p:nvPr/>
          </p:nvSpPr>
          <p:spPr>
            <a:xfrm>
              <a:off x="7175379" y="19216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4" name="pt36124"/>
            <p:cNvSpPr/>
            <p:nvPr/>
          </p:nvSpPr>
          <p:spPr>
            <a:xfrm>
              <a:off x="7110551" y="21783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5" name="pt36125"/>
            <p:cNvSpPr/>
            <p:nvPr/>
          </p:nvSpPr>
          <p:spPr>
            <a:xfrm>
              <a:off x="7155246" y="20287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6" name="pt36126"/>
            <p:cNvSpPr/>
            <p:nvPr/>
          </p:nvSpPr>
          <p:spPr>
            <a:xfrm>
              <a:off x="7116618" y="2210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7" name="pt36127"/>
            <p:cNvSpPr/>
            <p:nvPr/>
          </p:nvSpPr>
          <p:spPr>
            <a:xfrm>
              <a:off x="7088262" y="22079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8" name="pt36128"/>
            <p:cNvSpPr/>
            <p:nvPr/>
          </p:nvSpPr>
          <p:spPr>
            <a:xfrm>
              <a:off x="6992328" y="19050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9" name="pt36129"/>
            <p:cNvSpPr/>
            <p:nvPr/>
          </p:nvSpPr>
          <p:spPr>
            <a:xfrm>
              <a:off x="7124565" y="20972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0" name="pt36130"/>
            <p:cNvSpPr/>
            <p:nvPr/>
          </p:nvSpPr>
          <p:spPr>
            <a:xfrm>
              <a:off x="7134808" y="22869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1" name="pt36131"/>
            <p:cNvSpPr/>
            <p:nvPr/>
          </p:nvSpPr>
          <p:spPr>
            <a:xfrm>
              <a:off x="7680864" y="27760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2" name="pt36132"/>
            <p:cNvSpPr/>
            <p:nvPr/>
          </p:nvSpPr>
          <p:spPr>
            <a:xfrm>
              <a:off x="6900267" y="22639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3" name="pt36133"/>
            <p:cNvSpPr/>
            <p:nvPr/>
          </p:nvSpPr>
          <p:spPr>
            <a:xfrm>
              <a:off x="7158045" y="20245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4" name="pt36134"/>
            <p:cNvSpPr/>
            <p:nvPr/>
          </p:nvSpPr>
          <p:spPr>
            <a:xfrm>
              <a:off x="6981785" y="21157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5" name="pt36135"/>
            <p:cNvSpPr/>
            <p:nvPr/>
          </p:nvSpPr>
          <p:spPr>
            <a:xfrm>
              <a:off x="7059736" y="22417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6" name="pt36136"/>
            <p:cNvSpPr/>
            <p:nvPr/>
          </p:nvSpPr>
          <p:spPr>
            <a:xfrm>
              <a:off x="6881954" y="21720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7" name="pt36137"/>
            <p:cNvSpPr/>
            <p:nvPr/>
          </p:nvSpPr>
          <p:spPr>
            <a:xfrm>
              <a:off x="7277268" y="20010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8" name="pt36138"/>
            <p:cNvSpPr/>
            <p:nvPr/>
          </p:nvSpPr>
          <p:spPr>
            <a:xfrm>
              <a:off x="7052079" y="21019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9" name="pt36139"/>
            <p:cNvSpPr/>
            <p:nvPr/>
          </p:nvSpPr>
          <p:spPr>
            <a:xfrm>
              <a:off x="6747581" y="20211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0" name="pt36140"/>
            <p:cNvSpPr/>
            <p:nvPr/>
          </p:nvSpPr>
          <p:spPr>
            <a:xfrm>
              <a:off x="6992985" y="19785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1" name="pt36141"/>
            <p:cNvSpPr/>
            <p:nvPr/>
          </p:nvSpPr>
          <p:spPr>
            <a:xfrm>
              <a:off x="7227938" y="21949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2" name="pt36142"/>
            <p:cNvSpPr/>
            <p:nvPr/>
          </p:nvSpPr>
          <p:spPr>
            <a:xfrm>
              <a:off x="6908790" y="22943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3" name="pt36143"/>
            <p:cNvSpPr/>
            <p:nvPr/>
          </p:nvSpPr>
          <p:spPr>
            <a:xfrm>
              <a:off x="7164842" y="21627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4" name="pt36144"/>
            <p:cNvSpPr/>
            <p:nvPr/>
          </p:nvSpPr>
          <p:spPr>
            <a:xfrm>
              <a:off x="7026781" y="22138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5" name="pt36145"/>
            <p:cNvSpPr/>
            <p:nvPr/>
          </p:nvSpPr>
          <p:spPr>
            <a:xfrm>
              <a:off x="7181215" y="20354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6" name="pt36146"/>
            <p:cNvSpPr/>
            <p:nvPr/>
          </p:nvSpPr>
          <p:spPr>
            <a:xfrm>
              <a:off x="6823584" y="19916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7" name="pt36147"/>
            <p:cNvSpPr/>
            <p:nvPr/>
          </p:nvSpPr>
          <p:spPr>
            <a:xfrm>
              <a:off x="6935249" y="20098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8" name="pt36148"/>
            <p:cNvSpPr/>
            <p:nvPr/>
          </p:nvSpPr>
          <p:spPr>
            <a:xfrm>
              <a:off x="7197411" y="21901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9" name="pt36149"/>
            <p:cNvSpPr/>
            <p:nvPr/>
          </p:nvSpPr>
          <p:spPr>
            <a:xfrm>
              <a:off x="7237421" y="20505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0" name="pt36150"/>
            <p:cNvSpPr/>
            <p:nvPr/>
          </p:nvSpPr>
          <p:spPr>
            <a:xfrm>
              <a:off x="7238104" y="20051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1" name="pt36151"/>
            <p:cNvSpPr/>
            <p:nvPr/>
          </p:nvSpPr>
          <p:spPr>
            <a:xfrm>
              <a:off x="7235775" y="21646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2" name="pt36152"/>
            <p:cNvSpPr/>
            <p:nvPr/>
          </p:nvSpPr>
          <p:spPr>
            <a:xfrm>
              <a:off x="7337570" y="22325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3" name="pt36153"/>
            <p:cNvSpPr/>
            <p:nvPr/>
          </p:nvSpPr>
          <p:spPr>
            <a:xfrm>
              <a:off x="7100528" y="21932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4" name="pt36154"/>
            <p:cNvSpPr/>
            <p:nvPr/>
          </p:nvSpPr>
          <p:spPr>
            <a:xfrm>
              <a:off x="6706205" y="23644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5" name="pt36155"/>
            <p:cNvSpPr/>
            <p:nvPr/>
          </p:nvSpPr>
          <p:spPr>
            <a:xfrm>
              <a:off x="7108043" y="20307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6" name="pt36156"/>
            <p:cNvSpPr/>
            <p:nvPr/>
          </p:nvSpPr>
          <p:spPr>
            <a:xfrm>
              <a:off x="7236140" y="21365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7" name="pt36157"/>
            <p:cNvSpPr/>
            <p:nvPr/>
          </p:nvSpPr>
          <p:spPr>
            <a:xfrm>
              <a:off x="7302318" y="20103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8" name="pt36158"/>
            <p:cNvSpPr/>
            <p:nvPr/>
          </p:nvSpPr>
          <p:spPr>
            <a:xfrm>
              <a:off x="6975802" y="19933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9" name="pt36159"/>
            <p:cNvSpPr/>
            <p:nvPr/>
          </p:nvSpPr>
          <p:spPr>
            <a:xfrm>
              <a:off x="7079244" y="21815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0" name="pt36160"/>
            <p:cNvSpPr/>
            <p:nvPr/>
          </p:nvSpPr>
          <p:spPr>
            <a:xfrm>
              <a:off x="7261995" y="20033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1" name="pt36161"/>
            <p:cNvSpPr/>
            <p:nvPr/>
          </p:nvSpPr>
          <p:spPr>
            <a:xfrm>
              <a:off x="7146837" y="20549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2" name="pt36162"/>
            <p:cNvSpPr/>
            <p:nvPr/>
          </p:nvSpPr>
          <p:spPr>
            <a:xfrm>
              <a:off x="7363240" y="22629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3" name="pt36163"/>
            <p:cNvSpPr/>
            <p:nvPr/>
          </p:nvSpPr>
          <p:spPr>
            <a:xfrm>
              <a:off x="7347475" y="25317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4" name="pt36164"/>
            <p:cNvSpPr/>
            <p:nvPr/>
          </p:nvSpPr>
          <p:spPr>
            <a:xfrm>
              <a:off x="7113914" y="22368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5" name="pt36165"/>
            <p:cNvSpPr/>
            <p:nvPr/>
          </p:nvSpPr>
          <p:spPr>
            <a:xfrm>
              <a:off x="7477000" y="23140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6" name="pt36166"/>
            <p:cNvSpPr/>
            <p:nvPr/>
          </p:nvSpPr>
          <p:spPr>
            <a:xfrm>
              <a:off x="7031958" y="23344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7" name="pt36167"/>
            <p:cNvSpPr/>
            <p:nvPr/>
          </p:nvSpPr>
          <p:spPr>
            <a:xfrm>
              <a:off x="6983921" y="2047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8" name="pt36168"/>
            <p:cNvSpPr/>
            <p:nvPr/>
          </p:nvSpPr>
          <p:spPr>
            <a:xfrm>
              <a:off x="6963028" y="20078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9" name="pt36169"/>
            <p:cNvSpPr/>
            <p:nvPr/>
          </p:nvSpPr>
          <p:spPr>
            <a:xfrm>
              <a:off x="7173176" y="20954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0" name="pt36170"/>
            <p:cNvSpPr/>
            <p:nvPr/>
          </p:nvSpPr>
          <p:spPr>
            <a:xfrm>
              <a:off x="7253278" y="23231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1" name="pt36171"/>
            <p:cNvSpPr/>
            <p:nvPr/>
          </p:nvSpPr>
          <p:spPr>
            <a:xfrm>
              <a:off x="6948546" y="20638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2" name="pt36172"/>
            <p:cNvSpPr/>
            <p:nvPr/>
          </p:nvSpPr>
          <p:spPr>
            <a:xfrm>
              <a:off x="7311196" y="19432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3" name="pt36173"/>
            <p:cNvSpPr/>
            <p:nvPr/>
          </p:nvSpPr>
          <p:spPr>
            <a:xfrm>
              <a:off x="7284840" y="20224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4" name="pt36174"/>
            <p:cNvSpPr/>
            <p:nvPr/>
          </p:nvSpPr>
          <p:spPr>
            <a:xfrm>
              <a:off x="6913282" y="22221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5" name="pt36175"/>
            <p:cNvSpPr/>
            <p:nvPr/>
          </p:nvSpPr>
          <p:spPr>
            <a:xfrm>
              <a:off x="7148682" y="21188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6" name="pt36176"/>
            <p:cNvSpPr/>
            <p:nvPr/>
          </p:nvSpPr>
          <p:spPr>
            <a:xfrm>
              <a:off x="7069014" y="21518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7" name="pt36177"/>
            <p:cNvSpPr/>
            <p:nvPr/>
          </p:nvSpPr>
          <p:spPr>
            <a:xfrm>
              <a:off x="7144241" y="20846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8" name="pt36178"/>
            <p:cNvSpPr/>
            <p:nvPr/>
          </p:nvSpPr>
          <p:spPr>
            <a:xfrm>
              <a:off x="7095520" y="21389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9" name="pt36179"/>
            <p:cNvSpPr/>
            <p:nvPr/>
          </p:nvSpPr>
          <p:spPr>
            <a:xfrm>
              <a:off x="7212286" y="20745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0" name="pt36180"/>
            <p:cNvSpPr/>
            <p:nvPr/>
          </p:nvSpPr>
          <p:spPr>
            <a:xfrm>
              <a:off x="7579577" y="25634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1" name="pt36181"/>
            <p:cNvSpPr/>
            <p:nvPr/>
          </p:nvSpPr>
          <p:spPr>
            <a:xfrm>
              <a:off x="7242511" y="21408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2" name="pt36182"/>
            <p:cNvSpPr/>
            <p:nvPr/>
          </p:nvSpPr>
          <p:spPr>
            <a:xfrm>
              <a:off x="7407303" y="28739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3" name="pt36183"/>
            <p:cNvSpPr/>
            <p:nvPr/>
          </p:nvSpPr>
          <p:spPr>
            <a:xfrm>
              <a:off x="7046044" y="20597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4" name="pt36184"/>
            <p:cNvSpPr/>
            <p:nvPr/>
          </p:nvSpPr>
          <p:spPr>
            <a:xfrm>
              <a:off x="7076670" y="21988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5" name="pt36185"/>
            <p:cNvSpPr/>
            <p:nvPr/>
          </p:nvSpPr>
          <p:spPr>
            <a:xfrm>
              <a:off x="7057605" y="23020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6" name="pt36186"/>
            <p:cNvSpPr/>
            <p:nvPr/>
          </p:nvSpPr>
          <p:spPr>
            <a:xfrm>
              <a:off x="6753969" y="26106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7" name="pt36187"/>
            <p:cNvSpPr/>
            <p:nvPr/>
          </p:nvSpPr>
          <p:spPr>
            <a:xfrm>
              <a:off x="7125272" y="21723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8" name="pt36188"/>
            <p:cNvSpPr/>
            <p:nvPr/>
          </p:nvSpPr>
          <p:spPr>
            <a:xfrm>
              <a:off x="7162021" y="20797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9" name="pt36189"/>
            <p:cNvSpPr/>
            <p:nvPr/>
          </p:nvSpPr>
          <p:spPr>
            <a:xfrm>
              <a:off x="6910887" y="21306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0" name="pt36190"/>
            <p:cNvSpPr/>
            <p:nvPr/>
          </p:nvSpPr>
          <p:spPr>
            <a:xfrm>
              <a:off x="7220257" y="17644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1" name="pt36191"/>
            <p:cNvSpPr/>
            <p:nvPr/>
          </p:nvSpPr>
          <p:spPr>
            <a:xfrm>
              <a:off x="7244195" y="21334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2" name="pt36192"/>
            <p:cNvSpPr/>
            <p:nvPr/>
          </p:nvSpPr>
          <p:spPr>
            <a:xfrm>
              <a:off x="7619994" y="25377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3" name="pt36193"/>
            <p:cNvSpPr/>
            <p:nvPr/>
          </p:nvSpPr>
          <p:spPr>
            <a:xfrm>
              <a:off x="7044533" y="21430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4" name="pt36194"/>
            <p:cNvSpPr/>
            <p:nvPr/>
          </p:nvSpPr>
          <p:spPr>
            <a:xfrm>
              <a:off x="7269902" y="18982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5" name="pt36195"/>
            <p:cNvSpPr/>
            <p:nvPr/>
          </p:nvSpPr>
          <p:spPr>
            <a:xfrm>
              <a:off x="7032534" y="22645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6" name="pt36196"/>
            <p:cNvSpPr/>
            <p:nvPr/>
          </p:nvSpPr>
          <p:spPr>
            <a:xfrm>
              <a:off x="7083238" y="22304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7" name="pt36197"/>
            <p:cNvSpPr/>
            <p:nvPr/>
          </p:nvSpPr>
          <p:spPr>
            <a:xfrm>
              <a:off x="7160543" y="20875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8" name="pt36198"/>
            <p:cNvSpPr/>
            <p:nvPr/>
          </p:nvSpPr>
          <p:spPr>
            <a:xfrm>
              <a:off x="6960419" y="20472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9" name="pt36199"/>
            <p:cNvSpPr/>
            <p:nvPr/>
          </p:nvSpPr>
          <p:spPr>
            <a:xfrm>
              <a:off x="7212350" y="20121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0" name="pt36200"/>
            <p:cNvSpPr/>
            <p:nvPr/>
          </p:nvSpPr>
          <p:spPr>
            <a:xfrm>
              <a:off x="7183154" y="19494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1" name="pt36201"/>
            <p:cNvSpPr/>
            <p:nvPr/>
          </p:nvSpPr>
          <p:spPr>
            <a:xfrm>
              <a:off x="7152005" y="20384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2" name="pt36202"/>
            <p:cNvSpPr/>
            <p:nvPr/>
          </p:nvSpPr>
          <p:spPr>
            <a:xfrm>
              <a:off x="7758189" y="24134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3" name="pt36203"/>
            <p:cNvSpPr/>
            <p:nvPr/>
          </p:nvSpPr>
          <p:spPr>
            <a:xfrm>
              <a:off x="7108608" y="1970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4" name="pt36204"/>
            <p:cNvSpPr/>
            <p:nvPr/>
          </p:nvSpPr>
          <p:spPr>
            <a:xfrm>
              <a:off x="7193886" y="22310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5" name="pt36205"/>
            <p:cNvSpPr/>
            <p:nvPr/>
          </p:nvSpPr>
          <p:spPr>
            <a:xfrm>
              <a:off x="7517188" y="22164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6" name="pt36206"/>
            <p:cNvSpPr/>
            <p:nvPr/>
          </p:nvSpPr>
          <p:spPr>
            <a:xfrm>
              <a:off x="7084241" y="23374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7" name="pt36207"/>
            <p:cNvSpPr/>
            <p:nvPr/>
          </p:nvSpPr>
          <p:spPr>
            <a:xfrm>
              <a:off x="7198552" y="23976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8" name="pt36208"/>
            <p:cNvSpPr/>
            <p:nvPr/>
          </p:nvSpPr>
          <p:spPr>
            <a:xfrm>
              <a:off x="6968033" y="19559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9" name="pt36209"/>
            <p:cNvSpPr/>
            <p:nvPr/>
          </p:nvSpPr>
          <p:spPr>
            <a:xfrm>
              <a:off x="7110320" y="21744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0" name="pt36210"/>
            <p:cNvSpPr/>
            <p:nvPr/>
          </p:nvSpPr>
          <p:spPr>
            <a:xfrm>
              <a:off x="7128330" y="22191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1" name="pt36211"/>
            <p:cNvSpPr/>
            <p:nvPr/>
          </p:nvSpPr>
          <p:spPr>
            <a:xfrm>
              <a:off x="6983374" y="21900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2" name="pt36212"/>
            <p:cNvSpPr/>
            <p:nvPr/>
          </p:nvSpPr>
          <p:spPr>
            <a:xfrm>
              <a:off x="7027277" y="22548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3" name="pt36213"/>
            <p:cNvSpPr/>
            <p:nvPr/>
          </p:nvSpPr>
          <p:spPr>
            <a:xfrm>
              <a:off x="7154817" y="1998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4" name="pt36214"/>
            <p:cNvSpPr/>
            <p:nvPr/>
          </p:nvSpPr>
          <p:spPr>
            <a:xfrm>
              <a:off x="7142241" y="21944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5" name="pt36215"/>
            <p:cNvSpPr/>
            <p:nvPr/>
          </p:nvSpPr>
          <p:spPr>
            <a:xfrm>
              <a:off x="7278914" y="19582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6" name="pt36216"/>
            <p:cNvSpPr/>
            <p:nvPr/>
          </p:nvSpPr>
          <p:spPr>
            <a:xfrm>
              <a:off x="7218107" y="19578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7" name="pt36217"/>
            <p:cNvSpPr/>
            <p:nvPr/>
          </p:nvSpPr>
          <p:spPr>
            <a:xfrm>
              <a:off x="7250580" y="18788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8" name="pt36218"/>
            <p:cNvSpPr/>
            <p:nvPr/>
          </p:nvSpPr>
          <p:spPr>
            <a:xfrm>
              <a:off x="7218296" y="20750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9" name="pt36219"/>
            <p:cNvSpPr/>
            <p:nvPr/>
          </p:nvSpPr>
          <p:spPr>
            <a:xfrm>
              <a:off x="7038662" y="23693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0" name="pt36220"/>
            <p:cNvSpPr/>
            <p:nvPr/>
          </p:nvSpPr>
          <p:spPr>
            <a:xfrm>
              <a:off x="7416857" y="29456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1" name="pt36221"/>
            <p:cNvSpPr/>
            <p:nvPr/>
          </p:nvSpPr>
          <p:spPr>
            <a:xfrm>
              <a:off x="7256473" y="20701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2" name="pt36222"/>
            <p:cNvSpPr/>
            <p:nvPr/>
          </p:nvSpPr>
          <p:spPr>
            <a:xfrm>
              <a:off x="7268272" y="17842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3" name="pt36223"/>
            <p:cNvSpPr/>
            <p:nvPr/>
          </p:nvSpPr>
          <p:spPr>
            <a:xfrm>
              <a:off x="7055654" y="21030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4" name="pt36224"/>
            <p:cNvSpPr/>
            <p:nvPr/>
          </p:nvSpPr>
          <p:spPr>
            <a:xfrm>
              <a:off x="7140920" y="21788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5" name="pt36225"/>
            <p:cNvSpPr/>
            <p:nvPr/>
          </p:nvSpPr>
          <p:spPr>
            <a:xfrm>
              <a:off x="7018274" y="18833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6" name="pt36226"/>
            <p:cNvSpPr/>
            <p:nvPr/>
          </p:nvSpPr>
          <p:spPr>
            <a:xfrm>
              <a:off x="7014778" y="19229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7" name="pt36227"/>
            <p:cNvSpPr/>
            <p:nvPr/>
          </p:nvSpPr>
          <p:spPr>
            <a:xfrm>
              <a:off x="7346574" y="24850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8" name="pt36228"/>
            <p:cNvSpPr/>
            <p:nvPr/>
          </p:nvSpPr>
          <p:spPr>
            <a:xfrm>
              <a:off x="7486650" y="19212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9" name="pt36229"/>
            <p:cNvSpPr/>
            <p:nvPr/>
          </p:nvSpPr>
          <p:spPr>
            <a:xfrm>
              <a:off x="7357157" y="22315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0" name="pt36230"/>
            <p:cNvSpPr/>
            <p:nvPr/>
          </p:nvSpPr>
          <p:spPr>
            <a:xfrm>
              <a:off x="7203832" y="22947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1" name="pt36231"/>
            <p:cNvSpPr/>
            <p:nvPr/>
          </p:nvSpPr>
          <p:spPr>
            <a:xfrm>
              <a:off x="7068039" y="19219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2" name="pt36232"/>
            <p:cNvSpPr/>
            <p:nvPr/>
          </p:nvSpPr>
          <p:spPr>
            <a:xfrm>
              <a:off x="7367828" y="20374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3" name="pt36233"/>
            <p:cNvSpPr/>
            <p:nvPr/>
          </p:nvSpPr>
          <p:spPr>
            <a:xfrm>
              <a:off x="7124101" y="2109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4" name="pt36234"/>
            <p:cNvSpPr/>
            <p:nvPr/>
          </p:nvSpPr>
          <p:spPr>
            <a:xfrm>
              <a:off x="7587870" y="24890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5" name="pt36235"/>
            <p:cNvSpPr/>
            <p:nvPr/>
          </p:nvSpPr>
          <p:spPr>
            <a:xfrm>
              <a:off x="7466739" y="26132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6" name="pt36236"/>
            <p:cNvSpPr/>
            <p:nvPr/>
          </p:nvSpPr>
          <p:spPr>
            <a:xfrm>
              <a:off x="7698764" y="23239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7" name="pt36237"/>
            <p:cNvSpPr/>
            <p:nvPr/>
          </p:nvSpPr>
          <p:spPr>
            <a:xfrm>
              <a:off x="7244006" y="21260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8" name="pt36238"/>
            <p:cNvSpPr/>
            <p:nvPr/>
          </p:nvSpPr>
          <p:spPr>
            <a:xfrm>
              <a:off x="7080218" y="22128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9" name="pt36239"/>
            <p:cNvSpPr/>
            <p:nvPr/>
          </p:nvSpPr>
          <p:spPr>
            <a:xfrm>
              <a:off x="7469923" y="27300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0" name="pt36240"/>
            <p:cNvSpPr/>
            <p:nvPr/>
          </p:nvSpPr>
          <p:spPr>
            <a:xfrm>
              <a:off x="7236866" y="20573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1" name="pt36241"/>
            <p:cNvSpPr/>
            <p:nvPr/>
          </p:nvSpPr>
          <p:spPr>
            <a:xfrm>
              <a:off x="7334930" y="22816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2" name="pt36242"/>
            <p:cNvSpPr/>
            <p:nvPr/>
          </p:nvSpPr>
          <p:spPr>
            <a:xfrm>
              <a:off x="7212724" y="21502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3" name="pt36243"/>
            <p:cNvSpPr/>
            <p:nvPr/>
          </p:nvSpPr>
          <p:spPr>
            <a:xfrm>
              <a:off x="7303335" y="20589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4" name="pt36244"/>
            <p:cNvSpPr/>
            <p:nvPr/>
          </p:nvSpPr>
          <p:spPr>
            <a:xfrm>
              <a:off x="7261935" y="20520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5" name="pt36245"/>
            <p:cNvSpPr/>
            <p:nvPr/>
          </p:nvSpPr>
          <p:spPr>
            <a:xfrm>
              <a:off x="7186585" y="21825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6" name="pt36246"/>
            <p:cNvSpPr/>
            <p:nvPr/>
          </p:nvSpPr>
          <p:spPr>
            <a:xfrm>
              <a:off x="7786177" y="24861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7" name="pt36247"/>
            <p:cNvSpPr/>
            <p:nvPr/>
          </p:nvSpPr>
          <p:spPr>
            <a:xfrm>
              <a:off x="7075611" y="22716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8" name="pt36248"/>
            <p:cNvSpPr/>
            <p:nvPr/>
          </p:nvSpPr>
          <p:spPr>
            <a:xfrm>
              <a:off x="7025008" y="21934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9" name="pt36249"/>
            <p:cNvSpPr/>
            <p:nvPr/>
          </p:nvSpPr>
          <p:spPr>
            <a:xfrm>
              <a:off x="7169208" y="21912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0" name="pt36250"/>
            <p:cNvSpPr/>
            <p:nvPr/>
          </p:nvSpPr>
          <p:spPr>
            <a:xfrm>
              <a:off x="7162718" y="20889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1" name="pt36251"/>
            <p:cNvSpPr/>
            <p:nvPr/>
          </p:nvSpPr>
          <p:spPr>
            <a:xfrm>
              <a:off x="7404584" y="2403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2" name="pt36252"/>
            <p:cNvSpPr/>
            <p:nvPr/>
          </p:nvSpPr>
          <p:spPr>
            <a:xfrm>
              <a:off x="7166551" y="21635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3" name="pt36253"/>
            <p:cNvSpPr/>
            <p:nvPr/>
          </p:nvSpPr>
          <p:spPr>
            <a:xfrm>
              <a:off x="7211928" y="21579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4" name="pt36254"/>
            <p:cNvSpPr/>
            <p:nvPr/>
          </p:nvSpPr>
          <p:spPr>
            <a:xfrm>
              <a:off x="6581251" y="20848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5" name="pt36255"/>
            <p:cNvSpPr/>
            <p:nvPr/>
          </p:nvSpPr>
          <p:spPr>
            <a:xfrm>
              <a:off x="7041041" y="21770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6" name="pt36256"/>
            <p:cNvSpPr/>
            <p:nvPr/>
          </p:nvSpPr>
          <p:spPr>
            <a:xfrm>
              <a:off x="7012793" y="17387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7" name="pt36257"/>
            <p:cNvSpPr/>
            <p:nvPr/>
          </p:nvSpPr>
          <p:spPr>
            <a:xfrm>
              <a:off x="7010095" y="19823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8" name="pt36258"/>
            <p:cNvSpPr/>
            <p:nvPr/>
          </p:nvSpPr>
          <p:spPr>
            <a:xfrm>
              <a:off x="6864122" y="23302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9" name="pt36259"/>
            <p:cNvSpPr/>
            <p:nvPr/>
          </p:nvSpPr>
          <p:spPr>
            <a:xfrm>
              <a:off x="6832727" y="20044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0" name="pt36260"/>
            <p:cNvSpPr/>
            <p:nvPr/>
          </p:nvSpPr>
          <p:spPr>
            <a:xfrm>
              <a:off x="7231725" y="21559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1" name="pt36261"/>
            <p:cNvSpPr/>
            <p:nvPr/>
          </p:nvSpPr>
          <p:spPr>
            <a:xfrm>
              <a:off x="7327247" y="21391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2" name="pt36262"/>
            <p:cNvSpPr/>
            <p:nvPr/>
          </p:nvSpPr>
          <p:spPr>
            <a:xfrm>
              <a:off x="7103413" y="2080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3" name="pt36263"/>
            <p:cNvSpPr/>
            <p:nvPr/>
          </p:nvSpPr>
          <p:spPr>
            <a:xfrm>
              <a:off x="7197282" y="23795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4" name="pt36264"/>
            <p:cNvSpPr/>
            <p:nvPr/>
          </p:nvSpPr>
          <p:spPr>
            <a:xfrm>
              <a:off x="7165555" y="21572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5" name="pt36265"/>
            <p:cNvSpPr/>
            <p:nvPr/>
          </p:nvSpPr>
          <p:spPr>
            <a:xfrm>
              <a:off x="6875833" y="18369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6" name="pt36266"/>
            <p:cNvSpPr/>
            <p:nvPr/>
          </p:nvSpPr>
          <p:spPr>
            <a:xfrm>
              <a:off x="7087458" y="22447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7" name="pt36267"/>
            <p:cNvSpPr/>
            <p:nvPr/>
          </p:nvSpPr>
          <p:spPr>
            <a:xfrm>
              <a:off x="6952430" y="2126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8" name="pt36268"/>
            <p:cNvSpPr/>
            <p:nvPr/>
          </p:nvSpPr>
          <p:spPr>
            <a:xfrm>
              <a:off x="6979508" y="18967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9" name="pt36269"/>
            <p:cNvSpPr/>
            <p:nvPr/>
          </p:nvSpPr>
          <p:spPr>
            <a:xfrm>
              <a:off x="6646930" y="22961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0" name="pt36270"/>
            <p:cNvSpPr/>
            <p:nvPr/>
          </p:nvSpPr>
          <p:spPr>
            <a:xfrm>
              <a:off x="6788905" y="21691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1" name="pt36271"/>
            <p:cNvSpPr/>
            <p:nvPr/>
          </p:nvSpPr>
          <p:spPr>
            <a:xfrm>
              <a:off x="7172743" y="21574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2" name="pt36272"/>
            <p:cNvSpPr/>
            <p:nvPr/>
          </p:nvSpPr>
          <p:spPr>
            <a:xfrm>
              <a:off x="7170336" y="21735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3" name="pt36273"/>
            <p:cNvSpPr/>
            <p:nvPr/>
          </p:nvSpPr>
          <p:spPr>
            <a:xfrm>
              <a:off x="7044940" y="21473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4" name="pt36274"/>
            <p:cNvSpPr/>
            <p:nvPr/>
          </p:nvSpPr>
          <p:spPr>
            <a:xfrm>
              <a:off x="7024255" y="22120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5" name="pt36275"/>
            <p:cNvSpPr/>
            <p:nvPr/>
          </p:nvSpPr>
          <p:spPr>
            <a:xfrm>
              <a:off x="7026576" y="22458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6" name="pt36276"/>
            <p:cNvSpPr/>
            <p:nvPr/>
          </p:nvSpPr>
          <p:spPr>
            <a:xfrm>
              <a:off x="7035355" y="24141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7" name="pt36277"/>
            <p:cNvSpPr/>
            <p:nvPr/>
          </p:nvSpPr>
          <p:spPr>
            <a:xfrm>
              <a:off x="7188221" y="20742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8" name="pt36278"/>
            <p:cNvSpPr/>
            <p:nvPr/>
          </p:nvSpPr>
          <p:spPr>
            <a:xfrm>
              <a:off x="7006412" y="20137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9" name="pt36279"/>
            <p:cNvSpPr/>
            <p:nvPr/>
          </p:nvSpPr>
          <p:spPr>
            <a:xfrm>
              <a:off x="7040308" y="2275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0" name="pt36280"/>
            <p:cNvSpPr/>
            <p:nvPr/>
          </p:nvSpPr>
          <p:spPr>
            <a:xfrm>
              <a:off x="7397899" y="27921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1" name="pt36281"/>
            <p:cNvSpPr/>
            <p:nvPr/>
          </p:nvSpPr>
          <p:spPr>
            <a:xfrm>
              <a:off x="7249606" y="1941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2" name="pt36282"/>
            <p:cNvSpPr/>
            <p:nvPr/>
          </p:nvSpPr>
          <p:spPr>
            <a:xfrm>
              <a:off x="7419375" y="25285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3" name="pt36283"/>
            <p:cNvSpPr/>
            <p:nvPr/>
          </p:nvSpPr>
          <p:spPr>
            <a:xfrm>
              <a:off x="7206053" y="22703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4" name="pt36284"/>
            <p:cNvSpPr/>
            <p:nvPr/>
          </p:nvSpPr>
          <p:spPr>
            <a:xfrm>
              <a:off x="6891777" y="20760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5" name="pt36285"/>
            <p:cNvSpPr/>
            <p:nvPr/>
          </p:nvSpPr>
          <p:spPr>
            <a:xfrm>
              <a:off x="6994661" y="19876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6" name="pt36286"/>
            <p:cNvSpPr/>
            <p:nvPr/>
          </p:nvSpPr>
          <p:spPr>
            <a:xfrm>
              <a:off x="7143961" y="20788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7" name="pt36287"/>
            <p:cNvSpPr/>
            <p:nvPr/>
          </p:nvSpPr>
          <p:spPr>
            <a:xfrm>
              <a:off x="7094890" y="21132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8" name="pt36288"/>
            <p:cNvSpPr/>
            <p:nvPr/>
          </p:nvSpPr>
          <p:spPr>
            <a:xfrm>
              <a:off x="7093826" y="21171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9" name="pt36289"/>
            <p:cNvSpPr/>
            <p:nvPr/>
          </p:nvSpPr>
          <p:spPr>
            <a:xfrm>
              <a:off x="6997078" y="20740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0" name="pt36290"/>
            <p:cNvSpPr/>
            <p:nvPr/>
          </p:nvSpPr>
          <p:spPr>
            <a:xfrm>
              <a:off x="7077237" y="21640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1" name="pt36291"/>
            <p:cNvSpPr/>
            <p:nvPr/>
          </p:nvSpPr>
          <p:spPr>
            <a:xfrm>
              <a:off x="7020475" y="21132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2" name="pt36292"/>
            <p:cNvSpPr/>
            <p:nvPr/>
          </p:nvSpPr>
          <p:spPr>
            <a:xfrm>
              <a:off x="6950676" y="20090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3" name="pt36293"/>
            <p:cNvSpPr/>
            <p:nvPr/>
          </p:nvSpPr>
          <p:spPr>
            <a:xfrm>
              <a:off x="7035701" y="23751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4" name="pt36294"/>
            <p:cNvSpPr/>
            <p:nvPr/>
          </p:nvSpPr>
          <p:spPr>
            <a:xfrm>
              <a:off x="7027525" y="22860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5" name="pt36295"/>
            <p:cNvSpPr/>
            <p:nvPr/>
          </p:nvSpPr>
          <p:spPr>
            <a:xfrm>
              <a:off x="7336085" y="21670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6" name="pt36296"/>
            <p:cNvSpPr/>
            <p:nvPr/>
          </p:nvSpPr>
          <p:spPr>
            <a:xfrm>
              <a:off x="7125132" y="22758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7" name="pt36297"/>
            <p:cNvSpPr/>
            <p:nvPr/>
          </p:nvSpPr>
          <p:spPr>
            <a:xfrm>
              <a:off x="7003857" y="20771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8" name="pt36298"/>
            <p:cNvSpPr/>
            <p:nvPr/>
          </p:nvSpPr>
          <p:spPr>
            <a:xfrm>
              <a:off x="7123067" y="20859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9" name="pt36299"/>
            <p:cNvSpPr/>
            <p:nvPr/>
          </p:nvSpPr>
          <p:spPr>
            <a:xfrm>
              <a:off x="7247054" y="21119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0" name="pt36300"/>
            <p:cNvSpPr/>
            <p:nvPr/>
          </p:nvSpPr>
          <p:spPr>
            <a:xfrm>
              <a:off x="7792295" y="25029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1" name="pt36301"/>
            <p:cNvSpPr/>
            <p:nvPr/>
          </p:nvSpPr>
          <p:spPr>
            <a:xfrm>
              <a:off x="7194114" y="22891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2" name="pt36302"/>
            <p:cNvSpPr/>
            <p:nvPr/>
          </p:nvSpPr>
          <p:spPr>
            <a:xfrm>
              <a:off x="7232642" y="23344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3" name="pt36303"/>
            <p:cNvSpPr/>
            <p:nvPr/>
          </p:nvSpPr>
          <p:spPr>
            <a:xfrm>
              <a:off x="7242458" y="20799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4" name="pt36304"/>
            <p:cNvSpPr/>
            <p:nvPr/>
          </p:nvSpPr>
          <p:spPr>
            <a:xfrm>
              <a:off x="7017563" y="18055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5" name="pt36305"/>
            <p:cNvSpPr/>
            <p:nvPr/>
          </p:nvSpPr>
          <p:spPr>
            <a:xfrm>
              <a:off x="7033173" y="21264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6" name="pt36306"/>
            <p:cNvSpPr/>
            <p:nvPr/>
          </p:nvSpPr>
          <p:spPr>
            <a:xfrm>
              <a:off x="7103147" y="21511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7" name="pt36307"/>
            <p:cNvSpPr/>
            <p:nvPr/>
          </p:nvSpPr>
          <p:spPr>
            <a:xfrm>
              <a:off x="7431154" y="25607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8" name="pt36308"/>
            <p:cNvSpPr/>
            <p:nvPr/>
          </p:nvSpPr>
          <p:spPr>
            <a:xfrm>
              <a:off x="6952763" y="21086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9" name="pt36309"/>
            <p:cNvSpPr/>
            <p:nvPr/>
          </p:nvSpPr>
          <p:spPr>
            <a:xfrm>
              <a:off x="7161283" y="20551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0" name="pt36310"/>
            <p:cNvSpPr/>
            <p:nvPr/>
          </p:nvSpPr>
          <p:spPr>
            <a:xfrm>
              <a:off x="7451381" y="25440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1" name="pt36311"/>
            <p:cNvSpPr/>
            <p:nvPr/>
          </p:nvSpPr>
          <p:spPr>
            <a:xfrm>
              <a:off x="7113808" y="2129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2" name="pt36312"/>
            <p:cNvSpPr/>
            <p:nvPr/>
          </p:nvSpPr>
          <p:spPr>
            <a:xfrm>
              <a:off x="7387835" y="25352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3" name="pt36313"/>
            <p:cNvSpPr/>
            <p:nvPr/>
          </p:nvSpPr>
          <p:spPr>
            <a:xfrm>
              <a:off x="7171132" y="22088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4" name="pt36314"/>
            <p:cNvSpPr/>
            <p:nvPr/>
          </p:nvSpPr>
          <p:spPr>
            <a:xfrm>
              <a:off x="7304395" y="20344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5" name="pt36315"/>
            <p:cNvSpPr/>
            <p:nvPr/>
          </p:nvSpPr>
          <p:spPr>
            <a:xfrm>
              <a:off x="7290311" y="21443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6" name="pt36316"/>
            <p:cNvSpPr/>
            <p:nvPr/>
          </p:nvSpPr>
          <p:spPr>
            <a:xfrm>
              <a:off x="6945533" y="20198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7" name="pt36317"/>
            <p:cNvSpPr/>
            <p:nvPr/>
          </p:nvSpPr>
          <p:spPr>
            <a:xfrm>
              <a:off x="7246640" y="21170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8" name="pt36318"/>
            <p:cNvSpPr/>
            <p:nvPr/>
          </p:nvSpPr>
          <p:spPr>
            <a:xfrm>
              <a:off x="7204823" y="20971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9" name="pt36319"/>
            <p:cNvSpPr/>
            <p:nvPr/>
          </p:nvSpPr>
          <p:spPr>
            <a:xfrm>
              <a:off x="6924970" y="22231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0" name="pt36320"/>
            <p:cNvSpPr/>
            <p:nvPr/>
          </p:nvSpPr>
          <p:spPr>
            <a:xfrm>
              <a:off x="6804775" y="25204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1" name="pt36321"/>
            <p:cNvSpPr/>
            <p:nvPr/>
          </p:nvSpPr>
          <p:spPr>
            <a:xfrm>
              <a:off x="7058638" y="22898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2" name="pt36322"/>
            <p:cNvSpPr/>
            <p:nvPr/>
          </p:nvSpPr>
          <p:spPr>
            <a:xfrm>
              <a:off x="7149829" y="20232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3" name="pt36323"/>
            <p:cNvSpPr/>
            <p:nvPr/>
          </p:nvSpPr>
          <p:spPr>
            <a:xfrm>
              <a:off x="7391798" y="25262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4" name="pt36324"/>
            <p:cNvSpPr/>
            <p:nvPr/>
          </p:nvSpPr>
          <p:spPr>
            <a:xfrm>
              <a:off x="7306969" y="20288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5" name="pt36325"/>
            <p:cNvSpPr/>
            <p:nvPr/>
          </p:nvSpPr>
          <p:spPr>
            <a:xfrm>
              <a:off x="7336355" y="23118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6" name="pt36326"/>
            <p:cNvSpPr/>
            <p:nvPr/>
          </p:nvSpPr>
          <p:spPr>
            <a:xfrm>
              <a:off x="6787522" y="26838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7" name="pt36327"/>
            <p:cNvSpPr/>
            <p:nvPr/>
          </p:nvSpPr>
          <p:spPr>
            <a:xfrm>
              <a:off x="7087947" y="22901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8" name="pt36328"/>
            <p:cNvSpPr/>
            <p:nvPr/>
          </p:nvSpPr>
          <p:spPr>
            <a:xfrm>
              <a:off x="6831938" y="21228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9" name="pt36329"/>
            <p:cNvSpPr/>
            <p:nvPr/>
          </p:nvSpPr>
          <p:spPr>
            <a:xfrm>
              <a:off x="7312281" y="20221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0" name="pt36330"/>
            <p:cNvSpPr/>
            <p:nvPr/>
          </p:nvSpPr>
          <p:spPr>
            <a:xfrm>
              <a:off x="7381306" y="27334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1" name="pt36331"/>
            <p:cNvSpPr/>
            <p:nvPr/>
          </p:nvSpPr>
          <p:spPr>
            <a:xfrm>
              <a:off x="7091706" y="21781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2" name="pt36332"/>
            <p:cNvSpPr/>
            <p:nvPr/>
          </p:nvSpPr>
          <p:spPr>
            <a:xfrm>
              <a:off x="7345838" y="25339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3" name="pt36333"/>
            <p:cNvSpPr/>
            <p:nvPr/>
          </p:nvSpPr>
          <p:spPr>
            <a:xfrm>
              <a:off x="7239100" y="22012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4" name="pt36334"/>
            <p:cNvSpPr/>
            <p:nvPr/>
          </p:nvSpPr>
          <p:spPr>
            <a:xfrm>
              <a:off x="7208770" y="20945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5" name="pt36335"/>
            <p:cNvSpPr/>
            <p:nvPr/>
          </p:nvSpPr>
          <p:spPr>
            <a:xfrm>
              <a:off x="7274711" y="19367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6" name="pt36336"/>
            <p:cNvSpPr/>
            <p:nvPr/>
          </p:nvSpPr>
          <p:spPr>
            <a:xfrm>
              <a:off x="7337027" y="21780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7" name="pt36337"/>
            <p:cNvSpPr/>
            <p:nvPr/>
          </p:nvSpPr>
          <p:spPr>
            <a:xfrm>
              <a:off x="7275453" y="20111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8" name="pt36338"/>
            <p:cNvSpPr/>
            <p:nvPr/>
          </p:nvSpPr>
          <p:spPr>
            <a:xfrm>
              <a:off x="7171275" y="21024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9" name="pt36339"/>
            <p:cNvSpPr/>
            <p:nvPr/>
          </p:nvSpPr>
          <p:spPr>
            <a:xfrm>
              <a:off x="7099338" y="19896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0" name="pt36340"/>
            <p:cNvSpPr/>
            <p:nvPr/>
          </p:nvSpPr>
          <p:spPr>
            <a:xfrm>
              <a:off x="6926774" y="21149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1" name="pt36341"/>
            <p:cNvSpPr/>
            <p:nvPr/>
          </p:nvSpPr>
          <p:spPr>
            <a:xfrm>
              <a:off x="7268577" y="19649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2" name="pt36342"/>
            <p:cNvSpPr/>
            <p:nvPr/>
          </p:nvSpPr>
          <p:spPr>
            <a:xfrm>
              <a:off x="7145294" y="20954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3" name="pt36343"/>
            <p:cNvSpPr/>
            <p:nvPr/>
          </p:nvSpPr>
          <p:spPr>
            <a:xfrm>
              <a:off x="7290366" y="21380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4" name="pt36344"/>
            <p:cNvSpPr/>
            <p:nvPr/>
          </p:nvSpPr>
          <p:spPr>
            <a:xfrm>
              <a:off x="7198142" y="23132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5" name="pt36345"/>
            <p:cNvSpPr/>
            <p:nvPr/>
          </p:nvSpPr>
          <p:spPr>
            <a:xfrm>
              <a:off x="7005898" y="20677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6" name="pt36346"/>
            <p:cNvSpPr/>
            <p:nvPr/>
          </p:nvSpPr>
          <p:spPr>
            <a:xfrm>
              <a:off x="7256195" y="20611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7" name="pt36347"/>
            <p:cNvSpPr/>
            <p:nvPr/>
          </p:nvSpPr>
          <p:spPr>
            <a:xfrm>
              <a:off x="7131818" y="22605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8" name="pt36348"/>
            <p:cNvSpPr/>
            <p:nvPr/>
          </p:nvSpPr>
          <p:spPr>
            <a:xfrm>
              <a:off x="7247957" y="21535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9" name="pt36349"/>
            <p:cNvSpPr/>
            <p:nvPr/>
          </p:nvSpPr>
          <p:spPr>
            <a:xfrm>
              <a:off x="7102400" y="21511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0" name="pt36350"/>
            <p:cNvSpPr/>
            <p:nvPr/>
          </p:nvSpPr>
          <p:spPr>
            <a:xfrm>
              <a:off x="7051089" y="17989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1" name="pt36351"/>
            <p:cNvSpPr/>
            <p:nvPr/>
          </p:nvSpPr>
          <p:spPr>
            <a:xfrm>
              <a:off x="7098228" y="21885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2" name="pt36352"/>
            <p:cNvSpPr/>
            <p:nvPr/>
          </p:nvSpPr>
          <p:spPr>
            <a:xfrm>
              <a:off x="7100206" y="21656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3" name="pt36353"/>
            <p:cNvSpPr/>
            <p:nvPr/>
          </p:nvSpPr>
          <p:spPr>
            <a:xfrm>
              <a:off x="7146179" y="21108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4" name="pt36354"/>
            <p:cNvSpPr/>
            <p:nvPr/>
          </p:nvSpPr>
          <p:spPr>
            <a:xfrm>
              <a:off x="6999128" y="18674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5" name="pt36355"/>
            <p:cNvSpPr/>
            <p:nvPr/>
          </p:nvSpPr>
          <p:spPr>
            <a:xfrm>
              <a:off x="7158642" y="20606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6" name="pt36356"/>
            <p:cNvSpPr/>
            <p:nvPr/>
          </p:nvSpPr>
          <p:spPr>
            <a:xfrm>
              <a:off x="7128302" y="22724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7" name="pt36357"/>
            <p:cNvSpPr/>
            <p:nvPr/>
          </p:nvSpPr>
          <p:spPr>
            <a:xfrm>
              <a:off x="7177110" y="20979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8" name="pt36358"/>
            <p:cNvSpPr/>
            <p:nvPr/>
          </p:nvSpPr>
          <p:spPr>
            <a:xfrm>
              <a:off x="7108474" y="20912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9" name="pt36359"/>
            <p:cNvSpPr/>
            <p:nvPr/>
          </p:nvSpPr>
          <p:spPr>
            <a:xfrm>
              <a:off x="7075697" y="21962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0" name="pt36360"/>
            <p:cNvSpPr/>
            <p:nvPr/>
          </p:nvSpPr>
          <p:spPr>
            <a:xfrm>
              <a:off x="7143150" y="21866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1" name="pt36361"/>
            <p:cNvSpPr/>
            <p:nvPr/>
          </p:nvSpPr>
          <p:spPr>
            <a:xfrm>
              <a:off x="7276452" y="20657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2" name="pt36362"/>
            <p:cNvSpPr/>
            <p:nvPr/>
          </p:nvSpPr>
          <p:spPr>
            <a:xfrm>
              <a:off x="6951453" y="20801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3" name="pt36363"/>
            <p:cNvSpPr/>
            <p:nvPr/>
          </p:nvSpPr>
          <p:spPr>
            <a:xfrm>
              <a:off x="7023287" y="23573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4" name="pt36364"/>
            <p:cNvSpPr/>
            <p:nvPr/>
          </p:nvSpPr>
          <p:spPr>
            <a:xfrm>
              <a:off x="6982611" y="22824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5" name="pt36365"/>
            <p:cNvSpPr/>
            <p:nvPr/>
          </p:nvSpPr>
          <p:spPr>
            <a:xfrm>
              <a:off x="7082770" y="21861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6" name="pt36366"/>
            <p:cNvSpPr/>
            <p:nvPr/>
          </p:nvSpPr>
          <p:spPr>
            <a:xfrm>
              <a:off x="7352009" y="23951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7" name="pt36367"/>
            <p:cNvSpPr/>
            <p:nvPr/>
          </p:nvSpPr>
          <p:spPr>
            <a:xfrm>
              <a:off x="6909496" y="22218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8" name="pt36368"/>
            <p:cNvSpPr/>
            <p:nvPr/>
          </p:nvSpPr>
          <p:spPr>
            <a:xfrm>
              <a:off x="7119179" y="21842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9" name="pt36369"/>
            <p:cNvSpPr/>
            <p:nvPr/>
          </p:nvSpPr>
          <p:spPr>
            <a:xfrm>
              <a:off x="6917406" y="23102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0" name="pt36370"/>
            <p:cNvSpPr/>
            <p:nvPr/>
          </p:nvSpPr>
          <p:spPr>
            <a:xfrm>
              <a:off x="7292996" y="20314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1" name="pt36371"/>
            <p:cNvSpPr/>
            <p:nvPr/>
          </p:nvSpPr>
          <p:spPr>
            <a:xfrm>
              <a:off x="6962922" y="20507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2" name="pt36372"/>
            <p:cNvSpPr/>
            <p:nvPr/>
          </p:nvSpPr>
          <p:spPr>
            <a:xfrm>
              <a:off x="7066030" y="21406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3" name="pt36373"/>
            <p:cNvSpPr/>
            <p:nvPr/>
          </p:nvSpPr>
          <p:spPr>
            <a:xfrm>
              <a:off x="6979226" y="19391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4" name="pt36374"/>
            <p:cNvSpPr/>
            <p:nvPr/>
          </p:nvSpPr>
          <p:spPr>
            <a:xfrm>
              <a:off x="6846701" y="23778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5" name="pt36375"/>
            <p:cNvSpPr/>
            <p:nvPr/>
          </p:nvSpPr>
          <p:spPr>
            <a:xfrm>
              <a:off x="7193990" y="2274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6" name="pt36376"/>
            <p:cNvSpPr/>
            <p:nvPr/>
          </p:nvSpPr>
          <p:spPr>
            <a:xfrm>
              <a:off x="7148374" y="20494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7" name="pt36377"/>
            <p:cNvSpPr/>
            <p:nvPr/>
          </p:nvSpPr>
          <p:spPr>
            <a:xfrm>
              <a:off x="7223739" y="22917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8" name="pt36378"/>
            <p:cNvSpPr/>
            <p:nvPr/>
          </p:nvSpPr>
          <p:spPr>
            <a:xfrm>
              <a:off x="7306182" y="20254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9" name="pt36379"/>
            <p:cNvSpPr/>
            <p:nvPr/>
          </p:nvSpPr>
          <p:spPr>
            <a:xfrm>
              <a:off x="7127734" y="22632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0" name="pt36380"/>
            <p:cNvSpPr/>
            <p:nvPr/>
          </p:nvSpPr>
          <p:spPr>
            <a:xfrm>
              <a:off x="7072129" y="21012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1" name="pt36381"/>
            <p:cNvSpPr/>
            <p:nvPr/>
          </p:nvSpPr>
          <p:spPr>
            <a:xfrm>
              <a:off x="7077630" y="22288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2" name="pt36382"/>
            <p:cNvSpPr/>
            <p:nvPr/>
          </p:nvSpPr>
          <p:spPr>
            <a:xfrm>
              <a:off x="7790168" y="23142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3" name="pt36383"/>
            <p:cNvSpPr/>
            <p:nvPr/>
          </p:nvSpPr>
          <p:spPr>
            <a:xfrm>
              <a:off x="7202673" y="22943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4" name="pt36384"/>
            <p:cNvSpPr/>
            <p:nvPr/>
          </p:nvSpPr>
          <p:spPr>
            <a:xfrm>
              <a:off x="7201760" y="21727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5" name="pt36385"/>
            <p:cNvSpPr/>
            <p:nvPr/>
          </p:nvSpPr>
          <p:spPr>
            <a:xfrm>
              <a:off x="6978435" y="18033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6" name="pt36386"/>
            <p:cNvSpPr/>
            <p:nvPr/>
          </p:nvSpPr>
          <p:spPr>
            <a:xfrm>
              <a:off x="7400099" y="22428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7" name="pt36387"/>
            <p:cNvSpPr/>
            <p:nvPr/>
          </p:nvSpPr>
          <p:spPr>
            <a:xfrm>
              <a:off x="6877566" y="18027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8" name="pt36388"/>
            <p:cNvSpPr/>
            <p:nvPr/>
          </p:nvSpPr>
          <p:spPr>
            <a:xfrm>
              <a:off x="7030649" y="22551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9" name="pt36389"/>
            <p:cNvSpPr/>
            <p:nvPr/>
          </p:nvSpPr>
          <p:spPr>
            <a:xfrm>
              <a:off x="7171744" y="21975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0" name="pt36390"/>
            <p:cNvSpPr/>
            <p:nvPr/>
          </p:nvSpPr>
          <p:spPr>
            <a:xfrm>
              <a:off x="7008944" y="18625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1" name="pt36391"/>
            <p:cNvSpPr/>
            <p:nvPr/>
          </p:nvSpPr>
          <p:spPr>
            <a:xfrm>
              <a:off x="7272374" y="20538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2" name="pt36392"/>
            <p:cNvSpPr/>
            <p:nvPr/>
          </p:nvSpPr>
          <p:spPr>
            <a:xfrm>
              <a:off x="7080538" y="2117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3" name="pt36393"/>
            <p:cNvSpPr/>
            <p:nvPr/>
          </p:nvSpPr>
          <p:spPr>
            <a:xfrm>
              <a:off x="7079089" y="20619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4" name="pt36394"/>
            <p:cNvSpPr/>
            <p:nvPr/>
          </p:nvSpPr>
          <p:spPr>
            <a:xfrm>
              <a:off x="7565821" y="18802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5" name="pt36395"/>
            <p:cNvSpPr/>
            <p:nvPr/>
          </p:nvSpPr>
          <p:spPr>
            <a:xfrm>
              <a:off x="7091601" y="22111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6" name="pt36396"/>
            <p:cNvSpPr/>
            <p:nvPr/>
          </p:nvSpPr>
          <p:spPr>
            <a:xfrm>
              <a:off x="7292616" y="20458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7" name="pt36397"/>
            <p:cNvSpPr/>
            <p:nvPr/>
          </p:nvSpPr>
          <p:spPr>
            <a:xfrm>
              <a:off x="7026089" y="22629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8" name="pt36398"/>
            <p:cNvSpPr/>
            <p:nvPr/>
          </p:nvSpPr>
          <p:spPr>
            <a:xfrm>
              <a:off x="7140397" y="22360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9" name="pt36399"/>
            <p:cNvSpPr/>
            <p:nvPr/>
          </p:nvSpPr>
          <p:spPr>
            <a:xfrm>
              <a:off x="6929781" y="22629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0" name="pt36400"/>
            <p:cNvSpPr/>
            <p:nvPr/>
          </p:nvSpPr>
          <p:spPr>
            <a:xfrm>
              <a:off x="7173395" y="21844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1" name="pt36401"/>
            <p:cNvSpPr/>
            <p:nvPr/>
          </p:nvSpPr>
          <p:spPr>
            <a:xfrm>
              <a:off x="6989824" y="20081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2" name="pt36402"/>
            <p:cNvSpPr/>
            <p:nvPr/>
          </p:nvSpPr>
          <p:spPr>
            <a:xfrm>
              <a:off x="7112437" y="21876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3" name="pt36403"/>
            <p:cNvSpPr/>
            <p:nvPr/>
          </p:nvSpPr>
          <p:spPr>
            <a:xfrm>
              <a:off x="6945290" y="20947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4" name="pt36404"/>
            <p:cNvSpPr/>
            <p:nvPr/>
          </p:nvSpPr>
          <p:spPr>
            <a:xfrm>
              <a:off x="7089177" y="21680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5" name="pt36405"/>
            <p:cNvSpPr/>
            <p:nvPr/>
          </p:nvSpPr>
          <p:spPr>
            <a:xfrm>
              <a:off x="7139646" y="24455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6" name="pt36406"/>
            <p:cNvSpPr/>
            <p:nvPr/>
          </p:nvSpPr>
          <p:spPr>
            <a:xfrm>
              <a:off x="7057842" y="22086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7" name="pt36407"/>
            <p:cNvSpPr/>
            <p:nvPr/>
          </p:nvSpPr>
          <p:spPr>
            <a:xfrm>
              <a:off x="7184460" y="21027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8" name="pt36408"/>
            <p:cNvSpPr/>
            <p:nvPr/>
          </p:nvSpPr>
          <p:spPr>
            <a:xfrm>
              <a:off x="7234367" y="21619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9" name="pt36409"/>
            <p:cNvSpPr/>
            <p:nvPr/>
          </p:nvSpPr>
          <p:spPr>
            <a:xfrm>
              <a:off x="6964299" y="19274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0" name="pt36410"/>
            <p:cNvSpPr/>
            <p:nvPr/>
          </p:nvSpPr>
          <p:spPr>
            <a:xfrm>
              <a:off x="6988829" y="20054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1" name="pt36411"/>
            <p:cNvSpPr/>
            <p:nvPr/>
          </p:nvSpPr>
          <p:spPr>
            <a:xfrm>
              <a:off x="7459057" y="2256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2" name="pt36412"/>
            <p:cNvSpPr/>
            <p:nvPr/>
          </p:nvSpPr>
          <p:spPr>
            <a:xfrm>
              <a:off x="7203545" y="21940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3" name="pt36413"/>
            <p:cNvSpPr/>
            <p:nvPr/>
          </p:nvSpPr>
          <p:spPr>
            <a:xfrm>
              <a:off x="7248174" y="20811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4" name="pt36414"/>
            <p:cNvSpPr/>
            <p:nvPr/>
          </p:nvSpPr>
          <p:spPr>
            <a:xfrm>
              <a:off x="6903105" y="21863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5" name="pt36415"/>
            <p:cNvSpPr/>
            <p:nvPr/>
          </p:nvSpPr>
          <p:spPr>
            <a:xfrm>
              <a:off x="7540712" y="20877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6" name="pt36416"/>
            <p:cNvSpPr/>
            <p:nvPr/>
          </p:nvSpPr>
          <p:spPr>
            <a:xfrm>
              <a:off x="7357277" y="21257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7" name="pt36417"/>
            <p:cNvSpPr/>
            <p:nvPr/>
          </p:nvSpPr>
          <p:spPr>
            <a:xfrm>
              <a:off x="6879392" y="20471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8" name="pt36418"/>
            <p:cNvSpPr/>
            <p:nvPr/>
          </p:nvSpPr>
          <p:spPr>
            <a:xfrm>
              <a:off x="7148012" y="20317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9" name="pt36419"/>
            <p:cNvSpPr/>
            <p:nvPr/>
          </p:nvSpPr>
          <p:spPr>
            <a:xfrm>
              <a:off x="6951107" y="19163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0" name="pt36420"/>
            <p:cNvSpPr/>
            <p:nvPr/>
          </p:nvSpPr>
          <p:spPr>
            <a:xfrm>
              <a:off x="7089781" y="22531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1" name="pt36421"/>
            <p:cNvSpPr/>
            <p:nvPr/>
          </p:nvSpPr>
          <p:spPr>
            <a:xfrm>
              <a:off x="6824201" y="21414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2" name="pt36422"/>
            <p:cNvSpPr/>
            <p:nvPr/>
          </p:nvSpPr>
          <p:spPr>
            <a:xfrm>
              <a:off x="7134759" y="22923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3" name="pt36423"/>
            <p:cNvSpPr/>
            <p:nvPr/>
          </p:nvSpPr>
          <p:spPr>
            <a:xfrm>
              <a:off x="7160600" y="2074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4" name="pt36424"/>
            <p:cNvSpPr/>
            <p:nvPr/>
          </p:nvSpPr>
          <p:spPr>
            <a:xfrm>
              <a:off x="7099538" y="21181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5" name="pt36425"/>
            <p:cNvSpPr/>
            <p:nvPr/>
          </p:nvSpPr>
          <p:spPr>
            <a:xfrm>
              <a:off x="7283236" y="19709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6" name="pt36426"/>
            <p:cNvSpPr/>
            <p:nvPr/>
          </p:nvSpPr>
          <p:spPr>
            <a:xfrm>
              <a:off x="6733424" y="21902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7" name="pt36427"/>
            <p:cNvSpPr/>
            <p:nvPr/>
          </p:nvSpPr>
          <p:spPr>
            <a:xfrm>
              <a:off x="7246504" y="20809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8" name="pt36428"/>
            <p:cNvSpPr/>
            <p:nvPr/>
          </p:nvSpPr>
          <p:spPr>
            <a:xfrm>
              <a:off x="7347955" y="25067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9" name="pt36429"/>
            <p:cNvSpPr/>
            <p:nvPr/>
          </p:nvSpPr>
          <p:spPr>
            <a:xfrm>
              <a:off x="7152121" y="20007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0" name="pt36430"/>
            <p:cNvSpPr/>
            <p:nvPr/>
          </p:nvSpPr>
          <p:spPr>
            <a:xfrm>
              <a:off x="6741269" y="15875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1" name="pt36431"/>
            <p:cNvSpPr/>
            <p:nvPr/>
          </p:nvSpPr>
          <p:spPr>
            <a:xfrm>
              <a:off x="6910896" y="21881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2" name="pt36432"/>
            <p:cNvSpPr/>
            <p:nvPr/>
          </p:nvSpPr>
          <p:spPr>
            <a:xfrm>
              <a:off x="7111492" y="21835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3" name="pt36433"/>
            <p:cNvSpPr/>
            <p:nvPr/>
          </p:nvSpPr>
          <p:spPr>
            <a:xfrm>
              <a:off x="7599519" y="24591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4" name="pt36434"/>
            <p:cNvSpPr/>
            <p:nvPr/>
          </p:nvSpPr>
          <p:spPr>
            <a:xfrm>
              <a:off x="7133734" y="22821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5" name="pt36435"/>
            <p:cNvSpPr/>
            <p:nvPr/>
          </p:nvSpPr>
          <p:spPr>
            <a:xfrm>
              <a:off x="7130387" y="23160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6" name="pt36436"/>
            <p:cNvSpPr/>
            <p:nvPr/>
          </p:nvSpPr>
          <p:spPr>
            <a:xfrm>
              <a:off x="6901728" y="21715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7" name="pt36437"/>
            <p:cNvSpPr/>
            <p:nvPr/>
          </p:nvSpPr>
          <p:spPr>
            <a:xfrm>
              <a:off x="7247611" y="21172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8" name="pt36438"/>
            <p:cNvSpPr/>
            <p:nvPr/>
          </p:nvSpPr>
          <p:spPr>
            <a:xfrm>
              <a:off x="7204001" y="22150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9" name="pt36439"/>
            <p:cNvSpPr/>
            <p:nvPr/>
          </p:nvSpPr>
          <p:spPr>
            <a:xfrm>
              <a:off x="7130822" y="22335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0" name="pt36440"/>
            <p:cNvSpPr/>
            <p:nvPr/>
          </p:nvSpPr>
          <p:spPr>
            <a:xfrm>
              <a:off x="6956029" y="20430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1" name="pt36441"/>
            <p:cNvSpPr/>
            <p:nvPr/>
          </p:nvSpPr>
          <p:spPr>
            <a:xfrm>
              <a:off x="6872712" y="18091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2" name="pt36442"/>
            <p:cNvSpPr/>
            <p:nvPr/>
          </p:nvSpPr>
          <p:spPr>
            <a:xfrm>
              <a:off x="7139875" y="23726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3" name="pt36443"/>
            <p:cNvSpPr/>
            <p:nvPr/>
          </p:nvSpPr>
          <p:spPr>
            <a:xfrm>
              <a:off x="6835382" y="22692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4" name="pt36444"/>
            <p:cNvSpPr/>
            <p:nvPr/>
          </p:nvSpPr>
          <p:spPr>
            <a:xfrm>
              <a:off x="7210973" y="21377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5" name="pt36445"/>
            <p:cNvSpPr/>
            <p:nvPr/>
          </p:nvSpPr>
          <p:spPr>
            <a:xfrm>
              <a:off x="7191270" y="22426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6" name="pt36446"/>
            <p:cNvSpPr/>
            <p:nvPr/>
          </p:nvSpPr>
          <p:spPr>
            <a:xfrm>
              <a:off x="7106145" y="21510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7" name="pt36447"/>
            <p:cNvSpPr/>
            <p:nvPr/>
          </p:nvSpPr>
          <p:spPr>
            <a:xfrm>
              <a:off x="7676438" y="24749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8" name="pt36448"/>
            <p:cNvSpPr/>
            <p:nvPr/>
          </p:nvSpPr>
          <p:spPr>
            <a:xfrm>
              <a:off x="7344588" y="24351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9" name="pt36449"/>
            <p:cNvSpPr/>
            <p:nvPr/>
          </p:nvSpPr>
          <p:spPr>
            <a:xfrm>
              <a:off x="7118486" y="21846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0" name="pt36450"/>
            <p:cNvSpPr/>
            <p:nvPr/>
          </p:nvSpPr>
          <p:spPr>
            <a:xfrm>
              <a:off x="7097720" y="21869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1" name="pt36451"/>
            <p:cNvSpPr/>
            <p:nvPr/>
          </p:nvSpPr>
          <p:spPr>
            <a:xfrm>
              <a:off x="7150679" y="19696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2" name="pt36452"/>
            <p:cNvSpPr/>
            <p:nvPr/>
          </p:nvSpPr>
          <p:spPr>
            <a:xfrm>
              <a:off x="7312035" y="20341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3" name="pt36453"/>
            <p:cNvSpPr/>
            <p:nvPr/>
          </p:nvSpPr>
          <p:spPr>
            <a:xfrm>
              <a:off x="7135200" y="22820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4" name="pt36454"/>
            <p:cNvSpPr/>
            <p:nvPr/>
          </p:nvSpPr>
          <p:spPr>
            <a:xfrm>
              <a:off x="7096178" y="21941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5" name="pt36455"/>
            <p:cNvSpPr/>
            <p:nvPr/>
          </p:nvSpPr>
          <p:spPr>
            <a:xfrm>
              <a:off x="7117689" y="21816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6" name="pt36456"/>
            <p:cNvSpPr/>
            <p:nvPr/>
          </p:nvSpPr>
          <p:spPr>
            <a:xfrm>
              <a:off x="7183541" y="20350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7" name="pt36457"/>
            <p:cNvSpPr/>
            <p:nvPr/>
          </p:nvSpPr>
          <p:spPr>
            <a:xfrm>
              <a:off x="7145016" y="20674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8" name="pt36458"/>
            <p:cNvSpPr/>
            <p:nvPr/>
          </p:nvSpPr>
          <p:spPr>
            <a:xfrm>
              <a:off x="7215432" y="21442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9" name="pt36459"/>
            <p:cNvSpPr/>
            <p:nvPr/>
          </p:nvSpPr>
          <p:spPr>
            <a:xfrm>
              <a:off x="7316273" y="20645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0" name="pt36460"/>
            <p:cNvSpPr/>
            <p:nvPr/>
          </p:nvSpPr>
          <p:spPr>
            <a:xfrm>
              <a:off x="7303928" y="20840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1" name="pt36461"/>
            <p:cNvSpPr/>
            <p:nvPr/>
          </p:nvSpPr>
          <p:spPr>
            <a:xfrm>
              <a:off x="6959726" y="20062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2" name="pt36462"/>
            <p:cNvSpPr/>
            <p:nvPr/>
          </p:nvSpPr>
          <p:spPr>
            <a:xfrm>
              <a:off x="6996866" y="20078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3" name="pt36463"/>
            <p:cNvSpPr/>
            <p:nvPr/>
          </p:nvSpPr>
          <p:spPr>
            <a:xfrm>
              <a:off x="7317928" y="21415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4" name="pt36464"/>
            <p:cNvSpPr/>
            <p:nvPr/>
          </p:nvSpPr>
          <p:spPr>
            <a:xfrm>
              <a:off x="7168054" y="21735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5" name="pt36465"/>
            <p:cNvSpPr/>
            <p:nvPr/>
          </p:nvSpPr>
          <p:spPr>
            <a:xfrm>
              <a:off x="7175823" y="19706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6" name="pt36466"/>
            <p:cNvSpPr/>
            <p:nvPr/>
          </p:nvSpPr>
          <p:spPr>
            <a:xfrm>
              <a:off x="7106475" y="20481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7" name="pt36467"/>
            <p:cNvSpPr/>
            <p:nvPr/>
          </p:nvSpPr>
          <p:spPr>
            <a:xfrm>
              <a:off x="7161123" y="21205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8" name="pt36468"/>
            <p:cNvSpPr/>
            <p:nvPr/>
          </p:nvSpPr>
          <p:spPr>
            <a:xfrm>
              <a:off x="6618955" y="22377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9" name="pt36469"/>
            <p:cNvSpPr/>
            <p:nvPr/>
          </p:nvSpPr>
          <p:spPr>
            <a:xfrm>
              <a:off x="7341204" y="24616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0" name="pt36470"/>
            <p:cNvSpPr/>
            <p:nvPr/>
          </p:nvSpPr>
          <p:spPr>
            <a:xfrm>
              <a:off x="7129564" y="22667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1" name="pt36471"/>
            <p:cNvSpPr/>
            <p:nvPr/>
          </p:nvSpPr>
          <p:spPr>
            <a:xfrm>
              <a:off x="7155515" y="19732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2" name="pt36472"/>
            <p:cNvSpPr/>
            <p:nvPr/>
          </p:nvSpPr>
          <p:spPr>
            <a:xfrm>
              <a:off x="7385018" y="25417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3" name="pt36473"/>
            <p:cNvSpPr/>
            <p:nvPr/>
          </p:nvSpPr>
          <p:spPr>
            <a:xfrm>
              <a:off x="7155153" y="20026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4" name="pt36474"/>
            <p:cNvSpPr/>
            <p:nvPr/>
          </p:nvSpPr>
          <p:spPr>
            <a:xfrm>
              <a:off x="7258001" y="20479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5" name="pt36475"/>
            <p:cNvSpPr/>
            <p:nvPr/>
          </p:nvSpPr>
          <p:spPr>
            <a:xfrm>
              <a:off x="7128470" y="2255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6" name="pt36476"/>
            <p:cNvSpPr/>
            <p:nvPr/>
          </p:nvSpPr>
          <p:spPr>
            <a:xfrm>
              <a:off x="6977841" y="20565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7" name="pt36477"/>
            <p:cNvSpPr/>
            <p:nvPr/>
          </p:nvSpPr>
          <p:spPr>
            <a:xfrm>
              <a:off x="7020390" y="18632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8" name="pt36478"/>
            <p:cNvSpPr/>
            <p:nvPr/>
          </p:nvSpPr>
          <p:spPr>
            <a:xfrm>
              <a:off x="7195657" y="21205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9" name="pt36479"/>
            <p:cNvSpPr/>
            <p:nvPr/>
          </p:nvSpPr>
          <p:spPr>
            <a:xfrm>
              <a:off x="7115676" y="22160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0" name="pt36480"/>
            <p:cNvSpPr/>
            <p:nvPr/>
          </p:nvSpPr>
          <p:spPr>
            <a:xfrm>
              <a:off x="7117204" y="21824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1" name="pt36481"/>
            <p:cNvSpPr/>
            <p:nvPr/>
          </p:nvSpPr>
          <p:spPr>
            <a:xfrm>
              <a:off x="7266768" y="20722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2" name="pt36482"/>
            <p:cNvSpPr/>
            <p:nvPr/>
          </p:nvSpPr>
          <p:spPr>
            <a:xfrm>
              <a:off x="7016152" y="17740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3" name="pt36483"/>
            <p:cNvSpPr/>
            <p:nvPr/>
          </p:nvSpPr>
          <p:spPr>
            <a:xfrm>
              <a:off x="7220147" y="18899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4" name="pt36484"/>
            <p:cNvSpPr/>
            <p:nvPr/>
          </p:nvSpPr>
          <p:spPr>
            <a:xfrm>
              <a:off x="7457808" y="26576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5" name="pt36485"/>
            <p:cNvSpPr/>
            <p:nvPr/>
          </p:nvSpPr>
          <p:spPr>
            <a:xfrm>
              <a:off x="7074644" y="22277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6" name="pt36486"/>
            <p:cNvSpPr/>
            <p:nvPr/>
          </p:nvSpPr>
          <p:spPr>
            <a:xfrm>
              <a:off x="7150587" y="20198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7" name="pt36487"/>
            <p:cNvSpPr/>
            <p:nvPr/>
          </p:nvSpPr>
          <p:spPr>
            <a:xfrm>
              <a:off x="7190879" y="23307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8" name="pt36488"/>
            <p:cNvSpPr/>
            <p:nvPr/>
          </p:nvSpPr>
          <p:spPr>
            <a:xfrm>
              <a:off x="7261007" y="20423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9" name="pt36489"/>
            <p:cNvSpPr/>
            <p:nvPr/>
          </p:nvSpPr>
          <p:spPr>
            <a:xfrm>
              <a:off x="7296032" y="19627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0" name="pt36490"/>
            <p:cNvSpPr/>
            <p:nvPr/>
          </p:nvSpPr>
          <p:spPr>
            <a:xfrm>
              <a:off x="6930893" y="22890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1" name="pt36491"/>
            <p:cNvSpPr/>
            <p:nvPr/>
          </p:nvSpPr>
          <p:spPr>
            <a:xfrm>
              <a:off x="6848057" y="2410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2" name="pt36492"/>
            <p:cNvSpPr/>
            <p:nvPr/>
          </p:nvSpPr>
          <p:spPr>
            <a:xfrm>
              <a:off x="7367181" y="19160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3" name="pt36493"/>
            <p:cNvSpPr/>
            <p:nvPr/>
          </p:nvSpPr>
          <p:spPr>
            <a:xfrm>
              <a:off x="7211706" y="21572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4" name="pt36494"/>
            <p:cNvSpPr/>
            <p:nvPr/>
          </p:nvSpPr>
          <p:spPr>
            <a:xfrm>
              <a:off x="7010567" y="19348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5" name="pt36495"/>
            <p:cNvSpPr/>
            <p:nvPr/>
          </p:nvSpPr>
          <p:spPr>
            <a:xfrm>
              <a:off x="7155949" y="19489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6" name="pt36496"/>
            <p:cNvSpPr/>
            <p:nvPr/>
          </p:nvSpPr>
          <p:spPr>
            <a:xfrm>
              <a:off x="7376870" y="23248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7" name="pt36497"/>
            <p:cNvSpPr/>
            <p:nvPr/>
          </p:nvSpPr>
          <p:spPr>
            <a:xfrm>
              <a:off x="7024305" y="23251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8" name="pt36498"/>
            <p:cNvSpPr/>
            <p:nvPr/>
          </p:nvSpPr>
          <p:spPr>
            <a:xfrm>
              <a:off x="7075039" y="21147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9" name="pt36499"/>
            <p:cNvSpPr/>
            <p:nvPr/>
          </p:nvSpPr>
          <p:spPr>
            <a:xfrm>
              <a:off x="7288099" y="19826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0" name="pt36500"/>
            <p:cNvSpPr/>
            <p:nvPr/>
          </p:nvSpPr>
          <p:spPr>
            <a:xfrm>
              <a:off x="7153285" y="20403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1" name="pt36501"/>
            <p:cNvSpPr/>
            <p:nvPr/>
          </p:nvSpPr>
          <p:spPr>
            <a:xfrm>
              <a:off x="7001445" y="17596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2" name="pt36502"/>
            <p:cNvSpPr/>
            <p:nvPr/>
          </p:nvSpPr>
          <p:spPr>
            <a:xfrm>
              <a:off x="7069974" y="2242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3" name="pt36503"/>
            <p:cNvSpPr/>
            <p:nvPr/>
          </p:nvSpPr>
          <p:spPr>
            <a:xfrm>
              <a:off x="6647200" y="19074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4" name="pt36504"/>
            <p:cNvSpPr/>
            <p:nvPr/>
          </p:nvSpPr>
          <p:spPr>
            <a:xfrm>
              <a:off x="6902420" y="23169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5" name="pt36505"/>
            <p:cNvSpPr/>
            <p:nvPr/>
          </p:nvSpPr>
          <p:spPr>
            <a:xfrm>
              <a:off x="7142370" y="20517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6" name="pt36506"/>
            <p:cNvSpPr/>
            <p:nvPr/>
          </p:nvSpPr>
          <p:spPr>
            <a:xfrm>
              <a:off x="7153983" y="20107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7" name="pt36507"/>
            <p:cNvSpPr/>
            <p:nvPr/>
          </p:nvSpPr>
          <p:spPr>
            <a:xfrm>
              <a:off x="7083885" y="21581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8" name="pt36508"/>
            <p:cNvSpPr/>
            <p:nvPr/>
          </p:nvSpPr>
          <p:spPr>
            <a:xfrm>
              <a:off x="7147717" y="20997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9" name="pt36509"/>
            <p:cNvSpPr/>
            <p:nvPr/>
          </p:nvSpPr>
          <p:spPr>
            <a:xfrm>
              <a:off x="6848685" y="23939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0" name="pt36510"/>
            <p:cNvSpPr/>
            <p:nvPr/>
          </p:nvSpPr>
          <p:spPr>
            <a:xfrm>
              <a:off x="6984430" y="20905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1" name="pt36511"/>
            <p:cNvSpPr/>
            <p:nvPr/>
          </p:nvSpPr>
          <p:spPr>
            <a:xfrm>
              <a:off x="6923609" y="22723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2" name="pt36512"/>
            <p:cNvSpPr/>
            <p:nvPr/>
          </p:nvSpPr>
          <p:spPr>
            <a:xfrm>
              <a:off x="6927133" y="22191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3" name="pt36513"/>
            <p:cNvSpPr/>
            <p:nvPr/>
          </p:nvSpPr>
          <p:spPr>
            <a:xfrm>
              <a:off x="7217621" y="20819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4" name="pt36514"/>
            <p:cNvSpPr/>
            <p:nvPr/>
          </p:nvSpPr>
          <p:spPr>
            <a:xfrm>
              <a:off x="7102868" y="21310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5" name="pt36515"/>
            <p:cNvSpPr/>
            <p:nvPr/>
          </p:nvSpPr>
          <p:spPr>
            <a:xfrm>
              <a:off x="6807898" y="21889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6" name="pt36516"/>
            <p:cNvSpPr/>
            <p:nvPr/>
          </p:nvSpPr>
          <p:spPr>
            <a:xfrm>
              <a:off x="7640042" y="24342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7" name="pt36517"/>
            <p:cNvSpPr/>
            <p:nvPr/>
          </p:nvSpPr>
          <p:spPr>
            <a:xfrm>
              <a:off x="6931798" y="22419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8" name="pt36518"/>
            <p:cNvSpPr/>
            <p:nvPr/>
          </p:nvSpPr>
          <p:spPr>
            <a:xfrm>
              <a:off x="7083743" y="21623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9" name="pt36519"/>
            <p:cNvSpPr/>
            <p:nvPr/>
          </p:nvSpPr>
          <p:spPr>
            <a:xfrm>
              <a:off x="7066678" y="20176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0" name="pt36520"/>
            <p:cNvSpPr/>
            <p:nvPr/>
          </p:nvSpPr>
          <p:spPr>
            <a:xfrm>
              <a:off x="7076663" y="20767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1" name="pt36521"/>
            <p:cNvSpPr/>
            <p:nvPr/>
          </p:nvSpPr>
          <p:spPr>
            <a:xfrm>
              <a:off x="7045252" y="22583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2" name="pt36522"/>
            <p:cNvSpPr/>
            <p:nvPr/>
          </p:nvSpPr>
          <p:spPr>
            <a:xfrm>
              <a:off x="6707359" y="24330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3" name="pt36523"/>
            <p:cNvSpPr/>
            <p:nvPr/>
          </p:nvSpPr>
          <p:spPr>
            <a:xfrm>
              <a:off x="7001380" y="18711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4" name="pt36524"/>
            <p:cNvSpPr/>
            <p:nvPr/>
          </p:nvSpPr>
          <p:spPr>
            <a:xfrm>
              <a:off x="7071922" y="21981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5" name="pt36525"/>
            <p:cNvSpPr/>
            <p:nvPr/>
          </p:nvSpPr>
          <p:spPr>
            <a:xfrm>
              <a:off x="7240512" y="20775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6" name="pt36526"/>
            <p:cNvSpPr/>
            <p:nvPr/>
          </p:nvSpPr>
          <p:spPr>
            <a:xfrm>
              <a:off x="7035890" y="22466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7" name="pt36527"/>
            <p:cNvSpPr/>
            <p:nvPr/>
          </p:nvSpPr>
          <p:spPr>
            <a:xfrm>
              <a:off x="7160501" y="20809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8" name="pt36528"/>
            <p:cNvSpPr/>
            <p:nvPr/>
          </p:nvSpPr>
          <p:spPr>
            <a:xfrm>
              <a:off x="7215642" y="21875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9" name="pt36529"/>
            <p:cNvSpPr/>
            <p:nvPr/>
          </p:nvSpPr>
          <p:spPr>
            <a:xfrm>
              <a:off x="7151005" y="20366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0" name="pt36530"/>
            <p:cNvSpPr/>
            <p:nvPr/>
          </p:nvSpPr>
          <p:spPr>
            <a:xfrm>
              <a:off x="7035343" y="24173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1" name="pt36531"/>
            <p:cNvSpPr/>
            <p:nvPr/>
          </p:nvSpPr>
          <p:spPr>
            <a:xfrm>
              <a:off x="7061005" y="22856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2" name="pt36532"/>
            <p:cNvSpPr/>
            <p:nvPr/>
          </p:nvSpPr>
          <p:spPr>
            <a:xfrm>
              <a:off x="7095494" y="21311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3" name="pt36533"/>
            <p:cNvSpPr/>
            <p:nvPr/>
          </p:nvSpPr>
          <p:spPr>
            <a:xfrm>
              <a:off x="7167353" y="21656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4" name="pt36534"/>
            <p:cNvSpPr/>
            <p:nvPr/>
          </p:nvSpPr>
          <p:spPr>
            <a:xfrm>
              <a:off x="7362548" y="23366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5" name="pt36535"/>
            <p:cNvSpPr/>
            <p:nvPr/>
          </p:nvSpPr>
          <p:spPr>
            <a:xfrm>
              <a:off x="7134505" y="22540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6" name="pt36536"/>
            <p:cNvSpPr/>
            <p:nvPr/>
          </p:nvSpPr>
          <p:spPr>
            <a:xfrm>
              <a:off x="6948596" y="20346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7" name="pt36537"/>
            <p:cNvSpPr/>
            <p:nvPr/>
          </p:nvSpPr>
          <p:spPr>
            <a:xfrm>
              <a:off x="7294757" y="19948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8" name="pt36538"/>
            <p:cNvSpPr/>
            <p:nvPr/>
          </p:nvSpPr>
          <p:spPr>
            <a:xfrm>
              <a:off x="7104736" y="21352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9" name="pt36539"/>
            <p:cNvSpPr/>
            <p:nvPr/>
          </p:nvSpPr>
          <p:spPr>
            <a:xfrm>
              <a:off x="7139726" y="23356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0" name="pt36540"/>
            <p:cNvSpPr/>
            <p:nvPr/>
          </p:nvSpPr>
          <p:spPr>
            <a:xfrm>
              <a:off x="6922972" y="20480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1" name="pt36541"/>
            <p:cNvSpPr/>
            <p:nvPr/>
          </p:nvSpPr>
          <p:spPr>
            <a:xfrm>
              <a:off x="6799936" y="24152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2" name="pt36542"/>
            <p:cNvSpPr/>
            <p:nvPr/>
          </p:nvSpPr>
          <p:spPr>
            <a:xfrm>
              <a:off x="6571731" y="16581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3" name="pt36543"/>
            <p:cNvSpPr/>
            <p:nvPr/>
          </p:nvSpPr>
          <p:spPr>
            <a:xfrm>
              <a:off x="7239422" y="21390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4" name="pt36544"/>
            <p:cNvSpPr/>
            <p:nvPr/>
          </p:nvSpPr>
          <p:spPr>
            <a:xfrm>
              <a:off x="7092192" y="2203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5" name="pt36545"/>
            <p:cNvSpPr/>
            <p:nvPr/>
          </p:nvSpPr>
          <p:spPr>
            <a:xfrm>
              <a:off x="7101783" y="2151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6" name="pt36546"/>
            <p:cNvSpPr/>
            <p:nvPr/>
          </p:nvSpPr>
          <p:spPr>
            <a:xfrm>
              <a:off x="7230203" y="21043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7" name="pt36547"/>
            <p:cNvSpPr/>
            <p:nvPr/>
          </p:nvSpPr>
          <p:spPr>
            <a:xfrm>
              <a:off x="6981008" y="2193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8" name="pt36548"/>
            <p:cNvSpPr/>
            <p:nvPr/>
          </p:nvSpPr>
          <p:spPr>
            <a:xfrm>
              <a:off x="6960735" y="20181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9" name="pt36549"/>
            <p:cNvSpPr/>
            <p:nvPr/>
          </p:nvSpPr>
          <p:spPr>
            <a:xfrm>
              <a:off x="7100894" y="21412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0" name="pt36550"/>
            <p:cNvSpPr/>
            <p:nvPr/>
          </p:nvSpPr>
          <p:spPr>
            <a:xfrm>
              <a:off x="7063094" y="2187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1" name="pt36551"/>
            <p:cNvSpPr/>
            <p:nvPr/>
          </p:nvSpPr>
          <p:spPr>
            <a:xfrm>
              <a:off x="7199431" y="20973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2" name="pt36552"/>
            <p:cNvSpPr/>
            <p:nvPr/>
          </p:nvSpPr>
          <p:spPr>
            <a:xfrm>
              <a:off x="7080161" y="21767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3" name="pt36553"/>
            <p:cNvSpPr/>
            <p:nvPr/>
          </p:nvSpPr>
          <p:spPr>
            <a:xfrm>
              <a:off x="7332414" y="1893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4" name="pt36554"/>
            <p:cNvSpPr/>
            <p:nvPr/>
          </p:nvSpPr>
          <p:spPr>
            <a:xfrm>
              <a:off x="7070580" y="2202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5" name="pt36555"/>
            <p:cNvSpPr/>
            <p:nvPr/>
          </p:nvSpPr>
          <p:spPr>
            <a:xfrm>
              <a:off x="7360763" y="21538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6" name="pt36556"/>
            <p:cNvSpPr/>
            <p:nvPr/>
          </p:nvSpPr>
          <p:spPr>
            <a:xfrm>
              <a:off x="7258054" y="19592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7" name="pt36557"/>
            <p:cNvSpPr/>
            <p:nvPr/>
          </p:nvSpPr>
          <p:spPr>
            <a:xfrm>
              <a:off x="7216820" y="20750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8" name="pt36558"/>
            <p:cNvSpPr/>
            <p:nvPr/>
          </p:nvSpPr>
          <p:spPr>
            <a:xfrm>
              <a:off x="7170161" y="21672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9" name="pt36559"/>
            <p:cNvSpPr/>
            <p:nvPr/>
          </p:nvSpPr>
          <p:spPr>
            <a:xfrm>
              <a:off x="7271198" y="18925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0" name="pt36560"/>
            <p:cNvSpPr/>
            <p:nvPr/>
          </p:nvSpPr>
          <p:spPr>
            <a:xfrm>
              <a:off x="7247492" y="24188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1" name="pt36561"/>
            <p:cNvSpPr/>
            <p:nvPr/>
          </p:nvSpPr>
          <p:spPr>
            <a:xfrm>
              <a:off x="7081733" y="22902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2" name="pt36562"/>
            <p:cNvSpPr/>
            <p:nvPr/>
          </p:nvSpPr>
          <p:spPr>
            <a:xfrm>
              <a:off x="7046572" y="20472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3" name="pt36563"/>
            <p:cNvSpPr/>
            <p:nvPr/>
          </p:nvSpPr>
          <p:spPr>
            <a:xfrm>
              <a:off x="7102996" y="21273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4" name="pt36564"/>
            <p:cNvSpPr/>
            <p:nvPr/>
          </p:nvSpPr>
          <p:spPr>
            <a:xfrm>
              <a:off x="7198857" y="2122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5" name="pt36565"/>
            <p:cNvSpPr/>
            <p:nvPr/>
          </p:nvSpPr>
          <p:spPr>
            <a:xfrm>
              <a:off x="6902747" y="23290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6" name="pt36566"/>
            <p:cNvSpPr/>
            <p:nvPr/>
          </p:nvSpPr>
          <p:spPr>
            <a:xfrm>
              <a:off x="7094086" y="21663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7" name="pt36567"/>
            <p:cNvSpPr/>
            <p:nvPr/>
          </p:nvSpPr>
          <p:spPr>
            <a:xfrm>
              <a:off x="6982533" y="21130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8" name="pt36568"/>
            <p:cNvSpPr/>
            <p:nvPr/>
          </p:nvSpPr>
          <p:spPr>
            <a:xfrm>
              <a:off x="7190783" y="22311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9" name="pt36569"/>
            <p:cNvSpPr/>
            <p:nvPr/>
          </p:nvSpPr>
          <p:spPr>
            <a:xfrm>
              <a:off x="7146507" y="20425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0" name="pt36570"/>
            <p:cNvSpPr/>
            <p:nvPr/>
          </p:nvSpPr>
          <p:spPr>
            <a:xfrm>
              <a:off x="7085435" y="23063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1" name="pt36571"/>
            <p:cNvSpPr/>
            <p:nvPr/>
          </p:nvSpPr>
          <p:spPr>
            <a:xfrm>
              <a:off x="7082672" y="21766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2" name="pt36572"/>
            <p:cNvSpPr/>
            <p:nvPr/>
          </p:nvSpPr>
          <p:spPr>
            <a:xfrm>
              <a:off x="7331240" y="20310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3" name="pt36573"/>
            <p:cNvSpPr/>
            <p:nvPr/>
          </p:nvSpPr>
          <p:spPr>
            <a:xfrm>
              <a:off x="6957558" y="20529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4" name="pt36574"/>
            <p:cNvSpPr/>
            <p:nvPr/>
          </p:nvSpPr>
          <p:spPr>
            <a:xfrm>
              <a:off x="6833056" y="21062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5" name="pt36575"/>
            <p:cNvSpPr/>
            <p:nvPr/>
          </p:nvSpPr>
          <p:spPr>
            <a:xfrm>
              <a:off x="7234023" y="20643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6" name="pt36576"/>
            <p:cNvSpPr/>
            <p:nvPr/>
          </p:nvSpPr>
          <p:spPr>
            <a:xfrm>
              <a:off x="7138773" y="2251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7" name="pt36577"/>
            <p:cNvSpPr/>
            <p:nvPr/>
          </p:nvSpPr>
          <p:spPr>
            <a:xfrm>
              <a:off x="7175252" y="19572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8" name="pt36578"/>
            <p:cNvSpPr/>
            <p:nvPr/>
          </p:nvSpPr>
          <p:spPr>
            <a:xfrm>
              <a:off x="7070492" y="22168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9" name="pt36579"/>
            <p:cNvSpPr/>
            <p:nvPr/>
          </p:nvSpPr>
          <p:spPr>
            <a:xfrm>
              <a:off x="7018826" y="18587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0" name="pt36580"/>
            <p:cNvSpPr/>
            <p:nvPr/>
          </p:nvSpPr>
          <p:spPr>
            <a:xfrm>
              <a:off x="7305720" y="21510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1" name="pt36581"/>
            <p:cNvSpPr/>
            <p:nvPr/>
          </p:nvSpPr>
          <p:spPr>
            <a:xfrm>
              <a:off x="6904895" y="22457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2" name="pt36582"/>
            <p:cNvSpPr/>
            <p:nvPr/>
          </p:nvSpPr>
          <p:spPr>
            <a:xfrm>
              <a:off x="7278308" y="19685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3" name="pt36583"/>
            <p:cNvSpPr/>
            <p:nvPr/>
          </p:nvSpPr>
          <p:spPr>
            <a:xfrm>
              <a:off x="7119581" y="21480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4" name="pt36584"/>
            <p:cNvSpPr/>
            <p:nvPr/>
          </p:nvSpPr>
          <p:spPr>
            <a:xfrm>
              <a:off x="7084859" y="21906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5" name="pt36585"/>
            <p:cNvSpPr/>
            <p:nvPr/>
          </p:nvSpPr>
          <p:spPr>
            <a:xfrm>
              <a:off x="7283907" y="19830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6" name="pt36586"/>
            <p:cNvSpPr/>
            <p:nvPr/>
          </p:nvSpPr>
          <p:spPr>
            <a:xfrm>
              <a:off x="7133091" y="23356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7" name="pt36587"/>
            <p:cNvSpPr/>
            <p:nvPr/>
          </p:nvSpPr>
          <p:spPr>
            <a:xfrm>
              <a:off x="6869894" y="21037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8" name="pt36588"/>
            <p:cNvSpPr/>
            <p:nvPr/>
          </p:nvSpPr>
          <p:spPr>
            <a:xfrm>
              <a:off x="7164692" y="21159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9" name="pt36589"/>
            <p:cNvSpPr/>
            <p:nvPr/>
          </p:nvSpPr>
          <p:spPr>
            <a:xfrm>
              <a:off x="6975064" y="19738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0" name="pt36590"/>
            <p:cNvSpPr/>
            <p:nvPr/>
          </p:nvSpPr>
          <p:spPr>
            <a:xfrm>
              <a:off x="7307078" y="22213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1" name="pt36591"/>
            <p:cNvSpPr/>
            <p:nvPr/>
          </p:nvSpPr>
          <p:spPr>
            <a:xfrm>
              <a:off x="6802297" y="22904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2" name="pt36592"/>
            <p:cNvSpPr/>
            <p:nvPr/>
          </p:nvSpPr>
          <p:spPr>
            <a:xfrm>
              <a:off x="6973990" y="20964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3" name="pt36593"/>
            <p:cNvSpPr/>
            <p:nvPr/>
          </p:nvSpPr>
          <p:spPr>
            <a:xfrm>
              <a:off x="7291602" y="21525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4" name="pt36594"/>
            <p:cNvSpPr/>
            <p:nvPr/>
          </p:nvSpPr>
          <p:spPr>
            <a:xfrm>
              <a:off x="7041312" y="22325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5" name="pt36595"/>
            <p:cNvSpPr/>
            <p:nvPr/>
          </p:nvSpPr>
          <p:spPr>
            <a:xfrm>
              <a:off x="7014980" y="17386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6" name="pt36596"/>
            <p:cNvSpPr/>
            <p:nvPr/>
          </p:nvSpPr>
          <p:spPr>
            <a:xfrm>
              <a:off x="7207455" y="21623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7" name="pt36597"/>
            <p:cNvSpPr/>
            <p:nvPr/>
          </p:nvSpPr>
          <p:spPr>
            <a:xfrm>
              <a:off x="7074832" y="22230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8" name="pt36598"/>
            <p:cNvSpPr/>
            <p:nvPr/>
          </p:nvSpPr>
          <p:spPr>
            <a:xfrm>
              <a:off x="6697750" y="23526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9" name="pt36599"/>
            <p:cNvSpPr/>
            <p:nvPr/>
          </p:nvSpPr>
          <p:spPr>
            <a:xfrm>
              <a:off x="7320385" y="18995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0" name="pt36600"/>
            <p:cNvSpPr/>
            <p:nvPr/>
          </p:nvSpPr>
          <p:spPr>
            <a:xfrm>
              <a:off x="7125663" y="22628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1" name="pt36601"/>
            <p:cNvSpPr/>
            <p:nvPr/>
          </p:nvSpPr>
          <p:spPr>
            <a:xfrm>
              <a:off x="6960531" y="1918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2" name="pt36602"/>
            <p:cNvSpPr/>
            <p:nvPr/>
          </p:nvSpPr>
          <p:spPr>
            <a:xfrm>
              <a:off x="7106780" y="2096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3" name="pt36603"/>
            <p:cNvSpPr/>
            <p:nvPr/>
          </p:nvSpPr>
          <p:spPr>
            <a:xfrm>
              <a:off x="6948588" y="21020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4" name="pt36604"/>
            <p:cNvSpPr/>
            <p:nvPr/>
          </p:nvSpPr>
          <p:spPr>
            <a:xfrm>
              <a:off x="7250937" y="20372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5" name="pt36605"/>
            <p:cNvSpPr/>
            <p:nvPr/>
          </p:nvSpPr>
          <p:spPr>
            <a:xfrm>
              <a:off x="7180832" y="20672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6" name="pt36606"/>
            <p:cNvSpPr/>
            <p:nvPr/>
          </p:nvSpPr>
          <p:spPr>
            <a:xfrm>
              <a:off x="7064034" y="20700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7" name="pt36607"/>
            <p:cNvSpPr/>
            <p:nvPr/>
          </p:nvSpPr>
          <p:spPr>
            <a:xfrm>
              <a:off x="7097975" y="21328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8" name="pt36608"/>
            <p:cNvSpPr/>
            <p:nvPr/>
          </p:nvSpPr>
          <p:spPr>
            <a:xfrm>
              <a:off x="7156267" y="19823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9" name="pt36609"/>
            <p:cNvSpPr/>
            <p:nvPr/>
          </p:nvSpPr>
          <p:spPr>
            <a:xfrm>
              <a:off x="7369147" y="18908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0" name="pt36610"/>
            <p:cNvSpPr/>
            <p:nvPr/>
          </p:nvSpPr>
          <p:spPr>
            <a:xfrm>
              <a:off x="6809461" y="22402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1" name="pt36611"/>
            <p:cNvSpPr/>
            <p:nvPr/>
          </p:nvSpPr>
          <p:spPr>
            <a:xfrm>
              <a:off x="6836535" y="24093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2" name="pt36612"/>
            <p:cNvSpPr/>
            <p:nvPr/>
          </p:nvSpPr>
          <p:spPr>
            <a:xfrm>
              <a:off x="7179992" y="20320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3" name="pt36613"/>
            <p:cNvSpPr/>
            <p:nvPr/>
          </p:nvSpPr>
          <p:spPr>
            <a:xfrm>
              <a:off x="7016093" y="18639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4" name="pt36614"/>
            <p:cNvSpPr/>
            <p:nvPr/>
          </p:nvSpPr>
          <p:spPr>
            <a:xfrm>
              <a:off x="7168647" y="21891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5" name="pt36615"/>
            <p:cNvSpPr/>
            <p:nvPr/>
          </p:nvSpPr>
          <p:spPr>
            <a:xfrm>
              <a:off x="7060391" y="22857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6" name="pt36616"/>
            <p:cNvSpPr/>
            <p:nvPr/>
          </p:nvSpPr>
          <p:spPr>
            <a:xfrm>
              <a:off x="7243072" y="21452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7" name="pt36617"/>
            <p:cNvSpPr/>
            <p:nvPr/>
          </p:nvSpPr>
          <p:spPr>
            <a:xfrm>
              <a:off x="7364209" y="21710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8" name="pt36618"/>
            <p:cNvSpPr/>
            <p:nvPr/>
          </p:nvSpPr>
          <p:spPr>
            <a:xfrm>
              <a:off x="7212234" y="21774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9" name="pt36619"/>
            <p:cNvSpPr/>
            <p:nvPr/>
          </p:nvSpPr>
          <p:spPr>
            <a:xfrm>
              <a:off x="7422892" y="25743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0" name="pt36620"/>
            <p:cNvSpPr/>
            <p:nvPr/>
          </p:nvSpPr>
          <p:spPr>
            <a:xfrm>
              <a:off x="7091203" y="22629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1" name="pt36621"/>
            <p:cNvSpPr/>
            <p:nvPr/>
          </p:nvSpPr>
          <p:spPr>
            <a:xfrm>
              <a:off x="6898378" y="21861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2" name="pt36622"/>
            <p:cNvSpPr/>
            <p:nvPr/>
          </p:nvSpPr>
          <p:spPr>
            <a:xfrm>
              <a:off x="6992992" y="19128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3" name="pt36623"/>
            <p:cNvSpPr/>
            <p:nvPr/>
          </p:nvSpPr>
          <p:spPr>
            <a:xfrm>
              <a:off x="7186541" y="22231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4" name="pt36624"/>
            <p:cNvSpPr/>
            <p:nvPr/>
          </p:nvSpPr>
          <p:spPr>
            <a:xfrm>
              <a:off x="7067525" y="20275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5" name="pt36625"/>
            <p:cNvSpPr/>
            <p:nvPr/>
          </p:nvSpPr>
          <p:spPr>
            <a:xfrm>
              <a:off x="7150526" y="19663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6" name="pt36626"/>
            <p:cNvSpPr/>
            <p:nvPr/>
          </p:nvSpPr>
          <p:spPr>
            <a:xfrm>
              <a:off x="7056778" y="22961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7" name="pt36627"/>
            <p:cNvSpPr/>
            <p:nvPr/>
          </p:nvSpPr>
          <p:spPr>
            <a:xfrm>
              <a:off x="6955594" y="20923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8" name="pt36628"/>
            <p:cNvSpPr/>
            <p:nvPr/>
          </p:nvSpPr>
          <p:spPr>
            <a:xfrm>
              <a:off x="6994923" y="18680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9" name="pt36629"/>
            <p:cNvSpPr/>
            <p:nvPr/>
          </p:nvSpPr>
          <p:spPr>
            <a:xfrm>
              <a:off x="7016872" y="18214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0" name="pt36630"/>
            <p:cNvSpPr/>
            <p:nvPr/>
          </p:nvSpPr>
          <p:spPr>
            <a:xfrm>
              <a:off x="7180722" y="21082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1" name="pt36631"/>
            <p:cNvSpPr/>
            <p:nvPr/>
          </p:nvSpPr>
          <p:spPr>
            <a:xfrm>
              <a:off x="7099711" y="2084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2" name="pt36632"/>
            <p:cNvSpPr/>
            <p:nvPr/>
          </p:nvSpPr>
          <p:spPr>
            <a:xfrm>
              <a:off x="7078847" y="21171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3" name="pt36633"/>
            <p:cNvSpPr/>
            <p:nvPr/>
          </p:nvSpPr>
          <p:spPr>
            <a:xfrm>
              <a:off x="7158149" y="19977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4" name="pt36634"/>
            <p:cNvSpPr/>
            <p:nvPr/>
          </p:nvSpPr>
          <p:spPr>
            <a:xfrm>
              <a:off x="6821025" y="20303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5" name="pt36635"/>
            <p:cNvSpPr/>
            <p:nvPr/>
          </p:nvSpPr>
          <p:spPr>
            <a:xfrm>
              <a:off x="6946049" y="19432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6" name="pt36636"/>
            <p:cNvSpPr/>
            <p:nvPr/>
          </p:nvSpPr>
          <p:spPr>
            <a:xfrm>
              <a:off x="6942462" y="2137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7" name="pt36637"/>
            <p:cNvSpPr/>
            <p:nvPr/>
          </p:nvSpPr>
          <p:spPr>
            <a:xfrm>
              <a:off x="7324174" y="20000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8" name="pt36638"/>
            <p:cNvSpPr/>
            <p:nvPr/>
          </p:nvSpPr>
          <p:spPr>
            <a:xfrm>
              <a:off x="7134737" y="21994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9" name="pt36639"/>
            <p:cNvSpPr/>
            <p:nvPr/>
          </p:nvSpPr>
          <p:spPr>
            <a:xfrm>
              <a:off x="6881203" y="18379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0" name="pt36640"/>
            <p:cNvSpPr/>
            <p:nvPr/>
          </p:nvSpPr>
          <p:spPr>
            <a:xfrm>
              <a:off x="7306386" y="20463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1" name="pt36641"/>
            <p:cNvSpPr/>
            <p:nvPr/>
          </p:nvSpPr>
          <p:spPr>
            <a:xfrm>
              <a:off x="7359317" y="23603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2" name="pt36642"/>
            <p:cNvSpPr/>
            <p:nvPr/>
          </p:nvSpPr>
          <p:spPr>
            <a:xfrm>
              <a:off x="7219075" y="19973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3" name="pt36643"/>
            <p:cNvSpPr/>
            <p:nvPr/>
          </p:nvSpPr>
          <p:spPr>
            <a:xfrm>
              <a:off x="7005617" y="19852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4" name="pt36644"/>
            <p:cNvSpPr/>
            <p:nvPr/>
          </p:nvSpPr>
          <p:spPr>
            <a:xfrm>
              <a:off x="7599783" y="27775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5" name="pt36645"/>
            <p:cNvSpPr/>
            <p:nvPr/>
          </p:nvSpPr>
          <p:spPr>
            <a:xfrm>
              <a:off x="7143109" y="21658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6" name="pt36646"/>
            <p:cNvSpPr/>
            <p:nvPr/>
          </p:nvSpPr>
          <p:spPr>
            <a:xfrm>
              <a:off x="6949798" y="20060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7" name="pt36647"/>
            <p:cNvSpPr/>
            <p:nvPr/>
          </p:nvSpPr>
          <p:spPr>
            <a:xfrm>
              <a:off x="7136480" y="21484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8" name="pt36648"/>
            <p:cNvSpPr/>
            <p:nvPr/>
          </p:nvSpPr>
          <p:spPr>
            <a:xfrm>
              <a:off x="7120092" y="21737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9" name="pt36649"/>
            <p:cNvSpPr/>
            <p:nvPr/>
          </p:nvSpPr>
          <p:spPr>
            <a:xfrm>
              <a:off x="7340835" y="21643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0" name="pt36650"/>
            <p:cNvSpPr/>
            <p:nvPr/>
          </p:nvSpPr>
          <p:spPr>
            <a:xfrm>
              <a:off x="7207620" y="2082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1" name="pt36651"/>
            <p:cNvSpPr/>
            <p:nvPr/>
          </p:nvSpPr>
          <p:spPr>
            <a:xfrm>
              <a:off x="7501003" y="23060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2" name="pt36652"/>
            <p:cNvSpPr/>
            <p:nvPr/>
          </p:nvSpPr>
          <p:spPr>
            <a:xfrm>
              <a:off x="7139481" y="23567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3" name="pt36653"/>
            <p:cNvSpPr/>
            <p:nvPr/>
          </p:nvSpPr>
          <p:spPr>
            <a:xfrm>
              <a:off x="7030181" y="20899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4" name="pt36654"/>
            <p:cNvSpPr/>
            <p:nvPr/>
          </p:nvSpPr>
          <p:spPr>
            <a:xfrm>
              <a:off x="7049446" y="18922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5" name="pt36655"/>
            <p:cNvSpPr/>
            <p:nvPr/>
          </p:nvSpPr>
          <p:spPr>
            <a:xfrm>
              <a:off x="7347633" y="2310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6" name="pt36656"/>
            <p:cNvSpPr/>
            <p:nvPr/>
          </p:nvSpPr>
          <p:spPr>
            <a:xfrm>
              <a:off x="6994950" y="19878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7" name="pt36657"/>
            <p:cNvSpPr/>
            <p:nvPr/>
          </p:nvSpPr>
          <p:spPr>
            <a:xfrm>
              <a:off x="7274563" y="19734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8" name="pt36658"/>
            <p:cNvSpPr/>
            <p:nvPr/>
          </p:nvSpPr>
          <p:spPr>
            <a:xfrm>
              <a:off x="7164111" y="21596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9" name="pt36659"/>
            <p:cNvSpPr/>
            <p:nvPr/>
          </p:nvSpPr>
          <p:spPr>
            <a:xfrm>
              <a:off x="7116651" y="21489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0" name="pt36660"/>
            <p:cNvSpPr/>
            <p:nvPr/>
          </p:nvSpPr>
          <p:spPr>
            <a:xfrm>
              <a:off x="7182684" y="20059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1" name="pt36661"/>
            <p:cNvSpPr/>
            <p:nvPr/>
          </p:nvSpPr>
          <p:spPr>
            <a:xfrm>
              <a:off x="7191331" y="22864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2" name="pt36662"/>
            <p:cNvSpPr/>
            <p:nvPr/>
          </p:nvSpPr>
          <p:spPr>
            <a:xfrm>
              <a:off x="7188744" y="20441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3" name="pt36663"/>
            <p:cNvSpPr/>
            <p:nvPr/>
          </p:nvSpPr>
          <p:spPr>
            <a:xfrm>
              <a:off x="7083068" y="22635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4" name="pt36664"/>
            <p:cNvSpPr/>
            <p:nvPr/>
          </p:nvSpPr>
          <p:spPr>
            <a:xfrm>
              <a:off x="6770339" y="28906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5" name="pt36665"/>
            <p:cNvSpPr/>
            <p:nvPr/>
          </p:nvSpPr>
          <p:spPr>
            <a:xfrm>
              <a:off x="7197018" y="22754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6" name="pt36666"/>
            <p:cNvSpPr/>
            <p:nvPr/>
          </p:nvSpPr>
          <p:spPr>
            <a:xfrm>
              <a:off x="7050030" y="18021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7" name="pt36667"/>
            <p:cNvSpPr/>
            <p:nvPr/>
          </p:nvSpPr>
          <p:spPr>
            <a:xfrm>
              <a:off x="6914112" y="22133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8" name="pt36668"/>
            <p:cNvSpPr/>
            <p:nvPr/>
          </p:nvSpPr>
          <p:spPr>
            <a:xfrm>
              <a:off x="7507576" y="27417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9" name="pt36669"/>
            <p:cNvSpPr/>
            <p:nvPr/>
          </p:nvSpPr>
          <p:spPr>
            <a:xfrm>
              <a:off x="7295264" y="19332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0" name="pt36670"/>
            <p:cNvSpPr/>
            <p:nvPr/>
          </p:nvSpPr>
          <p:spPr>
            <a:xfrm>
              <a:off x="7048051" y="16989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1" name="pt36671"/>
            <p:cNvSpPr/>
            <p:nvPr/>
          </p:nvSpPr>
          <p:spPr>
            <a:xfrm>
              <a:off x="7051238" y="20515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2" name="pt36672"/>
            <p:cNvSpPr/>
            <p:nvPr/>
          </p:nvSpPr>
          <p:spPr>
            <a:xfrm>
              <a:off x="6822222" y="22503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3" name="pt36673"/>
            <p:cNvSpPr/>
            <p:nvPr/>
          </p:nvSpPr>
          <p:spPr>
            <a:xfrm>
              <a:off x="6980748" y="1959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4" name="pt36674"/>
            <p:cNvSpPr/>
            <p:nvPr/>
          </p:nvSpPr>
          <p:spPr>
            <a:xfrm>
              <a:off x="7002540" y="2028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5" name="pt36675"/>
            <p:cNvSpPr/>
            <p:nvPr/>
          </p:nvSpPr>
          <p:spPr>
            <a:xfrm>
              <a:off x="6804062" y="21865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6" name="pt36676"/>
            <p:cNvSpPr/>
            <p:nvPr/>
          </p:nvSpPr>
          <p:spPr>
            <a:xfrm>
              <a:off x="7286819" y="20080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7" name="pt36677"/>
            <p:cNvSpPr/>
            <p:nvPr/>
          </p:nvSpPr>
          <p:spPr>
            <a:xfrm>
              <a:off x="7605392" y="25318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8" name="pt36678"/>
            <p:cNvSpPr/>
            <p:nvPr/>
          </p:nvSpPr>
          <p:spPr>
            <a:xfrm>
              <a:off x="7144284" y="21258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9" name="pt36679"/>
            <p:cNvSpPr/>
            <p:nvPr/>
          </p:nvSpPr>
          <p:spPr>
            <a:xfrm>
              <a:off x="6766321" y="24913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0" name="pt36680"/>
            <p:cNvSpPr/>
            <p:nvPr/>
          </p:nvSpPr>
          <p:spPr>
            <a:xfrm>
              <a:off x="7326268" y="21222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1" name="pt36681"/>
            <p:cNvSpPr/>
            <p:nvPr/>
          </p:nvSpPr>
          <p:spPr>
            <a:xfrm>
              <a:off x="7097156" y="21143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2" name="pt36682"/>
            <p:cNvSpPr/>
            <p:nvPr/>
          </p:nvSpPr>
          <p:spPr>
            <a:xfrm>
              <a:off x="7149916" y="19732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3" name="pt36683"/>
            <p:cNvSpPr/>
            <p:nvPr/>
          </p:nvSpPr>
          <p:spPr>
            <a:xfrm>
              <a:off x="7372095" y="23529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4" name="pt36684"/>
            <p:cNvSpPr/>
            <p:nvPr/>
          </p:nvSpPr>
          <p:spPr>
            <a:xfrm>
              <a:off x="7052312" y="20988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5" name="pt36685"/>
            <p:cNvSpPr/>
            <p:nvPr/>
          </p:nvSpPr>
          <p:spPr>
            <a:xfrm>
              <a:off x="7216783" y="20900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6" name="pt36686"/>
            <p:cNvSpPr/>
            <p:nvPr/>
          </p:nvSpPr>
          <p:spPr>
            <a:xfrm>
              <a:off x="7097908" y="21773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7" name="pt36687"/>
            <p:cNvSpPr/>
            <p:nvPr/>
          </p:nvSpPr>
          <p:spPr>
            <a:xfrm>
              <a:off x="7254406" y="20998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8" name="pt36688"/>
            <p:cNvSpPr/>
            <p:nvPr/>
          </p:nvSpPr>
          <p:spPr>
            <a:xfrm>
              <a:off x="6808198" y="21751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9" name="pt36689"/>
            <p:cNvSpPr/>
            <p:nvPr/>
          </p:nvSpPr>
          <p:spPr>
            <a:xfrm>
              <a:off x="7194167" y="22005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0" name="pt36690"/>
            <p:cNvSpPr/>
            <p:nvPr/>
          </p:nvSpPr>
          <p:spPr>
            <a:xfrm>
              <a:off x="7078558" y="21793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1" name="pt36691"/>
            <p:cNvSpPr/>
            <p:nvPr/>
          </p:nvSpPr>
          <p:spPr>
            <a:xfrm>
              <a:off x="6948412" y="21250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2" name="pt36692"/>
            <p:cNvSpPr/>
            <p:nvPr/>
          </p:nvSpPr>
          <p:spPr>
            <a:xfrm>
              <a:off x="7129905" y="22825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3" name="pt36693"/>
            <p:cNvSpPr/>
            <p:nvPr/>
          </p:nvSpPr>
          <p:spPr>
            <a:xfrm>
              <a:off x="6790784" y="21567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4" name="pt36694"/>
            <p:cNvSpPr/>
            <p:nvPr/>
          </p:nvSpPr>
          <p:spPr>
            <a:xfrm>
              <a:off x="7173315" y="20812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5" name="pt36695"/>
            <p:cNvSpPr/>
            <p:nvPr/>
          </p:nvSpPr>
          <p:spPr>
            <a:xfrm>
              <a:off x="7115981" y="21933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6" name="pt36696"/>
            <p:cNvSpPr/>
            <p:nvPr/>
          </p:nvSpPr>
          <p:spPr>
            <a:xfrm>
              <a:off x="6987746" y="20514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7" name="pt36697"/>
            <p:cNvSpPr/>
            <p:nvPr/>
          </p:nvSpPr>
          <p:spPr>
            <a:xfrm>
              <a:off x="7278579" y="19429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8" name="pt36698"/>
            <p:cNvSpPr/>
            <p:nvPr/>
          </p:nvSpPr>
          <p:spPr>
            <a:xfrm>
              <a:off x="7267251" y="20575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9" name="pt36699"/>
            <p:cNvSpPr/>
            <p:nvPr/>
          </p:nvSpPr>
          <p:spPr>
            <a:xfrm>
              <a:off x="7103472" y="2038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0" name="pt36700"/>
            <p:cNvSpPr/>
            <p:nvPr/>
          </p:nvSpPr>
          <p:spPr>
            <a:xfrm>
              <a:off x="7115136" y="21804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1" name="pt36701"/>
            <p:cNvSpPr/>
            <p:nvPr/>
          </p:nvSpPr>
          <p:spPr>
            <a:xfrm>
              <a:off x="7210384" y="2009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2" name="pt36702"/>
            <p:cNvSpPr/>
            <p:nvPr/>
          </p:nvSpPr>
          <p:spPr>
            <a:xfrm>
              <a:off x="7261916" y="2068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3" name="pt36703"/>
            <p:cNvSpPr/>
            <p:nvPr/>
          </p:nvSpPr>
          <p:spPr>
            <a:xfrm>
              <a:off x="7333697" y="20874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4" name="pt36704"/>
            <p:cNvSpPr/>
            <p:nvPr/>
          </p:nvSpPr>
          <p:spPr>
            <a:xfrm>
              <a:off x="7117294" y="21714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5" name="pt36705"/>
            <p:cNvSpPr/>
            <p:nvPr/>
          </p:nvSpPr>
          <p:spPr>
            <a:xfrm>
              <a:off x="6823546" y="19403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6" name="pt36706"/>
            <p:cNvSpPr/>
            <p:nvPr/>
          </p:nvSpPr>
          <p:spPr>
            <a:xfrm>
              <a:off x="7264760" y="19153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7" name="pt36707"/>
            <p:cNvSpPr/>
            <p:nvPr/>
          </p:nvSpPr>
          <p:spPr>
            <a:xfrm>
              <a:off x="7227253" y="22095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8" name="pt36708"/>
            <p:cNvSpPr/>
            <p:nvPr/>
          </p:nvSpPr>
          <p:spPr>
            <a:xfrm>
              <a:off x="7292299" y="20595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9" name="pt36709"/>
            <p:cNvSpPr/>
            <p:nvPr/>
          </p:nvSpPr>
          <p:spPr>
            <a:xfrm>
              <a:off x="7279903" y="18363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0" name="pt36710"/>
            <p:cNvSpPr/>
            <p:nvPr/>
          </p:nvSpPr>
          <p:spPr>
            <a:xfrm>
              <a:off x="7007273" y="20654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1" name="pt36711"/>
            <p:cNvSpPr/>
            <p:nvPr/>
          </p:nvSpPr>
          <p:spPr>
            <a:xfrm>
              <a:off x="7190715" y="21990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2" name="pt36712"/>
            <p:cNvSpPr/>
            <p:nvPr/>
          </p:nvSpPr>
          <p:spPr>
            <a:xfrm>
              <a:off x="6841155" y="23164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3" name="pt36713"/>
            <p:cNvSpPr/>
            <p:nvPr/>
          </p:nvSpPr>
          <p:spPr>
            <a:xfrm>
              <a:off x="6831869" y="24401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4" name="pt36714"/>
            <p:cNvSpPr/>
            <p:nvPr/>
          </p:nvSpPr>
          <p:spPr>
            <a:xfrm>
              <a:off x="7072361" y="21826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5" name="pt36715"/>
            <p:cNvSpPr/>
            <p:nvPr/>
          </p:nvSpPr>
          <p:spPr>
            <a:xfrm>
              <a:off x="7205936" y="22514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6" name="pt36716"/>
            <p:cNvSpPr/>
            <p:nvPr/>
          </p:nvSpPr>
          <p:spPr>
            <a:xfrm>
              <a:off x="7187663" y="20056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7" name="pt36717"/>
            <p:cNvSpPr/>
            <p:nvPr/>
          </p:nvSpPr>
          <p:spPr>
            <a:xfrm>
              <a:off x="7088852" y="22002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8" name="pt36718"/>
            <p:cNvSpPr/>
            <p:nvPr/>
          </p:nvSpPr>
          <p:spPr>
            <a:xfrm>
              <a:off x="7200937" y="21188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9" name="pt36719"/>
            <p:cNvSpPr/>
            <p:nvPr/>
          </p:nvSpPr>
          <p:spPr>
            <a:xfrm>
              <a:off x="7146116" y="20469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0" name="pt36720"/>
            <p:cNvSpPr/>
            <p:nvPr/>
          </p:nvSpPr>
          <p:spPr>
            <a:xfrm>
              <a:off x="7200062" y="22281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1" name="pt36721"/>
            <p:cNvSpPr/>
            <p:nvPr/>
          </p:nvSpPr>
          <p:spPr>
            <a:xfrm>
              <a:off x="7163683" y="20920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2" name="pt36722"/>
            <p:cNvSpPr/>
            <p:nvPr/>
          </p:nvSpPr>
          <p:spPr>
            <a:xfrm>
              <a:off x="7370177" y="17374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3" name="pt36723"/>
            <p:cNvSpPr/>
            <p:nvPr/>
          </p:nvSpPr>
          <p:spPr>
            <a:xfrm>
              <a:off x="7074195" y="2083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4" name="pt36724"/>
            <p:cNvSpPr/>
            <p:nvPr/>
          </p:nvSpPr>
          <p:spPr>
            <a:xfrm>
              <a:off x="7047687" y="18050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5" name="pt36725"/>
            <p:cNvSpPr/>
            <p:nvPr/>
          </p:nvSpPr>
          <p:spPr>
            <a:xfrm>
              <a:off x="6923580" y="21308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6" name="pt36726"/>
            <p:cNvSpPr/>
            <p:nvPr/>
          </p:nvSpPr>
          <p:spPr>
            <a:xfrm>
              <a:off x="7010798" y="19751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7" name="pt36727"/>
            <p:cNvSpPr/>
            <p:nvPr/>
          </p:nvSpPr>
          <p:spPr>
            <a:xfrm>
              <a:off x="7238712" y="21429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8" name="pt36728"/>
            <p:cNvSpPr/>
            <p:nvPr/>
          </p:nvSpPr>
          <p:spPr>
            <a:xfrm>
              <a:off x="7080349" y="22088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9" name="pt36729"/>
            <p:cNvSpPr/>
            <p:nvPr/>
          </p:nvSpPr>
          <p:spPr>
            <a:xfrm>
              <a:off x="6794647" y="23233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0" name="pt36730"/>
            <p:cNvSpPr/>
            <p:nvPr/>
          </p:nvSpPr>
          <p:spPr>
            <a:xfrm>
              <a:off x="7441762" y="24904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1" name="pt36731"/>
            <p:cNvSpPr/>
            <p:nvPr/>
          </p:nvSpPr>
          <p:spPr>
            <a:xfrm>
              <a:off x="7125382" y="22351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2" name="pt36732"/>
            <p:cNvSpPr/>
            <p:nvPr/>
          </p:nvSpPr>
          <p:spPr>
            <a:xfrm>
              <a:off x="7148459" y="20642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3" name="pt36733"/>
            <p:cNvSpPr/>
            <p:nvPr/>
          </p:nvSpPr>
          <p:spPr>
            <a:xfrm>
              <a:off x="6851350" y="18859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4" name="pt36734"/>
            <p:cNvSpPr/>
            <p:nvPr/>
          </p:nvSpPr>
          <p:spPr>
            <a:xfrm>
              <a:off x="6978171" y="18620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5" name="pt36735"/>
            <p:cNvSpPr/>
            <p:nvPr/>
          </p:nvSpPr>
          <p:spPr>
            <a:xfrm>
              <a:off x="6890720" y="20205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6" name="pt36736"/>
            <p:cNvSpPr/>
            <p:nvPr/>
          </p:nvSpPr>
          <p:spPr>
            <a:xfrm>
              <a:off x="7128929" y="22999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7" name="pt36737"/>
            <p:cNvSpPr/>
            <p:nvPr/>
          </p:nvSpPr>
          <p:spPr>
            <a:xfrm>
              <a:off x="7003076" y="20738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8" name="pt36738"/>
            <p:cNvSpPr/>
            <p:nvPr/>
          </p:nvSpPr>
          <p:spPr>
            <a:xfrm>
              <a:off x="7460359" y="21530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9" name="pt36739"/>
            <p:cNvSpPr/>
            <p:nvPr/>
          </p:nvSpPr>
          <p:spPr>
            <a:xfrm>
              <a:off x="7054382" y="20400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0" name="pt36740"/>
            <p:cNvSpPr/>
            <p:nvPr/>
          </p:nvSpPr>
          <p:spPr>
            <a:xfrm>
              <a:off x="6924101" y="19634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1" name="pt36741"/>
            <p:cNvSpPr/>
            <p:nvPr/>
          </p:nvSpPr>
          <p:spPr>
            <a:xfrm>
              <a:off x="7135460" y="2385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2" name="pt36742"/>
            <p:cNvSpPr/>
            <p:nvPr/>
          </p:nvSpPr>
          <p:spPr>
            <a:xfrm>
              <a:off x="7266986" y="2056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3" name="pt36743"/>
            <p:cNvSpPr/>
            <p:nvPr/>
          </p:nvSpPr>
          <p:spPr>
            <a:xfrm>
              <a:off x="6817381" y="18988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4" name="pt36744"/>
            <p:cNvSpPr/>
            <p:nvPr/>
          </p:nvSpPr>
          <p:spPr>
            <a:xfrm>
              <a:off x="6942151" y="21060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5" name="pt36745"/>
            <p:cNvSpPr/>
            <p:nvPr/>
          </p:nvSpPr>
          <p:spPr>
            <a:xfrm>
              <a:off x="7231128" y="21690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6" name="pt36746"/>
            <p:cNvSpPr/>
            <p:nvPr/>
          </p:nvSpPr>
          <p:spPr>
            <a:xfrm>
              <a:off x="7244921" y="2107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7" name="pt36747"/>
            <p:cNvSpPr/>
            <p:nvPr/>
          </p:nvSpPr>
          <p:spPr>
            <a:xfrm>
              <a:off x="7043146" y="23735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8" name="pt36748"/>
            <p:cNvSpPr/>
            <p:nvPr/>
          </p:nvSpPr>
          <p:spPr>
            <a:xfrm>
              <a:off x="7043478" y="23586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9" name="pt36749"/>
            <p:cNvSpPr/>
            <p:nvPr/>
          </p:nvSpPr>
          <p:spPr>
            <a:xfrm>
              <a:off x="7184242" y="20259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0" name="pt36750"/>
            <p:cNvSpPr/>
            <p:nvPr/>
          </p:nvSpPr>
          <p:spPr>
            <a:xfrm>
              <a:off x="7420137" y="28060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1" name="pt36751"/>
            <p:cNvSpPr/>
            <p:nvPr/>
          </p:nvSpPr>
          <p:spPr>
            <a:xfrm>
              <a:off x="7218804" y="19771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2" name="pt36752"/>
            <p:cNvSpPr/>
            <p:nvPr/>
          </p:nvSpPr>
          <p:spPr>
            <a:xfrm>
              <a:off x="6854329" y="19557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3" name="pt36753"/>
            <p:cNvSpPr/>
            <p:nvPr/>
          </p:nvSpPr>
          <p:spPr>
            <a:xfrm>
              <a:off x="7296790" y="1962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4" name="pt36754"/>
            <p:cNvSpPr/>
            <p:nvPr/>
          </p:nvSpPr>
          <p:spPr>
            <a:xfrm>
              <a:off x="6472217" y="16587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5" name="pt36755"/>
            <p:cNvSpPr/>
            <p:nvPr/>
          </p:nvSpPr>
          <p:spPr>
            <a:xfrm>
              <a:off x="7254582" y="21775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6" name="pt36756"/>
            <p:cNvSpPr/>
            <p:nvPr/>
          </p:nvSpPr>
          <p:spPr>
            <a:xfrm>
              <a:off x="7104343" y="21045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7" name="pt36757"/>
            <p:cNvSpPr/>
            <p:nvPr/>
          </p:nvSpPr>
          <p:spPr>
            <a:xfrm>
              <a:off x="6909784" y="23187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8" name="pt36758"/>
            <p:cNvSpPr/>
            <p:nvPr/>
          </p:nvSpPr>
          <p:spPr>
            <a:xfrm>
              <a:off x="7156657" y="19908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9" name="pt36759"/>
            <p:cNvSpPr/>
            <p:nvPr/>
          </p:nvSpPr>
          <p:spPr>
            <a:xfrm>
              <a:off x="7231671" y="21763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0" name="pt36760"/>
            <p:cNvSpPr/>
            <p:nvPr/>
          </p:nvSpPr>
          <p:spPr>
            <a:xfrm>
              <a:off x="7305790" y="21303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1" name="pt36761"/>
            <p:cNvSpPr/>
            <p:nvPr/>
          </p:nvSpPr>
          <p:spPr>
            <a:xfrm>
              <a:off x="7168618" y="21897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2" name="pt36762"/>
            <p:cNvSpPr/>
            <p:nvPr/>
          </p:nvSpPr>
          <p:spPr>
            <a:xfrm>
              <a:off x="7077001" y="21760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3" name="pt36763"/>
            <p:cNvSpPr/>
            <p:nvPr/>
          </p:nvSpPr>
          <p:spPr>
            <a:xfrm>
              <a:off x="7204068" y="22909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4" name="pt36764"/>
            <p:cNvSpPr/>
            <p:nvPr/>
          </p:nvSpPr>
          <p:spPr>
            <a:xfrm>
              <a:off x="6920755" y="22167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5" name="pt36765"/>
            <p:cNvSpPr/>
            <p:nvPr/>
          </p:nvSpPr>
          <p:spPr>
            <a:xfrm>
              <a:off x="7249317" y="20797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6" name="pt36766"/>
            <p:cNvSpPr/>
            <p:nvPr/>
          </p:nvSpPr>
          <p:spPr>
            <a:xfrm>
              <a:off x="6971081" y="20763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7" name="pt36767"/>
            <p:cNvSpPr/>
            <p:nvPr/>
          </p:nvSpPr>
          <p:spPr>
            <a:xfrm>
              <a:off x="7319039" y="21183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8" name="pt36768"/>
            <p:cNvSpPr/>
            <p:nvPr/>
          </p:nvSpPr>
          <p:spPr>
            <a:xfrm>
              <a:off x="7088749" y="22372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9" name="pt36769"/>
            <p:cNvSpPr/>
            <p:nvPr/>
          </p:nvSpPr>
          <p:spPr>
            <a:xfrm>
              <a:off x="7339829" y="24872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0" name="pt36770"/>
            <p:cNvSpPr/>
            <p:nvPr/>
          </p:nvSpPr>
          <p:spPr>
            <a:xfrm>
              <a:off x="7143355" y="21325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1" name="pt36771"/>
            <p:cNvSpPr/>
            <p:nvPr/>
          </p:nvSpPr>
          <p:spPr>
            <a:xfrm>
              <a:off x="6897811" y="20918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2" name="pt36772"/>
            <p:cNvSpPr/>
            <p:nvPr/>
          </p:nvSpPr>
          <p:spPr>
            <a:xfrm>
              <a:off x="7344527" y="24404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3" name="pt36773"/>
            <p:cNvSpPr/>
            <p:nvPr/>
          </p:nvSpPr>
          <p:spPr>
            <a:xfrm>
              <a:off x="7180012" y="20505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4" name="pt36774"/>
            <p:cNvSpPr/>
            <p:nvPr/>
          </p:nvSpPr>
          <p:spPr>
            <a:xfrm>
              <a:off x="7095244" y="21001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5" name="pt36775"/>
            <p:cNvSpPr/>
            <p:nvPr/>
          </p:nvSpPr>
          <p:spPr>
            <a:xfrm>
              <a:off x="7308264" y="20378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6" name="pt36776"/>
            <p:cNvSpPr/>
            <p:nvPr/>
          </p:nvSpPr>
          <p:spPr>
            <a:xfrm>
              <a:off x="7132695" y="22689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7" name="pt36777"/>
            <p:cNvSpPr/>
            <p:nvPr/>
          </p:nvSpPr>
          <p:spPr>
            <a:xfrm>
              <a:off x="7126600" y="22181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8" name="pt36778"/>
            <p:cNvSpPr/>
            <p:nvPr/>
          </p:nvSpPr>
          <p:spPr>
            <a:xfrm>
              <a:off x="6878538" y="17730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9" name="pt36779"/>
            <p:cNvSpPr/>
            <p:nvPr/>
          </p:nvSpPr>
          <p:spPr>
            <a:xfrm>
              <a:off x="7142964" y="21605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0" name="pt36780"/>
            <p:cNvSpPr/>
            <p:nvPr/>
          </p:nvSpPr>
          <p:spPr>
            <a:xfrm>
              <a:off x="7168790" y="21759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1" name="pt36781"/>
            <p:cNvSpPr/>
            <p:nvPr/>
          </p:nvSpPr>
          <p:spPr>
            <a:xfrm>
              <a:off x="6946172" y="20734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2" name="pt36782"/>
            <p:cNvSpPr/>
            <p:nvPr/>
          </p:nvSpPr>
          <p:spPr>
            <a:xfrm>
              <a:off x="7344106" y="24102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3" name="pt36783"/>
            <p:cNvSpPr/>
            <p:nvPr/>
          </p:nvSpPr>
          <p:spPr>
            <a:xfrm>
              <a:off x="7267316" y="2031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4" name="pt36784"/>
            <p:cNvSpPr/>
            <p:nvPr/>
          </p:nvSpPr>
          <p:spPr>
            <a:xfrm>
              <a:off x="7162070" y="21049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5" name="pt36785"/>
            <p:cNvSpPr/>
            <p:nvPr/>
          </p:nvSpPr>
          <p:spPr>
            <a:xfrm>
              <a:off x="7081052" y="22223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6" name="pt36786"/>
            <p:cNvSpPr/>
            <p:nvPr/>
          </p:nvSpPr>
          <p:spPr>
            <a:xfrm>
              <a:off x="7138486" y="23515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7" name="pt36787"/>
            <p:cNvSpPr/>
            <p:nvPr/>
          </p:nvSpPr>
          <p:spPr>
            <a:xfrm>
              <a:off x="7190985" y="22459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8" name="pt36788"/>
            <p:cNvSpPr/>
            <p:nvPr/>
          </p:nvSpPr>
          <p:spPr>
            <a:xfrm>
              <a:off x="7127625" y="22213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9" name="pt36789"/>
            <p:cNvSpPr/>
            <p:nvPr/>
          </p:nvSpPr>
          <p:spPr>
            <a:xfrm>
              <a:off x="7213679" y="22056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0" name="pt36790"/>
            <p:cNvSpPr/>
            <p:nvPr/>
          </p:nvSpPr>
          <p:spPr>
            <a:xfrm>
              <a:off x="7180838" y="21051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1" name="pt36791"/>
            <p:cNvSpPr/>
            <p:nvPr/>
          </p:nvSpPr>
          <p:spPr>
            <a:xfrm>
              <a:off x="7213504" y="2089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2" name="pt36792"/>
            <p:cNvSpPr/>
            <p:nvPr/>
          </p:nvSpPr>
          <p:spPr>
            <a:xfrm>
              <a:off x="7017344" y="18488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3" name="pt36793"/>
            <p:cNvSpPr/>
            <p:nvPr/>
          </p:nvSpPr>
          <p:spPr>
            <a:xfrm>
              <a:off x="7072960" y="22232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4" name="pt36794"/>
            <p:cNvSpPr/>
            <p:nvPr/>
          </p:nvSpPr>
          <p:spPr>
            <a:xfrm>
              <a:off x="7214259" y="22702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5" name="pt36795"/>
            <p:cNvSpPr/>
            <p:nvPr/>
          </p:nvSpPr>
          <p:spPr>
            <a:xfrm>
              <a:off x="7118307" y="21901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6" name="pt36796"/>
            <p:cNvSpPr/>
            <p:nvPr/>
          </p:nvSpPr>
          <p:spPr>
            <a:xfrm>
              <a:off x="7275751" y="19900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7" name="pt36797"/>
            <p:cNvSpPr/>
            <p:nvPr/>
          </p:nvSpPr>
          <p:spPr>
            <a:xfrm>
              <a:off x="7395650" y="27522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8" name="pt36798"/>
            <p:cNvSpPr/>
            <p:nvPr/>
          </p:nvSpPr>
          <p:spPr>
            <a:xfrm>
              <a:off x="7142663" y="21494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9" name="pt36799"/>
            <p:cNvSpPr/>
            <p:nvPr/>
          </p:nvSpPr>
          <p:spPr>
            <a:xfrm>
              <a:off x="7214386" y="21181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0" name="pt36800"/>
            <p:cNvSpPr/>
            <p:nvPr/>
          </p:nvSpPr>
          <p:spPr>
            <a:xfrm>
              <a:off x="7198850" y="2287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1" name="pt36801"/>
            <p:cNvSpPr/>
            <p:nvPr/>
          </p:nvSpPr>
          <p:spPr>
            <a:xfrm>
              <a:off x="6980748" y="19412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2" name="pt36802"/>
            <p:cNvSpPr/>
            <p:nvPr/>
          </p:nvSpPr>
          <p:spPr>
            <a:xfrm>
              <a:off x="7182982" y="20437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3" name="pt36803"/>
            <p:cNvSpPr/>
            <p:nvPr/>
          </p:nvSpPr>
          <p:spPr>
            <a:xfrm>
              <a:off x="7138587" y="2424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4" name="pt36804"/>
            <p:cNvSpPr/>
            <p:nvPr/>
          </p:nvSpPr>
          <p:spPr>
            <a:xfrm>
              <a:off x="7193905" y="22266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5" name="pt36805"/>
            <p:cNvSpPr/>
            <p:nvPr/>
          </p:nvSpPr>
          <p:spPr>
            <a:xfrm>
              <a:off x="6976755" y="19884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6" name="pt36806"/>
            <p:cNvSpPr/>
            <p:nvPr/>
          </p:nvSpPr>
          <p:spPr>
            <a:xfrm>
              <a:off x="7035052" y="23534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7" name="pt36807"/>
            <p:cNvSpPr/>
            <p:nvPr/>
          </p:nvSpPr>
          <p:spPr>
            <a:xfrm>
              <a:off x="7026663" y="23307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8" name="pt36808"/>
            <p:cNvSpPr/>
            <p:nvPr/>
          </p:nvSpPr>
          <p:spPr>
            <a:xfrm>
              <a:off x="7241953" y="20873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9" name="pt36809"/>
            <p:cNvSpPr/>
            <p:nvPr/>
          </p:nvSpPr>
          <p:spPr>
            <a:xfrm>
              <a:off x="7257883" y="20770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0" name="pt36810"/>
            <p:cNvSpPr/>
            <p:nvPr/>
          </p:nvSpPr>
          <p:spPr>
            <a:xfrm>
              <a:off x="7125410" y="21780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1" name="pt36811"/>
            <p:cNvSpPr/>
            <p:nvPr/>
          </p:nvSpPr>
          <p:spPr>
            <a:xfrm>
              <a:off x="6929175" y="22483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2" name="pt36812"/>
            <p:cNvSpPr/>
            <p:nvPr/>
          </p:nvSpPr>
          <p:spPr>
            <a:xfrm>
              <a:off x="7285802" y="19977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3" name="pt36813"/>
            <p:cNvSpPr/>
            <p:nvPr/>
          </p:nvSpPr>
          <p:spPr>
            <a:xfrm>
              <a:off x="7092758" y="2183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4" name="pt36814"/>
            <p:cNvSpPr/>
            <p:nvPr/>
          </p:nvSpPr>
          <p:spPr>
            <a:xfrm>
              <a:off x="7259642" y="21500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5" name="pt36815"/>
            <p:cNvSpPr/>
            <p:nvPr/>
          </p:nvSpPr>
          <p:spPr>
            <a:xfrm>
              <a:off x="7018209" y="1815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6" name="pt36816"/>
            <p:cNvSpPr/>
            <p:nvPr/>
          </p:nvSpPr>
          <p:spPr>
            <a:xfrm>
              <a:off x="7265929" y="21731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7" name="pt36817"/>
            <p:cNvSpPr/>
            <p:nvPr/>
          </p:nvSpPr>
          <p:spPr>
            <a:xfrm>
              <a:off x="6871166" y="22506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8" name="pt36818"/>
            <p:cNvSpPr/>
            <p:nvPr/>
          </p:nvSpPr>
          <p:spPr>
            <a:xfrm>
              <a:off x="7425847" y="26397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9" name="pt36819"/>
            <p:cNvSpPr/>
            <p:nvPr/>
          </p:nvSpPr>
          <p:spPr>
            <a:xfrm>
              <a:off x="7432744" y="24815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0" name="pt36820"/>
            <p:cNvSpPr/>
            <p:nvPr/>
          </p:nvSpPr>
          <p:spPr>
            <a:xfrm>
              <a:off x="6981563" y="21669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1" name="pt36821"/>
            <p:cNvSpPr/>
            <p:nvPr/>
          </p:nvSpPr>
          <p:spPr>
            <a:xfrm>
              <a:off x="6848407" y="22260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2" name="pt36822"/>
            <p:cNvSpPr/>
            <p:nvPr/>
          </p:nvSpPr>
          <p:spPr>
            <a:xfrm>
              <a:off x="7237591" y="20014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3" name="pt36823"/>
            <p:cNvSpPr/>
            <p:nvPr/>
          </p:nvSpPr>
          <p:spPr>
            <a:xfrm>
              <a:off x="7071917" y="21447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4" name="pt36824"/>
            <p:cNvSpPr/>
            <p:nvPr/>
          </p:nvSpPr>
          <p:spPr>
            <a:xfrm>
              <a:off x="7216862" y="22861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5" name="pt36825"/>
            <p:cNvSpPr/>
            <p:nvPr/>
          </p:nvSpPr>
          <p:spPr>
            <a:xfrm>
              <a:off x="7293335" y="20208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6" name="pt36826"/>
            <p:cNvSpPr/>
            <p:nvPr/>
          </p:nvSpPr>
          <p:spPr>
            <a:xfrm>
              <a:off x="7139858" y="22840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7" name="pt36827"/>
            <p:cNvSpPr/>
            <p:nvPr/>
          </p:nvSpPr>
          <p:spPr>
            <a:xfrm>
              <a:off x="6595799" y="22368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8" name="pt36828"/>
            <p:cNvSpPr/>
            <p:nvPr/>
          </p:nvSpPr>
          <p:spPr>
            <a:xfrm>
              <a:off x="7254330" y="19009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9" name="pt36829"/>
            <p:cNvSpPr/>
            <p:nvPr/>
          </p:nvSpPr>
          <p:spPr>
            <a:xfrm>
              <a:off x="7096141" y="21738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0" name="pt36830"/>
            <p:cNvSpPr/>
            <p:nvPr/>
          </p:nvSpPr>
          <p:spPr>
            <a:xfrm>
              <a:off x="7174550" y="20567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1" name="pt36831"/>
            <p:cNvSpPr/>
            <p:nvPr/>
          </p:nvSpPr>
          <p:spPr>
            <a:xfrm>
              <a:off x="7237383" y="21580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2" name="pt36832"/>
            <p:cNvSpPr/>
            <p:nvPr/>
          </p:nvSpPr>
          <p:spPr>
            <a:xfrm>
              <a:off x="7142787" y="21301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3" name="pt36833"/>
            <p:cNvSpPr/>
            <p:nvPr/>
          </p:nvSpPr>
          <p:spPr>
            <a:xfrm>
              <a:off x="7182564" y="20160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4" name="pt36834"/>
            <p:cNvSpPr/>
            <p:nvPr/>
          </p:nvSpPr>
          <p:spPr>
            <a:xfrm>
              <a:off x="7179186" y="20794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5" name="pt36835"/>
            <p:cNvSpPr/>
            <p:nvPr/>
          </p:nvSpPr>
          <p:spPr>
            <a:xfrm>
              <a:off x="7065353" y="20618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6" name="pt36836"/>
            <p:cNvSpPr/>
            <p:nvPr/>
          </p:nvSpPr>
          <p:spPr>
            <a:xfrm>
              <a:off x="7088598" y="20638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7" name="pt36837"/>
            <p:cNvSpPr/>
            <p:nvPr/>
          </p:nvSpPr>
          <p:spPr>
            <a:xfrm>
              <a:off x="7128127" y="23270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8" name="pt36838"/>
            <p:cNvSpPr/>
            <p:nvPr/>
          </p:nvSpPr>
          <p:spPr>
            <a:xfrm>
              <a:off x="7234183" y="22103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9" name="pt36839"/>
            <p:cNvSpPr/>
            <p:nvPr/>
          </p:nvSpPr>
          <p:spPr>
            <a:xfrm>
              <a:off x="7083671" y="22342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0" name="pt36840"/>
            <p:cNvSpPr/>
            <p:nvPr/>
          </p:nvSpPr>
          <p:spPr>
            <a:xfrm>
              <a:off x="7135545" y="21726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1" name="pt36841"/>
            <p:cNvSpPr/>
            <p:nvPr/>
          </p:nvSpPr>
          <p:spPr>
            <a:xfrm>
              <a:off x="7209950" y="20740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2" name="pt36842"/>
            <p:cNvSpPr/>
            <p:nvPr/>
          </p:nvSpPr>
          <p:spPr>
            <a:xfrm>
              <a:off x="6993978" y="19693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3" name="pt36843"/>
            <p:cNvSpPr/>
            <p:nvPr/>
          </p:nvSpPr>
          <p:spPr>
            <a:xfrm>
              <a:off x="7091386" y="22798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4" name="pt36844"/>
            <p:cNvSpPr/>
            <p:nvPr/>
          </p:nvSpPr>
          <p:spPr>
            <a:xfrm>
              <a:off x="7033478" y="2204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5" name="pt36845"/>
            <p:cNvSpPr/>
            <p:nvPr/>
          </p:nvSpPr>
          <p:spPr>
            <a:xfrm>
              <a:off x="7041535" y="23048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6" name="pt36846"/>
            <p:cNvSpPr/>
            <p:nvPr/>
          </p:nvSpPr>
          <p:spPr>
            <a:xfrm>
              <a:off x="7209268" y="23193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7" name="pt36847"/>
            <p:cNvSpPr/>
            <p:nvPr/>
          </p:nvSpPr>
          <p:spPr>
            <a:xfrm>
              <a:off x="7085660" y="22069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8" name="pt36848"/>
            <p:cNvSpPr/>
            <p:nvPr/>
          </p:nvSpPr>
          <p:spPr>
            <a:xfrm>
              <a:off x="7062380" y="22058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9" name="pt36849"/>
            <p:cNvSpPr/>
            <p:nvPr/>
          </p:nvSpPr>
          <p:spPr>
            <a:xfrm>
              <a:off x="7146847" y="21121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0" name="pt36850"/>
            <p:cNvSpPr/>
            <p:nvPr/>
          </p:nvSpPr>
          <p:spPr>
            <a:xfrm>
              <a:off x="7389263" y="26372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1" name="pt36851"/>
            <p:cNvSpPr/>
            <p:nvPr/>
          </p:nvSpPr>
          <p:spPr>
            <a:xfrm>
              <a:off x="7392937" y="27569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2" name="pt36852"/>
            <p:cNvSpPr/>
            <p:nvPr/>
          </p:nvSpPr>
          <p:spPr>
            <a:xfrm>
              <a:off x="7277406" y="19774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3" name="pt36853"/>
            <p:cNvSpPr/>
            <p:nvPr/>
          </p:nvSpPr>
          <p:spPr>
            <a:xfrm>
              <a:off x="7238425" y="22071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4" name="pt36854"/>
            <p:cNvSpPr/>
            <p:nvPr/>
          </p:nvSpPr>
          <p:spPr>
            <a:xfrm>
              <a:off x="7068501" y="21668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5" name="pt36855"/>
            <p:cNvSpPr/>
            <p:nvPr/>
          </p:nvSpPr>
          <p:spPr>
            <a:xfrm>
              <a:off x="7135300" y="23669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6" name="pt36856"/>
            <p:cNvSpPr/>
            <p:nvPr/>
          </p:nvSpPr>
          <p:spPr>
            <a:xfrm>
              <a:off x="7248347" y="21112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7" name="pt36857"/>
            <p:cNvSpPr/>
            <p:nvPr/>
          </p:nvSpPr>
          <p:spPr>
            <a:xfrm>
              <a:off x="7187919" y="20470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8" name="pt36858"/>
            <p:cNvSpPr/>
            <p:nvPr/>
          </p:nvSpPr>
          <p:spPr>
            <a:xfrm>
              <a:off x="7191539" y="23348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9" name="pt36859"/>
            <p:cNvSpPr/>
            <p:nvPr/>
          </p:nvSpPr>
          <p:spPr>
            <a:xfrm>
              <a:off x="6858262" y="21538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0" name="pt36860"/>
            <p:cNvSpPr/>
            <p:nvPr/>
          </p:nvSpPr>
          <p:spPr>
            <a:xfrm>
              <a:off x="7307660" y="20118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1" name="pt36861"/>
            <p:cNvSpPr/>
            <p:nvPr/>
          </p:nvSpPr>
          <p:spPr>
            <a:xfrm>
              <a:off x="6758510" y="24206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2" name="pt36862"/>
            <p:cNvSpPr/>
            <p:nvPr/>
          </p:nvSpPr>
          <p:spPr>
            <a:xfrm>
              <a:off x="7015173" y="17922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3" name="pt36863"/>
            <p:cNvSpPr/>
            <p:nvPr/>
          </p:nvSpPr>
          <p:spPr>
            <a:xfrm>
              <a:off x="7153513" y="2015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4" name="pt36864"/>
            <p:cNvSpPr/>
            <p:nvPr/>
          </p:nvSpPr>
          <p:spPr>
            <a:xfrm>
              <a:off x="7121346" y="21202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5" name="pt36865"/>
            <p:cNvSpPr/>
            <p:nvPr/>
          </p:nvSpPr>
          <p:spPr>
            <a:xfrm>
              <a:off x="7165618" y="22913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6" name="pt36866"/>
            <p:cNvSpPr/>
            <p:nvPr/>
          </p:nvSpPr>
          <p:spPr>
            <a:xfrm>
              <a:off x="6812600" y="22876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7" name="pt36867"/>
            <p:cNvSpPr/>
            <p:nvPr/>
          </p:nvSpPr>
          <p:spPr>
            <a:xfrm>
              <a:off x="7221574" y="19352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8" name="pt36868"/>
            <p:cNvSpPr/>
            <p:nvPr/>
          </p:nvSpPr>
          <p:spPr>
            <a:xfrm>
              <a:off x="7008072" y="20658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9" name="pt36869"/>
            <p:cNvSpPr/>
            <p:nvPr/>
          </p:nvSpPr>
          <p:spPr>
            <a:xfrm>
              <a:off x="7242997" y="20307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0" name="pt36870"/>
            <p:cNvSpPr/>
            <p:nvPr/>
          </p:nvSpPr>
          <p:spPr>
            <a:xfrm>
              <a:off x="7174712" y="21133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1" name="pt36871"/>
            <p:cNvSpPr/>
            <p:nvPr/>
          </p:nvSpPr>
          <p:spPr>
            <a:xfrm>
              <a:off x="7227736" y="22059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2" name="pt36872"/>
            <p:cNvSpPr/>
            <p:nvPr/>
          </p:nvSpPr>
          <p:spPr>
            <a:xfrm>
              <a:off x="7339044" y="24291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3" name="pt36873"/>
            <p:cNvSpPr/>
            <p:nvPr/>
          </p:nvSpPr>
          <p:spPr>
            <a:xfrm>
              <a:off x="7060651" y="22551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4" name="pt36874"/>
            <p:cNvSpPr/>
            <p:nvPr/>
          </p:nvSpPr>
          <p:spPr>
            <a:xfrm>
              <a:off x="7446308" y="2778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5" name="pt36875"/>
            <p:cNvSpPr/>
            <p:nvPr/>
          </p:nvSpPr>
          <p:spPr>
            <a:xfrm>
              <a:off x="7121187" y="22120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6" name="pt36876"/>
            <p:cNvSpPr/>
            <p:nvPr/>
          </p:nvSpPr>
          <p:spPr>
            <a:xfrm>
              <a:off x="7473556" y="26145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7" name="pt36877"/>
            <p:cNvSpPr/>
            <p:nvPr/>
          </p:nvSpPr>
          <p:spPr>
            <a:xfrm>
              <a:off x="7135442" y="22786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8" name="pt36878"/>
            <p:cNvSpPr/>
            <p:nvPr/>
          </p:nvSpPr>
          <p:spPr>
            <a:xfrm>
              <a:off x="6788028" y="24205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9" name="pt36879"/>
            <p:cNvSpPr/>
            <p:nvPr/>
          </p:nvSpPr>
          <p:spPr>
            <a:xfrm>
              <a:off x="7161716" y="20633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0" name="pt36880"/>
            <p:cNvSpPr/>
            <p:nvPr/>
          </p:nvSpPr>
          <p:spPr>
            <a:xfrm>
              <a:off x="6986620" y="19893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1" name="pt36881"/>
            <p:cNvSpPr/>
            <p:nvPr/>
          </p:nvSpPr>
          <p:spPr>
            <a:xfrm>
              <a:off x="7194493" y="22806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2" name="pt36882"/>
            <p:cNvSpPr/>
            <p:nvPr/>
          </p:nvSpPr>
          <p:spPr>
            <a:xfrm>
              <a:off x="7358446" y="21889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3" name="pt36883"/>
            <p:cNvSpPr/>
            <p:nvPr/>
          </p:nvSpPr>
          <p:spPr>
            <a:xfrm>
              <a:off x="7116378" y="20522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4" name="pt36884"/>
            <p:cNvSpPr/>
            <p:nvPr/>
          </p:nvSpPr>
          <p:spPr>
            <a:xfrm>
              <a:off x="7609582" y="28681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5" name="pt36885"/>
            <p:cNvSpPr/>
            <p:nvPr/>
          </p:nvSpPr>
          <p:spPr>
            <a:xfrm>
              <a:off x="7108299" y="20747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6" name="pt36886"/>
            <p:cNvSpPr/>
            <p:nvPr/>
          </p:nvSpPr>
          <p:spPr>
            <a:xfrm>
              <a:off x="7143304" y="21764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7" name="pt36887"/>
            <p:cNvSpPr/>
            <p:nvPr/>
          </p:nvSpPr>
          <p:spPr>
            <a:xfrm>
              <a:off x="7148467" y="20700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8" name="pt36888"/>
            <p:cNvSpPr/>
            <p:nvPr/>
          </p:nvSpPr>
          <p:spPr>
            <a:xfrm>
              <a:off x="7061497" y="22481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9" name="pt36889"/>
            <p:cNvSpPr/>
            <p:nvPr/>
          </p:nvSpPr>
          <p:spPr>
            <a:xfrm>
              <a:off x="7300745" y="20011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0" name="pt36890"/>
            <p:cNvSpPr/>
            <p:nvPr/>
          </p:nvSpPr>
          <p:spPr>
            <a:xfrm>
              <a:off x="7327164" y="20301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1" name="pt36891"/>
            <p:cNvSpPr/>
            <p:nvPr/>
          </p:nvSpPr>
          <p:spPr>
            <a:xfrm>
              <a:off x="7088639" y="22372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2" name="pt36892"/>
            <p:cNvSpPr/>
            <p:nvPr/>
          </p:nvSpPr>
          <p:spPr>
            <a:xfrm>
              <a:off x="7045248" y="22611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3" name="pt36893"/>
            <p:cNvSpPr/>
            <p:nvPr/>
          </p:nvSpPr>
          <p:spPr>
            <a:xfrm>
              <a:off x="7324396" y="22427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4" name="pt36894"/>
            <p:cNvSpPr/>
            <p:nvPr/>
          </p:nvSpPr>
          <p:spPr>
            <a:xfrm>
              <a:off x="7026853" y="23621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5" name="pt36895"/>
            <p:cNvSpPr/>
            <p:nvPr/>
          </p:nvSpPr>
          <p:spPr>
            <a:xfrm>
              <a:off x="7137057" y="2290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6" name="pt36896"/>
            <p:cNvSpPr/>
            <p:nvPr/>
          </p:nvSpPr>
          <p:spPr>
            <a:xfrm>
              <a:off x="7430528" y="25136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7" name="pt36897"/>
            <p:cNvSpPr/>
            <p:nvPr/>
          </p:nvSpPr>
          <p:spPr>
            <a:xfrm>
              <a:off x="7103724" y="21494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8" name="pt36898"/>
            <p:cNvSpPr/>
            <p:nvPr/>
          </p:nvSpPr>
          <p:spPr>
            <a:xfrm>
              <a:off x="7102899" y="20849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9" name="pt36899"/>
            <p:cNvSpPr/>
            <p:nvPr/>
          </p:nvSpPr>
          <p:spPr>
            <a:xfrm>
              <a:off x="7209477" y="2309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0" name="pt36900"/>
            <p:cNvSpPr/>
            <p:nvPr/>
          </p:nvSpPr>
          <p:spPr>
            <a:xfrm>
              <a:off x="7230925" y="21742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1" name="pt36901"/>
            <p:cNvSpPr/>
            <p:nvPr/>
          </p:nvSpPr>
          <p:spPr>
            <a:xfrm>
              <a:off x="7155280" y="20653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2" name="pt36902"/>
            <p:cNvSpPr/>
            <p:nvPr/>
          </p:nvSpPr>
          <p:spPr>
            <a:xfrm>
              <a:off x="7263235" y="20891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3" name="pt36903"/>
            <p:cNvSpPr/>
            <p:nvPr/>
          </p:nvSpPr>
          <p:spPr>
            <a:xfrm>
              <a:off x="7216483" y="20189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4" name="pt36904"/>
            <p:cNvSpPr/>
            <p:nvPr/>
          </p:nvSpPr>
          <p:spPr>
            <a:xfrm>
              <a:off x="7084255" y="20927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5" name="pt36905"/>
            <p:cNvSpPr/>
            <p:nvPr/>
          </p:nvSpPr>
          <p:spPr>
            <a:xfrm>
              <a:off x="7192351" y="22856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6" name="pt36906"/>
            <p:cNvSpPr/>
            <p:nvPr/>
          </p:nvSpPr>
          <p:spPr>
            <a:xfrm>
              <a:off x="6790859" y="23755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7" name="pt36907"/>
            <p:cNvSpPr/>
            <p:nvPr/>
          </p:nvSpPr>
          <p:spPr>
            <a:xfrm>
              <a:off x="7126702" y="22685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8" name="pt36908"/>
            <p:cNvSpPr/>
            <p:nvPr/>
          </p:nvSpPr>
          <p:spPr>
            <a:xfrm>
              <a:off x="6789015" y="23652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9" name="pt36909"/>
            <p:cNvSpPr/>
            <p:nvPr/>
          </p:nvSpPr>
          <p:spPr>
            <a:xfrm>
              <a:off x="7291174" y="21421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0" name="pt36910"/>
            <p:cNvSpPr/>
            <p:nvPr/>
          </p:nvSpPr>
          <p:spPr>
            <a:xfrm>
              <a:off x="6911918" y="21640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1" name="pt36911"/>
            <p:cNvSpPr/>
            <p:nvPr/>
          </p:nvSpPr>
          <p:spPr>
            <a:xfrm>
              <a:off x="7204468" y="22483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2" name="pt36912"/>
            <p:cNvSpPr/>
            <p:nvPr/>
          </p:nvSpPr>
          <p:spPr>
            <a:xfrm>
              <a:off x="6965312" y="19878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3" name="pt36913"/>
            <p:cNvSpPr/>
            <p:nvPr/>
          </p:nvSpPr>
          <p:spPr>
            <a:xfrm>
              <a:off x="7159255" y="21068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4" name="pt36914"/>
            <p:cNvSpPr/>
            <p:nvPr/>
          </p:nvSpPr>
          <p:spPr>
            <a:xfrm>
              <a:off x="6975837" y="19977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5" name="pt36915"/>
            <p:cNvSpPr/>
            <p:nvPr/>
          </p:nvSpPr>
          <p:spPr>
            <a:xfrm>
              <a:off x="6906593" y="21408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6" name="pt36916"/>
            <p:cNvSpPr/>
            <p:nvPr/>
          </p:nvSpPr>
          <p:spPr>
            <a:xfrm>
              <a:off x="7070190" y="21989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7" name="pt36917"/>
            <p:cNvSpPr/>
            <p:nvPr/>
          </p:nvSpPr>
          <p:spPr>
            <a:xfrm>
              <a:off x="7047372" y="20659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8" name="pt36918"/>
            <p:cNvSpPr/>
            <p:nvPr/>
          </p:nvSpPr>
          <p:spPr>
            <a:xfrm>
              <a:off x="7360401" y="24081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9" name="pt36919"/>
            <p:cNvSpPr/>
            <p:nvPr/>
          </p:nvSpPr>
          <p:spPr>
            <a:xfrm>
              <a:off x="7199951" y="21365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0" name="pt36920"/>
            <p:cNvSpPr/>
            <p:nvPr/>
          </p:nvSpPr>
          <p:spPr>
            <a:xfrm>
              <a:off x="7058523" y="22859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1" name="pt36921"/>
            <p:cNvSpPr/>
            <p:nvPr/>
          </p:nvSpPr>
          <p:spPr>
            <a:xfrm>
              <a:off x="6702430" y="21222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2" name="pt36922"/>
            <p:cNvSpPr/>
            <p:nvPr/>
          </p:nvSpPr>
          <p:spPr>
            <a:xfrm>
              <a:off x="7213613" y="21581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3" name="pt36923"/>
            <p:cNvSpPr/>
            <p:nvPr/>
          </p:nvSpPr>
          <p:spPr>
            <a:xfrm>
              <a:off x="7199525" y="21534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4" name="pt36924"/>
            <p:cNvSpPr/>
            <p:nvPr/>
          </p:nvSpPr>
          <p:spPr>
            <a:xfrm>
              <a:off x="7153183" y="19761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5" name="pt36925"/>
            <p:cNvSpPr/>
            <p:nvPr/>
          </p:nvSpPr>
          <p:spPr>
            <a:xfrm>
              <a:off x="7238646" y="19789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6" name="pt36926"/>
            <p:cNvSpPr/>
            <p:nvPr/>
          </p:nvSpPr>
          <p:spPr>
            <a:xfrm>
              <a:off x="7477724" y="2216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7" name="pt36927"/>
            <p:cNvSpPr/>
            <p:nvPr/>
          </p:nvSpPr>
          <p:spPr>
            <a:xfrm>
              <a:off x="6958326" y="19985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8" name="pt36928"/>
            <p:cNvSpPr/>
            <p:nvPr/>
          </p:nvSpPr>
          <p:spPr>
            <a:xfrm>
              <a:off x="7220145" y="18087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9" name="pt36929"/>
            <p:cNvSpPr/>
            <p:nvPr/>
          </p:nvSpPr>
          <p:spPr>
            <a:xfrm>
              <a:off x="7092696" y="22080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0" name="pt36930"/>
            <p:cNvSpPr/>
            <p:nvPr/>
          </p:nvSpPr>
          <p:spPr>
            <a:xfrm>
              <a:off x="6837093" y="23707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1" name="pt36931"/>
            <p:cNvSpPr/>
            <p:nvPr/>
          </p:nvSpPr>
          <p:spPr>
            <a:xfrm>
              <a:off x="7125090" y="23300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2" name="pt36932"/>
            <p:cNvSpPr/>
            <p:nvPr/>
          </p:nvSpPr>
          <p:spPr>
            <a:xfrm>
              <a:off x="7029473" y="22614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3" name="pt36933"/>
            <p:cNvSpPr/>
            <p:nvPr/>
          </p:nvSpPr>
          <p:spPr>
            <a:xfrm>
              <a:off x="7073396" y="22087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4" name="pt36934"/>
            <p:cNvSpPr/>
            <p:nvPr/>
          </p:nvSpPr>
          <p:spPr>
            <a:xfrm>
              <a:off x="7068444" y="20798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5" name="pt36935"/>
            <p:cNvSpPr/>
            <p:nvPr/>
          </p:nvSpPr>
          <p:spPr>
            <a:xfrm>
              <a:off x="7104695" y="21425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6" name="pt36936"/>
            <p:cNvSpPr/>
            <p:nvPr/>
          </p:nvSpPr>
          <p:spPr>
            <a:xfrm>
              <a:off x="7195964" y="22194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7" name="pt36937"/>
            <p:cNvSpPr/>
            <p:nvPr/>
          </p:nvSpPr>
          <p:spPr>
            <a:xfrm>
              <a:off x="6946394" y="20214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8" name="pt36938"/>
            <p:cNvSpPr/>
            <p:nvPr/>
          </p:nvSpPr>
          <p:spPr>
            <a:xfrm>
              <a:off x="7273422" y="19584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9" name="pt36939"/>
            <p:cNvSpPr/>
            <p:nvPr/>
          </p:nvSpPr>
          <p:spPr>
            <a:xfrm>
              <a:off x="7303792" y="20609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0" name="pt36940"/>
            <p:cNvSpPr/>
            <p:nvPr/>
          </p:nvSpPr>
          <p:spPr>
            <a:xfrm>
              <a:off x="7178074" y="20622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1" name="pt36941"/>
            <p:cNvSpPr/>
            <p:nvPr/>
          </p:nvSpPr>
          <p:spPr>
            <a:xfrm>
              <a:off x="6992801" y="19938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2" name="pt36942"/>
            <p:cNvSpPr/>
            <p:nvPr/>
          </p:nvSpPr>
          <p:spPr>
            <a:xfrm>
              <a:off x="7100602" y="2177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3" name="pt36943"/>
            <p:cNvSpPr/>
            <p:nvPr/>
          </p:nvSpPr>
          <p:spPr>
            <a:xfrm>
              <a:off x="6900308" y="23881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4" name="pt36944"/>
            <p:cNvSpPr/>
            <p:nvPr/>
          </p:nvSpPr>
          <p:spPr>
            <a:xfrm>
              <a:off x="7240748" y="20683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5" name="pt36945"/>
            <p:cNvSpPr/>
            <p:nvPr/>
          </p:nvSpPr>
          <p:spPr>
            <a:xfrm>
              <a:off x="7159749" y="21157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6" name="pt36946"/>
            <p:cNvSpPr/>
            <p:nvPr/>
          </p:nvSpPr>
          <p:spPr>
            <a:xfrm>
              <a:off x="7230807" y="21091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7" name="pt36947"/>
            <p:cNvSpPr/>
            <p:nvPr/>
          </p:nvSpPr>
          <p:spPr>
            <a:xfrm>
              <a:off x="7188241" y="22306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8" name="pt36948"/>
            <p:cNvSpPr/>
            <p:nvPr/>
          </p:nvSpPr>
          <p:spPr>
            <a:xfrm>
              <a:off x="7100462" y="21380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9" name="pt36949"/>
            <p:cNvSpPr/>
            <p:nvPr/>
          </p:nvSpPr>
          <p:spPr>
            <a:xfrm>
              <a:off x="7140452" y="22223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0" name="pt36950"/>
            <p:cNvSpPr/>
            <p:nvPr/>
          </p:nvSpPr>
          <p:spPr>
            <a:xfrm>
              <a:off x="6835885" y="21811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1" name="pt36951"/>
            <p:cNvSpPr/>
            <p:nvPr/>
          </p:nvSpPr>
          <p:spPr>
            <a:xfrm>
              <a:off x="7096721" y="21794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2" name="pt36952"/>
            <p:cNvSpPr/>
            <p:nvPr/>
          </p:nvSpPr>
          <p:spPr>
            <a:xfrm>
              <a:off x="7095172" y="20690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3" name="pt36953"/>
            <p:cNvSpPr/>
            <p:nvPr/>
          </p:nvSpPr>
          <p:spPr>
            <a:xfrm>
              <a:off x="7329710" y="20899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4" name="pt36954"/>
            <p:cNvSpPr/>
            <p:nvPr/>
          </p:nvSpPr>
          <p:spPr>
            <a:xfrm>
              <a:off x="7258217" y="20023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5" name="pt36955"/>
            <p:cNvSpPr/>
            <p:nvPr/>
          </p:nvSpPr>
          <p:spPr>
            <a:xfrm>
              <a:off x="7119611" y="21932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6" name="pt36956"/>
            <p:cNvSpPr/>
            <p:nvPr/>
          </p:nvSpPr>
          <p:spPr>
            <a:xfrm>
              <a:off x="6896032" y="18987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7" name="pt36957"/>
            <p:cNvSpPr/>
            <p:nvPr/>
          </p:nvSpPr>
          <p:spPr>
            <a:xfrm>
              <a:off x="7335033" y="24068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8" name="pt36958"/>
            <p:cNvSpPr/>
            <p:nvPr/>
          </p:nvSpPr>
          <p:spPr>
            <a:xfrm>
              <a:off x="6893787" y="19978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9" name="pt36959"/>
            <p:cNvSpPr/>
            <p:nvPr/>
          </p:nvSpPr>
          <p:spPr>
            <a:xfrm>
              <a:off x="7174406" y="21249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0" name="pt36960"/>
            <p:cNvSpPr/>
            <p:nvPr/>
          </p:nvSpPr>
          <p:spPr>
            <a:xfrm>
              <a:off x="6961589" y="20243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1" name="pt36961"/>
            <p:cNvSpPr/>
            <p:nvPr/>
          </p:nvSpPr>
          <p:spPr>
            <a:xfrm>
              <a:off x="7188200" y="22092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2" name="pt36962"/>
            <p:cNvSpPr/>
            <p:nvPr/>
          </p:nvSpPr>
          <p:spPr>
            <a:xfrm>
              <a:off x="7012464" y="18440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3" name="pt36963"/>
            <p:cNvSpPr/>
            <p:nvPr/>
          </p:nvSpPr>
          <p:spPr>
            <a:xfrm>
              <a:off x="7049093" y="1847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4" name="pt36964"/>
            <p:cNvSpPr/>
            <p:nvPr/>
          </p:nvSpPr>
          <p:spPr>
            <a:xfrm>
              <a:off x="7219202" y="20033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5" name="pt36965"/>
            <p:cNvSpPr/>
            <p:nvPr/>
          </p:nvSpPr>
          <p:spPr>
            <a:xfrm>
              <a:off x="7249499" y="20892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6" name="pt36966"/>
            <p:cNvSpPr/>
            <p:nvPr/>
          </p:nvSpPr>
          <p:spPr>
            <a:xfrm>
              <a:off x="7270396" y="19508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7" name="pt36967"/>
            <p:cNvSpPr/>
            <p:nvPr/>
          </p:nvSpPr>
          <p:spPr>
            <a:xfrm>
              <a:off x="6901338" y="22951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8" name="pt36968"/>
            <p:cNvSpPr/>
            <p:nvPr/>
          </p:nvSpPr>
          <p:spPr>
            <a:xfrm>
              <a:off x="7020299" y="19400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9" name="pt36969"/>
            <p:cNvSpPr/>
            <p:nvPr/>
          </p:nvSpPr>
          <p:spPr>
            <a:xfrm>
              <a:off x="7114753" y="21146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0" name="pt36970"/>
            <p:cNvSpPr/>
            <p:nvPr/>
          </p:nvSpPr>
          <p:spPr>
            <a:xfrm>
              <a:off x="7450632" y="25328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1" name="pt36971"/>
            <p:cNvSpPr/>
            <p:nvPr/>
          </p:nvSpPr>
          <p:spPr>
            <a:xfrm>
              <a:off x="7109513" y="21086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2" name="pt36972"/>
            <p:cNvSpPr/>
            <p:nvPr/>
          </p:nvSpPr>
          <p:spPr>
            <a:xfrm>
              <a:off x="7086406" y="21781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3" name="pt36973"/>
            <p:cNvSpPr/>
            <p:nvPr/>
          </p:nvSpPr>
          <p:spPr>
            <a:xfrm>
              <a:off x="7034893" y="23594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4" name="pt36974"/>
            <p:cNvSpPr/>
            <p:nvPr/>
          </p:nvSpPr>
          <p:spPr>
            <a:xfrm>
              <a:off x="7171385" y="21746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5" name="pt36975"/>
            <p:cNvSpPr/>
            <p:nvPr/>
          </p:nvSpPr>
          <p:spPr>
            <a:xfrm>
              <a:off x="6941999" y="21456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6" name="pt36976"/>
            <p:cNvSpPr/>
            <p:nvPr/>
          </p:nvSpPr>
          <p:spPr>
            <a:xfrm>
              <a:off x="7155936" y="19826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7" name="pt36977"/>
            <p:cNvSpPr/>
            <p:nvPr/>
          </p:nvSpPr>
          <p:spPr>
            <a:xfrm>
              <a:off x="7044353" y="20711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8" name="pt36978"/>
            <p:cNvSpPr/>
            <p:nvPr/>
          </p:nvSpPr>
          <p:spPr>
            <a:xfrm>
              <a:off x="7154966" y="20129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9" name="pt36979"/>
            <p:cNvSpPr/>
            <p:nvPr/>
          </p:nvSpPr>
          <p:spPr>
            <a:xfrm>
              <a:off x="7000311" y="17397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0" name="pt36980"/>
            <p:cNvSpPr/>
            <p:nvPr/>
          </p:nvSpPr>
          <p:spPr>
            <a:xfrm>
              <a:off x="7069608" y="20514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1" name="pt36981"/>
            <p:cNvSpPr/>
            <p:nvPr/>
          </p:nvSpPr>
          <p:spPr>
            <a:xfrm>
              <a:off x="7128885" y="23164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2" name="pt36982"/>
            <p:cNvSpPr/>
            <p:nvPr/>
          </p:nvSpPr>
          <p:spPr>
            <a:xfrm>
              <a:off x="7403426" y="2616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3" name="pt36983"/>
            <p:cNvSpPr/>
            <p:nvPr/>
          </p:nvSpPr>
          <p:spPr>
            <a:xfrm>
              <a:off x="7046744" y="20938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4" name="pt36984"/>
            <p:cNvSpPr/>
            <p:nvPr/>
          </p:nvSpPr>
          <p:spPr>
            <a:xfrm>
              <a:off x="7101466" y="21492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5" name="pt36985"/>
            <p:cNvSpPr/>
            <p:nvPr/>
          </p:nvSpPr>
          <p:spPr>
            <a:xfrm>
              <a:off x="7226340" y="23766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6" name="pt36986"/>
            <p:cNvSpPr/>
            <p:nvPr/>
          </p:nvSpPr>
          <p:spPr>
            <a:xfrm>
              <a:off x="7136372" y="23844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7" name="pt36987"/>
            <p:cNvSpPr/>
            <p:nvPr/>
          </p:nvSpPr>
          <p:spPr>
            <a:xfrm>
              <a:off x="7110199" y="21605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8" name="pt36988"/>
            <p:cNvSpPr/>
            <p:nvPr/>
          </p:nvSpPr>
          <p:spPr>
            <a:xfrm>
              <a:off x="7149228" y="20858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9" name="pt36989"/>
            <p:cNvSpPr/>
            <p:nvPr/>
          </p:nvSpPr>
          <p:spPr>
            <a:xfrm>
              <a:off x="7260529" y="20995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0" name="pt36990"/>
            <p:cNvSpPr/>
            <p:nvPr/>
          </p:nvSpPr>
          <p:spPr>
            <a:xfrm>
              <a:off x="7236331" y="20173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1" name="pt36991"/>
            <p:cNvSpPr/>
            <p:nvPr/>
          </p:nvSpPr>
          <p:spPr>
            <a:xfrm>
              <a:off x="7021268" y="20867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2" name="pt36992"/>
            <p:cNvSpPr/>
            <p:nvPr/>
          </p:nvSpPr>
          <p:spPr>
            <a:xfrm>
              <a:off x="7256182" y="20502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3" name="pt36993"/>
            <p:cNvSpPr/>
            <p:nvPr/>
          </p:nvSpPr>
          <p:spPr>
            <a:xfrm>
              <a:off x="7495025" y="24468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4" name="pt36994"/>
            <p:cNvSpPr/>
            <p:nvPr/>
          </p:nvSpPr>
          <p:spPr>
            <a:xfrm>
              <a:off x="7307233" y="20497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5" name="pt36995"/>
            <p:cNvSpPr/>
            <p:nvPr/>
          </p:nvSpPr>
          <p:spPr>
            <a:xfrm>
              <a:off x="7199296" y="20970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6" name="pt36996"/>
            <p:cNvSpPr/>
            <p:nvPr/>
          </p:nvSpPr>
          <p:spPr>
            <a:xfrm>
              <a:off x="7192045" y="24462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7" name="pt36997"/>
            <p:cNvSpPr/>
            <p:nvPr/>
          </p:nvSpPr>
          <p:spPr>
            <a:xfrm>
              <a:off x="7103622" y="21599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8" name="pt36998"/>
            <p:cNvSpPr/>
            <p:nvPr/>
          </p:nvSpPr>
          <p:spPr>
            <a:xfrm>
              <a:off x="7110747" y="21743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9" name="pt36999"/>
            <p:cNvSpPr/>
            <p:nvPr/>
          </p:nvSpPr>
          <p:spPr>
            <a:xfrm>
              <a:off x="7155961" y="19740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0" name="pt37000"/>
            <p:cNvSpPr/>
            <p:nvPr/>
          </p:nvSpPr>
          <p:spPr>
            <a:xfrm>
              <a:off x="6912360" y="21698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1" name="pt37001"/>
            <p:cNvSpPr/>
            <p:nvPr/>
          </p:nvSpPr>
          <p:spPr>
            <a:xfrm>
              <a:off x="7746620" y="25186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2" name="pt37002"/>
            <p:cNvSpPr/>
            <p:nvPr/>
          </p:nvSpPr>
          <p:spPr>
            <a:xfrm>
              <a:off x="7475872" y="24886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3" name="pt37003"/>
            <p:cNvSpPr/>
            <p:nvPr/>
          </p:nvSpPr>
          <p:spPr>
            <a:xfrm>
              <a:off x="7105133" y="20975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4" name="pt37004"/>
            <p:cNvSpPr/>
            <p:nvPr/>
          </p:nvSpPr>
          <p:spPr>
            <a:xfrm>
              <a:off x="7172931" y="21389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5" name="pt37005"/>
            <p:cNvSpPr/>
            <p:nvPr/>
          </p:nvSpPr>
          <p:spPr>
            <a:xfrm>
              <a:off x="7082246" y="21192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6" name="pt37006"/>
            <p:cNvSpPr/>
            <p:nvPr/>
          </p:nvSpPr>
          <p:spPr>
            <a:xfrm>
              <a:off x="7119362" y="2055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7" name="pt37007"/>
            <p:cNvSpPr/>
            <p:nvPr/>
          </p:nvSpPr>
          <p:spPr>
            <a:xfrm>
              <a:off x="7122239" y="21368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8" name="pt37008"/>
            <p:cNvSpPr/>
            <p:nvPr/>
          </p:nvSpPr>
          <p:spPr>
            <a:xfrm>
              <a:off x="7223455" y="16963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9" name="pt37009"/>
            <p:cNvSpPr/>
            <p:nvPr/>
          </p:nvSpPr>
          <p:spPr>
            <a:xfrm>
              <a:off x="7957274" y="25558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0" name="pt37010"/>
            <p:cNvSpPr/>
            <p:nvPr/>
          </p:nvSpPr>
          <p:spPr>
            <a:xfrm>
              <a:off x="7075512" y="22219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1" name="pt37011"/>
            <p:cNvSpPr/>
            <p:nvPr/>
          </p:nvSpPr>
          <p:spPr>
            <a:xfrm>
              <a:off x="7216096" y="23161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2" name="pt37012"/>
            <p:cNvSpPr/>
            <p:nvPr/>
          </p:nvSpPr>
          <p:spPr>
            <a:xfrm>
              <a:off x="7010424" y="1998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3" name="pt37013"/>
            <p:cNvSpPr/>
            <p:nvPr/>
          </p:nvSpPr>
          <p:spPr>
            <a:xfrm>
              <a:off x="7233622" y="21418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4" name="pt37014"/>
            <p:cNvSpPr/>
            <p:nvPr/>
          </p:nvSpPr>
          <p:spPr>
            <a:xfrm>
              <a:off x="7088322" y="22081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5" name="pt37015"/>
            <p:cNvSpPr/>
            <p:nvPr/>
          </p:nvSpPr>
          <p:spPr>
            <a:xfrm>
              <a:off x="6982668" y="20727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6" name="pt37016"/>
            <p:cNvSpPr/>
            <p:nvPr/>
          </p:nvSpPr>
          <p:spPr>
            <a:xfrm>
              <a:off x="7132627" y="22521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7" name="pt37017"/>
            <p:cNvSpPr/>
            <p:nvPr/>
          </p:nvSpPr>
          <p:spPr>
            <a:xfrm>
              <a:off x="7093184" y="21267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8" name="pt37018"/>
            <p:cNvSpPr/>
            <p:nvPr/>
          </p:nvSpPr>
          <p:spPr>
            <a:xfrm>
              <a:off x="6980848" y="18122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9" name="pt37019"/>
            <p:cNvSpPr/>
            <p:nvPr/>
          </p:nvSpPr>
          <p:spPr>
            <a:xfrm>
              <a:off x="7153135" y="19618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0" name="pt37020"/>
            <p:cNvSpPr/>
            <p:nvPr/>
          </p:nvSpPr>
          <p:spPr>
            <a:xfrm>
              <a:off x="7157425" y="19915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1" name="pt37021"/>
            <p:cNvSpPr/>
            <p:nvPr/>
          </p:nvSpPr>
          <p:spPr>
            <a:xfrm>
              <a:off x="6915378" y="23012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2" name="pt37022"/>
            <p:cNvSpPr/>
            <p:nvPr/>
          </p:nvSpPr>
          <p:spPr>
            <a:xfrm>
              <a:off x="7064254" y="2107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3" name="pt37023"/>
            <p:cNvSpPr/>
            <p:nvPr/>
          </p:nvSpPr>
          <p:spPr>
            <a:xfrm>
              <a:off x="7246855" y="21271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4" name="pt37024"/>
            <p:cNvSpPr/>
            <p:nvPr/>
          </p:nvSpPr>
          <p:spPr>
            <a:xfrm>
              <a:off x="7099886" y="21306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5" name="pt37025"/>
            <p:cNvSpPr/>
            <p:nvPr/>
          </p:nvSpPr>
          <p:spPr>
            <a:xfrm>
              <a:off x="7217064" y="20898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6" name="pt37026"/>
            <p:cNvSpPr/>
            <p:nvPr/>
          </p:nvSpPr>
          <p:spPr>
            <a:xfrm>
              <a:off x="7169396" y="21645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7" name="pt37027"/>
            <p:cNvSpPr/>
            <p:nvPr/>
          </p:nvSpPr>
          <p:spPr>
            <a:xfrm>
              <a:off x="7260916" y="20965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8" name="pt37028"/>
            <p:cNvSpPr/>
            <p:nvPr/>
          </p:nvSpPr>
          <p:spPr>
            <a:xfrm>
              <a:off x="7190182" y="22882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9" name="pt37029"/>
            <p:cNvSpPr/>
            <p:nvPr/>
          </p:nvSpPr>
          <p:spPr>
            <a:xfrm>
              <a:off x="7288946" y="19740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0" name="pt37030"/>
            <p:cNvSpPr/>
            <p:nvPr/>
          </p:nvSpPr>
          <p:spPr>
            <a:xfrm>
              <a:off x="7067834" y="20967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1" name="pt37031"/>
            <p:cNvSpPr/>
            <p:nvPr/>
          </p:nvSpPr>
          <p:spPr>
            <a:xfrm>
              <a:off x="7145511" y="20128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2" name="pt37032"/>
            <p:cNvSpPr/>
            <p:nvPr/>
          </p:nvSpPr>
          <p:spPr>
            <a:xfrm>
              <a:off x="7200516" y="21737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3" name="pt37033"/>
            <p:cNvSpPr/>
            <p:nvPr/>
          </p:nvSpPr>
          <p:spPr>
            <a:xfrm>
              <a:off x="7082323" y="22566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4" name="pt37034"/>
            <p:cNvSpPr/>
            <p:nvPr/>
          </p:nvSpPr>
          <p:spPr>
            <a:xfrm>
              <a:off x="7182442" y="19377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5" name="pt37035"/>
            <p:cNvSpPr/>
            <p:nvPr/>
          </p:nvSpPr>
          <p:spPr>
            <a:xfrm>
              <a:off x="7011040" y="19744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6" name="pt37036"/>
            <p:cNvSpPr/>
            <p:nvPr/>
          </p:nvSpPr>
          <p:spPr>
            <a:xfrm>
              <a:off x="7147109" y="21029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7" name="pt37037"/>
            <p:cNvSpPr/>
            <p:nvPr/>
          </p:nvSpPr>
          <p:spPr>
            <a:xfrm>
              <a:off x="7018104" y="19079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8" name="pt37038"/>
            <p:cNvSpPr/>
            <p:nvPr/>
          </p:nvSpPr>
          <p:spPr>
            <a:xfrm>
              <a:off x="7273765" y="20085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9" name="pt37039"/>
            <p:cNvSpPr/>
            <p:nvPr/>
          </p:nvSpPr>
          <p:spPr>
            <a:xfrm>
              <a:off x="7255577" y="21140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0" name="pt37040"/>
            <p:cNvSpPr/>
            <p:nvPr/>
          </p:nvSpPr>
          <p:spPr>
            <a:xfrm>
              <a:off x="6910400" y="23409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1" name="pt37041"/>
            <p:cNvSpPr/>
            <p:nvPr/>
          </p:nvSpPr>
          <p:spPr>
            <a:xfrm>
              <a:off x="7230614" y="20362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2" name="pt37042"/>
            <p:cNvSpPr/>
            <p:nvPr/>
          </p:nvSpPr>
          <p:spPr>
            <a:xfrm>
              <a:off x="7056237" y="17780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3" name="pt37043"/>
            <p:cNvSpPr/>
            <p:nvPr/>
          </p:nvSpPr>
          <p:spPr>
            <a:xfrm>
              <a:off x="7168424" y="22333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4" name="pt37044"/>
            <p:cNvSpPr/>
            <p:nvPr/>
          </p:nvSpPr>
          <p:spPr>
            <a:xfrm>
              <a:off x="6728539" y="20666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5" name="pt37045"/>
            <p:cNvSpPr/>
            <p:nvPr/>
          </p:nvSpPr>
          <p:spPr>
            <a:xfrm>
              <a:off x="7108250" y="21663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6" name="pt37046"/>
            <p:cNvSpPr/>
            <p:nvPr/>
          </p:nvSpPr>
          <p:spPr>
            <a:xfrm>
              <a:off x="7266093" y="21039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7" name="pt37047"/>
            <p:cNvSpPr/>
            <p:nvPr/>
          </p:nvSpPr>
          <p:spPr>
            <a:xfrm>
              <a:off x="6726172" y="23944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8" name="pt37048"/>
            <p:cNvSpPr/>
            <p:nvPr/>
          </p:nvSpPr>
          <p:spPr>
            <a:xfrm>
              <a:off x="6998964" y="17984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9" name="pt37049"/>
            <p:cNvSpPr/>
            <p:nvPr/>
          </p:nvSpPr>
          <p:spPr>
            <a:xfrm>
              <a:off x="7248138" y="21106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0" name="pt37050"/>
            <p:cNvSpPr/>
            <p:nvPr/>
          </p:nvSpPr>
          <p:spPr>
            <a:xfrm>
              <a:off x="7307125" y="19866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1" name="pt37051"/>
            <p:cNvSpPr/>
            <p:nvPr/>
          </p:nvSpPr>
          <p:spPr>
            <a:xfrm>
              <a:off x="7126618" y="23464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2" name="pt37052"/>
            <p:cNvSpPr/>
            <p:nvPr/>
          </p:nvSpPr>
          <p:spPr>
            <a:xfrm>
              <a:off x="7028017" y="22848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3" name="pt37053"/>
            <p:cNvSpPr/>
            <p:nvPr/>
          </p:nvSpPr>
          <p:spPr>
            <a:xfrm>
              <a:off x="6969907" y="20295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4" name="pt37054"/>
            <p:cNvSpPr/>
            <p:nvPr/>
          </p:nvSpPr>
          <p:spPr>
            <a:xfrm>
              <a:off x="7144288" y="20621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5" name="pt37055"/>
            <p:cNvSpPr/>
            <p:nvPr/>
          </p:nvSpPr>
          <p:spPr>
            <a:xfrm>
              <a:off x="7086605" y="22063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6" name="pt37056"/>
            <p:cNvSpPr/>
            <p:nvPr/>
          </p:nvSpPr>
          <p:spPr>
            <a:xfrm>
              <a:off x="7018278" y="19221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7" name="pt37057"/>
            <p:cNvSpPr/>
            <p:nvPr/>
          </p:nvSpPr>
          <p:spPr>
            <a:xfrm>
              <a:off x="7237199" y="19488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8" name="pt37058"/>
            <p:cNvSpPr/>
            <p:nvPr/>
          </p:nvSpPr>
          <p:spPr>
            <a:xfrm>
              <a:off x="7064077" y="21782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9" name="pt37059"/>
            <p:cNvSpPr/>
            <p:nvPr/>
          </p:nvSpPr>
          <p:spPr>
            <a:xfrm>
              <a:off x="7116958" y="21545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0" name="pt37060"/>
            <p:cNvSpPr/>
            <p:nvPr/>
          </p:nvSpPr>
          <p:spPr>
            <a:xfrm>
              <a:off x="7444795" y="27393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1" name="pt37061"/>
            <p:cNvSpPr/>
            <p:nvPr/>
          </p:nvSpPr>
          <p:spPr>
            <a:xfrm>
              <a:off x="7228824" y="22379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2" name="pt37062"/>
            <p:cNvSpPr/>
            <p:nvPr/>
          </p:nvSpPr>
          <p:spPr>
            <a:xfrm>
              <a:off x="7325153" y="20920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3" name="pt37063"/>
            <p:cNvSpPr/>
            <p:nvPr/>
          </p:nvSpPr>
          <p:spPr>
            <a:xfrm>
              <a:off x="7305261" y="20550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4" name="pt37064"/>
            <p:cNvSpPr/>
            <p:nvPr/>
          </p:nvSpPr>
          <p:spPr>
            <a:xfrm>
              <a:off x="7116802" y="21282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5" name="pt37065"/>
            <p:cNvSpPr/>
            <p:nvPr/>
          </p:nvSpPr>
          <p:spPr>
            <a:xfrm>
              <a:off x="7094185" y="21189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6" name="pt37066"/>
            <p:cNvSpPr/>
            <p:nvPr/>
          </p:nvSpPr>
          <p:spPr>
            <a:xfrm>
              <a:off x="7075112" y="21986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7" name="pt37067"/>
            <p:cNvSpPr/>
            <p:nvPr/>
          </p:nvSpPr>
          <p:spPr>
            <a:xfrm>
              <a:off x="7349341" y="23967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8" name="pt37068"/>
            <p:cNvSpPr/>
            <p:nvPr/>
          </p:nvSpPr>
          <p:spPr>
            <a:xfrm>
              <a:off x="7239537" y="21179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9" name="pt37069"/>
            <p:cNvSpPr/>
            <p:nvPr/>
          </p:nvSpPr>
          <p:spPr>
            <a:xfrm>
              <a:off x="7048935" y="17393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0" name="pt37070"/>
            <p:cNvSpPr/>
            <p:nvPr/>
          </p:nvSpPr>
          <p:spPr>
            <a:xfrm>
              <a:off x="7465411" y="2297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1" name="pt37071"/>
            <p:cNvSpPr/>
            <p:nvPr/>
          </p:nvSpPr>
          <p:spPr>
            <a:xfrm>
              <a:off x="7207267" y="23171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2" name="pt37072"/>
            <p:cNvSpPr/>
            <p:nvPr/>
          </p:nvSpPr>
          <p:spPr>
            <a:xfrm>
              <a:off x="7201006" y="22797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3" name="pt37073"/>
            <p:cNvSpPr/>
            <p:nvPr/>
          </p:nvSpPr>
          <p:spPr>
            <a:xfrm>
              <a:off x="7096872" y="21718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4" name="pt37074"/>
            <p:cNvSpPr/>
            <p:nvPr/>
          </p:nvSpPr>
          <p:spPr>
            <a:xfrm>
              <a:off x="6970170" y="20404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5" name="pt37075"/>
            <p:cNvSpPr/>
            <p:nvPr/>
          </p:nvSpPr>
          <p:spPr>
            <a:xfrm>
              <a:off x="7187256" y="20705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6" name="pt37076"/>
            <p:cNvSpPr/>
            <p:nvPr/>
          </p:nvSpPr>
          <p:spPr>
            <a:xfrm>
              <a:off x="7316170" y="19340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7" name="pt37077"/>
            <p:cNvSpPr/>
            <p:nvPr/>
          </p:nvSpPr>
          <p:spPr>
            <a:xfrm>
              <a:off x="7220547" y="18800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8" name="pt37078"/>
            <p:cNvSpPr/>
            <p:nvPr/>
          </p:nvSpPr>
          <p:spPr>
            <a:xfrm>
              <a:off x="7115289" y="21550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9" name="pt37079"/>
            <p:cNvSpPr/>
            <p:nvPr/>
          </p:nvSpPr>
          <p:spPr>
            <a:xfrm>
              <a:off x="7260312" y="20769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0" name="pt37080"/>
            <p:cNvSpPr/>
            <p:nvPr/>
          </p:nvSpPr>
          <p:spPr>
            <a:xfrm>
              <a:off x="7114528" y="20411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1" name="pt37081"/>
            <p:cNvSpPr/>
            <p:nvPr/>
          </p:nvSpPr>
          <p:spPr>
            <a:xfrm>
              <a:off x="6809293" y="21881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2" name="pt37082"/>
            <p:cNvSpPr/>
            <p:nvPr/>
          </p:nvSpPr>
          <p:spPr>
            <a:xfrm>
              <a:off x="7044516" y="21561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3" name="pt37083"/>
            <p:cNvSpPr/>
            <p:nvPr/>
          </p:nvSpPr>
          <p:spPr>
            <a:xfrm>
              <a:off x="6808625" y="23400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4" name="pt37084"/>
            <p:cNvSpPr/>
            <p:nvPr/>
          </p:nvSpPr>
          <p:spPr>
            <a:xfrm>
              <a:off x="7103582" y="22174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5" name="pt37085"/>
            <p:cNvSpPr/>
            <p:nvPr/>
          </p:nvSpPr>
          <p:spPr>
            <a:xfrm>
              <a:off x="6918020" y="22666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6" name="pt37086"/>
            <p:cNvSpPr/>
            <p:nvPr/>
          </p:nvSpPr>
          <p:spPr>
            <a:xfrm>
              <a:off x="7183543" y="20675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7" name="pt37087"/>
            <p:cNvSpPr/>
            <p:nvPr/>
          </p:nvSpPr>
          <p:spPr>
            <a:xfrm>
              <a:off x="7100995" y="22192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8" name="pt37088"/>
            <p:cNvSpPr/>
            <p:nvPr/>
          </p:nvSpPr>
          <p:spPr>
            <a:xfrm>
              <a:off x="7171304" y="2277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9" name="pt37089"/>
            <p:cNvSpPr/>
            <p:nvPr/>
          </p:nvSpPr>
          <p:spPr>
            <a:xfrm>
              <a:off x="7097263" y="21586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0" name="pt37090"/>
            <p:cNvSpPr/>
            <p:nvPr/>
          </p:nvSpPr>
          <p:spPr>
            <a:xfrm>
              <a:off x="7202140" y="22505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1" name="pt37091"/>
            <p:cNvSpPr/>
            <p:nvPr/>
          </p:nvSpPr>
          <p:spPr>
            <a:xfrm>
              <a:off x="7341369" y="23553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2" name="pt37092"/>
            <p:cNvSpPr/>
            <p:nvPr/>
          </p:nvSpPr>
          <p:spPr>
            <a:xfrm>
              <a:off x="7254589" y="20935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3" name="pt37093"/>
            <p:cNvSpPr/>
            <p:nvPr/>
          </p:nvSpPr>
          <p:spPr>
            <a:xfrm>
              <a:off x="7057146" y="22114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4" name="pt37094"/>
            <p:cNvSpPr/>
            <p:nvPr/>
          </p:nvSpPr>
          <p:spPr>
            <a:xfrm>
              <a:off x="7143412" y="2139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5" name="pt37095"/>
            <p:cNvSpPr/>
            <p:nvPr/>
          </p:nvSpPr>
          <p:spPr>
            <a:xfrm>
              <a:off x="7070299" y="22145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6" name="pt37096"/>
            <p:cNvSpPr/>
            <p:nvPr/>
          </p:nvSpPr>
          <p:spPr>
            <a:xfrm>
              <a:off x="7155375" y="20591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7" name="pt37097"/>
            <p:cNvSpPr/>
            <p:nvPr/>
          </p:nvSpPr>
          <p:spPr>
            <a:xfrm>
              <a:off x="6975892" y="19278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8" name="pt37098"/>
            <p:cNvSpPr/>
            <p:nvPr/>
          </p:nvSpPr>
          <p:spPr>
            <a:xfrm>
              <a:off x="6918758" y="23720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9" name="pt37099"/>
            <p:cNvSpPr/>
            <p:nvPr/>
          </p:nvSpPr>
          <p:spPr>
            <a:xfrm>
              <a:off x="6972625" y="20088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0" name="pt37100"/>
            <p:cNvSpPr/>
            <p:nvPr/>
          </p:nvSpPr>
          <p:spPr>
            <a:xfrm>
              <a:off x="7226036" y="22646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1" name="pt37101"/>
            <p:cNvSpPr/>
            <p:nvPr/>
          </p:nvSpPr>
          <p:spPr>
            <a:xfrm>
              <a:off x="7114056" y="21364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2" name="pt37102"/>
            <p:cNvSpPr/>
            <p:nvPr/>
          </p:nvSpPr>
          <p:spPr>
            <a:xfrm>
              <a:off x="7188965" y="20168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3" name="pt37103"/>
            <p:cNvSpPr/>
            <p:nvPr/>
          </p:nvSpPr>
          <p:spPr>
            <a:xfrm>
              <a:off x="7157493" y="20037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4" name="pt37104"/>
            <p:cNvSpPr/>
            <p:nvPr/>
          </p:nvSpPr>
          <p:spPr>
            <a:xfrm>
              <a:off x="6915330" y="22036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5" name="pt37105"/>
            <p:cNvSpPr/>
            <p:nvPr/>
          </p:nvSpPr>
          <p:spPr>
            <a:xfrm>
              <a:off x="7088987" y="22378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6" name="pt37106"/>
            <p:cNvSpPr/>
            <p:nvPr/>
          </p:nvSpPr>
          <p:spPr>
            <a:xfrm>
              <a:off x="7095500" y="21234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7" name="pt37107"/>
            <p:cNvSpPr/>
            <p:nvPr/>
          </p:nvSpPr>
          <p:spPr>
            <a:xfrm>
              <a:off x="7072666" y="21217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8" name="pt37108"/>
            <p:cNvSpPr/>
            <p:nvPr/>
          </p:nvSpPr>
          <p:spPr>
            <a:xfrm>
              <a:off x="7065093" y="21398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9" name="pt37109"/>
            <p:cNvSpPr/>
            <p:nvPr/>
          </p:nvSpPr>
          <p:spPr>
            <a:xfrm>
              <a:off x="6860244" y="2224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0" name="pt37110"/>
            <p:cNvSpPr/>
            <p:nvPr/>
          </p:nvSpPr>
          <p:spPr>
            <a:xfrm>
              <a:off x="7253755" y="18892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1" name="pt37111"/>
            <p:cNvSpPr/>
            <p:nvPr/>
          </p:nvSpPr>
          <p:spPr>
            <a:xfrm>
              <a:off x="7126257" y="23200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2" name="pt37112"/>
            <p:cNvSpPr/>
            <p:nvPr/>
          </p:nvSpPr>
          <p:spPr>
            <a:xfrm>
              <a:off x="6860902" y="21474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3" name="pt37113"/>
            <p:cNvSpPr/>
            <p:nvPr/>
          </p:nvSpPr>
          <p:spPr>
            <a:xfrm>
              <a:off x="7055731" y="19574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4" name="pt37114"/>
            <p:cNvSpPr/>
            <p:nvPr/>
          </p:nvSpPr>
          <p:spPr>
            <a:xfrm>
              <a:off x="7050623" y="16937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5" name="pt37115"/>
            <p:cNvSpPr/>
            <p:nvPr/>
          </p:nvSpPr>
          <p:spPr>
            <a:xfrm>
              <a:off x="7082493" y="22008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6" name="pt37116"/>
            <p:cNvSpPr/>
            <p:nvPr/>
          </p:nvSpPr>
          <p:spPr>
            <a:xfrm>
              <a:off x="7320250" y="20730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7" name="pt37117"/>
            <p:cNvSpPr/>
            <p:nvPr/>
          </p:nvSpPr>
          <p:spPr>
            <a:xfrm>
              <a:off x="7053815" y="21385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8" name="pt37118"/>
            <p:cNvSpPr/>
            <p:nvPr/>
          </p:nvSpPr>
          <p:spPr>
            <a:xfrm>
              <a:off x="7271898" y="20390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9" name="pt37119"/>
            <p:cNvSpPr/>
            <p:nvPr/>
          </p:nvSpPr>
          <p:spPr>
            <a:xfrm>
              <a:off x="7111753" y="21465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0" name="pt37120"/>
            <p:cNvSpPr/>
            <p:nvPr/>
          </p:nvSpPr>
          <p:spPr>
            <a:xfrm>
              <a:off x="6896299" y="20817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1" name="pt37121"/>
            <p:cNvSpPr/>
            <p:nvPr/>
          </p:nvSpPr>
          <p:spPr>
            <a:xfrm>
              <a:off x="7362174" y="22745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2" name="pt37122"/>
            <p:cNvSpPr/>
            <p:nvPr/>
          </p:nvSpPr>
          <p:spPr>
            <a:xfrm>
              <a:off x="7082041" y="22700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3" name="pt37123"/>
            <p:cNvSpPr/>
            <p:nvPr/>
          </p:nvSpPr>
          <p:spPr>
            <a:xfrm>
              <a:off x="7246223" y="22085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4" name="pt37124"/>
            <p:cNvSpPr/>
            <p:nvPr/>
          </p:nvSpPr>
          <p:spPr>
            <a:xfrm>
              <a:off x="7147036" y="20239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5" name="pt37125"/>
            <p:cNvSpPr/>
            <p:nvPr/>
          </p:nvSpPr>
          <p:spPr>
            <a:xfrm>
              <a:off x="7239348" y="20508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6" name="pt37126"/>
            <p:cNvSpPr/>
            <p:nvPr/>
          </p:nvSpPr>
          <p:spPr>
            <a:xfrm>
              <a:off x="7065234" y="21523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7" name="pt37127"/>
            <p:cNvSpPr/>
            <p:nvPr/>
          </p:nvSpPr>
          <p:spPr>
            <a:xfrm>
              <a:off x="6816656" y="21607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8" name="pt37128"/>
            <p:cNvSpPr/>
            <p:nvPr/>
          </p:nvSpPr>
          <p:spPr>
            <a:xfrm>
              <a:off x="7134927" y="23406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9" name="pt37129"/>
            <p:cNvSpPr/>
            <p:nvPr/>
          </p:nvSpPr>
          <p:spPr>
            <a:xfrm>
              <a:off x="7140373" y="20188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0" name="pt37130"/>
            <p:cNvSpPr/>
            <p:nvPr/>
          </p:nvSpPr>
          <p:spPr>
            <a:xfrm>
              <a:off x="6845430" y="23789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1" name="pt37131"/>
            <p:cNvSpPr/>
            <p:nvPr/>
          </p:nvSpPr>
          <p:spPr>
            <a:xfrm>
              <a:off x="6811425" y="23656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2" name="pt37132"/>
            <p:cNvSpPr/>
            <p:nvPr/>
          </p:nvSpPr>
          <p:spPr>
            <a:xfrm>
              <a:off x="6834369" y="23303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3" name="pt37133"/>
            <p:cNvSpPr/>
            <p:nvPr/>
          </p:nvSpPr>
          <p:spPr>
            <a:xfrm>
              <a:off x="6784943" y="26729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4" name="pt37134"/>
            <p:cNvSpPr/>
            <p:nvPr/>
          </p:nvSpPr>
          <p:spPr>
            <a:xfrm>
              <a:off x="7022917" y="22008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5" name="pt37135"/>
            <p:cNvSpPr/>
            <p:nvPr/>
          </p:nvSpPr>
          <p:spPr>
            <a:xfrm>
              <a:off x="7160535" y="20265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6" name="pt37136"/>
            <p:cNvSpPr/>
            <p:nvPr/>
          </p:nvSpPr>
          <p:spPr>
            <a:xfrm>
              <a:off x="7249535" y="20443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7" name="pt37137"/>
            <p:cNvSpPr/>
            <p:nvPr/>
          </p:nvSpPr>
          <p:spPr>
            <a:xfrm>
              <a:off x="7220495" y="19005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8" name="pt37138"/>
            <p:cNvSpPr/>
            <p:nvPr/>
          </p:nvSpPr>
          <p:spPr>
            <a:xfrm>
              <a:off x="7133335" y="23108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9" name="pt37139"/>
            <p:cNvSpPr/>
            <p:nvPr/>
          </p:nvSpPr>
          <p:spPr>
            <a:xfrm>
              <a:off x="7062723" y="22275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0" name="pt37140"/>
            <p:cNvSpPr/>
            <p:nvPr/>
          </p:nvSpPr>
          <p:spPr>
            <a:xfrm>
              <a:off x="7223538" y="22805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1" name="pt37141"/>
            <p:cNvSpPr/>
            <p:nvPr/>
          </p:nvSpPr>
          <p:spPr>
            <a:xfrm>
              <a:off x="7167253" y="2189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2" name="pt37142"/>
            <p:cNvSpPr/>
            <p:nvPr/>
          </p:nvSpPr>
          <p:spPr>
            <a:xfrm>
              <a:off x="7042612" y="2231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3" name="pt37143"/>
            <p:cNvSpPr/>
            <p:nvPr/>
          </p:nvSpPr>
          <p:spPr>
            <a:xfrm>
              <a:off x="7136493" y="23918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4" name="pt37144"/>
            <p:cNvSpPr/>
            <p:nvPr/>
          </p:nvSpPr>
          <p:spPr>
            <a:xfrm>
              <a:off x="7235213" y="20352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5" name="pt37145"/>
            <p:cNvSpPr/>
            <p:nvPr/>
          </p:nvSpPr>
          <p:spPr>
            <a:xfrm>
              <a:off x="6833877" y="21389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6" name="pt37146"/>
            <p:cNvSpPr/>
            <p:nvPr/>
          </p:nvSpPr>
          <p:spPr>
            <a:xfrm>
              <a:off x="7005993" y="20380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7" name="pt37147"/>
            <p:cNvSpPr/>
            <p:nvPr/>
          </p:nvSpPr>
          <p:spPr>
            <a:xfrm>
              <a:off x="6720130" y="24783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8" name="pt37148"/>
            <p:cNvSpPr/>
            <p:nvPr/>
          </p:nvSpPr>
          <p:spPr>
            <a:xfrm>
              <a:off x="7293336" y="19646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9" name="pt37149"/>
            <p:cNvSpPr/>
            <p:nvPr/>
          </p:nvSpPr>
          <p:spPr>
            <a:xfrm>
              <a:off x="7141956" y="21578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0" name="pt37150"/>
            <p:cNvSpPr/>
            <p:nvPr/>
          </p:nvSpPr>
          <p:spPr>
            <a:xfrm>
              <a:off x="7172943" y="21372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1" name="pt37151"/>
            <p:cNvSpPr/>
            <p:nvPr/>
          </p:nvSpPr>
          <p:spPr>
            <a:xfrm>
              <a:off x="7204090" y="21017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2" name="pt37152"/>
            <p:cNvSpPr/>
            <p:nvPr/>
          </p:nvSpPr>
          <p:spPr>
            <a:xfrm>
              <a:off x="7468404" y="25630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3" name="pt37153"/>
            <p:cNvSpPr/>
            <p:nvPr/>
          </p:nvSpPr>
          <p:spPr>
            <a:xfrm>
              <a:off x="7158140" y="19884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4" name="pt37154"/>
            <p:cNvSpPr/>
            <p:nvPr/>
          </p:nvSpPr>
          <p:spPr>
            <a:xfrm>
              <a:off x="7484567" y="22641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5" name="pt37155"/>
            <p:cNvSpPr/>
            <p:nvPr/>
          </p:nvSpPr>
          <p:spPr>
            <a:xfrm>
              <a:off x="7262047" y="21281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6" name="pt37156"/>
            <p:cNvSpPr/>
            <p:nvPr/>
          </p:nvSpPr>
          <p:spPr>
            <a:xfrm>
              <a:off x="7187623" y="21841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7" name="pt37157"/>
            <p:cNvSpPr/>
            <p:nvPr/>
          </p:nvSpPr>
          <p:spPr>
            <a:xfrm>
              <a:off x="7139773" y="24476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8" name="pt37158"/>
            <p:cNvSpPr/>
            <p:nvPr/>
          </p:nvSpPr>
          <p:spPr>
            <a:xfrm>
              <a:off x="7229611" y="21458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9" name="pt37159"/>
            <p:cNvSpPr/>
            <p:nvPr/>
          </p:nvSpPr>
          <p:spPr>
            <a:xfrm>
              <a:off x="7097669" y="21179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0" name="pt37160"/>
            <p:cNvSpPr/>
            <p:nvPr/>
          </p:nvSpPr>
          <p:spPr>
            <a:xfrm>
              <a:off x="7176554" y="21357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1" name="pt37161"/>
            <p:cNvSpPr/>
            <p:nvPr/>
          </p:nvSpPr>
          <p:spPr>
            <a:xfrm>
              <a:off x="6903566" y="20980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2" name="pt37162"/>
            <p:cNvSpPr/>
            <p:nvPr/>
          </p:nvSpPr>
          <p:spPr>
            <a:xfrm>
              <a:off x="7265259" y="21875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3" name="pt37163"/>
            <p:cNvSpPr/>
            <p:nvPr/>
          </p:nvSpPr>
          <p:spPr>
            <a:xfrm>
              <a:off x="6883883" y="1841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4" name="pt37164"/>
            <p:cNvSpPr/>
            <p:nvPr/>
          </p:nvSpPr>
          <p:spPr>
            <a:xfrm>
              <a:off x="7196797" y="2311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5" name="pt37165"/>
            <p:cNvSpPr/>
            <p:nvPr/>
          </p:nvSpPr>
          <p:spPr>
            <a:xfrm>
              <a:off x="7100844" y="2028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6" name="pt37166"/>
            <p:cNvSpPr/>
            <p:nvPr/>
          </p:nvSpPr>
          <p:spPr>
            <a:xfrm>
              <a:off x="7032854" y="21538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7" name="pt37167"/>
            <p:cNvSpPr/>
            <p:nvPr/>
          </p:nvSpPr>
          <p:spPr>
            <a:xfrm>
              <a:off x="6855902" y="2182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8" name="pt37168"/>
            <p:cNvSpPr/>
            <p:nvPr/>
          </p:nvSpPr>
          <p:spPr>
            <a:xfrm>
              <a:off x="7538852" y="2074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9" name="pt37169"/>
            <p:cNvSpPr/>
            <p:nvPr/>
          </p:nvSpPr>
          <p:spPr>
            <a:xfrm>
              <a:off x="7267646" y="18330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0" name="pt37170"/>
            <p:cNvSpPr/>
            <p:nvPr/>
          </p:nvSpPr>
          <p:spPr>
            <a:xfrm>
              <a:off x="6939813" y="21313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1" name="pt37171"/>
            <p:cNvSpPr/>
            <p:nvPr/>
          </p:nvSpPr>
          <p:spPr>
            <a:xfrm>
              <a:off x="7316406" y="18962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2" name="pt37172"/>
            <p:cNvSpPr/>
            <p:nvPr/>
          </p:nvSpPr>
          <p:spPr>
            <a:xfrm>
              <a:off x="6997049" y="19351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3" name="pt37173"/>
            <p:cNvSpPr/>
            <p:nvPr/>
          </p:nvSpPr>
          <p:spPr>
            <a:xfrm>
              <a:off x="7139290" y="24158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4" name="pt37174"/>
            <p:cNvSpPr/>
            <p:nvPr/>
          </p:nvSpPr>
          <p:spPr>
            <a:xfrm>
              <a:off x="7101137" y="21714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5" name="pt37175"/>
            <p:cNvSpPr/>
            <p:nvPr/>
          </p:nvSpPr>
          <p:spPr>
            <a:xfrm>
              <a:off x="7036218" y="23961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6" name="pt37176"/>
            <p:cNvSpPr/>
            <p:nvPr/>
          </p:nvSpPr>
          <p:spPr>
            <a:xfrm>
              <a:off x="6921535" y="19760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7" name="pt37177"/>
            <p:cNvSpPr/>
            <p:nvPr/>
          </p:nvSpPr>
          <p:spPr>
            <a:xfrm>
              <a:off x="7312388" y="19791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8" name="pt37178"/>
            <p:cNvSpPr/>
            <p:nvPr/>
          </p:nvSpPr>
          <p:spPr>
            <a:xfrm>
              <a:off x="7288724" y="18651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9" name="pt37179"/>
            <p:cNvSpPr/>
            <p:nvPr/>
          </p:nvSpPr>
          <p:spPr>
            <a:xfrm>
              <a:off x="7051481" y="20916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0" name="pt37180"/>
            <p:cNvSpPr/>
            <p:nvPr/>
          </p:nvSpPr>
          <p:spPr>
            <a:xfrm>
              <a:off x="7034981" y="24334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1" name="pt37181"/>
            <p:cNvSpPr/>
            <p:nvPr/>
          </p:nvSpPr>
          <p:spPr>
            <a:xfrm>
              <a:off x="7133229" y="22012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2" name="pt37182"/>
            <p:cNvSpPr/>
            <p:nvPr/>
          </p:nvSpPr>
          <p:spPr>
            <a:xfrm>
              <a:off x="7320824" y="19644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3" name="pt37183"/>
            <p:cNvSpPr/>
            <p:nvPr/>
          </p:nvSpPr>
          <p:spPr>
            <a:xfrm>
              <a:off x="7108735" y="21182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4" name="pt37184"/>
            <p:cNvSpPr/>
            <p:nvPr/>
          </p:nvSpPr>
          <p:spPr>
            <a:xfrm>
              <a:off x="7180012" y="21381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5" name="pt37185"/>
            <p:cNvSpPr/>
            <p:nvPr/>
          </p:nvSpPr>
          <p:spPr>
            <a:xfrm>
              <a:off x="7452330" y="24157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6" name="pt37186"/>
            <p:cNvSpPr/>
            <p:nvPr/>
          </p:nvSpPr>
          <p:spPr>
            <a:xfrm>
              <a:off x="7265260" y="20637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7" name="pt37187"/>
            <p:cNvSpPr/>
            <p:nvPr/>
          </p:nvSpPr>
          <p:spPr>
            <a:xfrm>
              <a:off x="7055030" y="21120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8" name="pt37188"/>
            <p:cNvSpPr/>
            <p:nvPr/>
          </p:nvSpPr>
          <p:spPr>
            <a:xfrm>
              <a:off x="7290589" y="20775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9" name="pt37189"/>
            <p:cNvSpPr/>
            <p:nvPr/>
          </p:nvSpPr>
          <p:spPr>
            <a:xfrm>
              <a:off x="6991175" y="20381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0" name="pt37190"/>
            <p:cNvSpPr/>
            <p:nvPr/>
          </p:nvSpPr>
          <p:spPr>
            <a:xfrm>
              <a:off x="7178693" y="20429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1" name="pt37191"/>
            <p:cNvSpPr/>
            <p:nvPr/>
          </p:nvSpPr>
          <p:spPr>
            <a:xfrm>
              <a:off x="7075061" y="21876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2" name="pt37192"/>
            <p:cNvSpPr/>
            <p:nvPr/>
          </p:nvSpPr>
          <p:spPr>
            <a:xfrm>
              <a:off x="7166056" y="21687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3" name="pt37193"/>
            <p:cNvSpPr/>
            <p:nvPr/>
          </p:nvSpPr>
          <p:spPr>
            <a:xfrm>
              <a:off x="7249005" y="20677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4" name="pt37194"/>
            <p:cNvSpPr/>
            <p:nvPr/>
          </p:nvSpPr>
          <p:spPr>
            <a:xfrm>
              <a:off x="7179931" y="20429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5" name="pt37195"/>
            <p:cNvSpPr/>
            <p:nvPr/>
          </p:nvSpPr>
          <p:spPr>
            <a:xfrm>
              <a:off x="6994084" y="19633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6" name="pt37196"/>
            <p:cNvSpPr/>
            <p:nvPr/>
          </p:nvSpPr>
          <p:spPr>
            <a:xfrm>
              <a:off x="6876126" y="21143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7" name="pt37197"/>
            <p:cNvSpPr/>
            <p:nvPr/>
          </p:nvSpPr>
          <p:spPr>
            <a:xfrm>
              <a:off x="7211391" y="22156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8" name="pt37198"/>
            <p:cNvSpPr/>
            <p:nvPr/>
          </p:nvSpPr>
          <p:spPr>
            <a:xfrm>
              <a:off x="7090985" y="22225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9" name="pt37199"/>
            <p:cNvSpPr/>
            <p:nvPr/>
          </p:nvSpPr>
          <p:spPr>
            <a:xfrm>
              <a:off x="7042334" y="23641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0" name="pt37200"/>
            <p:cNvSpPr/>
            <p:nvPr/>
          </p:nvSpPr>
          <p:spPr>
            <a:xfrm>
              <a:off x="7118250" y="21304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1" name="pt37201"/>
            <p:cNvSpPr/>
            <p:nvPr/>
          </p:nvSpPr>
          <p:spPr>
            <a:xfrm>
              <a:off x="7181693" y="20595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2" name="pt37202"/>
            <p:cNvSpPr/>
            <p:nvPr/>
          </p:nvSpPr>
          <p:spPr>
            <a:xfrm>
              <a:off x="7103186" y="20741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3" name="pt37203"/>
            <p:cNvSpPr/>
            <p:nvPr/>
          </p:nvSpPr>
          <p:spPr>
            <a:xfrm>
              <a:off x="7131131" y="22343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4" name="pt37204"/>
            <p:cNvSpPr/>
            <p:nvPr/>
          </p:nvSpPr>
          <p:spPr>
            <a:xfrm>
              <a:off x="7273873" y="19068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5" name="pt37205"/>
            <p:cNvSpPr/>
            <p:nvPr/>
          </p:nvSpPr>
          <p:spPr>
            <a:xfrm>
              <a:off x="7038656" y="24578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6" name="pt37206"/>
            <p:cNvSpPr/>
            <p:nvPr/>
          </p:nvSpPr>
          <p:spPr>
            <a:xfrm>
              <a:off x="7005280" y="18721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7" name="pt37207"/>
            <p:cNvSpPr/>
            <p:nvPr/>
          </p:nvSpPr>
          <p:spPr>
            <a:xfrm>
              <a:off x="7155192" y="20422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8" name="pt37208"/>
            <p:cNvSpPr/>
            <p:nvPr/>
          </p:nvSpPr>
          <p:spPr>
            <a:xfrm>
              <a:off x="7136170" y="24592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9" name="pt37209"/>
            <p:cNvSpPr/>
            <p:nvPr/>
          </p:nvSpPr>
          <p:spPr>
            <a:xfrm>
              <a:off x="7304173" y="19963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0" name="pt37210"/>
            <p:cNvSpPr/>
            <p:nvPr/>
          </p:nvSpPr>
          <p:spPr>
            <a:xfrm>
              <a:off x="7259006" y="20649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1" name="pt37211"/>
            <p:cNvSpPr/>
            <p:nvPr/>
          </p:nvSpPr>
          <p:spPr>
            <a:xfrm>
              <a:off x="7136942" y="22743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2" name="pt37212"/>
            <p:cNvSpPr/>
            <p:nvPr/>
          </p:nvSpPr>
          <p:spPr>
            <a:xfrm>
              <a:off x="7230289" y="20384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3" name="pt37213"/>
            <p:cNvSpPr/>
            <p:nvPr/>
          </p:nvSpPr>
          <p:spPr>
            <a:xfrm>
              <a:off x="7141553" y="21492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4" name="pt37214"/>
            <p:cNvSpPr/>
            <p:nvPr/>
          </p:nvSpPr>
          <p:spPr>
            <a:xfrm>
              <a:off x="7050478" y="18469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5" name="pt37215"/>
            <p:cNvSpPr/>
            <p:nvPr/>
          </p:nvSpPr>
          <p:spPr>
            <a:xfrm>
              <a:off x="7096516" y="22076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6" name="pt37216"/>
            <p:cNvSpPr/>
            <p:nvPr/>
          </p:nvSpPr>
          <p:spPr>
            <a:xfrm>
              <a:off x="7345107" y="23754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7" name="pt37217"/>
            <p:cNvSpPr/>
            <p:nvPr/>
          </p:nvSpPr>
          <p:spPr>
            <a:xfrm>
              <a:off x="7041193" y="22411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8" name="pt37218"/>
            <p:cNvSpPr/>
            <p:nvPr/>
          </p:nvSpPr>
          <p:spPr>
            <a:xfrm>
              <a:off x="7091564" y="21848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9" name="pt37219"/>
            <p:cNvSpPr/>
            <p:nvPr/>
          </p:nvSpPr>
          <p:spPr>
            <a:xfrm>
              <a:off x="7123154" y="21546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0" name="pt37220"/>
            <p:cNvSpPr/>
            <p:nvPr/>
          </p:nvSpPr>
          <p:spPr>
            <a:xfrm>
              <a:off x="7093618" y="21773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1" name="pt37221"/>
            <p:cNvSpPr/>
            <p:nvPr/>
          </p:nvSpPr>
          <p:spPr>
            <a:xfrm>
              <a:off x="7081335" y="22031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2" name="pt37222"/>
            <p:cNvSpPr/>
            <p:nvPr/>
          </p:nvSpPr>
          <p:spPr>
            <a:xfrm>
              <a:off x="7172013" y="21647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3" name="pt37223"/>
            <p:cNvSpPr/>
            <p:nvPr/>
          </p:nvSpPr>
          <p:spPr>
            <a:xfrm>
              <a:off x="7126502" y="22935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4" name="pt37224"/>
            <p:cNvSpPr/>
            <p:nvPr/>
          </p:nvSpPr>
          <p:spPr>
            <a:xfrm>
              <a:off x="7054801" y="20180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5" name="pt37225"/>
            <p:cNvSpPr/>
            <p:nvPr/>
          </p:nvSpPr>
          <p:spPr>
            <a:xfrm>
              <a:off x="6986109" y="19985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6" name="pt37226"/>
            <p:cNvSpPr/>
            <p:nvPr/>
          </p:nvSpPr>
          <p:spPr>
            <a:xfrm>
              <a:off x="6981012" y="21909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7" name="pt37227"/>
            <p:cNvSpPr/>
            <p:nvPr/>
          </p:nvSpPr>
          <p:spPr>
            <a:xfrm>
              <a:off x="7124065" y="21116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8" name="pt37228"/>
            <p:cNvSpPr/>
            <p:nvPr/>
          </p:nvSpPr>
          <p:spPr>
            <a:xfrm>
              <a:off x="7047208" y="20217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9" name="pt37229"/>
            <p:cNvSpPr/>
            <p:nvPr/>
          </p:nvSpPr>
          <p:spPr>
            <a:xfrm>
              <a:off x="6836002" y="21552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0" name="pt37230"/>
            <p:cNvSpPr/>
            <p:nvPr/>
          </p:nvSpPr>
          <p:spPr>
            <a:xfrm>
              <a:off x="7390649" y="25329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1" name="pt37231"/>
            <p:cNvSpPr/>
            <p:nvPr/>
          </p:nvSpPr>
          <p:spPr>
            <a:xfrm>
              <a:off x="7318346" y="19929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2" name="pt37232"/>
            <p:cNvSpPr/>
            <p:nvPr/>
          </p:nvSpPr>
          <p:spPr>
            <a:xfrm>
              <a:off x="6990414" y="20407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3" name="pt37233"/>
            <p:cNvSpPr/>
            <p:nvPr/>
          </p:nvSpPr>
          <p:spPr>
            <a:xfrm>
              <a:off x="7075579" y="21987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4" name="pt37234"/>
            <p:cNvSpPr/>
            <p:nvPr/>
          </p:nvSpPr>
          <p:spPr>
            <a:xfrm>
              <a:off x="6941985" y="21112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5" name="pt37235"/>
            <p:cNvSpPr/>
            <p:nvPr/>
          </p:nvSpPr>
          <p:spPr>
            <a:xfrm>
              <a:off x="6950197" y="20532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6" name="pt37236"/>
            <p:cNvSpPr/>
            <p:nvPr/>
          </p:nvSpPr>
          <p:spPr>
            <a:xfrm>
              <a:off x="6880868" y="1970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7" name="pt37237"/>
            <p:cNvSpPr/>
            <p:nvPr/>
          </p:nvSpPr>
          <p:spPr>
            <a:xfrm>
              <a:off x="6826019" y="21131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8" name="pt37238"/>
            <p:cNvSpPr/>
            <p:nvPr/>
          </p:nvSpPr>
          <p:spPr>
            <a:xfrm>
              <a:off x="7002396" y="17722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9" name="pt37239"/>
            <p:cNvSpPr/>
            <p:nvPr/>
          </p:nvSpPr>
          <p:spPr>
            <a:xfrm>
              <a:off x="7396376" y="24387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0" name="pt37240"/>
            <p:cNvSpPr/>
            <p:nvPr/>
          </p:nvSpPr>
          <p:spPr>
            <a:xfrm>
              <a:off x="7252074" y="20503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1" name="pt37241"/>
            <p:cNvSpPr/>
            <p:nvPr/>
          </p:nvSpPr>
          <p:spPr>
            <a:xfrm>
              <a:off x="7022722" y="22241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2" name="pt37242"/>
            <p:cNvSpPr/>
            <p:nvPr/>
          </p:nvSpPr>
          <p:spPr>
            <a:xfrm>
              <a:off x="7288235" y="18707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3" name="pt37243"/>
            <p:cNvSpPr/>
            <p:nvPr/>
          </p:nvSpPr>
          <p:spPr>
            <a:xfrm>
              <a:off x="7189991" y="23147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4" name="pt37244"/>
            <p:cNvSpPr/>
            <p:nvPr/>
          </p:nvSpPr>
          <p:spPr>
            <a:xfrm>
              <a:off x="6893153" y="1904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5" name="pt37245"/>
            <p:cNvSpPr/>
            <p:nvPr/>
          </p:nvSpPr>
          <p:spPr>
            <a:xfrm>
              <a:off x="7132639" y="22759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6" name="pt37246"/>
            <p:cNvSpPr/>
            <p:nvPr/>
          </p:nvSpPr>
          <p:spPr>
            <a:xfrm>
              <a:off x="7042075" y="22270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7" name="pt37247"/>
            <p:cNvSpPr/>
            <p:nvPr/>
          </p:nvSpPr>
          <p:spPr>
            <a:xfrm>
              <a:off x="7064139" y="21474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8" name="pt37248"/>
            <p:cNvSpPr/>
            <p:nvPr/>
          </p:nvSpPr>
          <p:spPr>
            <a:xfrm>
              <a:off x="7114688" y="21426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9" name="pt37249"/>
            <p:cNvSpPr/>
            <p:nvPr/>
          </p:nvSpPr>
          <p:spPr>
            <a:xfrm>
              <a:off x="7172855" y="22182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0" name="pt37250"/>
            <p:cNvSpPr/>
            <p:nvPr/>
          </p:nvSpPr>
          <p:spPr>
            <a:xfrm>
              <a:off x="7401448" y="24624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1" name="pt37251"/>
            <p:cNvSpPr/>
            <p:nvPr/>
          </p:nvSpPr>
          <p:spPr>
            <a:xfrm>
              <a:off x="7249443" y="20847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2" name="pt37252"/>
            <p:cNvSpPr/>
            <p:nvPr/>
          </p:nvSpPr>
          <p:spPr>
            <a:xfrm>
              <a:off x="7180772" y="20796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3" name="pt37253"/>
            <p:cNvSpPr/>
            <p:nvPr/>
          </p:nvSpPr>
          <p:spPr>
            <a:xfrm>
              <a:off x="7020889" y="19765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4" name="pt37254"/>
            <p:cNvSpPr/>
            <p:nvPr/>
          </p:nvSpPr>
          <p:spPr>
            <a:xfrm>
              <a:off x="7183769" y="2042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5" name="pt37255"/>
            <p:cNvSpPr/>
            <p:nvPr/>
          </p:nvSpPr>
          <p:spPr>
            <a:xfrm>
              <a:off x="7045500" y="2269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6" name="pt37256"/>
            <p:cNvSpPr/>
            <p:nvPr/>
          </p:nvSpPr>
          <p:spPr>
            <a:xfrm>
              <a:off x="7198802" y="23293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7" name="pt37257"/>
            <p:cNvSpPr/>
            <p:nvPr/>
          </p:nvSpPr>
          <p:spPr>
            <a:xfrm>
              <a:off x="6910470" y="22346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8" name="pt37258"/>
            <p:cNvSpPr/>
            <p:nvPr/>
          </p:nvSpPr>
          <p:spPr>
            <a:xfrm>
              <a:off x="6598838" y="21288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9" name="pt37259"/>
            <p:cNvSpPr/>
            <p:nvPr/>
          </p:nvSpPr>
          <p:spPr>
            <a:xfrm>
              <a:off x="7022972" y="21959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0" name="pt37260"/>
            <p:cNvSpPr/>
            <p:nvPr/>
          </p:nvSpPr>
          <p:spPr>
            <a:xfrm>
              <a:off x="7433910" y="27687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1" name="pt37261"/>
            <p:cNvSpPr/>
            <p:nvPr/>
          </p:nvSpPr>
          <p:spPr>
            <a:xfrm>
              <a:off x="7034811" y="24135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2" name="pt37262"/>
            <p:cNvSpPr/>
            <p:nvPr/>
          </p:nvSpPr>
          <p:spPr>
            <a:xfrm>
              <a:off x="7342956" y="23751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3" name="pt37263"/>
            <p:cNvSpPr/>
            <p:nvPr/>
          </p:nvSpPr>
          <p:spPr>
            <a:xfrm>
              <a:off x="7109473" y="20540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4" name="pt37264"/>
            <p:cNvSpPr/>
            <p:nvPr/>
          </p:nvSpPr>
          <p:spPr>
            <a:xfrm>
              <a:off x="7123898" y="21694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5" name="pt37265"/>
            <p:cNvSpPr/>
            <p:nvPr/>
          </p:nvSpPr>
          <p:spPr>
            <a:xfrm>
              <a:off x="7122666" y="21216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6" name="pt37266"/>
            <p:cNvSpPr/>
            <p:nvPr/>
          </p:nvSpPr>
          <p:spPr>
            <a:xfrm>
              <a:off x="7304379" y="20751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7" name="pt37267"/>
            <p:cNvSpPr/>
            <p:nvPr/>
          </p:nvSpPr>
          <p:spPr>
            <a:xfrm>
              <a:off x="7222724" y="20133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8" name="pt37268"/>
            <p:cNvSpPr/>
            <p:nvPr/>
          </p:nvSpPr>
          <p:spPr>
            <a:xfrm>
              <a:off x="7262929" y="20816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9" name="pt37269"/>
            <p:cNvSpPr/>
            <p:nvPr/>
          </p:nvSpPr>
          <p:spPr>
            <a:xfrm>
              <a:off x="7186492" y="21986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0" name="pt37270"/>
            <p:cNvSpPr/>
            <p:nvPr/>
          </p:nvSpPr>
          <p:spPr>
            <a:xfrm>
              <a:off x="7245701" y="2175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1" name="pt37271"/>
            <p:cNvSpPr/>
            <p:nvPr/>
          </p:nvSpPr>
          <p:spPr>
            <a:xfrm>
              <a:off x="7174588" y="19725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2" name="pt37272"/>
            <p:cNvSpPr/>
            <p:nvPr/>
          </p:nvSpPr>
          <p:spPr>
            <a:xfrm>
              <a:off x="7295972" y="21260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3" name="pt37273"/>
            <p:cNvSpPr/>
            <p:nvPr/>
          </p:nvSpPr>
          <p:spPr>
            <a:xfrm>
              <a:off x="7242407" y="20626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4" name="pt37274"/>
            <p:cNvSpPr/>
            <p:nvPr/>
          </p:nvSpPr>
          <p:spPr>
            <a:xfrm>
              <a:off x="7092764" y="2135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5" name="pt37275"/>
            <p:cNvSpPr/>
            <p:nvPr/>
          </p:nvSpPr>
          <p:spPr>
            <a:xfrm>
              <a:off x="7064225" y="22201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6" name="pt37276"/>
            <p:cNvSpPr/>
            <p:nvPr/>
          </p:nvSpPr>
          <p:spPr>
            <a:xfrm>
              <a:off x="7154270" y="19752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7" name="pt37277"/>
            <p:cNvSpPr/>
            <p:nvPr/>
          </p:nvSpPr>
          <p:spPr>
            <a:xfrm>
              <a:off x="7264230" y="20861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8" name="pt37278"/>
            <p:cNvSpPr/>
            <p:nvPr/>
          </p:nvSpPr>
          <p:spPr>
            <a:xfrm>
              <a:off x="7061883" y="21698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9" name="pt37279"/>
            <p:cNvSpPr/>
            <p:nvPr/>
          </p:nvSpPr>
          <p:spPr>
            <a:xfrm>
              <a:off x="7001123" y="1872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0" name="pt37280"/>
            <p:cNvSpPr/>
            <p:nvPr/>
          </p:nvSpPr>
          <p:spPr>
            <a:xfrm>
              <a:off x="7149490" y="21017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1" name="pt37281"/>
            <p:cNvSpPr/>
            <p:nvPr/>
          </p:nvSpPr>
          <p:spPr>
            <a:xfrm>
              <a:off x="7088318" y="22142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2" name="pt37282"/>
            <p:cNvSpPr/>
            <p:nvPr/>
          </p:nvSpPr>
          <p:spPr>
            <a:xfrm>
              <a:off x="7174774" y="20099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3" name="pt37283"/>
            <p:cNvSpPr/>
            <p:nvPr/>
          </p:nvSpPr>
          <p:spPr>
            <a:xfrm>
              <a:off x="7035490" y="23634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4" name="pt37284"/>
            <p:cNvSpPr/>
            <p:nvPr/>
          </p:nvSpPr>
          <p:spPr>
            <a:xfrm>
              <a:off x="6971614" y="2074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5" name="pt37285"/>
            <p:cNvSpPr/>
            <p:nvPr/>
          </p:nvSpPr>
          <p:spPr>
            <a:xfrm>
              <a:off x="7256724" y="19297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6" name="pt37286"/>
            <p:cNvSpPr/>
            <p:nvPr/>
          </p:nvSpPr>
          <p:spPr>
            <a:xfrm>
              <a:off x="6802278" y="23510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7" name="pt37287"/>
            <p:cNvSpPr/>
            <p:nvPr/>
          </p:nvSpPr>
          <p:spPr>
            <a:xfrm>
              <a:off x="7246830" y="20969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8" name="pt37288"/>
            <p:cNvSpPr/>
            <p:nvPr/>
          </p:nvSpPr>
          <p:spPr>
            <a:xfrm>
              <a:off x="7045745" y="21156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9" name="pt37289"/>
            <p:cNvSpPr/>
            <p:nvPr/>
          </p:nvSpPr>
          <p:spPr>
            <a:xfrm>
              <a:off x="7423474" y="25837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0" name="pt37290"/>
            <p:cNvSpPr/>
            <p:nvPr/>
          </p:nvSpPr>
          <p:spPr>
            <a:xfrm>
              <a:off x="6961772" y="19617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1" name="pt37291"/>
            <p:cNvSpPr/>
            <p:nvPr/>
          </p:nvSpPr>
          <p:spPr>
            <a:xfrm>
              <a:off x="7395132" y="2427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2" name="pt37292"/>
            <p:cNvSpPr/>
            <p:nvPr/>
          </p:nvSpPr>
          <p:spPr>
            <a:xfrm>
              <a:off x="7167312" y="21639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3" name="pt37293"/>
            <p:cNvSpPr/>
            <p:nvPr/>
          </p:nvSpPr>
          <p:spPr>
            <a:xfrm>
              <a:off x="7093291" y="21692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4" name="pt37294"/>
            <p:cNvSpPr/>
            <p:nvPr/>
          </p:nvSpPr>
          <p:spPr>
            <a:xfrm>
              <a:off x="6980723" y="19806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5" name="pt37295"/>
            <p:cNvSpPr/>
            <p:nvPr/>
          </p:nvSpPr>
          <p:spPr>
            <a:xfrm>
              <a:off x="7121200" y="21515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6" name="pt37296"/>
            <p:cNvSpPr/>
            <p:nvPr/>
          </p:nvSpPr>
          <p:spPr>
            <a:xfrm>
              <a:off x="7216086" y="20436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7" name="pt37297"/>
            <p:cNvSpPr/>
            <p:nvPr/>
          </p:nvSpPr>
          <p:spPr>
            <a:xfrm>
              <a:off x="7007325" y="18969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8" name="pt37298"/>
            <p:cNvSpPr/>
            <p:nvPr/>
          </p:nvSpPr>
          <p:spPr>
            <a:xfrm>
              <a:off x="7166852" y="2235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9" name="pt37299"/>
            <p:cNvSpPr/>
            <p:nvPr/>
          </p:nvSpPr>
          <p:spPr>
            <a:xfrm>
              <a:off x="7269353" y="15426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0" name="pt37300"/>
            <p:cNvSpPr/>
            <p:nvPr/>
          </p:nvSpPr>
          <p:spPr>
            <a:xfrm>
              <a:off x="7050501" y="17137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1" name="pt37301"/>
            <p:cNvSpPr/>
            <p:nvPr/>
          </p:nvSpPr>
          <p:spPr>
            <a:xfrm>
              <a:off x="7394433" y="28155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2" name="pt37302"/>
            <p:cNvSpPr/>
            <p:nvPr/>
          </p:nvSpPr>
          <p:spPr>
            <a:xfrm>
              <a:off x="7192352" y="21520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3" name="pt37303"/>
            <p:cNvSpPr/>
            <p:nvPr/>
          </p:nvSpPr>
          <p:spPr>
            <a:xfrm>
              <a:off x="7197509" y="22801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4" name="pt37304"/>
            <p:cNvSpPr/>
            <p:nvPr/>
          </p:nvSpPr>
          <p:spPr>
            <a:xfrm>
              <a:off x="7007391" y="19480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5" name="pt37305"/>
            <p:cNvSpPr/>
            <p:nvPr/>
          </p:nvSpPr>
          <p:spPr>
            <a:xfrm>
              <a:off x="7191107" y="22941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6" name="pt37306"/>
            <p:cNvSpPr/>
            <p:nvPr/>
          </p:nvSpPr>
          <p:spPr>
            <a:xfrm>
              <a:off x="7352910" y="25078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7" name="pt37307"/>
            <p:cNvSpPr/>
            <p:nvPr/>
          </p:nvSpPr>
          <p:spPr>
            <a:xfrm>
              <a:off x="7194141" y="23305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8" name="pt37308"/>
            <p:cNvSpPr/>
            <p:nvPr/>
          </p:nvSpPr>
          <p:spPr>
            <a:xfrm>
              <a:off x="7291008" y="19912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9" name="pt37309"/>
            <p:cNvSpPr/>
            <p:nvPr/>
          </p:nvSpPr>
          <p:spPr>
            <a:xfrm>
              <a:off x="7171552" y="20472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0" name="pt37310"/>
            <p:cNvSpPr/>
            <p:nvPr/>
          </p:nvSpPr>
          <p:spPr>
            <a:xfrm>
              <a:off x="7727484" y="26810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1" name="pt37311"/>
            <p:cNvSpPr/>
            <p:nvPr/>
          </p:nvSpPr>
          <p:spPr>
            <a:xfrm>
              <a:off x="6680065" y="21005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2" name="pt37312"/>
            <p:cNvSpPr/>
            <p:nvPr/>
          </p:nvSpPr>
          <p:spPr>
            <a:xfrm>
              <a:off x="7084488" y="22119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3" name="pt37313"/>
            <p:cNvSpPr/>
            <p:nvPr/>
          </p:nvSpPr>
          <p:spPr>
            <a:xfrm>
              <a:off x="7151176" y="19974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4" name="pt37314"/>
            <p:cNvSpPr/>
            <p:nvPr/>
          </p:nvSpPr>
          <p:spPr>
            <a:xfrm>
              <a:off x="6983963" y="21052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5" name="pt37315"/>
            <p:cNvSpPr/>
            <p:nvPr/>
          </p:nvSpPr>
          <p:spPr>
            <a:xfrm>
              <a:off x="7289274" y="21626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6" name="pt37316"/>
            <p:cNvSpPr/>
            <p:nvPr/>
          </p:nvSpPr>
          <p:spPr>
            <a:xfrm>
              <a:off x="6813244" y="19519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7" name="pt37317"/>
            <p:cNvSpPr/>
            <p:nvPr/>
          </p:nvSpPr>
          <p:spPr>
            <a:xfrm>
              <a:off x="7171175" y="21354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8" name="pt37318"/>
            <p:cNvSpPr/>
            <p:nvPr/>
          </p:nvSpPr>
          <p:spPr>
            <a:xfrm>
              <a:off x="7526791" y="20301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9" name="pt37319"/>
            <p:cNvSpPr/>
            <p:nvPr/>
          </p:nvSpPr>
          <p:spPr>
            <a:xfrm>
              <a:off x="7389363" y="23998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0" name="pt37320"/>
            <p:cNvSpPr/>
            <p:nvPr/>
          </p:nvSpPr>
          <p:spPr>
            <a:xfrm>
              <a:off x="6927516" y="19798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1" name="pt37321"/>
            <p:cNvSpPr/>
            <p:nvPr/>
          </p:nvSpPr>
          <p:spPr>
            <a:xfrm>
              <a:off x="7185345" y="22431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2" name="pt37322"/>
            <p:cNvSpPr/>
            <p:nvPr/>
          </p:nvSpPr>
          <p:spPr>
            <a:xfrm>
              <a:off x="7191693" y="22017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3" name="pt37323"/>
            <p:cNvSpPr/>
            <p:nvPr/>
          </p:nvSpPr>
          <p:spPr>
            <a:xfrm>
              <a:off x="6680624" y="23832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4" name="pt37324"/>
            <p:cNvSpPr/>
            <p:nvPr/>
          </p:nvSpPr>
          <p:spPr>
            <a:xfrm>
              <a:off x="7072252" y="20613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5" name="pt37325"/>
            <p:cNvSpPr/>
            <p:nvPr/>
          </p:nvSpPr>
          <p:spPr>
            <a:xfrm>
              <a:off x="6963686" y="21126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6" name="pt37326"/>
            <p:cNvSpPr/>
            <p:nvPr/>
          </p:nvSpPr>
          <p:spPr>
            <a:xfrm>
              <a:off x="7524528" y="25111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7" name="pt37327"/>
            <p:cNvSpPr/>
            <p:nvPr/>
          </p:nvSpPr>
          <p:spPr>
            <a:xfrm>
              <a:off x="7123099" y="21213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8" name="pt37328"/>
            <p:cNvSpPr/>
            <p:nvPr/>
          </p:nvSpPr>
          <p:spPr>
            <a:xfrm>
              <a:off x="7389098" y="24327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9" name="pt37329"/>
            <p:cNvSpPr/>
            <p:nvPr/>
          </p:nvSpPr>
          <p:spPr>
            <a:xfrm>
              <a:off x="7077079" y="22585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0" name="pt37330"/>
            <p:cNvSpPr/>
            <p:nvPr/>
          </p:nvSpPr>
          <p:spPr>
            <a:xfrm>
              <a:off x="7236126" y="20150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1" name="pt37331"/>
            <p:cNvSpPr/>
            <p:nvPr/>
          </p:nvSpPr>
          <p:spPr>
            <a:xfrm>
              <a:off x="7541023" y="22741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2" name="pt37332"/>
            <p:cNvSpPr/>
            <p:nvPr/>
          </p:nvSpPr>
          <p:spPr>
            <a:xfrm>
              <a:off x="7070709" y="22215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3" name="pt37333"/>
            <p:cNvSpPr/>
            <p:nvPr/>
          </p:nvSpPr>
          <p:spPr>
            <a:xfrm>
              <a:off x="7194142" y="22937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4" name="pt37334"/>
            <p:cNvSpPr/>
            <p:nvPr/>
          </p:nvSpPr>
          <p:spPr>
            <a:xfrm>
              <a:off x="7319034" y="20130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5" name="pt37335"/>
            <p:cNvSpPr/>
            <p:nvPr/>
          </p:nvSpPr>
          <p:spPr>
            <a:xfrm>
              <a:off x="6894098" y="20011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6" name="pt37336"/>
            <p:cNvSpPr/>
            <p:nvPr/>
          </p:nvSpPr>
          <p:spPr>
            <a:xfrm>
              <a:off x="6887767" y="18973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7" name="pt37337"/>
            <p:cNvSpPr/>
            <p:nvPr/>
          </p:nvSpPr>
          <p:spPr>
            <a:xfrm>
              <a:off x="7402230" y="23358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8" name="pt37338"/>
            <p:cNvSpPr/>
            <p:nvPr/>
          </p:nvSpPr>
          <p:spPr>
            <a:xfrm>
              <a:off x="6990047" y="20852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9" name="pt37339"/>
            <p:cNvSpPr/>
            <p:nvPr/>
          </p:nvSpPr>
          <p:spPr>
            <a:xfrm>
              <a:off x="6822745" y="20983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0" name="pt37340"/>
            <p:cNvSpPr/>
            <p:nvPr/>
          </p:nvSpPr>
          <p:spPr>
            <a:xfrm>
              <a:off x="7139604" y="23069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1" name="pt37341"/>
            <p:cNvSpPr/>
            <p:nvPr/>
          </p:nvSpPr>
          <p:spPr>
            <a:xfrm>
              <a:off x="7146850" y="19757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2" name="pt37342"/>
            <p:cNvSpPr/>
            <p:nvPr/>
          </p:nvSpPr>
          <p:spPr>
            <a:xfrm>
              <a:off x="7100467" y="22122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3" name="pt37343"/>
            <p:cNvSpPr/>
            <p:nvPr/>
          </p:nvSpPr>
          <p:spPr>
            <a:xfrm>
              <a:off x="7026748" y="21974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4" name="pt37344"/>
            <p:cNvSpPr/>
            <p:nvPr/>
          </p:nvSpPr>
          <p:spPr>
            <a:xfrm>
              <a:off x="7152905" y="19977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5" name="pt37345"/>
            <p:cNvSpPr/>
            <p:nvPr/>
          </p:nvSpPr>
          <p:spPr>
            <a:xfrm>
              <a:off x="7165121" y="21443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6" name="pt37346"/>
            <p:cNvSpPr/>
            <p:nvPr/>
          </p:nvSpPr>
          <p:spPr>
            <a:xfrm>
              <a:off x="6996038" y="19822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7" name="pt37347"/>
            <p:cNvSpPr/>
            <p:nvPr/>
          </p:nvSpPr>
          <p:spPr>
            <a:xfrm>
              <a:off x="7276219" y="19964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8" name="pt37348"/>
            <p:cNvSpPr/>
            <p:nvPr/>
          </p:nvSpPr>
          <p:spPr>
            <a:xfrm>
              <a:off x="7166009" y="21013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9" name="pt37349"/>
            <p:cNvSpPr/>
            <p:nvPr/>
          </p:nvSpPr>
          <p:spPr>
            <a:xfrm>
              <a:off x="7153944" y="19877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0" name="pt37350"/>
            <p:cNvSpPr/>
            <p:nvPr/>
          </p:nvSpPr>
          <p:spPr>
            <a:xfrm>
              <a:off x="7040749" y="22798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1" name="pt37351"/>
            <p:cNvSpPr/>
            <p:nvPr/>
          </p:nvSpPr>
          <p:spPr>
            <a:xfrm>
              <a:off x="7192452" y="21996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2" name="pt37352"/>
            <p:cNvSpPr/>
            <p:nvPr/>
          </p:nvSpPr>
          <p:spPr>
            <a:xfrm>
              <a:off x="7266854" y="19692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3" name="pt37353"/>
            <p:cNvSpPr/>
            <p:nvPr/>
          </p:nvSpPr>
          <p:spPr>
            <a:xfrm>
              <a:off x="6881571" y="19304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4" name="pt37354"/>
            <p:cNvSpPr/>
            <p:nvPr/>
          </p:nvSpPr>
          <p:spPr>
            <a:xfrm>
              <a:off x="7198870" y="22911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5" name="pt37355"/>
            <p:cNvSpPr/>
            <p:nvPr/>
          </p:nvSpPr>
          <p:spPr>
            <a:xfrm>
              <a:off x="7039910" y="21238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6" name="pt37356"/>
            <p:cNvSpPr/>
            <p:nvPr/>
          </p:nvSpPr>
          <p:spPr>
            <a:xfrm>
              <a:off x="7164807" y="20875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7" name="pt37357"/>
            <p:cNvSpPr/>
            <p:nvPr/>
          </p:nvSpPr>
          <p:spPr>
            <a:xfrm>
              <a:off x="7090879" y="22559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8" name="pt37358"/>
            <p:cNvSpPr/>
            <p:nvPr/>
          </p:nvSpPr>
          <p:spPr>
            <a:xfrm>
              <a:off x="7129566" y="23780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9" name="pt37359"/>
            <p:cNvSpPr/>
            <p:nvPr/>
          </p:nvSpPr>
          <p:spPr>
            <a:xfrm>
              <a:off x="7191358" y="23044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0" name="pt37360"/>
            <p:cNvSpPr/>
            <p:nvPr/>
          </p:nvSpPr>
          <p:spPr>
            <a:xfrm>
              <a:off x="7264601" y="21895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1" name="pt37361"/>
            <p:cNvSpPr/>
            <p:nvPr/>
          </p:nvSpPr>
          <p:spPr>
            <a:xfrm>
              <a:off x="7089687" y="21479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2" name="pt37362"/>
            <p:cNvSpPr/>
            <p:nvPr/>
          </p:nvSpPr>
          <p:spPr>
            <a:xfrm>
              <a:off x="6812173" y="23386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3" name="pt37363"/>
            <p:cNvSpPr/>
            <p:nvPr/>
          </p:nvSpPr>
          <p:spPr>
            <a:xfrm>
              <a:off x="7220670" y="17998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4" name="pt37364"/>
            <p:cNvSpPr/>
            <p:nvPr/>
          </p:nvSpPr>
          <p:spPr>
            <a:xfrm>
              <a:off x="7061184" y="21828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5" name="pt37365"/>
            <p:cNvSpPr/>
            <p:nvPr/>
          </p:nvSpPr>
          <p:spPr>
            <a:xfrm>
              <a:off x="7181602" y="20423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6" name="pt37366"/>
            <p:cNvSpPr/>
            <p:nvPr/>
          </p:nvSpPr>
          <p:spPr>
            <a:xfrm>
              <a:off x="7742060" y="24841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7" name="pt37367"/>
            <p:cNvSpPr/>
            <p:nvPr/>
          </p:nvSpPr>
          <p:spPr>
            <a:xfrm>
              <a:off x="6989943" y="20293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8" name="pt37368"/>
            <p:cNvSpPr/>
            <p:nvPr/>
          </p:nvSpPr>
          <p:spPr>
            <a:xfrm>
              <a:off x="6866495" y="22255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9" name="pt37369"/>
            <p:cNvSpPr/>
            <p:nvPr/>
          </p:nvSpPr>
          <p:spPr>
            <a:xfrm>
              <a:off x="7016236" y="19560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0" name="pt37370"/>
            <p:cNvSpPr/>
            <p:nvPr/>
          </p:nvSpPr>
          <p:spPr>
            <a:xfrm>
              <a:off x="7086364" y="21701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1" name="pt37371"/>
            <p:cNvSpPr/>
            <p:nvPr/>
          </p:nvSpPr>
          <p:spPr>
            <a:xfrm>
              <a:off x="6920541" y="23253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2" name="pt37372"/>
            <p:cNvSpPr/>
            <p:nvPr/>
          </p:nvSpPr>
          <p:spPr>
            <a:xfrm>
              <a:off x="6586699" y="23794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3" name="pt37373"/>
            <p:cNvSpPr/>
            <p:nvPr/>
          </p:nvSpPr>
          <p:spPr>
            <a:xfrm>
              <a:off x="6980242" y="17438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4" name="pt37374"/>
            <p:cNvSpPr/>
            <p:nvPr/>
          </p:nvSpPr>
          <p:spPr>
            <a:xfrm>
              <a:off x="6880371" y="17972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5" name="pt37375"/>
            <p:cNvSpPr/>
            <p:nvPr/>
          </p:nvSpPr>
          <p:spPr>
            <a:xfrm>
              <a:off x="7142637" y="2017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6" name="pt37376"/>
            <p:cNvSpPr/>
            <p:nvPr/>
          </p:nvSpPr>
          <p:spPr>
            <a:xfrm>
              <a:off x="7141031" y="21181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7" name="pt37377"/>
            <p:cNvSpPr/>
            <p:nvPr/>
          </p:nvSpPr>
          <p:spPr>
            <a:xfrm>
              <a:off x="7162706" y="21278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8" name="pt37378"/>
            <p:cNvSpPr/>
            <p:nvPr/>
          </p:nvSpPr>
          <p:spPr>
            <a:xfrm>
              <a:off x="7196954" y="21274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9" name="pt37379"/>
            <p:cNvSpPr/>
            <p:nvPr/>
          </p:nvSpPr>
          <p:spPr>
            <a:xfrm>
              <a:off x="7059928" y="2297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0" name="pt37380"/>
            <p:cNvSpPr/>
            <p:nvPr/>
          </p:nvSpPr>
          <p:spPr>
            <a:xfrm>
              <a:off x="6750659" y="22300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1" name="pt37381"/>
            <p:cNvSpPr/>
            <p:nvPr/>
          </p:nvSpPr>
          <p:spPr>
            <a:xfrm>
              <a:off x="7129469" y="23242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2" name="pt37382"/>
            <p:cNvSpPr/>
            <p:nvPr/>
          </p:nvSpPr>
          <p:spPr>
            <a:xfrm>
              <a:off x="7565130" y="18231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3" name="pt37383"/>
            <p:cNvSpPr/>
            <p:nvPr/>
          </p:nvSpPr>
          <p:spPr>
            <a:xfrm>
              <a:off x="7160348" y="20596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4" name="pt37384"/>
            <p:cNvSpPr/>
            <p:nvPr/>
          </p:nvSpPr>
          <p:spPr>
            <a:xfrm>
              <a:off x="7450175" y="28660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5" name="pt37385"/>
            <p:cNvSpPr/>
            <p:nvPr/>
          </p:nvSpPr>
          <p:spPr>
            <a:xfrm>
              <a:off x="7502679" y="23955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6" name="pt37386"/>
            <p:cNvSpPr/>
            <p:nvPr/>
          </p:nvSpPr>
          <p:spPr>
            <a:xfrm>
              <a:off x="6811978" y="23957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7" name="pt37387"/>
            <p:cNvSpPr/>
            <p:nvPr/>
          </p:nvSpPr>
          <p:spPr>
            <a:xfrm>
              <a:off x="7200946" y="21285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8" name="pt37388"/>
            <p:cNvSpPr/>
            <p:nvPr/>
          </p:nvSpPr>
          <p:spPr>
            <a:xfrm>
              <a:off x="7245770" y="21425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9" name="pt37389"/>
            <p:cNvSpPr/>
            <p:nvPr/>
          </p:nvSpPr>
          <p:spPr>
            <a:xfrm>
              <a:off x="7044017" y="21502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0" name="pt37390"/>
            <p:cNvSpPr/>
            <p:nvPr/>
          </p:nvSpPr>
          <p:spPr>
            <a:xfrm>
              <a:off x="7233216" y="20008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1" name="pt37391"/>
            <p:cNvSpPr/>
            <p:nvPr/>
          </p:nvSpPr>
          <p:spPr>
            <a:xfrm>
              <a:off x="7090395" y="21264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2" name="pt37392"/>
            <p:cNvSpPr/>
            <p:nvPr/>
          </p:nvSpPr>
          <p:spPr>
            <a:xfrm>
              <a:off x="7137654" y="23730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3" name="pt37393"/>
            <p:cNvSpPr/>
            <p:nvPr/>
          </p:nvSpPr>
          <p:spPr>
            <a:xfrm>
              <a:off x="7304737" y="20255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4" name="pt37394"/>
            <p:cNvSpPr/>
            <p:nvPr/>
          </p:nvSpPr>
          <p:spPr>
            <a:xfrm>
              <a:off x="7026627" y="21833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5" name="pt37395"/>
            <p:cNvSpPr/>
            <p:nvPr/>
          </p:nvSpPr>
          <p:spPr>
            <a:xfrm>
              <a:off x="7108323" y="21278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6" name="pt37396"/>
            <p:cNvSpPr/>
            <p:nvPr/>
          </p:nvSpPr>
          <p:spPr>
            <a:xfrm>
              <a:off x="7139935" y="20887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7" name="pt37397"/>
            <p:cNvSpPr/>
            <p:nvPr/>
          </p:nvSpPr>
          <p:spPr>
            <a:xfrm>
              <a:off x="6929272" y="21648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8" name="pt37398"/>
            <p:cNvSpPr/>
            <p:nvPr/>
          </p:nvSpPr>
          <p:spPr>
            <a:xfrm>
              <a:off x="7248590" y="20889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9" name="pt37399"/>
            <p:cNvSpPr/>
            <p:nvPr/>
          </p:nvSpPr>
          <p:spPr>
            <a:xfrm>
              <a:off x="7189947" y="22331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0" name="pt37400"/>
            <p:cNvSpPr/>
            <p:nvPr/>
          </p:nvSpPr>
          <p:spPr>
            <a:xfrm>
              <a:off x="7112438" y="22425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1" name="pt37401"/>
            <p:cNvSpPr/>
            <p:nvPr/>
          </p:nvSpPr>
          <p:spPr>
            <a:xfrm>
              <a:off x="7218710" y="19632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2" name="pt37402"/>
            <p:cNvSpPr/>
            <p:nvPr/>
          </p:nvSpPr>
          <p:spPr>
            <a:xfrm>
              <a:off x="7248557" y="19893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3" name="pt37403"/>
            <p:cNvSpPr/>
            <p:nvPr/>
          </p:nvSpPr>
          <p:spPr>
            <a:xfrm>
              <a:off x="7071915" y="22173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4" name="pt37404"/>
            <p:cNvSpPr/>
            <p:nvPr/>
          </p:nvSpPr>
          <p:spPr>
            <a:xfrm>
              <a:off x="7422139" y="25094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5" name="pt37405"/>
            <p:cNvSpPr/>
            <p:nvPr/>
          </p:nvSpPr>
          <p:spPr>
            <a:xfrm>
              <a:off x="7169569" y="2218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6" name="pt37406"/>
            <p:cNvSpPr/>
            <p:nvPr/>
          </p:nvSpPr>
          <p:spPr>
            <a:xfrm>
              <a:off x="7091779" y="22203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7" name="pt37407"/>
            <p:cNvSpPr/>
            <p:nvPr/>
          </p:nvSpPr>
          <p:spPr>
            <a:xfrm>
              <a:off x="7265904" y="20337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8" name="pt37408"/>
            <p:cNvSpPr/>
            <p:nvPr/>
          </p:nvSpPr>
          <p:spPr>
            <a:xfrm>
              <a:off x="7164424" y="22310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9" name="pt37409"/>
            <p:cNvSpPr/>
            <p:nvPr/>
          </p:nvSpPr>
          <p:spPr>
            <a:xfrm>
              <a:off x="7247667" y="21138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0" name="pt37410"/>
            <p:cNvSpPr/>
            <p:nvPr/>
          </p:nvSpPr>
          <p:spPr>
            <a:xfrm>
              <a:off x="7003016" y="19778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1" name="pt37411"/>
            <p:cNvSpPr/>
            <p:nvPr/>
          </p:nvSpPr>
          <p:spPr>
            <a:xfrm>
              <a:off x="6794088" y="24650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2" name="pt37412"/>
            <p:cNvSpPr/>
            <p:nvPr/>
          </p:nvSpPr>
          <p:spPr>
            <a:xfrm>
              <a:off x="7107214" y="21201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3" name="pt37413"/>
            <p:cNvSpPr/>
            <p:nvPr/>
          </p:nvSpPr>
          <p:spPr>
            <a:xfrm>
              <a:off x="7289117" y="22145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4" name="pt37414"/>
            <p:cNvSpPr/>
            <p:nvPr/>
          </p:nvSpPr>
          <p:spPr>
            <a:xfrm>
              <a:off x="7196700" y="21479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5" name="pt37415"/>
            <p:cNvSpPr/>
            <p:nvPr/>
          </p:nvSpPr>
          <p:spPr>
            <a:xfrm>
              <a:off x="6969558" y="20380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6" name="pt37416"/>
            <p:cNvSpPr/>
            <p:nvPr/>
          </p:nvSpPr>
          <p:spPr>
            <a:xfrm>
              <a:off x="7518641" y="26267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7" name="pt37417"/>
            <p:cNvSpPr/>
            <p:nvPr/>
          </p:nvSpPr>
          <p:spPr>
            <a:xfrm>
              <a:off x="7057793" y="22743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8" name="pt37418"/>
            <p:cNvSpPr/>
            <p:nvPr/>
          </p:nvSpPr>
          <p:spPr>
            <a:xfrm>
              <a:off x="7226431" y="21668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9" name="pt37419"/>
            <p:cNvSpPr/>
            <p:nvPr/>
          </p:nvSpPr>
          <p:spPr>
            <a:xfrm>
              <a:off x="7018335" y="18990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0" name="pt37420"/>
            <p:cNvSpPr/>
            <p:nvPr/>
          </p:nvSpPr>
          <p:spPr>
            <a:xfrm>
              <a:off x="7151000" y="19882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1" name="pt37421"/>
            <p:cNvSpPr/>
            <p:nvPr/>
          </p:nvSpPr>
          <p:spPr>
            <a:xfrm>
              <a:off x="6894638" y="20241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2" name="pt37422"/>
            <p:cNvSpPr/>
            <p:nvPr/>
          </p:nvSpPr>
          <p:spPr>
            <a:xfrm>
              <a:off x="7122027" y="21808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3" name="pt37423"/>
            <p:cNvSpPr/>
            <p:nvPr/>
          </p:nvSpPr>
          <p:spPr>
            <a:xfrm>
              <a:off x="7105968" y="20781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4" name="pt37424"/>
            <p:cNvSpPr/>
            <p:nvPr/>
          </p:nvSpPr>
          <p:spPr>
            <a:xfrm>
              <a:off x="7014465" y="17664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5" name="pt37425"/>
            <p:cNvSpPr/>
            <p:nvPr/>
          </p:nvSpPr>
          <p:spPr>
            <a:xfrm>
              <a:off x="6554960" y="20606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6" name="pt37426"/>
            <p:cNvSpPr/>
            <p:nvPr/>
          </p:nvSpPr>
          <p:spPr>
            <a:xfrm>
              <a:off x="6998675" y="18544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7" name="pt37427"/>
            <p:cNvSpPr/>
            <p:nvPr/>
          </p:nvSpPr>
          <p:spPr>
            <a:xfrm>
              <a:off x="7048518" y="18624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8" name="pt37428"/>
            <p:cNvSpPr/>
            <p:nvPr/>
          </p:nvSpPr>
          <p:spPr>
            <a:xfrm>
              <a:off x="7132692" y="23076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9" name="pt37429"/>
            <p:cNvSpPr/>
            <p:nvPr/>
          </p:nvSpPr>
          <p:spPr>
            <a:xfrm>
              <a:off x="7087602" y="21649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0" name="pt37430"/>
            <p:cNvSpPr/>
            <p:nvPr/>
          </p:nvSpPr>
          <p:spPr>
            <a:xfrm>
              <a:off x="7176680" y="21352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1" name="pt37431"/>
            <p:cNvSpPr/>
            <p:nvPr/>
          </p:nvSpPr>
          <p:spPr>
            <a:xfrm>
              <a:off x="7121203" y="21448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2" name="pt37432"/>
            <p:cNvSpPr/>
            <p:nvPr/>
          </p:nvSpPr>
          <p:spPr>
            <a:xfrm>
              <a:off x="6986292" y="20844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3" name="pt37433"/>
            <p:cNvSpPr/>
            <p:nvPr/>
          </p:nvSpPr>
          <p:spPr>
            <a:xfrm>
              <a:off x="7182041" y="2039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4" name="pt37434"/>
            <p:cNvSpPr/>
            <p:nvPr/>
          </p:nvSpPr>
          <p:spPr>
            <a:xfrm>
              <a:off x="7116409" y="21190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5" name="pt37435"/>
            <p:cNvSpPr/>
            <p:nvPr/>
          </p:nvSpPr>
          <p:spPr>
            <a:xfrm>
              <a:off x="7177119" y="20492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6" name="pt37436"/>
            <p:cNvSpPr/>
            <p:nvPr/>
          </p:nvSpPr>
          <p:spPr>
            <a:xfrm>
              <a:off x="7053919" y="21488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7" name="pt37437"/>
            <p:cNvSpPr/>
            <p:nvPr/>
          </p:nvSpPr>
          <p:spPr>
            <a:xfrm>
              <a:off x="7316469" y="21046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8" name="pt37438"/>
            <p:cNvSpPr/>
            <p:nvPr/>
          </p:nvSpPr>
          <p:spPr>
            <a:xfrm>
              <a:off x="7346218" y="24674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9" name="pt37439"/>
            <p:cNvSpPr/>
            <p:nvPr/>
          </p:nvSpPr>
          <p:spPr>
            <a:xfrm>
              <a:off x="7090469" y="22967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0" name="pt37440"/>
            <p:cNvSpPr/>
            <p:nvPr/>
          </p:nvSpPr>
          <p:spPr>
            <a:xfrm>
              <a:off x="7061148" y="21652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1" name="pt37441"/>
            <p:cNvSpPr/>
            <p:nvPr/>
          </p:nvSpPr>
          <p:spPr>
            <a:xfrm>
              <a:off x="7149447" y="19811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2" name="pt37442"/>
            <p:cNvSpPr/>
            <p:nvPr/>
          </p:nvSpPr>
          <p:spPr>
            <a:xfrm>
              <a:off x="6815822" y="18735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3" name="pt37443"/>
            <p:cNvSpPr/>
            <p:nvPr/>
          </p:nvSpPr>
          <p:spPr>
            <a:xfrm>
              <a:off x="6972287" y="19414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4" name="pt37444"/>
            <p:cNvSpPr/>
            <p:nvPr/>
          </p:nvSpPr>
          <p:spPr>
            <a:xfrm>
              <a:off x="7271943" y="19962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5" name="pt37445"/>
            <p:cNvSpPr/>
            <p:nvPr/>
          </p:nvSpPr>
          <p:spPr>
            <a:xfrm>
              <a:off x="7112208" y="22358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6" name="pt37446"/>
            <p:cNvSpPr/>
            <p:nvPr/>
          </p:nvSpPr>
          <p:spPr>
            <a:xfrm>
              <a:off x="7455404" y="24010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7" name="pt37447"/>
            <p:cNvSpPr/>
            <p:nvPr/>
          </p:nvSpPr>
          <p:spPr>
            <a:xfrm>
              <a:off x="6952740" y="20977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8" name="pt37448"/>
            <p:cNvSpPr/>
            <p:nvPr/>
          </p:nvSpPr>
          <p:spPr>
            <a:xfrm>
              <a:off x="7439063" y="25794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9" name="pt37449"/>
            <p:cNvSpPr/>
            <p:nvPr/>
          </p:nvSpPr>
          <p:spPr>
            <a:xfrm>
              <a:off x="6836413" y="22581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0" name="pt37450"/>
            <p:cNvSpPr/>
            <p:nvPr/>
          </p:nvSpPr>
          <p:spPr>
            <a:xfrm>
              <a:off x="7172180" y="21311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1" name="pt37451"/>
            <p:cNvSpPr/>
            <p:nvPr/>
          </p:nvSpPr>
          <p:spPr>
            <a:xfrm>
              <a:off x="7108864" y="21677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2" name="pt37452"/>
            <p:cNvSpPr/>
            <p:nvPr/>
          </p:nvSpPr>
          <p:spPr>
            <a:xfrm>
              <a:off x="7235696" y="2120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3" name="pt37453"/>
            <p:cNvSpPr/>
            <p:nvPr/>
          </p:nvSpPr>
          <p:spPr>
            <a:xfrm>
              <a:off x="7164638" y="21383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4" name="pt37454"/>
            <p:cNvSpPr/>
            <p:nvPr/>
          </p:nvSpPr>
          <p:spPr>
            <a:xfrm>
              <a:off x="7119431" y="22183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5" name="pt37455"/>
            <p:cNvSpPr/>
            <p:nvPr/>
          </p:nvSpPr>
          <p:spPr>
            <a:xfrm>
              <a:off x="7240125" y="21036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6" name="pt37456"/>
            <p:cNvSpPr/>
            <p:nvPr/>
          </p:nvSpPr>
          <p:spPr>
            <a:xfrm>
              <a:off x="7475715" y="25157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7" name="pt37457"/>
            <p:cNvSpPr/>
            <p:nvPr/>
          </p:nvSpPr>
          <p:spPr>
            <a:xfrm>
              <a:off x="7345954" y="25455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8" name="pt37458"/>
            <p:cNvSpPr/>
            <p:nvPr/>
          </p:nvSpPr>
          <p:spPr>
            <a:xfrm>
              <a:off x="7098655" y="20701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9" name="pt37459"/>
            <p:cNvSpPr/>
            <p:nvPr/>
          </p:nvSpPr>
          <p:spPr>
            <a:xfrm>
              <a:off x="7071165" y="21917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0" name="pt37460"/>
            <p:cNvSpPr/>
            <p:nvPr/>
          </p:nvSpPr>
          <p:spPr>
            <a:xfrm>
              <a:off x="7238384" y="20937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1" name="pt37461"/>
            <p:cNvSpPr/>
            <p:nvPr/>
          </p:nvSpPr>
          <p:spPr>
            <a:xfrm>
              <a:off x="7283823" y="19820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2" name="pt37462"/>
            <p:cNvSpPr/>
            <p:nvPr/>
          </p:nvSpPr>
          <p:spPr>
            <a:xfrm>
              <a:off x="7056833" y="23059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3" name="pt37463"/>
            <p:cNvSpPr/>
            <p:nvPr/>
          </p:nvSpPr>
          <p:spPr>
            <a:xfrm>
              <a:off x="7146186" y="21078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4" name="pt37464"/>
            <p:cNvSpPr/>
            <p:nvPr/>
          </p:nvSpPr>
          <p:spPr>
            <a:xfrm>
              <a:off x="7170490" y="21872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5" name="pt37465"/>
            <p:cNvSpPr/>
            <p:nvPr/>
          </p:nvSpPr>
          <p:spPr>
            <a:xfrm>
              <a:off x="7304960" y="20833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6" name="pt37466"/>
            <p:cNvSpPr/>
            <p:nvPr/>
          </p:nvSpPr>
          <p:spPr>
            <a:xfrm>
              <a:off x="6856312" y="22672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7" name="pt37467"/>
            <p:cNvSpPr/>
            <p:nvPr/>
          </p:nvSpPr>
          <p:spPr>
            <a:xfrm>
              <a:off x="7033840" y="23384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8" name="pt37468"/>
            <p:cNvSpPr/>
            <p:nvPr/>
          </p:nvSpPr>
          <p:spPr>
            <a:xfrm>
              <a:off x="6960051" y="2004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9" name="pt37469"/>
            <p:cNvSpPr/>
            <p:nvPr/>
          </p:nvSpPr>
          <p:spPr>
            <a:xfrm>
              <a:off x="7434403" y="26425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0" name="pt37470"/>
            <p:cNvSpPr/>
            <p:nvPr/>
          </p:nvSpPr>
          <p:spPr>
            <a:xfrm>
              <a:off x="7307835" y="20023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1" name="pt37471"/>
            <p:cNvSpPr/>
            <p:nvPr/>
          </p:nvSpPr>
          <p:spPr>
            <a:xfrm>
              <a:off x="7073578" y="21941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2" name="pt37472"/>
            <p:cNvSpPr/>
            <p:nvPr/>
          </p:nvSpPr>
          <p:spPr>
            <a:xfrm>
              <a:off x="7123041" y="20754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3" name="pt37473"/>
            <p:cNvSpPr/>
            <p:nvPr/>
          </p:nvSpPr>
          <p:spPr>
            <a:xfrm>
              <a:off x="7176063" y="20126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4" name="pt37474"/>
            <p:cNvSpPr/>
            <p:nvPr/>
          </p:nvSpPr>
          <p:spPr>
            <a:xfrm>
              <a:off x="7245920" y="21772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5" name="pt37475"/>
            <p:cNvSpPr/>
            <p:nvPr/>
          </p:nvSpPr>
          <p:spPr>
            <a:xfrm>
              <a:off x="7366207" y="17033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6" name="pt37476"/>
            <p:cNvSpPr/>
            <p:nvPr/>
          </p:nvSpPr>
          <p:spPr>
            <a:xfrm>
              <a:off x="7140024" y="22135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7" name="pt37477"/>
            <p:cNvSpPr/>
            <p:nvPr/>
          </p:nvSpPr>
          <p:spPr>
            <a:xfrm>
              <a:off x="7247011" y="20932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8" name="pt37478"/>
            <p:cNvSpPr/>
            <p:nvPr/>
          </p:nvSpPr>
          <p:spPr>
            <a:xfrm>
              <a:off x="7098377" y="20932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9" name="pt37479"/>
            <p:cNvSpPr/>
            <p:nvPr/>
          </p:nvSpPr>
          <p:spPr>
            <a:xfrm>
              <a:off x="6984371" y="19171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0" name="pt37480"/>
            <p:cNvSpPr/>
            <p:nvPr/>
          </p:nvSpPr>
          <p:spPr>
            <a:xfrm>
              <a:off x="7349754" y="2385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1" name="pt37481"/>
            <p:cNvSpPr/>
            <p:nvPr/>
          </p:nvSpPr>
          <p:spPr>
            <a:xfrm>
              <a:off x="7071132" y="21947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2" name="pt37482"/>
            <p:cNvSpPr/>
            <p:nvPr/>
          </p:nvSpPr>
          <p:spPr>
            <a:xfrm>
              <a:off x="6945623" y="20335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3" name="pt37483"/>
            <p:cNvSpPr/>
            <p:nvPr/>
          </p:nvSpPr>
          <p:spPr>
            <a:xfrm>
              <a:off x="7186578" y="23085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4" name="pt37484"/>
            <p:cNvSpPr/>
            <p:nvPr/>
          </p:nvSpPr>
          <p:spPr>
            <a:xfrm>
              <a:off x="7192178" y="22320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5" name="pt37485"/>
            <p:cNvSpPr/>
            <p:nvPr/>
          </p:nvSpPr>
          <p:spPr>
            <a:xfrm>
              <a:off x="7116140" y="20944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6" name="pt37486"/>
            <p:cNvSpPr/>
            <p:nvPr/>
          </p:nvSpPr>
          <p:spPr>
            <a:xfrm>
              <a:off x="7084036" y="21462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7" name="pt37487"/>
            <p:cNvSpPr/>
            <p:nvPr/>
          </p:nvSpPr>
          <p:spPr>
            <a:xfrm>
              <a:off x="7180659" y="19792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8" name="pt37488"/>
            <p:cNvSpPr/>
            <p:nvPr/>
          </p:nvSpPr>
          <p:spPr>
            <a:xfrm>
              <a:off x="7206689" y="21850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9" name="pt37489"/>
            <p:cNvSpPr/>
            <p:nvPr/>
          </p:nvSpPr>
          <p:spPr>
            <a:xfrm>
              <a:off x="7202683" y="23048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0" name="pt37490"/>
            <p:cNvSpPr/>
            <p:nvPr/>
          </p:nvSpPr>
          <p:spPr>
            <a:xfrm>
              <a:off x="7139017" y="23865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1" name="pt37491"/>
            <p:cNvSpPr/>
            <p:nvPr/>
          </p:nvSpPr>
          <p:spPr>
            <a:xfrm>
              <a:off x="7146778" y="20370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2" name="pt37492"/>
            <p:cNvSpPr/>
            <p:nvPr/>
          </p:nvSpPr>
          <p:spPr>
            <a:xfrm>
              <a:off x="6925017" y="22208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3" name="pt37493"/>
            <p:cNvSpPr/>
            <p:nvPr/>
          </p:nvSpPr>
          <p:spPr>
            <a:xfrm>
              <a:off x="7543034" y="23961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4" name="pt37494"/>
            <p:cNvSpPr/>
            <p:nvPr/>
          </p:nvSpPr>
          <p:spPr>
            <a:xfrm>
              <a:off x="7190626" y="2249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5" name="pt37495"/>
            <p:cNvSpPr/>
            <p:nvPr/>
          </p:nvSpPr>
          <p:spPr>
            <a:xfrm>
              <a:off x="7225809" y="23105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6" name="pt37496"/>
            <p:cNvSpPr/>
            <p:nvPr/>
          </p:nvSpPr>
          <p:spPr>
            <a:xfrm>
              <a:off x="7150003" y="20941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7" name="pt37497"/>
            <p:cNvSpPr/>
            <p:nvPr/>
          </p:nvSpPr>
          <p:spPr>
            <a:xfrm>
              <a:off x="7092570" y="22204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8" name="pt37498"/>
            <p:cNvSpPr/>
            <p:nvPr/>
          </p:nvSpPr>
          <p:spPr>
            <a:xfrm>
              <a:off x="7165081" y="22023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9" name="pt37499"/>
            <p:cNvSpPr/>
            <p:nvPr/>
          </p:nvSpPr>
          <p:spPr>
            <a:xfrm>
              <a:off x="7056344" y="21298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0" name="pt37500"/>
            <p:cNvSpPr/>
            <p:nvPr/>
          </p:nvSpPr>
          <p:spPr>
            <a:xfrm>
              <a:off x="7211322" y="22448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1" name="pt37501"/>
            <p:cNvSpPr/>
            <p:nvPr/>
          </p:nvSpPr>
          <p:spPr>
            <a:xfrm>
              <a:off x="7183348" y="19070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2" name="pt37502"/>
            <p:cNvSpPr/>
            <p:nvPr/>
          </p:nvSpPr>
          <p:spPr>
            <a:xfrm>
              <a:off x="7224684" y="20350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3" name="pt37503"/>
            <p:cNvSpPr/>
            <p:nvPr/>
          </p:nvSpPr>
          <p:spPr>
            <a:xfrm>
              <a:off x="7245219" y="20502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4" name="pt37504"/>
            <p:cNvSpPr/>
            <p:nvPr/>
          </p:nvSpPr>
          <p:spPr>
            <a:xfrm>
              <a:off x="7230287" y="21181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5" name="pt37505"/>
            <p:cNvSpPr/>
            <p:nvPr/>
          </p:nvSpPr>
          <p:spPr>
            <a:xfrm>
              <a:off x="7132599" y="23092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6" name="pt37506"/>
            <p:cNvSpPr/>
            <p:nvPr/>
          </p:nvSpPr>
          <p:spPr>
            <a:xfrm>
              <a:off x="6899170" y="22923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7" name="pt37507"/>
            <p:cNvSpPr/>
            <p:nvPr/>
          </p:nvSpPr>
          <p:spPr>
            <a:xfrm>
              <a:off x="7120235" y="21069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8" name="pt37508"/>
            <p:cNvSpPr/>
            <p:nvPr/>
          </p:nvSpPr>
          <p:spPr>
            <a:xfrm>
              <a:off x="7127719" y="22380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9" name="pt37509"/>
            <p:cNvSpPr/>
            <p:nvPr/>
          </p:nvSpPr>
          <p:spPr>
            <a:xfrm>
              <a:off x="7210943" y="22653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0" name="pt37510"/>
            <p:cNvSpPr/>
            <p:nvPr/>
          </p:nvSpPr>
          <p:spPr>
            <a:xfrm>
              <a:off x="7389086" y="23914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1" name="pt37511"/>
            <p:cNvSpPr/>
            <p:nvPr/>
          </p:nvSpPr>
          <p:spPr>
            <a:xfrm>
              <a:off x="7051155" y="19196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2" name="pt37512"/>
            <p:cNvSpPr/>
            <p:nvPr/>
          </p:nvSpPr>
          <p:spPr>
            <a:xfrm>
              <a:off x="7042654" y="22783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3" name="pt37513"/>
            <p:cNvSpPr/>
            <p:nvPr/>
          </p:nvSpPr>
          <p:spPr>
            <a:xfrm>
              <a:off x="7176823" y="20263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4" name="pt37514"/>
            <p:cNvSpPr/>
            <p:nvPr/>
          </p:nvSpPr>
          <p:spPr>
            <a:xfrm>
              <a:off x="7414300" y="25261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5" name="pt37515"/>
            <p:cNvSpPr/>
            <p:nvPr/>
          </p:nvSpPr>
          <p:spPr>
            <a:xfrm>
              <a:off x="7166346" y="21755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6" name="pt37516"/>
            <p:cNvSpPr/>
            <p:nvPr/>
          </p:nvSpPr>
          <p:spPr>
            <a:xfrm>
              <a:off x="7159389" y="21070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7" name="pt37517"/>
            <p:cNvSpPr/>
            <p:nvPr/>
          </p:nvSpPr>
          <p:spPr>
            <a:xfrm>
              <a:off x="7278772" y="19819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8" name="pt37518"/>
            <p:cNvSpPr/>
            <p:nvPr/>
          </p:nvSpPr>
          <p:spPr>
            <a:xfrm>
              <a:off x="7153554" y="19903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9" name="pt37519"/>
            <p:cNvSpPr/>
            <p:nvPr/>
          </p:nvSpPr>
          <p:spPr>
            <a:xfrm>
              <a:off x="7202580" y="23406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0" name="pt37520"/>
            <p:cNvSpPr/>
            <p:nvPr/>
          </p:nvSpPr>
          <p:spPr>
            <a:xfrm>
              <a:off x="7161916" y="20424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1" name="pt37521"/>
            <p:cNvSpPr/>
            <p:nvPr/>
          </p:nvSpPr>
          <p:spPr>
            <a:xfrm>
              <a:off x="7177850" y="20700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2" name="pt37522"/>
            <p:cNvSpPr/>
            <p:nvPr/>
          </p:nvSpPr>
          <p:spPr>
            <a:xfrm>
              <a:off x="7317728" y="20103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3" name="pt37523"/>
            <p:cNvSpPr/>
            <p:nvPr/>
          </p:nvSpPr>
          <p:spPr>
            <a:xfrm>
              <a:off x="7076118" y="22134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4" name="pt37524"/>
            <p:cNvSpPr/>
            <p:nvPr/>
          </p:nvSpPr>
          <p:spPr>
            <a:xfrm>
              <a:off x="6932068" y="19372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5" name="pt37525"/>
            <p:cNvSpPr/>
            <p:nvPr/>
          </p:nvSpPr>
          <p:spPr>
            <a:xfrm>
              <a:off x="7092420" y="21648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6" name="pt37526"/>
            <p:cNvSpPr/>
            <p:nvPr/>
          </p:nvSpPr>
          <p:spPr>
            <a:xfrm>
              <a:off x="7360789" y="23144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7" name="pt37527"/>
            <p:cNvSpPr/>
            <p:nvPr/>
          </p:nvSpPr>
          <p:spPr>
            <a:xfrm>
              <a:off x="7258616" y="18910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8" name="pt37528"/>
            <p:cNvSpPr/>
            <p:nvPr/>
          </p:nvSpPr>
          <p:spPr>
            <a:xfrm>
              <a:off x="7144739" y="21064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9" name="pt37529"/>
            <p:cNvSpPr/>
            <p:nvPr/>
          </p:nvSpPr>
          <p:spPr>
            <a:xfrm>
              <a:off x="7265373" y="1984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0" name="pt37530"/>
            <p:cNvSpPr/>
            <p:nvPr/>
          </p:nvSpPr>
          <p:spPr>
            <a:xfrm>
              <a:off x="7045438" y="21941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1" name="pt37531"/>
            <p:cNvSpPr/>
            <p:nvPr/>
          </p:nvSpPr>
          <p:spPr>
            <a:xfrm>
              <a:off x="7488672" y="24939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2" name="pt37532"/>
            <p:cNvSpPr/>
            <p:nvPr/>
          </p:nvSpPr>
          <p:spPr>
            <a:xfrm>
              <a:off x="7170851" y="21409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3" name="pt37533"/>
            <p:cNvSpPr/>
            <p:nvPr/>
          </p:nvSpPr>
          <p:spPr>
            <a:xfrm>
              <a:off x="7143168" y="21751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4" name="pt37534"/>
            <p:cNvSpPr/>
            <p:nvPr/>
          </p:nvSpPr>
          <p:spPr>
            <a:xfrm>
              <a:off x="7269288" y="18199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5" name="pt37535"/>
            <p:cNvSpPr/>
            <p:nvPr/>
          </p:nvSpPr>
          <p:spPr>
            <a:xfrm>
              <a:off x="7213581" y="20391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6" name="pt37536"/>
            <p:cNvSpPr/>
            <p:nvPr/>
          </p:nvSpPr>
          <p:spPr>
            <a:xfrm>
              <a:off x="7079578" y="22827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7" name="pt37537"/>
            <p:cNvSpPr/>
            <p:nvPr/>
          </p:nvSpPr>
          <p:spPr>
            <a:xfrm>
              <a:off x="7283184" y="19229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8" name="pt37538"/>
            <p:cNvSpPr/>
            <p:nvPr/>
          </p:nvSpPr>
          <p:spPr>
            <a:xfrm>
              <a:off x="6822248" y="20425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9" name="pt37539"/>
            <p:cNvSpPr/>
            <p:nvPr/>
          </p:nvSpPr>
          <p:spPr>
            <a:xfrm>
              <a:off x="7197000" y="22796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0" name="pt37540"/>
            <p:cNvSpPr/>
            <p:nvPr/>
          </p:nvSpPr>
          <p:spPr>
            <a:xfrm>
              <a:off x="7088735" y="22791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1" name="pt37541"/>
            <p:cNvSpPr/>
            <p:nvPr/>
          </p:nvSpPr>
          <p:spPr>
            <a:xfrm>
              <a:off x="6983202" y="22008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2" name="pt37542"/>
            <p:cNvSpPr/>
            <p:nvPr/>
          </p:nvSpPr>
          <p:spPr>
            <a:xfrm>
              <a:off x="7099394" y="21312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3" name="pt37543"/>
            <p:cNvSpPr/>
            <p:nvPr/>
          </p:nvSpPr>
          <p:spPr>
            <a:xfrm>
              <a:off x="6962605" y="20684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4" name="pt37544"/>
            <p:cNvSpPr/>
            <p:nvPr/>
          </p:nvSpPr>
          <p:spPr>
            <a:xfrm>
              <a:off x="7163435" y="21394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5" name="pt37545"/>
            <p:cNvSpPr/>
            <p:nvPr/>
          </p:nvSpPr>
          <p:spPr>
            <a:xfrm>
              <a:off x="6743930" y="18500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6" name="pt37546"/>
            <p:cNvSpPr/>
            <p:nvPr/>
          </p:nvSpPr>
          <p:spPr>
            <a:xfrm>
              <a:off x="6770420" y="24998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7" name="pt37547"/>
            <p:cNvSpPr/>
            <p:nvPr/>
          </p:nvSpPr>
          <p:spPr>
            <a:xfrm>
              <a:off x="7212471" y="20856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8" name="pt37548"/>
            <p:cNvSpPr/>
            <p:nvPr/>
          </p:nvSpPr>
          <p:spPr>
            <a:xfrm>
              <a:off x="7057045" y="22399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9" name="pt37549"/>
            <p:cNvSpPr/>
            <p:nvPr/>
          </p:nvSpPr>
          <p:spPr>
            <a:xfrm>
              <a:off x="7247931" y="20710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0" name="pt37550"/>
            <p:cNvSpPr/>
            <p:nvPr/>
          </p:nvSpPr>
          <p:spPr>
            <a:xfrm>
              <a:off x="7109431" y="22039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1" name="pt37551"/>
            <p:cNvSpPr/>
            <p:nvPr/>
          </p:nvSpPr>
          <p:spPr>
            <a:xfrm>
              <a:off x="7036407" y="22830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2" name="pt37552"/>
            <p:cNvSpPr/>
            <p:nvPr/>
          </p:nvSpPr>
          <p:spPr>
            <a:xfrm>
              <a:off x="7165322" y="21891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3" name="pt37553"/>
            <p:cNvSpPr/>
            <p:nvPr/>
          </p:nvSpPr>
          <p:spPr>
            <a:xfrm>
              <a:off x="6972500" y="20486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4" name="pt37554"/>
            <p:cNvSpPr/>
            <p:nvPr/>
          </p:nvSpPr>
          <p:spPr>
            <a:xfrm>
              <a:off x="7227965" y="21454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5" name="pt37555"/>
            <p:cNvSpPr/>
            <p:nvPr/>
          </p:nvSpPr>
          <p:spPr>
            <a:xfrm>
              <a:off x="7190290" y="21766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6" name="pt37556"/>
            <p:cNvSpPr/>
            <p:nvPr/>
          </p:nvSpPr>
          <p:spPr>
            <a:xfrm>
              <a:off x="6992056" y="19614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7" name="pt37557"/>
            <p:cNvSpPr/>
            <p:nvPr/>
          </p:nvSpPr>
          <p:spPr>
            <a:xfrm>
              <a:off x="6953910" y="19500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8" name="pt37558"/>
            <p:cNvSpPr/>
            <p:nvPr/>
          </p:nvSpPr>
          <p:spPr>
            <a:xfrm>
              <a:off x="7098283" y="22359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9" name="pt37559"/>
            <p:cNvSpPr/>
            <p:nvPr/>
          </p:nvSpPr>
          <p:spPr>
            <a:xfrm>
              <a:off x="7282687" y="19844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0" name="pt37560"/>
            <p:cNvSpPr/>
            <p:nvPr/>
          </p:nvSpPr>
          <p:spPr>
            <a:xfrm>
              <a:off x="6914601" y="22084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1" name="pt37561"/>
            <p:cNvSpPr/>
            <p:nvPr/>
          </p:nvSpPr>
          <p:spPr>
            <a:xfrm>
              <a:off x="7204261" y="20602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2" name="pt37562"/>
            <p:cNvSpPr/>
            <p:nvPr/>
          </p:nvSpPr>
          <p:spPr>
            <a:xfrm>
              <a:off x="7306649" y="19688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3" name="pt37563"/>
            <p:cNvSpPr/>
            <p:nvPr/>
          </p:nvSpPr>
          <p:spPr>
            <a:xfrm>
              <a:off x="7096596" y="21833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4" name="pt37564"/>
            <p:cNvSpPr/>
            <p:nvPr/>
          </p:nvSpPr>
          <p:spPr>
            <a:xfrm>
              <a:off x="7135125" y="22846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5" name="pt37565"/>
            <p:cNvSpPr/>
            <p:nvPr/>
          </p:nvSpPr>
          <p:spPr>
            <a:xfrm>
              <a:off x="7130750" y="22191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6" name="pt37566"/>
            <p:cNvSpPr/>
            <p:nvPr/>
          </p:nvSpPr>
          <p:spPr>
            <a:xfrm>
              <a:off x="7157010" y="20313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7" name="pt37567"/>
            <p:cNvSpPr/>
            <p:nvPr/>
          </p:nvSpPr>
          <p:spPr>
            <a:xfrm>
              <a:off x="6926098" y="21239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8" name="pt37568"/>
            <p:cNvSpPr/>
            <p:nvPr/>
          </p:nvSpPr>
          <p:spPr>
            <a:xfrm>
              <a:off x="6983951" y="21219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9" name="pt37569"/>
            <p:cNvSpPr/>
            <p:nvPr/>
          </p:nvSpPr>
          <p:spPr>
            <a:xfrm>
              <a:off x="7163564" y="20953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0" name="pt37570"/>
            <p:cNvSpPr/>
            <p:nvPr/>
          </p:nvSpPr>
          <p:spPr>
            <a:xfrm>
              <a:off x="7181112" y="20266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1" name="pt37571"/>
            <p:cNvSpPr/>
            <p:nvPr/>
          </p:nvSpPr>
          <p:spPr>
            <a:xfrm>
              <a:off x="6799079" y="24267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2" name="pt37572"/>
            <p:cNvSpPr/>
            <p:nvPr/>
          </p:nvSpPr>
          <p:spPr>
            <a:xfrm>
              <a:off x="7071741" y="21835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3" name="pt37573"/>
            <p:cNvSpPr/>
            <p:nvPr/>
          </p:nvSpPr>
          <p:spPr>
            <a:xfrm>
              <a:off x="7189200" y="20856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4" name="pt37574"/>
            <p:cNvSpPr/>
            <p:nvPr/>
          </p:nvSpPr>
          <p:spPr>
            <a:xfrm>
              <a:off x="7277053" y="21448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5" name="pt37575"/>
            <p:cNvSpPr/>
            <p:nvPr/>
          </p:nvSpPr>
          <p:spPr>
            <a:xfrm>
              <a:off x="6839169" y="23385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6" name="pt37576"/>
            <p:cNvSpPr/>
            <p:nvPr/>
          </p:nvSpPr>
          <p:spPr>
            <a:xfrm>
              <a:off x="7537171" y="22841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7" name="pt37577"/>
            <p:cNvSpPr/>
            <p:nvPr/>
          </p:nvSpPr>
          <p:spPr>
            <a:xfrm>
              <a:off x="7352347" y="24487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8" name="pt37578"/>
            <p:cNvSpPr/>
            <p:nvPr/>
          </p:nvSpPr>
          <p:spPr>
            <a:xfrm>
              <a:off x="7094873" y="21858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9" name="pt37579"/>
            <p:cNvSpPr/>
            <p:nvPr/>
          </p:nvSpPr>
          <p:spPr>
            <a:xfrm>
              <a:off x="6919197" y="22490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0" name="pt37580"/>
            <p:cNvSpPr/>
            <p:nvPr/>
          </p:nvSpPr>
          <p:spPr>
            <a:xfrm>
              <a:off x="7100992" y="21123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1" name="pt37581"/>
            <p:cNvSpPr/>
            <p:nvPr/>
          </p:nvSpPr>
          <p:spPr>
            <a:xfrm>
              <a:off x="7449774" y="29437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2" name="pt37582"/>
            <p:cNvSpPr/>
            <p:nvPr/>
          </p:nvSpPr>
          <p:spPr>
            <a:xfrm>
              <a:off x="7072954" y="22408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3" name="pt37583"/>
            <p:cNvSpPr/>
            <p:nvPr/>
          </p:nvSpPr>
          <p:spPr>
            <a:xfrm>
              <a:off x="6866368" y="19660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4" name="pt37584"/>
            <p:cNvSpPr/>
            <p:nvPr/>
          </p:nvSpPr>
          <p:spPr>
            <a:xfrm>
              <a:off x="7323586" y="22111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5" name="pt37585"/>
            <p:cNvSpPr/>
            <p:nvPr/>
          </p:nvSpPr>
          <p:spPr>
            <a:xfrm>
              <a:off x="7236527" y="21006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6" name="pt37586"/>
            <p:cNvSpPr/>
            <p:nvPr/>
          </p:nvSpPr>
          <p:spPr>
            <a:xfrm>
              <a:off x="7131745" y="23062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7" name="pt37587"/>
            <p:cNvSpPr/>
            <p:nvPr/>
          </p:nvSpPr>
          <p:spPr>
            <a:xfrm>
              <a:off x="7257660" y="20460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8" name="pt37588"/>
            <p:cNvSpPr/>
            <p:nvPr/>
          </p:nvSpPr>
          <p:spPr>
            <a:xfrm>
              <a:off x="7186608" y="21139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9" name="pt37589"/>
            <p:cNvSpPr/>
            <p:nvPr/>
          </p:nvSpPr>
          <p:spPr>
            <a:xfrm>
              <a:off x="7151383" y="2005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0" name="pt37590"/>
            <p:cNvSpPr/>
            <p:nvPr/>
          </p:nvSpPr>
          <p:spPr>
            <a:xfrm>
              <a:off x="7285349" y="20653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1" name="pt37591"/>
            <p:cNvSpPr/>
            <p:nvPr/>
          </p:nvSpPr>
          <p:spPr>
            <a:xfrm>
              <a:off x="7374456" y="20855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2" name="pt37592"/>
            <p:cNvSpPr/>
            <p:nvPr/>
          </p:nvSpPr>
          <p:spPr>
            <a:xfrm>
              <a:off x="6805812" y="22558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3" name="pt37593"/>
            <p:cNvSpPr/>
            <p:nvPr/>
          </p:nvSpPr>
          <p:spPr>
            <a:xfrm>
              <a:off x="7247368" y="21476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4" name="pt37594"/>
            <p:cNvSpPr/>
            <p:nvPr/>
          </p:nvSpPr>
          <p:spPr>
            <a:xfrm>
              <a:off x="7237557" y="20600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5" name="pt37595"/>
            <p:cNvSpPr/>
            <p:nvPr/>
          </p:nvSpPr>
          <p:spPr>
            <a:xfrm>
              <a:off x="7180922" y="20543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6" name="pt37596"/>
            <p:cNvSpPr/>
            <p:nvPr/>
          </p:nvSpPr>
          <p:spPr>
            <a:xfrm>
              <a:off x="7181156" y="21171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7" name="pt37597"/>
            <p:cNvSpPr/>
            <p:nvPr/>
          </p:nvSpPr>
          <p:spPr>
            <a:xfrm>
              <a:off x="7485921" y="20931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8" name="pt37598"/>
            <p:cNvSpPr/>
            <p:nvPr/>
          </p:nvSpPr>
          <p:spPr>
            <a:xfrm>
              <a:off x="7130762" y="22080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9" name="pt37599"/>
            <p:cNvSpPr/>
            <p:nvPr/>
          </p:nvSpPr>
          <p:spPr>
            <a:xfrm>
              <a:off x="7155267" y="2002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0" name="pt37600"/>
            <p:cNvSpPr/>
            <p:nvPr/>
          </p:nvSpPr>
          <p:spPr>
            <a:xfrm>
              <a:off x="7071189" y="22027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1" name="pt37601"/>
            <p:cNvSpPr/>
            <p:nvPr/>
          </p:nvSpPr>
          <p:spPr>
            <a:xfrm>
              <a:off x="7216026" y="21589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2" name="pt37602"/>
            <p:cNvSpPr/>
            <p:nvPr/>
          </p:nvSpPr>
          <p:spPr>
            <a:xfrm>
              <a:off x="7305825" y="20686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3" name="pt37603"/>
            <p:cNvSpPr/>
            <p:nvPr/>
          </p:nvSpPr>
          <p:spPr>
            <a:xfrm>
              <a:off x="7166816" y="21482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4" name="pt37604"/>
            <p:cNvSpPr/>
            <p:nvPr/>
          </p:nvSpPr>
          <p:spPr>
            <a:xfrm>
              <a:off x="7063915" y="21633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5" name="pt37605"/>
            <p:cNvSpPr/>
            <p:nvPr/>
          </p:nvSpPr>
          <p:spPr>
            <a:xfrm>
              <a:off x="7019394" y="20632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6" name="pt37606"/>
            <p:cNvSpPr/>
            <p:nvPr/>
          </p:nvSpPr>
          <p:spPr>
            <a:xfrm>
              <a:off x="7076777" y="21100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7" name="pt37607"/>
            <p:cNvSpPr/>
            <p:nvPr/>
          </p:nvSpPr>
          <p:spPr>
            <a:xfrm>
              <a:off x="7150660" y="19483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8" name="pt37608"/>
            <p:cNvSpPr/>
            <p:nvPr/>
          </p:nvSpPr>
          <p:spPr>
            <a:xfrm>
              <a:off x="7189694" y="22119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9" name="pt37609"/>
            <p:cNvSpPr/>
            <p:nvPr/>
          </p:nvSpPr>
          <p:spPr>
            <a:xfrm>
              <a:off x="7134889" y="23011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0" name="pt37610"/>
            <p:cNvSpPr/>
            <p:nvPr/>
          </p:nvSpPr>
          <p:spPr>
            <a:xfrm>
              <a:off x="6801602" y="22064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1" name="pt37611"/>
            <p:cNvSpPr/>
            <p:nvPr/>
          </p:nvSpPr>
          <p:spPr>
            <a:xfrm>
              <a:off x="7197408" y="22467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2" name="pt37612"/>
            <p:cNvSpPr/>
            <p:nvPr/>
          </p:nvSpPr>
          <p:spPr>
            <a:xfrm>
              <a:off x="6857251" y="22626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3" name="pt37613"/>
            <p:cNvSpPr/>
            <p:nvPr/>
          </p:nvSpPr>
          <p:spPr>
            <a:xfrm>
              <a:off x="7149463" y="19815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4" name="pt37614"/>
            <p:cNvSpPr/>
            <p:nvPr/>
          </p:nvSpPr>
          <p:spPr>
            <a:xfrm>
              <a:off x="6952892" y="19960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5" name="pt37615"/>
            <p:cNvSpPr/>
            <p:nvPr/>
          </p:nvSpPr>
          <p:spPr>
            <a:xfrm>
              <a:off x="7188401" y="21315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6" name="pt37616"/>
            <p:cNvSpPr/>
            <p:nvPr/>
          </p:nvSpPr>
          <p:spPr>
            <a:xfrm>
              <a:off x="7156814" y="20141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7" name="pt37617"/>
            <p:cNvSpPr/>
            <p:nvPr/>
          </p:nvSpPr>
          <p:spPr>
            <a:xfrm>
              <a:off x="6898482" y="21542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8" name="pt37618"/>
            <p:cNvSpPr/>
            <p:nvPr/>
          </p:nvSpPr>
          <p:spPr>
            <a:xfrm>
              <a:off x="7083478" y="21715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9" name="pt37619"/>
            <p:cNvSpPr/>
            <p:nvPr/>
          </p:nvSpPr>
          <p:spPr>
            <a:xfrm>
              <a:off x="7180491" y="21126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0" name="pt37620"/>
            <p:cNvSpPr/>
            <p:nvPr/>
          </p:nvSpPr>
          <p:spPr>
            <a:xfrm>
              <a:off x="7136303" y="24078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1" name="pt37621"/>
            <p:cNvSpPr/>
            <p:nvPr/>
          </p:nvSpPr>
          <p:spPr>
            <a:xfrm>
              <a:off x="7192250" y="23929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2" name="pt37622"/>
            <p:cNvSpPr/>
            <p:nvPr/>
          </p:nvSpPr>
          <p:spPr>
            <a:xfrm>
              <a:off x="7348692" y="25651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3" name="pt37623"/>
            <p:cNvSpPr/>
            <p:nvPr/>
          </p:nvSpPr>
          <p:spPr>
            <a:xfrm>
              <a:off x="7422253" y="27345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4" name="pt37624"/>
            <p:cNvSpPr/>
            <p:nvPr/>
          </p:nvSpPr>
          <p:spPr>
            <a:xfrm>
              <a:off x="6830978" y="21652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5" name="pt37625"/>
            <p:cNvSpPr/>
            <p:nvPr/>
          </p:nvSpPr>
          <p:spPr>
            <a:xfrm>
              <a:off x="7174964" y="19721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6" name="pt37626"/>
            <p:cNvSpPr/>
            <p:nvPr/>
          </p:nvSpPr>
          <p:spPr>
            <a:xfrm>
              <a:off x="7003197" y="18956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7" name="pt37627"/>
            <p:cNvSpPr/>
            <p:nvPr/>
          </p:nvSpPr>
          <p:spPr>
            <a:xfrm>
              <a:off x="7300575" y="21387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8" name="pt37628"/>
            <p:cNvSpPr/>
            <p:nvPr/>
          </p:nvSpPr>
          <p:spPr>
            <a:xfrm>
              <a:off x="7224876" y="22639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9" name="pt37629"/>
            <p:cNvSpPr/>
            <p:nvPr/>
          </p:nvSpPr>
          <p:spPr>
            <a:xfrm>
              <a:off x="7216583" y="20604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0" name="pt37630"/>
            <p:cNvSpPr/>
            <p:nvPr/>
          </p:nvSpPr>
          <p:spPr>
            <a:xfrm>
              <a:off x="7028687" y="23557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1" name="pt37631"/>
            <p:cNvSpPr/>
            <p:nvPr/>
          </p:nvSpPr>
          <p:spPr>
            <a:xfrm>
              <a:off x="7137947" y="22707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2" name="pt37632"/>
            <p:cNvSpPr/>
            <p:nvPr/>
          </p:nvSpPr>
          <p:spPr>
            <a:xfrm>
              <a:off x="7058200" y="23140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3" name="pt37633"/>
            <p:cNvSpPr/>
            <p:nvPr/>
          </p:nvSpPr>
          <p:spPr>
            <a:xfrm>
              <a:off x="6955440" y="20186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4" name="pt37634"/>
            <p:cNvSpPr/>
            <p:nvPr/>
          </p:nvSpPr>
          <p:spPr>
            <a:xfrm>
              <a:off x="7208296" y="21325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5" name="pt37635"/>
            <p:cNvSpPr/>
            <p:nvPr/>
          </p:nvSpPr>
          <p:spPr>
            <a:xfrm>
              <a:off x="7256767" y="21703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6" name="pt37636"/>
            <p:cNvSpPr/>
            <p:nvPr/>
          </p:nvSpPr>
          <p:spPr>
            <a:xfrm>
              <a:off x="7245396" y="22007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7" name="pt37637"/>
            <p:cNvSpPr/>
            <p:nvPr/>
          </p:nvSpPr>
          <p:spPr>
            <a:xfrm>
              <a:off x="7186393" y="22469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8" name="pt37638"/>
            <p:cNvSpPr/>
            <p:nvPr/>
          </p:nvSpPr>
          <p:spPr>
            <a:xfrm>
              <a:off x="7354304" y="22900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9" name="pt37639"/>
            <p:cNvSpPr/>
            <p:nvPr/>
          </p:nvSpPr>
          <p:spPr>
            <a:xfrm>
              <a:off x="6976728" y="20560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0" name="pt37640"/>
            <p:cNvSpPr/>
            <p:nvPr/>
          </p:nvSpPr>
          <p:spPr>
            <a:xfrm>
              <a:off x="7040555" y="22395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1" name="pt37641"/>
            <p:cNvSpPr/>
            <p:nvPr/>
          </p:nvSpPr>
          <p:spPr>
            <a:xfrm>
              <a:off x="6993588" y="19864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2" name="pt37642"/>
            <p:cNvSpPr/>
            <p:nvPr/>
          </p:nvSpPr>
          <p:spPr>
            <a:xfrm>
              <a:off x="7079359" y="22443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3" name="pt37643"/>
            <p:cNvSpPr/>
            <p:nvPr/>
          </p:nvSpPr>
          <p:spPr>
            <a:xfrm>
              <a:off x="6946556" y="20721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4" name="pt37644"/>
            <p:cNvSpPr/>
            <p:nvPr/>
          </p:nvSpPr>
          <p:spPr>
            <a:xfrm>
              <a:off x="6957224" y="20708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5" name="pt37645"/>
            <p:cNvSpPr/>
            <p:nvPr/>
          </p:nvSpPr>
          <p:spPr>
            <a:xfrm>
              <a:off x="7183019" y="19086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6" name="pt37646"/>
            <p:cNvSpPr/>
            <p:nvPr/>
          </p:nvSpPr>
          <p:spPr>
            <a:xfrm>
              <a:off x="7123746" y="20506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7" name="pt37647"/>
            <p:cNvSpPr/>
            <p:nvPr/>
          </p:nvSpPr>
          <p:spPr>
            <a:xfrm>
              <a:off x="7357055" y="21170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8" name="pt37648"/>
            <p:cNvSpPr/>
            <p:nvPr/>
          </p:nvSpPr>
          <p:spPr>
            <a:xfrm>
              <a:off x="7279503" y="1942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9" name="pt37649"/>
            <p:cNvSpPr/>
            <p:nvPr/>
          </p:nvSpPr>
          <p:spPr>
            <a:xfrm>
              <a:off x="7120719" y="2138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0" name="pt37650"/>
            <p:cNvSpPr/>
            <p:nvPr/>
          </p:nvSpPr>
          <p:spPr>
            <a:xfrm>
              <a:off x="6897280" y="22830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1" name="pt37651"/>
            <p:cNvSpPr/>
            <p:nvPr/>
          </p:nvSpPr>
          <p:spPr>
            <a:xfrm>
              <a:off x="7144715" y="20089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2" name="pt37652"/>
            <p:cNvSpPr/>
            <p:nvPr/>
          </p:nvSpPr>
          <p:spPr>
            <a:xfrm>
              <a:off x="7228537" y="23530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3" name="pt37653"/>
            <p:cNvSpPr/>
            <p:nvPr/>
          </p:nvSpPr>
          <p:spPr>
            <a:xfrm>
              <a:off x="7118401" y="21842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4" name="pt37654"/>
            <p:cNvSpPr/>
            <p:nvPr/>
          </p:nvSpPr>
          <p:spPr>
            <a:xfrm>
              <a:off x="7138432" y="22485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5" name="pt37655"/>
            <p:cNvSpPr/>
            <p:nvPr/>
          </p:nvSpPr>
          <p:spPr>
            <a:xfrm>
              <a:off x="7460265" y="27452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6" name="pt37656"/>
            <p:cNvSpPr/>
            <p:nvPr/>
          </p:nvSpPr>
          <p:spPr>
            <a:xfrm>
              <a:off x="7150017" y="20349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7" name="pt37657"/>
            <p:cNvSpPr/>
            <p:nvPr/>
          </p:nvSpPr>
          <p:spPr>
            <a:xfrm>
              <a:off x="7182924" y="1952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8" name="pt37658"/>
            <p:cNvSpPr/>
            <p:nvPr/>
          </p:nvSpPr>
          <p:spPr>
            <a:xfrm>
              <a:off x="7379634" y="23794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9" name="pt37659"/>
            <p:cNvSpPr/>
            <p:nvPr/>
          </p:nvSpPr>
          <p:spPr>
            <a:xfrm>
              <a:off x="7082589" y="21983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0" name="pt37660"/>
            <p:cNvSpPr/>
            <p:nvPr/>
          </p:nvSpPr>
          <p:spPr>
            <a:xfrm>
              <a:off x="7045220" y="21974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1" name="pt37661"/>
            <p:cNvSpPr/>
            <p:nvPr/>
          </p:nvSpPr>
          <p:spPr>
            <a:xfrm>
              <a:off x="6996761" y="19836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2" name="pt37662"/>
            <p:cNvSpPr/>
            <p:nvPr/>
          </p:nvSpPr>
          <p:spPr>
            <a:xfrm>
              <a:off x="7138709" y="22581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3" name="pt37663"/>
            <p:cNvSpPr/>
            <p:nvPr/>
          </p:nvSpPr>
          <p:spPr>
            <a:xfrm>
              <a:off x="6847644" y="21222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4" name="pt37664"/>
            <p:cNvSpPr/>
            <p:nvPr/>
          </p:nvSpPr>
          <p:spPr>
            <a:xfrm>
              <a:off x="7183402" y="2028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5" name="pt37665"/>
            <p:cNvSpPr/>
            <p:nvPr/>
          </p:nvSpPr>
          <p:spPr>
            <a:xfrm>
              <a:off x="7174947" y="19969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6" name="pt37666"/>
            <p:cNvSpPr/>
            <p:nvPr/>
          </p:nvSpPr>
          <p:spPr>
            <a:xfrm>
              <a:off x="7121562" y="20895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7" name="pt37667"/>
            <p:cNvSpPr/>
            <p:nvPr/>
          </p:nvSpPr>
          <p:spPr>
            <a:xfrm>
              <a:off x="7318814" y="22305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8" name="pt37668"/>
            <p:cNvSpPr/>
            <p:nvPr/>
          </p:nvSpPr>
          <p:spPr>
            <a:xfrm>
              <a:off x="7229139" y="21428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9" name="pt37669"/>
            <p:cNvSpPr/>
            <p:nvPr/>
          </p:nvSpPr>
          <p:spPr>
            <a:xfrm>
              <a:off x="7113149" y="20891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0" name="pt37670"/>
            <p:cNvSpPr/>
            <p:nvPr/>
          </p:nvSpPr>
          <p:spPr>
            <a:xfrm>
              <a:off x="7186695" y="20841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1" name="pt37671"/>
            <p:cNvSpPr/>
            <p:nvPr/>
          </p:nvSpPr>
          <p:spPr>
            <a:xfrm>
              <a:off x="7132882" y="23127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2" name="pt37672"/>
            <p:cNvSpPr/>
            <p:nvPr/>
          </p:nvSpPr>
          <p:spPr>
            <a:xfrm>
              <a:off x="7313922" y="18493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3" name="pt37673"/>
            <p:cNvSpPr/>
            <p:nvPr/>
          </p:nvSpPr>
          <p:spPr>
            <a:xfrm>
              <a:off x="7315738" y="1963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4" name="pt37674"/>
            <p:cNvSpPr/>
            <p:nvPr/>
          </p:nvSpPr>
          <p:spPr>
            <a:xfrm>
              <a:off x="6963813" y="20231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5" name="pt37675"/>
            <p:cNvSpPr/>
            <p:nvPr/>
          </p:nvSpPr>
          <p:spPr>
            <a:xfrm>
              <a:off x="7057865" y="22258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6" name="pt37676"/>
            <p:cNvSpPr/>
            <p:nvPr/>
          </p:nvSpPr>
          <p:spPr>
            <a:xfrm>
              <a:off x="7140018" y="21978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7" name="pt37677"/>
            <p:cNvSpPr/>
            <p:nvPr/>
          </p:nvSpPr>
          <p:spPr>
            <a:xfrm>
              <a:off x="6957171" y="1982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8" name="pt37678"/>
            <p:cNvSpPr/>
            <p:nvPr/>
          </p:nvSpPr>
          <p:spPr>
            <a:xfrm>
              <a:off x="7294839" y="19742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9" name="pt37679"/>
            <p:cNvSpPr/>
            <p:nvPr/>
          </p:nvSpPr>
          <p:spPr>
            <a:xfrm>
              <a:off x="7169917" y="21735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0" name="pt37680"/>
            <p:cNvSpPr/>
            <p:nvPr/>
          </p:nvSpPr>
          <p:spPr>
            <a:xfrm>
              <a:off x="7130160" y="22226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1" name="pt37681"/>
            <p:cNvSpPr/>
            <p:nvPr/>
          </p:nvSpPr>
          <p:spPr>
            <a:xfrm>
              <a:off x="7318922" y="21179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2" name="pt37682"/>
            <p:cNvSpPr/>
            <p:nvPr/>
          </p:nvSpPr>
          <p:spPr>
            <a:xfrm>
              <a:off x="7155936" y="20417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3" name="pt37683"/>
            <p:cNvSpPr/>
            <p:nvPr/>
          </p:nvSpPr>
          <p:spPr>
            <a:xfrm>
              <a:off x="7321431" y="22186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4" name="pt37684"/>
            <p:cNvSpPr/>
            <p:nvPr/>
          </p:nvSpPr>
          <p:spPr>
            <a:xfrm>
              <a:off x="6897505" y="23718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5" name="pt37685"/>
            <p:cNvSpPr/>
            <p:nvPr/>
          </p:nvSpPr>
          <p:spPr>
            <a:xfrm>
              <a:off x="7293394" y="19760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6" name="pt37686"/>
            <p:cNvSpPr/>
            <p:nvPr/>
          </p:nvSpPr>
          <p:spPr>
            <a:xfrm>
              <a:off x="7065058" y="21209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7" name="pt37687"/>
            <p:cNvSpPr/>
            <p:nvPr/>
          </p:nvSpPr>
          <p:spPr>
            <a:xfrm>
              <a:off x="6905231" y="20516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8" name="pt37688"/>
            <p:cNvSpPr/>
            <p:nvPr/>
          </p:nvSpPr>
          <p:spPr>
            <a:xfrm>
              <a:off x="7276585" y="19919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9" name="pt37689"/>
            <p:cNvSpPr/>
            <p:nvPr/>
          </p:nvSpPr>
          <p:spPr>
            <a:xfrm>
              <a:off x="7389670" y="25541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0" name="pt37690"/>
            <p:cNvSpPr/>
            <p:nvPr/>
          </p:nvSpPr>
          <p:spPr>
            <a:xfrm>
              <a:off x="7041619" y="21075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1" name="pt37691"/>
            <p:cNvSpPr/>
            <p:nvPr/>
          </p:nvSpPr>
          <p:spPr>
            <a:xfrm>
              <a:off x="7023316" y="23146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2" name="pt37692"/>
            <p:cNvSpPr/>
            <p:nvPr/>
          </p:nvSpPr>
          <p:spPr>
            <a:xfrm>
              <a:off x="7164793" y="22301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3" name="pt37693"/>
            <p:cNvSpPr/>
            <p:nvPr/>
          </p:nvSpPr>
          <p:spPr>
            <a:xfrm>
              <a:off x="7078596" y="19531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4" name="pt37694"/>
            <p:cNvSpPr/>
            <p:nvPr/>
          </p:nvSpPr>
          <p:spPr>
            <a:xfrm>
              <a:off x="7215555" y="21295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5" name="pt37695"/>
            <p:cNvSpPr/>
            <p:nvPr/>
          </p:nvSpPr>
          <p:spPr>
            <a:xfrm>
              <a:off x="7272950" y="19646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6" name="pt37696"/>
            <p:cNvSpPr/>
            <p:nvPr/>
          </p:nvSpPr>
          <p:spPr>
            <a:xfrm>
              <a:off x="7310019" y="21193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7" name="pt37697"/>
            <p:cNvSpPr/>
            <p:nvPr/>
          </p:nvSpPr>
          <p:spPr>
            <a:xfrm>
              <a:off x="6966228" y="19562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8" name="pt37698"/>
            <p:cNvSpPr/>
            <p:nvPr/>
          </p:nvSpPr>
          <p:spPr>
            <a:xfrm>
              <a:off x="6935703" y="21929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9" name="pt37699"/>
            <p:cNvSpPr/>
            <p:nvPr/>
          </p:nvSpPr>
          <p:spPr>
            <a:xfrm>
              <a:off x="7166762" y="22237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0" name="pt37700"/>
            <p:cNvSpPr/>
            <p:nvPr/>
          </p:nvSpPr>
          <p:spPr>
            <a:xfrm>
              <a:off x="7250848" y="19830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1" name="pt37701"/>
            <p:cNvSpPr/>
            <p:nvPr/>
          </p:nvSpPr>
          <p:spPr>
            <a:xfrm>
              <a:off x="7198548" y="21388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2" name="pt37702"/>
            <p:cNvSpPr/>
            <p:nvPr/>
          </p:nvSpPr>
          <p:spPr>
            <a:xfrm>
              <a:off x="6830660" y="20156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3" name="pt37703"/>
            <p:cNvSpPr/>
            <p:nvPr/>
          </p:nvSpPr>
          <p:spPr>
            <a:xfrm>
              <a:off x="7286673" y="23112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4" name="pt37704"/>
            <p:cNvSpPr/>
            <p:nvPr/>
          </p:nvSpPr>
          <p:spPr>
            <a:xfrm>
              <a:off x="6896594" y="20860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5" name="pt37705"/>
            <p:cNvSpPr/>
            <p:nvPr/>
          </p:nvSpPr>
          <p:spPr>
            <a:xfrm>
              <a:off x="7067362" y="18746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6" name="pt37706"/>
            <p:cNvSpPr/>
            <p:nvPr/>
          </p:nvSpPr>
          <p:spPr>
            <a:xfrm>
              <a:off x="6718712" y="21159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7" name="pt37707"/>
            <p:cNvSpPr/>
            <p:nvPr/>
          </p:nvSpPr>
          <p:spPr>
            <a:xfrm>
              <a:off x="6863636" y="22924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8" name="pt37708"/>
            <p:cNvSpPr/>
            <p:nvPr/>
          </p:nvSpPr>
          <p:spPr>
            <a:xfrm>
              <a:off x="7098516" y="21297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9" name="pt37709"/>
            <p:cNvSpPr/>
            <p:nvPr/>
          </p:nvSpPr>
          <p:spPr>
            <a:xfrm>
              <a:off x="6858109" y="21566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0" name="pt37710"/>
            <p:cNvSpPr/>
            <p:nvPr/>
          </p:nvSpPr>
          <p:spPr>
            <a:xfrm>
              <a:off x="7130646" y="22407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1" name="pt37711"/>
            <p:cNvSpPr/>
            <p:nvPr/>
          </p:nvSpPr>
          <p:spPr>
            <a:xfrm>
              <a:off x="7006965" y="19729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2" name="pt37712"/>
            <p:cNvSpPr/>
            <p:nvPr/>
          </p:nvSpPr>
          <p:spPr>
            <a:xfrm>
              <a:off x="6913169" y="20905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3" name="pt37713"/>
            <p:cNvSpPr/>
            <p:nvPr/>
          </p:nvSpPr>
          <p:spPr>
            <a:xfrm>
              <a:off x="6712433" y="19239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4" name="pt37714"/>
            <p:cNvSpPr/>
            <p:nvPr/>
          </p:nvSpPr>
          <p:spPr>
            <a:xfrm>
              <a:off x="7236626" y="20632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5" name="pt37715"/>
            <p:cNvSpPr/>
            <p:nvPr/>
          </p:nvSpPr>
          <p:spPr>
            <a:xfrm>
              <a:off x="7359947" y="23389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6" name="pt37716"/>
            <p:cNvSpPr/>
            <p:nvPr/>
          </p:nvSpPr>
          <p:spPr>
            <a:xfrm>
              <a:off x="7102983" y="21435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7" name="pt37717"/>
            <p:cNvSpPr/>
            <p:nvPr/>
          </p:nvSpPr>
          <p:spPr>
            <a:xfrm>
              <a:off x="7232440" y="21474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8" name="pt37718"/>
            <p:cNvSpPr/>
            <p:nvPr/>
          </p:nvSpPr>
          <p:spPr>
            <a:xfrm>
              <a:off x="7172584" y="21034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9" name="pt37719"/>
            <p:cNvSpPr/>
            <p:nvPr/>
          </p:nvSpPr>
          <p:spPr>
            <a:xfrm>
              <a:off x="7103500" y="22049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0" name="pt37720"/>
            <p:cNvSpPr/>
            <p:nvPr/>
          </p:nvSpPr>
          <p:spPr>
            <a:xfrm>
              <a:off x="7063783" y="21317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1" name="pt37721"/>
            <p:cNvSpPr/>
            <p:nvPr/>
          </p:nvSpPr>
          <p:spPr>
            <a:xfrm>
              <a:off x="7081158" y="22342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2" name="pt37722"/>
            <p:cNvSpPr/>
            <p:nvPr/>
          </p:nvSpPr>
          <p:spPr>
            <a:xfrm>
              <a:off x="7093678" y="21862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3" name="pt37723"/>
            <p:cNvSpPr/>
            <p:nvPr/>
          </p:nvSpPr>
          <p:spPr>
            <a:xfrm>
              <a:off x="7245012" y="19896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4" name="pt37724"/>
            <p:cNvSpPr/>
            <p:nvPr/>
          </p:nvSpPr>
          <p:spPr>
            <a:xfrm>
              <a:off x="7006700" y="20306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5" name="pt37725"/>
            <p:cNvSpPr/>
            <p:nvPr/>
          </p:nvSpPr>
          <p:spPr>
            <a:xfrm>
              <a:off x="7354699" y="23359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6" name="pt37726"/>
            <p:cNvSpPr/>
            <p:nvPr/>
          </p:nvSpPr>
          <p:spPr>
            <a:xfrm>
              <a:off x="7323040" y="21496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7" name="pt37727"/>
            <p:cNvSpPr/>
            <p:nvPr/>
          </p:nvSpPr>
          <p:spPr>
            <a:xfrm>
              <a:off x="6988819" y="20470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8" name="pt37728"/>
            <p:cNvSpPr/>
            <p:nvPr/>
          </p:nvSpPr>
          <p:spPr>
            <a:xfrm>
              <a:off x="7163155" y="21108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9" name="pt37729"/>
            <p:cNvSpPr/>
            <p:nvPr/>
          </p:nvSpPr>
          <p:spPr>
            <a:xfrm>
              <a:off x="7079821" y="22135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0" name="pt37730"/>
            <p:cNvSpPr/>
            <p:nvPr/>
          </p:nvSpPr>
          <p:spPr>
            <a:xfrm>
              <a:off x="6891509" y="19529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1" name="pt37731"/>
            <p:cNvSpPr/>
            <p:nvPr/>
          </p:nvSpPr>
          <p:spPr>
            <a:xfrm>
              <a:off x="7221400" y="19322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2" name="pt37732"/>
            <p:cNvSpPr/>
            <p:nvPr/>
          </p:nvSpPr>
          <p:spPr>
            <a:xfrm>
              <a:off x="7223220" y="1839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3" name="pt37733"/>
            <p:cNvSpPr/>
            <p:nvPr/>
          </p:nvSpPr>
          <p:spPr>
            <a:xfrm>
              <a:off x="7052055" y="20980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4" name="pt37734"/>
            <p:cNvSpPr/>
            <p:nvPr/>
          </p:nvSpPr>
          <p:spPr>
            <a:xfrm>
              <a:off x="7254285" y="20834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5" name="pt37735"/>
            <p:cNvSpPr/>
            <p:nvPr/>
          </p:nvSpPr>
          <p:spPr>
            <a:xfrm>
              <a:off x="7158446" y="20544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6" name="pt37736"/>
            <p:cNvSpPr/>
            <p:nvPr/>
          </p:nvSpPr>
          <p:spPr>
            <a:xfrm>
              <a:off x="7076526" y="22076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7" name="pt37737"/>
            <p:cNvSpPr/>
            <p:nvPr/>
          </p:nvSpPr>
          <p:spPr>
            <a:xfrm>
              <a:off x="7445988" y="22510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8" name="pt37738"/>
            <p:cNvSpPr/>
            <p:nvPr/>
          </p:nvSpPr>
          <p:spPr>
            <a:xfrm>
              <a:off x="6801210" y="23399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9" name="pt37739"/>
            <p:cNvSpPr/>
            <p:nvPr/>
          </p:nvSpPr>
          <p:spPr>
            <a:xfrm>
              <a:off x="7111888" y="21769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0" name="pt37740"/>
            <p:cNvSpPr/>
            <p:nvPr/>
          </p:nvSpPr>
          <p:spPr>
            <a:xfrm>
              <a:off x="7150302" y="20203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1" name="pt37741"/>
            <p:cNvSpPr/>
            <p:nvPr/>
          </p:nvSpPr>
          <p:spPr>
            <a:xfrm>
              <a:off x="6816121" y="19580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2" name="pt37742"/>
            <p:cNvSpPr/>
            <p:nvPr/>
          </p:nvSpPr>
          <p:spPr>
            <a:xfrm>
              <a:off x="7243537" y="20495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3" name="pt37743"/>
            <p:cNvSpPr/>
            <p:nvPr/>
          </p:nvSpPr>
          <p:spPr>
            <a:xfrm>
              <a:off x="7303197" y="17440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4" name="pt37744"/>
            <p:cNvSpPr/>
            <p:nvPr/>
          </p:nvSpPr>
          <p:spPr>
            <a:xfrm>
              <a:off x="7157948" y="20710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5" name="pt37745"/>
            <p:cNvSpPr/>
            <p:nvPr/>
          </p:nvSpPr>
          <p:spPr>
            <a:xfrm>
              <a:off x="7127618" y="23477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6" name="pt37746"/>
            <p:cNvSpPr/>
            <p:nvPr/>
          </p:nvSpPr>
          <p:spPr>
            <a:xfrm>
              <a:off x="7331943" y="20624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7" name="pt37747"/>
            <p:cNvSpPr/>
            <p:nvPr/>
          </p:nvSpPr>
          <p:spPr>
            <a:xfrm>
              <a:off x="7039560" y="23709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8" name="pt37748"/>
            <p:cNvSpPr/>
            <p:nvPr/>
          </p:nvSpPr>
          <p:spPr>
            <a:xfrm>
              <a:off x="7142995" y="2169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9" name="pt37749"/>
            <p:cNvSpPr/>
            <p:nvPr/>
          </p:nvSpPr>
          <p:spPr>
            <a:xfrm>
              <a:off x="7356592" y="22938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0" name="pt37750"/>
            <p:cNvSpPr/>
            <p:nvPr/>
          </p:nvSpPr>
          <p:spPr>
            <a:xfrm>
              <a:off x="7121882" y="21507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1" name="pt37751"/>
            <p:cNvSpPr/>
            <p:nvPr/>
          </p:nvSpPr>
          <p:spPr>
            <a:xfrm>
              <a:off x="6934583" y="22918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2" name="pt37752"/>
            <p:cNvSpPr/>
            <p:nvPr/>
          </p:nvSpPr>
          <p:spPr>
            <a:xfrm>
              <a:off x="7047677" y="18782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3" name="pt37753"/>
            <p:cNvSpPr/>
            <p:nvPr/>
          </p:nvSpPr>
          <p:spPr>
            <a:xfrm>
              <a:off x="7369429" y="20772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4" name="pt37754"/>
            <p:cNvSpPr/>
            <p:nvPr/>
          </p:nvSpPr>
          <p:spPr>
            <a:xfrm>
              <a:off x="7129957" y="22515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5" name="pt37755"/>
            <p:cNvSpPr/>
            <p:nvPr/>
          </p:nvSpPr>
          <p:spPr>
            <a:xfrm>
              <a:off x="7090752" y="22761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6" name="pt37756"/>
            <p:cNvSpPr/>
            <p:nvPr/>
          </p:nvSpPr>
          <p:spPr>
            <a:xfrm>
              <a:off x="7114936" y="21805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7" name="pt37757"/>
            <p:cNvSpPr/>
            <p:nvPr/>
          </p:nvSpPr>
          <p:spPr>
            <a:xfrm>
              <a:off x="6932523" y="20227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8" name="pt37758"/>
            <p:cNvSpPr/>
            <p:nvPr/>
          </p:nvSpPr>
          <p:spPr>
            <a:xfrm>
              <a:off x="7218142" y="19337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9" name="pt37759"/>
            <p:cNvSpPr/>
            <p:nvPr/>
          </p:nvSpPr>
          <p:spPr>
            <a:xfrm>
              <a:off x="7602414" y="24806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0" name="pt37760"/>
            <p:cNvSpPr/>
            <p:nvPr/>
          </p:nvSpPr>
          <p:spPr>
            <a:xfrm>
              <a:off x="7146537" y="21532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1" name="pt37761"/>
            <p:cNvSpPr/>
            <p:nvPr/>
          </p:nvSpPr>
          <p:spPr>
            <a:xfrm>
              <a:off x="7069368" y="20808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2" name="pt37762"/>
            <p:cNvSpPr/>
            <p:nvPr/>
          </p:nvSpPr>
          <p:spPr>
            <a:xfrm>
              <a:off x="6973265" y="19511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3" name="pt37763"/>
            <p:cNvSpPr/>
            <p:nvPr/>
          </p:nvSpPr>
          <p:spPr>
            <a:xfrm>
              <a:off x="7041011" y="21821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4" name="pt37764"/>
            <p:cNvSpPr/>
            <p:nvPr/>
          </p:nvSpPr>
          <p:spPr>
            <a:xfrm>
              <a:off x="7103293" y="21991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5" name="pt37765"/>
            <p:cNvSpPr/>
            <p:nvPr/>
          </p:nvSpPr>
          <p:spPr>
            <a:xfrm>
              <a:off x="7285984" y="19242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6" name="pt37766"/>
            <p:cNvSpPr/>
            <p:nvPr/>
          </p:nvSpPr>
          <p:spPr>
            <a:xfrm>
              <a:off x="6997263" y="18812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7" name="pt37767"/>
            <p:cNvSpPr/>
            <p:nvPr/>
          </p:nvSpPr>
          <p:spPr>
            <a:xfrm>
              <a:off x="7118535" y="21226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8" name="pt37768"/>
            <p:cNvSpPr/>
            <p:nvPr/>
          </p:nvSpPr>
          <p:spPr>
            <a:xfrm>
              <a:off x="6590286" y="17328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9" name="pt37769"/>
            <p:cNvSpPr/>
            <p:nvPr/>
          </p:nvSpPr>
          <p:spPr>
            <a:xfrm>
              <a:off x="7144100" y="20793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0" name="pt37770"/>
            <p:cNvSpPr/>
            <p:nvPr/>
          </p:nvSpPr>
          <p:spPr>
            <a:xfrm>
              <a:off x="7147814" y="20670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1" name="pt37771"/>
            <p:cNvSpPr/>
            <p:nvPr/>
          </p:nvSpPr>
          <p:spPr>
            <a:xfrm>
              <a:off x="7306688" y="20182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2" name="pt37772"/>
            <p:cNvSpPr/>
            <p:nvPr/>
          </p:nvSpPr>
          <p:spPr>
            <a:xfrm>
              <a:off x="7003519" y="19903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3" name="pt37773"/>
            <p:cNvSpPr/>
            <p:nvPr/>
          </p:nvSpPr>
          <p:spPr>
            <a:xfrm>
              <a:off x="7017321" y="18580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4" name="pt37774"/>
            <p:cNvSpPr/>
            <p:nvPr/>
          </p:nvSpPr>
          <p:spPr>
            <a:xfrm>
              <a:off x="7199688" y="21100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5" name="pt37775"/>
            <p:cNvSpPr/>
            <p:nvPr/>
          </p:nvSpPr>
          <p:spPr>
            <a:xfrm>
              <a:off x="6879974" y="20100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6" name="pt37776"/>
            <p:cNvSpPr/>
            <p:nvPr/>
          </p:nvSpPr>
          <p:spPr>
            <a:xfrm>
              <a:off x="6976456" y="19588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7" name="pt37777"/>
            <p:cNvSpPr/>
            <p:nvPr/>
          </p:nvSpPr>
          <p:spPr>
            <a:xfrm>
              <a:off x="7010027" y="18225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8" name="pt37778"/>
            <p:cNvSpPr/>
            <p:nvPr/>
          </p:nvSpPr>
          <p:spPr>
            <a:xfrm>
              <a:off x="7394663" y="28439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9" name="pt37779"/>
            <p:cNvSpPr/>
            <p:nvPr/>
          </p:nvSpPr>
          <p:spPr>
            <a:xfrm>
              <a:off x="7390165" y="27150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0" name="pt37780"/>
            <p:cNvSpPr/>
            <p:nvPr/>
          </p:nvSpPr>
          <p:spPr>
            <a:xfrm>
              <a:off x="7289515" y="20938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1" name="pt37781"/>
            <p:cNvSpPr/>
            <p:nvPr/>
          </p:nvSpPr>
          <p:spPr>
            <a:xfrm>
              <a:off x="6752696" y="22747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2" name="pt37782"/>
            <p:cNvSpPr/>
            <p:nvPr/>
          </p:nvSpPr>
          <p:spPr>
            <a:xfrm>
              <a:off x="7035266" y="24878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3" name="pt37783"/>
            <p:cNvSpPr/>
            <p:nvPr/>
          </p:nvSpPr>
          <p:spPr>
            <a:xfrm>
              <a:off x="7124785" y="22782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4" name="pt37784"/>
            <p:cNvSpPr/>
            <p:nvPr/>
          </p:nvSpPr>
          <p:spPr>
            <a:xfrm>
              <a:off x="7173806" y="20312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5" name="pt37785"/>
            <p:cNvSpPr/>
            <p:nvPr/>
          </p:nvSpPr>
          <p:spPr>
            <a:xfrm>
              <a:off x="7422805" y="2678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6" name="pt37786"/>
            <p:cNvSpPr/>
            <p:nvPr/>
          </p:nvSpPr>
          <p:spPr>
            <a:xfrm>
              <a:off x="6894219" y="19254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7" name="pt37787"/>
            <p:cNvSpPr/>
            <p:nvPr/>
          </p:nvSpPr>
          <p:spPr>
            <a:xfrm>
              <a:off x="7187171" y="21392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8" name="pt37788"/>
            <p:cNvSpPr/>
            <p:nvPr/>
          </p:nvSpPr>
          <p:spPr>
            <a:xfrm>
              <a:off x="7252656" y="19305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9" name="pt37789"/>
            <p:cNvSpPr/>
            <p:nvPr/>
          </p:nvSpPr>
          <p:spPr>
            <a:xfrm>
              <a:off x="7254309" y="20478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0" name="pt37790"/>
            <p:cNvSpPr/>
            <p:nvPr/>
          </p:nvSpPr>
          <p:spPr>
            <a:xfrm>
              <a:off x="7286175" y="18638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1" name="pt37791"/>
            <p:cNvSpPr/>
            <p:nvPr/>
          </p:nvSpPr>
          <p:spPr>
            <a:xfrm>
              <a:off x="7204446" y="21265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2" name="pt37792"/>
            <p:cNvSpPr/>
            <p:nvPr/>
          </p:nvSpPr>
          <p:spPr>
            <a:xfrm>
              <a:off x="7243280" y="20549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3" name="pt37793"/>
            <p:cNvSpPr/>
            <p:nvPr/>
          </p:nvSpPr>
          <p:spPr>
            <a:xfrm>
              <a:off x="7054732" y="21660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4" name="pt37794"/>
            <p:cNvSpPr/>
            <p:nvPr/>
          </p:nvSpPr>
          <p:spPr>
            <a:xfrm>
              <a:off x="7070631" y="22019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5" name="pt37795"/>
            <p:cNvSpPr/>
            <p:nvPr/>
          </p:nvSpPr>
          <p:spPr>
            <a:xfrm>
              <a:off x="7020979" y="19660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6" name="pt37796"/>
            <p:cNvSpPr/>
            <p:nvPr/>
          </p:nvSpPr>
          <p:spPr>
            <a:xfrm>
              <a:off x="7296688" y="19332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7" name="pt37797"/>
            <p:cNvSpPr/>
            <p:nvPr/>
          </p:nvSpPr>
          <p:spPr>
            <a:xfrm>
              <a:off x="7105125" y="2097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8" name="pt37798"/>
            <p:cNvSpPr/>
            <p:nvPr/>
          </p:nvSpPr>
          <p:spPr>
            <a:xfrm>
              <a:off x="7247927" y="20886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9" name="pt37799"/>
            <p:cNvSpPr/>
            <p:nvPr/>
          </p:nvSpPr>
          <p:spPr>
            <a:xfrm>
              <a:off x="7292889" y="21094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0" name="pt37800"/>
            <p:cNvSpPr/>
            <p:nvPr/>
          </p:nvSpPr>
          <p:spPr>
            <a:xfrm>
              <a:off x="7049108" y="18454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1" name="pt37801"/>
            <p:cNvSpPr/>
            <p:nvPr/>
          </p:nvSpPr>
          <p:spPr>
            <a:xfrm>
              <a:off x="7641866" y="25320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2" name="pt37802"/>
            <p:cNvSpPr/>
            <p:nvPr/>
          </p:nvSpPr>
          <p:spPr>
            <a:xfrm>
              <a:off x="7146911" y="2089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3" name="pt37803"/>
            <p:cNvSpPr/>
            <p:nvPr/>
          </p:nvSpPr>
          <p:spPr>
            <a:xfrm>
              <a:off x="7308128" y="20693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4" name="pt37804"/>
            <p:cNvSpPr/>
            <p:nvPr/>
          </p:nvSpPr>
          <p:spPr>
            <a:xfrm>
              <a:off x="7518479" y="18081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5" name="pt37805"/>
            <p:cNvSpPr/>
            <p:nvPr/>
          </p:nvSpPr>
          <p:spPr>
            <a:xfrm>
              <a:off x="7114258" y="20090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6" name="pt37806"/>
            <p:cNvSpPr/>
            <p:nvPr/>
          </p:nvSpPr>
          <p:spPr>
            <a:xfrm>
              <a:off x="7019937" y="21463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7" name="pt37807"/>
            <p:cNvSpPr/>
            <p:nvPr/>
          </p:nvSpPr>
          <p:spPr>
            <a:xfrm>
              <a:off x="7135671" y="23410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8" name="pt37808"/>
            <p:cNvSpPr/>
            <p:nvPr/>
          </p:nvSpPr>
          <p:spPr>
            <a:xfrm>
              <a:off x="7326286" y="21148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9" name="pt37809"/>
            <p:cNvSpPr/>
            <p:nvPr/>
          </p:nvSpPr>
          <p:spPr>
            <a:xfrm>
              <a:off x="7287608" y="20188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0" name="pt37810"/>
            <p:cNvSpPr/>
            <p:nvPr/>
          </p:nvSpPr>
          <p:spPr>
            <a:xfrm>
              <a:off x="7344565" y="26681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1" name="pt37811"/>
            <p:cNvSpPr/>
            <p:nvPr/>
          </p:nvSpPr>
          <p:spPr>
            <a:xfrm>
              <a:off x="7193742" y="2250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2" name="pt37812"/>
            <p:cNvSpPr/>
            <p:nvPr/>
          </p:nvSpPr>
          <p:spPr>
            <a:xfrm>
              <a:off x="6931545" y="18970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3" name="pt37813"/>
            <p:cNvSpPr/>
            <p:nvPr/>
          </p:nvSpPr>
          <p:spPr>
            <a:xfrm>
              <a:off x="7132197" y="23386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4" name="pt37814"/>
            <p:cNvSpPr/>
            <p:nvPr/>
          </p:nvSpPr>
          <p:spPr>
            <a:xfrm>
              <a:off x="7224990" y="22288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5" name="pt37815"/>
            <p:cNvSpPr/>
            <p:nvPr/>
          </p:nvSpPr>
          <p:spPr>
            <a:xfrm>
              <a:off x="6803369" y="22066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6" name="pt37816"/>
            <p:cNvSpPr/>
            <p:nvPr/>
          </p:nvSpPr>
          <p:spPr>
            <a:xfrm>
              <a:off x="6682689" y="23052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7" name="pt37817"/>
            <p:cNvSpPr/>
            <p:nvPr/>
          </p:nvSpPr>
          <p:spPr>
            <a:xfrm>
              <a:off x="7221625" y="19364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8" name="pt37818"/>
            <p:cNvSpPr/>
            <p:nvPr/>
          </p:nvSpPr>
          <p:spPr>
            <a:xfrm>
              <a:off x="7174188" y="20675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9" name="pt37819"/>
            <p:cNvSpPr/>
            <p:nvPr/>
          </p:nvSpPr>
          <p:spPr>
            <a:xfrm>
              <a:off x="7046637" y="21267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0" name="pt37820"/>
            <p:cNvSpPr/>
            <p:nvPr/>
          </p:nvSpPr>
          <p:spPr>
            <a:xfrm>
              <a:off x="7107106" y="21453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1" name="pt37821"/>
            <p:cNvSpPr/>
            <p:nvPr/>
          </p:nvSpPr>
          <p:spPr>
            <a:xfrm>
              <a:off x="7096486" y="21931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2" name="pt37822"/>
            <p:cNvSpPr/>
            <p:nvPr/>
          </p:nvSpPr>
          <p:spPr>
            <a:xfrm>
              <a:off x="7117487" y="21567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3" name="pt37823"/>
            <p:cNvSpPr/>
            <p:nvPr/>
          </p:nvSpPr>
          <p:spPr>
            <a:xfrm>
              <a:off x="7244998" y="20197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4" name="pt37824"/>
            <p:cNvSpPr/>
            <p:nvPr/>
          </p:nvSpPr>
          <p:spPr>
            <a:xfrm>
              <a:off x="7143104" y="2149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5" name="pt37825"/>
            <p:cNvSpPr/>
            <p:nvPr/>
          </p:nvSpPr>
          <p:spPr>
            <a:xfrm>
              <a:off x="7231867" y="22346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6" name="pt37826"/>
            <p:cNvSpPr/>
            <p:nvPr/>
          </p:nvSpPr>
          <p:spPr>
            <a:xfrm>
              <a:off x="7197576" y="22141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7" name="pt37827"/>
            <p:cNvSpPr/>
            <p:nvPr/>
          </p:nvSpPr>
          <p:spPr>
            <a:xfrm>
              <a:off x="6810647" y="23011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8" name="pt37828"/>
            <p:cNvSpPr/>
            <p:nvPr/>
          </p:nvSpPr>
          <p:spPr>
            <a:xfrm>
              <a:off x="7150539" y="20401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9" name="pt37829"/>
            <p:cNvSpPr/>
            <p:nvPr/>
          </p:nvSpPr>
          <p:spPr>
            <a:xfrm>
              <a:off x="7021726" y="23866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0" name="pt37830"/>
            <p:cNvSpPr/>
            <p:nvPr/>
          </p:nvSpPr>
          <p:spPr>
            <a:xfrm>
              <a:off x="7025498" y="21899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1" name="pt37831"/>
            <p:cNvSpPr/>
            <p:nvPr/>
          </p:nvSpPr>
          <p:spPr>
            <a:xfrm>
              <a:off x="7051661" y="20180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2" name="pt37832"/>
            <p:cNvSpPr/>
            <p:nvPr/>
          </p:nvSpPr>
          <p:spPr>
            <a:xfrm>
              <a:off x="7125576" y="21901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3" name="pt37833"/>
            <p:cNvSpPr/>
            <p:nvPr/>
          </p:nvSpPr>
          <p:spPr>
            <a:xfrm>
              <a:off x="7051299" y="19964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4" name="pt37834"/>
            <p:cNvSpPr/>
            <p:nvPr/>
          </p:nvSpPr>
          <p:spPr>
            <a:xfrm>
              <a:off x="7196673" y="2211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5" name="pt37835"/>
            <p:cNvSpPr/>
            <p:nvPr/>
          </p:nvSpPr>
          <p:spPr>
            <a:xfrm>
              <a:off x="7114068" y="21273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6" name="pt37836"/>
            <p:cNvSpPr/>
            <p:nvPr/>
          </p:nvSpPr>
          <p:spPr>
            <a:xfrm>
              <a:off x="6955190" y="21067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7" name="pt37837"/>
            <p:cNvSpPr/>
            <p:nvPr/>
          </p:nvSpPr>
          <p:spPr>
            <a:xfrm>
              <a:off x="7373556" y="23754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8" name="pt37838"/>
            <p:cNvSpPr/>
            <p:nvPr/>
          </p:nvSpPr>
          <p:spPr>
            <a:xfrm>
              <a:off x="6954479" y="20521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9" name="pt37839"/>
            <p:cNvSpPr/>
            <p:nvPr/>
          </p:nvSpPr>
          <p:spPr>
            <a:xfrm>
              <a:off x="7164016" y="21646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0" name="pt37840"/>
            <p:cNvSpPr/>
            <p:nvPr/>
          </p:nvSpPr>
          <p:spPr>
            <a:xfrm>
              <a:off x="7109063" y="20915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1" name="pt37841"/>
            <p:cNvSpPr/>
            <p:nvPr/>
          </p:nvSpPr>
          <p:spPr>
            <a:xfrm>
              <a:off x="6981555" y="21870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2" name="pt37842"/>
            <p:cNvSpPr/>
            <p:nvPr/>
          </p:nvSpPr>
          <p:spPr>
            <a:xfrm>
              <a:off x="7074728" y="22001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3" name="pt37843"/>
            <p:cNvSpPr/>
            <p:nvPr/>
          </p:nvSpPr>
          <p:spPr>
            <a:xfrm>
              <a:off x="7141252" y="21002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4" name="pt37844"/>
            <p:cNvSpPr/>
            <p:nvPr/>
          </p:nvSpPr>
          <p:spPr>
            <a:xfrm>
              <a:off x="7159185" y="20643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5" name="pt37845"/>
            <p:cNvSpPr/>
            <p:nvPr/>
          </p:nvSpPr>
          <p:spPr>
            <a:xfrm>
              <a:off x="7227634" y="22575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6" name="pt37846"/>
            <p:cNvSpPr/>
            <p:nvPr/>
          </p:nvSpPr>
          <p:spPr>
            <a:xfrm>
              <a:off x="7393775" y="26414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7" name="pt37847"/>
            <p:cNvSpPr/>
            <p:nvPr/>
          </p:nvSpPr>
          <p:spPr>
            <a:xfrm>
              <a:off x="7175648" y="20207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8" name="pt37848"/>
            <p:cNvSpPr/>
            <p:nvPr/>
          </p:nvSpPr>
          <p:spPr>
            <a:xfrm>
              <a:off x="7366117" y="23016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9" name="pt37849"/>
            <p:cNvSpPr/>
            <p:nvPr/>
          </p:nvSpPr>
          <p:spPr>
            <a:xfrm>
              <a:off x="6960926" y="1980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0" name="pt37850"/>
            <p:cNvSpPr/>
            <p:nvPr/>
          </p:nvSpPr>
          <p:spPr>
            <a:xfrm>
              <a:off x="7145948" y="20618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1" name="pt37851"/>
            <p:cNvSpPr/>
            <p:nvPr/>
          </p:nvSpPr>
          <p:spPr>
            <a:xfrm>
              <a:off x="7078700" y="21733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2" name="pt37852"/>
            <p:cNvSpPr/>
            <p:nvPr/>
          </p:nvSpPr>
          <p:spPr>
            <a:xfrm>
              <a:off x="7183490" y="19163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3" name="pt37853"/>
            <p:cNvSpPr/>
            <p:nvPr/>
          </p:nvSpPr>
          <p:spPr>
            <a:xfrm>
              <a:off x="7050717" y="18180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4" name="pt37854"/>
            <p:cNvSpPr/>
            <p:nvPr/>
          </p:nvSpPr>
          <p:spPr>
            <a:xfrm>
              <a:off x="6837847" y="23819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5" name="pt37855"/>
            <p:cNvSpPr/>
            <p:nvPr/>
          </p:nvSpPr>
          <p:spPr>
            <a:xfrm>
              <a:off x="7114530" y="21304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6" name="pt37856"/>
            <p:cNvSpPr/>
            <p:nvPr/>
          </p:nvSpPr>
          <p:spPr>
            <a:xfrm>
              <a:off x="6989987" y="19666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7" name="pt37857"/>
            <p:cNvSpPr/>
            <p:nvPr/>
          </p:nvSpPr>
          <p:spPr>
            <a:xfrm>
              <a:off x="6873835" y="17682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8" name="pt37858"/>
            <p:cNvSpPr/>
            <p:nvPr/>
          </p:nvSpPr>
          <p:spPr>
            <a:xfrm>
              <a:off x="7142876" y="21233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9" name="pt37859"/>
            <p:cNvSpPr/>
            <p:nvPr/>
          </p:nvSpPr>
          <p:spPr>
            <a:xfrm>
              <a:off x="7209962" y="22233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0" name="pt37860"/>
            <p:cNvSpPr/>
            <p:nvPr/>
          </p:nvSpPr>
          <p:spPr>
            <a:xfrm>
              <a:off x="7124594" y="20706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1" name="pt37861"/>
            <p:cNvSpPr/>
            <p:nvPr/>
          </p:nvSpPr>
          <p:spPr>
            <a:xfrm>
              <a:off x="7105632" y="21009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2" name="pt37862"/>
            <p:cNvSpPr/>
            <p:nvPr/>
          </p:nvSpPr>
          <p:spPr>
            <a:xfrm>
              <a:off x="7211461" y="21272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3" name="pt37863"/>
            <p:cNvSpPr/>
            <p:nvPr/>
          </p:nvSpPr>
          <p:spPr>
            <a:xfrm>
              <a:off x="7371208" y="19846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4" name="pt37864"/>
            <p:cNvSpPr/>
            <p:nvPr/>
          </p:nvSpPr>
          <p:spPr>
            <a:xfrm>
              <a:off x="7145423" y="21559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5" name="pt37865"/>
            <p:cNvSpPr/>
            <p:nvPr/>
          </p:nvSpPr>
          <p:spPr>
            <a:xfrm>
              <a:off x="7132040" y="23855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6" name="pt37866"/>
            <p:cNvSpPr/>
            <p:nvPr/>
          </p:nvSpPr>
          <p:spPr>
            <a:xfrm>
              <a:off x="6736151" y="19614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7" name="pt37867"/>
            <p:cNvSpPr/>
            <p:nvPr/>
          </p:nvSpPr>
          <p:spPr>
            <a:xfrm>
              <a:off x="7240946" y="19901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8" name="pt37868"/>
            <p:cNvSpPr/>
            <p:nvPr/>
          </p:nvSpPr>
          <p:spPr>
            <a:xfrm>
              <a:off x="6837806" y="22314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9" name="pt37869"/>
            <p:cNvSpPr/>
            <p:nvPr/>
          </p:nvSpPr>
          <p:spPr>
            <a:xfrm>
              <a:off x="6960526" y="19432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0" name="pt37870"/>
            <p:cNvSpPr/>
            <p:nvPr/>
          </p:nvSpPr>
          <p:spPr>
            <a:xfrm>
              <a:off x="7132688" y="22788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1" name="pt37871"/>
            <p:cNvSpPr/>
            <p:nvPr/>
          </p:nvSpPr>
          <p:spPr>
            <a:xfrm>
              <a:off x="7093170" y="22378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2" name="pt37872"/>
            <p:cNvSpPr/>
            <p:nvPr/>
          </p:nvSpPr>
          <p:spPr>
            <a:xfrm>
              <a:off x="7363831" y="21829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3" name="pt37873"/>
            <p:cNvSpPr/>
            <p:nvPr/>
          </p:nvSpPr>
          <p:spPr>
            <a:xfrm>
              <a:off x="6980286" y="18851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4" name="pt37874"/>
            <p:cNvSpPr/>
            <p:nvPr/>
          </p:nvSpPr>
          <p:spPr>
            <a:xfrm>
              <a:off x="6979468" y="19371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5" name="pt37875"/>
            <p:cNvSpPr/>
            <p:nvPr/>
          </p:nvSpPr>
          <p:spPr>
            <a:xfrm>
              <a:off x="7079796" y="22230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6" name="pt37876"/>
            <p:cNvSpPr/>
            <p:nvPr/>
          </p:nvSpPr>
          <p:spPr>
            <a:xfrm>
              <a:off x="7088567" y="21834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7" name="pt37877"/>
            <p:cNvSpPr/>
            <p:nvPr/>
          </p:nvSpPr>
          <p:spPr>
            <a:xfrm>
              <a:off x="6923643" y="21587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8" name="pt37878"/>
            <p:cNvSpPr/>
            <p:nvPr/>
          </p:nvSpPr>
          <p:spPr>
            <a:xfrm>
              <a:off x="7085182" y="22123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9" name="pt37879"/>
            <p:cNvSpPr/>
            <p:nvPr/>
          </p:nvSpPr>
          <p:spPr>
            <a:xfrm>
              <a:off x="7353294" y="24932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0" name="pt37880"/>
            <p:cNvSpPr/>
            <p:nvPr/>
          </p:nvSpPr>
          <p:spPr>
            <a:xfrm>
              <a:off x="7383957" y="26390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1" name="pt37881"/>
            <p:cNvSpPr/>
            <p:nvPr/>
          </p:nvSpPr>
          <p:spPr>
            <a:xfrm>
              <a:off x="7066974" y="20161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2" name="pt37882"/>
            <p:cNvSpPr/>
            <p:nvPr/>
          </p:nvSpPr>
          <p:spPr>
            <a:xfrm>
              <a:off x="7364027" y="22307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3" name="pt37883"/>
            <p:cNvSpPr/>
            <p:nvPr/>
          </p:nvSpPr>
          <p:spPr>
            <a:xfrm>
              <a:off x="7176171" y="20561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4" name="pt37884"/>
            <p:cNvSpPr/>
            <p:nvPr/>
          </p:nvSpPr>
          <p:spPr>
            <a:xfrm>
              <a:off x="7295767" y="20098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5" name="pt37885"/>
            <p:cNvSpPr/>
            <p:nvPr/>
          </p:nvSpPr>
          <p:spPr>
            <a:xfrm>
              <a:off x="7368189" y="23083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6" name="pt37886"/>
            <p:cNvSpPr/>
            <p:nvPr/>
          </p:nvSpPr>
          <p:spPr>
            <a:xfrm>
              <a:off x="6945649" y="1964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7" name="pt37887"/>
            <p:cNvSpPr/>
            <p:nvPr/>
          </p:nvSpPr>
          <p:spPr>
            <a:xfrm>
              <a:off x="7063396" y="21229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8" name="pt37888"/>
            <p:cNvSpPr/>
            <p:nvPr/>
          </p:nvSpPr>
          <p:spPr>
            <a:xfrm>
              <a:off x="6859790" y="21972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9" name="pt37889"/>
            <p:cNvSpPr/>
            <p:nvPr/>
          </p:nvSpPr>
          <p:spPr>
            <a:xfrm>
              <a:off x="7468113" y="25496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0" name="pt37890"/>
            <p:cNvSpPr/>
            <p:nvPr/>
          </p:nvSpPr>
          <p:spPr>
            <a:xfrm>
              <a:off x="7221719" y="16887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1" name="pt37891"/>
            <p:cNvSpPr/>
            <p:nvPr/>
          </p:nvSpPr>
          <p:spPr>
            <a:xfrm>
              <a:off x="7109510" y="20986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2" name="pt37892"/>
            <p:cNvSpPr/>
            <p:nvPr/>
          </p:nvSpPr>
          <p:spPr>
            <a:xfrm>
              <a:off x="7102151" y="21596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3" name="pt37893"/>
            <p:cNvSpPr/>
            <p:nvPr/>
          </p:nvSpPr>
          <p:spPr>
            <a:xfrm>
              <a:off x="7458228" y="27179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4" name="pt37894"/>
            <p:cNvSpPr/>
            <p:nvPr/>
          </p:nvSpPr>
          <p:spPr>
            <a:xfrm>
              <a:off x="7043495" y="22859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5" name="pt37895"/>
            <p:cNvSpPr/>
            <p:nvPr/>
          </p:nvSpPr>
          <p:spPr>
            <a:xfrm>
              <a:off x="7381215" y="25039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6" name="pt37896"/>
            <p:cNvSpPr/>
            <p:nvPr/>
          </p:nvSpPr>
          <p:spPr>
            <a:xfrm>
              <a:off x="7054143" y="18582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7" name="pt37897"/>
            <p:cNvSpPr/>
            <p:nvPr/>
          </p:nvSpPr>
          <p:spPr>
            <a:xfrm>
              <a:off x="6881101" y="21241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8" name="pt37898"/>
            <p:cNvSpPr/>
            <p:nvPr/>
          </p:nvSpPr>
          <p:spPr>
            <a:xfrm>
              <a:off x="7037189" y="23997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9" name="pt37899"/>
            <p:cNvSpPr/>
            <p:nvPr/>
          </p:nvSpPr>
          <p:spPr>
            <a:xfrm>
              <a:off x="7501239" y="21953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0" name="pt37900"/>
            <p:cNvSpPr/>
            <p:nvPr/>
          </p:nvSpPr>
          <p:spPr>
            <a:xfrm>
              <a:off x="7245129" y="21256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1" name="pt37901"/>
            <p:cNvSpPr/>
            <p:nvPr/>
          </p:nvSpPr>
          <p:spPr>
            <a:xfrm>
              <a:off x="7293614" y="20504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2" name="pt37902"/>
            <p:cNvSpPr/>
            <p:nvPr/>
          </p:nvSpPr>
          <p:spPr>
            <a:xfrm>
              <a:off x="7159198" y="20443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3" name="pt37903"/>
            <p:cNvSpPr/>
            <p:nvPr/>
          </p:nvSpPr>
          <p:spPr>
            <a:xfrm>
              <a:off x="7160303" y="2076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4" name="pt37904"/>
            <p:cNvSpPr/>
            <p:nvPr/>
          </p:nvSpPr>
          <p:spPr>
            <a:xfrm>
              <a:off x="7246121" y="20954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5" name="pt37905"/>
            <p:cNvSpPr/>
            <p:nvPr/>
          </p:nvSpPr>
          <p:spPr>
            <a:xfrm>
              <a:off x="7034095" y="21656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6" name="pt37906"/>
            <p:cNvSpPr/>
            <p:nvPr/>
          </p:nvSpPr>
          <p:spPr>
            <a:xfrm>
              <a:off x="7216478" y="21178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7" name="pt37907"/>
            <p:cNvSpPr/>
            <p:nvPr/>
          </p:nvSpPr>
          <p:spPr>
            <a:xfrm>
              <a:off x="6803146" y="24921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8" name="pt37908"/>
            <p:cNvSpPr/>
            <p:nvPr/>
          </p:nvSpPr>
          <p:spPr>
            <a:xfrm>
              <a:off x="7105654" y="21208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9" name="pt37909"/>
            <p:cNvSpPr/>
            <p:nvPr/>
          </p:nvSpPr>
          <p:spPr>
            <a:xfrm>
              <a:off x="7055731" y="21526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0" name="pt37910"/>
            <p:cNvSpPr/>
            <p:nvPr/>
          </p:nvSpPr>
          <p:spPr>
            <a:xfrm>
              <a:off x="6976757" y="19124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1" name="pt37911"/>
            <p:cNvSpPr/>
            <p:nvPr/>
          </p:nvSpPr>
          <p:spPr>
            <a:xfrm>
              <a:off x="7149803" y="20815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2" name="pt37912"/>
            <p:cNvSpPr/>
            <p:nvPr/>
          </p:nvSpPr>
          <p:spPr>
            <a:xfrm>
              <a:off x="6740293" y="2120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3" name="pt37913"/>
            <p:cNvSpPr/>
            <p:nvPr/>
          </p:nvSpPr>
          <p:spPr>
            <a:xfrm>
              <a:off x="6998828" y="17605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4" name="pt37914"/>
            <p:cNvSpPr/>
            <p:nvPr/>
          </p:nvSpPr>
          <p:spPr>
            <a:xfrm>
              <a:off x="7027699" y="2189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5" name="pt37915"/>
            <p:cNvSpPr/>
            <p:nvPr/>
          </p:nvSpPr>
          <p:spPr>
            <a:xfrm>
              <a:off x="7031487" y="23030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6" name="pt37916"/>
            <p:cNvSpPr/>
            <p:nvPr/>
          </p:nvSpPr>
          <p:spPr>
            <a:xfrm>
              <a:off x="7097875" y="21420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7" name="pt37917"/>
            <p:cNvSpPr/>
            <p:nvPr/>
          </p:nvSpPr>
          <p:spPr>
            <a:xfrm>
              <a:off x="7354932" y="21602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8" name="pt37918"/>
            <p:cNvSpPr/>
            <p:nvPr/>
          </p:nvSpPr>
          <p:spPr>
            <a:xfrm>
              <a:off x="7026564" y="23104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9" name="pt37919"/>
            <p:cNvSpPr/>
            <p:nvPr/>
          </p:nvSpPr>
          <p:spPr>
            <a:xfrm>
              <a:off x="6988586" y="19399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0" name="pt37920"/>
            <p:cNvSpPr/>
            <p:nvPr/>
          </p:nvSpPr>
          <p:spPr>
            <a:xfrm>
              <a:off x="7065227" y="20429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1" name="pt37921"/>
            <p:cNvSpPr/>
            <p:nvPr/>
          </p:nvSpPr>
          <p:spPr>
            <a:xfrm>
              <a:off x="7096944" y="21852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2" name="pt37922"/>
            <p:cNvSpPr/>
            <p:nvPr/>
          </p:nvSpPr>
          <p:spPr>
            <a:xfrm>
              <a:off x="7205850" y="21284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3" name="pt37923"/>
            <p:cNvSpPr/>
            <p:nvPr/>
          </p:nvSpPr>
          <p:spPr>
            <a:xfrm>
              <a:off x="7336337" y="21136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4" name="pt37924"/>
            <p:cNvSpPr/>
            <p:nvPr/>
          </p:nvSpPr>
          <p:spPr>
            <a:xfrm>
              <a:off x="6965325" y="20478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5" name="pt37925"/>
            <p:cNvSpPr/>
            <p:nvPr/>
          </p:nvSpPr>
          <p:spPr>
            <a:xfrm>
              <a:off x="7116620" y="2196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6" name="pt37926"/>
            <p:cNvSpPr/>
            <p:nvPr/>
          </p:nvSpPr>
          <p:spPr>
            <a:xfrm>
              <a:off x="7103421" y="21631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7" name="pt37927"/>
            <p:cNvSpPr/>
            <p:nvPr/>
          </p:nvSpPr>
          <p:spPr>
            <a:xfrm>
              <a:off x="7087036" y="21817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8" name="pt37928"/>
            <p:cNvSpPr/>
            <p:nvPr/>
          </p:nvSpPr>
          <p:spPr>
            <a:xfrm>
              <a:off x="7399792" y="2839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9" name="pt37929"/>
            <p:cNvSpPr/>
            <p:nvPr/>
          </p:nvSpPr>
          <p:spPr>
            <a:xfrm>
              <a:off x="7215107" y="21267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0" name="pt37930"/>
            <p:cNvSpPr/>
            <p:nvPr/>
          </p:nvSpPr>
          <p:spPr>
            <a:xfrm>
              <a:off x="6938373" y="19631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1" name="pt37931"/>
            <p:cNvSpPr/>
            <p:nvPr/>
          </p:nvSpPr>
          <p:spPr>
            <a:xfrm>
              <a:off x="7239146" y="19598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2" name="pt37932"/>
            <p:cNvSpPr/>
            <p:nvPr/>
          </p:nvSpPr>
          <p:spPr>
            <a:xfrm>
              <a:off x="6849602" y="23041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3" name="pt37933"/>
            <p:cNvSpPr/>
            <p:nvPr/>
          </p:nvSpPr>
          <p:spPr>
            <a:xfrm>
              <a:off x="6836396" y="22335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4" name="pt37934"/>
            <p:cNvSpPr/>
            <p:nvPr/>
          </p:nvSpPr>
          <p:spPr>
            <a:xfrm>
              <a:off x="7172881" y="21922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5" name="pt37935"/>
            <p:cNvSpPr/>
            <p:nvPr/>
          </p:nvSpPr>
          <p:spPr>
            <a:xfrm>
              <a:off x="6897001" y="22639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6" name="pt37936"/>
            <p:cNvSpPr/>
            <p:nvPr/>
          </p:nvSpPr>
          <p:spPr>
            <a:xfrm>
              <a:off x="7186409" y="22507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7" name="pt37937"/>
            <p:cNvSpPr/>
            <p:nvPr/>
          </p:nvSpPr>
          <p:spPr>
            <a:xfrm>
              <a:off x="7193640" y="24015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8" name="pt37938"/>
            <p:cNvSpPr/>
            <p:nvPr/>
          </p:nvSpPr>
          <p:spPr>
            <a:xfrm>
              <a:off x="7025599" y="22045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9" name="pt37939"/>
            <p:cNvSpPr/>
            <p:nvPr/>
          </p:nvSpPr>
          <p:spPr>
            <a:xfrm>
              <a:off x="7125787" y="2320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0" name="pt37940"/>
            <p:cNvSpPr/>
            <p:nvPr/>
          </p:nvSpPr>
          <p:spPr>
            <a:xfrm>
              <a:off x="6724065" y="22289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1" name="pt37941"/>
            <p:cNvSpPr/>
            <p:nvPr/>
          </p:nvSpPr>
          <p:spPr>
            <a:xfrm>
              <a:off x="7122990" y="21379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2" name="pt37942"/>
            <p:cNvSpPr/>
            <p:nvPr/>
          </p:nvSpPr>
          <p:spPr>
            <a:xfrm>
              <a:off x="7024286" y="22023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3" name="pt37943"/>
            <p:cNvSpPr/>
            <p:nvPr/>
          </p:nvSpPr>
          <p:spPr>
            <a:xfrm>
              <a:off x="7025501" y="23958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4" name="pt37944"/>
            <p:cNvSpPr/>
            <p:nvPr/>
          </p:nvSpPr>
          <p:spPr>
            <a:xfrm>
              <a:off x="7127877" y="21955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5" name="pt37945"/>
            <p:cNvSpPr/>
            <p:nvPr/>
          </p:nvSpPr>
          <p:spPr>
            <a:xfrm>
              <a:off x="6930878" y="21569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6" name="pt37946"/>
            <p:cNvSpPr/>
            <p:nvPr/>
          </p:nvSpPr>
          <p:spPr>
            <a:xfrm>
              <a:off x="7105581" y="21210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7" name="pt37947"/>
            <p:cNvSpPr/>
            <p:nvPr/>
          </p:nvSpPr>
          <p:spPr>
            <a:xfrm>
              <a:off x="6924559" y="21433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8" name="pt37948"/>
            <p:cNvSpPr/>
            <p:nvPr/>
          </p:nvSpPr>
          <p:spPr>
            <a:xfrm>
              <a:off x="7077308" y="2210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9" name="pt37949"/>
            <p:cNvSpPr/>
            <p:nvPr/>
          </p:nvSpPr>
          <p:spPr>
            <a:xfrm>
              <a:off x="7264380" y="21577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0" name="pt37950"/>
            <p:cNvSpPr/>
            <p:nvPr/>
          </p:nvSpPr>
          <p:spPr>
            <a:xfrm>
              <a:off x="7123832" y="20651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1" name="pt37951"/>
            <p:cNvSpPr/>
            <p:nvPr/>
          </p:nvSpPr>
          <p:spPr>
            <a:xfrm>
              <a:off x="6978076" y="19268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2" name="pt37952"/>
            <p:cNvSpPr/>
            <p:nvPr/>
          </p:nvSpPr>
          <p:spPr>
            <a:xfrm>
              <a:off x="7627475" y="26739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3" name="pt37953"/>
            <p:cNvSpPr/>
            <p:nvPr/>
          </p:nvSpPr>
          <p:spPr>
            <a:xfrm>
              <a:off x="6760961" y="26189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4" name="pt37954"/>
            <p:cNvSpPr/>
            <p:nvPr/>
          </p:nvSpPr>
          <p:spPr>
            <a:xfrm>
              <a:off x="7481673" y="21629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5" name="pt37955"/>
            <p:cNvSpPr/>
            <p:nvPr/>
          </p:nvSpPr>
          <p:spPr>
            <a:xfrm>
              <a:off x="7139316" y="23070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6" name="pt37956"/>
            <p:cNvSpPr/>
            <p:nvPr/>
          </p:nvSpPr>
          <p:spPr>
            <a:xfrm>
              <a:off x="7093698" y="21694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7" name="pt37957"/>
            <p:cNvSpPr/>
            <p:nvPr/>
          </p:nvSpPr>
          <p:spPr>
            <a:xfrm>
              <a:off x="7034190" y="24801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8" name="pt37958"/>
            <p:cNvSpPr/>
            <p:nvPr/>
          </p:nvSpPr>
          <p:spPr>
            <a:xfrm>
              <a:off x="7060948" y="22713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9" name="pt37959"/>
            <p:cNvSpPr/>
            <p:nvPr/>
          </p:nvSpPr>
          <p:spPr>
            <a:xfrm>
              <a:off x="7016525" y="18906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0" name="pt37960"/>
            <p:cNvSpPr/>
            <p:nvPr/>
          </p:nvSpPr>
          <p:spPr>
            <a:xfrm>
              <a:off x="7319641" y="20840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1" name="pt37961"/>
            <p:cNvSpPr/>
            <p:nvPr/>
          </p:nvSpPr>
          <p:spPr>
            <a:xfrm>
              <a:off x="7138226" y="22527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2" name="pt37962"/>
            <p:cNvSpPr/>
            <p:nvPr/>
          </p:nvSpPr>
          <p:spPr>
            <a:xfrm>
              <a:off x="7024376" y="22339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3" name="pt37963"/>
            <p:cNvSpPr/>
            <p:nvPr/>
          </p:nvSpPr>
          <p:spPr>
            <a:xfrm>
              <a:off x="7233706" y="21095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4" name="pt37964"/>
            <p:cNvSpPr/>
            <p:nvPr/>
          </p:nvSpPr>
          <p:spPr>
            <a:xfrm>
              <a:off x="7084933" y="22124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5" name="pt37965"/>
            <p:cNvSpPr/>
            <p:nvPr/>
          </p:nvSpPr>
          <p:spPr>
            <a:xfrm>
              <a:off x="6935833" y="19595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6" name="pt37966"/>
            <p:cNvSpPr/>
            <p:nvPr/>
          </p:nvSpPr>
          <p:spPr>
            <a:xfrm>
              <a:off x="6889028" y="18617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7" name="pt37967"/>
            <p:cNvSpPr/>
            <p:nvPr/>
          </p:nvSpPr>
          <p:spPr>
            <a:xfrm>
              <a:off x="7262785" y="20641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8" name="pt37968"/>
            <p:cNvSpPr/>
            <p:nvPr/>
          </p:nvSpPr>
          <p:spPr>
            <a:xfrm>
              <a:off x="7054343" y="20461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9" name="pt37969"/>
            <p:cNvSpPr/>
            <p:nvPr/>
          </p:nvSpPr>
          <p:spPr>
            <a:xfrm>
              <a:off x="7300507" y="19922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0" name="pt37970"/>
            <p:cNvSpPr/>
            <p:nvPr/>
          </p:nvSpPr>
          <p:spPr>
            <a:xfrm>
              <a:off x="6995469" y="19983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1" name="pt37971"/>
            <p:cNvSpPr/>
            <p:nvPr/>
          </p:nvSpPr>
          <p:spPr>
            <a:xfrm>
              <a:off x="6873491" y="18351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2" name="pt37972"/>
            <p:cNvSpPr/>
            <p:nvPr/>
          </p:nvSpPr>
          <p:spPr>
            <a:xfrm>
              <a:off x="6964830" y="19416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3" name="pt37973"/>
            <p:cNvSpPr/>
            <p:nvPr/>
          </p:nvSpPr>
          <p:spPr>
            <a:xfrm>
              <a:off x="6955786" y="19857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4" name="pt37974"/>
            <p:cNvSpPr/>
            <p:nvPr/>
          </p:nvSpPr>
          <p:spPr>
            <a:xfrm>
              <a:off x="7071220" y="21871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5" name="pt37975"/>
            <p:cNvSpPr/>
            <p:nvPr/>
          </p:nvSpPr>
          <p:spPr>
            <a:xfrm>
              <a:off x="7286142" y="19070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6" name="pt37976"/>
            <p:cNvSpPr/>
            <p:nvPr/>
          </p:nvSpPr>
          <p:spPr>
            <a:xfrm>
              <a:off x="7179817" y="20540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7" name="pt37977"/>
            <p:cNvSpPr/>
            <p:nvPr/>
          </p:nvSpPr>
          <p:spPr>
            <a:xfrm>
              <a:off x="7217728" y="19959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8" name="pt37978"/>
            <p:cNvSpPr/>
            <p:nvPr/>
          </p:nvSpPr>
          <p:spPr>
            <a:xfrm>
              <a:off x="6988249" y="20902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9" name="pt37979"/>
            <p:cNvSpPr/>
            <p:nvPr/>
          </p:nvSpPr>
          <p:spPr>
            <a:xfrm>
              <a:off x="7115076" y="21926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0" name="pt37980"/>
            <p:cNvSpPr/>
            <p:nvPr/>
          </p:nvSpPr>
          <p:spPr>
            <a:xfrm>
              <a:off x="6991097" y="19761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1" name="pt37981"/>
            <p:cNvSpPr/>
            <p:nvPr/>
          </p:nvSpPr>
          <p:spPr>
            <a:xfrm>
              <a:off x="7286087" y="19991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2" name="pt37982"/>
            <p:cNvSpPr/>
            <p:nvPr/>
          </p:nvSpPr>
          <p:spPr>
            <a:xfrm>
              <a:off x="7207555" y="22385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3" name="pt37983"/>
            <p:cNvSpPr/>
            <p:nvPr/>
          </p:nvSpPr>
          <p:spPr>
            <a:xfrm>
              <a:off x="7040782" y="21818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4" name="pt37984"/>
            <p:cNvSpPr/>
            <p:nvPr/>
          </p:nvSpPr>
          <p:spPr>
            <a:xfrm>
              <a:off x="7081259" y="22393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5" name="pt37985"/>
            <p:cNvSpPr/>
            <p:nvPr/>
          </p:nvSpPr>
          <p:spPr>
            <a:xfrm>
              <a:off x="7457856" y="24166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6" name="pt37986"/>
            <p:cNvSpPr/>
            <p:nvPr/>
          </p:nvSpPr>
          <p:spPr>
            <a:xfrm>
              <a:off x="7127397" y="22580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7" name="pt37987"/>
            <p:cNvSpPr/>
            <p:nvPr/>
          </p:nvSpPr>
          <p:spPr>
            <a:xfrm>
              <a:off x="7027088" y="22648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8" name="pt37988"/>
            <p:cNvSpPr/>
            <p:nvPr/>
          </p:nvSpPr>
          <p:spPr>
            <a:xfrm>
              <a:off x="7171964" y="20655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9" name="pt37989"/>
            <p:cNvSpPr/>
            <p:nvPr/>
          </p:nvSpPr>
          <p:spPr>
            <a:xfrm>
              <a:off x="7095848" y="20853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0" name="pt37990"/>
            <p:cNvSpPr/>
            <p:nvPr/>
          </p:nvSpPr>
          <p:spPr>
            <a:xfrm>
              <a:off x="7004458" y="18655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1" name="pt37991"/>
            <p:cNvSpPr/>
            <p:nvPr/>
          </p:nvSpPr>
          <p:spPr>
            <a:xfrm>
              <a:off x="7228629" y="22225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2" name="pt37992"/>
            <p:cNvSpPr/>
            <p:nvPr/>
          </p:nvSpPr>
          <p:spPr>
            <a:xfrm>
              <a:off x="7390858" y="28325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3" name="pt37993"/>
            <p:cNvSpPr/>
            <p:nvPr/>
          </p:nvSpPr>
          <p:spPr>
            <a:xfrm>
              <a:off x="7115135" y="21883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4" name="pt37994"/>
            <p:cNvSpPr/>
            <p:nvPr/>
          </p:nvSpPr>
          <p:spPr>
            <a:xfrm>
              <a:off x="7696200" y="23980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5" name="pt37995"/>
            <p:cNvSpPr/>
            <p:nvPr/>
          </p:nvSpPr>
          <p:spPr>
            <a:xfrm>
              <a:off x="7097318" y="21946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6" name="pt37996"/>
            <p:cNvSpPr/>
            <p:nvPr/>
          </p:nvSpPr>
          <p:spPr>
            <a:xfrm>
              <a:off x="6996057" y="19991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7" name="pt37997"/>
            <p:cNvSpPr/>
            <p:nvPr/>
          </p:nvSpPr>
          <p:spPr>
            <a:xfrm>
              <a:off x="7136587" y="23042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8" name="pt37998"/>
            <p:cNvSpPr/>
            <p:nvPr/>
          </p:nvSpPr>
          <p:spPr>
            <a:xfrm>
              <a:off x="7125695" y="22692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9" name="pt37999"/>
            <p:cNvSpPr/>
            <p:nvPr/>
          </p:nvSpPr>
          <p:spPr>
            <a:xfrm>
              <a:off x="7199915" y="22763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0" name="pt38000"/>
            <p:cNvSpPr/>
            <p:nvPr/>
          </p:nvSpPr>
          <p:spPr>
            <a:xfrm>
              <a:off x="7080747" y="21780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1" name="pt38001"/>
            <p:cNvSpPr/>
            <p:nvPr/>
          </p:nvSpPr>
          <p:spPr>
            <a:xfrm>
              <a:off x="6983320" y="21764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2" name="pt38002"/>
            <p:cNvSpPr/>
            <p:nvPr/>
          </p:nvSpPr>
          <p:spPr>
            <a:xfrm>
              <a:off x="7154052" y="20051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3" name="pt38003"/>
            <p:cNvSpPr/>
            <p:nvPr/>
          </p:nvSpPr>
          <p:spPr>
            <a:xfrm>
              <a:off x="7102561" y="21197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4" name="pt38004"/>
            <p:cNvSpPr/>
            <p:nvPr/>
          </p:nvSpPr>
          <p:spPr>
            <a:xfrm>
              <a:off x="7191404" y="22119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5" name="pt38005"/>
            <p:cNvSpPr/>
            <p:nvPr/>
          </p:nvSpPr>
          <p:spPr>
            <a:xfrm>
              <a:off x="7009785" y="19582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6" name="pt38006"/>
            <p:cNvSpPr/>
            <p:nvPr/>
          </p:nvSpPr>
          <p:spPr>
            <a:xfrm>
              <a:off x="7014131" y="18242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7" name="pt38007"/>
            <p:cNvSpPr/>
            <p:nvPr/>
          </p:nvSpPr>
          <p:spPr>
            <a:xfrm>
              <a:off x="7179770" y="21042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8" name="pt38008"/>
            <p:cNvSpPr/>
            <p:nvPr/>
          </p:nvSpPr>
          <p:spPr>
            <a:xfrm>
              <a:off x="7154298" y="20342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9" name="pt38009"/>
            <p:cNvSpPr/>
            <p:nvPr/>
          </p:nvSpPr>
          <p:spPr>
            <a:xfrm>
              <a:off x="7133606" y="2280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0" name="pt38010"/>
            <p:cNvSpPr/>
            <p:nvPr/>
          </p:nvSpPr>
          <p:spPr>
            <a:xfrm>
              <a:off x="6825336" y="21168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1" name="pt38011"/>
            <p:cNvSpPr/>
            <p:nvPr/>
          </p:nvSpPr>
          <p:spPr>
            <a:xfrm>
              <a:off x="7141622" y="20845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2" name="pt38012"/>
            <p:cNvSpPr/>
            <p:nvPr/>
          </p:nvSpPr>
          <p:spPr>
            <a:xfrm>
              <a:off x="7433509" y="23567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3" name="pt38013"/>
            <p:cNvSpPr/>
            <p:nvPr/>
          </p:nvSpPr>
          <p:spPr>
            <a:xfrm>
              <a:off x="7065208" y="21251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4" name="pt38014"/>
            <p:cNvSpPr/>
            <p:nvPr/>
          </p:nvSpPr>
          <p:spPr>
            <a:xfrm>
              <a:off x="7015004" y="19154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5" name="pt38015"/>
            <p:cNvSpPr/>
            <p:nvPr/>
          </p:nvSpPr>
          <p:spPr>
            <a:xfrm>
              <a:off x="7212922" y="21209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6" name="pt38016"/>
            <p:cNvSpPr/>
            <p:nvPr/>
          </p:nvSpPr>
          <p:spPr>
            <a:xfrm>
              <a:off x="7071120" y="21869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7" name="pt38017"/>
            <p:cNvSpPr/>
            <p:nvPr/>
          </p:nvSpPr>
          <p:spPr>
            <a:xfrm>
              <a:off x="7288046" y="19954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8" name="pt38018"/>
            <p:cNvSpPr/>
            <p:nvPr/>
          </p:nvSpPr>
          <p:spPr>
            <a:xfrm>
              <a:off x="7088425" y="22363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9" name="pt38019"/>
            <p:cNvSpPr/>
            <p:nvPr/>
          </p:nvSpPr>
          <p:spPr>
            <a:xfrm>
              <a:off x="7105645" y="21557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0" name="pt38020"/>
            <p:cNvSpPr/>
            <p:nvPr/>
          </p:nvSpPr>
          <p:spPr>
            <a:xfrm>
              <a:off x="7092959" y="21914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1" name="pt38021"/>
            <p:cNvSpPr/>
            <p:nvPr/>
          </p:nvSpPr>
          <p:spPr>
            <a:xfrm>
              <a:off x="7050985" y="17194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2" name="pt38022"/>
            <p:cNvSpPr/>
            <p:nvPr/>
          </p:nvSpPr>
          <p:spPr>
            <a:xfrm>
              <a:off x="7080996" y="21696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3" name="pt38023"/>
            <p:cNvSpPr/>
            <p:nvPr/>
          </p:nvSpPr>
          <p:spPr>
            <a:xfrm>
              <a:off x="7348409" y="26837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4" name="pt38024"/>
            <p:cNvSpPr/>
            <p:nvPr/>
          </p:nvSpPr>
          <p:spPr>
            <a:xfrm>
              <a:off x="7004218" y="19604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5" name="pt38025"/>
            <p:cNvSpPr/>
            <p:nvPr/>
          </p:nvSpPr>
          <p:spPr>
            <a:xfrm>
              <a:off x="7428951" y="26333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6" name="pt38026"/>
            <p:cNvSpPr/>
            <p:nvPr/>
          </p:nvSpPr>
          <p:spPr>
            <a:xfrm>
              <a:off x="7157613" y="20392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7" name="pt38027"/>
            <p:cNvSpPr/>
            <p:nvPr/>
          </p:nvSpPr>
          <p:spPr>
            <a:xfrm>
              <a:off x="7363915" y="22765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8" name="pt38028"/>
            <p:cNvSpPr/>
            <p:nvPr/>
          </p:nvSpPr>
          <p:spPr>
            <a:xfrm>
              <a:off x="7375681" y="21458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9" name="pt38029"/>
            <p:cNvSpPr/>
            <p:nvPr/>
          </p:nvSpPr>
          <p:spPr>
            <a:xfrm>
              <a:off x="7151370" y="20052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0" name="pt38030"/>
            <p:cNvSpPr/>
            <p:nvPr/>
          </p:nvSpPr>
          <p:spPr>
            <a:xfrm>
              <a:off x="7124390" y="20935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1" name="pt38031"/>
            <p:cNvSpPr/>
            <p:nvPr/>
          </p:nvSpPr>
          <p:spPr>
            <a:xfrm>
              <a:off x="7120575" y="20642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2" name="pt38032"/>
            <p:cNvSpPr/>
            <p:nvPr/>
          </p:nvSpPr>
          <p:spPr>
            <a:xfrm>
              <a:off x="7220363" y="18856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3" name="pt38033"/>
            <p:cNvSpPr/>
            <p:nvPr/>
          </p:nvSpPr>
          <p:spPr>
            <a:xfrm>
              <a:off x="7273744" y="20371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4" name="pt38034"/>
            <p:cNvSpPr/>
            <p:nvPr/>
          </p:nvSpPr>
          <p:spPr>
            <a:xfrm>
              <a:off x="7119951" y="21337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5" name="pt38035"/>
            <p:cNvSpPr/>
            <p:nvPr/>
          </p:nvSpPr>
          <p:spPr>
            <a:xfrm>
              <a:off x="7319539" y="21623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6" name="pt38036"/>
            <p:cNvSpPr/>
            <p:nvPr/>
          </p:nvSpPr>
          <p:spPr>
            <a:xfrm>
              <a:off x="6685398" y="2319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7" name="pt38037"/>
            <p:cNvSpPr/>
            <p:nvPr/>
          </p:nvSpPr>
          <p:spPr>
            <a:xfrm>
              <a:off x="7568378" y="26499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8" name="pt38038"/>
            <p:cNvSpPr/>
            <p:nvPr/>
          </p:nvSpPr>
          <p:spPr>
            <a:xfrm>
              <a:off x="6896193" y="18452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9" name="pt38039"/>
            <p:cNvSpPr/>
            <p:nvPr/>
          </p:nvSpPr>
          <p:spPr>
            <a:xfrm>
              <a:off x="6949614" y="20395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0" name="pt38040"/>
            <p:cNvSpPr/>
            <p:nvPr/>
          </p:nvSpPr>
          <p:spPr>
            <a:xfrm>
              <a:off x="7177811" y="20676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1" name="pt38041"/>
            <p:cNvSpPr/>
            <p:nvPr/>
          </p:nvSpPr>
          <p:spPr>
            <a:xfrm>
              <a:off x="7211756" y="21140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2" name="pt38042"/>
            <p:cNvSpPr/>
            <p:nvPr/>
          </p:nvSpPr>
          <p:spPr>
            <a:xfrm>
              <a:off x="6927831" y="20585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3" name="pt38043"/>
            <p:cNvSpPr/>
            <p:nvPr/>
          </p:nvSpPr>
          <p:spPr>
            <a:xfrm>
              <a:off x="6925183" y="20901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4" name="pt38044"/>
            <p:cNvSpPr/>
            <p:nvPr/>
          </p:nvSpPr>
          <p:spPr>
            <a:xfrm>
              <a:off x="7107981" y="20792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5" name="pt38045"/>
            <p:cNvSpPr/>
            <p:nvPr/>
          </p:nvSpPr>
          <p:spPr>
            <a:xfrm>
              <a:off x="6984978" y="20746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6" name="pt38046"/>
            <p:cNvSpPr/>
            <p:nvPr/>
          </p:nvSpPr>
          <p:spPr>
            <a:xfrm>
              <a:off x="6857707" y="22117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7" name="pt38047"/>
            <p:cNvSpPr/>
            <p:nvPr/>
          </p:nvSpPr>
          <p:spPr>
            <a:xfrm>
              <a:off x="7397753" y="2261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8" name="pt38048"/>
            <p:cNvSpPr/>
            <p:nvPr/>
          </p:nvSpPr>
          <p:spPr>
            <a:xfrm>
              <a:off x="7199657" y="21311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9" name="pt38049"/>
            <p:cNvSpPr/>
            <p:nvPr/>
          </p:nvSpPr>
          <p:spPr>
            <a:xfrm>
              <a:off x="7169367" y="22205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0" name="pt38050"/>
            <p:cNvSpPr/>
            <p:nvPr/>
          </p:nvSpPr>
          <p:spPr>
            <a:xfrm>
              <a:off x="7107773" y="21179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1" name="pt38051"/>
            <p:cNvSpPr/>
            <p:nvPr/>
          </p:nvSpPr>
          <p:spPr>
            <a:xfrm>
              <a:off x="6909133" y="22195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2" name="pt38052"/>
            <p:cNvSpPr/>
            <p:nvPr/>
          </p:nvSpPr>
          <p:spPr>
            <a:xfrm>
              <a:off x="7306809" y="20841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3" name="pt38053"/>
            <p:cNvSpPr/>
            <p:nvPr/>
          </p:nvSpPr>
          <p:spPr>
            <a:xfrm>
              <a:off x="7028125" y="21917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4" name="pt38054"/>
            <p:cNvSpPr/>
            <p:nvPr/>
          </p:nvSpPr>
          <p:spPr>
            <a:xfrm>
              <a:off x="7022376" y="22024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5" name="pt38055"/>
            <p:cNvSpPr/>
            <p:nvPr/>
          </p:nvSpPr>
          <p:spPr>
            <a:xfrm>
              <a:off x="7074470" y="22062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6" name="pt38056"/>
            <p:cNvSpPr/>
            <p:nvPr/>
          </p:nvSpPr>
          <p:spPr>
            <a:xfrm>
              <a:off x="7030227" y="23284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7" name="pt38057"/>
            <p:cNvSpPr/>
            <p:nvPr/>
          </p:nvSpPr>
          <p:spPr>
            <a:xfrm>
              <a:off x="6979490" y="18711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8" name="pt38058"/>
            <p:cNvSpPr/>
            <p:nvPr/>
          </p:nvSpPr>
          <p:spPr>
            <a:xfrm>
              <a:off x="6894079" y="18637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9" name="pt38059"/>
            <p:cNvSpPr/>
            <p:nvPr/>
          </p:nvSpPr>
          <p:spPr>
            <a:xfrm>
              <a:off x="7217583" y="21484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0" name="pt38060"/>
            <p:cNvSpPr/>
            <p:nvPr/>
          </p:nvSpPr>
          <p:spPr>
            <a:xfrm>
              <a:off x="6876431" y="19430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1" name="pt38061"/>
            <p:cNvSpPr/>
            <p:nvPr/>
          </p:nvSpPr>
          <p:spPr>
            <a:xfrm>
              <a:off x="6892238" y="18839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2" name="pt38062"/>
            <p:cNvSpPr/>
            <p:nvPr/>
          </p:nvSpPr>
          <p:spPr>
            <a:xfrm>
              <a:off x="7113442" y="22038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3" name="pt38063"/>
            <p:cNvSpPr/>
            <p:nvPr/>
          </p:nvSpPr>
          <p:spPr>
            <a:xfrm>
              <a:off x="7220732" y="17671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4" name="pt38064"/>
            <p:cNvSpPr/>
            <p:nvPr/>
          </p:nvSpPr>
          <p:spPr>
            <a:xfrm>
              <a:off x="7099471" y="20780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5" name="pt38065"/>
            <p:cNvSpPr/>
            <p:nvPr/>
          </p:nvSpPr>
          <p:spPr>
            <a:xfrm>
              <a:off x="7193881" y="22794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6" name="pt38066"/>
            <p:cNvSpPr/>
            <p:nvPr/>
          </p:nvSpPr>
          <p:spPr>
            <a:xfrm>
              <a:off x="7090853" y="22549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7" name="pt38067"/>
            <p:cNvSpPr/>
            <p:nvPr/>
          </p:nvSpPr>
          <p:spPr>
            <a:xfrm>
              <a:off x="7185121" y="2293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8" name="pt38068"/>
            <p:cNvSpPr/>
            <p:nvPr/>
          </p:nvSpPr>
          <p:spPr>
            <a:xfrm>
              <a:off x="7309011" y="20080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9" name="pt38069"/>
            <p:cNvSpPr/>
            <p:nvPr/>
          </p:nvSpPr>
          <p:spPr>
            <a:xfrm>
              <a:off x="6685685" y="18702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0" name="pt38070"/>
            <p:cNvSpPr/>
            <p:nvPr/>
          </p:nvSpPr>
          <p:spPr>
            <a:xfrm>
              <a:off x="7087233" y="21768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1" name="pt38071"/>
            <p:cNvSpPr/>
            <p:nvPr/>
          </p:nvSpPr>
          <p:spPr>
            <a:xfrm>
              <a:off x="7124757" y="2219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2" name="pt38072"/>
            <p:cNvSpPr/>
            <p:nvPr/>
          </p:nvSpPr>
          <p:spPr>
            <a:xfrm>
              <a:off x="7146206" y="20986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3" name="pt38073"/>
            <p:cNvSpPr/>
            <p:nvPr/>
          </p:nvSpPr>
          <p:spPr>
            <a:xfrm>
              <a:off x="7294925" y="20118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4" name="pt38074"/>
            <p:cNvSpPr/>
            <p:nvPr/>
          </p:nvSpPr>
          <p:spPr>
            <a:xfrm>
              <a:off x="7120181" y="20886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5" name="pt38075"/>
            <p:cNvSpPr/>
            <p:nvPr/>
          </p:nvSpPr>
          <p:spPr>
            <a:xfrm>
              <a:off x="7105625" y="21548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6" name="pt38076"/>
            <p:cNvSpPr/>
            <p:nvPr/>
          </p:nvSpPr>
          <p:spPr>
            <a:xfrm>
              <a:off x="7170990" y="21535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7" name="pt38077"/>
            <p:cNvSpPr/>
            <p:nvPr/>
          </p:nvSpPr>
          <p:spPr>
            <a:xfrm>
              <a:off x="7075061" y="22184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8" name="pt38078"/>
            <p:cNvSpPr/>
            <p:nvPr/>
          </p:nvSpPr>
          <p:spPr>
            <a:xfrm>
              <a:off x="7243263" y="21465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9" name="pt38079"/>
            <p:cNvSpPr/>
            <p:nvPr/>
          </p:nvSpPr>
          <p:spPr>
            <a:xfrm>
              <a:off x="7153545" y="19769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0" name="pt38080"/>
            <p:cNvSpPr/>
            <p:nvPr/>
          </p:nvSpPr>
          <p:spPr>
            <a:xfrm>
              <a:off x="7102328" y="22063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1" name="pt38081"/>
            <p:cNvSpPr/>
            <p:nvPr/>
          </p:nvSpPr>
          <p:spPr>
            <a:xfrm>
              <a:off x="7039250" y="24369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2" name="pt38082"/>
            <p:cNvSpPr/>
            <p:nvPr/>
          </p:nvSpPr>
          <p:spPr>
            <a:xfrm>
              <a:off x="7199717" y="23021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3" name="pt38083"/>
            <p:cNvSpPr/>
            <p:nvPr/>
          </p:nvSpPr>
          <p:spPr>
            <a:xfrm>
              <a:off x="7414703" y="22731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4" name="pt38084"/>
            <p:cNvSpPr/>
            <p:nvPr/>
          </p:nvSpPr>
          <p:spPr>
            <a:xfrm>
              <a:off x="6906478" y="22417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5" name="pt38085"/>
            <p:cNvSpPr/>
            <p:nvPr/>
          </p:nvSpPr>
          <p:spPr>
            <a:xfrm>
              <a:off x="7210959" y="20851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6" name="pt38086"/>
            <p:cNvSpPr/>
            <p:nvPr/>
          </p:nvSpPr>
          <p:spPr>
            <a:xfrm>
              <a:off x="7172588" y="21432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7" name="pt38087"/>
            <p:cNvSpPr/>
            <p:nvPr/>
          </p:nvSpPr>
          <p:spPr>
            <a:xfrm>
              <a:off x="7159669" y="20351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8" name="pt38088"/>
            <p:cNvSpPr/>
            <p:nvPr/>
          </p:nvSpPr>
          <p:spPr>
            <a:xfrm>
              <a:off x="7205132" y="22181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9" name="pt38089"/>
            <p:cNvSpPr/>
            <p:nvPr/>
          </p:nvSpPr>
          <p:spPr>
            <a:xfrm>
              <a:off x="7084609" y="22606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0" name="pt38090"/>
            <p:cNvSpPr/>
            <p:nvPr/>
          </p:nvSpPr>
          <p:spPr>
            <a:xfrm>
              <a:off x="7403511" y="27778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1" name="pt38091"/>
            <p:cNvSpPr/>
            <p:nvPr/>
          </p:nvSpPr>
          <p:spPr>
            <a:xfrm>
              <a:off x="7131000" y="22225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2" name="pt38092"/>
            <p:cNvSpPr/>
            <p:nvPr/>
          </p:nvSpPr>
          <p:spPr>
            <a:xfrm>
              <a:off x="7189529" y="22364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3" name="pt38093"/>
            <p:cNvSpPr/>
            <p:nvPr/>
          </p:nvSpPr>
          <p:spPr>
            <a:xfrm>
              <a:off x="6900006" y="22897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4" name="pt38094"/>
            <p:cNvSpPr/>
            <p:nvPr/>
          </p:nvSpPr>
          <p:spPr>
            <a:xfrm>
              <a:off x="7394226" y="27620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5" name="pt38095"/>
            <p:cNvSpPr/>
            <p:nvPr/>
          </p:nvSpPr>
          <p:spPr>
            <a:xfrm>
              <a:off x="6869388" y="21767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6" name="pt38096"/>
            <p:cNvSpPr/>
            <p:nvPr/>
          </p:nvSpPr>
          <p:spPr>
            <a:xfrm>
              <a:off x="7368371" y="22383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7" name="pt38097"/>
            <p:cNvSpPr/>
            <p:nvPr/>
          </p:nvSpPr>
          <p:spPr>
            <a:xfrm>
              <a:off x="7135140" y="23716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8" name="pt38098"/>
            <p:cNvSpPr/>
            <p:nvPr/>
          </p:nvSpPr>
          <p:spPr>
            <a:xfrm>
              <a:off x="7046750" y="2131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9" name="pt38099"/>
            <p:cNvSpPr/>
            <p:nvPr/>
          </p:nvSpPr>
          <p:spPr>
            <a:xfrm>
              <a:off x="7306414" y="20041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0" name="pt38100"/>
            <p:cNvSpPr/>
            <p:nvPr/>
          </p:nvSpPr>
          <p:spPr>
            <a:xfrm>
              <a:off x="7209592" y="20795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1" name="pt38101"/>
            <p:cNvSpPr/>
            <p:nvPr/>
          </p:nvSpPr>
          <p:spPr>
            <a:xfrm>
              <a:off x="7156200" y="19839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2" name="pt38102"/>
            <p:cNvSpPr/>
            <p:nvPr/>
          </p:nvSpPr>
          <p:spPr>
            <a:xfrm>
              <a:off x="7157794" y="20262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3" name="pt38103"/>
            <p:cNvSpPr/>
            <p:nvPr/>
          </p:nvSpPr>
          <p:spPr>
            <a:xfrm>
              <a:off x="7161023" y="20523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4" name="pt38104"/>
            <p:cNvSpPr/>
            <p:nvPr/>
          </p:nvSpPr>
          <p:spPr>
            <a:xfrm>
              <a:off x="7127377" y="22929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5" name="pt38105"/>
            <p:cNvSpPr/>
            <p:nvPr/>
          </p:nvSpPr>
          <p:spPr>
            <a:xfrm>
              <a:off x="7175767" y="21564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6" name="pt38106"/>
            <p:cNvSpPr/>
            <p:nvPr/>
          </p:nvSpPr>
          <p:spPr>
            <a:xfrm>
              <a:off x="7102510" y="21301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7" name="pt38107"/>
            <p:cNvSpPr/>
            <p:nvPr/>
          </p:nvSpPr>
          <p:spPr>
            <a:xfrm>
              <a:off x="7183568" y="19827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8" name="pt38108"/>
            <p:cNvSpPr/>
            <p:nvPr/>
          </p:nvSpPr>
          <p:spPr>
            <a:xfrm>
              <a:off x="7188818" y="20641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9" name="pt38109"/>
            <p:cNvSpPr/>
            <p:nvPr/>
          </p:nvSpPr>
          <p:spPr>
            <a:xfrm>
              <a:off x="6997611" y="18922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0" name="pt38110"/>
            <p:cNvSpPr/>
            <p:nvPr/>
          </p:nvSpPr>
          <p:spPr>
            <a:xfrm>
              <a:off x="7074984" y="22608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1" name="pt38111"/>
            <p:cNvSpPr/>
            <p:nvPr/>
          </p:nvSpPr>
          <p:spPr>
            <a:xfrm>
              <a:off x="7089468" y="22122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2" name="pt38112"/>
            <p:cNvSpPr/>
            <p:nvPr/>
          </p:nvSpPr>
          <p:spPr>
            <a:xfrm>
              <a:off x="7079911" y="22391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3" name="pt38113"/>
            <p:cNvSpPr/>
            <p:nvPr/>
          </p:nvSpPr>
          <p:spPr>
            <a:xfrm>
              <a:off x="6781784" y="28957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4" name="pt38114"/>
            <p:cNvSpPr/>
            <p:nvPr/>
          </p:nvSpPr>
          <p:spPr>
            <a:xfrm>
              <a:off x="6865425" y="22600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5" name="pt38115"/>
            <p:cNvSpPr/>
            <p:nvPr/>
          </p:nvSpPr>
          <p:spPr>
            <a:xfrm>
              <a:off x="6975012" y="19770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6" name="pt38116"/>
            <p:cNvSpPr/>
            <p:nvPr/>
          </p:nvSpPr>
          <p:spPr>
            <a:xfrm>
              <a:off x="7121953" y="21962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7" name="pt38117"/>
            <p:cNvSpPr/>
            <p:nvPr/>
          </p:nvSpPr>
          <p:spPr>
            <a:xfrm>
              <a:off x="7093236" y="21798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8" name="pt38118"/>
            <p:cNvSpPr/>
            <p:nvPr/>
          </p:nvSpPr>
          <p:spPr>
            <a:xfrm>
              <a:off x="7188036" y="21122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9" name="pt38119"/>
            <p:cNvSpPr/>
            <p:nvPr/>
          </p:nvSpPr>
          <p:spPr>
            <a:xfrm>
              <a:off x="7355094" y="19874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0" name="pt38120"/>
            <p:cNvSpPr/>
            <p:nvPr/>
          </p:nvSpPr>
          <p:spPr>
            <a:xfrm>
              <a:off x="7175714" y="20013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1" name="pt38121"/>
            <p:cNvSpPr/>
            <p:nvPr/>
          </p:nvSpPr>
          <p:spPr>
            <a:xfrm>
              <a:off x="6913707" y="21389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2" name="pt38122"/>
            <p:cNvSpPr/>
            <p:nvPr/>
          </p:nvSpPr>
          <p:spPr>
            <a:xfrm>
              <a:off x="7202722" y="20998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3" name="pt38123"/>
            <p:cNvSpPr/>
            <p:nvPr/>
          </p:nvSpPr>
          <p:spPr>
            <a:xfrm>
              <a:off x="6871143" y="21961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4" name="pt38124"/>
            <p:cNvSpPr/>
            <p:nvPr/>
          </p:nvSpPr>
          <p:spPr>
            <a:xfrm>
              <a:off x="7267658" y="1760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5" name="pt38125"/>
            <p:cNvSpPr/>
            <p:nvPr/>
          </p:nvSpPr>
          <p:spPr>
            <a:xfrm>
              <a:off x="6832434" y="20264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6" name="pt38126"/>
            <p:cNvSpPr/>
            <p:nvPr/>
          </p:nvSpPr>
          <p:spPr>
            <a:xfrm>
              <a:off x="7414136" y="21619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7" name="pt38127"/>
            <p:cNvSpPr/>
            <p:nvPr/>
          </p:nvSpPr>
          <p:spPr>
            <a:xfrm>
              <a:off x="7015654" y="17762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8" name="pt38128"/>
            <p:cNvSpPr/>
            <p:nvPr/>
          </p:nvSpPr>
          <p:spPr>
            <a:xfrm>
              <a:off x="7328279" y="20807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9" name="pt38129"/>
            <p:cNvSpPr/>
            <p:nvPr/>
          </p:nvSpPr>
          <p:spPr>
            <a:xfrm>
              <a:off x="7043515" y="20264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0" name="pt38130"/>
            <p:cNvSpPr/>
            <p:nvPr/>
          </p:nvSpPr>
          <p:spPr>
            <a:xfrm>
              <a:off x="7311905" y="21846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1" name="pt38131"/>
            <p:cNvSpPr/>
            <p:nvPr/>
          </p:nvSpPr>
          <p:spPr>
            <a:xfrm>
              <a:off x="7141814" y="21814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2" name="pt38132"/>
            <p:cNvSpPr/>
            <p:nvPr/>
          </p:nvSpPr>
          <p:spPr>
            <a:xfrm>
              <a:off x="7240566" y="21398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3" name="pt38133"/>
            <p:cNvSpPr/>
            <p:nvPr/>
          </p:nvSpPr>
          <p:spPr>
            <a:xfrm>
              <a:off x="7152125" y="20258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4" name="pt38134"/>
            <p:cNvSpPr/>
            <p:nvPr/>
          </p:nvSpPr>
          <p:spPr>
            <a:xfrm>
              <a:off x="7046367" y="2092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5" name="pt38135"/>
            <p:cNvSpPr/>
            <p:nvPr/>
          </p:nvSpPr>
          <p:spPr>
            <a:xfrm>
              <a:off x="7022726" y="22031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6" name="pt38136"/>
            <p:cNvSpPr/>
            <p:nvPr/>
          </p:nvSpPr>
          <p:spPr>
            <a:xfrm>
              <a:off x="7324435" y="20153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7" name="pt38137"/>
            <p:cNvSpPr/>
            <p:nvPr/>
          </p:nvSpPr>
          <p:spPr>
            <a:xfrm>
              <a:off x="7203320" y="22378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8" name="pt38138"/>
            <p:cNvSpPr/>
            <p:nvPr/>
          </p:nvSpPr>
          <p:spPr>
            <a:xfrm>
              <a:off x="7129580" y="22099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9" name="pt38139"/>
            <p:cNvSpPr/>
            <p:nvPr/>
          </p:nvSpPr>
          <p:spPr>
            <a:xfrm>
              <a:off x="7189673" y="23723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0" name="pt38140"/>
            <p:cNvSpPr/>
            <p:nvPr/>
          </p:nvSpPr>
          <p:spPr>
            <a:xfrm>
              <a:off x="7415834" y="25327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1" name="pt38141"/>
            <p:cNvSpPr/>
            <p:nvPr/>
          </p:nvSpPr>
          <p:spPr>
            <a:xfrm>
              <a:off x="7015156" y="19667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2" name="pt38142"/>
            <p:cNvSpPr/>
            <p:nvPr/>
          </p:nvSpPr>
          <p:spPr>
            <a:xfrm>
              <a:off x="6950863" y="20222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3" name="pt38143"/>
            <p:cNvSpPr/>
            <p:nvPr/>
          </p:nvSpPr>
          <p:spPr>
            <a:xfrm>
              <a:off x="7210711" y="21114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4" name="pt38144"/>
            <p:cNvSpPr/>
            <p:nvPr/>
          </p:nvSpPr>
          <p:spPr>
            <a:xfrm>
              <a:off x="7113540" y="22272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5" name="pt38145"/>
            <p:cNvSpPr/>
            <p:nvPr/>
          </p:nvSpPr>
          <p:spPr>
            <a:xfrm>
              <a:off x="7240585" y="20201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6" name="pt38146"/>
            <p:cNvSpPr/>
            <p:nvPr/>
          </p:nvSpPr>
          <p:spPr>
            <a:xfrm>
              <a:off x="7301184" y="17813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7" name="pt38147"/>
            <p:cNvSpPr/>
            <p:nvPr/>
          </p:nvSpPr>
          <p:spPr>
            <a:xfrm>
              <a:off x="6929598" y="21560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8" name="pt38148"/>
            <p:cNvSpPr/>
            <p:nvPr/>
          </p:nvSpPr>
          <p:spPr>
            <a:xfrm>
              <a:off x="7135764" y="22997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9" name="pt38149"/>
            <p:cNvSpPr/>
            <p:nvPr/>
          </p:nvSpPr>
          <p:spPr>
            <a:xfrm>
              <a:off x="6767502" y="2571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0" name="pt38150"/>
            <p:cNvSpPr/>
            <p:nvPr/>
          </p:nvSpPr>
          <p:spPr>
            <a:xfrm>
              <a:off x="7249604" y="20265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1" name="pt38151"/>
            <p:cNvSpPr/>
            <p:nvPr/>
          </p:nvSpPr>
          <p:spPr>
            <a:xfrm>
              <a:off x="6988639" y="2078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2" name="pt38152"/>
            <p:cNvSpPr/>
            <p:nvPr/>
          </p:nvSpPr>
          <p:spPr>
            <a:xfrm>
              <a:off x="7290275" y="21305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3" name="pt38153"/>
            <p:cNvSpPr/>
            <p:nvPr/>
          </p:nvSpPr>
          <p:spPr>
            <a:xfrm>
              <a:off x="7139535" y="23649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4" name="pt38154"/>
            <p:cNvSpPr/>
            <p:nvPr/>
          </p:nvSpPr>
          <p:spPr>
            <a:xfrm>
              <a:off x="6888390" y="22338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5" name="pt38155"/>
            <p:cNvSpPr/>
            <p:nvPr/>
          </p:nvSpPr>
          <p:spPr>
            <a:xfrm>
              <a:off x="7277015" y="20224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6" name="pt38156"/>
            <p:cNvSpPr/>
            <p:nvPr/>
          </p:nvSpPr>
          <p:spPr>
            <a:xfrm>
              <a:off x="7034943" y="23590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7" name="pt38157"/>
            <p:cNvSpPr/>
            <p:nvPr/>
          </p:nvSpPr>
          <p:spPr>
            <a:xfrm>
              <a:off x="7015833" y="1758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8" name="pt38158"/>
            <p:cNvSpPr/>
            <p:nvPr/>
          </p:nvSpPr>
          <p:spPr>
            <a:xfrm>
              <a:off x="7169333" y="22255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9" name="pt38159"/>
            <p:cNvSpPr/>
            <p:nvPr/>
          </p:nvSpPr>
          <p:spPr>
            <a:xfrm>
              <a:off x="7353110" y="24372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0" name="pt38160"/>
            <p:cNvSpPr/>
            <p:nvPr/>
          </p:nvSpPr>
          <p:spPr>
            <a:xfrm>
              <a:off x="7186103" y="21288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1" name="pt38161"/>
            <p:cNvSpPr/>
            <p:nvPr/>
          </p:nvSpPr>
          <p:spPr>
            <a:xfrm>
              <a:off x="7162683" y="21238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2" name="pt38162"/>
            <p:cNvSpPr/>
            <p:nvPr/>
          </p:nvSpPr>
          <p:spPr>
            <a:xfrm>
              <a:off x="6959653" y="20348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3" name="pt38163"/>
            <p:cNvSpPr/>
            <p:nvPr/>
          </p:nvSpPr>
          <p:spPr>
            <a:xfrm>
              <a:off x="6922944" y="20192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4" name="pt38164"/>
            <p:cNvSpPr/>
            <p:nvPr/>
          </p:nvSpPr>
          <p:spPr>
            <a:xfrm>
              <a:off x="7328745" y="20091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5" name="pt38165"/>
            <p:cNvSpPr/>
            <p:nvPr/>
          </p:nvSpPr>
          <p:spPr>
            <a:xfrm>
              <a:off x="7035867" y="24469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6" name="pt38166"/>
            <p:cNvSpPr/>
            <p:nvPr/>
          </p:nvSpPr>
          <p:spPr>
            <a:xfrm>
              <a:off x="7162079" y="20732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7" name="pt38167"/>
            <p:cNvSpPr/>
            <p:nvPr/>
          </p:nvSpPr>
          <p:spPr>
            <a:xfrm>
              <a:off x="7114903" y="2164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8" name="pt38168"/>
            <p:cNvSpPr/>
            <p:nvPr/>
          </p:nvSpPr>
          <p:spPr>
            <a:xfrm>
              <a:off x="7153446" y="20197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9" name="pt38169"/>
            <p:cNvSpPr/>
            <p:nvPr/>
          </p:nvSpPr>
          <p:spPr>
            <a:xfrm>
              <a:off x="7005173" y="20681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0" name="pt38170"/>
            <p:cNvSpPr/>
            <p:nvPr/>
          </p:nvSpPr>
          <p:spPr>
            <a:xfrm>
              <a:off x="7044740" y="19194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1" name="pt38171"/>
            <p:cNvSpPr/>
            <p:nvPr/>
          </p:nvSpPr>
          <p:spPr>
            <a:xfrm>
              <a:off x="7217521" y="20547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2" name="pt38172"/>
            <p:cNvSpPr/>
            <p:nvPr/>
          </p:nvSpPr>
          <p:spPr>
            <a:xfrm>
              <a:off x="7546846" y="20573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3" name="pt38173"/>
            <p:cNvSpPr/>
            <p:nvPr/>
          </p:nvSpPr>
          <p:spPr>
            <a:xfrm>
              <a:off x="7013651" y="19786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4" name="pt38174"/>
            <p:cNvSpPr/>
            <p:nvPr/>
          </p:nvSpPr>
          <p:spPr>
            <a:xfrm>
              <a:off x="7298481" y="19189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5" name="pt38175"/>
            <p:cNvSpPr/>
            <p:nvPr/>
          </p:nvSpPr>
          <p:spPr>
            <a:xfrm>
              <a:off x="7079444" y="20985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6" name="pt38176"/>
            <p:cNvSpPr/>
            <p:nvPr/>
          </p:nvSpPr>
          <p:spPr>
            <a:xfrm>
              <a:off x="7180510" y="20974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7" name="pt38177"/>
            <p:cNvSpPr/>
            <p:nvPr/>
          </p:nvSpPr>
          <p:spPr>
            <a:xfrm>
              <a:off x="6941864" y="19605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8" name="pt38178"/>
            <p:cNvSpPr/>
            <p:nvPr/>
          </p:nvSpPr>
          <p:spPr>
            <a:xfrm>
              <a:off x="6931449" y="21215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9" name="pt38179"/>
            <p:cNvSpPr/>
            <p:nvPr/>
          </p:nvSpPr>
          <p:spPr>
            <a:xfrm>
              <a:off x="7204950" y="19793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0" name="pt38180"/>
            <p:cNvSpPr/>
            <p:nvPr/>
          </p:nvSpPr>
          <p:spPr>
            <a:xfrm>
              <a:off x="7085126" y="21809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1" name="pt38181"/>
            <p:cNvSpPr/>
            <p:nvPr/>
          </p:nvSpPr>
          <p:spPr>
            <a:xfrm>
              <a:off x="6972710" y="20149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2" name="pt38182"/>
            <p:cNvSpPr/>
            <p:nvPr/>
          </p:nvSpPr>
          <p:spPr>
            <a:xfrm>
              <a:off x="7113128" y="21936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3" name="pt38183"/>
            <p:cNvSpPr/>
            <p:nvPr/>
          </p:nvSpPr>
          <p:spPr>
            <a:xfrm>
              <a:off x="6975797" y="18909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4" name="pt38184"/>
            <p:cNvSpPr/>
            <p:nvPr/>
          </p:nvSpPr>
          <p:spPr>
            <a:xfrm>
              <a:off x="7213434" y="21715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5" name="pt38185"/>
            <p:cNvSpPr/>
            <p:nvPr/>
          </p:nvSpPr>
          <p:spPr>
            <a:xfrm>
              <a:off x="6924551" y="21968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6" name="pt38186"/>
            <p:cNvSpPr/>
            <p:nvPr/>
          </p:nvSpPr>
          <p:spPr>
            <a:xfrm>
              <a:off x="7145008" y="21657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7" name="pt38187"/>
            <p:cNvSpPr/>
            <p:nvPr/>
          </p:nvSpPr>
          <p:spPr>
            <a:xfrm>
              <a:off x="7019464" y="21493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8" name="pt38188"/>
            <p:cNvSpPr/>
            <p:nvPr/>
          </p:nvSpPr>
          <p:spPr>
            <a:xfrm>
              <a:off x="7223584" y="22422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9" name="pt38189"/>
            <p:cNvSpPr/>
            <p:nvPr/>
          </p:nvSpPr>
          <p:spPr>
            <a:xfrm>
              <a:off x="7194957" y="23599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0" name="pt38190"/>
            <p:cNvSpPr/>
            <p:nvPr/>
          </p:nvSpPr>
          <p:spPr>
            <a:xfrm>
              <a:off x="7379081" y="23218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1" name="pt38191"/>
            <p:cNvSpPr/>
            <p:nvPr/>
          </p:nvSpPr>
          <p:spPr>
            <a:xfrm>
              <a:off x="7007438" y="18768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2" name="pt38192"/>
            <p:cNvSpPr/>
            <p:nvPr/>
          </p:nvSpPr>
          <p:spPr>
            <a:xfrm>
              <a:off x="7038827" y="24991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3" name="pt38193"/>
            <p:cNvSpPr/>
            <p:nvPr/>
          </p:nvSpPr>
          <p:spPr>
            <a:xfrm>
              <a:off x="7031766" y="22002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4" name="pt38194"/>
            <p:cNvSpPr/>
            <p:nvPr/>
          </p:nvSpPr>
          <p:spPr>
            <a:xfrm>
              <a:off x="7346305" y="27901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5" name="pt38195"/>
            <p:cNvSpPr/>
            <p:nvPr/>
          </p:nvSpPr>
          <p:spPr>
            <a:xfrm>
              <a:off x="7167126" y="22486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6" name="pt38196"/>
            <p:cNvSpPr/>
            <p:nvPr/>
          </p:nvSpPr>
          <p:spPr>
            <a:xfrm>
              <a:off x="7057026" y="22835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7" name="pt38197"/>
            <p:cNvSpPr/>
            <p:nvPr/>
          </p:nvSpPr>
          <p:spPr>
            <a:xfrm>
              <a:off x="7199743" y="21460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8" name="pt38198"/>
            <p:cNvSpPr/>
            <p:nvPr/>
          </p:nvSpPr>
          <p:spPr>
            <a:xfrm>
              <a:off x="7113981" y="2106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9" name="pt38199"/>
            <p:cNvSpPr/>
            <p:nvPr/>
          </p:nvSpPr>
          <p:spPr>
            <a:xfrm>
              <a:off x="7003442" y="20567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0" name="pt38200"/>
            <p:cNvSpPr/>
            <p:nvPr/>
          </p:nvSpPr>
          <p:spPr>
            <a:xfrm>
              <a:off x="7028478" y="20752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1" name="pt38201"/>
            <p:cNvSpPr/>
            <p:nvPr/>
          </p:nvSpPr>
          <p:spPr>
            <a:xfrm>
              <a:off x="7153176" y="19898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2" name="pt38202"/>
            <p:cNvSpPr/>
            <p:nvPr/>
          </p:nvSpPr>
          <p:spPr>
            <a:xfrm>
              <a:off x="6932471" y="18668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3" name="pt38203"/>
            <p:cNvSpPr/>
            <p:nvPr/>
          </p:nvSpPr>
          <p:spPr>
            <a:xfrm>
              <a:off x="6983731" y="21398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4" name="pt38204"/>
            <p:cNvSpPr/>
            <p:nvPr/>
          </p:nvSpPr>
          <p:spPr>
            <a:xfrm>
              <a:off x="7362513" y="21198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5" name="pt38205"/>
            <p:cNvSpPr/>
            <p:nvPr/>
          </p:nvSpPr>
          <p:spPr>
            <a:xfrm>
              <a:off x="7151580" y="20027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6" name="pt38206"/>
            <p:cNvSpPr/>
            <p:nvPr/>
          </p:nvSpPr>
          <p:spPr>
            <a:xfrm>
              <a:off x="6972242" y="20409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7" name="pt38207"/>
            <p:cNvSpPr/>
            <p:nvPr/>
          </p:nvSpPr>
          <p:spPr>
            <a:xfrm>
              <a:off x="7164623" y="21895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8" name="pt38208"/>
            <p:cNvSpPr/>
            <p:nvPr/>
          </p:nvSpPr>
          <p:spPr>
            <a:xfrm>
              <a:off x="7015359" y="18074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9" name="pt38209"/>
            <p:cNvSpPr/>
            <p:nvPr/>
          </p:nvSpPr>
          <p:spPr>
            <a:xfrm>
              <a:off x="7121291" y="21507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0" name="pt38210"/>
            <p:cNvSpPr/>
            <p:nvPr/>
          </p:nvSpPr>
          <p:spPr>
            <a:xfrm>
              <a:off x="7030429" y="22868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1" name="pt38211"/>
            <p:cNvSpPr/>
            <p:nvPr/>
          </p:nvSpPr>
          <p:spPr>
            <a:xfrm>
              <a:off x="7087675" y="21963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2" name="pt38212"/>
            <p:cNvSpPr/>
            <p:nvPr/>
          </p:nvSpPr>
          <p:spPr>
            <a:xfrm>
              <a:off x="7371937" y="21012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3" name="pt38213"/>
            <p:cNvSpPr/>
            <p:nvPr/>
          </p:nvSpPr>
          <p:spPr>
            <a:xfrm>
              <a:off x="7239286" y="19441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4" name="pt38214"/>
            <p:cNvSpPr/>
            <p:nvPr/>
          </p:nvSpPr>
          <p:spPr>
            <a:xfrm>
              <a:off x="7089790" y="21947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5" name="pt38215"/>
            <p:cNvSpPr/>
            <p:nvPr/>
          </p:nvSpPr>
          <p:spPr>
            <a:xfrm>
              <a:off x="7346330" y="24937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6" name="pt38216"/>
            <p:cNvSpPr/>
            <p:nvPr/>
          </p:nvSpPr>
          <p:spPr>
            <a:xfrm>
              <a:off x="7097399" y="21436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7" name="pt38217"/>
            <p:cNvSpPr/>
            <p:nvPr/>
          </p:nvSpPr>
          <p:spPr>
            <a:xfrm>
              <a:off x="7174818" y="20760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8" name="pt38218"/>
            <p:cNvSpPr/>
            <p:nvPr/>
          </p:nvSpPr>
          <p:spPr>
            <a:xfrm>
              <a:off x="7177902" y="20198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9" name="pt38219"/>
            <p:cNvSpPr/>
            <p:nvPr/>
          </p:nvSpPr>
          <p:spPr>
            <a:xfrm>
              <a:off x="7229952" y="19582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0" name="pt38220"/>
            <p:cNvSpPr/>
            <p:nvPr/>
          </p:nvSpPr>
          <p:spPr>
            <a:xfrm>
              <a:off x="7343270" y="23333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1" name="pt38221"/>
            <p:cNvSpPr/>
            <p:nvPr/>
          </p:nvSpPr>
          <p:spPr>
            <a:xfrm>
              <a:off x="7043240" y="21691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2" name="pt38222"/>
            <p:cNvSpPr/>
            <p:nvPr/>
          </p:nvSpPr>
          <p:spPr>
            <a:xfrm>
              <a:off x="7286278" y="20112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3" name="pt38223"/>
            <p:cNvSpPr/>
            <p:nvPr/>
          </p:nvSpPr>
          <p:spPr>
            <a:xfrm>
              <a:off x="6958220" y="19490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4" name="pt38224"/>
            <p:cNvSpPr/>
            <p:nvPr/>
          </p:nvSpPr>
          <p:spPr>
            <a:xfrm>
              <a:off x="7208172" y="20650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5" name="pt38225"/>
            <p:cNvSpPr/>
            <p:nvPr/>
          </p:nvSpPr>
          <p:spPr>
            <a:xfrm>
              <a:off x="7121474" y="21415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6" name="pt38226"/>
            <p:cNvSpPr/>
            <p:nvPr/>
          </p:nvSpPr>
          <p:spPr>
            <a:xfrm>
              <a:off x="7197512" y="22034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7" name="pt38227"/>
            <p:cNvSpPr/>
            <p:nvPr/>
          </p:nvSpPr>
          <p:spPr>
            <a:xfrm>
              <a:off x="6533720" y="17584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8" name="pt38228"/>
            <p:cNvSpPr/>
            <p:nvPr/>
          </p:nvSpPr>
          <p:spPr>
            <a:xfrm>
              <a:off x="7109655" y="21275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9" name="pt38229"/>
            <p:cNvSpPr/>
            <p:nvPr/>
          </p:nvSpPr>
          <p:spPr>
            <a:xfrm>
              <a:off x="7068634" y="20071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0" name="pt38230"/>
            <p:cNvSpPr/>
            <p:nvPr/>
          </p:nvSpPr>
          <p:spPr>
            <a:xfrm>
              <a:off x="7125335" y="23163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1" name="pt38231"/>
            <p:cNvSpPr/>
            <p:nvPr/>
          </p:nvSpPr>
          <p:spPr>
            <a:xfrm>
              <a:off x="7107570" y="20805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2" name="pt38232"/>
            <p:cNvSpPr/>
            <p:nvPr/>
          </p:nvSpPr>
          <p:spPr>
            <a:xfrm>
              <a:off x="6734128" y="16097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3" name="pt38233"/>
            <p:cNvSpPr/>
            <p:nvPr/>
          </p:nvSpPr>
          <p:spPr>
            <a:xfrm>
              <a:off x="7023283" y="20982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4" name="pt38234"/>
            <p:cNvSpPr/>
            <p:nvPr/>
          </p:nvSpPr>
          <p:spPr>
            <a:xfrm>
              <a:off x="7315094" y="20116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5" name="pt38235"/>
            <p:cNvSpPr/>
            <p:nvPr/>
          </p:nvSpPr>
          <p:spPr>
            <a:xfrm>
              <a:off x="7156077" y="19804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6" name="pt38236"/>
            <p:cNvSpPr/>
            <p:nvPr/>
          </p:nvSpPr>
          <p:spPr>
            <a:xfrm>
              <a:off x="6912095" y="20797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7" name="pt38237"/>
            <p:cNvSpPr/>
            <p:nvPr/>
          </p:nvSpPr>
          <p:spPr>
            <a:xfrm>
              <a:off x="7319707" y="18995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8" name="pt38238"/>
            <p:cNvSpPr/>
            <p:nvPr/>
          </p:nvSpPr>
          <p:spPr>
            <a:xfrm>
              <a:off x="7101953" y="21617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9" name="pt38239"/>
            <p:cNvSpPr/>
            <p:nvPr/>
          </p:nvSpPr>
          <p:spPr>
            <a:xfrm>
              <a:off x="7099915" y="20959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0" name="pt38240"/>
            <p:cNvSpPr/>
            <p:nvPr/>
          </p:nvSpPr>
          <p:spPr>
            <a:xfrm>
              <a:off x="7097351" y="22295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1" name="pt38241"/>
            <p:cNvSpPr/>
            <p:nvPr/>
          </p:nvSpPr>
          <p:spPr>
            <a:xfrm>
              <a:off x="6920376" y="22653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2" name="pt38242"/>
            <p:cNvSpPr/>
            <p:nvPr/>
          </p:nvSpPr>
          <p:spPr>
            <a:xfrm>
              <a:off x="7104238" y="21458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3" name="pt38243"/>
            <p:cNvSpPr/>
            <p:nvPr/>
          </p:nvSpPr>
          <p:spPr>
            <a:xfrm>
              <a:off x="7100590" y="21608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4" name="pt38244"/>
            <p:cNvSpPr/>
            <p:nvPr/>
          </p:nvSpPr>
          <p:spPr>
            <a:xfrm>
              <a:off x="7313484" y="19572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5" name="pt38245"/>
            <p:cNvSpPr/>
            <p:nvPr/>
          </p:nvSpPr>
          <p:spPr>
            <a:xfrm>
              <a:off x="7167922" y="22892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6" name="pt38246"/>
            <p:cNvSpPr/>
            <p:nvPr/>
          </p:nvSpPr>
          <p:spPr>
            <a:xfrm>
              <a:off x="6983934" y="20989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7" name="pt38247"/>
            <p:cNvSpPr/>
            <p:nvPr/>
          </p:nvSpPr>
          <p:spPr>
            <a:xfrm>
              <a:off x="7253019" y="20305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8" name="pt38248"/>
            <p:cNvSpPr/>
            <p:nvPr/>
          </p:nvSpPr>
          <p:spPr>
            <a:xfrm>
              <a:off x="7065714" y="20789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9" name="pt38249"/>
            <p:cNvSpPr/>
            <p:nvPr/>
          </p:nvSpPr>
          <p:spPr>
            <a:xfrm>
              <a:off x="6966969" y="19099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0" name="pt38250"/>
            <p:cNvSpPr/>
            <p:nvPr/>
          </p:nvSpPr>
          <p:spPr>
            <a:xfrm>
              <a:off x="6995934" y="2081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1" name="pt38251"/>
            <p:cNvSpPr/>
            <p:nvPr/>
          </p:nvSpPr>
          <p:spPr>
            <a:xfrm>
              <a:off x="7081770" y="22551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2" name="pt38252"/>
            <p:cNvSpPr/>
            <p:nvPr/>
          </p:nvSpPr>
          <p:spPr>
            <a:xfrm>
              <a:off x="7794983" y="24912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3" name="pt38253"/>
            <p:cNvSpPr/>
            <p:nvPr/>
          </p:nvSpPr>
          <p:spPr>
            <a:xfrm>
              <a:off x="7499139" y="23083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4" name="pt38254"/>
            <p:cNvSpPr/>
            <p:nvPr/>
          </p:nvSpPr>
          <p:spPr>
            <a:xfrm>
              <a:off x="7231920" y="22922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5" name="pt38255"/>
            <p:cNvSpPr/>
            <p:nvPr/>
          </p:nvSpPr>
          <p:spPr>
            <a:xfrm>
              <a:off x="6979494" y="18881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6" name="pt38256"/>
            <p:cNvSpPr/>
            <p:nvPr/>
          </p:nvSpPr>
          <p:spPr>
            <a:xfrm>
              <a:off x="7195753" y="22501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7" name="pt38257"/>
            <p:cNvSpPr/>
            <p:nvPr/>
          </p:nvSpPr>
          <p:spPr>
            <a:xfrm>
              <a:off x="7080879" y="21472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8" name="pt38258"/>
            <p:cNvSpPr/>
            <p:nvPr/>
          </p:nvSpPr>
          <p:spPr>
            <a:xfrm>
              <a:off x="7118977" y="21624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9" name="pt38259"/>
            <p:cNvSpPr/>
            <p:nvPr/>
          </p:nvSpPr>
          <p:spPr>
            <a:xfrm>
              <a:off x="7022894" y="22060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0" name="pt38260"/>
            <p:cNvSpPr/>
            <p:nvPr/>
          </p:nvSpPr>
          <p:spPr>
            <a:xfrm>
              <a:off x="7189496" y="20635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1" name="pt38261"/>
            <p:cNvSpPr/>
            <p:nvPr/>
          </p:nvSpPr>
          <p:spPr>
            <a:xfrm>
              <a:off x="7228573" y="23132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2" name="pt38262"/>
            <p:cNvSpPr/>
            <p:nvPr/>
          </p:nvSpPr>
          <p:spPr>
            <a:xfrm>
              <a:off x="7348458" y="2457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3" name="pt38263"/>
            <p:cNvSpPr/>
            <p:nvPr/>
          </p:nvSpPr>
          <p:spPr>
            <a:xfrm>
              <a:off x="7026791" y="22651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4" name="pt38264"/>
            <p:cNvSpPr/>
            <p:nvPr/>
          </p:nvSpPr>
          <p:spPr>
            <a:xfrm>
              <a:off x="6901663" y="21047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5" name="pt38265"/>
            <p:cNvSpPr/>
            <p:nvPr/>
          </p:nvSpPr>
          <p:spPr>
            <a:xfrm>
              <a:off x="6830336" y="19826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6" name="pt38266"/>
            <p:cNvSpPr/>
            <p:nvPr/>
          </p:nvSpPr>
          <p:spPr>
            <a:xfrm>
              <a:off x="7113984" y="2249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7" name="pt38267"/>
            <p:cNvSpPr/>
            <p:nvPr/>
          </p:nvSpPr>
          <p:spPr>
            <a:xfrm>
              <a:off x="7284681" y="19450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8" name="pt38268"/>
            <p:cNvSpPr/>
            <p:nvPr/>
          </p:nvSpPr>
          <p:spPr>
            <a:xfrm>
              <a:off x="7130518" y="21447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9" name="pt38269"/>
            <p:cNvSpPr/>
            <p:nvPr/>
          </p:nvSpPr>
          <p:spPr>
            <a:xfrm>
              <a:off x="7052810" y="20554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0" name="pt38270"/>
            <p:cNvSpPr/>
            <p:nvPr/>
          </p:nvSpPr>
          <p:spPr>
            <a:xfrm>
              <a:off x="7164359" y="21361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1" name="pt38271"/>
            <p:cNvSpPr/>
            <p:nvPr/>
          </p:nvSpPr>
          <p:spPr>
            <a:xfrm>
              <a:off x="7021257" y="20328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2" name="pt38272"/>
            <p:cNvSpPr/>
            <p:nvPr/>
          </p:nvSpPr>
          <p:spPr>
            <a:xfrm>
              <a:off x="7134412" y="23729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3" name="pt38273"/>
            <p:cNvSpPr/>
            <p:nvPr/>
          </p:nvSpPr>
          <p:spPr>
            <a:xfrm>
              <a:off x="7170506" y="21326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4" name="pt38274"/>
            <p:cNvSpPr/>
            <p:nvPr/>
          </p:nvSpPr>
          <p:spPr>
            <a:xfrm>
              <a:off x="6850376" y="21697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5" name="pt38275"/>
            <p:cNvSpPr/>
            <p:nvPr/>
          </p:nvSpPr>
          <p:spPr>
            <a:xfrm>
              <a:off x="7234581" y="20517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6" name="pt38276"/>
            <p:cNvSpPr/>
            <p:nvPr/>
          </p:nvSpPr>
          <p:spPr>
            <a:xfrm>
              <a:off x="7257354" y="22896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7" name="pt38277"/>
            <p:cNvSpPr/>
            <p:nvPr/>
          </p:nvSpPr>
          <p:spPr>
            <a:xfrm>
              <a:off x="7349987" y="25541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8" name="pt38278"/>
            <p:cNvSpPr/>
            <p:nvPr/>
          </p:nvSpPr>
          <p:spPr>
            <a:xfrm>
              <a:off x="7072703" y="22222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9" name="pt38279"/>
            <p:cNvSpPr/>
            <p:nvPr/>
          </p:nvSpPr>
          <p:spPr>
            <a:xfrm>
              <a:off x="7254554" y="20600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0" name="pt38280"/>
            <p:cNvSpPr/>
            <p:nvPr/>
          </p:nvSpPr>
          <p:spPr>
            <a:xfrm>
              <a:off x="6880435" y="20039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1" name="pt38281"/>
            <p:cNvSpPr/>
            <p:nvPr/>
          </p:nvSpPr>
          <p:spPr>
            <a:xfrm>
              <a:off x="7281370" y="20014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2" name="pt38282"/>
            <p:cNvSpPr/>
            <p:nvPr/>
          </p:nvSpPr>
          <p:spPr>
            <a:xfrm>
              <a:off x="6922422" y="2221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3" name="pt38283"/>
            <p:cNvSpPr/>
            <p:nvPr/>
          </p:nvSpPr>
          <p:spPr>
            <a:xfrm>
              <a:off x="7060660" y="23028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4" name="pt38284"/>
            <p:cNvSpPr/>
            <p:nvPr/>
          </p:nvSpPr>
          <p:spPr>
            <a:xfrm>
              <a:off x="7189920" y="21915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5" name="pt38285"/>
            <p:cNvSpPr/>
            <p:nvPr/>
          </p:nvSpPr>
          <p:spPr>
            <a:xfrm>
              <a:off x="7364115" y="22813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6" name="pt38286"/>
            <p:cNvSpPr/>
            <p:nvPr/>
          </p:nvSpPr>
          <p:spPr>
            <a:xfrm>
              <a:off x="7081660" y="22283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7" name="pt38287"/>
            <p:cNvSpPr/>
            <p:nvPr/>
          </p:nvSpPr>
          <p:spPr>
            <a:xfrm>
              <a:off x="7077461" y="2219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8" name="pt38288"/>
            <p:cNvSpPr/>
            <p:nvPr/>
          </p:nvSpPr>
          <p:spPr>
            <a:xfrm>
              <a:off x="7334905" y="24364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9" name="pt38289"/>
            <p:cNvSpPr/>
            <p:nvPr/>
          </p:nvSpPr>
          <p:spPr>
            <a:xfrm>
              <a:off x="7131308" y="23427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0" name="pt38290"/>
            <p:cNvSpPr/>
            <p:nvPr/>
          </p:nvSpPr>
          <p:spPr>
            <a:xfrm>
              <a:off x="6562273" y="22926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1" name="pt38291"/>
            <p:cNvSpPr/>
            <p:nvPr/>
          </p:nvSpPr>
          <p:spPr>
            <a:xfrm>
              <a:off x="6986155" y="19964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2" name="pt38292"/>
            <p:cNvSpPr/>
            <p:nvPr/>
          </p:nvSpPr>
          <p:spPr>
            <a:xfrm>
              <a:off x="7137422" y="24060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3" name="pt38293"/>
            <p:cNvSpPr/>
            <p:nvPr/>
          </p:nvSpPr>
          <p:spPr>
            <a:xfrm>
              <a:off x="7405357" y="30428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4" name="pt38294"/>
            <p:cNvSpPr/>
            <p:nvPr/>
          </p:nvSpPr>
          <p:spPr>
            <a:xfrm>
              <a:off x="7365415" y="21459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5" name="pt38295"/>
            <p:cNvSpPr/>
            <p:nvPr/>
          </p:nvSpPr>
          <p:spPr>
            <a:xfrm>
              <a:off x="6996052" y="19032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6" name="pt38296"/>
            <p:cNvSpPr/>
            <p:nvPr/>
          </p:nvSpPr>
          <p:spPr>
            <a:xfrm>
              <a:off x="7036653" y="23767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7" name="pt38297"/>
            <p:cNvSpPr/>
            <p:nvPr/>
          </p:nvSpPr>
          <p:spPr>
            <a:xfrm>
              <a:off x="7322671" y="21491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8" name="pt38298"/>
            <p:cNvSpPr/>
            <p:nvPr/>
          </p:nvSpPr>
          <p:spPr>
            <a:xfrm>
              <a:off x="6908628" y="21832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9" name="pt38299"/>
            <p:cNvSpPr/>
            <p:nvPr/>
          </p:nvSpPr>
          <p:spPr>
            <a:xfrm>
              <a:off x="7169070" y="22763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0" name="pt38300"/>
            <p:cNvSpPr/>
            <p:nvPr/>
          </p:nvSpPr>
          <p:spPr>
            <a:xfrm>
              <a:off x="7106552" y="20801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1" name="pt38301"/>
            <p:cNvSpPr/>
            <p:nvPr/>
          </p:nvSpPr>
          <p:spPr>
            <a:xfrm>
              <a:off x="7113721" y="21777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2" name="pt38302"/>
            <p:cNvSpPr/>
            <p:nvPr/>
          </p:nvSpPr>
          <p:spPr>
            <a:xfrm>
              <a:off x="7228798" y="22207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3" name="pt38303"/>
            <p:cNvSpPr/>
            <p:nvPr/>
          </p:nvSpPr>
          <p:spPr>
            <a:xfrm>
              <a:off x="7007056" y="19995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4" name="pt38304"/>
            <p:cNvSpPr/>
            <p:nvPr/>
          </p:nvSpPr>
          <p:spPr>
            <a:xfrm>
              <a:off x="7066023" y="21510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5" name="pt38305"/>
            <p:cNvSpPr/>
            <p:nvPr/>
          </p:nvSpPr>
          <p:spPr>
            <a:xfrm>
              <a:off x="6909799" y="22168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6" name="pt38306"/>
            <p:cNvSpPr/>
            <p:nvPr/>
          </p:nvSpPr>
          <p:spPr>
            <a:xfrm>
              <a:off x="7215985" y="20507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7" name="pt38307"/>
            <p:cNvSpPr/>
            <p:nvPr/>
          </p:nvSpPr>
          <p:spPr>
            <a:xfrm>
              <a:off x="7073684" y="22127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8" name="pt38308"/>
            <p:cNvSpPr/>
            <p:nvPr/>
          </p:nvSpPr>
          <p:spPr>
            <a:xfrm>
              <a:off x="7352619" y="25620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9" name="pt38309"/>
            <p:cNvSpPr/>
            <p:nvPr/>
          </p:nvSpPr>
          <p:spPr>
            <a:xfrm>
              <a:off x="7165532" y="20940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0" name="pt38310"/>
            <p:cNvSpPr/>
            <p:nvPr/>
          </p:nvSpPr>
          <p:spPr>
            <a:xfrm>
              <a:off x="7018155" y="18388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1" name="pt38311"/>
            <p:cNvSpPr/>
            <p:nvPr/>
          </p:nvSpPr>
          <p:spPr>
            <a:xfrm>
              <a:off x="6928001" y="21861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2" name="pt38312"/>
            <p:cNvSpPr/>
            <p:nvPr/>
          </p:nvSpPr>
          <p:spPr>
            <a:xfrm>
              <a:off x="7197338" y="21994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3" name="pt38313"/>
            <p:cNvSpPr/>
            <p:nvPr/>
          </p:nvSpPr>
          <p:spPr>
            <a:xfrm>
              <a:off x="7172310" y="21230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4" name="pt38314"/>
            <p:cNvSpPr/>
            <p:nvPr/>
          </p:nvSpPr>
          <p:spPr>
            <a:xfrm>
              <a:off x="7363791" y="2369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5" name="pt38315"/>
            <p:cNvSpPr/>
            <p:nvPr/>
          </p:nvSpPr>
          <p:spPr>
            <a:xfrm>
              <a:off x="6979689" y="18515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6" name="pt38316"/>
            <p:cNvSpPr/>
            <p:nvPr/>
          </p:nvSpPr>
          <p:spPr>
            <a:xfrm>
              <a:off x="7097514" y="21801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7" name="pt38317"/>
            <p:cNvSpPr/>
            <p:nvPr/>
          </p:nvSpPr>
          <p:spPr>
            <a:xfrm>
              <a:off x="7170333" y="22132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8" name="pt38318"/>
            <p:cNvSpPr/>
            <p:nvPr/>
          </p:nvSpPr>
          <p:spPr>
            <a:xfrm>
              <a:off x="6951859" y="20438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9" name="pt38319"/>
            <p:cNvSpPr/>
            <p:nvPr/>
          </p:nvSpPr>
          <p:spPr>
            <a:xfrm>
              <a:off x="7185087" y="21546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0" name="pt38320"/>
            <p:cNvSpPr/>
            <p:nvPr/>
          </p:nvSpPr>
          <p:spPr>
            <a:xfrm>
              <a:off x="7057155" y="21386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1" name="pt38321"/>
            <p:cNvSpPr/>
            <p:nvPr/>
          </p:nvSpPr>
          <p:spPr>
            <a:xfrm>
              <a:off x="6803895" y="22722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2" name="pt38322"/>
            <p:cNvSpPr/>
            <p:nvPr/>
          </p:nvSpPr>
          <p:spPr>
            <a:xfrm>
              <a:off x="7188327" y="22208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3" name="pt38323"/>
            <p:cNvSpPr/>
            <p:nvPr/>
          </p:nvSpPr>
          <p:spPr>
            <a:xfrm>
              <a:off x="7218234" y="20534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4" name="pt38324"/>
            <p:cNvSpPr/>
            <p:nvPr/>
          </p:nvSpPr>
          <p:spPr>
            <a:xfrm>
              <a:off x="7324550" y="20197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5" name="pt38325"/>
            <p:cNvSpPr/>
            <p:nvPr/>
          </p:nvSpPr>
          <p:spPr>
            <a:xfrm>
              <a:off x="7365523" y="20937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6" name="pt38326"/>
            <p:cNvSpPr/>
            <p:nvPr/>
          </p:nvSpPr>
          <p:spPr>
            <a:xfrm>
              <a:off x="6995309" y="18943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7" name="pt38327"/>
            <p:cNvSpPr/>
            <p:nvPr/>
          </p:nvSpPr>
          <p:spPr>
            <a:xfrm>
              <a:off x="7389475" y="24527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8" name="pt38328"/>
            <p:cNvSpPr/>
            <p:nvPr/>
          </p:nvSpPr>
          <p:spPr>
            <a:xfrm>
              <a:off x="7157862" y="20606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9" name="pt38329"/>
            <p:cNvSpPr/>
            <p:nvPr/>
          </p:nvSpPr>
          <p:spPr>
            <a:xfrm>
              <a:off x="7124473" y="20118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0" name="pt38330"/>
            <p:cNvSpPr/>
            <p:nvPr/>
          </p:nvSpPr>
          <p:spPr>
            <a:xfrm>
              <a:off x="7335372" y="23639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1" name="pt38331"/>
            <p:cNvSpPr/>
            <p:nvPr/>
          </p:nvSpPr>
          <p:spPr>
            <a:xfrm>
              <a:off x="6926466" y="20156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2" name="pt38332"/>
            <p:cNvSpPr/>
            <p:nvPr/>
          </p:nvSpPr>
          <p:spPr>
            <a:xfrm>
              <a:off x="7086138" y="22265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3" name="pt38333"/>
            <p:cNvSpPr/>
            <p:nvPr/>
          </p:nvSpPr>
          <p:spPr>
            <a:xfrm>
              <a:off x="7220832" y="17665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4" name="pt38334"/>
            <p:cNvSpPr/>
            <p:nvPr/>
          </p:nvSpPr>
          <p:spPr>
            <a:xfrm>
              <a:off x="7079390" y="22846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5" name="pt38335"/>
            <p:cNvSpPr/>
            <p:nvPr/>
          </p:nvSpPr>
          <p:spPr>
            <a:xfrm>
              <a:off x="7098244" y="21822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6" name="pt38336"/>
            <p:cNvSpPr/>
            <p:nvPr/>
          </p:nvSpPr>
          <p:spPr>
            <a:xfrm>
              <a:off x="7304684" y="21760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7" name="pt38337"/>
            <p:cNvSpPr/>
            <p:nvPr/>
          </p:nvSpPr>
          <p:spPr>
            <a:xfrm>
              <a:off x="7347882" y="24508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8" name="pt38338"/>
            <p:cNvSpPr/>
            <p:nvPr/>
          </p:nvSpPr>
          <p:spPr>
            <a:xfrm>
              <a:off x="7183385" y="19624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9" name="pt38339"/>
            <p:cNvSpPr/>
            <p:nvPr/>
          </p:nvSpPr>
          <p:spPr>
            <a:xfrm>
              <a:off x="6793379" y="23735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0" name="pt38340"/>
            <p:cNvSpPr/>
            <p:nvPr/>
          </p:nvSpPr>
          <p:spPr>
            <a:xfrm>
              <a:off x="7464397" y="26215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1" name="pt38341"/>
            <p:cNvSpPr/>
            <p:nvPr/>
          </p:nvSpPr>
          <p:spPr>
            <a:xfrm>
              <a:off x="7178269" y="20749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2" name="pt38342"/>
            <p:cNvSpPr/>
            <p:nvPr/>
          </p:nvSpPr>
          <p:spPr>
            <a:xfrm>
              <a:off x="7301574" y="19433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3" name="pt38343"/>
            <p:cNvSpPr/>
            <p:nvPr/>
          </p:nvSpPr>
          <p:spPr>
            <a:xfrm>
              <a:off x="7196100" y="22608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4" name="pt38344"/>
            <p:cNvSpPr/>
            <p:nvPr/>
          </p:nvSpPr>
          <p:spPr>
            <a:xfrm>
              <a:off x="7285067" y="20236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5" name="pt38345"/>
            <p:cNvSpPr/>
            <p:nvPr/>
          </p:nvSpPr>
          <p:spPr>
            <a:xfrm>
              <a:off x="7280997" y="19885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6" name="pt38346"/>
            <p:cNvSpPr/>
            <p:nvPr/>
          </p:nvSpPr>
          <p:spPr>
            <a:xfrm>
              <a:off x="7304802" y="21223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7" name="pt38347"/>
            <p:cNvSpPr/>
            <p:nvPr/>
          </p:nvSpPr>
          <p:spPr>
            <a:xfrm>
              <a:off x="7257915" y="18525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8" name="pt38348"/>
            <p:cNvSpPr/>
            <p:nvPr/>
          </p:nvSpPr>
          <p:spPr>
            <a:xfrm>
              <a:off x="7161654" y="20736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9" name="pt38349"/>
            <p:cNvSpPr/>
            <p:nvPr/>
          </p:nvSpPr>
          <p:spPr>
            <a:xfrm>
              <a:off x="7080001" y="2123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0" name="pt38350"/>
            <p:cNvSpPr/>
            <p:nvPr/>
          </p:nvSpPr>
          <p:spPr>
            <a:xfrm>
              <a:off x="7221935" y="17169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1" name="pt38351"/>
            <p:cNvSpPr/>
            <p:nvPr/>
          </p:nvSpPr>
          <p:spPr>
            <a:xfrm>
              <a:off x="7054336" y="20848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2" name="pt38352"/>
            <p:cNvSpPr/>
            <p:nvPr/>
          </p:nvSpPr>
          <p:spPr>
            <a:xfrm>
              <a:off x="6786126" y="26931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3" name="pt38353"/>
            <p:cNvSpPr/>
            <p:nvPr/>
          </p:nvSpPr>
          <p:spPr>
            <a:xfrm>
              <a:off x="7084893" y="20797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4" name="pt38354"/>
            <p:cNvSpPr/>
            <p:nvPr/>
          </p:nvSpPr>
          <p:spPr>
            <a:xfrm>
              <a:off x="6978786" y="18319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5" name="pt38355"/>
            <p:cNvSpPr/>
            <p:nvPr/>
          </p:nvSpPr>
          <p:spPr>
            <a:xfrm>
              <a:off x="7048609" y="17886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6" name="pt38356"/>
            <p:cNvSpPr/>
            <p:nvPr/>
          </p:nvSpPr>
          <p:spPr>
            <a:xfrm>
              <a:off x="7208024" y="21014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7" name="pt38357"/>
            <p:cNvSpPr/>
            <p:nvPr/>
          </p:nvSpPr>
          <p:spPr>
            <a:xfrm>
              <a:off x="7059788" y="2235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8" name="pt38358"/>
            <p:cNvSpPr/>
            <p:nvPr/>
          </p:nvSpPr>
          <p:spPr>
            <a:xfrm>
              <a:off x="6963075" y="2049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9" name="pt38359"/>
            <p:cNvSpPr/>
            <p:nvPr/>
          </p:nvSpPr>
          <p:spPr>
            <a:xfrm>
              <a:off x="7191378" y="2323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0" name="pt38360"/>
            <p:cNvSpPr/>
            <p:nvPr/>
          </p:nvSpPr>
          <p:spPr>
            <a:xfrm>
              <a:off x="7138002" y="24152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1" name="pt38361"/>
            <p:cNvSpPr/>
            <p:nvPr/>
          </p:nvSpPr>
          <p:spPr>
            <a:xfrm>
              <a:off x="7014429" y="18082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2" name="pt38362"/>
            <p:cNvSpPr/>
            <p:nvPr/>
          </p:nvSpPr>
          <p:spPr>
            <a:xfrm>
              <a:off x="6653340" y="22416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3" name="pt38363"/>
            <p:cNvSpPr/>
            <p:nvPr/>
          </p:nvSpPr>
          <p:spPr>
            <a:xfrm>
              <a:off x="7183639" y="20689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4" name="pt38364"/>
            <p:cNvSpPr/>
            <p:nvPr/>
          </p:nvSpPr>
          <p:spPr>
            <a:xfrm>
              <a:off x="7446926" y="23482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5" name="pt38365"/>
            <p:cNvSpPr/>
            <p:nvPr/>
          </p:nvSpPr>
          <p:spPr>
            <a:xfrm>
              <a:off x="7192623" y="21553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6" name="pt38366"/>
            <p:cNvSpPr/>
            <p:nvPr/>
          </p:nvSpPr>
          <p:spPr>
            <a:xfrm>
              <a:off x="7173832" y="20749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7" name="pt38367"/>
            <p:cNvSpPr/>
            <p:nvPr/>
          </p:nvSpPr>
          <p:spPr>
            <a:xfrm>
              <a:off x="7331947" y="20541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8" name="pt38368"/>
            <p:cNvSpPr/>
            <p:nvPr/>
          </p:nvSpPr>
          <p:spPr>
            <a:xfrm>
              <a:off x="7516223" y="20459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9" name="pt38369"/>
            <p:cNvSpPr/>
            <p:nvPr/>
          </p:nvSpPr>
          <p:spPr>
            <a:xfrm>
              <a:off x="6825650" y="21543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0" name="pt38370"/>
            <p:cNvSpPr/>
            <p:nvPr/>
          </p:nvSpPr>
          <p:spPr>
            <a:xfrm>
              <a:off x="7525239" y="20657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1" name="pt38371"/>
            <p:cNvSpPr/>
            <p:nvPr/>
          </p:nvSpPr>
          <p:spPr>
            <a:xfrm>
              <a:off x="7254701" y="19681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2" name="pt38372"/>
            <p:cNvSpPr/>
            <p:nvPr/>
          </p:nvSpPr>
          <p:spPr>
            <a:xfrm>
              <a:off x="7173652" y="20909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3" name="pt38373"/>
            <p:cNvSpPr/>
            <p:nvPr/>
          </p:nvSpPr>
          <p:spPr>
            <a:xfrm>
              <a:off x="7122169" y="21065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4" name="pt38374"/>
            <p:cNvSpPr/>
            <p:nvPr/>
          </p:nvSpPr>
          <p:spPr>
            <a:xfrm>
              <a:off x="6985539" y="20576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5" name="pt38375"/>
            <p:cNvSpPr/>
            <p:nvPr/>
          </p:nvSpPr>
          <p:spPr>
            <a:xfrm>
              <a:off x="7308716" y="20773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6" name="pt38376"/>
            <p:cNvSpPr/>
            <p:nvPr/>
          </p:nvSpPr>
          <p:spPr>
            <a:xfrm>
              <a:off x="7070018" y="22132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7" name="pt38377"/>
            <p:cNvSpPr/>
            <p:nvPr/>
          </p:nvSpPr>
          <p:spPr>
            <a:xfrm>
              <a:off x="7071618" y="21871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8" name="pt38378"/>
            <p:cNvSpPr/>
            <p:nvPr/>
          </p:nvSpPr>
          <p:spPr>
            <a:xfrm>
              <a:off x="7122347" y="20722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9" name="pt38379"/>
            <p:cNvSpPr/>
            <p:nvPr/>
          </p:nvSpPr>
          <p:spPr>
            <a:xfrm>
              <a:off x="6882617" y="17460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0" name="pt38380"/>
            <p:cNvSpPr/>
            <p:nvPr/>
          </p:nvSpPr>
          <p:spPr>
            <a:xfrm>
              <a:off x="6943938" y="21528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1" name="pt38381"/>
            <p:cNvSpPr/>
            <p:nvPr/>
          </p:nvSpPr>
          <p:spPr>
            <a:xfrm>
              <a:off x="7268218" y="18711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2" name="pt38382"/>
            <p:cNvSpPr/>
            <p:nvPr/>
          </p:nvSpPr>
          <p:spPr>
            <a:xfrm>
              <a:off x="6955939" y="2027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3" name="pt38383"/>
            <p:cNvSpPr/>
            <p:nvPr/>
          </p:nvSpPr>
          <p:spPr>
            <a:xfrm>
              <a:off x="7145211" y="20470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4" name="pt38384"/>
            <p:cNvSpPr/>
            <p:nvPr/>
          </p:nvSpPr>
          <p:spPr>
            <a:xfrm>
              <a:off x="7228395" y="22493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5" name="pt38385"/>
            <p:cNvSpPr/>
            <p:nvPr/>
          </p:nvSpPr>
          <p:spPr>
            <a:xfrm>
              <a:off x="7031868" y="22954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6" name="pt38386"/>
            <p:cNvSpPr/>
            <p:nvPr/>
          </p:nvSpPr>
          <p:spPr>
            <a:xfrm>
              <a:off x="7150422" y="2010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7" name="pt38387"/>
            <p:cNvSpPr/>
            <p:nvPr/>
          </p:nvSpPr>
          <p:spPr>
            <a:xfrm>
              <a:off x="6949971" y="20749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8" name="pt38388"/>
            <p:cNvSpPr/>
            <p:nvPr/>
          </p:nvSpPr>
          <p:spPr>
            <a:xfrm>
              <a:off x="7039172" y="23412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9" name="pt38389"/>
            <p:cNvSpPr/>
            <p:nvPr/>
          </p:nvSpPr>
          <p:spPr>
            <a:xfrm>
              <a:off x="7234352" y="21729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0" name="pt38390"/>
            <p:cNvSpPr/>
            <p:nvPr/>
          </p:nvSpPr>
          <p:spPr>
            <a:xfrm>
              <a:off x="6881249" y="18452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1" name="pt38391"/>
            <p:cNvSpPr/>
            <p:nvPr/>
          </p:nvSpPr>
          <p:spPr>
            <a:xfrm>
              <a:off x="7064487" y="21420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2" name="pt38392"/>
            <p:cNvSpPr/>
            <p:nvPr/>
          </p:nvSpPr>
          <p:spPr>
            <a:xfrm>
              <a:off x="7274264" y="22117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3" name="pt38393"/>
            <p:cNvSpPr/>
            <p:nvPr/>
          </p:nvSpPr>
          <p:spPr>
            <a:xfrm>
              <a:off x="6867458" y="18759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4" name="pt38394"/>
            <p:cNvSpPr/>
            <p:nvPr/>
          </p:nvSpPr>
          <p:spPr>
            <a:xfrm>
              <a:off x="7465572" y="23998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5" name="pt38395"/>
            <p:cNvSpPr/>
            <p:nvPr/>
          </p:nvSpPr>
          <p:spPr>
            <a:xfrm>
              <a:off x="7210880" y="23056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6" name="pt38396"/>
            <p:cNvSpPr/>
            <p:nvPr/>
          </p:nvSpPr>
          <p:spPr>
            <a:xfrm>
              <a:off x="7167764" y="22233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7" name="pt38397"/>
            <p:cNvSpPr/>
            <p:nvPr/>
          </p:nvSpPr>
          <p:spPr>
            <a:xfrm>
              <a:off x="7298362" y="23316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8" name="pt38398"/>
            <p:cNvSpPr/>
            <p:nvPr/>
          </p:nvSpPr>
          <p:spPr>
            <a:xfrm>
              <a:off x="7061768" y="22106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9" name="pt38399"/>
            <p:cNvSpPr/>
            <p:nvPr/>
          </p:nvSpPr>
          <p:spPr>
            <a:xfrm>
              <a:off x="7305762" y="20630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0" name="pt38400"/>
            <p:cNvSpPr/>
            <p:nvPr/>
          </p:nvSpPr>
          <p:spPr>
            <a:xfrm>
              <a:off x="7351919" y="24708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1" name="pt38401"/>
            <p:cNvSpPr/>
            <p:nvPr/>
          </p:nvSpPr>
          <p:spPr>
            <a:xfrm>
              <a:off x="7177172" y="20540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2" name="pt38402"/>
            <p:cNvSpPr/>
            <p:nvPr/>
          </p:nvSpPr>
          <p:spPr>
            <a:xfrm>
              <a:off x="7282498" y="18704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3" name="pt38403"/>
            <p:cNvSpPr/>
            <p:nvPr/>
          </p:nvSpPr>
          <p:spPr>
            <a:xfrm>
              <a:off x="7061838" y="22659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4" name="pt38404"/>
            <p:cNvSpPr/>
            <p:nvPr/>
          </p:nvSpPr>
          <p:spPr>
            <a:xfrm>
              <a:off x="7037239" y="24108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5" name="pt38405"/>
            <p:cNvSpPr/>
            <p:nvPr/>
          </p:nvSpPr>
          <p:spPr>
            <a:xfrm>
              <a:off x="6857157" y="21517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6" name="pt38406"/>
            <p:cNvSpPr/>
            <p:nvPr/>
          </p:nvSpPr>
          <p:spPr>
            <a:xfrm>
              <a:off x="6976547" y="19874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7" name="pt38407"/>
            <p:cNvSpPr/>
            <p:nvPr/>
          </p:nvSpPr>
          <p:spPr>
            <a:xfrm>
              <a:off x="7002233" y="18483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8" name="pt38408"/>
            <p:cNvSpPr/>
            <p:nvPr/>
          </p:nvSpPr>
          <p:spPr>
            <a:xfrm>
              <a:off x="7152716" y="20683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9" name="pt38409"/>
            <p:cNvSpPr/>
            <p:nvPr/>
          </p:nvSpPr>
          <p:spPr>
            <a:xfrm>
              <a:off x="7166159" y="21436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0" name="pt38410"/>
            <p:cNvSpPr/>
            <p:nvPr/>
          </p:nvSpPr>
          <p:spPr>
            <a:xfrm>
              <a:off x="6887031" y="21672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1" name="pt38411"/>
            <p:cNvSpPr/>
            <p:nvPr/>
          </p:nvSpPr>
          <p:spPr>
            <a:xfrm>
              <a:off x="7057680" y="22926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2" name="pt38412"/>
            <p:cNvSpPr/>
            <p:nvPr/>
          </p:nvSpPr>
          <p:spPr>
            <a:xfrm>
              <a:off x="7208468" y="21260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3" name="pt38413"/>
            <p:cNvSpPr/>
            <p:nvPr/>
          </p:nvSpPr>
          <p:spPr>
            <a:xfrm>
              <a:off x="7269360" y="18630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4" name="pt38414"/>
            <p:cNvSpPr/>
            <p:nvPr/>
          </p:nvSpPr>
          <p:spPr>
            <a:xfrm>
              <a:off x="7037386" y="24796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5" name="pt38415"/>
            <p:cNvSpPr/>
            <p:nvPr/>
          </p:nvSpPr>
          <p:spPr>
            <a:xfrm>
              <a:off x="7174807" y="2044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6" name="pt38416"/>
            <p:cNvSpPr/>
            <p:nvPr/>
          </p:nvSpPr>
          <p:spPr>
            <a:xfrm>
              <a:off x="7063395" y="2008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7" name="pt38417"/>
            <p:cNvSpPr/>
            <p:nvPr/>
          </p:nvSpPr>
          <p:spPr>
            <a:xfrm>
              <a:off x="7156801" y="20007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8" name="pt38418"/>
            <p:cNvSpPr/>
            <p:nvPr/>
          </p:nvSpPr>
          <p:spPr>
            <a:xfrm>
              <a:off x="7089770" y="20708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9" name="pt38419"/>
            <p:cNvSpPr/>
            <p:nvPr/>
          </p:nvSpPr>
          <p:spPr>
            <a:xfrm>
              <a:off x="7327281" y="2033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0" name="pt38420"/>
            <p:cNvSpPr/>
            <p:nvPr/>
          </p:nvSpPr>
          <p:spPr>
            <a:xfrm>
              <a:off x="6993044" y="19935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1" name="pt38421"/>
            <p:cNvSpPr/>
            <p:nvPr/>
          </p:nvSpPr>
          <p:spPr>
            <a:xfrm>
              <a:off x="7021029" y="22161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2" name="pt38422"/>
            <p:cNvSpPr/>
            <p:nvPr/>
          </p:nvSpPr>
          <p:spPr>
            <a:xfrm>
              <a:off x="7356491" y="21339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3" name="pt38423"/>
            <p:cNvSpPr/>
            <p:nvPr/>
          </p:nvSpPr>
          <p:spPr>
            <a:xfrm>
              <a:off x="7179778" y="20086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4" name="pt38424"/>
            <p:cNvSpPr/>
            <p:nvPr/>
          </p:nvSpPr>
          <p:spPr>
            <a:xfrm>
              <a:off x="7130902" y="23240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5" name="pt38425"/>
            <p:cNvSpPr/>
            <p:nvPr/>
          </p:nvSpPr>
          <p:spPr>
            <a:xfrm>
              <a:off x="6925145" y="21889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6" name="pt38426"/>
            <p:cNvSpPr/>
            <p:nvPr/>
          </p:nvSpPr>
          <p:spPr>
            <a:xfrm>
              <a:off x="7091431" y="22530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7" name="pt38427"/>
            <p:cNvSpPr/>
            <p:nvPr/>
          </p:nvSpPr>
          <p:spPr>
            <a:xfrm>
              <a:off x="7097692" y="21070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8" name="pt38428"/>
            <p:cNvSpPr/>
            <p:nvPr/>
          </p:nvSpPr>
          <p:spPr>
            <a:xfrm>
              <a:off x="6915453" y="23229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9" name="pt38429"/>
            <p:cNvSpPr/>
            <p:nvPr/>
          </p:nvSpPr>
          <p:spPr>
            <a:xfrm>
              <a:off x="7116089" y="22229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0" name="pt38430"/>
            <p:cNvSpPr/>
            <p:nvPr/>
          </p:nvSpPr>
          <p:spPr>
            <a:xfrm>
              <a:off x="7016001" y="19950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1" name="pt38431"/>
            <p:cNvSpPr/>
            <p:nvPr/>
          </p:nvSpPr>
          <p:spPr>
            <a:xfrm>
              <a:off x="7475455" y="25432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2" name="pt38432"/>
            <p:cNvSpPr/>
            <p:nvPr/>
          </p:nvSpPr>
          <p:spPr>
            <a:xfrm>
              <a:off x="7227081" y="22856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3" name="pt38433"/>
            <p:cNvSpPr/>
            <p:nvPr/>
          </p:nvSpPr>
          <p:spPr>
            <a:xfrm>
              <a:off x="7223653" y="21586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4" name="pt38434"/>
            <p:cNvSpPr/>
            <p:nvPr/>
          </p:nvSpPr>
          <p:spPr>
            <a:xfrm>
              <a:off x="7181973" y="20921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5" name="pt38435"/>
            <p:cNvSpPr/>
            <p:nvPr/>
          </p:nvSpPr>
          <p:spPr>
            <a:xfrm>
              <a:off x="7371991" y="21404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6" name="pt38436"/>
            <p:cNvSpPr/>
            <p:nvPr/>
          </p:nvSpPr>
          <p:spPr>
            <a:xfrm>
              <a:off x="7370456" y="20963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7" name="pt38437"/>
            <p:cNvSpPr/>
            <p:nvPr/>
          </p:nvSpPr>
          <p:spPr>
            <a:xfrm>
              <a:off x="6946656" y="20596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8" name="pt38438"/>
            <p:cNvSpPr/>
            <p:nvPr/>
          </p:nvSpPr>
          <p:spPr>
            <a:xfrm>
              <a:off x="6972141" y="19804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9" name="pt38439"/>
            <p:cNvSpPr/>
            <p:nvPr/>
          </p:nvSpPr>
          <p:spPr>
            <a:xfrm>
              <a:off x="7117754" y="21814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0" name="pt38440"/>
            <p:cNvSpPr/>
            <p:nvPr/>
          </p:nvSpPr>
          <p:spPr>
            <a:xfrm>
              <a:off x="7016730" y="18687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1" name="pt38441"/>
            <p:cNvSpPr/>
            <p:nvPr/>
          </p:nvSpPr>
          <p:spPr>
            <a:xfrm>
              <a:off x="7062462" y="20853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2" name="pt38442"/>
            <p:cNvSpPr/>
            <p:nvPr/>
          </p:nvSpPr>
          <p:spPr>
            <a:xfrm>
              <a:off x="7173693" y="20099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3" name="pt38443"/>
            <p:cNvSpPr/>
            <p:nvPr/>
          </p:nvSpPr>
          <p:spPr>
            <a:xfrm>
              <a:off x="7166150" y="21679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4" name="pt38444"/>
            <p:cNvSpPr/>
            <p:nvPr/>
          </p:nvSpPr>
          <p:spPr>
            <a:xfrm>
              <a:off x="7206753" y="21132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5" name="pt38445"/>
            <p:cNvSpPr/>
            <p:nvPr/>
          </p:nvSpPr>
          <p:spPr>
            <a:xfrm>
              <a:off x="7089100" y="22096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6" name="pt38446"/>
            <p:cNvSpPr/>
            <p:nvPr/>
          </p:nvSpPr>
          <p:spPr>
            <a:xfrm>
              <a:off x="7143117" y="20899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7" name="pt38447"/>
            <p:cNvSpPr/>
            <p:nvPr/>
          </p:nvSpPr>
          <p:spPr>
            <a:xfrm>
              <a:off x="7054229" y="18882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8" name="pt38448"/>
            <p:cNvSpPr/>
            <p:nvPr/>
          </p:nvSpPr>
          <p:spPr>
            <a:xfrm>
              <a:off x="7078405" y="21890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9" name="pt38449"/>
            <p:cNvSpPr/>
            <p:nvPr/>
          </p:nvSpPr>
          <p:spPr>
            <a:xfrm>
              <a:off x="6837778" y="20772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0" name="pt38450"/>
            <p:cNvSpPr/>
            <p:nvPr/>
          </p:nvSpPr>
          <p:spPr>
            <a:xfrm>
              <a:off x="7045637" y="21306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1" name="pt38451"/>
            <p:cNvSpPr/>
            <p:nvPr/>
          </p:nvSpPr>
          <p:spPr>
            <a:xfrm>
              <a:off x="7203525" y="21939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2" name="pt38452"/>
            <p:cNvSpPr/>
            <p:nvPr/>
          </p:nvSpPr>
          <p:spPr>
            <a:xfrm>
              <a:off x="7122797" y="21222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3" name="pt38453"/>
            <p:cNvSpPr/>
            <p:nvPr/>
          </p:nvSpPr>
          <p:spPr>
            <a:xfrm>
              <a:off x="7082396" y="21603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4" name="pt38454"/>
            <p:cNvSpPr/>
            <p:nvPr/>
          </p:nvSpPr>
          <p:spPr>
            <a:xfrm>
              <a:off x="7292722" y="19407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5" name="pt38455"/>
            <p:cNvSpPr/>
            <p:nvPr/>
          </p:nvSpPr>
          <p:spPr>
            <a:xfrm>
              <a:off x="7011987" y="19293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6" name="pt38456"/>
            <p:cNvSpPr/>
            <p:nvPr/>
          </p:nvSpPr>
          <p:spPr>
            <a:xfrm>
              <a:off x="6717721" y="20804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7" name="pt38457"/>
            <p:cNvSpPr/>
            <p:nvPr/>
          </p:nvSpPr>
          <p:spPr>
            <a:xfrm>
              <a:off x="7367206" y="20991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8" name="pt38458"/>
            <p:cNvSpPr/>
            <p:nvPr/>
          </p:nvSpPr>
          <p:spPr>
            <a:xfrm>
              <a:off x="7243112" y="20169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9" name="pt38459"/>
            <p:cNvSpPr/>
            <p:nvPr/>
          </p:nvSpPr>
          <p:spPr>
            <a:xfrm>
              <a:off x="7251815" y="20127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0" name="pt38460"/>
            <p:cNvSpPr/>
            <p:nvPr/>
          </p:nvSpPr>
          <p:spPr>
            <a:xfrm>
              <a:off x="6976001" y="19900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1" name="pt38461"/>
            <p:cNvSpPr/>
            <p:nvPr/>
          </p:nvSpPr>
          <p:spPr>
            <a:xfrm>
              <a:off x="7136239" y="23806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2" name="pt38462"/>
            <p:cNvSpPr/>
            <p:nvPr/>
          </p:nvSpPr>
          <p:spPr>
            <a:xfrm>
              <a:off x="7074772" y="21910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3" name="pt38463"/>
            <p:cNvSpPr/>
            <p:nvPr/>
          </p:nvSpPr>
          <p:spPr>
            <a:xfrm>
              <a:off x="7090866" y="22135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4" name="pt38464"/>
            <p:cNvSpPr/>
            <p:nvPr/>
          </p:nvSpPr>
          <p:spPr>
            <a:xfrm>
              <a:off x="6805624" y="23667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5" name="pt38465"/>
            <p:cNvSpPr/>
            <p:nvPr/>
          </p:nvSpPr>
          <p:spPr>
            <a:xfrm>
              <a:off x="7251550" y="2024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6" name="pt38466"/>
            <p:cNvSpPr/>
            <p:nvPr/>
          </p:nvSpPr>
          <p:spPr>
            <a:xfrm>
              <a:off x="7583580" y="24938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7" name="pt38467"/>
            <p:cNvSpPr/>
            <p:nvPr/>
          </p:nvSpPr>
          <p:spPr>
            <a:xfrm>
              <a:off x="7424639" y="30760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8" name="pt38468"/>
            <p:cNvSpPr/>
            <p:nvPr/>
          </p:nvSpPr>
          <p:spPr>
            <a:xfrm>
              <a:off x="7044116" y="2151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9" name="pt38469"/>
            <p:cNvSpPr/>
            <p:nvPr/>
          </p:nvSpPr>
          <p:spPr>
            <a:xfrm>
              <a:off x="7102505" y="21640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0" name="pt38470"/>
            <p:cNvSpPr/>
            <p:nvPr/>
          </p:nvSpPr>
          <p:spPr>
            <a:xfrm>
              <a:off x="7031198" y="22609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1" name="pt38471"/>
            <p:cNvSpPr/>
            <p:nvPr/>
          </p:nvSpPr>
          <p:spPr>
            <a:xfrm>
              <a:off x="7202204" y="2264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2" name="pt38472"/>
            <p:cNvSpPr/>
            <p:nvPr/>
          </p:nvSpPr>
          <p:spPr>
            <a:xfrm>
              <a:off x="7317490" y="20534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3" name="pt38473"/>
            <p:cNvSpPr/>
            <p:nvPr/>
          </p:nvSpPr>
          <p:spPr>
            <a:xfrm>
              <a:off x="7222861" y="19041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4" name="pt38474"/>
            <p:cNvSpPr/>
            <p:nvPr/>
          </p:nvSpPr>
          <p:spPr>
            <a:xfrm>
              <a:off x="6954996" y="19698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5" name="pt38475"/>
            <p:cNvSpPr/>
            <p:nvPr/>
          </p:nvSpPr>
          <p:spPr>
            <a:xfrm>
              <a:off x="7186392" y="23337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6" name="pt38476"/>
            <p:cNvSpPr/>
            <p:nvPr/>
          </p:nvSpPr>
          <p:spPr>
            <a:xfrm>
              <a:off x="7280981" y="20406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7" name="pt38477"/>
            <p:cNvSpPr/>
            <p:nvPr/>
          </p:nvSpPr>
          <p:spPr>
            <a:xfrm>
              <a:off x="7062470" y="21943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8" name="pt38478"/>
            <p:cNvSpPr/>
            <p:nvPr/>
          </p:nvSpPr>
          <p:spPr>
            <a:xfrm>
              <a:off x="7064665" y="21631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9" name="pt38479"/>
            <p:cNvSpPr/>
            <p:nvPr/>
          </p:nvSpPr>
          <p:spPr>
            <a:xfrm>
              <a:off x="7179909" y="20179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0" name="pt38480"/>
            <p:cNvSpPr/>
            <p:nvPr/>
          </p:nvSpPr>
          <p:spPr>
            <a:xfrm>
              <a:off x="7123668" y="20993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1" name="pt38481"/>
            <p:cNvSpPr/>
            <p:nvPr/>
          </p:nvSpPr>
          <p:spPr>
            <a:xfrm>
              <a:off x="7152032" y="19779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2" name="pt38482"/>
            <p:cNvSpPr/>
            <p:nvPr/>
          </p:nvSpPr>
          <p:spPr>
            <a:xfrm>
              <a:off x="7294550" y="19990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3" name="pt38483"/>
            <p:cNvSpPr/>
            <p:nvPr/>
          </p:nvSpPr>
          <p:spPr>
            <a:xfrm>
              <a:off x="7158084" y="19880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4" name="pt38484"/>
            <p:cNvSpPr/>
            <p:nvPr/>
          </p:nvSpPr>
          <p:spPr>
            <a:xfrm>
              <a:off x="7131211" y="23658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5" name="pt38485"/>
            <p:cNvSpPr/>
            <p:nvPr/>
          </p:nvSpPr>
          <p:spPr>
            <a:xfrm>
              <a:off x="7145748" y="19836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6" name="pt38486"/>
            <p:cNvSpPr/>
            <p:nvPr/>
          </p:nvSpPr>
          <p:spPr>
            <a:xfrm>
              <a:off x="6961115" y="20679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7" name="pt38487"/>
            <p:cNvSpPr/>
            <p:nvPr/>
          </p:nvSpPr>
          <p:spPr>
            <a:xfrm>
              <a:off x="7139664" y="23508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8" name="pt38488"/>
            <p:cNvSpPr/>
            <p:nvPr/>
          </p:nvSpPr>
          <p:spPr>
            <a:xfrm>
              <a:off x="7125705" y="22926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9" name="pt38489"/>
            <p:cNvSpPr/>
            <p:nvPr/>
          </p:nvSpPr>
          <p:spPr>
            <a:xfrm>
              <a:off x="7129384" y="21603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0" name="pt38490"/>
            <p:cNvSpPr/>
            <p:nvPr/>
          </p:nvSpPr>
          <p:spPr>
            <a:xfrm>
              <a:off x="7233975" y="21166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1" name="pt38491"/>
            <p:cNvSpPr/>
            <p:nvPr/>
          </p:nvSpPr>
          <p:spPr>
            <a:xfrm>
              <a:off x="7037363" y="24007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2" name="pt38492"/>
            <p:cNvSpPr/>
            <p:nvPr/>
          </p:nvSpPr>
          <p:spPr>
            <a:xfrm>
              <a:off x="7290850" y="21697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3" name="pt38493"/>
            <p:cNvSpPr/>
            <p:nvPr/>
          </p:nvSpPr>
          <p:spPr>
            <a:xfrm>
              <a:off x="7107509" y="21105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4" name="pt38494"/>
            <p:cNvSpPr/>
            <p:nvPr/>
          </p:nvSpPr>
          <p:spPr>
            <a:xfrm>
              <a:off x="7181518" y="21210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5" name="pt38495"/>
            <p:cNvSpPr/>
            <p:nvPr/>
          </p:nvSpPr>
          <p:spPr>
            <a:xfrm>
              <a:off x="7171942" y="21567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6" name="pt38496"/>
            <p:cNvSpPr/>
            <p:nvPr/>
          </p:nvSpPr>
          <p:spPr>
            <a:xfrm>
              <a:off x="7130878" y="22357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7" name="pt38497"/>
            <p:cNvSpPr/>
            <p:nvPr/>
          </p:nvSpPr>
          <p:spPr>
            <a:xfrm>
              <a:off x="7140908" y="21877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8" name="pt38498"/>
            <p:cNvSpPr/>
            <p:nvPr/>
          </p:nvSpPr>
          <p:spPr>
            <a:xfrm>
              <a:off x="7012737" y="19950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9" name="pt38499"/>
            <p:cNvSpPr/>
            <p:nvPr/>
          </p:nvSpPr>
          <p:spPr>
            <a:xfrm>
              <a:off x="6906725" y="21467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0" name="pt38500"/>
            <p:cNvSpPr/>
            <p:nvPr/>
          </p:nvSpPr>
          <p:spPr>
            <a:xfrm>
              <a:off x="7261784" y="19268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1" name="pt38501"/>
            <p:cNvSpPr/>
            <p:nvPr/>
          </p:nvSpPr>
          <p:spPr>
            <a:xfrm>
              <a:off x="7180645" y="20535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2" name="pt38502"/>
            <p:cNvSpPr/>
            <p:nvPr/>
          </p:nvSpPr>
          <p:spPr>
            <a:xfrm>
              <a:off x="6955631" y="20748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3" name="pt38503"/>
            <p:cNvSpPr/>
            <p:nvPr/>
          </p:nvSpPr>
          <p:spPr>
            <a:xfrm>
              <a:off x="7134179" y="24308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4" name="pt38504"/>
            <p:cNvSpPr/>
            <p:nvPr/>
          </p:nvSpPr>
          <p:spPr>
            <a:xfrm>
              <a:off x="7200507" y="21291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5" name="pt38505"/>
            <p:cNvSpPr/>
            <p:nvPr/>
          </p:nvSpPr>
          <p:spPr>
            <a:xfrm>
              <a:off x="7164109" y="21198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6" name="pt38506"/>
            <p:cNvSpPr/>
            <p:nvPr/>
          </p:nvSpPr>
          <p:spPr>
            <a:xfrm>
              <a:off x="6922868" y="19818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7" name="pt38507"/>
            <p:cNvSpPr/>
            <p:nvPr/>
          </p:nvSpPr>
          <p:spPr>
            <a:xfrm>
              <a:off x="7092846" y="22198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8" name="pt38508"/>
            <p:cNvSpPr/>
            <p:nvPr/>
          </p:nvSpPr>
          <p:spPr>
            <a:xfrm>
              <a:off x="7062786" y="22357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9" name="pt38509"/>
            <p:cNvSpPr/>
            <p:nvPr/>
          </p:nvSpPr>
          <p:spPr>
            <a:xfrm>
              <a:off x="6872890" y="18256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0" name="pt38510"/>
            <p:cNvSpPr/>
            <p:nvPr/>
          </p:nvSpPr>
          <p:spPr>
            <a:xfrm>
              <a:off x="7314300" y="20764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1" name="pt38511"/>
            <p:cNvSpPr/>
            <p:nvPr/>
          </p:nvSpPr>
          <p:spPr>
            <a:xfrm>
              <a:off x="7275748" y="21375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2" name="pt38512"/>
            <p:cNvSpPr/>
            <p:nvPr/>
          </p:nvSpPr>
          <p:spPr>
            <a:xfrm>
              <a:off x="7280496" y="19170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3" name="pt38513"/>
            <p:cNvSpPr/>
            <p:nvPr/>
          </p:nvSpPr>
          <p:spPr>
            <a:xfrm>
              <a:off x="6989555" y="20421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4" name="pt38514"/>
            <p:cNvSpPr/>
            <p:nvPr/>
          </p:nvSpPr>
          <p:spPr>
            <a:xfrm>
              <a:off x="7155689" y="20114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5" name="pt38515"/>
            <p:cNvSpPr/>
            <p:nvPr/>
          </p:nvSpPr>
          <p:spPr>
            <a:xfrm>
              <a:off x="7087597" y="22411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6" name="pt38516"/>
            <p:cNvSpPr/>
            <p:nvPr/>
          </p:nvSpPr>
          <p:spPr>
            <a:xfrm>
              <a:off x="6952788" y="21035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7" name="pt38517"/>
            <p:cNvSpPr/>
            <p:nvPr/>
          </p:nvSpPr>
          <p:spPr>
            <a:xfrm>
              <a:off x="7124107" y="20624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8" name="pt38518"/>
            <p:cNvSpPr/>
            <p:nvPr/>
          </p:nvSpPr>
          <p:spPr>
            <a:xfrm>
              <a:off x="7146951" y="20927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9" name="pt38519"/>
            <p:cNvSpPr/>
            <p:nvPr/>
          </p:nvSpPr>
          <p:spPr>
            <a:xfrm>
              <a:off x="6902808" y="2291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0" name="pt38520"/>
            <p:cNvSpPr/>
            <p:nvPr/>
          </p:nvSpPr>
          <p:spPr>
            <a:xfrm>
              <a:off x="7176297" y="20840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1" name="pt38521"/>
            <p:cNvSpPr/>
            <p:nvPr/>
          </p:nvSpPr>
          <p:spPr>
            <a:xfrm>
              <a:off x="6906001" y="21342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2" name="pt38522"/>
            <p:cNvSpPr/>
            <p:nvPr/>
          </p:nvSpPr>
          <p:spPr>
            <a:xfrm>
              <a:off x="7087324" y="22441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3" name="pt38523"/>
            <p:cNvSpPr/>
            <p:nvPr/>
          </p:nvSpPr>
          <p:spPr>
            <a:xfrm>
              <a:off x="7132361" y="24189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4" name="pt38524"/>
            <p:cNvSpPr/>
            <p:nvPr/>
          </p:nvSpPr>
          <p:spPr>
            <a:xfrm>
              <a:off x="7329277" y="2066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5" name="pt38525"/>
            <p:cNvSpPr/>
            <p:nvPr/>
          </p:nvSpPr>
          <p:spPr>
            <a:xfrm>
              <a:off x="7124345" y="21285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6" name="pt38526"/>
            <p:cNvSpPr/>
            <p:nvPr/>
          </p:nvSpPr>
          <p:spPr>
            <a:xfrm>
              <a:off x="7136163" y="22864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7" name="pt38527"/>
            <p:cNvSpPr/>
            <p:nvPr/>
          </p:nvSpPr>
          <p:spPr>
            <a:xfrm>
              <a:off x="7319648" y="23116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8" name="pt38528"/>
            <p:cNvSpPr/>
            <p:nvPr/>
          </p:nvSpPr>
          <p:spPr>
            <a:xfrm>
              <a:off x="7152651" y="20098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9" name="pt38529"/>
            <p:cNvSpPr/>
            <p:nvPr/>
          </p:nvSpPr>
          <p:spPr>
            <a:xfrm>
              <a:off x="7106551" y="20857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0" name="pt38530"/>
            <p:cNvSpPr/>
            <p:nvPr/>
          </p:nvSpPr>
          <p:spPr>
            <a:xfrm>
              <a:off x="7007133" y="20068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1" name="pt38531"/>
            <p:cNvSpPr/>
            <p:nvPr/>
          </p:nvSpPr>
          <p:spPr>
            <a:xfrm>
              <a:off x="7412417" y="24343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2" name="pt38532"/>
            <p:cNvSpPr/>
            <p:nvPr/>
          </p:nvSpPr>
          <p:spPr>
            <a:xfrm>
              <a:off x="7269390" y="18379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3" name="pt38533"/>
            <p:cNvSpPr/>
            <p:nvPr/>
          </p:nvSpPr>
          <p:spPr>
            <a:xfrm>
              <a:off x="7140287" y="21574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4" name="pt38534"/>
            <p:cNvSpPr/>
            <p:nvPr/>
          </p:nvSpPr>
          <p:spPr>
            <a:xfrm>
              <a:off x="6899401" y="22466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5" name="pt38535"/>
            <p:cNvSpPr/>
            <p:nvPr/>
          </p:nvSpPr>
          <p:spPr>
            <a:xfrm>
              <a:off x="7596831" y="2418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6" name="pt38536"/>
            <p:cNvSpPr/>
            <p:nvPr/>
          </p:nvSpPr>
          <p:spPr>
            <a:xfrm>
              <a:off x="7238294" y="22170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7" name="pt38537"/>
            <p:cNvSpPr/>
            <p:nvPr/>
          </p:nvSpPr>
          <p:spPr>
            <a:xfrm>
              <a:off x="6784074" y="28700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8" name="pt38538"/>
            <p:cNvSpPr/>
            <p:nvPr/>
          </p:nvSpPr>
          <p:spPr>
            <a:xfrm>
              <a:off x="7161719" y="20527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9" name="pt38539"/>
            <p:cNvSpPr/>
            <p:nvPr/>
          </p:nvSpPr>
          <p:spPr>
            <a:xfrm>
              <a:off x="7149233" y="20673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0" name="pt38540"/>
            <p:cNvSpPr/>
            <p:nvPr/>
          </p:nvSpPr>
          <p:spPr>
            <a:xfrm>
              <a:off x="7290433" y="21084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1" name="pt38541"/>
            <p:cNvSpPr/>
            <p:nvPr/>
          </p:nvSpPr>
          <p:spPr>
            <a:xfrm>
              <a:off x="7185738" y="21652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2" name="pt38542"/>
            <p:cNvSpPr/>
            <p:nvPr/>
          </p:nvSpPr>
          <p:spPr>
            <a:xfrm>
              <a:off x="7263354" y="22895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3" name="pt38543"/>
            <p:cNvSpPr/>
            <p:nvPr/>
          </p:nvSpPr>
          <p:spPr>
            <a:xfrm>
              <a:off x="7054317" y="20246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4" name="pt38544"/>
            <p:cNvSpPr/>
            <p:nvPr/>
          </p:nvSpPr>
          <p:spPr>
            <a:xfrm>
              <a:off x="7352178" y="26363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5" name="pt38545"/>
            <p:cNvSpPr/>
            <p:nvPr/>
          </p:nvSpPr>
          <p:spPr>
            <a:xfrm>
              <a:off x="7055829" y="20924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6" name="pt38546"/>
            <p:cNvSpPr/>
            <p:nvPr/>
          </p:nvSpPr>
          <p:spPr>
            <a:xfrm>
              <a:off x="7243266" y="20408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7" name="pt38547"/>
            <p:cNvSpPr/>
            <p:nvPr/>
          </p:nvSpPr>
          <p:spPr>
            <a:xfrm>
              <a:off x="7345678" y="23857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8" name="pt38548"/>
            <p:cNvSpPr/>
            <p:nvPr/>
          </p:nvSpPr>
          <p:spPr>
            <a:xfrm>
              <a:off x="7097822" y="21628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9" name="pt38549"/>
            <p:cNvSpPr/>
            <p:nvPr/>
          </p:nvSpPr>
          <p:spPr>
            <a:xfrm>
              <a:off x="7195310" y="22808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0" name="pt38550"/>
            <p:cNvSpPr/>
            <p:nvPr/>
          </p:nvSpPr>
          <p:spPr>
            <a:xfrm>
              <a:off x="7273098" y="20335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1" name="pt38551"/>
            <p:cNvSpPr/>
            <p:nvPr/>
          </p:nvSpPr>
          <p:spPr>
            <a:xfrm>
              <a:off x="7041366" y="22338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2" name="pt38552"/>
            <p:cNvSpPr/>
            <p:nvPr/>
          </p:nvSpPr>
          <p:spPr>
            <a:xfrm>
              <a:off x="6886674" y="20351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3" name="pt38553"/>
            <p:cNvSpPr/>
            <p:nvPr/>
          </p:nvSpPr>
          <p:spPr>
            <a:xfrm>
              <a:off x="7110407" y="20990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4" name="pt38554"/>
            <p:cNvSpPr/>
            <p:nvPr/>
          </p:nvSpPr>
          <p:spPr>
            <a:xfrm>
              <a:off x="7167113" y="22207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5" name="pt38555"/>
            <p:cNvSpPr/>
            <p:nvPr/>
          </p:nvSpPr>
          <p:spPr>
            <a:xfrm>
              <a:off x="7008026" y="20196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6" name="pt38556"/>
            <p:cNvSpPr/>
            <p:nvPr/>
          </p:nvSpPr>
          <p:spPr>
            <a:xfrm>
              <a:off x="7209368" y="21018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7" name="pt38557"/>
            <p:cNvSpPr/>
            <p:nvPr/>
          </p:nvSpPr>
          <p:spPr>
            <a:xfrm>
              <a:off x="7118101" y="21595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8" name="pt38558"/>
            <p:cNvSpPr/>
            <p:nvPr/>
          </p:nvSpPr>
          <p:spPr>
            <a:xfrm>
              <a:off x="7086019" y="2197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9" name="pt38559"/>
            <p:cNvSpPr/>
            <p:nvPr/>
          </p:nvSpPr>
          <p:spPr>
            <a:xfrm>
              <a:off x="7327588" y="20389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0" name="pt38560"/>
            <p:cNvSpPr/>
            <p:nvPr/>
          </p:nvSpPr>
          <p:spPr>
            <a:xfrm>
              <a:off x="6851598" y="21815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1" name="pt38561"/>
            <p:cNvSpPr/>
            <p:nvPr/>
          </p:nvSpPr>
          <p:spPr>
            <a:xfrm>
              <a:off x="7180531" y="20612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2" name="pt38562"/>
            <p:cNvSpPr/>
            <p:nvPr/>
          </p:nvSpPr>
          <p:spPr>
            <a:xfrm>
              <a:off x="7210139" y="22102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3" name="pt38563"/>
            <p:cNvSpPr/>
            <p:nvPr/>
          </p:nvSpPr>
          <p:spPr>
            <a:xfrm>
              <a:off x="7165393" y="21621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4" name="pt38564"/>
            <p:cNvSpPr/>
            <p:nvPr/>
          </p:nvSpPr>
          <p:spPr>
            <a:xfrm>
              <a:off x="7511756" y="23340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5" name="pt38565"/>
            <p:cNvSpPr/>
            <p:nvPr/>
          </p:nvSpPr>
          <p:spPr>
            <a:xfrm>
              <a:off x="6875545" y="19274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6" name="pt38566"/>
            <p:cNvSpPr/>
            <p:nvPr/>
          </p:nvSpPr>
          <p:spPr>
            <a:xfrm>
              <a:off x="7165354" y="21317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7" name="pt38567"/>
            <p:cNvSpPr/>
            <p:nvPr/>
          </p:nvSpPr>
          <p:spPr>
            <a:xfrm>
              <a:off x="6994352" y="18541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8" name="pt38568"/>
            <p:cNvSpPr/>
            <p:nvPr/>
          </p:nvSpPr>
          <p:spPr>
            <a:xfrm>
              <a:off x="7100794" y="21816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9" name="pt38569"/>
            <p:cNvSpPr/>
            <p:nvPr/>
          </p:nvSpPr>
          <p:spPr>
            <a:xfrm>
              <a:off x="7158303" y="20609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0" name="pt38570"/>
            <p:cNvSpPr/>
            <p:nvPr/>
          </p:nvSpPr>
          <p:spPr>
            <a:xfrm>
              <a:off x="6958346" y="19767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1" name="pt38571"/>
            <p:cNvSpPr/>
            <p:nvPr/>
          </p:nvSpPr>
          <p:spPr>
            <a:xfrm>
              <a:off x="7113579" y="21504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2" name="pt38572"/>
            <p:cNvSpPr/>
            <p:nvPr/>
          </p:nvSpPr>
          <p:spPr>
            <a:xfrm>
              <a:off x="7078534" y="21129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3" name="pt38573"/>
            <p:cNvSpPr/>
            <p:nvPr/>
          </p:nvSpPr>
          <p:spPr>
            <a:xfrm>
              <a:off x="7248925" y="20916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4" name="pt38574"/>
            <p:cNvSpPr/>
            <p:nvPr/>
          </p:nvSpPr>
          <p:spPr>
            <a:xfrm>
              <a:off x="7065947" y="18515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5" name="pt38575"/>
            <p:cNvSpPr/>
            <p:nvPr/>
          </p:nvSpPr>
          <p:spPr>
            <a:xfrm>
              <a:off x="6895768" y="18897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6" name="pt38576"/>
            <p:cNvSpPr/>
            <p:nvPr/>
          </p:nvSpPr>
          <p:spPr>
            <a:xfrm>
              <a:off x="7187245" y="20350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7" name="pt38577"/>
            <p:cNvSpPr/>
            <p:nvPr/>
          </p:nvSpPr>
          <p:spPr>
            <a:xfrm>
              <a:off x="7089064" y="21582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8" name="pt38578"/>
            <p:cNvSpPr/>
            <p:nvPr/>
          </p:nvSpPr>
          <p:spPr>
            <a:xfrm>
              <a:off x="6999108" y="18608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9" name="pt38579"/>
            <p:cNvSpPr/>
            <p:nvPr/>
          </p:nvSpPr>
          <p:spPr>
            <a:xfrm>
              <a:off x="7024821" y="21868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0" name="pt38580"/>
            <p:cNvSpPr/>
            <p:nvPr/>
          </p:nvSpPr>
          <p:spPr>
            <a:xfrm>
              <a:off x="6946534" y="19257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1" name="pt38581"/>
            <p:cNvSpPr/>
            <p:nvPr/>
          </p:nvSpPr>
          <p:spPr>
            <a:xfrm>
              <a:off x="7126248" y="22358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2" name="pt38582"/>
            <p:cNvSpPr/>
            <p:nvPr/>
          </p:nvSpPr>
          <p:spPr>
            <a:xfrm>
              <a:off x="7105938" y="21458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3" name="pt38583"/>
            <p:cNvSpPr/>
            <p:nvPr/>
          </p:nvSpPr>
          <p:spPr>
            <a:xfrm>
              <a:off x="7388560" y="27593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4" name="pt38584"/>
            <p:cNvSpPr/>
            <p:nvPr/>
          </p:nvSpPr>
          <p:spPr>
            <a:xfrm>
              <a:off x="7247492" y="20643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5" name="pt38585"/>
            <p:cNvSpPr/>
            <p:nvPr/>
          </p:nvSpPr>
          <p:spPr>
            <a:xfrm>
              <a:off x="7216698" y="20664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6" name="pt38586"/>
            <p:cNvSpPr/>
            <p:nvPr/>
          </p:nvSpPr>
          <p:spPr>
            <a:xfrm>
              <a:off x="6902058" y="2213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7" name="pt38587"/>
            <p:cNvSpPr/>
            <p:nvPr/>
          </p:nvSpPr>
          <p:spPr>
            <a:xfrm>
              <a:off x="7056373" y="20563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8" name="pt38588"/>
            <p:cNvSpPr/>
            <p:nvPr/>
          </p:nvSpPr>
          <p:spPr>
            <a:xfrm>
              <a:off x="6971060" y="19703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9" name="pt38589"/>
            <p:cNvSpPr/>
            <p:nvPr/>
          </p:nvSpPr>
          <p:spPr>
            <a:xfrm>
              <a:off x="7149639" y="21009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0" name="pt38590"/>
            <p:cNvSpPr/>
            <p:nvPr/>
          </p:nvSpPr>
          <p:spPr>
            <a:xfrm>
              <a:off x="7203927" y="20905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1" name="pt38591"/>
            <p:cNvSpPr/>
            <p:nvPr/>
          </p:nvSpPr>
          <p:spPr>
            <a:xfrm>
              <a:off x="7045942" y="20933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2" name="pt38592"/>
            <p:cNvSpPr/>
            <p:nvPr/>
          </p:nvSpPr>
          <p:spPr>
            <a:xfrm>
              <a:off x="7557703" y="17831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3" name="pt38593"/>
            <p:cNvSpPr/>
            <p:nvPr/>
          </p:nvSpPr>
          <p:spPr>
            <a:xfrm>
              <a:off x="7045728" y="20726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4" name="pt38594"/>
            <p:cNvSpPr/>
            <p:nvPr/>
          </p:nvSpPr>
          <p:spPr>
            <a:xfrm>
              <a:off x="6818286" y="19155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5" name="pt38595"/>
            <p:cNvSpPr/>
            <p:nvPr/>
          </p:nvSpPr>
          <p:spPr>
            <a:xfrm>
              <a:off x="7161516" y="21316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6" name="pt38596"/>
            <p:cNvSpPr/>
            <p:nvPr/>
          </p:nvSpPr>
          <p:spPr>
            <a:xfrm>
              <a:off x="7032766" y="22536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7" name="pt38597"/>
            <p:cNvSpPr/>
            <p:nvPr/>
          </p:nvSpPr>
          <p:spPr>
            <a:xfrm>
              <a:off x="6702721" y="24062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8" name="pt38598"/>
            <p:cNvSpPr/>
            <p:nvPr/>
          </p:nvSpPr>
          <p:spPr>
            <a:xfrm>
              <a:off x="7147865" y="20665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9" name="pt38599"/>
            <p:cNvSpPr/>
            <p:nvPr/>
          </p:nvSpPr>
          <p:spPr>
            <a:xfrm>
              <a:off x="7368113" y="21432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0" name="pt38600"/>
            <p:cNvSpPr/>
            <p:nvPr/>
          </p:nvSpPr>
          <p:spPr>
            <a:xfrm>
              <a:off x="6941905" y="21454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1" name="pt38601"/>
            <p:cNvSpPr/>
            <p:nvPr/>
          </p:nvSpPr>
          <p:spPr>
            <a:xfrm>
              <a:off x="7166067" y="21859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2" name="pt38602"/>
            <p:cNvSpPr/>
            <p:nvPr/>
          </p:nvSpPr>
          <p:spPr>
            <a:xfrm>
              <a:off x="7084573" y="21570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3" name="pt38603"/>
            <p:cNvSpPr/>
            <p:nvPr/>
          </p:nvSpPr>
          <p:spPr>
            <a:xfrm>
              <a:off x="7099769" y="21013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4" name="pt38604"/>
            <p:cNvSpPr/>
            <p:nvPr/>
          </p:nvSpPr>
          <p:spPr>
            <a:xfrm>
              <a:off x="7208970" y="22365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5" name="pt38605"/>
            <p:cNvSpPr/>
            <p:nvPr/>
          </p:nvSpPr>
          <p:spPr>
            <a:xfrm>
              <a:off x="7357724" y="22157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6" name="pt38606"/>
            <p:cNvSpPr/>
            <p:nvPr/>
          </p:nvSpPr>
          <p:spPr>
            <a:xfrm>
              <a:off x="7086305" y="22680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7" name="pt38607"/>
            <p:cNvSpPr/>
            <p:nvPr/>
          </p:nvSpPr>
          <p:spPr>
            <a:xfrm>
              <a:off x="6926943" y="23117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8" name="pt38608"/>
            <p:cNvSpPr/>
            <p:nvPr/>
          </p:nvSpPr>
          <p:spPr>
            <a:xfrm>
              <a:off x="7289086" y="20643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9" name="pt38609"/>
            <p:cNvSpPr/>
            <p:nvPr/>
          </p:nvSpPr>
          <p:spPr>
            <a:xfrm>
              <a:off x="7020165" y="19142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0" name="pt38610"/>
            <p:cNvSpPr/>
            <p:nvPr/>
          </p:nvSpPr>
          <p:spPr>
            <a:xfrm>
              <a:off x="6635995" y="19503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1" name="pt38611"/>
            <p:cNvSpPr/>
            <p:nvPr/>
          </p:nvSpPr>
          <p:spPr>
            <a:xfrm>
              <a:off x="6948500" y="22447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2" name="pt38612"/>
            <p:cNvSpPr/>
            <p:nvPr/>
          </p:nvSpPr>
          <p:spPr>
            <a:xfrm>
              <a:off x="7065345" y="21176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3" name="pt38613"/>
            <p:cNvSpPr/>
            <p:nvPr/>
          </p:nvSpPr>
          <p:spPr>
            <a:xfrm>
              <a:off x="7044258" y="22012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4" name="pt38614"/>
            <p:cNvSpPr/>
            <p:nvPr/>
          </p:nvSpPr>
          <p:spPr>
            <a:xfrm>
              <a:off x="7198350" y="23083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5" name="pt38615"/>
            <p:cNvSpPr/>
            <p:nvPr/>
          </p:nvSpPr>
          <p:spPr>
            <a:xfrm>
              <a:off x="7202778" y="22224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6" name="pt38616"/>
            <p:cNvSpPr/>
            <p:nvPr/>
          </p:nvSpPr>
          <p:spPr>
            <a:xfrm>
              <a:off x="7038679" y="23345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7" name="pt38617"/>
            <p:cNvSpPr/>
            <p:nvPr/>
          </p:nvSpPr>
          <p:spPr>
            <a:xfrm>
              <a:off x="6994012" y="20358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8" name="pt38618"/>
            <p:cNvSpPr/>
            <p:nvPr/>
          </p:nvSpPr>
          <p:spPr>
            <a:xfrm>
              <a:off x="7222520" y="17930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9" name="pt38619"/>
            <p:cNvSpPr/>
            <p:nvPr/>
          </p:nvSpPr>
          <p:spPr>
            <a:xfrm>
              <a:off x="7404724" y="24837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0" name="pt38620"/>
            <p:cNvSpPr/>
            <p:nvPr/>
          </p:nvSpPr>
          <p:spPr>
            <a:xfrm>
              <a:off x="7023141" y="21059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1" name="pt38621"/>
            <p:cNvSpPr/>
            <p:nvPr/>
          </p:nvSpPr>
          <p:spPr>
            <a:xfrm>
              <a:off x="7030105" y="22990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2" name="pt38622"/>
            <p:cNvSpPr/>
            <p:nvPr/>
          </p:nvSpPr>
          <p:spPr>
            <a:xfrm>
              <a:off x="6642791" y="19232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3" name="pt38623"/>
            <p:cNvSpPr/>
            <p:nvPr/>
          </p:nvSpPr>
          <p:spPr>
            <a:xfrm>
              <a:off x="7149188" y="20989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4" name="pt38624"/>
            <p:cNvSpPr/>
            <p:nvPr/>
          </p:nvSpPr>
          <p:spPr>
            <a:xfrm>
              <a:off x="7012324" y="18355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5" name="pt38625"/>
            <p:cNvSpPr/>
            <p:nvPr/>
          </p:nvSpPr>
          <p:spPr>
            <a:xfrm>
              <a:off x="7219052" y="19728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6" name="pt38626"/>
            <p:cNvSpPr/>
            <p:nvPr/>
          </p:nvSpPr>
          <p:spPr>
            <a:xfrm>
              <a:off x="7503191" y="23791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7" name="pt38627"/>
            <p:cNvSpPr/>
            <p:nvPr/>
          </p:nvSpPr>
          <p:spPr>
            <a:xfrm>
              <a:off x="6902439" y="23237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8" name="pt38628"/>
            <p:cNvSpPr/>
            <p:nvPr/>
          </p:nvSpPr>
          <p:spPr>
            <a:xfrm>
              <a:off x="7080498" y="20423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9" name="pt38629"/>
            <p:cNvSpPr/>
            <p:nvPr/>
          </p:nvSpPr>
          <p:spPr>
            <a:xfrm>
              <a:off x="7059875" y="20370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0" name="pt38630"/>
            <p:cNvSpPr/>
            <p:nvPr/>
          </p:nvSpPr>
          <p:spPr>
            <a:xfrm>
              <a:off x="6945024" y="20451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1" name="pt38631"/>
            <p:cNvSpPr/>
            <p:nvPr/>
          </p:nvSpPr>
          <p:spPr>
            <a:xfrm>
              <a:off x="7036517" y="23568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2" name="pt38632"/>
            <p:cNvSpPr/>
            <p:nvPr/>
          </p:nvSpPr>
          <p:spPr>
            <a:xfrm>
              <a:off x="7178406" y="20340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3" name="pt38633"/>
            <p:cNvSpPr/>
            <p:nvPr/>
          </p:nvSpPr>
          <p:spPr>
            <a:xfrm>
              <a:off x="6839638" y="23107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4" name="pt38634"/>
            <p:cNvSpPr/>
            <p:nvPr/>
          </p:nvSpPr>
          <p:spPr>
            <a:xfrm>
              <a:off x="7086272" y="22505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5" name="pt38635"/>
            <p:cNvSpPr/>
            <p:nvPr/>
          </p:nvSpPr>
          <p:spPr>
            <a:xfrm>
              <a:off x="6972532" y="20384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6" name="pt38636"/>
            <p:cNvSpPr/>
            <p:nvPr/>
          </p:nvSpPr>
          <p:spPr>
            <a:xfrm>
              <a:off x="7267774" y="17673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7" name="pt38637"/>
            <p:cNvSpPr/>
            <p:nvPr/>
          </p:nvSpPr>
          <p:spPr>
            <a:xfrm>
              <a:off x="7570180" y="27189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8" name="pt38638"/>
            <p:cNvSpPr/>
            <p:nvPr/>
          </p:nvSpPr>
          <p:spPr>
            <a:xfrm>
              <a:off x="6976884" y="18412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9" name="pt38639"/>
            <p:cNvSpPr/>
            <p:nvPr/>
          </p:nvSpPr>
          <p:spPr>
            <a:xfrm>
              <a:off x="7452929" y="27152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0" name="pt38640"/>
            <p:cNvSpPr/>
            <p:nvPr/>
          </p:nvSpPr>
          <p:spPr>
            <a:xfrm>
              <a:off x="6978105" y="19489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1" name="pt38641"/>
            <p:cNvSpPr/>
            <p:nvPr/>
          </p:nvSpPr>
          <p:spPr>
            <a:xfrm>
              <a:off x="7051033" y="16912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2" name="pt38642"/>
            <p:cNvSpPr/>
            <p:nvPr/>
          </p:nvSpPr>
          <p:spPr>
            <a:xfrm>
              <a:off x="7046668" y="20820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3" name="pt38643"/>
            <p:cNvSpPr/>
            <p:nvPr/>
          </p:nvSpPr>
          <p:spPr>
            <a:xfrm>
              <a:off x="7174904" y="20024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4" name="pt38644"/>
            <p:cNvSpPr/>
            <p:nvPr/>
          </p:nvSpPr>
          <p:spPr>
            <a:xfrm>
              <a:off x="7171565" y="21332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5" name="pt38645"/>
            <p:cNvSpPr/>
            <p:nvPr/>
          </p:nvSpPr>
          <p:spPr>
            <a:xfrm>
              <a:off x="7299216" y="1982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6" name="pt38646"/>
            <p:cNvSpPr/>
            <p:nvPr/>
          </p:nvSpPr>
          <p:spPr>
            <a:xfrm>
              <a:off x="7093336" y="21882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7" name="pt38647"/>
            <p:cNvSpPr/>
            <p:nvPr/>
          </p:nvSpPr>
          <p:spPr>
            <a:xfrm>
              <a:off x="7155865" y="19525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8" name="pt38648"/>
            <p:cNvSpPr/>
            <p:nvPr/>
          </p:nvSpPr>
          <p:spPr>
            <a:xfrm>
              <a:off x="7079985" y="20880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9" name="pt38649"/>
            <p:cNvSpPr/>
            <p:nvPr/>
          </p:nvSpPr>
          <p:spPr>
            <a:xfrm>
              <a:off x="6808415" y="23995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0" name="pt38650"/>
            <p:cNvSpPr/>
            <p:nvPr/>
          </p:nvSpPr>
          <p:spPr>
            <a:xfrm>
              <a:off x="7329356" y="24234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1" name="pt38651"/>
            <p:cNvSpPr/>
            <p:nvPr/>
          </p:nvSpPr>
          <p:spPr>
            <a:xfrm>
              <a:off x="7161349" y="20145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2" name="pt38652"/>
            <p:cNvSpPr/>
            <p:nvPr/>
          </p:nvSpPr>
          <p:spPr>
            <a:xfrm>
              <a:off x="7068149" y="19827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3" name="pt38653"/>
            <p:cNvSpPr/>
            <p:nvPr/>
          </p:nvSpPr>
          <p:spPr>
            <a:xfrm>
              <a:off x="7470743" y="26724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4" name="pt38654"/>
            <p:cNvSpPr/>
            <p:nvPr/>
          </p:nvSpPr>
          <p:spPr>
            <a:xfrm>
              <a:off x="7124544" y="21452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5" name="pt38655"/>
            <p:cNvSpPr/>
            <p:nvPr/>
          </p:nvSpPr>
          <p:spPr>
            <a:xfrm>
              <a:off x="7194877" y="21977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6" name="pt38656"/>
            <p:cNvSpPr/>
            <p:nvPr/>
          </p:nvSpPr>
          <p:spPr>
            <a:xfrm>
              <a:off x="7154984" y="20583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7" name="pt38657"/>
            <p:cNvSpPr/>
            <p:nvPr/>
          </p:nvSpPr>
          <p:spPr>
            <a:xfrm>
              <a:off x="7314159" y="19275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8" name="pt38658"/>
            <p:cNvSpPr/>
            <p:nvPr/>
          </p:nvSpPr>
          <p:spPr>
            <a:xfrm>
              <a:off x="6993787" y="18329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9" name="pt38659"/>
            <p:cNvSpPr/>
            <p:nvPr/>
          </p:nvSpPr>
          <p:spPr>
            <a:xfrm>
              <a:off x="7130097" y="22259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0" name="pt38660"/>
            <p:cNvSpPr/>
            <p:nvPr/>
          </p:nvSpPr>
          <p:spPr>
            <a:xfrm>
              <a:off x="7165135" y="20861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1" name="pt38661"/>
            <p:cNvSpPr/>
            <p:nvPr/>
          </p:nvSpPr>
          <p:spPr>
            <a:xfrm>
              <a:off x="7036652" y="23670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2" name="pt38662"/>
            <p:cNvSpPr/>
            <p:nvPr/>
          </p:nvSpPr>
          <p:spPr>
            <a:xfrm>
              <a:off x="7079406" y="21786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3" name="pt38663"/>
            <p:cNvSpPr/>
            <p:nvPr/>
          </p:nvSpPr>
          <p:spPr>
            <a:xfrm>
              <a:off x="7824087" y="25797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4" name="pt38664"/>
            <p:cNvSpPr/>
            <p:nvPr/>
          </p:nvSpPr>
          <p:spPr>
            <a:xfrm>
              <a:off x="7259947" y="2066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5" name="pt38665"/>
            <p:cNvSpPr/>
            <p:nvPr/>
          </p:nvSpPr>
          <p:spPr>
            <a:xfrm>
              <a:off x="6924894" y="21781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6" name="pt38666"/>
            <p:cNvSpPr/>
            <p:nvPr/>
          </p:nvSpPr>
          <p:spPr>
            <a:xfrm>
              <a:off x="7366127" y="21978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7" name="pt38667"/>
            <p:cNvSpPr/>
            <p:nvPr/>
          </p:nvSpPr>
          <p:spPr>
            <a:xfrm>
              <a:off x="7210993" y="20953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8" name="pt38668"/>
            <p:cNvSpPr/>
            <p:nvPr/>
          </p:nvSpPr>
          <p:spPr>
            <a:xfrm>
              <a:off x="7262352" y="20858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9" name="pt38669"/>
            <p:cNvSpPr/>
            <p:nvPr/>
          </p:nvSpPr>
          <p:spPr>
            <a:xfrm>
              <a:off x="7043141" y="21640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0" name="pt38670"/>
            <p:cNvSpPr/>
            <p:nvPr/>
          </p:nvSpPr>
          <p:spPr>
            <a:xfrm>
              <a:off x="7020331" y="18983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1" name="pt38671"/>
            <p:cNvSpPr/>
            <p:nvPr/>
          </p:nvSpPr>
          <p:spPr>
            <a:xfrm>
              <a:off x="6985025" y="20887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2" name="pt38672"/>
            <p:cNvSpPr/>
            <p:nvPr/>
          </p:nvSpPr>
          <p:spPr>
            <a:xfrm>
              <a:off x="7071584" y="21986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3" name="pt38673"/>
            <p:cNvSpPr/>
            <p:nvPr/>
          </p:nvSpPr>
          <p:spPr>
            <a:xfrm>
              <a:off x="7458520" y="25683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4" name="pt38674"/>
            <p:cNvSpPr/>
            <p:nvPr/>
          </p:nvSpPr>
          <p:spPr>
            <a:xfrm>
              <a:off x="6889205" y="18386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5" name="pt38675"/>
            <p:cNvSpPr/>
            <p:nvPr/>
          </p:nvSpPr>
          <p:spPr>
            <a:xfrm>
              <a:off x="7325931" y="20729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6" name="pt38676"/>
            <p:cNvSpPr/>
            <p:nvPr/>
          </p:nvSpPr>
          <p:spPr>
            <a:xfrm>
              <a:off x="6963822" y="21437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7" name="pt38677"/>
            <p:cNvSpPr/>
            <p:nvPr/>
          </p:nvSpPr>
          <p:spPr>
            <a:xfrm>
              <a:off x="6845566" y="23083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8" name="pt38678"/>
            <p:cNvSpPr/>
            <p:nvPr/>
          </p:nvSpPr>
          <p:spPr>
            <a:xfrm>
              <a:off x="7135127" y="2257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9" name="pt38679"/>
            <p:cNvSpPr/>
            <p:nvPr/>
          </p:nvSpPr>
          <p:spPr>
            <a:xfrm>
              <a:off x="6946207" y="20067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0" name="pt38680"/>
            <p:cNvSpPr/>
            <p:nvPr/>
          </p:nvSpPr>
          <p:spPr>
            <a:xfrm>
              <a:off x="7287189" y="19831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1" name="pt38681"/>
            <p:cNvSpPr/>
            <p:nvPr/>
          </p:nvSpPr>
          <p:spPr>
            <a:xfrm>
              <a:off x="7431197" y="27454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2" name="pt38682"/>
            <p:cNvSpPr/>
            <p:nvPr/>
          </p:nvSpPr>
          <p:spPr>
            <a:xfrm>
              <a:off x="6859966" y="20772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3" name="pt38683"/>
            <p:cNvSpPr/>
            <p:nvPr/>
          </p:nvSpPr>
          <p:spPr>
            <a:xfrm>
              <a:off x="7090787" y="21942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4" name="pt38684"/>
            <p:cNvSpPr/>
            <p:nvPr/>
          </p:nvSpPr>
          <p:spPr>
            <a:xfrm>
              <a:off x="7175399" y="20043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5" name="pt38685"/>
            <p:cNvSpPr/>
            <p:nvPr/>
          </p:nvSpPr>
          <p:spPr>
            <a:xfrm>
              <a:off x="7318255" y="20002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6" name="pt38686"/>
            <p:cNvSpPr/>
            <p:nvPr/>
          </p:nvSpPr>
          <p:spPr>
            <a:xfrm>
              <a:off x="6935336" y="20883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7" name="pt38687"/>
            <p:cNvSpPr/>
            <p:nvPr/>
          </p:nvSpPr>
          <p:spPr>
            <a:xfrm>
              <a:off x="7234832" y="20913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8" name="pt38688"/>
            <p:cNvSpPr/>
            <p:nvPr/>
          </p:nvSpPr>
          <p:spPr>
            <a:xfrm>
              <a:off x="6977883" y="19683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9" name="pt38689"/>
            <p:cNvSpPr/>
            <p:nvPr/>
          </p:nvSpPr>
          <p:spPr>
            <a:xfrm>
              <a:off x="7073294" y="22232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0" name="pt38690"/>
            <p:cNvSpPr/>
            <p:nvPr/>
          </p:nvSpPr>
          <p:spPr>
            <a:xfrm>
              <a:off x="6732563" y="15496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1" name="pt38691"/>
            <p:cNvSpPr/>
            <p:nvPr/>
          </p:nvSpPr>
          <p:spPr>
            <a:xfrm>
              <a:off x="7149401" y="20547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2" name="pt38692"/>
            <p:cNvSpPr/>
            <p:nvPr/>
          </p:nvSpPr>
          <p:spPr>
            <a:xfrm>
              <a:off x="7225828" y="21346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3" name="pt38693"/>
            <p:cNvSpPr/>
            <p:nvPr/>
          </p:nvSpPr>
          <p:spPr>
            <a:xfrm>
              <a:off x="7192383" y="22762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4" name="pt38694"/>
            <p:cNvSpPr/>
            <p:nvPr/>
          </p:nvSpPr>
          <p:spPr>
            <a:xfrm>
              <a:off x="6791445" y="20748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5" name="pt38695"/>
            <p:cNvSpPr/>
            <p:nvPr/>
          </p:nvSpPr>
          <p:spPr>
            <a:xfrm>
              <a:off x="7266105" y="20227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6" name="pt38696"/>
            <p:cNvSpPr/>
            <p:nvPr/>
          </p:nvSpPr>
          <p:spPr>
            <a:xfrm>
              <a:off x="7030103" y="23235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7" name="pt38697"/>
            <p:cNvSpPr/>
            <p:nvPr/>
          </p:nvSpPr>
          <p:spPr>
            <a:xfrm>
              <a:off x="6990879" y="20442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8" name="pt38698"/>
            <p:cNvSpPr/>
            <p:nvPr/>
          </p:nvSpPr>
          <p:spPr>
            <a:xfrm>
              <a:off x="7254843" y="20501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9" name="pt38699"/>
            <p:cNvSpPr/>
            <p:nvPr/>
          </p:nvSpPr>
          <p:spPr>
            <a:xfrm>
              <a:off x="7244163" y="21319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0" name="pt38700"/>
            <p:cNvSpPr/>
            <p:nvPr/>
          </p:nvSpPr>
          <p:spPr>
            <a:xfrm>
              <a:off x="7045837" y="21065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1" name="pt38701"/>
            <p:cNvSpPr/>
            <p:nvPr/>
          </p:nvSpPr>
          <p:spPr>
            <a:xfrm>
              <a:off x="7353302" y="27046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2" name="pt38702"/>
            <p:cNvSpPr/>
            <p:nvPr/>
          </p:nvSpPr>
          <p:spPr>
            <a:xfrm>
              <a:off x="7440227" y="24504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3" name="pt38703"/>
            <p:cNvSpPr/>
            <p:nvPr/>
          </p:nvSpPr>
          <p:spPr>
            <a:xfrm>
              <a:off x="7012495" y="19240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4" name="pt38704"/>
            <p:cNvSpPr/>
            <p:nvPr/>
          </p:nvSpPr>
          <p:spPr>
            <a:xfrm>
              <a:off x="7151977" y="19031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5" name="pt38705"/>
            <p:cNvSpPr/>
            <p:nvPr/>
          </p:nvSpPr>
          <p:spPr>
            <a:xfrm>
              <a:off x="7013271" y="19343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6" name="pt38706"/>
            <p:cNvSpPr/>
            <p:nvPr/>
          </p:nvSpPr>
          <p:spPr>
            <a:xfrm>
              <a:off x="7031161" y="22998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7" name="pt38707"/>
            <p:cNvSpPr/>
            <p:nvPr/>
          </p:nvSpPr>
          <p:spPr>
            <a:xfrm>
              <a:off x="7225191" y="22554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8" name="pt38708"/>
            <p:cNvSpPr/>
            <p:nvPr/>
          </p:nvSpPr>
          <p:spPr>
            <a:xfrm>
              <a:off x="7137267" y="24415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9" name="pt38709"/>
            <p:cNvSpPr/>
            <p:nvPr/>
          </p:nvSpPr>
          <p:spPr>
            <a:xfrm>
              <a:off x="7050037" y="1901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0" name="pt38710"/>
            <p:cNvSpPr/>
            <p:nvPr/>
          </p:nvSpPr>
          <p:spPr>
            <a:xfrm>
              <a:off x="7234164" y="20184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1" name="pt38711"/>
            <p:cNvSpPr/>
            <p:nvPr/>
          </p:nvSpPr>
          <p:spPr>
            <a:xfrm>
              <a:off x="7272812" y="20003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2" name="pt38712"/>
            <p:cNvSpPr/>
            <p:nvPr/>
          </p:nvSpPr>
          <p:spPr>
            <a:xfrm>
              <a:off x="6994753" y="19530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3" name="pt38713"/>
            <p:cNvSpPr/>
            <p:nvPr/>
          </p:nvSpPr>
          <p:spPr>
            <a:xfrm>
              <a:off x="7495784" y="23218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4" name="pt38714"/>
            <p:cNvSpPr/>
            <p:nvPr/>
          </p:nvSpPr>
          <p:spPr>
            <a:xfrm>
              <a:off x="7302930" y="20940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5" name="pt38715"/>
            <p:cNvSpPr/>
            <p:nvPr/>
          </p:nvSpPr>
          <p:spPr>
            <a:xfrm>
              <a:off x="6950636" y="20779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6" name="pt38716"/>
            <p:cNvSpPr/>
            <p:nvPr/>
          </p:nvSpPr>
          <p:spPr>
            <a:xfrm>
              <a:off x="7229382" y="20296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7" name="pt38717"/>
            <p:cNvSpPr/>
            <p:nvPr/>
          </p:nvSpPr>
          <p:spPr>
            <a:xfrm>
              <a:off x="7114766" y="20896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8" name="pt38718"/>
            <p:cNvSpPr/>
            <p:nvPr/>
          </p:nvSpPr>
          <p:spPr>
            <a:xfrm>
              <a:off x="7240657" y="2199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9" name="pt38719"/>
            <p:cNvSpPr/>
            <p:nvPr/>
          </p:nvSpPr>
          <p:spPr>
            <a:xfrm>
              <a:off x="7117252" y="21466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0" name="pt38720"/>
            <p:cNvSpPr/>
            <p:nvPr/>
          </p:nvSpPr>
          <p:spPr>
            <a:xfrm>
              <a:off x="7162580" y="20850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1" name="pt38721"/>
            <p:cNvSpPr/>
            <p:nvPr/>
          </p:nvSpPr>
          <p:spPr>
            <a:xfrm>
              <a:off x="6975313" y="19206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2" name="pt38722"/>
            <p:cNvSpPr/>
            <p:nvPr/>
          </p:nvSpPr>
          <p:spPr>
            <a:xfrm>
              <a:off x="7082241" y="22310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3" name="pt38723"/>
            <p:cNvSpPr/>
            <p:nvPr/>
          </p:nvSpPr>
          <p:spPr>
            <a:xfrm>
              <a:off x="7116760" y="21694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4" name="pt38724"/>
            <p:cNvSpPr/>
            <p:nvPr/>
          </p:nvSpPr>
          <p:spPr>
            <a:xfrm>
              <a:off x="7188125" y="20245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5" name="pt38725"/>
            <p:cNvSpPr/>
            <p:nvPr/>
          </p:nvSpPr>
          <p:spPr>
            <a:xfrm>
              <a:off x="7320717" y="2133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6" name="pt38726"/>
            <p:cNvSpPr/>
            <p:nvPr/>
          </p:nvSpPr>
          <p:spPr>
            <a:xfrm>
              <a:off x="6993934" y="19995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7" name="pt38727"/>
            <p:cNvSpPr/>
            <p:nvPr/>
          </p:nvSpPr>
          <p:spPr>
            <a:xfrm>
              <a:off x="7175679" y="19911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8" name="pt38728"/>
            <p:cNvSpPr/>
            <p:nvPr/>
          </p:nvSpPr>
          <p:spPr>
            <a:xfrm>
              <a:off x="7404790" y="27572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9" name="pt38729"/>
            <p:cNvSpPr/>
            <p:nvPr/>
          </p:nvSpPr>
          <p:spPr>
            <a:xfrm>
              <a:off x="7048631" y="16637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0" name="pt38730"/>
            <p:cNvSpPr/>
            <p:nvPr/>
          </p:nvSpPr>
          <p:spPr>
            <a:xfrm>
              <a:off x="7183022" y="19209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1" name="pt38731"/>
            <p:cNvSpPr/>
            <p:nvPr/>
          </p:nvSpPr>
          <p:spPr>
            <a:xfrm>
              <a:off x="7125970" y="23628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2" name="pt38732"/>
            <p:cNvSpPr/>
            <p:nvPr/>
          </p:nvSpPr>
          <p:spPr>
            <a:xfrm>
              <a:off x="6884292" y="18106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3" name="pt38733"/>
            <p:cNvSpPr/>
            <p:nvPr/>
          </p:nvSpPr>
          <p:spPr>
            <a:xfrm>
              <a:off x="6937137" y="21196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4" name="pt38734"/>
            <p:cNvSpPr/>
            <p:nvPr/>
          </p:nvSpPr>
          <p:spPr>
            <a:xfrm>
              <a:off x="7203059" y="22561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5" name="pt38735"/>
            <p:cNvSpPr/>
            <p:nvPr/>
          </p:nvSpPr>
          <p:spPr>
            <a:xfrm>
              <a:off x="7164963" y="21734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6" name="pt38736"/>
            <p:cNvSpPr/>
            <p:nvPr/>
          </p:nvSpPr>
          <p:spPr>
            <a:xfrm>
              <a:off x="6941873" y="21806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7" name="pt38737"/>
            <p:cNvSpPr/>
            <p:nvPr/>
          </p:nvSpPr>
          <p:spPr>
            <a:xfrm>
              <a:off x="7434282" y="29764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8" name="pt38738"/>
            <p:cNvSpPr/>
            <p:nvPr/>
          </p:nvSpPr>
          <p:spPr>
            <a:xfrm>
              <a:off x="7122349" y="20938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9" name="pt38739"/>
            <p:cNvSpPr/>
            <p:nvPr/>
          </p:nvSpPr>
          <p:spPr>
            <a:xfrm>
              <a:off x="6822795" y="18673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0" name="pt38740"/>
            <p:cNvSpPr/>
            <p:nvPr/>
          </p:nvSpPr>
          <p:spPr>
            <a:xfrm>
              <a:off x="7191111" y="23310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1" name="pt38741"/>
            <p:cNvSpPr/>
            <p:nvPr/>
          </p:nvSpPr>
          <p:spPr>
            <a:xfrm>
              <a:off x="6997085" y="19210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2" name="pt38742"/>
            <p:cNvSpPr/>
            <p:nvPr/>
          </p:nvSpPr>
          <p:spPr>
            <a:xfrm>
              <a:off x="6903035" y="23185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3" name="pt38743"/>
            <p:cNvSpPr/>
            <p:nvPr/>
          </p:nvSpPr>
          <p:spPr>
            <a:xfrm>
              <a:off x="7416627" y="24953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4" name="pt38744"/>
            <p:cNvSpPr/>
            <p:nvPr/>
          </p:nvSpPr>
          <p:spPr>
            <a:xfrm>
              <a:off x="6931719" y="19948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5" name="pt38745"/>
            <p:cNvSpPr/>
            <p:nvPr/>
          </p:nvSpPr>
          <p:spPr>
            <a:xfrm>
              <a:off x="6998219" y="17510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6" name="pt38746"/>
            <p:cNvSpPr/>
            <p:nvPr/>
          </p:nvSpPr>
          <p:spPr>
            <a:xfrm>
              <a:off x="7122472" y="20669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7" name="pt38747"/>
            <p:cNvSpPr/>
            <p:nvPr/>
          </p:nvSpPr>
          <p:spPr>
            <a:xfrm>
              <a:off x="7018780" y="19496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8" name="pt38748"/>
            <p:cNvSpPr/>
            <p:nvPr/>
          </p:nvSpPr>
          <p:spPr>
            <a:xfrm>
              <a:off x="7171167" y="21371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9" name="pt38749"/>
            <p:cNvSpPr/>
            <p:nvPr/>
          </p:nvSpPr>
          <p:spPr>
            <a:xfrm>
              <a:off x="7201013" y="22643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0" name="pt38750"/>
            <p:cNvSpPr/>
            <p:nvPr/>
          </p:nvSpPr>
          <p:spPr>
            <a:xfrm>
              <a:off x="7109720" y="21721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1" name="pt38751"/>
            <p:cNvSpPr/>
            <p:nvPr/>
          </p:nvSpPr>
          <p:spPr>
            <a:xfrm>
              <a:off x="6963751" y="19696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2" name="pt38752"/>
            <p:cNvSpPr/>
            <p:nvPr/>
          </p:nvSpPr>
          <p:spPr>
            <a:xfrm>
              <a:off x="7045455" y="21490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3" name="pt38753"/>
            <p:cNvSpPr/>
            <p:nvPr/>
          </p:nvSpPr>
          <p:spPr>
            <a:xfrm>
              <a:off x="6934442" y="18949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4" name="pt38754"/>
            <p:cNvSpPr/>
            <p:nvPr/>
          </p:nvSpPr>
          <p:spPr>
            <a:xfrm>
              <a:off x="7105474" y="21340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5" name="pt38755"/>
            <p:cNvSpPr/>
            <p:nvPr/>
          </p:nvSpPr>
          <p:spPr>
            <a:xfrm>
              <a:off x="7253739" y="20162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6" name="pt38756"/>
            <p:cNvSpPr/>
            <p:nvPr/>
          </p:nvSpPr>
          <p:spPr>
            <a:xfrm>
              <a:off x="7344951" y="27863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7" name="pt38757"/>
            <p:cNvSpPr/>
            <p:nvPr/>
          </p:nvSpPr>
          <p:spPr>
            <a:xfrm>
              <a:off x="7075770" y="22126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8" name="pt38758"/>
            <p:cNvSpPr/>
            <p:nvPr/>
          </p:nvSpPr>
          <p:spPr>
            <a:xfrm>
              <a:off x="7096176" y="21826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9" name="pt38759"/>
            <p:cNvSpPr/>
            <p:nvPr/>
          </p:nvSpPr>
          <p:spPr>
            <a:xfrm>
              <a:off x="7081325" y="21784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0" name="pt38760"/>
            <p:cNvSpPr/>
            <p:nvPr/>
          </p:nvSpPr>
          <p:spPr>
            <a:xfrm>
              <a:off x="7071508" y="22341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1" name="pt38761"/>
            <p:cNvSpPr/>
            <p:nvPr/>
          </p:nvSpPr>
          <p:spPr>
            <a:xfrm>
              <a:off x="7129953" y="23430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2" name="pt38762"/>
            <p:cNvSpPr/>
            <p:nvPr/>
          </p:nvSpPr>
          <p:spPr>
            <a:xfrm>
              <a:off x="7001144" y="17511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3" name="pt38763"/>
            <p:cNvSpPr/>
            <p:nvPr/>
          </p:nvSpPr>
          <p:spPr>
            <a:xfrm>
              <a:off x="7017168" y="17504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4" name="pt38764"/>
            <p:cNvSpPr/>
            <p:nvPr/>
          </p:nvSpPr>
          <p:spPr>
            <a:xfrm>
              <a:off x="7236262" y="20180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5" name="pt38765"/>
            <p:cNvSpPr/>
            <p:nvPr/>
          </p:nvSpPr>
          <p:spPr>
            <a:xfrm>
              <a:off x="6925374" y="19757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6" name="pt38766"/>
            <p:cNvSpPr/>
            <p:nvPr/>
          </p:nvSpPr>
          <p:spPr>
            <a:xfrm>
              <a:off x="7020981" y="19739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7" name="pt38767"/>
            <p:cNvSpPr/>
            <p:nvPr/>
          </p:nvSpPr>
          <p:spPr>
            <a:xfrm>
              <a:off x="7165546" y="21335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8" name="pt38768"/>
            <p:cNvSpPr/>
            <p:nvPr/>
          </p:nvSpPr>
          <p:spPr>
            <a:xfrm>
              <a:off x="7085217" y="21482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9" name="pt38769"/>
            <p:cNvSpPr/>
            <p:nvPr/>
          </p:nvSpPr>
          <p:spPr>
            <a:xfrm>
              <a:off x="7286654" y="19973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0" name="pt38770"/>
            <p:cNvSpPr/>
            <p:nvPr/>
          </p:nvSpPr>
          <p:spPr>
            <a:xfrm>
              <a:off x="6924647" y="21773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1" name="pt38771"/>
            <p:cNvSpPr/>
            <p:nvPr/>
          </p:nvSpPr>
          <p:spPr>
            <a:xfrm>
              <a:off x="6978565" y="18428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2" name="pt38772"/>
            <p:cNvSpPr/>
            <p:nvPr/>
          </p:nvSpPr>
          <p:spPr>
            <a:xfrm>
              <a:off x="7416208" y="30275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3" name="pt38773"/>
            <p:cNvSpPr/>
            <p:nvPr/>
          </p:nvSpPr>
          <p:spPr>
            <a:xfrm>
              <a:off x="6836736" y="21358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4" name="pt38774"/>
            <p:cNvSpPr/>
            <p:nvPr/>
          </p:nvSpPr>
          <p:spPr>
            <a:xfrm>
              <a:off x="6885467" y="19834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5" name="pt38775"/>
            <p:cNvSpPr/>
            <p:nvPr/>
          </p:nvSpPr>
          <p:spPr>
            <a:xfrm>
              <a:off x="7237555" y="19564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6" name="pt38776"/>
            <p:cNvSpPr/>
            <p:nvPr/>
          </p:nvSpPr>
          <p:spPr>
            <a:xfrm>
              <a:off x="7025464" y="21061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7" name="pt38777"/>
            <p:cNvSpPr/>
            <p:nvPr/>
          </p:nvSpPr>
          <p:spPr>
            <a:xfrm>
              <a:off x="7222489" y="19735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8" name="pt38778"/>
            <p:cNvSpPr/>
            <p:nvPr/>
          </p:nvSpPr>
          <p:spPr>
            <a:xfrm>
              <a:off x="7160522" y="20422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9" name="pt38779"/>
            <p:cNvSpPr/>
            <p:nvPr/>
          </p:nvSpPr>
          <p:spPr>
            <a:xfrm>
              <a:off x="7409520" y="28149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0" name="pt38780"/>
            <p:cNvSpPr/>
            <p:nvPr/>
          </p:nvSpPr>
          <p:spPr>
            <a:xfrm>
              <a:off x="7063498" y="2166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1" name="pt38781"/>
            <p:cNvSpPr/>
            <p:nvPr/>
          </p:nvSpPr>
          <p:spPr>
            <a:xfrm>
              <a:off x="7166740" y="21807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2" name="pt38782"/>
            <p:cNvSpPr/>
            <p:nvPr/>
          </p:nvSpPr>
          <p:spPr>
            <a:xfrm>
              <a:off x="7122745" y="21792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3" name="pt38783"/>
            <p:cNvSpPr/>
            <p:nvPr/>
          </p:nvSpPr>
          <p:spPr>
            <a:xfrm>
              <a:off x="6967421" y="19684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4" name="pt38784"/>
            <p:cNvSpPr/>
            <p:nvPr/>
          </p:nvSpPr>
          <p:spPr>
            <a:xfrm>
              <a:off x="7084558" y="22267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5" name="pt38785"/>
            <p:cNvSpPr/>
            <p:nvPr/>
          </p:nvSpPr>
          <p:spPr>
            <a:xfrm>
              <a:off x="6863118" y="21296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6" name="pt38786"/>
            <p:cNvSpPr/>
            <p:nvPr/>
          </p:nvSpPr>
          <p:spPr>
            <a:xfrm>
              <a:off x="7453684" y="23370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7" name="pt38787"/>
            <p:cNvSpPr/>
            <p:nvPr/>
          </p:nvSpPr>
          <p:spPr>
            <a:xfrm>
              <a:off x="7096839" y="2050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8" name="pt38788"/>
            <p:cNvSpPr/>
            <p:nvPr/>
          </p:nvSpPr>
          <p:spPr>
            <a:xfrm>
              <a:off x="8025264" y="24272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9" name="pt38789"/>
            <p:cNvSpPr/>
            <p:nvPr/>
          </p:nvSpPr>
          <p:spPr>
            <a:xfrm>
              <a:off x="7255321" y="20918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0" name="pt38790"/>
            <p:cNvSpPr/>
            <p:nvPr/>
          </p:nvSpPr>
          <p:spPr>
            <a:xfrm>
              <a:off x="7093361" y="20884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1" name="pt38791"/>
            <p:cNvSpPr/>
            <p:nvPr/>
          </p:nvSpPr>
          <p:spPr>
            <a:xfrm>
              <a:off x="7098189" y="21882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2" name="pt38792"/>
            <p:cNvSpPr/>
            <p:nvPr/>
          </p:nvSpPr>
          <p:spPr>
            <a:xfrm>
              <a:off x="7093763" y="21716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3" name="pt38793"/>
            <p:cNvSpPr/>
            <p:nvPr/>
          </p:nvSpPr>
          <p:spPr>
            <a:xfrm>
              <a:off x="6903339" y="23277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4" name="pt38794"/>
            <p:cNvSpPr/>
            <p:nvPr/>
          </p:nvSpPr>
          <p:spPr>
            <a:xfrm>
              <a:off x="7341873" y="24913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5" name="pt38795"/>
            <p:cNvSpPr/>
            <p:nvPr/>
          </p:nvSpPr>
          <p:spPr>
            <a:xfrm>
              <a:off x="7003879" y="20236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6" name="pt38796"/>
            <p:cNvSpPr/>
            <p:nvPr/>
          </p:nvSpPr>
          <p:spPr>
            <a:xfrm>
              <a:off x="7272273" y="19817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7" name="pt38797"/>
            <p:cNvSpPr/>
            <p:nvPr/>
          </p:nvSpPr>
          <p:spPr>
            <a:xfrm>
              <a:off x="7227333" y="2247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8" name="pt38798"/>
            <p:cNvSpPr/>
            <p:nvPr/>
          </p:nvSpPr>
          <p:spPr>
            <a:xfrm>
              <a:off x="7295736" y="19464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9" name="pt38799"/>
            <p:cNvSpPr/>
            <p:nvPr/>
          </p:nvSpPr>
          <p:spPr>
            <a:xfrm>
              <a:off x="7109919" y="21674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0" name="pt38800"/>
            <p:cNvSpPr/>
            <p:nvPr/>
          </p:nvSpPr>
          <p:spPr>
            <a:xfrm>
              <a:off x="7218792" y="20011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1" name="pt38801"/>
            <p:cNvSpPr/>
            <p:nvPr/>
          </p:nvSpPr>
          <p:spPr>
            <a:xfrm>
              <a:off x="7205446" y="22635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2" name="pt38802"/>
            <p:cNvSpPr/>
            <p:nvPr/>
          </p:nvSpPr>
          <p:spPr>
            <a:xfrm>
              <a:off x="6868370" y="20963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3" name="pt38803"/>
            <p:cNvSpPr/>
            <p:nvPr/>
          </p:nvSpPr>
          <p:spPr>
            <a:xfrm>
              <a:off x="7005685" y="20888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4" name="pt38804"/>
            <p:cNvSpPr/>
            <p:nvPr/>
          </p:nvSpPr>
          <p:spPr>
            <a:xfrm>
              <a:off x="7160635" y="20827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5" name="pt38805"/>
            <p:cNvSpPr/>
            <p:nvPr/>
          </p:nvSpPr>
          <p:spPr>
            <a:xfrm>
              <a:off x="7158319" y="20481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6" name="pt38806"/>
            <p:cNvSpPr/>
            <p:nvPr/>
          </p:nvSpPr>
          <p:spPr>
            <a:xfrm>
              <a:off x="7083076" y="22438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7" name="pt38807"/>
            <p:cNvSpPr/>
            <p:nvPr/>
          </p:nvSpPr>
          <p:spPr>
            <a:xfrm>
              <a:off x="7325377" y="21264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8" name="pt38808"/>
            <p:cNvSpPr/>
            <p:nvPr/>
          </p:nvSpPr>
          <p:spPr>
            <a:xfrm>
              <a:off x="7171129" y="21352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9" name="pt38809"/>
            <p:cNvSpPr/>
            <p:nvPr/>
          </p:nvSpPr>
          <p:spPr>
            <a:xfrm>
              <a:off x="7251044" y="20953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0" name="pt38810"/>
            <p:cNvSpPr/>
            <p:nvPr/>
          </p:nvSpPr>
          <p:spPr>
            <a:xfrm>
              <a:off x="7308925" y="23001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1" name="pt38811"/>
            <p:cNvSpPr/>
            <p:nvPr/>
          </p:nvSpPr>
          <p:spPr>
            <a:xfrm>
              <a:off x="7255985" y="20365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2" name="pt38812"/>
            <p:cNvSpPr/>
            <p:nvPr/>
          </p:nvSpPr>
          <p:spPr>
            <a:xfrm>
              <a:off x="7050474" y="19168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3" name="pt38813"/>
            <p:cNvSpPr/>
            <p:nvPr/>
          </p:nvSpPr>
          <p:spPr>
            <a:xfrm>
              <a:off x="6669446" y="22011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4" name="pt38814"/>
            <p:cNvSpPr/>
            <p:nvPr/>
          </p:nvSpPr>
          <p:spPr>
            <a:xfrm>
              <a:off x="7338133" y="23861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5" name="pt38815"/>
            <p:cNvSpPr/>
            <p:nvPr/>
          </p:nvSpPr>
          <p:spPr>
            <a:xfrm>
              <a:off x="7066514" y="20866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6" name="pt38816"/>
            <p:cNvSpPr/>
            <p:nvPr/>
          </p:nvSpPr>
          <p:spPr>
            <a:xfrm>
              <a:off x="7082430" y="22082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7" name="pt38817"/>
            <p:cNvSpPr/>
            <p:nvPr/>
          </p:nvSpPr>
          <p:spPr>
            <a:xfrm>
              <a:off x="7140290" y="21776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8" name="pt38818"/>
            <p:cNvSpPr/>
            <p:nvPr/>
          </p:nvSpPr>
          <p:spPr>
            <a:xfrm>
              <a:off x="6923911" y="21896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9" name="pt38819"/>
            <p:cNvSpPr/>
            <p:nvPr/>
          </p:nvSpPr>
          <p:spPr>
            <a:xfrm>
              <a:off x="7097746" y="21047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0" name="pt38820"/>
            <p:cNvSpPr/>
            <p:nvPr/>
          </p:nvSpPr>
          <p:spPr>
            <a:xfrm>
              <a:off x="7136850" y="22165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1" name="pt38821"/>
            <p:cNvSpPr/>
            <p:nvPr/>
          </p:nvSpPr>
          <p:spPr>
            <a:xfrm>
              <a:off x="7062565" y="21639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2" name="pt38822"/>
            <p:cNvSpPr/>
            <p:nvPr/>
          </p:nvSpPr>
          <p:spPr>
            <a:xfrm>
              <a:off x="7328813" y="21051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3" name="pt38823"/>
            <p:cNvSpPr/>
            <p:nvPr/>
          </p:nvSpPr>
          <p:spPr>
            <a:xfrm>
              <a:off x="6947867" y="20212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4" name="pt38824"/>
            <p:cNvSpPr/>
            <p:nvPr/>
          </p:nvSpPr>
          <p:spPr>
            <a:xfrm>
              <a:off x="7138304" y="23495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5" name="pt38825"/>
            <p:cNvSpPr/>
            <p:nvPr/>
          </p:nvSpPr>
          <p:spPr>
            <a:xfrm>
              <a:off x="6884024" y="22113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6" name="pt38826"/>
            <p:cNvSpPr/>
            <p:nvPr/>
          </p:nvSpPr>
          <p:spPr>
            <a:xfrm>
              <a:off x="7042548" y="21786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7" name="pt38827"/>
            <p:cNvSpPr/>
            <p:nvPr/>
          </p:nvSpPr>
          <p:spPr>
            <a:xfrm>
              <a:off x="7088764" y="22103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8" name="pt38828"/>
            <p:cNvSpPr/>
            <p:nvPr/>
          </p:nvSpPr>
          <p:spPr>
            <a:xfrm>
              <a:off x="7135004" y="24124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9" name="pt38829"/>
            <p:cNvSpPr/>
            <p:nvPr/>
          </p:nvSpPr>
          <p:spPr>
            <a:xfrm>
              <a:off x="7037841" y="24024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0" name="pt38830"/>
            <p:cNvSpPr/>
            <p:nvPr/>
          </p:nvSpPr>
          <p:spPr>
            <a:xfrm>
              <a:off x="7089354" y="21468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1" name="pt38831"/>
            <p:cNvSpPr/>
            <p:nvPr/>
          </p:nvSpPr>
          <p:spPr>
            <a:xfrm>
              <a:off x="7114709" y="20708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2" name="pt38832"/>
            <p:cNvSpPr/>
            <p:nvPr/>
          </p:nvSpPr>
          <p:spPr>
            <a:xfrm>
              <a:off x="7173485" y="20182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3" name="pt38833"/>
            <p:cNvSpPr/>
            <p:nvPr/>
          </p:nvSpPr>
          <p:spPr>
            <a:xfrm>
              <a:off x="7264705" y="21587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4" name="pt38834"/>
            <p:cNvSpPr/>
            <p:nvPr/>
          </p:nvSpPr>
          <p:spPr>
            <a:xfrm>
              <a:off x="7201549" y="22019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5" name="pt38835"/>
            <p:cNvSpPr/>
            <p:nvPr/>
          </p:nvSpPr>
          <p:spPr>
            <a:xfrm>
              <a:off x="7129772" y="22873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6" name="pt38836"/>
            <p:cNvSpPr/>
            <p:nvPr/>
          </p:nvSpPr>
          <p:spPr>
            <a:xfrm>
              <a:off x="7142364" y="21755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7" name="pt38837"/>
            <p:cNvSpPr/>
            <p:nvPr/>
          </p:nvSpPr>
          <p:spPr>
            <a:xfrm>
              <a:off x="7347874" y="24479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8" name="pt38838"/>
            <p:cNvSpPr/>
            <p:nvPr/>
          </p:nvSpPr>
          <p:spPr>
            <a:xfrm>
              <a:off x="7142984" y="21351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9" name="pt38839"/>
            <p:cNvSpPr/>
            <p:nvPr/>
          </p:nvSpPr>
          <p:spPr>
            <a:xfrm>
              <a:off x="7256356" y="19638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0" name="pt38840"/>
            <p:cNvSpPr/>
            <p:nvPr/>
          </p:nvSpPr>
          <p:spPr>
            <a:xfrm>
              <a:off x="7028941" y="22017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1" name="pt38841"/>
            <p:cNvSpPr/>
            <p:nvPr/>
          </p:nvSpPr>
          <p:spPr>
            <a:xfrm>
              <a:off x="7032857" y="22966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2" name="pt38842"/>
            <p:cNvSpPr/>
            <p:nvPr/>
          </p:nvSpPr>
          <p:spPr>
            <a:xfrm>
              <a:off x="7031448" y="23058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3" name="pt38843"/>
            <p:cNvSpPr/>
            <p:nvPr/>
          </p:nvSpPr>
          <p:spPr>
            <a:xfrm>
              <a:off x="7446075" y="26036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4" name="pt38844"/>
            <p:cNvSpPr/>
            <p:nvPr/>
          </p:nvSpPr>
          <p:spPr>
            <a:xfrm>
              <a:off x="6909202" y="21538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5" name="pt38845"/>
            <p:cNvSpPr/>
            <p:nvPr/>
          </p:nvSpPr>
          <p:spPr>
            <a:xfrm>
              <a:off x="7286080" y="20164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6" name="pt38846"/>
            <p:cNvSpPr/>
            <p:nvPr/>
          </p:nvSpPr>
          <p:spPr>
            <a:xfrm>
              <a:off x="7047725" y="16326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7" name="pt38847"/>
            <p:cNvSpPr/>
            <p:nvPr/>
          </p:nvSpPr>
          <p:spPr>
            <a:xfrm>
              <a:off x="7168884" y="21483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8" name="pt38848"/>
            <p:cNvSpPr/>
            <p:nvPr/>
          </p:nvSpPr>
          <p:spPr>
            <a:xfrm>
              <a:off x="7189844" y="22699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9" name="pt38849"/>
            <p:cNvSpPr/>
            <p:nvPr/>
          </p:nvSpPr>
          <p:spPr>
            <a:xfrm>
              <a:off x="7087855" y="22567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0" name="pt38850"/>
            <p:cNvSpPr/>
            <p:nvPr/>
          </p:nvSpPr>
          <p:spPr>
            <a:xfrm>
              <a:off x="7138974" y="22225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1" name="pt38851"/>
            <p:cNvSpPr/>
            <p:nvPr/>
          </p:nvSpPr>
          <p:spPr>
            <a:xfrm>
              <a:off x="7078964" y="22130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2" name="pt38852"/>
            <p:cNvSpPr/>
            <p:nvPr/>
          </p:nvSpPr>
          <p:spPr>
            <a:xfrm>
              <a:off x="7290072" y="20788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3" name="pt38853"/>
            <p:cNvSpPr/>
            <p:nvPr/>
          </p:nvSpPr>
          <p:spPr>
            <a:xfrm>
              <a:off x="7166042" y="2179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4" name="pt38854"/>
            <p:cNvSpPr/>
            <p:nvPr/>
          </p:nvSpPr>
          <p:spPr>
            <a:xfrm>
              <a:off x="7074116" y="22489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5" name="pt38855"/>
            <p:cNvSpPr/>
            <p:nvPr/>
          </p:nvSpPr>
          <p:spPr>
            <a:xfrm>
              <a:off x="7408513" y="24984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6" name="pt38856"/>
            <p:cNvSpPr/>
            <p:nvPr/>
          </p:nvSpPr>
          <p:spPr>
            <a:xfrm>
              <a:off x="6638828" y="16882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7" name="pt38857"/>
            <p:cNvSpPr/>
            <p:nvPr/>
          </p:nvSpPr>
          <p:spPr>
            <a:xfrm>
              <a:off x="7226728" y="21914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8" name="pt38858"/>
            <p:cNvSpPr/>
            <p:nvPr/>
          </p:nvSpPr>
          <p:spPr>
            <a:xfrm>
              <a:off x="7062994" y="21417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9" name="pt38859"/>
            <p:cNvSpPr/>
            <p:nvPr/>
          </p:nvSpPr>
          <p:spPr>
            <a:xfrm>
              <a:off x="7173011" y="21588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0" name="pt38860"/>
            <p:cNvSpPr/>
            <p:nvPr/>
          </p:nvSpPr>
          <p:spPr>
            <a:xfrm>
              <a:off x="7164177" y="21609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1" name="pt38861"/>
            <p:cNvSpPr/>
            <p:nvPr/>
          </p:nvSpPr>
          <p:spPr>
            <a:xfrm>
              <a:off x="6929912" y="19767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2" name="pt38862"/>
            <p:cNvSpPr/>
            <p:nvPr/>
          </p:nvSpPr>
          <p:spPr>
            <a:xfrm>
              <a:off x="7105674" y="21190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3" name="pt38863"/>
            <p:cNvSpPr/>
            <p:nvPr/>
          </p:nvSpPr>
          <p:spPr>
            <a:xfrm>
              <a:off x="6748994" y="20609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4" name="pt38864"/>
            <p:cNvSpPr/>
            <p:nvPr/>
          </p:nvSpPr>
          <p:spPr>
            <a:xfrm>
              <a:off x="7347526" y="26779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5" name="pt38865"/>
            <p:cNvSpPr/>
            <p:nvPr/>
          </p:nvSpPr>
          <p:spPr>
            <a:xfrm>
              <a:off x="7035592" y="24045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6" name="pt38866"/>
            <p:cNvSpPr/>
            <p:nvPr/>
          </p:nvSpPr>
          <p:spPr>
            <a:xfrm>
              <a:off x="7002273" y="18878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7" name="pt38867"/>
            <p:cNvSpPr/>
            <p:nvPr/>
          </p:nvSpPr>
          <p:spPr>
            <a:xfrm>
              <a:off x="6876507" y="19320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8" name="pt38868"/>
            <p:cNvSpPr/>
            <p:nvPr/>
          </p:nvSpPr>
          <p:spPr>
            <a:xfrm>
              <a:off x="7100426" y="21358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9" name="pt38869"/>
            <p:cNvSpPr/>
            <p:nvPr/>
          </p:nvSpPr>
          <p:spPr>
            <a:xfrm>
              <a:off x="7053219" y="21520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0" name="pt38870"/>
            <p:cNvSpPr/>
            <p:nvPr/>
          </p:nvSpPr>
          <p:spPr>
            <a:xfrm>
              <a:off x="7053663" y="21578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1" name="pt38871"/>
            <p:cNvSpPr/>
            <p:nvPr/>
          </p:nvSpPr>
          <p:spPr>
            <a:xfrm>
              <a:off x="7231430" y="22493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2" name="pt38872"/>
            <p:cNvSpPr/>
            <p:nvPr/>
          </p:nvSpPr>
          <p:spPr>
            <a:xfrm>
              <a:off x="7157854" y="19938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3" name="pt38873"/>
            <p:cNvSpPr/>
            <p:nvPr/>
          </p:nvSpPr>
          <p:spPr>
            <a:xfrm>
              <a:off x="7467737" y="22630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4" name="pt38874"/>
            <p:cNvSpPr/>
            <p:nvPr/>
          </p:nvSpPr>
          <p:spPr>
            <a:xfrm>
              <a:off x="7244832" y="1933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5" name="pt38875"/>
            <p:cNvSpPr/>
            <p:nvPr/>
          </p:nvSpPr>
          <p:spPr>
            <a:xfrm>
              <a:off x="7121836" y="21501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6" name="pt38876"/>
            <p:cNvSpPr/>
            <p:nvPr/>
          </p:nvSpPr>
          <p:spPr>
            <a:xfrm>
              <a:off x="7095885" y="21748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7" name="pt38877"/>
            <p:cNvSpPr/>
            <p:nvPr/>
          </p:nvSpPr>
          <p:spPr>
            <a:xfrm>
              <a:off x="7063763" y="20895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8" name="pt38878"/>
            <p:cNvSpPr/>
            <p:nvPr/>
          </p:nvSpPr>
          <p:spPr>
            <a:xfrm>
              <a:off x="7018129" y="19470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9" name="pt38879"/>
            <p:cNvSpPr/>
            <p:nvPr/>
          </p:nvSpPr>
          <p:spPr>
            <a:xfrm>
              <a:off x="7091107" y="22138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0" name="pt38880"/>
            <p:cNvSpPr/>
            <p:nvPr/>
          </p:nvSpPr>
          <p:spPr>
            <a:xfrm>
              <a:off x="7768928" y="2350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1" name="pt38881"/>
            <p:cNvSpPr/>
            <p:nvPr/>
          </p:nvSpPr>
          <p:spPr>
            <a:xfrm>
              <a:off x="7338492" y="22468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2" name="pt38882"/>
            <p:cNvSpPr/>
            <p:nvPr/>
          </p:nvSpPr>
          <p:spPr>
            <a:xfrm>
              <a:off x="6932832" y="21284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3" name="pt38883"/>
            <p:cNvSpPr/>
            <p:nvPr/>
          </p:nvSpPr>
          <p:spPr>
            <a:xfrm>
              <a:off x="7130552" y="22841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4" name="pt38884"/>
            <p:cNvSpPr/>
            <p:nvPr/>
          </p:nvSpPr>
          <p:spPr>
            <a:xfrm>
              <a:off x="7087224" y="21947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5" name="pt38885"/>
            <p:cNvSpPr/>
            <p:nvPr/>
          </p:nvSpPr>
          <p:spPr>
            <a:xfrm>
              <a:off x="7335771" y="24142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6" name="pt38886"/>
            <p:cNvSpPr/>
            <p:nvPr/>
          </p:nvSpPr>
          <p:spPr>
            <a:xfrm>
              <a:off x="7146282" y="20896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7" name="pt38887"/>
            <p:cNvSpPr/>
            <p:nvPr/>
          </p:nvSpPr>
          <p:spPr>
            <a:xfrm>
              <a:off x="7058814" y="22909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8" name="pt38888"/>
            <p:cNvSpPr/>
            <p:nvPr/>
          </p:nvSpPr>
          <p:spPr>
            <a:xfrm>
              <a:off x="7131799" y="24228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9" name="pt38889"/>
            <p:cNvSpPr/>
            <p:nvPr/>
          </p:nvSpPr>
          <p:spPr>
            <a:xfrm>
              <a:off x="6965783" y="19811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0" name="pt38890"/>
            <p:cNvSpPr/>
            <p:nvPr/>
          </p:nvSpPr>
          <p:spPr>
            <a:xfrm>
              <a:off x="7403429" y="27514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1" name="pt38891"/>
            <p:cNvSpPr/>
            <p:nvPr/>
          </p:nvSpPr>
          <p:spPr>
            <a:xfrm>
              <a:off x="7031542" y="22613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2" name="pt38892"/>
            <p:cNvSpPr/>
            <p:nvPr/>
          </p:nvSpPr>
          <p:spPr>
            <a:xfrm>
              <a:off x="6977044" y="17932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3" name="pt38893"/>
            <p:cNvSpPr/>
            <p:nvPr/>
          </p:nvSpPr>
          <p:spPr>
            <a:xfrm>
              <a:off x="6930206" y="21623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4" name="pt38894"/>
            <p:cNvSpPr/>
            <p:nvPr/>
          </p:nvSpPr>
          <p:spPr>
            <a:xfrm>
              <a:off x="7003586" y="20097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5" name="pt38895"/>
            <p:cNvSpPr/>
            <p:nvPr/>
          </p:nvSpPr>
          <p:spPr>
            <a:xfrm>
              <a:off x="6962628" y="19919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6" name="pt38896"/>
            <p:cNvSpPr/>
            <p:nvPr/>
          </p:nvSpPr>
          <p:spPr>
            <a:xfrm>
              <a:off x="7208952" y="20563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7" name="pt38897"/>
            <p:cNvSpPr/>
            <p:nvPr/>
          </p:nvSpPr>
          <p:spPr>
            <a:xfrm>
              <a:off x="7347764" y="27387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8" name="pt38898"/>
            <p:cNvSpPr/>
            <p:nvPr/>
          </p:nvSpPr>
          <p:spPr>
            <a:xfrm>
              <a:off x="6912234" y="21940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9" name="pt38899"/>
            <p:cNvSpPr/>
            <p:nvPr/>
          </p:nvSpPr>
          <p:spPr>
            <a:xfrm>
              <a:off x="7441244" y="27619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0" name="pt38900"/>
            <p:cNvSpPr/>
            <p:nvPr/>
          </p:nvSpPr>
          <p:spPr>
            <a:xfrm>
              <a:off x="7091766" y="21747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1" name="pt38901"/>
            <p:cNvSpPr/>
            <p:nvPr/>
          </p:nvSpPr>
          <p:spPr>
            <a:xfrm>
              <a:off x="6973505" y="20223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2" name="pt38902"/>
            <p:cNvSpPr/>
            <p:nvPr/>
          </p:nvSpPr>
          <p:spPr>
            <a:xfrm>
              <a:off x="7287299" y="19508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3" name="pt38903"/>
            <p:cNvSpPr/>
            <p:nvPr/>
          </p:nvSpPr>
          <p:spPr>
            <a:xfrm>
              <a:off x="7291345" y="23127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4" name="pt38904"/>
            <p:cNvSpPr/>
            <p:nvPr/>
          </p:nvSpPr>
          <p:spPr>
            <a:xfrm>
              <a:off x="7030802" y="22537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5" name="pt38905"/>
            <p:cNvSpPr/>
            <p:nvPr/>
          </p:nvSpPr>
          <p:spPr>
            <a:xfrm>
              <a:off x="7168194" y="21312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6" name="pt38906"/>
            <p:cNvSpPr/>
            <p:nvPr/>
          </p:nvSpPr>
          <p:spPr>
            <a:xfrm>
              <a:off x="6720706" y="19363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7" name="pt38907"/>
            <p:cNvSpPr/>
            <p:nvPr/>
          </p:nvSpPr>
          <p:spPr>
            <a:xfrm>
              <a:off x="7100039" y="21576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8" name="pt38908"/>
            <p:cNvSpPr/>
            <p:nvPr/>
          </p:nvSpPr>
          <p:spPr>
            <a:xfrm>
              <a:off x="6723039" y="17388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9" name="pt38909"/>
            <p:cNvSpPr/>
            <p:nvPr/>
          </p:nvSpPr>
          <p:spPr>
            <a:xfrm>
              <a:off x="7163070" y="21769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0" name="pt38910"/>
            <p:cNvSpPr/>
            <p:nvPr/>
          </p:nvSpPr>
          <p:spPr>
            <a:xfrm>
              <a:off x="7181098" y="21293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1" name="pt38911"/>
            <p:cNvSpPr/>
            <p:nvPr/>
          </p:nvSpPr>
          <p:spPr>
            <a:xfrm>
              <a:off x="7291533" y="20747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2" name="pt38912"/>
            <p:cNvSpPr/>
            <p:nvPr/>
          </p:nvSpPr>
          <p:spPr>
            <a:xfrm>
              <a:off x="6869546" y="23123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3" name="pt38913"/>
            <p:cNvSpPr/>
            <p:nvPr/>
          </p:nvSpPr>
          <p:spPr>
            <a:xfrm>
              <a:off x="6829870" y="20375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4" name="pt38914"/>
            <p:cNvSpPr/>
            <p:nvPr/>
          </p:nvSpPr>
          <p:spPr>
            <a:xfrm>
              <a:off x="7090151" y="22543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5" name="pt38915"/>
            <p:cNvSpPr/>
            <p:nvPr/>
          </p:nvSpPr>
          <p:spPr>
            <a:xfrm>
              <a:off x="6935402" y="20704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6" name="pt38916"/>
            <p:cNvSpPr/>
            <p:nvPr/>
          </p:nvSpPr>
          <p:spPr>
            <a:xfrm>
              <a:off x="7111344" y="21597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7" name="pt38917"/>
            <p:cNvSpPr/>
            <p:nvPr/>
          </p:nvSpPr>
          <p:spPr>
            <a:xfrm>
              <a:off x="7029751" y="21584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8" name="pt38918"/>
            <p:cNvSpPr/>
            <p:nvPr/>
          </p:nvSpPr>
          <p:spPr>
            <a:xfrm>
              <a:off x="6945835" y="2029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9" name="pt38919"/>
            <p:cNvSpPr/>
            <p:nvPr/>
          </p:nvSpPr>
          <p:spPr>
            <a:xfrm>
              <a:off x="7216831" y="20857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0" name="pt38920"/>
            <p:cNvSpPr/>
            <p:nvPr/>
          </p:nvSpPr>
          <p:spPr>
            <a:xfrm>
              <a:off x="6999566" y="20258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1" name="pt38921"/>
            <p:cNvSpPr/>
            <p:nvPr/>
          </p:nvSpPr>
          <p:spPr>
            <a:xfrm>
              <a:off x="7048993" y="18155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2" name="pt38922"/>
            <p:cNvSpPr/>
            <p:nvPr/>
          </p:nvSpPr>
          <p:spPr>
            <a:xfrm>
              <a:off x="7046298" y="20904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3" name="pt38923"/>
            <p:cNvSpPr/>
            <p:nvPr/>
          </p:nvSpPr>
          <p:spPr>
            <a:xfrm>
              <a:off x="7270279" y="1956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4" name="pt38924"/>
            <p:cNvSpPr/>
            <p:nvPr/>
          </p:nvSpPr>
          <p:spPr>
            <a:xfrm>
              <a:off x="7146796" y="20587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5" name="pt38925"/>
            <p:cNvSpPr/>
            <p:nvPr/>
          </p:nvSpPr>
          <p:spPr>
            <a:xfrm>
              <a:off x="6786344" y="24824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6" name="pt38926"/>
            <p:cNvSpPr/>
            <p:nvPr/>
          </p:nvSpPr>
          <p:spPr>
            <a:xfrm>
              <a:off x="7174672" y="20159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7" name="pt38927"/>
            <p:cNvSpPr/>
            <p:nvPr/>
          </p:nvSpPr>
          <p:spPr>
            <a:xfrm>
              <a:off x="7031840" y="22616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8" name="pt38928"/>
            <p:cNvSpPr/>
            <p:nvPr/>
          </p:nvSpPr>
          <p:spPr>
            <a:xfrm>
              <a:off x="7229401" y="20281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9" name="pt38929"/>
            <p:cNvSpPr/>
            <p:nvPr/>
          </p:nvSpPr>
          <p:spPr>
            <a:xfrm>
              <a:off x="7186582" y="21295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0" name="pt38930"/>
            <p:cNvSpPr/>
            <p:nvPr/>
          </p:nvSpPr>
          <p:spPr>
            <a:xfrm>
              <a:off x="7040132" y="22748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1" name="pt38931"/>
            <p:cNvSpPr/>
            <p:nvPr/>
          </p:nvSpPr>
          <p:spPr>
            <a:xfrm>
              <a:off x="7145364" y="20575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2" name="pt38932"/>
            <p:cNvSpPr/>
            <p:nvPr/>
          </p:nvSpPr>
          <p:spPr>
            <a:xfrm>
              <a:off x="7233598" y="21530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3" name="pt38933"/>
            <p:cNvSpPr/>
            <p:nvPr/>
          </p:nvSpPr>
          <p:spPr>
            <a:xfrm>
              <a:off x="7229378" y="21471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4" name="pt38934"/>
            <p:cNvSpPr/>
            <p:nvPr/>
          </p:nvSpPr>
          <p:spPr>
            <a:xfrm>
              <a:off x="6975089" y="19451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5" name="pt38935"/>
            <p:cNvSpPr/>
            <p:nvPr/>
          </p:nvSpPr>
          <p:spPr>
            <a:xfrm>
              <a:off x="7153822" y="19531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6" name="pt38936"/>
            <p:cNvSpPr/>
            <p:nvPr/>
          </p:nvSpPr>
          <p:spPr>
            <a:xfrm>
              <a:off x="7687414" y="23379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7" name="pt38937"/>
            <p:cNvSpPr/>
            <p:nvPr/>
          </p:nvSpPr>
          <p:spPr>
            <a:xfrm>
              <a:off x="7121014" y="22145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8" name="pt38938"/>
            <p:cNvSpPr/>
            <p:nvPr/>
          </p:nvSpPr>
          <p:spPr>
            <a:xfrm>
              <a:off x="7019443" y="20785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9" name="pt38939"/>
            <p:cNvSpPr/>
            <p:nvPr/>
          </p:nvSpPr>
          <p:spPr>
            <a:xfrm>
              <a:off x="7078943" y="20917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0" name="pt38940"/>
            <p:cNvSpPr/>
            <p:nvPr/>
          </p:nvSpPr>
          <p:spPr>
            <a:xfrm>
              <a:off x="6968679" y="20712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1" name="pt38941"/>
            <p:cNvSpPr/>
            <p:nvPr/>
          </p:nvSpPr>
          <p:spPr>
            <a:xfrm>
              <a:off x="7126951" y="22472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2" name="pt38942"/>
            <p:cNvSpPr/>
            <p:nvPr/>
          </p:nvSpPr>
          <p:spPr>
            <a:xfrm>
              <a:off x="7122479" y="20705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3" name="pt38943"/>
            <p:cNvSpPr/>
            <p:nvPr/>
          </p:nvSpPr>
          <p:spPr>
            <a:xfrm>
              <a:off x="7204996" y="21574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4" name="pt38944"/>
            <p:cNvSpPr/>
            <p:nvPr/>
          </p:nvSpPr>
          <p:spPr>
            <a:xfrm>
              <a:off x="7277928" y="19588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5" name="pt38945"/>
            <p:cNvSpPr/>
            <p:nvPr/>
          </p:nvSpPr>
          <p:spPr>
            <a:xfrm>
              <a:off x="7152770" y="19499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6" name="pt38946"/>
            <p:cNvSpPr/>
            <p:nvPr/>
          </p:nvSpPr>
          <p:spPr>
            <a:xfrm>
              <a:off x="7114494" y="20875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7" name="pt38947"/>
            <p:cNvSpPr/>
            <p:nvPr/>
          </p:nvSpPr>
          <p:spPr>
            <a:xfrm>
              <a:off x="7147275" y="20509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8" name="pt38948"/>
            <p:cNvSpPr/>
            <p:nvPr/>
          </p:nvSpPr>
          <p:spPr>
            <a:xfrm>
              <a:off x="7176423" y="20499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9" name="pt38949"/>
            <p:cNvSpPr/>
            <p:nvPr/>
          </p:nvSpPr>
          <p:spPr>
            <a:xfrm>
              <a:off x="7704780" y="22286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0" name="pt38950"/>
            <p:cNvSpPr/>
            <p:nvPr/>
          </p:nvSpPr>
          <p:spPr>
            <a:xfrm>
              <a:off x="7126118" y="22825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1" name="pt38951"/>
            <p:cNvSpPr/>
            <p:nvPr/>
          </p:nvSpPr>
          <p:spPr>
            <a:xfrm>
              <a:off x="7087858" y="22166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2" name="pt38952"/>
            <p:cNvSpPr/>
            <p:nvPr/>
          </p:nvSpPr>
          <p:spPr>
            <a:xfrm>
              <a:off x="7224867" y="22544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3" name="pt38953"/>
            <p:cNvSpPr/>
            <p:nvPr/>
          </p:nvSpPr>
          <p:spPr>
            <a:xfrm>
              <a:off x="7176296" y="20847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4" name="pt38954"/>
            <p:cNvSpPr/>
            <p:nvPr/>
          </p:nvSpPr>
          <p:spPr>
            <a:xfrm>
              <a:off x="7121838" y="21998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5" name="pt38955"/>
            <p:cNvSpPr/>
            <p:nvPr/>
          </p:nvSpPr>
          <p:spPr>
            <a:xfrm>
              <a:off x="7336542" y="24112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6" name="pt38956"/>
            <p:cNvSpPr/>
            <p:nvPr/>
          </p:nvSpPr>
          <p:spPr>
            <a:xfrm>
              <a:off x="7210458" y="20904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7" name="pt38957"/>
            <p:cNvSpPr/>
            <p:nvPr/>
          </p:nvSpPr>
          <p:spPr>
            <a:xfrm>
              <a:off x="7231384" y="22212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8" name="pt38958"/>
            <p:cNvSpPr/>
            <p:nvPr/>
          </p:nvSpPr>
          <p:spPr>
            <a:xfrm>
              <a:off x="7290401" y="20754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9" name="pt38959"/>
            <p:cNvSpPr/>
            <p:nvPr/>
          </p:nvSpPr>
          <p:spPr>
            <a:xfrm>
              <a:off x="6775636" y="26796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0" name="pt38960"/>
            <p:cNvSpPr/>
            <p:nvPr/>
          </p:nvSpPr>
          <p:spPr>
            <a:xfrm>
              <a:off x="7312935" y="20884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1" name="pt38961"/>
            <p:cNvSpPr/>
            <p:nvPr/>
          </p:nvSpPr>
          <p:spPr>
            <a:xfrm>
              <a:off x="7173099" y="22200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2" name="pt38962"/>
            <p:cNvSpPr/>
            <p:nvPr/>
          </p:nvSpPr>
          <p:spPr>
            <a:xfrm>
              <a:off x="7155898" y="19483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3" name="pt38963"/>
            <p:cNvSpPr/>
            <p:nvPr/>
          </p:nvSpPr>
          <p:spPr>
            <a:xfrm>
              <a:off x="7189179" y="21247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4" name="pt38964"/>
            <p:cNvSpPr/>
            <p:nvPr/>
          </p:nvSpPr>
          <p:spPr>
            <a:xfrm>
              <a:off x="6791988" y="22425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5" name="pt38965"/>
            <p:cNvSpPr/>
            <p:nvPr/>
          </p:nvSpPr>
          <p:spPr>
            <a:xfrm>
              <a:off x="7079821" y="1964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6" name="pt38966"/>
            <p:cNvSpPr/>
            <p:nvPr/>
          </p:nvSpPr>
          <p:spPr>
            <a:xfrm>
              <a:off x="7085497" y="22246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7" name="pt38967"/>
            <p:cNvSpPr/>
            <p:nvPr/>
          </p:nvSpPr>
          <p:spPr>
            <a:xfrm>
              <a:off x="7299496" y="19998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8" name="pt38968"/>
            <p:cNvSpPr/>
            <p:nvPr/>
          </p:nvSpPr>
          <p:spPr>
            <a:xfrm>
              <a:off x="7005061" y="20850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9" name="pt38969"/>
            <p:cNvSpPr/>
            <p:nvPr/>
          </p:nvSpPr>
          <p:spPr>
            <a:xfrm>
              <a:off x="6994834" y="20110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0" name="pt38970"/>
            <p:cNvSpPr/>
            <p:nvPr/>
          </p:nvSpPr>
          <p:spPr>
            <a:xfrm>
              <a:off x="7242109" y="18066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1" name="pt38971"/>
            <p:cNvSpPr/>
            <p:nvPr/>
          </p:nvSpPr>
          <p:spPr>
            <a:xfrm>
              <a:off x="7117369" y="21992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2" name="pt38972"/>
            <p:cNvSpPr/>
            <p:nvPr/>
          </p:nvSpPr>
          <p:spPr>
            <a:xfrm>
              <a:off x="7186573" y="22105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3" name="pt38973"/>
            <p:cNvSpPr/>
            <p:nvPr/>
          </p:nvSpPr>
          <p:spPr>
            <a:xfrm>
              <a:off x="7135620" y="24132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4" name="pt38974"/>
            <p:cNvSpPr/>
            <p:nvPr/>
          </p:nvSpPr>
          <p:spPr>
            <a:xfrm>
              <a:off x="7408832" y="25548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5" name="pt38975"/>
            <p:cNvSpPr/>
            <p:nvPr/>
          </p:nvSpPr>
          <p:spPr>
            <a:xfrm>
              <a:off x="7386805" y="26750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6" name="pt38976"/>
            <p:cNvSpPr/>
            <p:nvPr/>
          </p:nvSpPr>
          <p:spPr>
            <a:xfrm>
              <a:off x="7123339" y="21072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7" name="pt38977"/>
            <p:cNvSpPr/>
            <p:nvPr/>
          </p:nvSpPr>
          <p:spPr>
            <a:xfrm>
              <a:off x="7027527" y="22433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8" name="pt38978"/>
            <p:cNvSpPr/>
            <p:nvPr/>
          </p:nvSpPr>
          <p:spPr>
            <a:xfrm>
              <a:off x="7250255" y="2020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9" name="pt38979"/>
            <p:cNvSpPr/>
            <p:nvPr/>
          </p:nvSpPr>
          <p:spPr>
            <a:xfrm>
              <a:off x="6816630" y="22244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0" name="pt38980"/>
            <p:cNvSpPr/>
            <p:nvPr/>
          </p:nvSpPr>
          <p:spPr>
            <a:xfrm>
              <a:off x="7043030" y="20936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1" name="pt38981"/>
            <p:cNvSpPr/>
            <p:nvPr/>
          </p:nvSpPr>
          <p:spPr>
            <a:xfrm>
              <a:off x="7175570" y="20869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2" name="pt38982"/>
            <p:cNvSpPr/>
            <p:nvPr/>
          </p:nvSpPr>
          <p:spPr>
            <a:xfrm>
              <a:off x="7053663" y="21390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3" name="pt38983"/>
            <p:cNvSpPr/>
            <p:nvPr/>
          </p:nvSpPr>
          <p:spPr>
            <a:xfrm>
              <a:off x="7018988" y="17858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4" name="pt38984"/>
            <p:cNvSpPr/>
            <p:nvPr/>
          </p:nvSpPr>
          <p:spPr>
            <a:xfrm>
              <a:off x="7195100" y="22532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5" name="pt38985"/>
            <p:cNvSpPr/>
            <p:nvPr/>
          </p:nvSpPr>
          <p:spPr>
            <a:xfrm>
              <a:off x="7217106" y="20668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6" name="pt38986"/>
            <p:cNvSpPr/>
            <p:nvPr/>
          </p:nvSpPr>
          <p:spPr>
            <a:xfrm>
              <a:off x="7001104" y="19081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7" name="pt38987"/>
            <p:cNvSpPr/>
            <p:nvPr/>
          </p:nvSpPr>
          <p:spPr>
            <a:xfrm>
              <a:off x="7103925" y="21435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8" name="pt38988"/>
            <p:cNvSpPr/>
            <p:nvPr/>
          </p:nvSpPr>
          <p:spPr>
            <a:xfrm>
              <a:off x="7293558" y="19835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9" name="pt38989"/>
            <p:cNvSpPr/>
            <p:nvPr/>
          </p:nvSpPr>
          <p:spPr>
            <a:xfrm>
              <a:off x="7320173" y="2152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0" name="pt38990"/>
            <p:cNvSpPr/>
            <p:nvPr/>
          </p:nvSpPr>
          <p:spPr>
            <a:xfrm>
              <a:off x="7194800" y="21723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1" name="pt38991"/>
            <p:cNvSpPr/>
            <p:nvPr/>
          </p:nvSpPr>
          <p:spPr>
            <a:xfrm>
              <a:off x="7374322" y="21571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2" name="pt38992"/>
            <p:cNvSpPr/>
            <p:nvPr/>
          </p:nvSpPr>
          <p:spPr>
            <a:xfrm>
              <a:off x="7229445" y="21857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3" name="pt38993"/>
            <p:cNvSpPr/>
            <p:nvPr/>
          </p:nvSpPr>
          <p:spPr>
            <a:xfrm>
              <a:off x="6965919" y="20882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4" name="pt38994"/>
            <p:cNvSpPr/>
            <p:nvPr/>
          </p:nvSpPr>
          <p:spPr>
            <a:xfrm>
              <a:off x="6872802" y="20389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5" name="pt38995"/>
            <p:cNvSpPr/>
            <p:nvPr/>
          </p:nvSpPr>
          <p:spPr>
            <a:xfrm>
              <a:off x="6848611" y="23402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6" name="pt38996"/>
            <p:cNvSpPr/>
            <p:nvPr/>
          </p:nvSpPr>
          <p:spPr>
            <a:xfrm>
              <a:off x="7057609" y="22339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7" name="pt38997"/>
            <p:cNvSpPr/>
            <p:nvPr/>
          </p:nvSpPr>
          <p:spPr>
            <a:xfrm>
              <a:off x="7138829" y="23738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8" name="pt38998"/>
            <p:cNvSpPr/>
            <p:nvPr/>
          </p:nvSpPr>
          <p:spPr>
            <a:xfrm>
              <a:off x="6991024" y="20253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9" name="pt38999"/>
            <p:cNvSpPr/>
            <p:nvPr/>
          </p:nvSpPr>
          <p:spPr>
            <a:xfrm>
              <a:off x="7167409" y="21763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0" name="pt39000"/>
            <p:cNvSpPr/>
            <p:nvPr/>
          </p:nvSpPr>
          <p:spPr>
            <a:xfrm>
              <a:off x="6953325" y="20793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1" name="pt39001"/>
            <p:cNvSpPr/>
            <p:nvPr/>
          </p:nvSpPr>
          <p:spPr>
            <a:xfrm>
              <a:off x="7048545" y="18694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2" name="pt39002"/>
            <p:cNvSpPr/>
            <p:nvPr/>
          </p:nvSpPr>
          <p:spPr>
            <a:xfrm>
              <a:off x="6988342" y="2122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3" name="pt39003"/>
            <p:cNvSpPr/>
            <p:nvPr/>
          </p:nvSpPr>
          <p:spPr>
            <a:xfrm>
              <a:off x="7003495" y="20068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4" name="pt39004"/>
            <p:cNvSpPr/>
            <p:nvPr/>
          </p:nvSpPr>
          <p:spPr>
            <a:xfrm>
              <a:off x="7075760" y="2234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5" name="pt39005"/>
            <p:cNvSpPr/>
            <p:nvPr/>
          </p:nvSpPr>
          <p:spPr>
            <a:xfrm>
              <a:off x="7267911" y="16431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6" name="pt39006"/>
            <p:cNvSpPr/>
            <p:nvPr/>
          </p:nvSpPr>
          <p:spPr>
            <a:xfrm>
              <a:off x="7145740" y="20188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7" name="pt39007"/>
            <p:cNvSpPr/>
            <p:nvPr/>
          </p:nvSpPr>
          <p:spPr>
            <a:xfrm>
              <a:off x="6964422" y="20238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8" name="pt39008"/>
            <p:cNvSpPr/>
            <p:nvPr/>
          </p:nvSpPr>
          <p:spPr>
            <a:xfrm>
              <a:off x="7031782" y="22036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9" name="pt39009"/>
            <p:cNvSpPr/>
            <p:nvPr/>
          </p:nvSpPr>
          <p:spPr>
            <a:xfrm>
              <a:off x="7319735" y="23488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0" name="pt39010"/>
            <p:cNvSpPr/>
            <p:nvPr/>
          </p:nvSpPr>
          <p:spPr>
            <a:xfrm>
              <a:off x="7179130" y="21076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1" name="pt39011"/>
            <p:cNvSpPr/>
            <p:nvPr/>
          </p:nvSpPr>
          <p:spPr>
            <a:xfrm>
              <a:off x="6614724" y="23809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2" name="pt39012"/>
            <p:cNvSpPr/>
            <p:nvPr/>
          </p:nvSpPr>
          <p:spPr>
            <a:xfrm>
              <a:off x="6848231" y="2257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3" name="pt39013"/>
            <p:cNvSpPr/>
            <p:nvPr/>
          </p:nvSpPr>
          <p:spPr>
            <a:xfrm>
              <a:off x="7108340" y="21400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4" name="pt39014"/>
            <p:cNvSpPr/>
            <p:nvPr/>
          </p:nvSpPr>
          <p:spPr>
            <a:xfrm>
              <a:off x="6726942" y="19728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5" name="pt39015"/>
            <p:cNvSpPr/>
            <p:nvPr/>
          </p:nvSpPr>
          <p:spPr>
            <a:xfrm>
              <a:off x="7042285" y="21813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6" name="pt39016"/>
            <p:cNvSpPr/>
            <p:nvPr/>
          </p:nvSpPr>
          <p:spPr>
            <a:xfrm>
              <a:off x="7331990" y="18793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7" name="pt39017"/>
            <p:cNvSpPr/>
            <p:nvPr/>
          </p:nvSpPr>
          <p:spPr>
            <a:xfrm>
              <a:off x="7376187" y="21918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8" name="pt39018"/>
            <p:cNvSpPr/>
            <p:nvPr/>
          </p:nvSpPr>
          <p:spPr>
            <a:xfrm>
              <a:off x="7191917" y="23799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9" name="pt39019"/>
            <p:cNvSpPr/>
            <p:nvPr/>
          </p:nvSpPr>
          <p:spPr>
            <a:xfrm>
              <a:off x="7190560" y="21518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0" name="pt39020"/>
            <p:cNvSpPr/>
            <p:nvPr/>
          </p:nvSpPr>
          <p:spPr>
            <a:xfrm>
              <a:off x="6738449" y="22286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1" name="pt39021"/>
            <p:cNvSpPr/>
            <p:nvPr/>
          </p:nvSpPr>
          <p:spPr>
            <a:xfrm>
              <a:off x="7376892" y="23252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2" name="pt39022"/>
            <p:cNvSpPr/>
            <p:nvPr/>
          </p:nvSpPr>
          <p:spPr>
            <a:xfrm>
              <a:off x="7143140" y="21882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3" name="pt39023"/>
            <p:cNvSpPr/>
            <p:nvPr/>
          </p:nvSpPr>
          <p:spPr>
            <a:xfrm>
              <a:off x="7003704" y="20486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4" name="pt39024"/>
            <p:cNvSpPr/>
            <p:nvPr/>
          </p:nvSpPr>
          <p:spPr>
            <a:xfrm>
              <a:off x="7250173" y="20092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5" name="pt39025"/>
            <p:cNvSpPr/>
            <p:nvPr/>
          </p:nvSpPr>
          <p:spPr>
            <a:xfrm>
              <a:off x="7237077" y="20332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6" name="pt39026"/>
            <p:cNvSpPr/>
            <p:nvPr/>
          </p:nvSpPr>
          <p:spPr>
            <a:xfrm>
              <a:off x="6704152" y="22323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7" name="pt39027"/>
            <p:cNvSpPr/>
            <p:nvPr/>
          </p:nvSpPr>
          <p:spPr>
            <a:xfrm>
              <a:off x="7333086" y="18546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8" name="pt39028"/>
            <p:cNvSpPr/>
            <p:nvPr/>
          </p:nvSpPr>
          <p:spPr>
            <a:xfrm>
              <a:off x="7074036" y="21905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9" name="pt39029"/>
            <p:cNvSpPr/>
            <p:nvPr/>
          </p:nvSpPr>
          <p:spPr>
            <a:xfrm>
              <a:off x="7141567" y="20950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0" name="pt39030"/>
            <p:cNvSpPr/>
            <p:nvPr/>
          </p:nvSpPr>
          <p:spPr>
            <a:xfrm>
              <a:off x="7120567" y="22348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1" name="pt39031"/>
            <p:cNvSpPr/>
            <p:nvPr/>
          </p:nvSpPr>
          <p:spPr>
            <a:xfrm>
              <a:off x="7197249" y="22791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2" name="pt39032"/>
            <p:cNvSpPr/>
            <p:nvPr/>
          </p:nvSpPr>
          <p:spPr>
            <a:xfrm>
              <a:off x="7229348" y="20514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3" name="pt39033"/>
            <p:cNvSpPr/>
            <p:nvPr/>
          </p:nvSpPr>
          <p:spPr>
            <a:xfrm>
              <a:off x="7452941" y="27280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4" name="pt39034"/>
            <p:cNvSpPr/>
            <p:nvPr/>
          </p:nvSpPr>
          <p:spPr>
            <a:xfrm>
              <a:off x="7257583" y="2032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5" name="pt39035"/>
            <p:cNvSpPr/>
            <p:nvPr/>
          </p:nvSpPr>
          <p:spPr>
            <a:xfrm>
              <a:off x="7127079" y="22037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6" name="pt39036"/>
            <p:cNvSpPr/>
            <p:nvPr/>
          </p:nvSpPr>
          <p:spPr>
            <a:xfrm>
              <a:off x="7271667" y="21899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7" name="pt39037"/>
            <p:cNvSpPr/>
            <p:nvPr/>
          </p:nvSpPr>
          <p:spPr>
            <a:xfrm>
              <a:off x="6831673" y="20571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8" name="pt39038"/>
            <p:cNvSpPr/>
            <p:nvPr/>
          </p:nvSpPr>
          <p:spPr>
            <a:xfrm>
              <a:off x="7105187" y="21637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9" name="pt39039"/>
            <p:cNvSpPr/>
            <p:nvPr/>
          </p:nvSpPr>
          <p:spPr>
            <a:xfrm>
              <a:off x="7250618" y="19487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0" name="pt39040"/>
            <p:cNvSpPr/>
            <p:nvPr/>
          </p:nvSpPr>
          <p:spPr>
            <a:xfrm>
              <a:off x="7007070" y="20194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1" name="pt39041"/>
            <p:cNvSpPr/>
            <p:nvPr/>
          </p:nvSpPr>
          <p:spPr>
            <a:xfrm>
              <a:off x="7204574" y="21361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2" name="pt39042"/>
            <p:cNvSpPr/>
            <p:nvPr/>
          </p:nvSpPr>
          <p:spPr>
            <a:xfrm>
              <a:off x="7335222" y="22155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3" name="pt39043"/>
            <p:cNvSpPr/>
            <p:nvPr/>
          </p:nvSpPr>
          <p:spPr>
            <a:xfrm>
              <a:off x="7063929" y="20914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4" name="pt39044"/>
            <p:cNvSpPr/>
            <p:nvPr/>
          </p:nvSpPr>
          <p:spPr>
            <a:xfrm>
              <a:off x="7121887" y="21207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5" name="pt39045"/>
            <p:cNvSpPr/>
            <p:nvPr/>
          </p:nvSpPr>
          <p:spPr>
            <a:xfrm>
              <a:off x="7027212" y="2330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6" name="pt39046"/>
            <p:cNvSpPr/>
            <p:nvPr/>
          </p:nvSpPr>
          <p:spPr>
            <a:xfrm>
              <a:off x="6746909" y="18683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7" name="pt39047"/>
            <p:cNvSpPr/>
            <p:nvPr/>
          </p:nvSpPr>
          <p:spPr>
            <a:xfrm>
              <a:off x="7250151" y="20610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8" name="pt39048"/>
            <p:cNvSpPr/>
            <p:nvPr/>
          </p:nvSpPr>
          <p:spPr>
            <a:xfrm>
              <a:off x="7214699" y="2039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9" name="pt39049"/>
            <p:cNvSpPr/>
            <p:nvPr/>
          </p:nvSpPr>
          <p:spPr>
            <a:xfrm>
              <a:off x="7292912" y="21093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0" name="pt39050"/>
            <p:cNvSpPr/>
            <p:nvPr/>
          </p:nvSpPr>
          <p:spPr>
            <a:xfrm>
              <a:off x="7279111" y="19463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1" name="pt39051"/>
            <p:cNvSpPr/>
            <p:nvPr/>
          </p:nvSpPr>
          <p:spPr>
            <a:xfrm>
              <a:off x="7121111" y="22047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2" name="pt39052"/>
            <p:cNvSpPr/>
            <p:nvPr/>
          </p:nvSpPr>
          <p:spPr>
            <a:xfrm>
              <a:off x="7465251" y="26860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3" name="pt39053"/>
            <p:cNvSpPr/>
            <p:nvPr/>
          </p:nvSpPr>
          <p:spPr>
            <a:xfrm>
              <a:off x="7135991" y="23611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4" name="pt39054"/>
            <p:cNvSpPr/>
            <p:nvPr/>
          </p:nvSpPr>
          <p:spPr>
            <a:xfrm>
              <a:off x="7090867" y="22597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5" name="pt39055"/>
            <p:cNvSpPr/>
            <p:nvPr/>
          </p:nvSpPr>
          <p:spPr>
            <a:xfrm>
              <a:off x="7363037" y="22535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6" name="pt39056"/>
            <p:cNvSpPr/>
            <p:nvPr/>
          </p:nvSpPr>
          <p:spPr>
            <a:xfrm>
              <a:off x="7227192" y="22710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7" name="pt39057"/>
            <p:cNvSpPr/>
            <p:nvPr/>
          </p:nvSpPr>
          <p:spPr>
            <a:xfrm>
              <a:off x="7021023" y="21253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8" name="pt39058"/>
            <p:cNvSpPr/>
            <p:nvPr/>
          </p:nvSpPr>
          <p:spPr>
            <a:xfrm>
              <a:off x="7030424" y="22089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9" name="pt39059"/>
            <p:cNvSpPr/>
            <p:nvPr/>
          </p:nvSpPr>
          <p:spPr>
            <a:xfrm>
              <a:off x="6953463" y="20198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0" name="pt39060"/>
            <p:cNvSpPr/>
            <p:nvPr/>
          </p:nvSpPr>
          <p:spPr>
            <a:xfrm>
              <a:off x="7034327" y="24244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1" name="pt39061"/>
            <p:cNvSpPr/>
            <p:nvPr/>
          </p:nvSpPr>
          <p:spPr>
            <a:xfrm>
              <a:off x="7004471" y="19747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2" name="pt39062"/>
            <p:cNvSpPr/>
            <p:nvPr/>
          </p:nvSpPr>
          <p:spPr>
            <a:xfrm>
              <a:off x="7180961" y="20640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3" name="pt39063"/>
            <p:cNvSpPr/>
            <p:nvPr/>
          </p:nvSpPr>
          <p:spPr>
            <a:xfrm>
              <a:off x="7043116" y="21130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4" name="pt39064"/>
            <p:cNvSpPr/>
            <p:nvPr/>
          </p:nvSpPr>
          <p:spPr>
            <a:xfrm>
              <a:off x="7223135" y="17874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5" name="pt39065"/>
            <p:cNvSpPr/>
            <p:nvPr/>
          </p:nvSpPr>
          <p:spPr>
            <a:xfrm>
              <a:off x="6826923" y="21697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6" name="pt39066"/>
            <p:cNvSpPr/>
            <p:nvPr/>
          </p:nvSpPr>
          <p:spPr>
            <a:xfrm>
              <a:off x="7083670" y="22358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7" name="pt39067"/>
            <p:cNvSpPr/>
            <p:nvPr/>
          </p:nvSpPr>
          <p:spPr>
            <a:xfrm>
              <a:off x="7092930" y="21506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8" name="pt39068"/>
            <p:cNvSpPr/>
            <p:nvPr/>
          </p:nvSpPr>
          <p:spPr>
            <a:xfrm>
              <a:off x="7019515" y="20468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9" name="pt39069"/>
            <p:cNvSpPr/>
            <p:nvPr/>
          </p:nvSpPr>
          <p:spPr>
            <a:xfrm>
              <a:off x="7068324" y="20207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0" name="pt39070"/>
            <p:cNvSpPr/>
            <p:nvPr/>
          </p:nvSpPr>
          <p:spPr>
            <a:xfrm>
              <a:off x="6989195" y="20527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1" name="pt39071"/>
            <p:cNvSpPr/>
            <p:nvPr/>
          </p:nvSpPr>
          <p:spPr>
            <a:xfrm>
              <a:off x="7285036" y="20332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2" name="pt39072"/>
            <p:cNvSpPr/>
            <p:nvPr/>
          </p:nvSpPr>
          <p:spPr>
            <a:xfrm>
              <a:off x="7479835" y="23608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3" name="pt39073"/>
            <p:cNvSpPr/>
            <p:nvPr/>
          </p:nvSpPr>
          <p:spPr>
            <a:xfrm>
              <a:off x="7220500" y="18598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4" name="pt39074"/>
            <p:cNvSpPr/>
            <p:nvPr/>
          </p:nvSpPr>
          <p:spPr>
            <a:xfrm>
              <a:off x="7072085" y="22328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5" name="pt39075"/>
            <p:cNvSpPr/>
            <p:nvPr/>
          </p:nvSpPr>
          <p:spPr>
            <a:xfrm>
              <a:off x="7109177" y="21426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6" name="pt39076"/>
            <p:cNvSpPr/>
            <p:nvPr/>
          </p:nvSpPr>
          <p:spPr>
            <a:xfrm>
              <a:off x="7157429" y="20625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7" name="pt39077"/>
            <p:cNvSpPr/>
            <p:nvPr/>
          </p:nvSpPr>
          <p:spPr>
            <a:xfrm>
              <a:off x="7012046" y="17462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8" name="pt39078"/>
            <p:cNvSpPr/>
            <p:nvPr/>
          </p:nvSpPr>
          <p:spPr>
            <a:xfrm>
              <a:off x="7076708" y="22098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9" name="pt39079"/>
            <p:cNvSpPr/>
            <p:nvPr/>
          </p:nvSpPr>
          <p:spPr>
            <a:xfrm>
              <a:off x="7209950" y="22260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0" name="pt39080"/>
            <p:cNvSpPr/>
            <p:nvPr/>
          </p:nvSpPr>
          <p:spPr>
            <a:xfrm>
              <a:off x="7133868" y="22387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1" name="pt39081"/>
            <p:cNvSpPr/>
            <p:nvPr/>
          </p:nvSpPr>
          <p:spPr>
            <a:xfrm>
              <a:off x="7275923" y="2055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2" name="pt39082"/>
            <p:cNvSpPr/>
            <p:nvPr/>
          </p:nvSpPr>
          <p:spPr>
            <a:xfrm>
              <a:off x="7274411" y="19889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3" name="pt39083"/>
            <p:cNvSpPr/>
            <p:nvPr/>
          </p:nvSpPr>
          <p:spPr>
            <a:xfrm>
              <a:off x="7110821" y="21768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4" name="pt39084"/>
            <p:cNvSpPr/>
            <p:nvPr/>
          </p:nvSpPr>
          <p:spPr>
            <a:xfrm>
              <a:off x="7152119" y="20002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5" name="pt39085"/>
            <p:cNvSpPr/>
            <p:nvPr/>
          </p:nvSpPr>
          <p:spPr>
            <a:xfrm>
              <a:off x="6812787" y="21093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6" name="pt39086"/>
            <p:cNvSpPr/>
            <p:nvPr/>
          </p:nvSpPr>
          <p:spPr>
            <a:xfrm>
              <a:off x="6509209" y="20052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7" name="pt39087"/>
            <p:cNvSpPr/>
            <p:nvPr/>
          </p:nvSpPr>
          <p:spPr>
            <a:xfrm>
              <a:off x="7191091" y="23372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8" name="pt39088"/>
            <p:cNvSpPr/>
            <p:nvPr/>
          </p:nvSpPr>
          <p:spPr>
            <a:xfrm>
              <a:off x="7181804" y="20626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9" name="pt39089"/>
            <p:cNvSpPr/>
            <p:nvPr/>
          </p:nvSpPr>
          <p:spPr>
            <a:xfrm>
              <a:off x="6868479" y="21735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0" name="pt39090"/>
            <p:cNvSpPr/>
            <p:nvPr/>
          </p:nvSpPr>
          <p:spPr>
            <a:xfrm>
              <a:off x="7201552" y="21433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1" name="pt39091"/>
            <p:cNvSpPr/>
            <p:nvPr/>
          </p:nvSpPr>
          <p:spPr>
            <a:xfrm>
              <a:off x="7042167" y="19709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2" name="pt39092"/>
            <p:cNvSpPr/>
            <p:nvPr/>
          </p:nvSpPr>
          <p:spPr>
            <a:xfrm>
              <a:off x="7197961" y="22156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3" name="pt39093"/>
            <p:cNvSpPr/>
            <p:nvPr/>
          </p:nvSpPr>
          <p:spPr>
            <a:xfrm>
              <a:off x="7174047" y="20357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4" name="pt39094"/>
            <p:cNvSpPr/>
            <p:nvPr/>
          </p:nvSpPr>
          <p:spPr>
            <a:xfrm>
              <a:off x="6863457" y="23117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5" name="pt39095"/>
            <p:cNvSpPr/>
            <p:nvPr/>
          </p:nvSpPr>
          <p:spPr>
            <a:xfrm>
              <a:off x="7203139" y="22934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6" name="pt39096"/>
            <p:cNvSpPr/>
            <p:nvPr/>
          </p:nvSpPr>
          <p:spPr>
            <a:xfrm>
              <a:off x="7302192" y="21719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7" name="pt39097"/>
            <p:cNvSpPr/>
            <p:nvPr/>
          </p:nvSpPr>
          <p:spPr>
            <a:xfrm>
              <a:off x="7135447" y="24319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8" name="pt39098"/>
            <p:cNvSpPr/>
            <p:nvPr/>
          </p:nvSpPr>
          <p:spPr>
            <a:xfrm>
              <a:off x="7083453" y="23210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9" name="pt39099"/>
            <p:cNvSpPr/>
            <p:nvPr/>
          </p:nvSpPr>
          <p:spPr>
            <a:xfrm>
              <a:off x="7230349" y="20716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0" name="pt39100"/>
            <p:cNvSpPr/>
            <p:nvPr/>
          </p:nvSpPr>
          <p:spPr>
            <a:xfrm>
              <a:off x="7015403" y="18324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1" name="pt39101"/>
            <p:cNvSpPr/>
            <p:nvPr/>
          </p:nvSpPr>
          <p:spPr>
            <a:xfrm>
              <a:off x="7090921" y="23161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2" name="pt39102"/>
            <p:cNvSpPr/>
            <p:nvPr/>
          </p:nvSpPr>
          <p:spPr>
            <a:xfrm>
              <a:off x="6737501" y="19483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3" name="pt39103"/>
            <p:cNvSpPr/>
            <p:nvPr/>
          </p:nvSpPr>
          <p:spPr>
            <a:xfrm>
              <a:off x="7102328" y="20910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4" name="pt39104"/>
            <p:cNvSpPr/>
            <p:nvPr/>
          </p:nvSpPr>
          <p:spPr>
            <a:xfrm>
              <a:off x="7116257" y="22604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5" name="pt39105"/>
            <p:cNvSpPr/>
            <p:nvPr/>
          </p:nvSpPr>
          <p:spPr>
            <a:xfrm>
              <a:off x="7146994" y="20184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6" name="pt39106"/>
            <p:cNvSpPr/>
            <p:nvPr/>
          </p:nvSpPr>
          <p:spPr>
            <a:xfrm>
              <a:off x="7123266" y="20873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7" name="pt39107"/>
            <p:cNvSpPr/>
            <p:nvPr/>
          </p:nvSpPr>
          <p:spPr>
            <a:xfrm>
              <a:off x="7046165" y="21137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8" name="pt39108"/>
            <p:cNvSpPr/>
            <p:nvPr/>
          </p:nvSpPr>
          <p:spPr>
            <a:xfrm>
              <a:off x="7201137" y="21399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9" name="pt39109"/>
            <p:cNvSpPr/>
            <p:nvPr/>
          </p:nvSpPr>
          <p:spPr>
            <a:xfrm>
              <a:off x="7200791" y="21073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0" name="pt39110"/>
            <p:cNvSpPr/>
            <p:nvPr/>
          </p:nvSpPr>
          <p:spPr>
            <a:xfrm>
              <a:off x="6907779" y="22646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1" name="pt39111"/>
            <p:cNvSpPr/>
            <p:nvPr/>
          </p:nvSpPr>
          <p:spPr>
            <a:xfrm>
              <a:off x="7187274" y="21965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2" name="pt39112"/>
            <p:cNvSpPr/>
            <p:nvPr/>
          </p:nvSpPr>
          <p:spPr>
            <a:xfrm>
              <a:off x="7286078" y="19451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3" name="pt39113"/>
            <p:cNvSpPr/>
            <p:nvPr/>
          </p:nvSpPr>
          <p:spPr>
            <a:xfrm>
              <a:off x="7008447" y="19043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4" name="pt39114"/>
            <p:cNvSpPr/>
            <p:nvPr/>
          </p:nvSpPr>
          <p:spPr>
            <a:xfrm>
              <a:off x="6866072" y="22731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5" name="pt39115"/>
            <p:cNvSpPr/>
            <p:nvPr/>
          </p:nvSpPr>
          <p:spPr>
            <a:xfrm>
              <a:off x="7092809" y="21771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6" name="pt39116"/>
            <p:cNvSpPr/>
            <p:nvPr/>
          </p:nvSpPr>
          <p:spPr>
            <a:xfrm>
              <a:off x="6941889" y="20622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7" name="pt39117"/>
            <p:cNvSpPr/>
            <p:nvPr/>
          </p:nvSpPr>
          <p:spPr>
            <a:xfrm>
              <a:off x="7586880" y="25118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8" name="pt39118"/>
            <p:cNvSpPr/>
            <p:nvPr/>
          </p:nvSpPr>
          <p:spPr>
            <a:xfrm>
              <a:off x="6883223" y="17849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9" name="pt39119"/>
            <p:cNvSpPr/>
            <p:nvPr/>
          </p:nvSpPr>
          <p:spPr>
            <a:xfrm>
              <a:off x="7181092" y="20833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0" name="pt39120"/>
            <p:cNvSpPr/>
            <p:nvPr/>
          </p:nvSpPr>
          <p:spPr>
            <a:xfrm>
              <a:off x="7066702" y="21249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1" name="pt39121"/>
            <p:cNvSpPr/>
            <p:nvPr/>
          </p:nvSpPr>
          <p:spPr>
            <a:xfrm>
              <a:off x="6817545" y="17568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2" name="pt39122"/>
            <p:cNvSpPr/>
            <p:nvPr/>
          </p:nvSpPr>
          <p:spPr>
            <a:xfrm>
              <a:off x="7044235" y="22773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3" name="pt39123"/>
            <p:cNvSpPr/>
            <p:nvPr/>
          </p:nvSpPr>
          <p:spPr>
            <a:xfrm>
              <a:off x="6931233" y="21543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4" name="pt39124"/>
            <p:cNvSpPr/>
            <p:nvPr/>
          </p:nvSpPr>
          <p:spPr>
            <a:xfrm>
              <a:off x="7425579" y="26502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5" name="pt39125"/>
            <p:cNvSpPr/>
            <p:nvPr/>
          </p:nvSpPr>
          <p:spPr>
            <a:xfrm>
              <a:off x="7265776" y="20842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6" name="pt39126"/>
            <p:cNvSpPr/>
            <p:nvPr/>
          </p:nvSpPr>
          <p:spPr>
            <a:xfrm>
              <a:off x="7022327" y="22615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7" name="pt39127"/>
            <p:cNvSpPr/>
            <p:nvPr/>
          </p:nvSpPr>
          <p:spPr>
            <a:xfrm>
              <a:off x="6859150" y="21164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8" name="pt39128"/>
            <p:cNvSpPr/>
            <p:nvPr/>
          </p:nvSpPr>
          <p:spPr>
            <a:xfrm>
              <a:off x="7095584" y="21528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9" name="pt39129"/>
            <p:cNvSpPr/>
            <p:nvPr/>
          </p:nvSpPr>
          <p:spPr>
            <a:xfrm>
              <a:off x="6867232" y="22777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0" name="pt39130"/>
            <p:cNvSpPr/>
            <p:nvPr/>
          </p:nvSpPr>
          <p:spPr>
            <a:xfrm>
              <a:off x="7087560" y="21804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1" name="pt39131"/>
            <p:cNvSpPr/>
            <p:nvPr/>
          </p:nvSpPr>
          <p:spPr>
            <a:xfrm>
              <a:off x="7026107" y="22229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2" name="pt39132"/>
            <p:cNvSpPr/>
            <p:nvPr/>
          </p:nvSpPr>
          <p:spPr>
            <a:xfrm>
              <a:off x="7311059" y="18959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3" name="pt39133"/>
            <p:cNvSpPr/>
            <p:nvPr/>
          </p:nvSpPr>
          <p:spPr>
            <a:xfrm>
              <a:off x="7066839" y="19932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4" name="pt39134"/>
            <p:cNvSpPr/>
            <p:nvPr/>
          </p:nvSpPr>
          <p:spPr>
            <a:xfrm>
              <a:off x="7373040" y="20129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5" name="pt39135"/>
            <p:cNvSpPr/>
            <p:nvPr/>
          </p:nvSpPr>
          <p:spPr>
            <a:xfrm>
              <a:off x="7159507" y="20680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6" name="pt39136"/>
            <p:cNvSpPr/>
            <p:nvPr/>
          </p:nvSpPr>
          <p:spPr>
            <a:xfrm>
              <a:off x="7696725" y="24184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7" name="pt39137"/>
            <p:cNvSpPr/>
            <p:nvPr/>
          </p:nvSpPr>
          <p:spPr>
            <a:xfrm>
              <a:off x="7171266" y="21848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8" name="pt39138"/>
            <p:cNvSpPr/>
            <p:nvPr/>
          </p:nvSpPr>
          <p:spPr>
            <a:xfrm>
              <a:off x="7022895" y="21834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9" name="pt39139"/>
            <p:cNvSpPr/>
            <p:nvPr/>
          </p:nvSpPr>
          <p:spPr>
            <a:xfrm>
              <a:off x="7145893" y="21121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0" name="pt39140"/>
            <p:cNvSpPr/>
            <p:nvPr/>
          </p:nvSpPr>
          <p:spPr>
            <a:xfrm>
              <a:off x="7127180" y="22607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1" name="pt39141"/>
            <p:cNvSpPr/>
            <p:nvPr/>
          </p:nvSpPr>
          <p:spPr>
            <a:xfrm>
              <a:off x="6940333" y="20259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2" name="pt39142"/>
            <p:cNvSpPr/>
            <p:nvPr/>
          </p:nvSpPr>
          <p:spPr>
            <a:xfrm>
              <a:off x="7103740" y="20560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3" name="pt39143"/>
            <p:cNvSpPr/>
            <p:nvPr/>
          </p:nvSpPr>
          <p:spPr>
            <a:xfrm>
              <a:off x="7314873" y="21710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4" name="pt39144"/>
            <p:cNvSpPr/>
            <p:nvPr/>
          </p:nvSpPr>
          <p:spPr>
            <a:xfrm>
              <a:off x="7068169" y="20688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5" name="pt39145"/>
            <p:cNvSpPr/>
            <p:nvPr/>
          </p:nvSpPr>
          <p:spPr>
            <a:xfrm>
              <a:off x="6580729" y="20073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6" name="pt39146"/>
            <p:cNvSpPr/>
            <p:nvPr/>
          </p:nvSpPr>
          <p:spPr>
            <a:xfrm>
              <a:off x="6897163" y="20366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7" name="pt39147"/>
            <p:cNvSpPr/>
            <p:nvPr/>
          </p:nvSpPr>
          <p:spPr>
            <a:xfrm>
              <a:off x="7043996" y="18714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8" name="pt39148"/>
            <p:cNvSpPr/>
            <p:nvPr/>
          </p:nvSpPr>
          <p:spPr>
            <a:xfrm>
              <a:off x="7094730" y="21609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9" name="pt39149"/>
            <p:cNvSpPr/>
            <p:nvPr/>
          </p:nvSpPr>
          <p:spPr>
            <a:xfrm>
              <a:off x="7130573" y="22279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0" name="pt39150"/>
            <p:cNvSpPr/>
            <p:nvPr/>
          </p:nvSpPr>
          <p:spPr>
            <a:xfrm>
              <a:off x="6987891" y="1954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1" name="pt39151"/>
            <p:cNvSpPr/>
            <p:nvPr/>
          </p:nvSpPr>
          <p:spPr>
            <a:xfrm>
              <a:off x="7063188" y="18863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2" name="pt39152"/>
            <p:cNvSpPr/>
            <p:nvPr/>
          </p:nvSpPr>
          <p:spPr>
            <a:xfrm>
              <a:off x="7076954" y="21880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3" name="pt39153"/>
            <p:cNvSpPr/>
            <p:nvPr/>
          </p:nvSpPr>
          <p:spPr>
            <a:xfrm>
              <a:off x="7033003" y="22577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4" name="pt39154"/>
            <p:cNvSpPr/>
            <p:nvPr/>
          </p:nvSpPr>
          <p:spPr>
            <a:xfrm>
              <a:off x="6968198" y="20018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5" name="pt39155"/>
            <p:cNvSpPr/>
            <p:nvPr/>
          </p:nvSpPr>
          <p:spPr>
            <a:xfrm>
              <a:off x="7187422" y="20903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6" name="pt39156"/>
            <p:cNvSpPr/>
            <p:nvPr/>
          </p:nvSpPr>
          <p:spPr>
            <a:xfrm>
              <a:off x="6895345" y="21033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7" name="pt39157"/>
            <p:cNvSpPr/>
            <p:nvPr/>
          </p:nvSpPr>
          <p:spPr>
            <a:xfrm>
              <a:off x="7060116" y="23123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8" name="pt39158"/>
            <p:cNvSpPr/>
            <p:nvPr/>
          </p:nvSpPr>
          <p:spPr>
            <a:xfrm>
              <a:off x="7211173" y="2130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9" name="pt39159"/>
            <p:cNvSpPr/>
            <p:nvPr/>
          </p:nvSpPr>
          <p:spPr>
            <a:xfrm>
              <a:off x="7091739" y="22223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0" name="pt39160"/>
            <p:cNvSpPr/>
            <p:nvPr/>
          </p:nvSpPr>
          <p:spPr>
            <a:xfrm>
              <a:off x="6834346" y="22554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1" name="pt39161"/>
            <p:cNvSpPr/>
            <p:nvPr/>
          </p:nvSpPr>
          <p:spPr>
            <a:xfrm>
              <a:off x="7210091" y="21260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2" name="pt39162"/>
            <p:cNvSpPr/>
            <p:nvPr/>
          </p:nvSpPr>
          <p:spPr>
            <a:xfrm>
              <a:off x="7152785" y="20222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3" name="pt39163"/>
            <p:cNvSpPr/>
            <p:nvPr/>
          </p:nvSpPr>
          <p:spPr>
            <a:xfrm>
              <a:off x="7037272" y="24196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4" name="pt39164"/>
            <p:cNvSpPr/>
            <p:nvPr/>
          </p:nvSpPr>
          <p:spPr>
            <a:xfrm>
              <a:off x="7156000" y="20163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5" name="pt39165"/>
            <p:cNvSpPr/>
            <p:nvPr/>
          </p:nvSpPr>
          <p:spPr>
            <a:xfrm>
              <a:off x="7446905" y="26799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6" name="pt39166"/>
            <p:cNvSpPr/>
            <p:nvPr/>
          </p:nvSpPr>
          <p:spPr>
            <a:xfrm>
              <a:off x="6807212" y="22233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7" name="pt39167"/>
            <p:cNvSpPr/>
            <p:nvPr/>
          </p:nvSpPr>
          <p:spPr>
            <a:xfrm>
              <a:off x="7544841" y="19534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8" name="pt39168"/>
            <p:cNvSpPr/>
            <p:nvPr/>
          </p:nvSpPr>
          <p:spPr>
            <a:xfrm>
              <a:off x="7174059" y="20546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9" name="pt39169"/>
            <p:cNvSpPr/>
            <p:nvPr/>
          </p:nvSpPr>
          <p:spPr>
            <a:xfrm>
              <a:off x="6894255" y="19330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0" name="pt39170"/>
            <p:cNvSpPr/>
            <p:nvPr/>
          </p:nvSpPr>
          <p:spPr>
            <a:xfrm>
              <a:off x="7110035" y="21344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1" name="pt39171"/>
            <p:cNvSpPr/>
            <p:nvPr/>
          </p:nvSpPr>
          <p:spPr>
            <a:xfrm>
              <a:off x="7349252" y="24347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2" name="pt39172"/>
            <p:cNvSpPr/>
            <p:nvPr/>
          </p:nvSpPr>
          <p:spPr>
            <a:xfrm>
              <a:off x="7171346" y="21678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3" name="pt39173"/>
            <p:cNvSpPr/>
            <p:nvPr/>
          </p:nvSpPr>
          <p:spPr>
            <a:xfrm>
              <a:off x="7241774" y="18125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4" name="pt39174"/>
            <p:cNvSpPr/>
            <p:nvPr/>
          </p:nvSpPr>
          <p:spPr>
            <a:xfrm>
              <a:off x="7126285" y="22081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5" name="pt39175"/>
            <p:cNvSpPr/>
            <p:nvPr/>
          </p:nvSpPr>
          <p:spPr>
            <a:xfrm>
              <a:off x="7216356" y="1980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6" name="pt39176"/>
            <p:cNvSpPr/>
            <p:nvPr/>
          </p:nvSpPr>
          <p:spPr>
            <a:xfrm>
              <a:off x="7304891" y="20382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7" name="pt39177"/>
            <p:cNvSpPr/>
            <p:nvPr/>
          </p:nvSpPr>
          <p:spPr>
            <a:xfrm>
              <a:off x="7054921" y="18847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8" name="pt39178"/>
            <p:cNvSpPr/>
            <p:nvPr/>
          </p:nvSpPr>
          <p:spPr>
            <a:xfrm>
              <a:off x="7069641" y="21741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9" name="pt39179"/>
            <p:cNvSpPr/>
            <p:nvPr/>
          </p:nvSpPr>
          <p:spPr>
            <a:xfrm>
              <a:off x="7017934" y="18790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0" name="pt39180"/>
            <p:cNvSpPr/>
            <p:nvPr/>
          </p:nvSpPr>
          <p:spPr>
            <a:xfrm>
              <a:off x="7181727" y="20942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1" name="pt39181"/>
            <p:cNvSpPr/>
            <p:nvPr/>
          </p:nvSpPr>
          <p:spPr>
            <a:xfrm>
              <a:off x="6861526" y="22157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2" name="pt39182"/>
            <p:cNvSpPr/>
            <p:nvPr/>
          </p:nvSpPr>
          <p:spPr>
            <a:xfrm>
              <a:off x="7086522" y="22065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3" name="pt39183"/>
            <p:cNvSpPr/>
            <p:nvPr/>
          </p:nvSpPr>
          <p:spPr>
            <a:xfrm>
              <a:off x="7286631" y="18811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4" name="pt39184"/>
            <p:cNvSpPr/>
            <p:nvPr/>
          </p:nvSpPr>
          <p:spPr>
            <a:xfrm>
              <a:off x="7154382" y="20617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5" name="pt39185"/>
            <p:cNvSpPr/>
            <p:nvPr/>
          </p:nvSpPr>
          <p:spPr>
            <a:xfrm>
              <a:off x="7032616" y="20535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6" name="pt39186"/>
            <p:cNvSpPr/>
            <p:nvPr/>
          </p:nvSpPr>
          <p:spPr>
            <a:xfrm>
              <a:off x="6745754" y="20740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7" name="pt39187"/>
            <p:cNvSpPr/>
            <p:nvPr/>
          </p:nvSpPr>
          <p:spPr>
            <a:xfrm>
              <a:off x="7047709" y="16910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8" name="pt39188"/>
            <p:cNvSpPr/>
            <p:nvPr/>
          </p:nvSpPr>
          <p:spPr>
            <a:xfrm>
              <a:off x="7175183" y="20801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9" name="pt39189"/>
            <p:cNvSpPr/>
            <p:nvPr/>
          </p:nvSpPr>
          <p:spPr>
            <a:xfrm>
              <a:off x="7166532" y="21127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0" name="pt39190"/>
            <p:cNvSpPr/>
            <p:nvPr/>
          </p:nvSpPr>
          <p:spPr>
            <a:xfrm>
              <a:off x="7127317" y="21732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1" name="pt39191"/>
            <p:cNvSpPr/>
            <p:nvPr/>
          </p:nvSpPr>
          <p:spPr>
            <a:xfrm>
              <a:off x="7297994" y="19605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2" name="pt39192"/>
            <p:cNvSpPr/>
            <p:nvPr/>
          </p:nvSpPr>
          <p:spPr>
            <a:xfrm>
              <a:off x="6915010" y="22261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3" name="pt39193"/>
            <p:cNvSpPr/>
            <p:nvPr/>
          </p:nvSpPr>
          <p:spPr>
            <a:xfrm>
              <a:off x="7088905" y="22199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4" name="pt39194"/>
            <p:cNvSpPr/>
            <p:nvPr/>
          </p:nvSpPr>
          <p:spPr>
            <a:xfrm>
              <a:off x="7135128" y="23277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5" name="pt39195"/>
            <p:cNvSpPr/>
            <p:nvPr/>
          </p:nvSpPr>
          <p:spPr>
            <a:xfrm>
              <a:off x="6957292" y="20100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6" name="pt39196"/>
            <p:cNvSpPr/>
            <p:nvPr/>
          </p:nvSpPr>
          <p:spPr>
            <a:xfrm>
              <a:off x="7562932" y="17523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7" name="pt39197"/>
            <p:cNvSpPr/>
            <p:nvPr/>
          </p:nvSpPr>
          <p:spPr>
            <a:xfrm>
              <a:off x="7107148" y="21530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8" name="pt39198"/>
            <p:cNvSpPr/>
            <p:nvPr/>
          </p:nvSpPr>
          <p:spPr>
            <a:xfrm>
              <a:off x="7123827" y="20667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9" name="pt39199"/>
            <p:cNvSpPr/>
            <p:nvPr/>
          </p:nvSpPr>
          <p:spPr>
            <a:xfrm>
              <a:off x="7010263" y="18628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0" name="pt39200"/>
            <p:cNvSpPr/>
            <p:nvPr/>
          </p:nvSpPr>
          <p:spPr>
            <a:xfrm>
              <a:off x="6709153" y="19854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1" name="pt39201"/>
            <p:cNvSpPr/>
            <p:nvPr/>
          </p:nvSpPr>
          <p:spPr>
            <a:xfrm>
              <a:off x="6978870" y="19466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2" name="pt39202"/>
            <p:cNvSpPr/>
            <p:nvPr/>
          </p:nvSpPr>
          <p:spPr>
            <a:xfrm>
              <a:off x="7164535" y="21957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3" name="pt39203"/>
            <p:cNvSpPr/>
            <p:nvPr/>
          </p:nvSpPr>
          <p:spPr>
            <a:xfrm>
              <a:off x="7260227" y="2008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4" name="pt39204"/>
            <p:cNvSpPr/>
            <p:nvPr/>
          </p:nvSpPr>
          <p:spPr>
            <a:xfrm>
              <a:off x="7226323" y="22863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5" name="pt39205"/>
            <p:cNvSpPr/>
            <p:nvPr/>
          </p:nvSpPr>
          <p:spPr>
            <a:xfrm>
              <a:off x="7171971" y="20686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6" name="pt39206"/>
            <p:cNvSpPr/>
            <p:nvPr/>
          </p:nvSpPr>
          <p:spPr>
            <a:xfrm>
              <a:off x="7358713" y="21211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7" name="pt39207"/>
            <p:cNvSpPr/>
            <p:nvPr/>
          </p:nvSpPr>
          <p:spPr>
            <a:xfrm>
              <a:off x="6954368" y="19917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8" name="pt39208"/>
            <p:cNvSpPr/>
            <p:nvPr/>
          </p:nvSpPr>
          <p:spPr>
            <a:xfrm>
              <a:off x="6681448" y="20265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9" name="pt39209"/>
            <p:cNvSpPr/>
            <p:nvPr/>
          </p:nvSpPr>
          <p:spPr>
            <a:xfrm>
              <a:off x="7082686" y="21431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0" name="pt39210"/>
            <p:cNvSpPr/>
            <p:nvPr/>
          </p:nvSpPr>
          <p:spPr>
            <a:xfrm>
              <a:off x="7192073" y="23373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1" name="pt39211"/>
            <p:cNvSpPr/>
            <p:nvPr/>
          </p:nvSpPr>
          <p:spPr>
            <a:xfrm>
              <a:off x="7311890" y="18693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2" name="pt39212"/>
            <p:cNvSpPr/>
            <p:nvPr/>
          </p:nvSpPr>
          <p:spPr>
            <a:xfrm>
              <a:off x="7058000" y="22609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3" name="pt39213"/>
            <p:cNvSpPr/>
            <p:nvPr/>
          </p:nvSpPr>
          <p:spPr>
            <a:xfrm>
              <a:off x="7422839" y="27591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4" name="pt39214"/>
            <p:cNvSpPr/>
            <p:nvPr/>
          </p:nvSpPr>
          <p:spPr>
            <a:xfrm>
              <a:off x="6950909" y="20566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5" name="pt39215"/>
            <p:cNvSpPr/>
            <p:nvPr/>
          </p:nvSpPr>
          <p:spPr>
            <a:xfrm>
              <a:off x="7090452" y="21022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6" name="pt39216"/>
            <p:cNvSpPr/>
            <p:nvPr/>
          </p:nvSpPr>
          <p:spPr>
            <a:xfrm>
              <a:off x="6917534" y="21644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7" name="pt39217"/>
            <p:cNvSpPr/>
            <p:nvPr/>
          </p:nvSpPr>
          <p:spPr>
            <a:xfrm>
              <a:off x="7072493" y="21684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8" name="pt39218"/>
            <p:cNvSpPr/>
            <p:nvPr/>
          </p:nvSpPr>
          <p:spPr>
            <a:xfrm>
              <a:off x="7126653" y="22023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9" name="pt39219"/>
            <p:cNvSpPr/>
            <p:nvPr/>
          </p:nvSpPr>
          <p:spPr>
            <a:xfrm>
              <a:off x="6928144" y="21496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0" name="pt39220"/>
            <p:cNvSpPr/>
            <p:nvPr/>
          </p:nvSpPr>
          <p:spPr>
            <a:xfrm>
              <a:off x="6954575" y="20400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1" name="pt39221"/>
            <p:cNvSpPr/>
            <p:nvPr/>
          </p:nvSpPr>
          <p:spPr>
            <a:xfrm>
              <a:off x="7223352" y="17933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2" name="pt39222"/>
            <p:cNvSpPr/>
            <p:nvPr/>
          </p:nvSpPr>
          <p:spPr>
            <a:xfrm>
              <a:off x="7290329" y="20346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3" name="pt39223"/>
            <p:cNvSpPr/>
            <p:nvPr/>
          </p:nvSpPr>
          <p:spPr>
            <a:xfrm>
              <a:off x="7235743" y="20711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4" name="pt39224"/>
            <p:cNvSpPr/>
            <p:nvPr/>
          </p:nvSpPr>
          <p:spPr>
            <a:xfrm>
              <a:off x="7173972" y="20462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5" name="pt39225"/>
            <p:cNvSpPr/>
            <p:nvPr/>
          </p:nvSpPr>
          <p:spPr>
            <a:xfrm>
              <a:off x="6824735" y="20332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6" name="pt39226"/>
            <p:cNvSpPr/>
            <p:nvPr/>
          </p:nvSpPr>
          <p:spPr>
            <a:xfrm>
              <a:off x="6976172" y="19565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7" name="pt39227"/>
            <p:cNvSpPr/>
            <p:nvPr/>
          </p:nvSpPr>
          <p:spPr>
            <a:xfrm>
              <a:off x="7147947" y="20953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8" name="pt39228"/>
            <p:cNvSpPr/>
            <p:nvPr/>
          </p:nvSpPr>
          <p:spPr>
            <a:xfrm>
              <a:off x="7245239" y="21358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9" name="pt39229"/>
            <p:cNvSpPr/>
            <p:nvPr/>
          </p:nvSpPr>
          <p:spPr>
            <a:xfrm>
              <a:off x="7079950" y="22373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0" name="pt39230"/>
            <p:cNvSpPr/>
            <p:nvPr/>
          </p:nvSpPr>
          <p:spPr>
            <a:xfrm>
              <a:off x="6754994" y="24481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1" name="pt39231"/>
            <p:cNvSpPr/>
            <p:nvPr/>
          </p:nvSpPr>
          <p:spPr>
            <a:xfrm>
              <a:off x="7069227" y="2117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2" name="pt39232"/>
            <p:cNvSpPr/>
            <p:nvPr/>
          </p:nvSpPr>
          <p:spPr>
            <a:xfrm>
              <a:off x="7113325" y="21774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3" name="pt39233"/>
            <p:cNvSpPr/>
            <p:nvPr/>
          </p:nvSpPr>
          <p:spPr>
            <a:xfrm>
              <a:off x="7104617" y="21140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4" name="pt39234"/>
            <p:cNvSpPr/>
            <p:nvPr/>
          </p:nvSpPr>
          <p:spPr>
            <a:xfrm>
              <a:off x="7133917" y="2342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5" name="pt39235"/>
            <p:cNvSpPr/>
            <p:nvPr/>
          </p:nvSpPr>
          <p:spPr>
            <a:xfrm>
              <a:off x="7131214" y="23735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6" name="pt39236"/>
            <p:cNvSpPr/>
            <p:nvPr/>
          </p:nvSpPr>
          <p:spPr>
            <a:xfrm>
              <a:off x="7113566" y="21951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7" name="pt39237"/>
            <p:cNvSpPr/>
            <p:nvPr/>
          </p:nvSpPr>
          <p:spPr>
            <a:xfrm>
              <a:off x="6961612" y="17810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8" name="pt39238"/>
            <p:cNvSpPr/>
            <p:nvPr/>
          </p:nvSpPr>
          <p:spPr>
            <a:xfrm>
              <a:off x="7243926" y="21415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9" name="pt39239"/>
            <p:cNvSpPr/>
            <p:nvPr/>
          </p:nvSpPr>
          <p:spPr>
            <a:xfrm>
              <a:off x="7128144" y="22638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0" name="pt39240"/>
            <p:cNvSpPr/>
            <p:nvPr/>
          </p:nvSpPr>
          <p:spPr>
            <a:xfrm>
              <a:off x="7001144" y="19741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1" name="pt39241"/>
            <p:cNvSpPr/>
            <p:nvPr/>
          </p:nvSpPr>
          <p:spPr>
            <a:xfrm>
              <a:off x="6971768" y="20333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2" name="pt39242"/>
            <p:cNvSpPr/>
            <p:nvPr/>
          </p:nvSpPr>
          <p:spPr>
            <a:xfrm>
              <a:off x="7115144" y="22187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3" name="pt39243"/>
            <p:cNvSpPr/>
            <p:nvPr/>
          </p:nvSpPr>
          <p:spPr>
            <a:xfrm>
              <a:off x="7192774" y="22932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4" name="pt39244"/>
            <p:cNvSpPr/>
            <p:nvPr/>
          </p:nvSpPr>
          <p:spPr>
            <a:xfrm>
              <a:off x="7495913" y="20782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5" name="pt39245"/>
            <p:cNvSpPr/>
            <p:nvPr/>
          </p:nvSpPr>
          <p:spPr>
            <a:xfrm>
              <a:off x="7003329" y="20593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6" name="pt39246"/>
            <p:cNvSpPr/>
            <p:nvPr/>
          </p:nvSpPr>
          <p:spPr>
            <a:xfrm>
              <a:off x="7183052" y="20069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7" name="pt39247"/>
            <p:cNvSpPr/>
            <p:nvPr/>
          </p:nvSpPr>
          <p:spPr>
            <a:xfrm>
              <a:off x="7036690" y="21650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8" name="pt39248"/>
            <p:cNvSpPr/>
            <p:nvPr/>
          </p:nvSpPr>
          <p:spPr>
            <a:xfrm>
              <a:off x="7008981" y="19768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9" name="pt39249"/>
            <p:cNvSpPr/>
            <p:nvPr/>
          </p:nvSpPr>
          <p:spPr>
            <a:xfrm>
              <a:off x="6960207" y="19454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0" name="pt39250"/>
            <p:cNvSpPr/>
            <p:nvPr/>
          </p:nvSpPr>
          <p:spPr>
            <a:xfrm>
              <a:off x="7160497" y="20678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1" name="pt39251"/>
            <p:cNvSpPr/>
            <p:nvPr/>
          </p:nvSpPr>
          <p:spPr>
            <a:xfrm>
              <a:off x="7140636" y="21717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2" name="pt39252"/>
            <p:cNvSpPr/>
            <p:nvPr/>
          </p:nvSpPr>
          <p:spPr>
            <a:xfrm>
              <a:off x="7053204" y="21270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3" name="pt39253"/>
            <p:cNvSpPr/>
            <p:nvPr/>
          </p:nvSpPr>
          <p:spPr>
            <a:xfrm>
              <a:off x="7145623" y="2096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4" name="pt39254"/>
            <p:cNvSpPr/>
            <p:nvPr/>
          </p:nvSpPr>
          <p:spPr>
            <a:xfrm>
              <a:off x="7188314" y="20846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5" name="pt39255"/>
            <p:cNvSpPr/>
            <p:nvPr/>
          </p:nvSpPr>
          <p:spPr>
            <a:xfrm>
              <a:off x="7343906" y="23124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6" name="pt39256"/>
            <p:cNvSpPr/>
            <p:nvPr/>
          </p:nvSpPr>
          <p:spPr>
            <a:xfrm>
              <a:off x="7333887" y="18843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7" name="pt39257"/>
            <p:cNvSpPr/>
            <p:nvPr/>
          </p:nvSpPr>
          <p:spPr>
            <a:xfrm>
              <a:off x="6945048" y="20175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8" name="pt39258"/>
            <p:cNvSpPr/>
            <p:nvPr/>
          </p:nvSpPr>
          <p:spPr>
            <a:xfrm>
              <a:off x="7174541" y="20667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9" name="pt39259"/>
            <p:cNvSpPr/>
            <p:nvPr/>
          </p:nvSpPr>
          <p:spPr>
            <a:xfrm>
              <a:off x="7028478" y="22186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0" name="pt39260"/>
            <p:cNvSpPr/>
            <p:nvPr/>
          </p:nvSpPr>
          <p:spPr>
            <a:xfrm>
              <a:off x="7125979" y="221233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1" name="pt39261"/>
            <p:cNvSpPr/>
            <p:nvPr/>
          </p:nvSpPr>
          <p:spPr>
            <a:xfrm>
              <a:off x="7292368" y="21822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2" name="pt39262"/>
            <p:cNvSpPr/>
            <p:nvPr/>
          </p:nvSpPr>
          <p:spPr>
            <a:xfrm>
              <a:off x="6987551" y="20326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3" name="pt39263"/>
            <p:cNvSpPr/>
            <p:nvPr/>
          </p:nvSpPr>
          <p:spPr>
            <a:xfrm>
              <a:off x="6829243" y="21130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4" name="pt39264"/>
            <p:cNvSpPr/>
            <p:nvPr/>
          </p:nvSpPr>
          <p:spPr>
            <a:xfrm>
              <a:off x="7134110" y="22389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5" name="pt39265"/>
            <p:cNvSpPr/>
            <p:nvPr/>
          </p:nvSpPr>
          <p:spPr>
            <a:xfrm>
              <a:off x="6891405" y="16757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6" name="pt39266"/>
            <p:cNvSpPr/>
            <p:nvPr/>
          </p:nvSpPr>
          <p:spPr>
            <a:xfrm>
              <a:off x="7055411" y="20683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7" name="pt39267"/>
            <p:cNvSpPr/>
            <p:nvPr/>
          </p:nvSpPr>
          <p:spPr>
            <a:xfrm>
              <a:off x="7021346" y="23013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8" name="pt39268"/>
            <p:cNvSpPr/>
            <p:nvPr/>
          </p:nvSpPr>
          <p:spPr>
            <a:xfrm>
              <a:off x="7135917" y="23323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9" name="pt39269"/>
            <p:cNvSpPr/>
            <p:nvPr/>
          </p:nvSpPr>
          <p:spPr>
            <a:xfrm>
              <a:off x="7033298" y="23625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0" name="pt39270"/>
            <p:cNvSpPr/>
            <p:nvPr/>
          </p:nvSpPr>
          <p:spPr>
            <a:xfrm>
              <a:off x="7059493" y="22760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1" name="pt39271"/>
            <p:cNvSpPr/>
            <p:nvPr/>
          </p:nvSpPr>
          <p:spPr>
            <a:xfrm>
              <a:off x="6813712" y="20673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2" name="pt39272"/>
            <p:cNvSpPr/>
            <p:nvPr/>
          </p:nvSpPr>
          <p:spPr>
            <a:xfrm>
              <a:off x="7090517" y="21305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3" name="pt39273"/>
            <p:cNvSpPr/>
            <p:nvPr/>
          </p:nvSpPr>
          <p:spPr>
            <a:xfrm>
              <a:off x="7083560" y="22304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4" name="pt39274"/>
            <p:cNvSpPr/>
            <p:nvPr/>
          </p:nvSpPr>
          <p:spPr>
            <a:xfrm>
              <a:off x="6999109" y="17856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5" name="pt39275"/>
            <p:cNvSpPr/>
            <p:nvPr/>
          </p:nvSpPr>
          <p:spPr>
            <a:xfrm>
              <a:off x="7236934" y="19586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6" name="pt39276"/>
            <p:cNvSpPr/>
            <p:nvPr/>
          </p:nvSpPr>
          <p:spPr>
            <a:xfrm>
              <a:off x="7030673" y="22556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7" name="pt39277"/>
            <p:cNvSpPr/>
            <p:nvPr/>
          </p:nvSpPr>
          <p:spPr>
            <a:xfrm>
              <a:off x="7115493" y="21917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8" name="pt39278"/>
            <p:cNvSpPr/>
            <p:nvPr/>
          </p:nvSpPr>
          <p:spPr>
            <a:xfrm>
              <a:off x="7048838" y="15675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9" name="pt39279"/>
            <p:cNvSpPr/>
            <p:nvPr/>
          </p:nvSpPr>
          <p:spPr>
            <a:xfrm>
              <a:off x="7235444" y="21178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0" name="pt39280"/>
            <p:cNvSpPr/>
            <p:nvPr/>
          </p:nvSpPr>
          <p:spPr>
            <a:xfrm>
              <a:off x="7245338" y="20695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1" name="pt39281"/>
            <p:cNvSpPr/>
            <p:nvPr/>
          </p:nvSpPr>
          <p:spPr>
            <a:xfrm>
              <a:off x="7266492" y="21343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2" name="pt39282"/>
            <p:cNvSpPr/>
            <p:nvPr/>
          </p:nvSpPr>
          <p:spPr>
            <a:xfrm>
              <a:off x="7533152" y="22808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3" name="pt39283"/>
            <p:cNvSpPr/>
            <p:nvPr/>
          </p:nvSpPr>
          <p:spPr>
            <a:xfrm>
              <a:off x="7204154" y="22393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4" name="pt39284"/>
            <p:cNvSpPr/>
            <p:nvPr/>
          </p:nvSpPr>
          <p:spPr>
            <a:xfrm>
              <a:off x="7067545" y="20950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5" name="pt39285"/>
            <p:cNvSpPr/>
            <p:nvPr/>
          </p:nvSpPr>
          <p:spPr>
            <a:xfrm>
              <a:off x="7010852" y="19104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6" name="pt39286"/>
            <p:cNvSpPr/>
            <p:nvPr/>
          </p:nvSpPr>
          <p:spPr>
            <a:xfrm>
              <a:off x="7145546" y="22122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7" name="pt39287"/>
            <p:cNvSpPr/>
            <p:nvPr/>
          </p:nvSpPr>
          <p:spPr>
            <a:xfrm>
              <a:off x="7043282" y="22175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8" name="pt39288"/>
            <p:cNvSpPr/>
            <p:nvPr/>
          </p:nvSpPr>
          <p:spPr>
            <a:xfrm>
              <a:off x="7111057" y="21263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9" name="pt39289"/>
            <p:cNvSpPr/>
            <p:nvPr/>
          </p:nvSpPr>
          <p:spPr>
            <a:xfrm>
              <a:off x="7174517" y="20547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0" name="pt39290"/>
            <p:cNvSpPr/>
            <p:nvPr/>
          </p:nvSpPr>
          <p:spPr>
            <a:xfrm>
              <a:off x="6948802" y="20147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1" name="pt39291"/>
            <p:cNvSpPr/>
            <p:nvPr/>
          </p:nvSpPr>
          <p:spPr>
            <a:xfrm>
              <a:off x="7254077" y="19467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2" name="pt39292"/>
            <p:cNvSpPr/>
            <p:nvPr/>
          </p:nvSpPr>
          <p:spPr>
            <a:xfrm>
              <a:off x="7028642" y="22783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3" name="pt39293"/>
            <p:cNvSpPr/>
            <p:nvPr/>
          </p:nvSpPr>
          <p:spPr>
            <a:xfrm>
              <a:off x="7289881" y="20295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4" name="pt39294"/>
            <p:cNvSpPr/>
            <p:nvPr/>
          </p:nvSpPr>
          <p:spPr>
            <a:xfrm>
              <a:off x="6671842" y="17774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5" name="pt39295"/>
            <p:cNvSpPr/>
            <p:nvPr/>
          </p:nvSpPr>
          <p:spPr>
            <a:xfrm>
              <a:off x="7243498" y="21254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6" name="pt39296"/>
            <p:cNvSpPr/>
            <p:nvPr/>
          </p:nvSpPr>
          <p:spPr>
            <a:xfrm>
              <a:off x="7135494" y="23150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7" name="pt39297"/>
            <p:cNvSpPr/>
            <p:nvPr/>
          </p:nvSpPr>
          <p:spPr>
            <a:xfrm>
              <a:off x="7082563" y="21087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8" name="pt39298"/>
            <p:cNvSpPr/>
            <p:nvPr/>
          </p:nvSpPr>
          <p:spPr>
            <a:xfrm>
              <a:off x="7230459" y="21318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9" name="pt39299"/>
            <p:cNvSpPr/>
            <p:nvPr/>
          </p:nvSpPr>
          <p:spPr>
            <a:xfrm>
              <a:off x="7207454" y="22639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0" name="pt39300"/>
            <p:cNvSpPr/>
            <p:nvPr/>
          </p:nvSpPr>
          <p:spPr>
            <a:xfrm>
              <a:off x="6996101" y="19712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1" name="pt39301"/>
            <p:cNvSpPr/>
            <p:nvPr/>
          </p:nvSpPr>
          <p:spPr>
            <a:xfrm>
              <a:off x="7101822" y="21248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2" name="pt39302"/>
            <p:cNvSpPr/>
            <p:nvPr/>
          </p:nvSpPr>
          <p:spPr>
            <a:xfrm>
              <a:off x="7161094" y="20816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3" name="pt39303"/>
            <p:cNvSpPr/>
            <p:nvPr/>
          </p:nvSpPr>
          <p:spPr>
            <a:xfrm>
              <a:off x="7363483" y="23482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4" name="pt39304"/>
            <p:cNvSpPr/>
            <p:nvPr/>
          </p:nvSpPr>
          <p:spPr>
            <a:xfrm>
              <a:off x="7043635" y="20324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5" name="pt39305"/>
            <p:cNvSpPr/>
            <p:nvPr/>
          </p:nvSpPr>
          <p:spPr>
            <a:xfrm>
              <a:off x="7136530" y="23977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6" name="pt39306"/>
            <p:cNvSpPr/>
            <p:nvPr/>
          </p:nvSpPr>
          <p:spPr>
            <a:xfrm>
              <a:off x="7095914" y="21716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7" name="pt39307"/>
            <p:cNvSpPr/>
            <p:nvPr/>
          </p:nvSpPr>
          <p:spPr>
            <a:xfrm>
              <a:off x="6816196" y="20515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8" name="pt39308"/>
            <p:cNvSpPr/>
            <p:nvPr/>
          </p:nvSpPr>
          <p:spPr>
            <a:xfrm>
              <a:off x="7088738" y="21342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9" name="pt39309"/>
            <p:cNvSpPr/>
            <p:nvPr/>
          </p:nvSpPr>
          <p:spPr>
            <a:xfrm>
              <a:off x="7161670" y="20798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0" name="pt39310"/>
            <p:cNvSpPr/>
            <p:nvPr/>
          </p:nvSpPr>
          <p:spPr>
            <a:xfrm>
              <a:off x="6934279" y="19951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1" name="pt39311"/>
            <p:cNvSpPr/>
            <p:nvPr/>
          </p:nvSpPr>
          <p:spPr>
            <a:xfrm>
              <a:off x="6983812" y="19762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2" name="pt39312"/>
            <p:cNvSpPr/>
            <p:nvPr/>
          </p:nvSpPr>
          <p:spPr>
            <a:xfrm>
              <a:off x="7313326" y="19195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3" name="pt39313"/>
            <p:cNvSpPr/>
            <p:nvPr/>
          </p:nvSpPr>
          <p:spPr>
            <a:xfrm>
              <a:off x="7106094" y="21119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4" name="pt39314"/>
            <p:cNvSpPr/>
            <p:nvPr/>
          </p:nvSpPr>
          <p:spPr>
            <a:xfrm>
              <a:off x="6846761" y="24580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5" name="pt39315"/>
            <p:cNvSpPr/>
            <p:nvPr/>
          </p:nvSpPr>
          <p:spPr>
            <a:xfrm>
              <a:off x="7181079" y="20564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6" name="pt39316"/>
            <p:cNvSpPr/>
            <p:nvPr/>
          </p:nvSpPr>
          <p:spPr>
            <a:xfrm>
              <a:off x="7089471" y="20813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7" name="pt39317"/>
            <p:cNvSpPr/>
            <p:nvPr/>
          </p:nvSpPr>
          <p:spPr>
            <a:xfrm>
              <a:off x="7132915" y="2370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8" name="pt39318"/>
            <p:cNvSpPr/>
            <p:nvPr/>
          </p:nvSpPr>
          <p:spPr>
            <a:xfrm>
              <a:off x="7119025" y="21639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9" name="pt39319"/>
            <p:cNvSpPr/>
            <p:nvPr/>
          </p:nvSpPr>
          <p:spPr>
            <a:xfrm>
              <a:off x="6795558" y="22452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0" name="pt39320"/>
            <p:cNvSpPr/>
            <p:nvPr/>
          </p:nvSpPr>
          <p:spPr>
            <a:xfrm>
              <a:off x="6914874" y="21895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1" name="pt39321"/>
            <p:cNvSpPr/>
            <p:nvPr/>
          </p:nvSpPr>
          <p:spPr>
            <a:xfrm>
              <a:off x="6972376" y="19292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2" name="pt39322"/>
            <p:cNvSpPr/>
            <p:nvPr/>
          </p:nvSpPr>
          <p:spPr>
            <a:xfrm>
              <a:off x="7297466" y="20192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3" name="pt39323"/>
            <p:cNvSpPr/>
            <p:nvPr/>
          </p:nvSpPr>
          <p:spPr>
            <a:xfrm>
              <a:off x="7112158" y="20834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4" name="pt39324"/>
            <p:cNvSpPr/>
            <p:nvPr/>
          </p:nvSpPr>
          <p:spPr>
            <a:xfrm>
              <a:off x="7323875" y="20951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5" name="pt39325"/>
            <p:cNvSpPr/>
            <p:nvPr/>
          </p:nvSpPr>
          <p:spPr>
            <a:xfrm>
              <a:off x="7228661" y="22939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6" name="pt39326"/>
            <p:cNvSpPr/>
            <p:nvPr/>
          </p:nvSpPr>
          <p:spPr>
            <a:xfrm>
              <a:off x="6858466" y="23324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7" name="pt39327"/>
            <p:cNvSpPr/>
            <p:nvPr/>
          </p:nvSpPr>
          <p:spPr>
            <a:xfrm>
              <a:off x="7411572" y="21774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8" name="pt39328"/>
            <p:cNvSpPr/>
            <p:nvPr/>
          </p:nvSpPr>
          <p:spPr>
            <a:xfrm>
              <a:off x="7259846" y="20514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9" name="pt39329"/>
            <p:cNvSpPr/>
            <p:nvPr/>
          </p:nvSpPr>
          <p:spPr>
            <a:xfrm>
              <a:off x="7209900" y="22873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0" name="pt39330"/>
            <p:cNvSpPr/>
            <p:nvPr/>
          </p:nvSpPr>
          <p:spPr>
            <a:xfrm>
              <a:off x="7070493" y="21329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1" name="pt39331"/>
            <p:cNvSpPr/>
            <p:nvPr/>
          </p:nvSpPr>
          <p:spPr>
            <a:xfrm>
              <a:off x="7299169" y="19326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2" name="pt39332"/>
            <p:cNvSpPr/>
            <p:nvPr/>
          </p:nvSpPr>
          <p:spPr>
            <a:xfrm>
              <a:off x="7137958" y="22049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3" name="pt39333"/>
            <p:cNvSpPr/>
            <p:nvPr/>
          </p:nvSpPr>
          <p:spPr>
            <a:xfrm>
              <a:off x="7253497" y="19451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4" name="pt39334"/>
            <p:cNvSpPr/>
            <p:nvPr/>
          </p:nvSpPr>
          <p:spPr>
            <a:xfrm>
              <a:off x="7295707" y="20379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5" name="pt39335"/>
            <p:cNvSpPr/>
            <p:nvPr/>
          </p:nvSpPr>
          <p:spPr>
            <a:xfrm>
              <a:off x="7326225" y="217428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6" name="pt39336"/>
            <p:cNvSpPr/>
            <p:nvPr/>
          </p:nvSpPr>
          <p:spPr>
            <a:xfrm>
              <a:off x="7191849" y="22762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7" name="pt39337"/>
            <p:cNvSpPr/>
            <p:nvPr/>
          </p:nvSpPr>
          <p:spPr>
            <a:xfrm>
              <a:off x="7108968" y="20819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8" name="pt39338"/>
            <p:cNvSpPr/>
            <p:nvPr/>
          </p:nvSpPr>
          <p:spPr>
            <a:xfrm>
              <a:off x="6827081" y="20386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9" name="pt39339"/>
            <p:cNvSpPr/>
            <p:nvPr/>
          </p:nvSpPr>
          <p:spPr>
            <a:xfrm>
              <a:off x="7036473" y="22460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0" name="pt39340"/>
            <p:cNvSpPr/>
            <p:nvPr/>
          </p:nvSpPr>
          <p:spPr>
            <a:xfrm>
              <a:off x="7272170" y="20606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1" name="pt39341"/>
            <p:cNvSpPr/>
            <p:nvPr/>
          </p:nvSpPr>
          <p:spPr>
            <a:xfrm>
              <a:off x="7039050" y="24314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2" name="pt39342"/>
            <p:cNvSpPr/>
            <p:nvPr/>
          </p:nvSpPr>
          <p:spPr>
            <a:xfrm>
              <a:off x="7031479" y="23795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3" name="pt39343"/>
            <p:cNvSpPr/>
            <p:nvPr/>
          </p:nvSpPr>
          <p:spPr>
            <a:xfrm>
              <a:off x="7109514" y="21080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4" name="pt39344"/>
            <p:cNvSpPr/>
            <p:nvPr/>
          </p:nvSpPr>
          <p:spPr>
            <a:xfrm>
              <a:off x="7298716" y="19766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5" name="pt39345"/>
            <p:cNvSpPr/>
            <p:nvPr/>
          </p:nvSpPr>
          <p:spPr>
            <a:xfrm>
              <a:off x="7231007" y="22065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6" name="pt39346"/>
            <p:cNvSpPr/>
            <p:nvPr/>
          </p:nvSpPr>
          <p:spPr>
            <a:xfrm>
              <a:off x="7018073" y="18724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7" name="pt39347"/>
            <p:cNvSpPr/>
            <p:nvPr/>
          </p:nvSpPr>
          <p:spPr>
            <a:xfrm>
              <a:off x="7049343" y="17228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8" name="pt39348"/>
            <p:cNvSpPr/>
            <p:nvPr/>
          </p:nvSpPr>
          <p:spPr>
            <a:xfrm>
              <a:off x="7011228" y="17951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9" name="pt39349"/>
            <p:cNvSpPr/>
            <p:nvPr/>
          </p:nvSpPr>
          <p:spPr>
            <a:xfrm>
              <a:off x="7276347" y="19775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0" name="pt39350"/>
            <p:cNvSpPr/>
            <p:nvPr/>
          </p:nvSpPr>
          <p:spPr>
            <a:xfrm>
              <a:off x="6763411" y="23577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1" name="pt39351"/>
            <p:cNvSpPr/>
            <p:nvPr/>
          </p:nvSpPr>
          <p:spPr>
            <a:xfrm>
              <a:off x="7183496" y="20099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2" name="pt39352"/>
            <p:cNvSpPr/>
            <p:nvPr/>
          </p:nvSpPr>
          <p:spPr>
            <a:xfrm>
              <a:off x="7123591" y="20048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3" name="pt39353"/>
            <p:cNvSpPr/>
            <p:nvPr/>
          </p:nvSpPr>
          <p:spPr>
            <a:xfrm>
              <a:off x="7297611" y="20241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4" name="pt39354"/>
            <p:cNvSpPr/>
            <p:nvPr/>
          </p:nvSpPr>
          <p:spPr>
            <a:xfrm>
              <a:off x="6966884" y="20688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5" name="pt39355"/>
            <p:cNvSpPr/>
            <p:nvPr/>
          </p:nvSpPr>
          <p:spPr>
            <a:xfrm>
              <a:off x="6819265" y="17960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6" name="pt39356"/>
            <p:cNvSpPr/>
            <p:nvPr/>
          </p:nvSpPr>
          <p:spPr>
            <a:xfrm>
              <a:off x="7339024" y="22889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7" name="pt39357"/>
            <p:cNvSpPr/>
            <p:nvPr/>
          </p:nvSpPr>
          <p:spPr>
            <a:xfrm>
              <a:off x="6881791" y="19785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8" name="pt39358"/>
            <p:cNvSpPr/>
            <p:nvPr/>
          </p:nvSpPr>
          <p:spPr>
            <a:xfrm>
              <a:off x="7372307" y="20922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9" name="pt39359"/>
            <p:cNvSpPr/>
            <p:nvPr/>
          </p:nvSpPr>
          <p:spPr>
            <a:xfrm>
              <a:off x="6997246" y="19640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0" name="pt39360"/>
            <p:cNvSpPr/>
            <p:nvPr/>
          </p:nvSpPr>
          <p:spPr>
            <a:xfrm>
              <a:off x="7380951" y="22079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1" name="pt39361"/>
            <p:cNvSpPr/>
            <p:nvPr/>
          </p:nvSpPr>
          <p:spPr>
            <a:xfrm>
              <a:off x="7033574" y="22297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2" name="pt39362"/>
            <p:cNvSpPr/>
            <p:nvPr/>
          </p:nvSpPr>
          <p:spPr>
            <a:xfrm>
              <a:off x="7475084" y="23816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3" name="pt39363"/>
            <p:cNvSpPr/>
            <p:nvPr/>
          </p:nvSpPr>
          <p:spPr>
            <a:xfrm>
              <a:off x="7085196" y="22159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4" name="pt39364"/>
            <p:cNvSpPr/>
            <p:nvPr/>
          </p:nvSpPr>
          <p:spPr>
            <a:xfrm>
              <a:off x="7201391" y="20941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5" name="pt39365"/>
            <p:cNvSpPr/>
            <p:nvPr/>
          </p:nvSpPr>
          <p:spPr>
            <a:xfrm>
              <a:off x="7007668" y="19740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6" name="pt39366"/>
            <p:cNvSpPr/>
            <p:nvPr/>
          </p:nvSpPr>
          <p:spPr>
            <a:xfrm>
              <a:off x="6999742" y="18148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7" name="pt39367"/>
            <p:cNvSpPr/>
            <p:nvPr/>
          </p:nvSpPr>
          <p:spPr>
            <a:xfrm>
              <a:off x="7289739" y="19538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8" name="pt39368"/>
            <p:cNvSpPr/>
            <p:nvPr/>
          </p:nvSpPr>
          <p:spPr>
            <a:xfrm>
              <a:off x="6942354" y="21117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9" name="pt39369"/>
            <p:cNvSpPr/>
            <p:nvPr/>
          </p:nvSpPr>
          <p:spPr>
            <a:xfrm>
              <a:off x="7372331" y="22513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0" name="pt39370"/>
            <p:cNvSpPr/>
            <p:nvPr/>
          </p:nvSpPr>
          <p:spPr>
            <a:xfrm>
              <a:off x="6928566" y="19793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1" name="pt39371"/>
            <p:cNvSpPr/>
            <p:nvPr/>
          </p:nvSpPr>
          <p:spPr>
            <a:xfrm>
              <a:off x="7125911" y="21742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2" name="pt39372"/>
            <p:cNvSpPr/>
            <p:nvPr/>
          </p:nvSpPr>
          <p:spPr>
            <a:xfrm>
              <a:off x="7248237" y="22738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3" name="pt39373"/>
            <p:cNvSpPr/>
            <p:nvPr/>
          </p:nvSpPr>
          <p:spPr>
            <a:xfrm>
              <a:off x="7112071" y="21193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4" name="pt39374"/>
            <p:cNvSpPr/>
            <p:nvPr/>
          </p:nvSpPr>
          <p:spPr>
            <a:xfrm>
              <a:off x="7203486" y="20257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5" name="pt39375"/>
            <p:cNvSpPr/>
            <p:nvPr/>
          </p:nvSpPr>
          <p:spPr>
            <a:xfrm>
              <a:off x="7214169" y="21666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6" name="pt39376"/>
            <p:cNvSpPr/>
            <p:nvPr/>
          </p:nvSpPr>
          <p:spPr>
            <a:xfrm>
              <a:off x="7148881" y="20796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7" name="pt39377"/>
            <p:cNvSpPr/>
            <p:nvPr/>
          </p:nvSpPr>
          <p:spPr>
            <a:xfrm>
              <a:off x="7285508" y="19787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8" name="pt39378"/>
            <p:cNvSpPr/>
            <p:nvPr/>
          </p:nvSpPr>
          <p:spPr>
            <a:xfrm>
              <a:off x="6845650" y="19993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9" name="pt39379"/>
            <p:cNvSpPr/>
            <p:nvPr/>
          </p:nvSpPr>
          <p:spPr>
            <a:xfrm>
              <a:off x="6837284" y="23211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0" name="pt39380"/>
            <p:cNvSpPr/>
            <p:nvPr/>
          </p:nvSpPr>
          <p:spPr>
            <a:xfrm>
              <a:off x="7027438" y="22407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1" name="pt39381"/>
            <p:cNvSpPr/>
            <p:nvPr/>
          </p:nvSpPr>
          <p:spPr>
            <a:xfrm>
              <a:off x="7212470" y="20617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2" name="pt39382"/>
            <p:cNvSpPr/>
            <p:nvPr/>
          </p:nvSpPr>
          <p:spPr>
            <a:xfrm>
              <a:off x="7288419" y="19975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3" name="pt39383"/>
            <p:cNvSpPr/>
            <p:nvPr/>
          </p:nvSpPr>
          <p:spPr>
            <a:xfrm>
              <a:off x="6801218" y="21821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4" name="pt39384"/>
            <p:cNvSpPr/>
            <p:nvPr/>
          </p:nvSpPr>
          <p:spPr>
            <a:xfrm>
              <a:off x="6788239" y="23930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5" name="pt39385"/>
            <p:cNvSpPr/>
            <p:nvPr/>
          </p:nvSpPr>
          <p:spPr>
            <a:xfrm>
              <a:off x="7012983" y="18672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6" name="pt39386"/>
            <p:cNvSpPr/>
            <p:nvPr/>
          </p:nvSpPr>
          <p:spPr>
            <a:xfrm>
              <a:off x="7191815" y="21750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7" name="pt39387"/>
            <p:cNvSpPr/>
            <p:nvPr/>
          </p:nvSpPr>
          <p:spPr>
            <a:xfrm>
              <a:off x="6877274" y="19137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8" name="pt39388"/>
            <p:cNvSpPr/>
            <p:nvPr/>
          </p:nvSpPr>
          <p:spPr>
            <a:xfrm>
              <a:off x="7185652" y="23095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9" name="pt39389"/>
            <p:cNvSpPr/>
            <p:nvPr/>
          </p:nvSpPr>
          <p:spPr>
            <a:xfrm>
              <a:off x="7081224" y="22154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0" name="pt39390"/>
            <p:cNvSpPr/>
            <p:nvPr/>
          </p:nvSpPr>
          <p:spPr>
            <a:xfrm>
              <a:off x="7175702" y="19526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1" name="pt39391"/>
            <p:cNvSpPr/>
            <p:nvPr/>
          </p:nvSpPr>
          <p:spPr>
            <a:xfrm>
              <a:off x="7183186" y="20180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2" name="pt39392"/>
            <p:cNvSpPr/>
            <p:nvPr/>
          </p:nvSpPr>
          <p:spPr>
            <a:xfrm>
              <a:off x="7325447" y="21338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3" name="pt39393"/>
            <p:cNvSpPr/>
            <p:nvPr/>
          </p:nvSpPr>
          <p:spPr>
            <a:xfrm>
              <a:off x="7092133" y="21363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4" name="pt39394"/>
            <p:cNvSpPr/>
            <p:nvPr/>
          </p:nvSpPr>
          <p:spPr>
            <a:xfrm>
              <a:off x="7076438" y="21183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5" name="pt39395"/>
            <p:cNvSpPr/>
            <p:nvPr/>
          </p:nvSpPr>
          <p:spPr>
            <a:xfrm>
              <a:off x="7222476" y="18328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6" name="pt39396"/>
            <p:cNvSpPr/>
            <p:nvPr/>
          </p:nvSpPr>
          <p:spPr>
            <a:xfrm>
              <a:off x="7203737" y="23221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7" name="pt39397"/>
            <p:cNvSpPr/>
            <p:nvPr/>
          </p:nvSpPr>
          <p:spPr>
            <a:xfrm>
              <a:off x="6912104" y="21657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8" name="pt39398"/>
            <p:cNvSpPr/>
            <p:nvPr/>
          </p:nvSpPr>
          <p:spPr>
            <a:xfrm>
              <a:off x="7206693" y="22503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9" name="pt39399"/>
            <p:cNvSpPr/>
            <p:nvPr/>
          </p:nvSpPr>
          <p:spPr>
            <a:xfrm>
              <a:off x="7009235" y="19430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0" name="pt39400"/>
            <p:cNvSpPr/>
            <p:nvPr/>
          </p:nvSpPr>
          <p:spPr>
            <a:xfrm>
              <a:off x="6965087" y="19554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1" name="pt39401"/>
            <p:cNvSpPr/>
            <p:nvPr/>
          </p:nvSpPr>
          <p:spPr>
            <a:xfrm>
              <a:off x="7190881" y="23431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2" name="pt39402"/>
            <p:cNvSpPr/>
            <p:nvPr/>
          </p:nvSpPr>
          <p:spPr>
            <a:xfrm>
              <a:off x="7256670" y="2067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3" name="pt39403"/>
            <p:cNvSpPr/>
            <p:nvPr/>
          </p:nvSpPr>
          <p:spPr>
            <a:xfrm>
              <a:off x="7025958" y="22592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4" name="pt39404"/>
            <p:cNvSpPr/>
            <p:nvPr/>
          </p:nvSpPr>
          <p:spPr>
            <a:xfrm>
              <a:off x="6967834" y="20227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5" name="pt39405"/>
            <p:cNvSpPr/>
            <p:nvPr/>
          </p:nvSpPr>
          <p:spPr>
            <a:xfrm>
              <a:off x="7064492" y="21438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6" name="pt39406"/>
            <p:cNvSpPr/>
            <p:nvPr/>
          </p:nvSpPr>
          <p:spPr>
            <a:xfrm>
              <a:off x="7172538" y="21317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7" name="pt39407"/>
            <p:cNvSpPr/>
            <p:nvPr/>
          </p:nvSpPr>
          <p:spPr>
            <a:xfrm>
              <a:off x="6710083" y="22092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8" name="pt39408"/>
            <p:cNvSpPr/>
            <p:nvPr/>
          </p:nvSpPr>
          <p:spPr>
            <a:xfrm>
              <a:off x="6933044" y="20348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9" name="pt39409"/>
            <p:cNvSpPr/>
            <p:nvPr/>
          </p:nvSpPr>
          <p:spPr>
            <a:xfrm>
              <a:off x="6995169" y="18904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0" name="pt39410"/>
            <p:cNvSpPr/>
            <p:nvPr/>
          </p:nvSpPr>
          <p:spPr>
            <a:xfrm>
              <a:off x="7214576" y="20498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1" name="pt39411"/>
            <p:cNvSpPr/>
            <p:nvPr/>
          </p:nvSpPr>
          <p:spPr>
            <a:xfrm>
              <a:off x="6917865" y="22506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2" name="pt39412"/>
            <p:cNvSpPr/>
            <p:nvPr/>
          </p:nvSpPr>
          <p:spPr>
            <a:xfrm>
              <a:off x="7194276" y="21981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3" name="pt39413"/>
            <p:cNvSpPr/>
            <p:nvPr/>
          </p:nvSpPr>
          <p:spPr>
            <a:xfrm>
              <a:off x="7183250" y="20207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4" name="pt39414"/>
            <p:cNvSpPr/>
            <p:nvPr/>
          </p:nvSpPr>
          <p:spPr>
            <a:xfrm>
              <a:off x="7286906" y="20799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5" name="pt39415"/>
            <p:cNvSpPr/>
            <p:nvPr/>
          </p:nvSpPr>
          <p:spPr>
            <a:xfrm>
              <a:off x="7039419" y="23171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6" name="pt39416"/>
            <p:cNvSpPr/>
            <p:nvPr/>
          </p:nvSpPr>
          <p:spPr>
            <a:xfrm>
              <a:off x="7021227" y="20462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7" name="pt39417"/>
            <p:cNvSpPr/>
            <p:nvPr/>
          </p:nvSpPr>
          <p:spPr>
            <a:xfrm>
              <a:off x="7149434" y="20934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8" name="pt39418"/>
            <p:cNvSpPr/>
            <p:nvPr/>
          </p:nvSpPr>
          <p:spPr>
            <a:xfrm>
              <a:off x="7071598" y="21289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9" name="pt39419"/>
            <p:cNvSpPr/>
            <p:nvPr/>
          </p:nvSpPr>
          <p:spPr>
            <a:xfrm>
              <a:off x="7131799" y="23294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0" name="pt39420"/>
            <p:cNvSpPr/>
            <p:nvPr/>
          </p:nvSpPr>
          <p:spPr>
            <a:xfrm>
              <a:off x="6909291" y="21349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1" name="pt39421"/>
            <p:cNvSpPr/>
            <p:nvPr/>
          </p:nvSpPr>
          <p:spPr>
            <a:xfrm>
              <a:off x="7036757" y="21664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2" name="pt39422"/>
            <p:cNvSpPr/>
            <p:nvPr/>
          </p:nvSpPr>
          <p:spPr>
            <a:xfrm>
              <a:off x="6485415" y="16457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3" name="pt39423"/>
            <p:cNvSpPr/>
            <p:nvPr/>
          </p:nvSpPr>
          <p:spPr>
            <a:xfrm>
              <a:off x="7512639" y="23655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4" name="pt39424"/>
            <p:cNvSpPr/>
            <p:nvPr/>
          </p:nvSpPr>
          <p:spPr>
            <a:xfrm>
              <a:off x="6929818" y="22384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5" name="pt39425"/>
            <p:cNvSpPr/>
            <p:nvPr/>
          </p:nvSpPr>
          <p:spPr>
            <a:xfrm>
              <a:off x="7094743" y="21586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6" name="pt39426"/>
            <p:cNvSpPr/>
            <p:nvPr/>
          </p:nvSpPr>
          <p:spPr>
            <a:xfrm>
              <a:off x="7248849" y="21564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7" name="pt39427"/>
            <p:cNvSpPr/>
            <p:nvPr/>
          </p:nvSpPr>
          <p:spPr>
            <a:xfrm>
              <a:off x="7018944" y="18803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8" name="pt39428"/>
            <p:cNvSpPr/>
            <p:nvPr/>
          </p:nvSpPr>
          <p:spPr>
            <a:xfrm>
              <a:off x="7197048" y="23427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9" name="pt39429"/>
            <p:cNvSpPr/>
            <p:nvPr/>
          </p:nvSpPr>
          <p:spPr>
            <a:xfrm>
              <a:off x="7130761" y="23065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0" name="pt39430"/>
            <p:cNvSpPr/>
            <p:nvPr/>
          </p:nvSpPr>
          <p:spPr>
            <a:xfrm>
              <a:off x="7291525" y="20491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1" name="pt39431"/>
            <p:cNvSpPr/>
            <p:nvPr/>
          </p:nvSpPr>
          <p:spPr>
            <a:xfrm>
              <a:off x="7136685" y="24051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2" name="pt39432"/>
            <p:cNvSpPr/>
            <p:nvPr/>
          </p:nvSpPr>
          <p:spPr>
            <a:xfrm>
              <a:off x="7207123" y="22370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3" name="pt39433"/>
            <p:cNvSpPr/>
            <p:nvPr/>
          </p:nvSpPr>
          <p:spPr>
            <a:xfrm>
              <a:off x="7056478" y="21407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4" name="pt39434"/>
            <p:cNvSpPr/>
            <p:nvPr/>
          </p:nvSpPr>
          <p:spPr>
            <a:xfrm>
              <a:off x="7362437" y="21544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5" name="pt39435"/>
            <p:cNvSpPr/>
            <p:nvPr/>
          </p:nvSpPr>
          <p:spPr>
            <a:xfrm>
              <a:off x="7181536" y="20354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6" name="pt39436"/>
            <p:cNvSpPr/>
            <p:nvPr/>
          </p:nvSpPr>
          <p:spPr>
            <a:xfrm>
              <a:off x="7216446" y="20615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7" name="pt39437"/>
            <p:cNvSpPr/>
            <p:nvPr/>
          </p:nvSpPr>
          <p:spPr>
            <a:xfrm>
              <a:off x="6950135" y="213605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8" name="pt39438"/>
            <p:cNvSpPr/>
            <p:nvPr/>
          </p:nvSpPr>
          <p:spPr>
            <a:xfrm>
              <a:off x="6993852" y="19209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9" name="pt39439"/>
            <p:cNvSpPr/>
            <p:nvPr/>
          </p:nvSpPr>
          <p:spPr>
            <a:xfrm>
              <a:off x="7171682" y="21317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0" name="pt39440"/>
            <p:cNvSpPr/>
            <p:nvPr/>
          </p:nvSpPr>
          <p:spPr>
            <a:xfrm>
              <a:off x="7214791" y="20967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1" name="pt39441"/>
            <p:cNvSpPr/>
            <p:nvPr/>
          </p:nvSpPr>
          <p:spPr>
            <a:xfrm>
              <a:off x="6799694" y="21849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2" name="pt39442"/>
            <p:cNvSpPr/>
            <p:nvPr/>
          </p:nvSpPr>
          <p:spPr>
            <a:xfrm>
              <a:off x="6983176" y="22235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3" name="pt39443"/>
            <p:cNvSpPr/>
            <p:nvPr/>
          </p:nvSpPr>
          <p:spPr>
            <a:xfrm>
              <a:off x="7044992" y="21972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4" name="pt39444"/>
            <p:cNvSpPr/>
            <p:nvPr/>
          </p:nvSpPr>
          <p:spPr>
            <a:xfrm>
              <a:off x="6991724" y="20323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5" name="pt39445"/>
            <p:cNvSpPr/>
            <p:nvPr/>
          </p:nvSpPr>
          <p:spPr>
            <a:xfrm>
              <a:off x="7095138" y="21788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6" name="pt39446"/>
            <p:cNvSpPr/>
            <p:nvPr/>
          </p:nvSpPr>
          <p:spPr>
            <a:xfrm>
              <a:off x="6807017" y="22837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7" name="pt39447"/>
            <p:cNvSpPr/>
            <p:nvPr/>
          </p:nvSpPr>
          <p:spPr>
            <a:xfrm>
              <a:off x="7436429" y="22587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8" name="pt39448"/>
            <p:cNvSpPr/>
            <p:nvPr/>
          </p:nvSpPr>
          <p:spPr>
            <a:xfrm>
              <a:off x="7093582" y="21686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9" name="pt39449"/>
            <p:cNvSpPr/>
            <p:nvPr/>
          </p:nvSpPr>
          <p:spPr>
            <a:xfrm>
              <a:off x="7196380" y="21231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0" name="pt39450"/>
            <p:cNvSpPr/>
            <p:nvPr/>
          </p:nvSpPr>
          <p:spPr>
            <a:xfrm>
              <a:off x="7120135" y="22021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1" name="pt39451"/>
            <p:cNvSpPr/>
            <p:nvPr/>
          </p:nvSpPr>
          <p:spPr>
            <a:xfrm>
              <a:off x="7173306" y="21735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2" name="pt39452"/>
            <p:cNvSpPr/>
            <p:nvPr/>
          </p:nvSpPr>
          <p:spPr>
            <a:xfrm>
              <a:off x="7174399" y="20583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3" name="pt39453"/>
            <p:cNvSpPr/>
            <p:nvPr/>
          </p:nvSpPr>
          <p:spPr>
            <a:xfrm>
              <a:off x="7236424" y="20513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4" name="pt39454"/>
            <p:cNvSpPr/>
            <p:nvPr/>
          </p:nvSpPr>
          <p:spPr>
            <a:xfrm>
              <a:off x="7057070" y="22778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5" name="pt39455"/>
            <p:cNvSpPr/>
            <p:nvPr/>
          </p:nvSpPr>
          <p:spPr>
            <a:xfrm>
              <a:off x="7263405" y="20741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6" name="pt39456"/>
            <p:cNvSpPr/>
            <p:nvPr/>
          </p:nvSpPr>
          <p:spPr>
            <a:xfrm>
              <a:off x="7131096" y="22160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7" name="pt39457"/>
            <p:cNvSpPr/>
            <p:nvPr/>
          </p:nvSpPr>
          <p:spPr>
            <a:xfrm>
              <a:off x="7057345" y="22374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8" name="pt39458"/>
            <p:cNvSpPr/>
            <p:nvPr/>
          </p:nvSpPr>
          <p:spPr>
            <a:xfrm>
              <a:off x="7120812" y="21369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9" name="pt39459"/>
            <p:cNvSpPr/>
            <p:nvPr/>
          </p:nvSpPr>
          <p:spPr>
            <a:xfrm>
              <a:off x="7798255" y="23102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0" name="pt39460"/>
            <p:cNvSpPr/>
            <p:nvPr/>
          </p:nvSpPr>
          <p:spPr>
            <a:xfrm>
              <a:off x="7213067" y="20921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1" name="pt39461"/>
            <p:cNvSpPr/>
            <p:nvPr/>
          </p:nvSpPr>
          <p:spPr>
            <a:xfrm>
              <a:off x="6944674" y="21417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2" name="pt39462"/>
            <p:cNvSpPr/>
            <p:nvPr/>
          </p:nvSpPr>
          <p:spPr>
            <a:xfrm>
              <a:off x="7083305" y="22453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3" name="pt39463"/>
            <p:cNvSpPr/>
            <p:nvPr/>
          </p:nvSpPr>
          <p:spPr>
            <a:xfrm>
              <a:off x="7135002" y="22910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4" name="pt39464"/>
            <p:cNvSpPr/>
            <p:nvPr/>
          </p:nvSpPr>
          <p:spPr>
            <a:xfrm>
              <a:off x="7228213" y="23355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5" name="pt39465"/>
            <p:cNvSpPr/>
            <p:nvPr/>
          </p:nvSpPr>
          <p:spPr>
            <a:xfrm>
              <a:off x="7067728" y="20049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6" name="pt39466"/>
            <p:cNvSpPr/>
            <p:nvPr/>
          </p:nvSpPr>
          <p:spPr>
            <a:xfrm>
              <a:off x="7064265" y="21811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7" name="pt39467"/>
            <p:cNvSpPr/>
            <p:nvPr/>
          </p:nvSpPr>
          <p:spPr>
            <a:xfrm>
              <a:off x="7500596" y="24020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8" name="pt39468"/>
            <p:cNvSpPr/>
            <p:nvPr/>
          </p:nvSpPr>
          <p:spPr>
            <a:xfrm>
              <a:off x="7268836" y="19906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9" name="pt39469"/>
            <p:cNvSpPr/>
            <p:nvPr/>
          </p:nvSpPr>
          <p:spPr>
            <a:xfrm>
              <a:off x="6951810" y="2004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0" name="pt39470"/>
            <p:cNvSpPr/>
            <p:nvPr/>
          </p:nvSpPr>
          <p:spPr>
            <a:xfrm>
              <a:off x="7094418" y="21552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1" name="pt39471"/>
            <p:cNvSpPr/>
            <p:nvPr/>
          </p:nvSpPr>
          <p:spPr>
            <a:xfrm>
              <a:off x="7230318" y="20646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2" name="pt39472"/>
            <p:cNvSpPr/>
            <p:nvPr/>
          </p:nvSpPr>
          <p:spPr>
            <a:xfrm>
              <a:off x="7261455" y="19964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3" name="pt39473"/>
            <p:cNvSpPr/>
            <p:nvPr/>
          </p:nvSpPr>
          <p:spPr>
            <a:xfrm>
              <a:off x="7369909" y="21147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4" name="pt39474"/>
            <p:cNvSpPr/>
            <p:nvPr/>
          </p:nvSpPr>
          <p:spPr>
            <a:xfrm>
              <a:off x="7161065" y="20506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5" name="pt39475"/>
            <p:cNvSpPr/>
            <p:nvPr/>
          </p:nvSpPr>
          <p:spPr>
            <a:xfrm>
              <a:off x="7124035" y="20908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6" name="pt39476"/>
            <p:cNvSpPr/>
            <p:nvPr/>
          </p:nvSpPr>
          <p:spPr>
            <a:xfrm>
              <a:off x="7048867" y="18580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7" name="pt39477"/>
            <p:cNvSpPr/>
            <p:nvPr/>
          </p:nvSpPr>
          <p:spPr>
            <a:xfrm>
              <a:off x="7274652" y="21015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8" name="pt39478"/>
            <p:cNvSpPr/>
            <p:nvPr/>
          </p:nvSpPr>
          <p:spPr>
            <a:xfrm>
              <a:off x="7189809" y="21733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9" name="pt39479"/>
            <p:cNvSpPr/>
            <p:nvPr/>
          </p:nvSpPr>
          <p:spPr>
            <a:xfrm>
              <a:off x="6794762" y="23130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0" name="pt39480"/>
            <p:cNvSpPr/>
            <p:nvPr/>
          </p:nvSpPr>
          <p:spPr>
            <a:xfrm>
              <a:off x="6985555" y="202282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1" name="pt39481"/>
            <p:cNvSpPr/>
            <p:nvPr/>
          </p:nvSpPr>
          <p:spPr>
            <a:xfrm>
              <a:off x="7308781" y="20773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2" name="pt39482"/>
            <p:cNvSpPr/>
            <p:nvPr/>
          </p:nvSpPr>
          <p:spPr>
            <a:xfrm>
              <a:off x="7165408" y="21596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3" name="pt39483"/>
            <p:cNvSpPr/>
            <p:nvPr/>
          </p:nvSpPr>
          <p:spPr>
            <a:xfrm>
              <a:off x="6667537" y="1912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4" name="pt39484"/>
            <p:cNvSpPr/>
            <p:nvPr/>
          </p:nvSpPr>
          <p:spPr>
            <a:xfrm>
              <a:off x="7387536" y="24137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5" name="pt39485"/>
            <p:cNvSpPr/>
            <p:nvPr/>
          </p:nvSpPr>
          <p:spPr>
            <a:xfrm>
              <a:off x="7070602" y="21592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6" name="pt39486"/>
            <p:cNvSpPr/>
            <p:nvPr/>
          </p:nvSpPr>
          <p:spPr>
            <a:xfrm>
              <a:off x="7155774" y="19537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7" name="pt39487"/>
            <p:cNvSpPr/>
            <p:nvPr/>
          </p:nvSpPr>
          <p:spPr>
            <a:xfrm>
              <a:off x="7102261" y="21804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8" name="pt39488"/>
            <p:cNvSpPr/>
            <p:nvPr/>
          </p:nvSpPr>
          <p:spPr>
            <a:xfrm>
              <a:off x="7333994" y="21586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9" name="pt39489"/>
            <p:cNvSpPr/>
            <p:nvPr/>
          </p:nvSpPr>
          <p:spPr>
            <a:xfrm>
              <a:off x="7024099" y="22920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0" name="pt39490"/>
            <p:cNvSpPr/>
            <p:nvPr/>
          </p:nvSpPr>
          <p:spPr>
            <a:xfrm>
              <a:off x="6750301" y="17923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1" name="pt39491"/>
            <p:cNvSpPr/>
            <p:nvPr/>
          </p:nvSpPr>
          <p:spPr>
            <a:xfrm>
              <a:off x="6960099" y="20377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2" name="pt39492"/>
            <p:cNvSpPr/>
            <p:nvPr/>
          </p:nvSpPr>
          <p:spPr>
            <a:xfrm>
              <a:off x="7171084" y="209079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3" name="pt39493"/>
            <p:cNvSpPr/>
            <p:nvPr/>
          </p:nvSpPr>
          <p:spPr>
            <a:xfrm>
              <a:off x="6693195" y="20486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4" name="pt39494"/>
            <p:cNvSpPr/>
            <p:nvPr/>
          </p:nvSpPr>
          <p:spPr>
            <a:xfrm>
              <a:off x="7270045" y="20344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5" name="pt39495"/>
            <p:cNvSpPr/>
            <p:nvPr/>
          </p:nvSpPr>
          <p:spPr>
            <a:xfrm>
              <a:off x="7107671" y="20890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6" name="pt39496"/>
            <p:cNvSpPr/>
            <p:nvPr/>
          </p:nvSpPr>
          <p:spPr>
            <a:xfrm>
              <a:off x="6943364" y="19847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7" name="pt39497"/>
            <p:cNvSpPr/>
            <p:nvPr/>
          </p:nvSpPr>
          <p:spPr>
            <a:xfrm>
              <a:off x="7136120" y="24157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8" name="pt39498"/>
            <p:cNvSpPr/>
            <p:nvPr/>
          </p:nvSpPr>
          <p:spPr>
            <a:xfrm>
              <a:off x="7096200" y="21436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9" name="pt39499"/>
            <p:cNvSpPr/>
            <p:nvPr/>
          </p:nvSpPr>
          <p:spPr>
            <a:xfrm>
              <a:off x="6773973" y="23444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0" name="pt39500"/>
            <p:cNvSpPr/>
            <p:nvPr/>
          </p:nvSpPr>
          <p:spPr>
            <a:xfrm>
              <a:off x="7211641" y="20357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1" name="pt39501"/>
            <p:cNvSpPr/>
            <p:nvPr/>
          </p:nvSpPr>
          <p:spPr>
            <a:xfrm>
              <a:off x="7064708" y="22170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2" name="pt39502"/>
            <p:cNvSpPr/>
            <p:nvPr/>
          </p:nvSpPr>
          <p:spPr>
            <a:xfrm>
              <a:off x="6671475" y="17484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3" name="pt39503"/>
            <p:cNvSpPr/>
            <p:nvPr/>
          </p:nvSpPr>
          <p:spPr>
            <a:xfrm>
              <a:off x="7333743" y="19166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4" name="pt39504"/>
            <p:cNvSpPr/>
            <p:nvPr/>
          </p:nvSpPr>
          <p:spPr>
            <a:xfrm>
              <a:off x="7213533" y="20548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5" name="pt39505"/>
            <p:cNvSpPr/>
            <p:nvPr/>
          </p:nvSpPr>
          <p:spPr>
            <a:xfrm>
              <a:off x="7132935" y="23439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6" name="pt39506"/>
            <p:cNvSpPr/>
            <p:nvPr/>
          </p:nvSpPr>
          <p:spPr>
            <a:xfrm>
              <a:off x="7198384" y="22162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7" name="pt39507"/>
            <p:cNvSpPr/>
            <p:nvPr/>
          </p:nvSpPr>
          <p:spPr>
            <a:xfrm>
              <a:off x="6935161" y="21091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8" name="pt39508"/>
            <p:cNvSpPr/>
            <p:nvPr/>
          </p:nvSpPr>
          <p:spPr>
            <a:xfrm>
              <a:off x="7071468" y="21884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9" name="pt39509"/>
            <p:cNvSpPr/>
            <p:nvPr/>
          </p:nvSpPr>
          <p:spPr>
            <a:xfrm>
              <a:off x="7294081" y="19766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0" name="pt39510"/>
            <p:cNvSpPr/>
            <p:nvPr/>
          </p:nvSpPr>
          <p:spPr>
            <a:xfrm>
              <a:off x="6885633" y="21636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1" name="pt39511"/>
            <p:cNvSpPr/>
            <p:nvPr/>
          </p:nvSpPr>
          <p:spPr>
            <a:xfrm>
              <a:off x="7055120" y="21539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2" name="pt39512"/>
            <p:cNvSpPr/>
            <p:nvPr/>
          </p:nvSpPr>
          <p:spPr>
            <a:xfrm>
              <a:off x="7078532" y="220184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3" name="pt39513"/>
            <p:cNvSpPr/>
            <p:nvPr/>
          </p:nvSpPr>
          <p:spPr>
            <a:xfrm>
              <a:off x="7238259" y="20152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4" name="pt39514"/>
            <p:cNvSpPr/>
            <p:nvPr/>
          </p:nvSpPr>
          <p:spPr>
            <a:xfrm>
              <a:off x="7181951" y="20500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5" name="pt39515"/>
            <p:cNvSpPr/>
            <p:nvPr/>
          </p:nvSpPr>
          <p:spPr>
            <a:xfrm>
              <a:off x="7051485" y="21054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6" name="pt39516"/>
            <p:cNvSpPr/>
            <p:nvPr/>
          </p:nvSpPr>
          <p:spPr>
            <a:xfrm>
              <a:off x="7266279" y="18216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7" name="pt39517"/>
            <p:cNvSpPr/>
            <p:nvPr/>
          </p:nvSpPr>
          <p:spPr>
            <a:xfrm>
              <a:off x="7077160" y="22013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8" name="pt39518"/>
            <p:cNvSpPr/>
            <p:nvPr/>
          </p:nvSpPr>
          <p:spPr>
            <a:xfrm>
              <a:off x="7011332" y="19788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9" name="pt39519"/>
            <p:cNvSpPr/>
            <p:nvPr/>
          </p:nvSpPr>
          <p:spPr>
            <a:xfrm>
              <a:off x="7245576" y="20976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0" name="pt39520"/>
            <p:cNvSpPr/>
            <p:nvPr/>
          </p:nvSpPr>
          <p:spPr>
            <a:xfrm>
              <a:off x="7094546" y="21870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1" name="pt39521"/>
            <p:cNvSpPr/>
            <p:nvPr/>
          </p:nvSpPr>
          <p:spPr>
            <a:xfrm>
              <a:off x="7102092" y="21334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2" name="pt39522"/>
            <p:cNvSpPr/>
            <p:nvPr/>
          </p:nvSpPr>
          <p:spPr>
            <a:xfrm>
              <a:off x="7184996" y="21380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3" name="pt39523"/>
            <p:cNvSpPr/>
            <p:nvPr/>
          </p:nvSpPr>
          <p:spPr>
            <a:xfrm>
              <a:off x="6785373" y="26979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4" name="pt39524"/>
            <p:cNvSpPr/>
            <p:nvPr/>
          </p:nvSpPr>
          <p:spPr>
            <a:xfrm>
              <a:off x="7227058" y="21425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5" name="pt39525"/>
            <p:cNvSpPr/>
            <p:nvPr/>
          </p:nvSpPr>
          <p:spPr>
            <a:xfrm>
              <a:off x="7236345" y="21236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6" name="pt39526"/>
            <p:cNvSpPr/>
            <p:nvPr/>
          </p:nvSpPr>
          <p:spPr>
            <a:xfrm>
              <a:off x="7239661" y="21252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7" name="pt39527"/>
            <p:cNvSpPr/>
            <p:nvPr/>
          </p:nvSpPr>
          <p:spPr>
            <a:xfrm>
              <a:off x="7247141" y="21576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8" name="pt39528"/>
            <p:cNvSpPr/>
            <p:nvPr/>
          </p:nvSpPr>
          <p:spPr>
            <a:xfrm>
              <a:off x="7029441" y="23214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9" name="pt39529"/>
            <p:cNvSpPr/>
            <p:nvPr/>
          </p:nvSpPr>
          <p:spPr>
            <a:xfrm>
              <a:off x="7241395" y="20511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0" name="pt39530"/>
            <p:cNvSpPr/>
            <p:nvPr/>
          </p:nvSpPr>
          <p:spPr>
            <a:xfrm>
              <a:off x="6999375" y="20089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1" name="pt39531"/>
            <p:cNvSpPr/>
            <p:nvPr/>
          </p:nvSpPr>
          <p:spPr>
            <a:xfrm>
              <a:off x="7152633" y="20462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2" name="pt39532"/>
            <p:cNvSpPr/>
            <p:nvPr/>
          </p:nvSpPr>
          <p:spPr>
            <a:xfrm>
              <a:off x="7123680" y="21117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3" name="pt39533"/>
            <p:cNvSpPr/>
            <p:nvPr/>
          </p:nvSpPr>
          <p:spPr>
            <a:xfrm>
              <a:off x="7012179" y="18989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4" name="pt39534"/>
            <p:cNvSpPr/>
            <p:nvPr/>
          </p:nvSpPr>
          <p:spPr>
            <a:xfrm>
              <a:off x="7100535" y="21018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5" name="pt39535"/>
            <p:cNvSpPr/>
            <p:nvPr/>
          </p:nvSpPr>
          <p:spPr>
            <a:xfrm>
              <a:off x="7269645" y="18866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6" name="pt39536"/>
            <p:cNvSpPr/>
            <p:nvPr/>
          </p:nvSpPr>
          <p:spPr>
            <a:xfrm>
              <a:off x="7167784" y="21440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7" name="pt39537"/>
            <p:cNvSpPr/>
            <p:nvPr/>
          </p:nvSpPr>
          <p:spPr>
            <a:xfrm>
              <a:off x="7347971" y="25244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8" name="pt39538"/>
            <p:cNvSpPr/>
            <p:nvPr/>
          </p:nvSpPr>
          <p:spPr>
            <a:xfrm>
              <a:off x="7220278" y="17817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9" name="pt39539"/>
            <p:cNvSpPr/>
            <p:nvPr/>
          </p:nvSpPr>
          <p:spPr>
            <a:xfrm>
              <a:off x="7044311" y="22686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0" name="pt39540"/>
            <p:cNvSpPr/>
            <p:nvPr/>
          </p:nvSpPr>
          <p:spPr>
            <a:xfrm>
              <a:off x="7048702" y="18590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1" name="pt39541"/>
            <p:cNvSpPr/>
            <p:nvPr/>
          </p:nvSpPr>
          <p:spPr>
            <a:xfrm>
              <a:off x="6908130" y="21972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2" name="pt39542"/>
            <p:cNvSpPr/>
            <p:nvPr/>
          </p:nvSpPr>
          <p:spPr>
            <a:xfrm>
              <a:off x="6888833" y="19950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3" name="pt39543"/>
            <p:cNvSpPr/>
            <p:nvPr/>
          </p:nvSpPr>
          <p:spPr>
            <a:xfrm>
              <a:off x="7145222" y="20709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4" name="pt39544"/>
            <p:cNvSpPr/>
            <p:nvPr/>
          </p:nvSpPr>
          <p:spPr>
            <a:xfrm>
              <a:off x="7074403" y="22277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5" name="pt39545"/>
            <p:cNvSpPr/>
            <p:nvPr/>
          </p:nvSpPr>
          <p:spPr>
            <a:xfrm>
              <a:off x="7291604" y="20971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6" name="pt39546"/>
            <p:cNvSpPr/>
            <p:nvPr/>
          </p:nvSpPr>
          <p:spPr>
            <a:xfrm>
              <a:off x="6736089" y="22158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7" name="pt39547"/>
            <p:cNvSpPr/>
            <p:nvPr/>
          </p:nvSpPr>
          <p:spPr>
            <a:xfrm>
              <a:off x="7180966" y="20036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8" name="pt39548"/>
            <p:cNvSpPr/>
            <p:nvPr/>
          </p:nvSpPr>
          <p:spPr>
            <a:xfrm>
              <a:off x="7457347" y="24405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9" name="pt39549"/>
            <p:cNvSpPr/>
            <p:nvPr/>
          </p:nvSpPr>
          <p:spPr>
            <a:xfrm>
              <a:off x="7053083" y="21017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0" name="pt39550"/>
            <p:cNvSpPr/>
            <p:nvPr/>
          </p:nvSpPr>
          <p:spPr>
            <a:xfrm>
              <a:off x="7185812" y="22105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1" name="pt39551"/>
            <p:cNvSpPr/>
            <p:nvPr/>
          </p:nvSpPr>
          <p:spPr>
            <a:xfrm>
              <a:off x="7412664" y="27741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2" name="pt39552"/>
            <p:cNvSpPr/>
            <p:nvPr/>
          </p:nvSpPr>
          <p:spPr>
            <a:xfrm>
              <a:off x="6840293" y="23398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3" name="pt39553"/>
            <p:cNvSpPr/>
            <p:nvPr/>
          </p:nvSpPr>
          <p:spPr>
            <a:xfrm>
              <a:off x="6633307" y="22363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4" name="pt39554"/>
            <p:cNvSpPr/>
            <p:nvPr/>
          </p:nvSpPr>
          <p:spPr>
            <a:xfrm>
              <a:off x="6991890" y="19967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5" name="pt39555"/>
            <p:cNvSpPr/>
            <p:nvPr/>
          </p:nvSpPr>
          <p:spPr>
            <a:xfrm>
              <a:off x="7135416" y="23662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6" name="pt39556"/>
            <p:cNvSpPr/>
            <p:nvPr/>
          </p:nvSpPr>
          <p:spPr>
            <a:xfrm>
              <a:off x="7069774" y="21644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7" name="pt39557"/>
            <p:cNvSpPr/>
            <p:nvPr/>
          </p:nvSpPr>
          <p:spPr>
            <a:xfrm>
              <a:off x="7052940" y="190074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8" name="pt39558"/>
            <p:cNvSpPr/>
            <p:nvPr/>
          </p:nvSpPr>
          <p:spPr>
            <a:xfrm>
              <a:off x="7243006" y="20637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9" name="pt39559"/>
            <p:cNvSpPr/>
            <p:nvPr/>
          </p:nvSpPr>
          <p:spPr>
            <a:xfrm>
              <a:off x="7073836" y="21894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0" name="pt39560"/>
            <p:cNvSpPr/>
            <p:nvPr/>
          </p:nvSpPr>
          <p:spPr>
            <a:xfrm>
              <a:off x="7336013" y="21841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1" name="pt39561"/>
            <p:cNvSpPr/>
            <p:nvPr/>
          </p:nvSpPr>
          <p:spPr>
            <a:xfrm>
              <a:off x="7290538" y="19974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2" name="pt39562"/>
            <p:cNvSpPr/>
            <p:nvPr/>
          </p:nvSpPr>
          <p:spPr>
            <a:xfrm>
              <a:off x="7173049" y="21533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3" name="pt39563"/>
            <p:cNvSpPr/>
            <p:nvPr/>
          </p:nvSpPr>
          <p:spPr>
            <a:xfrm>
              <a:off x="7016803" y="18916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4" name="pt39564"/>
            <p:cNvSpPr/>
            <p:nvPr/>
          </p:nvSpPr>
          <p:spPr>
            <a:xfrm>
              <a:off x="7337866" y="23138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5" name="pt39565"/>
            <p:cNvSpPr/>
            <p:nvPr/>
          </p:nvSpPr>
          <p:spPr>
            <a:xfrm>
              <a:off x="7170536" y="21534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6" name="pt39566"/>
            <p:cNvSpPr/>
            <p:nvPr/>
          </p:nvSpPr>
          <p:spPr>
            <a:xfrm>
              <a:off x="7075797" y="21646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7" name="pt39567"/>
            <p:cNvSpPr/>
            <p:nvPr/>
          </p:nvSpPr>
          <p:spPr>
            <a:xfrm>
              <a:off x="7324133" y="21322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8" name="pt39568"/>
            <p:cNvSpPr/>
            <p:nvPr/>
          </p:nvSpPr>
          <p:spPr>
            <a:xfrm>
              <a:off x="7233500" y="19924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9" name="pt39569"/>
            <p:cNvSpPr/>
            <p:nvPr/>
          </p:nvSpPr>
          <p:spPr>
            <a:xfrm>
              <a:off x="7328575" y="24018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0" name="pt39570"/>
            <p:cNvSpPr/>
            <p:nvPr/>
          </p:nvSpPr>
          <p:spPr>
            <a:xfrm>
              <a:off x="7083957" y="21683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1" name="pt39571"/>
            <p:cNvSpPr/>
            <p:nvPr/>
          </p:nvSpPr>
          <p:spPr>
            <a:xfrm>
              <a:off x="7015169" y="17912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2" name="pt39572"/>
            <p:cNvSpPr/>
            <p:nvPr/>
          </p:nvSpPr>
          <p:spPr>
            <a:xfrm>
              <a:off x="6969161" y="20369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3" name="pt39573"/>
            <p:cNvSpPr/>
            <p:nvPr/>
          </p:nvSpPr>
          <p:spPr>
            <a:xfrm>
              <a:off x="7259878" y="21134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4" name="pt39574"/>
            <p:cNvSpPr/>
            <p:nvPr/>
          </p:nvSpPr>
          <p:spPr>
            <a:xfrm>
              <a:off x="7227471" y="21768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5" name="pt39575"/>
            <p:cNvSpPr/>
            <p:nvPr/>
          </p:nvSpPr>
          <p:spPr>
            <a:xfrm>
              <a:off x="6981875" y="21596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6" name="pt39576"/>
            <p:cNvSpPr/>
            <p:nvPr/>
          </p:nvSpPr>
          <p:spPr>
            <a:xfrm>
              <a:off x="7306928" y="21219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7" name="pt39577"/>
            <p:cNvSpPr/>
            <p:nvPr/>
          </p:nvSpPr>
          <p:spPr>
            <a:xfrm>
              <a:off x="7257874" y="20465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8" name="pt39578"/>
            <p:cNvSpPr/>
            <p:nvPr/>
          </p:nvSpPr>
          <p:spPr>
            <a:xfrm>
              <a:off x="7125806" y="22190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9" name="pt39579"/>
            <p:cNvSpPr/>
            <p:nvPr/>
          </p:nvSpPr>
          <p:spPr>
            <a:xfrm>
              <a:off x="6794369" y="22718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0" name="pt39580"/>
            <p:cNvSpPr/>
            <p:nvPr/>
          </p:nvSpPr>
          <p:spPr>
            <a:xfrm>
              <a:off x="7057656" y="22622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1" name="pt39581"/>
            <p:cNvSpPr/>
            <p:nvPr/>
          </p:nvSpPr>
          <p:spPr>
            <a:xfrm>
              <a:off x="7231802" y="214388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2" name="pt39582"/>
            <p:cNvSpPr/>
            <p:nvPr/>
          </p:nvSpPr>
          <p:spPr>
            <a:xfrm>
              <a:off x="7170436" y="21197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3" name="pt39583"/>
            <p:cNvSpPr/>
            <p:nvPr/>
          </p:nvSpPr>
          <p:spPr>
            <a:xfrm>
              <a:off x="7077762" y="22146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4" name="pt39584"/>
            <p:cNvSpPr/>
            <p:nvPr/>
          </p:nvSpPr>
          <p:spPr>
            <a:xfrm>
              <a:off x="6902432" y="22751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5" name="pt39585"/>
            <p:cNvSpPr/>
            <p:nvPr/>
          </p:nvSpPr>
          <p:spPr>
            <a:xfrm>
              <a:off x="7175710" y="20402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6" name="pt39586"/>
            <p:cNvSpPr/>
            <p:nvPr/>
          </p:nvSpPr>
          <p:spPr>
            <a:xfrm>
              <a:off x="7772790" y="25295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7" name="pt39587"/>
            <p:cNvSpPr/>
            <p:nvPr/>
          </p:nvSpPr>
          <p:spPr>
            <a:xfrm>
              <a:off x="7337300" y="24483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8" name="pt39588"/>
            <p:cNvSpPr/>
            <p:nvPr/>
          </p:nvSpPr>
          <p:spPr>
            <a:xfrm>
              <a:off x="7061476" y="22415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9" name="pt39589"/>
            <p:cNvSpPr/>
            <p:nvPr/>
          </p:nvSpPr>
          <p:spPr>
            <a:xfrm>
              <a:off x="7056880" y="22316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0" name="pt39590"/>
            <p:cNvSpPr/>
            <p:nvPr/>
          </p:nvSpPr>
          <p:spPr>
            <a:xfrm>
              <a:off x="7100569" y="21107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1" name="pt39591"/>
            <p:cNvSpPr/>
            <p:nvPr/>
          </p:nvSpPr>
          <p:spPr>
            <a:xfrm>
              <a:off x="6720542" y="18447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2" name="pt39592"/>
            <p:cNvSpPr/>
            <p:nvPr/>
          </p:nvSpPr>
          <p:spPr>
            <a:xfrm>
              <a:off x="7097735" y="21833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3" name="pt39593"/>
            <p:cNvSpPr/>
            <p:nvPr/>
          </p:nvSpPr>
          <p:spPr>
            <a:xfrm>
              <a:off x="7205598" y="21100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4" name="pt39594"/>
            <p:cNvSpPr/>
            <p:nvPr/>
          </p:nvSpPr>
          <p:spPr>
            <a:xfrm>
              <a:off x="6887161" y="17476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5" name="pt39595"/>
            <p:cNvSpPr/>
            <p:nvPr/>
          </p:nvSpPr>
          <p:spPr>
            <a:xfrm>
              <a:off x="7041750" y="22820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6" name="pt39596"/>
            <p:cNvSpPr/>
            <p:nvPr/>
          </p:nvSpPr>
          <p:spPr>
            <a:xfrm>
              <a:off x="7125772" y="23163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7" name="pt39597"/>
            <p:cNvSpPr/>
            <p:nvPr/>
          </p:nvSpPr>
          <p:spPr>
            <a:xfrm>
              <a:off x="7059747" y="23193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8" name="pt39598"/>
            <p:cNvSpPr/>
            <p:nvPr/>
          </p:nvSpPr>
          <p:spPr>
            <a:xfrm>
              <a:off x="6974431" y="19295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9" name="pt39599"/>
            <p:cNvSpPr/>
            <p:nvPr/>
          </p:nvSpPr>
          <p:spPr>
            <a:xfrm>
              <a:off x="7048573" y="1902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0" name="pt39600"/>
            <p:cNvSpPr/>
            <p:nvPr/>
          </p:nvSpPr>
          <p:spPr>
            <a:xfrm>
              <a:off x="7027923" y="22381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1" name="pt39601"/>
            <p:cNvSpPr/>
            <p:nvPr/>
          </p:nvSpPr>
          <p:spPr>
            <a:xfrm>
              <a:off x="7186177" y="22211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2" name="pt39602"/>
            <p:cNvSpPr/>
            <p:nvPr/>
          </p:nvSpPr>
          <p:spPr>
            <a:xfrm>
              <a:off x="6950095" y="207911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3" name="pt39603"/>
            <p:cNvSpPr/>
            <p:nvPr/>
          </p:nvSpPr>
          <p:spPr>
            <a:xfrm>
              <a:off x="7320882" y="20801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4" name="pt39604"/>
            <p:cNvSpPr/>
            <p:nvPr/>
          </p:nvSpPr>
          <p:spPr>
            <a:xfrm>
              <a:off x="7020959" y="21394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5" name="pt39605"/>
            <p:cNvSpPr/>
            <p:nvPr/>
          </p:nvSpPr>
          <p:spPr>
            <a:xfrm>
              <a:off x="7044422" y="21907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6" name="pt39606"/>
            <p:cNvSpPr/>
            <p:nvPr/>
          </p:nvSpPr>
          <p:spPr>
            <a:xfrm>
              <a:off x="7014127" y="19076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7" name="pt39607"/>
            <p:cNvSpPr/>
            <p:nvPr/>
          </p:nvSpPr>
          <p:spPr>
            <a:xfrm>
              <a:off x="7116555" y="21367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8" name="pt39608"/>
            <p:cNvSpPr/>
            <p:nvPr/>
          </p:nvSpPr>
          <p:spPr>
            <a:xfrm>
              <a:off x="7192481" y="24004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9" name="pt39609"/>
            <p:cNvSpPr/>
            <p:nvPr/>
          </p:nvSpPr>
          <p:spPr>
            <a:xfrm>
              <a:off x="7139862" y="22425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0" name="pt39610"/>
            <p:cNvSpPr/>
            <p:nvPr/>
          </p:nvSpPr>
          <p:spPr>
            <a:xfrm>
              <a:off x="7155550" y="19194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1" name="pt39611"/>
            <p:cNvSpPr/>
            <p:nvPr/>
          </p:nvSpPr>
          <p:spPr>
            <a:xfrm>
              <a:off x="7291411" y="21987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2" name="pt39612"/>
            <p:cNvSpPr/>
            <p:nvPr/>
          </p:nvSpPr>
          <p:spPr>
            <a:xfrm>
              <a:off x="6706898" y="235348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3" name="pt39613"/>
            <p:cNvSpPr/>
            <p:nvPr/>
          </p:nvSpPr>
          <p:spPr>
            <a:xfrm>
              <a:off x="7374122" y="23005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4" name="pt39614"/>
            <p:cNvSpPr/>
            <p:nvPr/>
          </p:nvSpPr>
          <p:spPr>
            <a:xfrm>
              <a:off x="7097750" y="21480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5" name="pt39615"/>
            <p:cNvSpPr/>
            <p:nvPr/>
          </p:nvSpPr>
          <p:spPr>
            <a:xfrm>
              <a:off x="6754037" y="24901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6" name="pt39616"/>
            <p:cNvSpPr/>
            <p:nvPr/>
          </p:nvSpPr>
          <p:spPr>
            <a:xfrm>
              <a:off x="7170335" y="21769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7" name="pt39617"/>
            <p:cNvSpPr/>
            <p:nvPr/>
          </p:nvSpPr>
          <p:spPr>
            <a:xfrm>
              <a:off x="7291681" y="20692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8" name="pt39618"/>
            <p:cNvSpPr/>
            <p:nvPr/>
          </p:nvSpPr>
          <p:spPr>
            <a:xfrm>
              <a:off x="7064731" y="20373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9" name="pt39619"/>
            <p:cNvSpPr/>
            <p:nvPr/>
          </p:nvSpPr>
          <p:spPr>
            <a:xfrm>
              <a:off x="7160692" y="21014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0" name="pt39620"/>
            <p:cNvSpPr/>
            <p:nvPr/>
          </p:nvSpPr>
          <p:spPr>
            <a:xfrm>
              <a:off x="7127022" y="23493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1" name="pt39621"/>
            <p:cNvSpPr/>
            <p:nvPr/>
          </p:nvSpPr>
          <p:spPr>
            <a:xfrm>
              <a:off x="7072451" y="21418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2" name="pt39622"/>
            <p:cNvSpPr/>
            <p:nvPr/>
          </p:nvSpPr>
          <p:spPr>
            <a:xfrm>
              <a:off x="7365463" y="19414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3" name="pt39623"/>
            <p:cNvSpPr/>
            <p:nvPr/>
          </p:nvSpPr>
          <p:spPr>
            <a:xfrm>
              <a:off x="7095880" y="22040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4" name="pt39624"/>
            <p:cNvSpPr/>
            <p:nvPr/>
          </p:nvSpPr>
          <p:spPr>
            <a:xfrm>
              <a:off x="7366461" y="21666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5" name="pt39625"/>
            <p:cNvSpPr/>
            <p:nvPr/>
          </p:nvSpPr>
          <p:spPr>
            <a:xfrm>
              <a:off x="6653735" y="22718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6" name="pt39626"/>
            <p:cNvSpPr/>
            <p:nvPr/>
          </p:nvSpPr>
          <p:spPr>
            <a:xfrm>
              <a:off x="7052603" y="19924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7" name="pt39627"/>
            <p:cNvSpPr/>
            <p:nvPr/>
          </p:nvSpPr>
          <p:spPr>
            <a:xfrm>
              <a:off x="7156601" y="19549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8" name="pt39628"/>
            <p:cNvSpPr/>
            <p:nvPr/>
          </p:nvSpPr>
          <p:spPr>
            <a:xfrm>
              <a:off x="7057115" y="21679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9" name="pt39629"/>
            <p:cNvSpPr/>
            <p:nvPr/>
          </p:nvSpPr>
          <p:spPr>
            <a:xfrm>
              <a:off x="7076831" y="22251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0" name="pt39630"/>
            <p:cNvSpPr/>
            <p:nvPr/>
          </p:nvSpPr>
          <p:spPr>
            <a:xfrm>
              <a:off x="6972422" y="20401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1" name="pt39631"/>
            <p:cNvSpPr/>
            <p:nvPr/>
          </p:nvSpPr>
          <p:spPr>
            <a:xfrm>
              <a:off x="7242957" y="20271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2" name="pt39632"/>
            <p:cNvSpPr/>
            <p:nvPr/>
          </p:nvSpPr>
          <p:spPr>
            <a:xfrm>
              <a:off x="6833339" y="23120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3" name="pt39633"/>
            <p:cNvSpPr/>
            <p:nvPr/>
          </p:nvSpPr>
          <p:spPr>
            <a:xfrm>
              <a:off x="7065587" y="21690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4" name="pt39634"/>
            <p:cNvSpPr/>
            <p:nvPr/>
          </p:nvSpPr>
          <p:spPr>
            <a:xfrm>
              <a:off x="7073372" y="21658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5" name="pt39635"/>
            <p:cNvSpPr/>
            <p:nvPr/>
          </p:nvSpPr>
          <p:spPr>
            <a:xfrm>
              <a:off x="6730917" y="148514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6" name="pt39636"/>
            <p:cNvSpPr/>
            <p:nvPr/>
          </p:nvSpPr>
          <p:spPr>
            <a:xfrm>
              <a:off x="7267546" y="19339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7" name="pt39637"/>
            <p:cNvSpPr/>
            <p:nvPr/>
          </p:nvSpPr>
          <p:spPr>
            <a:xfrm>
              <a:off x="7167526" y="22400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8" name="pt39638"/>
            <p:cNvSpPr/>
            <p:nvPr/>
          </p:nvSpPr>
          <p:spPr>
            <a:xfrm>
              <a:off x="7061128" y="22761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9" name="pt39639"/>
            <p:cNvSpPr/>
            <p:nvPr/>
          </p:nvSpPr>
          <p:spPr>
            <a:xfrm>
              <a:off x="6703517" y="23461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0" name="pt39640"/>
            <p:cNvSpPr/>
            <p:nvPr/>
          </p:nvSpPr>
          <p:spPr>
            <a:xfrm>
              <a:off x="7321373" y="22609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1" name="pt39641"/>
            <p:cNvSpPr/>
            <p:nvPr/>
          </p:nvSpPr>
          <p:spPr>
            <a:xfrm>
              <a:off x="6989132" y="19740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2" name="pt39642"/>
            <p:cNvSpPr/>
            <p:nvPr/>
          </p:nvSpPr>
          <p:spPr>
            <a:xfrm>
              <a:off x="6957881" y="20066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3" name="pt39643"/>
            <p:cNvSpPr/>
            <p:nvPr/>
          </p:nvSpPr>
          <p:spPr>
            <a:xfrm>
              <a:off x="7243612" y="18817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4" name="pt39644"/>
            <p:cNvSpPr/>
            <p:nvPr/>
          </p:nvSpPr>
          <p:spPr>
            <a:xfrm>
              <a:off x="6993721" y="19785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5" name="pt39645"/>
            <p:cNvSpPr/>
            <p:nvPr/>
          </p:nvSpPr>
          <p:spPr>
            <a:xfrm>
              <a:off x="7182030" y="20728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6" name="pt39646"/>
            <p:cNvSpPr/>
            <p:nvPr/>
          </p:nvSpPr>
          <p:spPr>
            <a:xfrm>
              <a:off x="7188539" y="20201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7" name="pt39647"/>
            <p:cNvSpPr/>
            <p:nvPr/>
          </p:nvSpPr>
          <p:spPr>
            <a:xfrm>
              <a:off x="6757612" y="27248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8" name="pt39648"/>
            <p:cNvSpPr/>
            <p:nvPr/>
          </p:nvSpPr>
          <p:spPr>
            <a:xfrm>
              <a:off x="7098665" y="212820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9" name="pt39649"/>
            <p:cNvSpPr/>
            <p:nvPr/>
          </p:nvSpPr>
          <p:spPr>
            <a:xfrm>
              <a:off x="6907580" y="22519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0" name="pt39650"/>
            <p:cNvSpPr/>
            <p:nvPr/>
          </p:nvSpPr>
          <p:spPr>
            <a:xfrm>
              <a:off x="7211214" y="21215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1" name="pt39651"/>
            <p:cNvSpPr/>
            <p:nvPr/>
          </p:nvSpPr>
          <p:spPr>
            <a:xfrm>
              <a:off x="7055247" y="20984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2" name="pt39652"/>
            <p:cNvSpPr/>
            <p:nvPr/>
          </p:nvSpPr>
          <p:spPr>
            <a:xfrm>
              <a:off x="7070900" y="217326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3" name="pt39653"/>
            <p:cNvSpPr/>
            <p:nvPr/>
          </p:nvSpPr>
          <p:spPr>
            <a:xfrm>
              <a:off x="7143419" y="22303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4" name="pt39654"/>
            <p:cNvSpPr/>
            <p:nvPr/>
          </p:nvSpPr>
          <p:spPr>
            <a:xfrm>
              <a:off x="7074552" y="22500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5" name="pt39655"/>
            <p:cNvSpPr/>
            <p:nvPr/>
          </p:nvSpPr>
          <p:spPr>
            <a:xfrm>
              <a:off x="7185266" y="209070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6" name="pt39656"/>
            <p:cNvSpPr/>
            <p:nvPr/>
          </p:nvSpPr>
          <p:spPr>
            <a:xfrm>
              <a:off x="7181727" y="20301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7" name="pt39657"/>
            <p:cNvSpPr/>
            <p:nvPr/>
          </p:nvSpPr>
          <p:spPr>
            <a:xfrm>
              <a:off x="7206118" y="21189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8" name="pt39658"/>
            <p:cNvSpPr/>
            <p:nvPr/>
          </p:nvSpPr>
          <p:spPr>
            <a:xfrm>
              <a:off x="7060248" y="21690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9" name="pt39659"/>
            <p:cNvSpPr/>
            <p:nvPr/>
          </p:nvSpPr>
          <p:spPr>
            <a:xfrm>
              <a:off x="7173639" y="20904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0" name="pt39660"/>
            <p:cNvSpPr/>
            <p:nvPr/>
          </p:nvSpPr>
          <p:spPr>
            <a:xfrm>
              <a:off x="7120932" y="22126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1" name="pt39661"/>
            <p:cNvSpPr/>
            <p:nvPr/>
          </p:nvSpPr>
          <p:spPr>
            <a:xfrm>
              <a:off x="7256353" y="20745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2" name="pt39662"/>
            <p:cNvSpPr/>
            <p:nvPr/>
          </p:nvSpPr>
          <p:spPr>
            <a:xfrm>
              <a:off x="6922624" y="21901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3" name="pt39663"/>
            <p:cNvSpPr/>
            <p:nvPr/>
          </p:nvSpPr>
          <p:spPr>
            <a:xfrm>
              <a:off x="7160473" y="19684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4" name="pt39664"/>
            <p:cNvSpPr/>
            <p:nvPr/>
          </p:nvSpPr>
          <p:spPr>
            <a:xfrm>
              <a:off x="7015989" y="19139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5" name="pt39665"/>
            <p:cNvSpPr/>
            <p:nvPr/>
          </p:nvSpPr>
          <p:spPr>
            <a:xfrm>
              <a:off x="7259800" y="199817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6" name="pt39666"/>
            <p:cNvSpPr/>
            <p:nvPr/>
          </p:nvSpPr>
          <p:spPr>
            <a:xfrm>
              <a:off x="7087774" y="22408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7" name="pt39667"/>
            <p:cNvSpPr/>
            <p:nvPr/>
          </p:nvSpPr>
          <p:spPr>
            <a:xfrm>
              <a:off x="7243223" y="18562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8" name="pt39668"/>
            <p:cNvSpPr/>
            <p:nvPr/>
          </p:nvSpPr>
          <p:spPr>
            <a:xfrm>
              <a:off x="7271633" y="18820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9" name="pt39669"/>
            <p:cNvSpPr/>
            <p:nvPr/>
          </p:nvSpPr>
          <p:spPr>
            <a:xfrm>
              <a:off x="7243056" y="20400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0" name="pt39670"/>
            <p:cNvSpPr/>
            <p:nvPr/>
          </p:nvSpPr>
          <p:spPr>
            <a:xfrm>
              <a:off x="7429940" y="24063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1" name="pt39671"/>
            <p:cNvSpPr/>
            <p:nvPr/>
          </p:nvSpPr>
          <p:spPr>
            <a:xfrm>
              <a:off x="7314315" y="19851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2" name="pt39672"/>
            <p:cNvSpPr/>
            <p:nvPr/>
          </p:nvSpPr>
          <p:spPr>
            <a:xfrm>
              <a:off x="7298248" y="19044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3" name="pt39673"/>
            <p:cNvSpPr/>
            <p:nvPr/>
          </p:nvSpPr>
          <p:spPr>
            <a:xfrm>
              <a:off x="7051211" y="20636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4" name="pt39674"/>
            <p:cNvSpPr/>
            <p:nvPr/>
          </p:nvSpPr>
          <p:spPr>
            <a:xfrm>
              <a:off x="7125063" y="22349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5" name="pt39675"/>
            <p:cNvSpPr/>
            <p:nvPr/>
          </p:nvSpPr>
          <p:spPr>
            <a:xfrm>
              <a:off x="7187674" y="213252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6" name="pt39676"/>
            <p:cNvSpPr/>
            <p:nvPr/>
          </p:nvSpPr>
          <p:spPr>
            <a:xfrm>
              <a:off x="7008980" y="18785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7" name="pt39677"/>
            <p:cNvSpPr/>
            <p:nvPr/>
          </p:nvSpPr>
          <p:spPr>
            <a:xfrm>
              <a:off x="7305795" y="21017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8" name="pt39678"/>
            <p:cNvSpPr/>
            <p:nvPr/>
          </p:nvSpPr>
          <p:spPr>
            <a:xfrm>
              <a:off x="7118857" y="216468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9" name="pt39679"/>
            <p:cNvSpPr/>
            <p:nvPr/>
          </p:nvSpPr>
          <p:spPr>
            <a:xfrm>
              <a:off x="7030809" y="23362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0" name="pt39680"/>
            <p:cNvSpPr/>
            <p:nvPr/>
          </p:nvSpPr>
          <p:spPr>
            <a:xfrm>
              <a:off x="7395747" y="24785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1" name="pt39681"/>
            <p:cNvSpPr/>
            <p:nvPr/>
          </p:nvSpPr>
          <p:spPr>
            <a:xfrm>
              <a:off x="7051281" y="21107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2" name="pt39682"/>
            <p:cNvSpPr/>
            <p:nvPr/>
          </p:nvSpPr>
          <p:spPr>
            <a:xfrm>
              <a:off x="7130752" y="23225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3" name="pt39683"/>
            <p:cNvSpPr/>
            <p:nvPr/>
          </p:nvSpPr>
          <p:spPr>
            <a:xfrm>
              <a:off x="7382467" y="25499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4" name="pt39684"/>
            <p:cNvSpPr/>
            <p:nvPr/>
          </p:nvSpPr>
          <p:spPr>
            <a:xfrm>
              <a:off x="7422923" y="29845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5" name="pt39685"/>
            <p:cNvSpPr/>
            <p:nvPr/>
          </p:nvSpPr>
          <p:spPr>
            <a:xfrm>
              <a:off x="7049286" y="17920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6" name="pt39686"/>
            <p:cNvSpPr/>
            <p:nvPr/>
          </p:nvSpPr>
          <p:spPr>
            <a:xfrm>
              <a:off x="7218760" y="20292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7" name="pt39687"/>
            <p:cNvSpPr/>
            <p:nvPr/>
          </p:nvSpPr>
          <p:spPr>
            <a:xfrm>
              <a:off x="7186361" y="220233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8" name="pt39688"/>
            <p:cNvSpPr/>
            <p:nvPr/>
          </p:nvSpPr>
          <p:spPr>
            <a:xfrm>
              <a:off x="7212261" y="21220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9" name="pt39689"/>
            <p:cNvSpPr/>
            <p:nvPr/>
          </p:nvSpPr>
          <p:spPr>
            <a:xfrm>
              <a:off x="6994434" y="19387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0" name="pt39690"/>
            <p:cNvSpPr/>
            <p:nvPr/>
          </p:nvSpPr>
          <p:spPr>
            <a:xfrm>
              <a:off x="6939233" y="22181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1" name="pt39691"/>
            <p:cNvSpPr/>
            <p:nvPr/>
          </p:nvSpPr>
          <p:spPr>
            <a:xfrm>
              <a:off x="7182845" y="19532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2" name="pt39692"/>
            <p:cNvSpPr/>
            <p:nvPr/>
          </p:nvSpPr>
          <p:spPr>
            <a:xfrm>
              <a:off x="7243858" y="20028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3" name="pt39693"/>
            <p:cNvSpPr/>
            <p:nvPr/>
          </p:nvSpPr>
          <p:spPr>
            <a:xfrm>
              <a:off x="7665342" y="2608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4" name="pt39694"/>
            <p:cNvSpPr/>
            <p:nvPr/>
          </p:nvSpPr>
          <p:spPr>
            <a:xfrm>
              <a:off x="7019957" y="19586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5" name="pt39695"/>
            <p:cNvSpPr/>
            <p:nvPr/>
          </p:nvSpPr>
          <p:spPr>
            <a:xfrm>
              <a:off x="7098635" y="208507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6" name="pt39696"/>
            <p:cNvSpPr/>
            <p:nvPr/>
          </p:nvSpPr>
          <p:spPr>
            <a:xfrm>
              <a:off x="7113470" y="21693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7" name="pt39697"/>
            <p:cNvSpPr/>
            <p:nvPr/>
          </p:nvSpPr>
          <p:spPr>
            <a:xfrm>
              <a:off x="7113388" y="21058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8" name="pt39698"/>
            <p:cNvSpPr/>
            <p:nvPr/>
          </p:nvSpPr>
          <p:spPr>
            <a:xfrm>
              <a:off x="7396518" y="26539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9" name="pt39699"/>
            <p:cNvSpPr/>
            <p:nvPr/>
          </p:nvSpPr>
          <p:spPr>
            <a:xfrm>
              <a:off x="6978792" y="18715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0" name="pt39700"/>
            <p:cNvSpPr/>
            <p:nvPr/>
          </p:nvSpPr>
          <p:spPr>
            <a:xfrm>
              <a:off x="7172880" y="21008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1" name="pt39701"/>
            <p:cNvSpPr/>
            <p:nvPr/>
          </p:nvSpPr>
          <p:spPr>
            <a:xfrm>
              <a:off x="7443611" y="28665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2" name="pt39702"/>
            <p:cNvSpPr/>
            <p:nvPr/>
          </p:nvSpPr>
          <p:spPr>
            <a:xfrm>
              <a:off x="6995647" y="19399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3" name="pt39703"/>
            <p:cNvSpPr/>
            <p:nvPr/>
          </p:nvSpPr>
          <p:spPr>
            <a:xfrm>
              <a:off x="6967978" y="19828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4" name="pt39704"/>
            <p:cNvSpPr/>
            <p:nvPr/>
          </p:nvSpPr>
          <p:spPr>
            <a:xfrm>
              <a:off x="7015566" y="20110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5" name="pt39705"/>
            <p:cNvSpPr/>
            <p:nvPr/>
          </p:nvSpPr>
          <p:spPr>
            <a:xfrm>
              <a:off x="7285916" y="19162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6" name="pt39706"/>
            <p:cNvSpPr/>
            <p:nvPr/>
          </p:nvSpPr>
          <p:spPr>
            <a:xfrm>
              <a:off x="7181408" y="20445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7" name="pt39707"/>
            <p:cNvSpPr/>
            <p:nvPr/>
          </p:nvSpPr>
          <p:spPr>
            <a:xfrm>
              <a:off x="7521166" y="23996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8" name="pt39708"/>
            <p:cNvSpPr/>
            <p:nvPr/>
          </p:nvSpPr>
          <p:spPr>
            <a:xfrm>
              <a:off x="7150849" y="20224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9" name="pt39709"/>
            <p:cNvSpPr/>
            <p:nvPr/>
          </p:nvSpPr>
          <p:spPr>
            <a:xfrm>
              <a:off x="7092164" y="21910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0" name="pt39710"/>
            <p:cNvSpPr/>
            <p:nvPr/>
          </p:nvSpPr>
          <p:spPr>
            <a:xfrm>
              <a:off x="7324947" y="20988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1" name="pt39711"/>
            <p:cNvSpPr/>
            <p:nvPr/>
          </p:nvSpPr>
          <p:spPr>
            <a:xfrm>
              <a:off x="7301239" y="21681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2" name="pt39712"/>
            <p:cNvSpPr/>
            <p:nvPr/>
          </p:nvSpPr>
          <p:spPr>
            <a:xfrm>
              <a:off x="7045417" y="218045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3" name="pt39713"/>
            <p:cNvSpPr/>
            <p:nvPr/>
          </p:nvSpPr>
          <p:spPr>
            <a:xfrm>
              <a:off x="6711294" y="24205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4" name="pt39714"/>
            <p:cNvSpPr/>
            <p:nvPr/>
          </p:nvSpPr>
          <p:spPr>
            <a:xfrm>
              <a:off x="7146930" y="21116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5" name="pt39715"/>
            <p:cNvSpPr/>
            <p:nvPr/>
          </p:nvSpPr>
          <p:spPr>
            <a:xfrm>
              <a:off x="7177842" y="20815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6" name="pt39716"/>
            <p:cNvSpPr/>
            <p:nvPr/>
          </p:nvSpPr>
          <p:spPr>
            <a:xfrm>
              <a:off x="7180943" y="20096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7" name="pt39717"/>
            <p:cNvSpPr/>
            <p:nvPr/>
          </p:nvSpPr>
          <p:spPr>
            <a:xfrm>
              <a:off x="7057333" y="221154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8" name="pt39718"/>
            <p:cNvSpPr/>
            <p:nvPr/>
          </p:nvSpPr>
          <p:spPr>
            <a:xfrm>
              <a:off x="7191117" y="22754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9" name="pt39719"/>
            <p:cNvSpPr/>
            <p:nvPr/>
          </p:nvSpPr>
          <p:spPr>
            <a:xfrm>
              <a:off x="7149425" y="21105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0" name="pt39720"/>
            <p:cNvSpPr/>
            <p:nvPr/>
          </p:nvSpPr>
          <p:spPr>
            <a:xfrm>
              <a:off x="7201718" y="20657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1" name="pt39721"/>
            <p:cNvSpPr/>
            <p:nvPr/>
          </p:nvSpPr>
          <p:spPr>
            <a:xfrm>
              <a:off x="7185734" y="212147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2" name="pt39722"/>
            <p:cNvSpPr/>
            <p:nvPr/>
          </p:nvSpPr>
          <p:spPr>
            <a:xfrm>
              <a:off x="7243463" y="20362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3" name="pt39723"/>
            <p:cNvSpPr/>
            <p:nvPr/>
          </p:nvSpPr>
          <p:spPr>
            <a:xfrm>
              <a:off x="6983819" y="20500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4" name="pt39724"/>
            <p:cNvSpPr/>
            <p:nvPr/>
          </p:nvSpPr>
          <p:spPr>
            <a:xfrm>
              <a:off x="7128600" y="230079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5" name="pt39725"/>
            <p:cNvSpPr/>
            <p:nvPr/>
          </p:nvSpPr>
          <p:spPr>
            <a:xfrm>
              <a:off x="6953805" y="19361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6" name="pt39726"/>
            <p:cNvSpPr/>
            <p:nvPr/>
          </p:nvSpPr>
          <p:spPr>
            <a:xfrm>
              <a:off x="7156334" y="19716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7" name="pt39727"/>
            <p:cNvSpPr/>
            <p:nvPr/>
          </p:nvSpPr>
          <p:spPr>
            <a:xfrm>
              <a:off x="7149441" y="21110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8" name="pt39728"/>
            <p:cNvSpPr/>
            <p:nvPr/>
          </p:nvSpPr>
          <p:spPr>
            <a:xfrm>
              <a:off x="7190102" y="21887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9" name="pt39729"/>
            <p:cNvSpPr/>
            <p:nvPr/>
          </p:nvSpPr>
          <p:spPr>
            <a:xfrm>
              <a:off x="7247711" y="23858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0" name="pt39730"/>
            <p:cNvSpPr/>
            <p:nvPr/>
          </p:nvSpPr>
          <p:spPr>
            <a:xfrm>
              <a:off x="7028717" y="22243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1" name="pt39731"/>
            <p:cNvSpPr/>
            <p:nvPr/>
          </p:nvSpPr>
          <p:spPr>
            <a:xfrm>
              <a:off x="7148458" y="20620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2" name="pt39732"/>
            <p:cNvSpPr/>
            <p:nvPr/>
          </p:nvSpPr>
          <p:spPr>
            <a:xfrm>
              <a:off x="7114954" y="21933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3" name="pt39733"/>
            <p:cNvSpPr/>
            <p:nvPr/>
          </p:nvSpPr>
          <p:spPr>
            <a:xfrm>
              <a:off x="7126062" y="232332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4" name="pt39734"/>
            <p:cNvSpPr/>
            <p:nvPr/>
          </p:nvSpPr>
          <p:spPr>
            <a:xfrm>
              <a:off x="6976046" y="18961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5" name="pt39735"/>
            <p:cNvSpPr/>
            <p:nvPr/>
          </p:nvSpPr>
          <p:spPr>
            <a:xfrm>
              <a:off x="7180637" y="20397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6" name="pt39736"/>
            <p:cNvSpPr/>
            <p:nvPr/>
          </p:nvSpPr>
          <p:spPr>
            <a:xfrm>
              <a:off x="7196020" y="21733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7" name="pt39737"/>
            <p:cNvSpPr/>
            <p:nvPr/>
          </p:nvSpPr>
          <p:spPr>
            <a:xfrm>
              <a:off x="7074458" y="22712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8" name="pt39738"/>
            <p:cNvSpPr/>
            <p:nvPr/>
          </p:nvSpPr>
          <p:spPr>
            <a:xfrm>
              <a:off x="7649461" y="245019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9" name="pt39739"/>
            <p:cNvSpPr/>
            <p:nvPr/>
          </p:nvSpPr>
          <p:spPr>
            <a:xfrm>
              <a:off x="7098039" y="21358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0" name="pt39740"/>
            <p:cNvSpPr/>
            <p:nvPr/>
          </p:nvSpPr>
          <p:spPr>
            <a:xfrm>
              <a:off x="7089487" y="214914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1" name="pt39741"/>
            <p:cNvSpPr/>
            <p:nvPr/>
          </p:nvSpPr>
          <p:spPr>
            <a:xfrm>
              <a:off x="7298234" y="188242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2" name="pt39742"/>
            <p:cNvSpPr/>
            <p:nvPr/>
          </p:nvSpPr>
          <p:spPr>
            <a:xfrm>
              <a:off x="7109492" y="216427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3" name="pt39743"/>
            <p:cNvSpPr/>
            <p:nvPr/>
          </p:nvSpPr>
          <p:spPr>
            <a:xfrm>
              <a:off x="7109634" y="21548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4" name="pt39744"/>
            <p:cNvSpPr/>
            <p:nvPr/>
          </p:nvSpPr>
          <p:spPr>
            <a:xfrm>
              <a:off x="7030297" y="22358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5" name="pt39745"/>
            <p:cNvSpPr/>
            <p:nvPr/>
          </p:nvSpPr>
          <p:spPr>
            <a:xfrm>
              <a:off x="7219862" y="181093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6" name="pt39746"/>
            <p:cNvSpPr/>
            <p:nvPr/>
          </p:nvSpPr>
          <p:spPr>
            <a:xfrm>
              <a:off x="7437127" y="22219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7" name="pt39747"/>
            <p:cNvSpPr/>
            <p:nvPr/>
          </p:nvSpPr>
          <p:spPr>
            <a:xfrm>
              <a:off x="7077113" y="221656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8" name="pt39748"/>
            <p:cNvSpPr/>
            <p:nvPr/>
          </p:nvSpPr>
          <p:spPr>
            <a:xfrm>
              <a:off x="7014877" y="18837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9" name="pt39749"/>
            <p:cNvSpPr/>
            <p:nvPr/>
          </p:nvSpPr>
          <p:spPr>
            <a:xfrm>
              <a:off x="7151551" y="19809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0" name="pt39750"/>
            <p:cNvSpPr/>
            <p:nvPr/>
          </p:nvSpPr>
          <p:spPr>
            <a:xfrm>
              <a:off x="7135987" y="232864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1" name="pt39751"/>
            <p:cNvSpPr/>
            <p:nvPr/>
          </p:nvSpPr>
          <p:spPr>
            <a:xfrm>
              <a:off x="6930763" y="21368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2" name="pt39752"/>
            <p:cNvSpPr/>
            <p:nvPr/>
          </p:nvSpPr>
          <p:spPr>
            <a:xfrm>
              <a:off x="7131041" y="23002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3" name="pt39753"/>
            <p:cNvSpPr/>
            <p:nvPr/>
          </p:nvSpPr>
          <p:spPr>
            <a:xfrm>
              <a:off x="6987451" y="204152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4" name="pt39754"/>
            <p:cNvSpPr/>
            <p:nvPr/>
          </p:nvSpPr>
          <p:spPr>
            <a:xfrm>
              <a:off x="7004506" y="20338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5" name="pt39755"/>
            <p:cNvSpPr/>
            <p:nvPr/>
          </p:nvSpPr>
          <p:spPr>
            <a:xfrm>
              <a:off x="7232414" y="21619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6" name="pt39756"/>
            <p:cNvSpPr/>
            <p:nvPr/>
          </p:nvSpPr>
          <p:spPr>
            <a:xfrm>
              <a:off x="6971190" y="20420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7" name="pt39757"/>
            <p:cNvSpPr/>
            <p:nvPr/>
          </p:nvSpPr>
          <p:spPr>
            <a:xfrm>
              <a:off x="7074279" y="22600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8" name="pt39758"/>
            <p:cNvSpPr/>
            <p:nvPr/>
          </p:nvSpPr>
          <p:spPr>
            <a:xfrm>
              <a:off x="6984828" y="210985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9" name="pt39759"/>
            <p:cNvSpPr/>
            <p:nvPr/>
          </p:nvSpPr>
          <p:spPr>
            <a:xfrm>
              <a:off x="7162530" y="214140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0" name="pt39760"/>
            <p:cNvSpPr/>
            <p:nvPr/>
          </p:nvSpPr>
          <p:spPr>
            <a:xfrm>
              <a:off x="6857289" y="218370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1" name="pt39761"/>
            <p:cNvSpPr/>
            <p:nvPr/>
          </p:nvSpPr>
          <p:spPr>
            <a:xfrm>
              <a:off x="7346779" y="261360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2" name="pt39762"/>
            <p:cNvSpPr/>
            <p:nvPr/>
          </p:nvSpPr>
          <p:spPr>
            <a:xfrm>
              <a:off x="7101797" y="218559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3" name="pt39763"/>
            <p:cNvSpPr/>
            <p:nvPr/>
          </p:nvSpPr>
          <p:spPr>
            <a:xfrm>
              <a:off x="7102813" y="21818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4" name="pt39764"/>
            <p:cNvSpPr/>
            <p:nvPr/>
          </p:nvSpPr>
          <p:spPr>
            <a:xfrm>
              <a:off x="7092539" y="204897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5" name="pt39765"/>
            <p:cNvSpPr/>
            <p:nvPr/>
          </p:nvSpPr>
          <p:spPr>
            <a:xfrm>
              <a:off x="7165696" y="218886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6" name="pt39766"/>
            <p:cNvSpPr/>
            <p:nvPr/>
          </p:nvSpPr>
          <p:spPr>
            <a:xfrm>
              <a:off x="6940721" y="18957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7" name="pt39767"/>
            <p:cNvSpPr/>
            <p:nvPr/>
          </p:nvSpPr>
          <p:spPr>
            <a:xfrm>
              <a:off x="7362646" y="256775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8" name="pt39768"/>
            <p:cNvSpPr/>
            <p:nvPr/>
          </p:nvSpPr>
          <p:spPr>
            <a:xfrm>
              <a:off x="7023822" y="220060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9" name="pt39769"/>
            <p:cNvSpPr/>
            <p:nvPr/>
          </p:nvSpPr>
          <p:spPr>
            <a:xfrm>
              <a:off x="7143418" y="216601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0" name="pt39770"/>
            <p:cNvSpPr/>
            <p:nvPr/>
          </p:nvSpPr>
          <p:spPr>
            <a:xfrm>
              <a:off x="7124796" y="22932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1" name="pt39771"/>
            <p:cNvSpPr/>
            <p:nvPr/>
          </p:nvSpPr>
          <p:spPr>
            <a:xfrm>
              <a:off x="7233612" y="204033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2" name="pt39772"/>
            <p:cNvSpPr/>
            <p:nvPr/>
          </p:nvSpPr>
          <p:spPr>
            <a:xfrm>
              <a:off x="7112832" y="21809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3" name="pt39773"/>
            <p:cNvSpPr/>
            <p:nvPr/>
          </p:nvSpPr>
          <p:spPr>
            <a:xfrm>
              <a:off x="7032236" y="219608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4" name="pt39774"/>
            <p:cNvSpPr/>
            <p:nvPr/>
          </p:nvSpPr>
          <p:spPr>
            <a:xfrm>
              <a:off x="7380844" y="272651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5" name="pt39775"/>
            <p:cNvSpPr/>
            <p:nvPr/>
          </p:nvSpPr>
          <p:spPr>
            <a:xfrm>
              <a:off x="7477496" y="24012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6" name="pt39776"/>
            <p:cNvSpPr/>
            <p:nvPr/>
          </p:nvSpPr>
          <p:spPr>
            <a:xfrm>
              <a:off x="7009796" y="199119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7" name="pt39777"/>
            <p:cNvSpPr/>
            <p:nvPr/>
          </p:nvSpPr>
          <p:spPr>
            <a:xfrm>
              <a:off x="7075169" y="21962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8" name="pt39778"/>
            <p:cNvSpPr/>
            <p:nvPr/>
          </p:nvSpPr>
          <p:spPr>
            <a:xfrm>
              <a:off x="7141175" y="20827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9" name="pt39779"/>
            <p:cNvSpPr/>
            <p:nvPr/>
          </p:nvSpPr>
          <p:spPr>
            <a:xfrm>
              <a:off x="7153226" y="20105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0" name="pt39780"/>
            <p:cNvSpPr/>
            <p:nvPr/>
          </p:nvSpPr>
          <p:spPr>
            <a:xfrm>
              <a:off x="7074997" y="21639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1" name="pt39781"/>
            <p:cNvSpPr/>
            <p:nvPr/>
          </p:nvSpPr>
          <p:spPr>
            <a:xfrm>
              <a:off x="7149587" y="205496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2" name="pt39782"/>
            <p:cNvSpPr/>
            <p:nvPr/>
          </p:nvSpPr>
          <p:spPr>
            <a:xfrm>
              <a:off x="7190802" y="22311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3" name="pt39783"/>
            <p:cNvSpPr/>
            <p:nvPr/>
          </p:nvSpPr>
          <p:spPr>
            <a:xfrm>
              <a:off x="7093180" y="217941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4" name="pt39784"/>
            <p:cNvSpPr/>
            <p:nvPr/>
          </p:nvSpPr>
          <p:spPr>
            <a:xfrm>
              <a:off x="7446408" y="28768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5" name="pt39785"/>
            <p:cNvSpPr/>
            <p:nvPr/>
          </p:nvSpPr>
          <p:spPr>
            <a:xfrm>
              <a:off x="7081673" y="218344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6" name="pt39786"/>
            <p:cNvSpPr/>
            <p:nvPr/>
          </p:nvSpPr>
          <p:spPr>
            <a:xfrm>
              <a:off x="7132255" y="22810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7" name="pt39787"/>
            <p:cNvSpPr/>
            <p:nvPr/>
          </p:nvSpPr>
          <p:spPr>
            <a:xfrm>
              <a:off x="7098661" y="21672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8" name="pt39788"/>
            <p:cNvSpPr/>
            <p:nvPr/>
          </p:nvSpPr>
          <p:spPr>
            <a:xfrm>
              <a:off x="7127140" y="21987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9" name="pt39789"/>
            <p:cNvSpPr/>
            <p:nvPr/>
          </p:nvSpPr>
          <p:spPr>
            <a:xfrm>
              <a:off x="7185830" y="22711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0" name="pt39790"/>
            <p:cNvSpPr/>
            <p:nvPr/>
          </p:nvSpPr>
          <p:spPr>
            <a:xfrm>
              <a:off x="7119921" y="21761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1" name="pt39791"/>
            <p:cNvSpPr/>
            <p:nvPr/>
          </p:nvSpPr>
          <p:spPr>
            <a:xfrm>
              <a:off x="7066644" y="20149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2" name="pt39792"/>
            <p:cNvSpPr/>
            <p:nvPr/>
          </p:nvSpPr>
          <p:spPr>
            <a:xfrm>
              <a:off x="7332248" y="207167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3" name="pt39793"/>
            <p:cNvSpPr/>
            <p:nvPr/>
          </p:nvSpPr>
          <p:spPr>
            <a:xfrm>
              <a:off x="7082961" y="214908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4" name="pt39794"/>
            <p:cNvSpPr/>
            <p:nvPr/>
          </p:nvSpPr>
          <p:spPr>
            <a:xfrm>
              <a:off x="7276649" y="21318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5" name="pt39795"/>
            <p:cNvSpPr/>
            <p:nvPr/>
          </p:nvSpPr>
          <p:spPr>
            <a:xfrm>
              <a:off x="7117530" y="215216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6" name="pt39796"/>
            <p:cNvSpPr/>
            <p:nvPr/>
          </p:nvSpPr>
          <p:spPr>
            <a:xfrm>
              <a:off x="7248007" y="22284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7" name="pt39797"/>
            <p:cNvSpPr/>
            <p:nvPr/>
          </p:nvSpPr>
          <p:spPr>
            <a:xfrm>
              <a:off x="6901301" y="237627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8" name="pt39798"/>
            <p:cNvSpPr/>
            <p:nvPr/>
          </p:nvSpPr>
          <p:spPr>
            <a:xfrm>
              <a:off x="7202613" y="22275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9" name="pt39799"/>
            <p:cNvSpPr/>
            <p:nvPr/>
          </p:nvSpPr>
          <p:spPr>
            <a:xfrm>
              <a:off x="7225444" y="225658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0" name="pt39800"/>
            <p:cNvSpPr/>
            <p:nvPr/>
          </p:nvSpPr>
          <p:spPr>
            <a:xfrm>
              <a:off x="6880464" y="193122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1" name="pt39801"/>
            <p:cNvSpPr/>
            <p:nvPr/>
          </p:nvSpPr>
          <p:spPr>
            <a:xfrm>
              <a:off x="7121907" y="215600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2" name="pt39802"/>
            <p:cNvSpPr/>
            <p:nvPr/>
          </p:nvSpPr>
          <p:spPr>
            <a:xfrm>
              <a:off x="6837777" y="20334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3" name="pt39803"/>
            <p:cNvSpPr/>
            <p:nvPr/>
          </p:nvSpPr>
          <p:spPr>
            <a:xfrm>
              <a:off x="7125639" y="22576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4" name="pt39804"/>
            <p:cNvSpPr/>
            <p:nvPr/>
          </p:nvSpPr>
          <p:spPr>
            <a:xfrm>
              <a:off x="7188570" y="229157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5" name="pt39805"/>
            <p:cNvSpPr/>
            <p:nvPr/>
          </p:nvSpPr>
          <p:spPr>
            <a:xfrm>
              <a:off x="7147072" y="20674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6" name="pt39806"/>
            <p:cNvSpPr/>
            <p:nvPr/>
          </p:nvSpPr>
          <p:spPr>
            <a:xfrm>
              <a:off x="7033330" y="223168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7" name="pt39807"/>
            <p:cNvSpPr/>
            <p:nvPr/>
          </p:nvSpPr>
          <p:spPr>
            <a:xfrm>
              <a:off x="7096818" y="21875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8" name="pt39808"/>
            <p:cNvSpPr/>
            <p:nvPr/>
          </p:nvSpPr>
          <p:spPr>
            <a:xfrm>
              <a:off x="7103841" y="21839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9" name="pt39809"/>
            <p:cNvSpPr/>
            <p:nvPr/>
          </p:nvSpPr>
          <p:spPr>
            <a:xfrm>
              <a:off x="7279132" y="211207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0" name="pt39810"/>
            <p:cNvSpPr/>
            <p:nvPr/>
          </p:nvSpPr>
          <p:spPr>
            <a:xfrm>
              <a:off x="7001387" y="18144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1" name="pt39811"/>
            <p:cNvSpPr/>
            <p:nvPr/>
          </p:nvSpPr>
          <p:spPr>
            <a:xfrm>
              <a:off x="6934565" y="216543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2" name="pt39812"/>
            <p:cNvSpPr/>
            <p:nvPr/>
          </p:nvSpPr>
          <p:spPr>
            <a:xfrm>
              <a:off x="7256542" y="20403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3" name="pt39813"/>
            <p:cNvSpPr/>
            <p:nvPr/>
          </p:nvSpPr>
          <p:spPr>
            <a:xfrm>
              <a:off x="7260592" y="20800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4" name="pt39814"/>
            <p:cNvSpPr/>
            <p:nvPr/>
          </p:nvSpPr>
          <p:spPr>
            <a:xfrm>
              <a:off x="7141413" y="213859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5" name="pt39815"/>
            <p:cNvSpPr/>
            <p:nvPr/>
          </p:nvSpPr>
          <p:spPr>
            <a:xfrm>
              <a:off x="7251123" y="20476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6" name="pt39816"/>
            <p:cNvSpPr/>
            <p:nvPr/>
          </p:nvSpPr>
          <p:spPr>
            <a:xfrm>
              <a:off x="6888996" y="185705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7" name="pt39817"/>
            <p:cNvSpPr/>
            <p:nvPr/>
          </p:nvSpPr>
          <p:spPr>
            <a:xfrm>
              <a:off x="7174214" y="20423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8" name="pt39818"/>
            <p:cNvSpPr/>
            <p:nvPr/>
          </p:nvSpPr>
          <p:spPr>
            <a:xfrm>
              <a:off x="7585793" y="26777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9" name="pt39819"/>
            <p:cNvSpPr/>
            <p:nvPr/>
          </p:nvSpPr>
          <p:spPr>
            <a:xfrm>
              <a:off x="7163347" y="21578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0" name="pt39820"/>
            <p:cNvSpPr/>
            <p:nvPr/>
          </p:nvSpPr>
          <p:spPr>
            <a:xfrm>
              <a:off x="7102466" y="212108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1" name="pt39821"/>
            <p:cNvSpPr/>
            <p:nvPr/>
          </p:nvSpPr>
          <p:spPr>
            <a:xfrm>
              <a:off x="7272265" y="20401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2" name="pt39822"/>
            <p:cNvSpPr/>
            <p:nvPr/>
          </p:nvSpPr>
          <p:spPr>
            <a:xfrm>
              <a:off x="7041613" y="22933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3" name="pt39823"/>
            <p:cNvSpPr/>
            <p:nvPr/>
          </p:nvSpPr>
          <p:spPr>
            <a:xfrm>
              <a:off x="6918220" y="223929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4" name="pt39824"/>
            <p:cNvSpPr/>
            <p:nvPr/>
          </p:nvSpPr>
          <p:spPr>
            <a:xfrm>
              <a:off x="6967666" y="201058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5" name="pt39825"/>
            <p:cNvSpPr/>
            <p:nvPr/>
          </p:nvSpPr>
          <p:spPr>
            <a:xfrm>
              <a:off x="7068166" y="205765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6" name="pt39826"/>
            <p:cNvSpPr/>
            <p:nvPr/>
          </p:nvSpPr>
          <p:spPr>
            <a:xfrm>
              <a:off x="7170078" y="214430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7" name="pt39827"/>
            <p:cNvSpPr/>
            <p:nvPr/>
          </p:nvSpPr>
          <p:spPr>
            <a:xfrm>
              <a:off x="7170340" y="216349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8" name="pt39828"/>
            <p:cNvSpPr/>
            <p:nvPr/>
          </p:nvSpPr>
          <p:spPr>
            <a:xfrm>
              <a:off x="7189771" y="218167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9" name="pt39829"/>
            <p:cNvSpPr/>
            <p:nvPr/>
          </p:nvSpPr>
          <p:spPr>
            <a:xfrm>
              <a:off x="7194858" y="231510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0" name="pt39830"/>
            <p:cNvSpPr/>
            <p:nvPr/>
          </p:nvSpPr>
          <p:spPr>
            <a:xfrm>
              <a:off x="7144601" y="20281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1" name="pt39831"/>
            <p:cNvSpPr/>
            <p:nvPr/>
          </p:nvSpPr>
          <p:spPr>
            <a:xfrm>
              <a:off x="7161153" y="2170133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2" name="pt39832"/>
            <p:cNvSpPr/>
            <p:nvPr/>
          </p:nvSpPr>
          <p:spPr>
            <a:xfrm>
              <a:off x="7231173" y="217289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3" name="pt39833"/>
            <p:cNvSpPr/>
            <p:nvPr/>
          </p:nvSpPr>
          <p:spPr>
            <a:xfrm>
              <a:off x="7217902" y="20153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4" name="pt39834"/>
            <p:cNvSpPr/>
            <p:nvPr/>
          </p:nvSpPr>
          <p:spPr>
            <a:xfrm>
              <a:off x="7358450" y="225445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5" name="pt39835"/>
            <p:cNvSpPr/>
            <p:nvPr/>
          </p:nvSpPr>
          <p:spPr>
            <a:xfrm>
              <a:off x="7154273" y="201036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6" name="pt39836"/>
            <p:cNvSpPr/>
            <p:nvPr/>
          </p:nvSpPr>
          <p:spPr>
            <a:xfrm>
              <a:off x="7136291" y="230961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7" name="pt39837"/>
            <p:cNvSpPr/>
            <p:nvPr/>
          </p:nvSpPr>
          <p:spPr>
            <a:xfrm>
              <a:off x="7131167" y="228361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8" name="pt39838"/>
            <p:cNvSpPr/>
            <p:nvPr/>
          </p:nvSpPr>
          <p:spPr>
            <a:xfrm>
              <a:off x="7022827" y="231511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9" name="pt39839"/>
            <p:cNvSpPr/>
            <p:nvPr/>
          </p:nvSpPr>
          <p:spPr>
            <a:xfrm>
              <a:off x="7067840" y="206723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0" name="pt39840"/>
            <p:cNvSpPr/>
            <p:nvPr/>
          </p:nvSpPr>
          <p:spPr>
            <a:xfrm>
              <a:off x="7383676" y="231293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1" name="pt39841"/>
            <p:cNvSpPr/>
            <p:nvPr/>
          </p:nvSpPr>
          <p:spPr>
            <a:xfrm>
              <a:off x="7322403" y="192684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2" name="pt39842"/>
            <p:cNvSpPr/>
            <p:nvPr/>
          </p:nvSpPr>
          <p:spPr>
            <a:xfrm>
              <a:off x="6816628" y="205055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3" name="pt39843"/>
            <p:cNvSpPr/>
            <p:nvPr/>
          </p:nvSpPr>
          <p:spPr>
            <a:xfrm>
              <a:off x="7150225" y="194722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4" name="pt39844"/>
            <p:cNvSpPr/>
            <p:nvPr/>
          </p:nvSpPr>
          <p:spPr>
            <a:xfrm>
              <a:off x="6896961" y="228021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5" name="pt39845"/>
            <p:cNvSpPr/>
            <p:nvPr/>
          </p:nvSpPr>
          <p:spPr>
            <a:xfrm>
              <a:off x="7095295" y="211491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6" name="pt39846"/>
            <p:cNvSpPr/>
            <p:nvPr/>
          </p:nvSpPr>
          <p:spPr>
            <a:xfrm>
              <a:off x="6810159" y="22377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7" name="pt39847"/>
            <p:cNvSpPr/>
            <p:nvPr/>
          </p:nvSpPr>
          <p:spPr>
            <a:xfrm>
              <a:off x="6816895" y="200715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8" name="pt39848"/>
            <p:cNvSpPr/>
            <p:nvPr/>
          </p:nvSpPr>
          <p:spPr>
            <a:xfrm>
              <a:off x="7111294" y="216772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9" name="pt39849"/>
            <p:cNvSpPr/>
            <p:nvPr/>
          </p:nvSpPr>
          <p:spPr>
            <a:xfrm>
              <a:off x="7133538" y="228299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0" name="pt39850"/>
            <p:cNvSpPr/>
            <p:nvPr/>
          </p:nvSpPr>
          <p:spPr>
            <a:xfrm>
              <a:off x="7449463" y="2628869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1" name="pt39851"/>
            <p:cNvSpPr/>
            <p:nvPr/>
          </p:nvSpPr>
          <p:spPr>
            <a:xfrm>
              <a:off x="7098834" y="2081740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2" name="pt39852"/>
            <p:cNvSpPr/>
            <p:nvPr/>
          </p:nvSpPr>
          <p:spPr>
            <a:xfrm>
              <a:off x="7299363" y="231632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3" name="pt39853"/>
            <p:cNvSpPr/>
            <p:nvPr/>
          </p:nvSpPr>
          <p:spPr>
            <a:xfrm>
              <a:off x="7216800" y="2027041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4" name="pt39854"/>
            <p:cNvSpPr/>
            <p:nvPr/>
          </p:nvSpPr>
          <p:spPr>
            <a:xfrm>
              <a:off x="7137375" y="219542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5" name="pt39855"/>
            <p:cNvSpPr/>
            <p:nvPr/>
          </p:nvSpPr>
          <p:spPr>
            <a:xfrm>
              <a:off x="7092953" y="21464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6" name="pt39856"/>
            <p:cNvSpPr/>
            <p:nvPr/>
          </p:nvSpPr>
          <p:spPr>
            <a:xfrm>
              <a:off x="6964312" y="2070536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7" name="pt39857"/>
            <p:cNvSpPr/>
            <p:nvPr/>
          </p:nvSpPr>
          <p:spPr>
            <a:xfrm>
              <a:off x="7118792" y="216350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8" name="pt39858"/>
            <p:cNvSpPr/>
            <p:nvPr/>
          </p:nvSpPr>
          <p:spPr>
            <a:xfrm>
              <a:off x="7130787" y="2241262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9" name="pt39859"/>
            <p:cNvSpPr/>
            <p:nvPr/>
          </p:nvSpPr>
          <p:spPr>
            <a:xfrm>
              <a:off x="7185159" y="211736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0" name="pt39860"/>
            <p:cNvSpPr/>
            <p:nvPr/>
          </p:nvSpPr>
          <p:spPr>
            <a:xfrm>
              <a:off x="7094003" y="2117767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1" name="pt39861"/>
            <p:cNvSpPr/>
            <p:nvPr/>
          </p:nvSpPr>
          <p:spPr>
            <a:xfrm>
              <a:off x="7111998" y="2198635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2" name="pt39862"/>
            <p:cNvSpPr/>
            <p:nvPr/>
          </p:nvSpPr>
          <p:spPr>
            <a:xfrm>
              <a:off x="7235304" y="2239254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3" name="pt39863"/>
            <p:cNvSpPr/>
            <p:nvPr/>
          </p:nvSpPr>
          <p:spPr>
            <a:xfrm>
              <a:off x="7044381" y="2089918"/>
              <a:ext cx="17667" cy="17667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8181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4" name="pl39864"/>
            <p:cNvSpPr/>
            <p:nvPr/>
          </p:nvSpPr>
          <p:spPr>
            <a:xfrm>
              <a:off x="6424930" y="1764269"/>
              <a:ext cx="1666175" cy="782301"/>
            </a:xfrm>
            <a:custGeom>
              <a:avLst/>
              <a:pathLst>
                <a:path w="1666175" h="782301">
                  <a:moveTo>
                    <a:pt x="0" y="11108"/>
                  </a:moveTo>
                  <a:lnTo>
                    <a:pt x="21090" y="47372"/>
                  </a:lnTo>
                  <a:lnTo>
                    <a:pt x="42181" y="83408"/>
                  </a:lnTo>
                  <a:lnTo>
                    <a:pt x="63272" y="118985"/>
                  </a:lnTo>
                  <a:lnTo>
                    <a:pt x="84363" y="153875"/>
                  </a:lnTo>
                  <a:lnTo>
                    <a:pt x="105454" y="187849"/>
                  </a:lnTo>
                  <a:lnTo>
                    <a:pt x="126544" y="220677"/>
                  </a:lnTo>
                  <a:lnTo>
                    <a:pt x="147635" y="252131"/>
                  </a:lnTo>
                  <a:lnTo>
                    <a:pt x="168726" y="281982"/>
                  </a:lnTo>
                  <a:lnTo>
                    <a:pt x="189817" y="310000"/>
                  </a:lnTo>
                  <a:lnTo>
                    <a:pt x="210908" y="335956"/>
                  </a:lnTo>
                  <a:lnTo>
                    <a:pt x="231999" y="359622"/>
                  </a:lnTo>
                  <a:lnTo>
                    <a:pt x="253089" y="380768"/>
                  </a:lnTo>
                  <a:lnTo>
                    <a:pt x="274180" y="399165"/>
                  </a:lnTo>
                  <a:lnTo>
                    <a:pt x="295271" y="414584"/>
                  </a:lnTo>
                  <a:lnTo>
                    <a:pt x="316362" y="426797"/>
                  </a:lnTo>
                  <a:lnTo>
                    <a:pt x="337453" y="435573"/>
                  </a:lnTo>
                  <a:lnTo>
                    <a:pt x="358544" y="440684"/>
                  </a:lnTo>
                  <a:lnTo>
                    <a:pt x="379634" y="441901"/>
                  </a:lnTo>
                  <a:lnTo>
                    <a:pt x="400725" y="438995"/>
                  </a:lnTo>
                  <a:lnTo>
                    <a:pt x="421816" y="431737"/>
                  </a:lnTo>
                  <a:lnTo>
                    <a:pt x="442907" y="419897"/>
                  </a:lnTo>
                  <a:lnTo>
                    <a:pt x="463998" y="403247"/>
                  </a:lnTo>
                  <a:lnTo>
                    <a:pt x="485089" y="381557"/>
                  </a:lnTo>
                  <a:lnTo>
                    <a:pt x="506179" y="354599"/>
                  </a:lnTo>
                  <a:lnTo>
                    <a:pt x="527270" y="322146"/>
                  </a:lnTo>
                  <a:lnTo>
                    <a:pt x="548361" y="287155"/>
                  </a:lnTo>
                  <a:lnTo>
                    <a:pt x="569452" y="261619"/>
                  </a:lnTo>
                  <a:lnTo>
                    <a:pt x="590543" y="259131"/>
                  </a:lnTo>
                  <a:lnTo>
                    <a:pt x="611634" y="292968"/>
                  </a:lnTo>
                  <a:lnTo>
                    <a:pt x="632724" y="357761"/>
                  </a:lnTo>
                  <a:lnTo>
                    <a:pt x="653815" y="419269"/>
                  </a:lnTo>
                  <a:lnTo>
                    <a:pt x="674906" y="444238"/>
                  </a:lnTo>
                  <a:lnTo>
                    <a:pt x="695997" y="427107"/>
                  </a:lnTo>
                  <a:lnTo>
                    <a:pt x="717088" y="383765"/>
                  </a:lnTo>
                  <a:lnTo>
                    <a:pt x="738179" y="368831"/>
                  </a:lnTo>
                  <a:lnTo>
                    <a:pt x="759269" y="400265"/>
                  </a:lnTo>
                  <a:lnTo>
                    <a:pt x="780360" y="399742"/>
                  </a:lnTo>
                  <a:lnTo>
                    <a:pt x="801451" y="340235"/>
                  </a:lnTo>
                  <a:lnTo>
                    <a:pt x="822542" y="280830"/>
                  </a:lnTo>
                  <a:lnTo>
                    <a:pt x="843633" y="272010"/>
                  </a:lnTo>
                  <a:lnTo>
                    <a:pt x="864724" y="307491"/>
                  </a:lnTo>
                  <a:lnTo>
                    <a:pt x="885814" y="367378"/>
                  </a:lnTo>
                  <a:lnTo>
                    <a:pt x="906905" y="432098"/>
                  </a:lnTo>
                  <a:lnTo>
                    <a:pt x="927996" y="491170"/>
                  </a:lnTo>
                  <a:lnTo>
                    <a:pt x="949087" y="544236"/>
                  </a:lnTo>
                  <a:lnTo>
                    <a:pt x="970178" y="591467"/>
                  </a:lnTo>
                  <a:lnTo>
                    <a:pt x="991268" y="633035"/>
                  </a:lnTo>
                  <a:lnTo>
                    <a:pt x="1012359" y="669112"/>
                  </a:lnTo>
                  <a:lnTo>
                    <a:pt x="1033450" y="699869"/>
                  </a:lnTo>
                  <a:lnTo>
                    <a:pt x="1054541" y="725477"/>
                  </a:lnTo>
                  <a:lnTo>
                    <a:pt x="1075632" y="746109"/>
                  </a:lnTo>
                  <a:lnTo>
                    <a:pt x="1096723" y="761936"/>
                  </a:lnTo>
                  <a:lnTo>
                    <a:pt x="1117813" y="773129"/>
                  </a:lnTo>
                  <a:lnTo>
                    <a:pt x="1138904" y="779860"/>
                  </a:lnTo>
                  <a:lnTo>
                    <a:pt x="1159995" y="782301"/>
                  </a:lnTo>
                  <a:lnTo>
                    <a:pt x="1181086" y="780624"/>
                  </a:lnTo>
                  <a:lnTo>
                    <a:pt x="1202177" y="774999"/>
                  </a:lnTo>
                  <a:lnTo>
                    <a:pt x="1223268" y="765599"/>
                  </a:lnTo>
                  <a:lnTo>
                    <a:pt x="1244358" y="752595"/>
                  </a:lnTo>
                  <a:lnTo>
                    <a:pt x="1265449" y="736159"/>
                  </a:lnTo>
                  <a:lnTo>
                    <a:pt x="1286540" y="716463"/>
                  </a:lnTo>
                  <a:lnTo>
                    <a:pt x="1307631" y="693677"/>
                  </a:lnTo>
                  <a:lnTo>
                    <a:pt x="1328722" y="667974"/>
                  </a:lnTo>
                  <a:lnTo>
                    <a:pt x="1349813" y="639526"/>
                  </a:lnTo>
                  <a:lnTo>
                    <a:pt x="1370903" y="608503"/>
                  </a:lnTo>
                  <a:lnTo>
                    <a:pt x="1391994" y="575078"/>
                  </a:lnTo>
                  <a:lnTo>
                    <a:pt x="1413085" y="539421"/>
                  </a:lnTo>
                  <a:lnTo>
                    <a:pt x="1434176" y="501706"/>
                  </a:lnTo>
                  <a:lnTo>
                    <a:pt x="1455267" y="462102"/>
                  </a:lnTo>
                  <a:lnTo>
                    <a:pt x="1476358" y="420783"/>
                  </a:lnTo>
                  <a:lnTo>
                    <a:pt x="1497448" y="377919"/>
                  </a:lnTo>
                  <a:lnTo>
                    <a:pt x="1518539" y="333682"/>
                  </a:lnTo>
                  <a:lnTo>
                    <a:pt x="1539630" y="288244"/>
                  </a:lnTo>
                  <a:lnTo>
                    <a:pt x="1560721" y="241777"/>
                  </a:lnTo>
                  <a:lnTo>
                    <a:pt x="1581812" y="194451"/>
                  </a:lnTo>
                  <a:lnTo>
                    <a:pt x="1602903" y="146439"/>
                  </a:lnTo>
                  <a:lnTo>
                    <a:pt x="1623993" y="97912"/>
                  </a:lnTo>
                  <a:lnTo>
                    <a:pt x="1645084" y="49041"/>
                  </a:lnTo>
                  <a:lnTo>
                    <a:pt x="1666175" y="0"/>
                  </a:lnTo>
                </a:path>
              </a:pathLst>
            </a:custGeom>
            <a:ln w="1897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5" name="rc39865"/>
            <p:cNvSpPr/>
            <p:nvPr/>
          </p:nvSpPr>
          <p:spPr>
            <a:xfrm>
              <a:off x="8237677" y="1064445"/>
              <a:ext cx="1832793" cy="2147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866" name="pl39866"/>
            <p:cNvSpPr/>
            <p:nvPr/>
          </p:nvSpPr>
          <p:spPr>
            <a:xfrm>
              <a:off x="8237677" y="3157601"/>
              <a:ext cx="1832793" cy="0"/>
            </a:xfrm>
            <a:custGeom>
              <a:avLst/>
              <a:pathLst>
                <a:path w="1832793" h="0">
                  <a:moveTo>
                    <a:pt x="0" y="0"/>
                  </a:moveTo>
                  <a:lnTo>
                    <a:pt x="1832793" y="0"/>
                  </a:lnTo>
                  <a:lnTo>
                    <a:pt x="18327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7" name="pl39867"/>
            <p:cNvSpPr/>
            <p:nvPr/>
          </p:nvSpPr>
          <p:spPr>
            <a:xfrm>
              <a:off x="8237677" y="2637874"/>
              <a:ext cx="1832793" cy="0"/>
            </a:xfrm>
            <a:custGeom>
              <a:avLst/>
              <a:pathLst>
                <a:path w="1832793" h="0">
                  <a:moveTo>
                    <a:pt x="0" y="0"/>
                  </a:moveTo>
                  <a:lnTo>
                    <a:pt x="1832793" y="0"/>
                  </a:lnTo>
                  <a:lnTo>
                    <a:pt x="18327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8" name="pl39868"/>
            <p:cNvSpPr/>
            <p:nvPr/>
          </p:nvSpPr>
          <p:spPr>
            <a:xfrm>
              <a:off x="8237677" y="2118147"/>
              <a:ext cx="1832793" cy="0"/>
            </a:xfrm>
            <a:custGeom>
              <a:avLst/>
              <a:pathLst>
                <a:path w="1832793" h="0">
                  <a:moveTo>
                    <a:pt x="0" y="0"/>
                  </a:moveTo>
                  <a:lnTo>
                    <a:pt x="1832793" y="0"/>
                  </a:lnTo>
                  <a:lnTo>
                    <a:pt x="18327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9" name="pl39869"/>
            <p:cNvSpPr/>
            <p:nvPr/>
          </p:nvSpPr>
          <p:spPr>
            <a:xfrm>
              <a:off x="8237677" y="1598420"/>
              <a:ext cx="1832793" cy="0"/>
            </a:xfrm>
            <a:custGeom>
              <a:avLst/>
              <a:pathLst>
                <a:path w="1832793" h="0">
                  <a:moveTo>
                    <a:pt x="0" y="0"/>
                  </a:moveTo>
                  <a:lnTo>
                    <a:pt x="1832793" y="0"/>
                  </a:lnTo>
                  <a:lnTo>
                    <a:pt x="18327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0" name="pl39870"/>
            <p:cNvSpPr/>
            <p:nvPr/>
          </p:nvSpPr>
          <p:spPr>
            <a:xfrm>
              <a:off x="8237677" y="1078693"/>
              <a:ext cx="1832793" cy="0"/>
            </a:xfrm>
            <a:custGeom>
              <a:avLst/>
              <a:pathLst>
                <a:path w="1832793" h="0">
                  <a:moveTo>
                    <a:pt x="0" y="0"/>
                  </a:moveTo>
                  <a:lnTo>
                    <a:pt x="1832793" y="0"/>
                  </a:lnTo>
                  <a:lnTo>
                    <a:pt x="18327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1" name="pl39871"/>
            <p:cNvSpPr/>
            <p:nvPr/>
          </p:nvSpPr>
          <p:spPr>
            <a:xfrm>
              <a:off x="8237677" y="2118147"/>
              <a:ext cx="1832793" cy="0"/>
            </a:xfrm>
            <a:custGeom>
              <a:avLst/>
              <a:pathLst>
                <a:path w="1832793" h="0">
                  <a:moveTo>
                    <a:pt x="0" y="0"/>
                  </a:moveTo>
                  <a:lnTo>
                    <a:pt x="1832793" y="0"/>
                  </a:lnTo>
                  <a:lnTo>
                    <a:pt x="1832793" y="0"/>
                  </a:lnTo>
                </a:path>
              </a:pathLst>
            </a:custGeom>
            <a:ln w="813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2" name="pt39872"/>
            <p:cNvSpPr/>
            <p:nvPr/>
          </p:nvSpPr>
          <p:spPr>
            <a:xfrm>
              <a:off x="8893328" y="15409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3" name="pt39873"/>
            <p:cNvSpPr/>
            <p:nvPr/>
          </p:nvSpPr>
          <p:spPr>
            <a:xfrm>
              <a:off x="8500809" y="26585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4" name="pt39874"/>
            <p:cNvSpPr/>
            <p:nvPr/>
          </p:nvSpPr>
          <p:spPr>
            <a:xfrm>
              <a:off x="8431181" y="24678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5" name="pt39875"/>
            <p:cNvSpPr/>
            <p:nvPr/>
          </p:nvSpPr>
          <p:spPr>
            <a:xfrm>
              <a:off x="8907297" y="22466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6" name="pt39876"/>
            <p:cNvSpPr/>
            <p:nvPr/>
          </p:nvSpPr>
          <p:spPr>
            <a:xfrm>
              <a:off x="9034193" y="17415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7" name="pt39877"/>
            <p:cNvSpPr/>
            <p:nvPr/>
          </p:nvSpPr>
          <p:spPr>
            <a:xfrm>
              <a:off x="8887406" y="19368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8" name="pt39878"/>
            <p:cNvSpPr/>
            <p:nvPr/>
          </p:nvSpPr>
          <p:spPr>
            <a:xfrm>
              <a:off x="9226651" y="21917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9" name="pt39879"/>
            <p:cNvSpPr/>
            <p:nvPr/>
          </p:nvSpPr>
          <p:spPr>
            <a:xfrm>
              <a:off x="8669239" y="22697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0" name="pt39880"/>
            <p:cNvSpPr/>
            <p:nvPr/>
          </p:nvSpPr>
          <p:spPr>
            <a:xfrm>
              <a:off x="8857896" y="19577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1" name="pt39881"/>
            <p:cNvSpPr/>
            <p:nvPr/>
          </p:nvSpPr>
          <p:spPr>
            <a:xfrm>
              <a:off x="9174300" y="1921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2" name="pt39882"/>
            <p:cNvSpPr/>
            <p:nvPr/>
          </p:nvSpPr>
          <p:spPr>
            <a:xfrm>
              <a:off x="8934533" y="19288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3" name="pt39883"/>
            <p:cNvSpPr/>
            <p:nvPr/>
          </p:nvSpPr>
          <p:spPr>
            <a:xfrm>
              <a:off x="9074042" y="21473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4" name="pt39884"/>
            <p:cNvSpPr/>
            <p:nvPr/>
          </p:nvSpPr>
          <p:spPr>
            <a:xfrm>
              <a:off x="9507319" y="22045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5" name="pt39885"/>
            <p:cNvSpPr/>
            <p:nvPr/>
          </p:nvSpPr>
          <p:spPr>
            <a:xfrm>
              <a:off x="8469500" y="23537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6" name="pt39886"/>
            <p:cNvSpPr/>
            <p:nvPr/>
          </p:nvSpPr>
          <p:spPr>
            <a:xfrm>
              <a:off x="8932228" y="19058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7" name="pt39887"/>
            <p:cNvSpPr/>
            <p:nvPr/>
          </p:nvSpPr>
          <p:spPr>
            <a:xfrm>
              <a:off x="8500809" y="24503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8" name="pt39888"/>
            <p:cNvSpPr/>
            <p:nvPr/>
          </p:nvSpPr>
          <p:spPr>
            <a:xfrm>
              <a:off x="8646309" y="24377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9" name="pt39889"/>
            <p:cNvSpPr/>
            <p:nvPr/>
          </p:nvSpPr>
          <p:spPr>
            <a:xfrm>
              <a:off x="9044150" y="16937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0" name="pt39890"/>
            <p:cNvSpPr/>
            <p:nvPr/>
          </p:nvSpPr>
          <p:spPr>
            <a:xfrm>
              <a:off x="9046552" y="18608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1" name="pt39891"/>
            <p:cNvSpPr/>
            <p:nvPr/>
          </p:nvSpPr>
          <p:spPr>
            <a:xfrm>
              <a:off x="9193072" y="22270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2" name="pt39892"/>
            <p:cNvSpPr/>
            <p:nvPr/>
          </p:nvSpPr>
          <p:spPr>
            <a:xfrm>
              <a:off x="8312152" y="25240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3" name="pt39893"/>
            <p:cNvSpPr/>
            <p:nvPr/>
          </p:nvSpPr>
          <p:spPr>
            <a:xfrm>
              <a:off x="9525110" y="18769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4" name="pt39894"/>
            <p:cNvSpPr/>
            <p:nvPr/>
          </p:nvSpPr>
          <p:spPr>
            <a:xfrm>
              <a:off x="9316366" y="21579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5" name="pt39895"/>
            <p:cNvSpPr/>
            <p:nvPr/>
          </p:nvSpPr>
          <p:spPr>
            <a:xfrm>
              <a:off x="9326470" y="22082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6" name="pt39896"/>
            <p:cNvSpPr/>
            <p:nvPr/>
          </p:nvSpPr>
          <p:spPr>
            <a:xfrm>
              <a:off x="9146692" y="21860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7" name="pt39897"/>
            <p:cNvSpPr/>
            <p:nvPr/>
          </p:nvSpPr>
          <p:spPr>
            <a:xfrm>
              <a:off x="9052414" y="21093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8" name="pt39898"/>
            <p:cNvSpPr/>
            <p:nvPr/>
          </p:nvSpPr>
          <p:spPr>
            <a:xfrm>
              <a:off x="9436013" y="22177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9" name="pt39899"/>
            <p:cNvSpPr/>
            <p:nvPr/>
          </p:nvSpPr>
          <p:spPr>
            <a:xfrm>
              <a:off x="9007935" y="19561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0" name="pt39900"/>
            <p:cNvSpPr/>
            <p:nvPr/>
          </p:nvSpPr>
          <p:spPr>
            <a:xfrm>
              <a:off x="8633583" y="23565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1" name="pt39901"/>
            <p:cNvSpPr/>
            <p:nvPr/>
          </p:nvSpPr>
          <p:spPr>
            <a:xfrm>
              <a:off x="9097733" y="17024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2" name="pt39902"/>
            <p:cNvSpPr/>
            <p:nvPr/>
          </p:nvSpPr>
          <p:spPr>
            <a:xfrm>
              <a:off x="8312152" y="2556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3" name="pt39903"/>
            <p:cNvSpPr/>
            <p:nvPr/>
          </p:nvSpPr>
          <p:spPr>
            <a:xfrm>
              <a:off x="8826587" y="23408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4" name="pt39904"/>
            <p:cNvSpPr/>
            <p:nvPr/>
          </p:nvSpPr>
          <p:spPr>
            <a:xfrm>
              <a:off x="8922686" y="18535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5" name="pt39905"/>
            <p:cNvSpPr/>
            <p:nvPr/>
          </p:nvSpPr>
          <p:spPr>
            <a:xfrm>
              <a:off x="9181514" y="22020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6" name="pt39906"/>
            <p:cNvSpPr/>
            <p:nvPr/>
          </p:nvSpPr>
          <p:spPr>
            <a:xfrm>
              <a:off x="8588529" y="22175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7" name="pt39907"/>
            <p:cNvSpPr/>
            <p:nvPr/>
          </p:nvSpPr>
          <p:spPr>
            <a:xfrm>
              <a:off x="8965842" y="22851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8" name="pt39908"/>
            <p:cNvSpPr/>
            <p:nvPr/>
          </p:nvSpPr>
          <p:spPr>
            <a:xfrm>
              <a:off x="9576430" y="19595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9" name="pt39909"/>
            <p:cNvSpPr/>
            <p:nvPr/>
          </p:nvSpPr>
          <p:spPr>
            <a:xfrm>
              <a:off x="9076063" y="1948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0" name="pt39910"/>
            <p:cNvSpPr/>
            <p:nvPr/>
          </p:nvSpPr>
          <p:spPr>
            <a:xfrm>
              <a:off x="8884367" y="20215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1" name="pt39911"/>
            <p:cNvSpPr/>
            <p:nvPr/>
          </p:nvSpPr>
          <p:spPr>
            <a:xfrm>
              <a:off x="9425448" y="1961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2" name="pt39912"/>
            <p:cNvSpPr/>
            <p:nvPr/>
          </p:nvSpPr>
          <p:spPr>
            <a:xfrm>
              <a:off x="8793552" y="20549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3" name="pt39913"/>
            <p:cNvSpPr/>
            <p:nvPr/>
          </p:nvSpPr>
          <p:spPr>
            <a:xfrm>
              <a:off x="9102103" y="21087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4" name="pt39914"/>
            <p:cNvSpPr/>
            <p:nvPr/>
          </p:nvSpPr>
          <p:spPr>
            <a:xfrm>
              <a:off x="8646309" y="24565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5" name="pt39915"/>
            <p:cNvSpPr/>
            <p:nvPr/>
          </p:nvSpPr>
          <p:spPr>
            <a:xfrm>
              <a:off x="8850587" y="21332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6" name="pt39916"/>
            <p:cNvSpPr/>
            <p:nvPr/>
          </p:nvSpPr>
          <p:spPr>
            <a:xfrm>
              <a:off x="8738867" y="19696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7" name="pt39917"/>
            <p:cNvSpPr/>
            <p:nvPr/>
          </p:nvSpPr>
          <p:spPr>
            <a:xfrm>
              <a:off x="8922686" y="18317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8" name="pt39918"/>
            <p:cNvSpPr/>
            <p:nvPr/>
          </p:nvSpPr>
          <p:spPr>
            <a:xfrm>
              <a:off x="8588529" y="22377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9" name="pt39919"/>
            <p:cNvSpPr/>
            <p:nvPr/>
          </p:nvSpPr>
          <p:spPr>
            <a:xfrm>
              <a:off x="9304571" y="21966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0" name="pt39920"/>
            <p:cNvSpPr/>
            <p:nvPr/>
          </p:nvSpPr>
          <p:spPr>
            <a:xfrm>
              <a:off x="9274162" y="19048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1" name="pt39921"/>
            <p:cNvSpPr/>
            <p:nvPr/>
          </p:nvSpPr>
          <p:spPr>
            <a:xfrm>
              <a:off x="8965842" y="23091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2" name="pt39922"/>
            <p:cNvSpPr/>
            <p:nvPr/>
          </p:nvSpPr>
          <p:spPr>
            <a:xfrm>
              <a:off x="9195593" y="2244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3" name="pt39923"/>
            <p:cNvSpPr/>
            <p:nvPr/>
          </p:nvSpPr>
          <p:spPr>
            <a:xfrm>
              <a:off x="8887406" y="14758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4" name="pt39924"/>
            <p:cNvSpPr/>
            <p:nvPr/>
          </p:nvSpPr>
          <p:spPr>
            <a:xfrm>
              <a:off x="8570436" y="24002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5" name="pt39925"/>
            <p:cNvSpPr/>
            <p:nvPr/>
          </p:nvSpPr>
          <p:spPr>
            <a:xfrm>
              <a:off x="8381780" y="24611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6" name="pt39926"/>
            <p:cNvSpPr/>
            <p:nvPr/>
          </p:nvSpPr>
          <p:spPr>
            <a:xfrm>
              <a:off x="8500809" y="25774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7" name="pt39927"/>
            <p:cNvSpPr/>
            <p:nvPr/>
          </p:nvSpPr>
          <p:spPr>
            <a:xfrm>
              <a:off x="9278233" y="1810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8" name="pt39928"/>
            <p:cNvSpPr/>
            <p:nvPr/>
          </p:nvSpPr>
          <p:spPr>
            <a:xfrm>
              <a:off x="9750516" y="24113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9" name="pt39929"/>
            <p:cNvSpPr/>
            <p:nvPr/>
          </p:nvSpPr>
          <p:spPr>
            <a:xfrm>
              <a:off x="8947749" y="20157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0" name="pt39930"/>
            <p:cNvSpPr/>
            <p:nvPr/>
          </p:nvSpPr>
          <p:spPr>
            <a:xfrm>
              <a:off x="9874745" y="26537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1" name="pt39931"/>
            <p:cNvSpPr/>
            <p:nvPr/>
          </p:nvSpPr>
          <p:spPr>
            <a:xfrm>
              <a:off x="8777185" y="2443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2" name="pt39932"/>
            <p:cNvSpPr/>
            <p:nvPr/>
          </p:nvSpPr>
          <p:spPr>
            <a:xfrm>
              <a:off x="8431181" y="24068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3" name="pt39933"/>
            <p:cNvSpPr/>
            <p:nvPr/>
          </p:nvSpPr>
          <p:spPr>
            <a:xfrm>
              <a:off x="8527280" y="26004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4" name="pt39934"/>
            <p:cNvSpPr/>
            <p:nvPr/>
          </p:nvSpPr>
          <p:spPr>
            <a:xfrm>
              <a:off x="8658156" y="23120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5" name="pt39935"/>
            <p:cNvSpPr/>
            <p:nvPr/>
          </p:nvSpPr>
          <p:spPr>
            <a:xfrm>
              <a:off x="9466476" y="22678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6" name="pt39936"/>
            <p:cNvSpPr/>
            <p:nvPr/>
          </p:nvSpPr>
          <p:spPr>
            <a:xfrm>
              <a:off x="8500809" y="25654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7" name="pt39937"/>
            <p:cNvSpPr/>
            <p:nvPr/>
          </p:nvSpPr>
          <p:spPr>
            <a:xfrm>
              <a:off x="9352440" y="21869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8" name="pt39938"/>
            <p:cNvSpPr/>
            <p:nvPr/>
          </p:nvSpPr>
          <p:spPr>
            <a:xfrm>
              <a:off x="9525110" y="18802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9" name="pt39939"/>
            <p:cNvSpPr/>
            <p:nvPr/>
          </p:nvSpPr>
          <p:spPr>
            <a:xfrm>
              <a:off x="8381780" y="23330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0" name="pt39940"/>
            <p:cNvSpPr/>
            <p:nvPr/>
          </p:nvSpPr>
          <p:spPr>
            <a:xfrm>
              <a:off x="8312152" y="24116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1" name="pt39941"/>
            <p:cNvSpPr/>
            <p:nvPr/>
          </p:nvSpPr>
          <p:spPr>
            <a:xfrm>
              <a:off x="8570436" y="23617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2" name="pt39942"/>
            <p:cNvSpPr/>
            <p:nvPr/>
          </p:nvSpPr>
          <p:spPr>
            <a:xfrm>
              <a:off x="8669239" y="23954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3" name="pt39943"/>
            <p:cNvSpPr/>
            <p:nvPr/>
          </p:nvSpPr>
          <p:spPr>
            <a:xfrm>
              <a:off x="8604896" y="23904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4" name="pt39944"/>
            <p:cNvSpPr/>
            <p:nvPr/>
          </p:nvSpPr>
          <p:spPr>
            <a:xfrm>
              <a:off x="9179876" y="19219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5" name="pt39945"/>
            <p:cNvSpPr/>
            <p:nvPr/>
          </p:nvSpPr>
          <p:spPr>
            <a:xfrm>
              <a:off x="8922686" y="20031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6" name="pt39946"/>
            <p:cNvSpPr/>
            <p:nvPr/>
          </p:nvSpPr>
          <p:spPr>
            <a:xfrm>
              <a:off x="8469500" y="22509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7" name="pt39947"/>
            <p:cNvSpPr/>
            <p:nvPr/>
          </p:nvSpPr>
          <p:spPr>
            <a:xfrm>
              <a:off x="8500809" y="25701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8" name="pt39948"/>
            <p:cNvSpPr/>
            <p:nvPr/>
          </p:nvSpPr>
          <p:spPr>
            <a:xfrm>
              <a:off x="8550210" y="24421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9" name="pt39949"/>
            <p:cNvSpPr/>
            <p:nvPr/>
          </p:nvSpPr>
          <p:spPr>
            <a:xfrm>
              <a:off x="8782816" y="21492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0" name="pt39950"/>
            <p:cNvSpPr/>
            <p:nvPr/>
          </p:nvSpPr>
          <p:spPr>
            <a:xfrm>
              <a:off x="8961983" y="22732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1" name="pt39951"/>
            <p:cNvSpPr/>
            <p:nvPr/>
          </p:nvSpPr>
          <p:spPr>
            <a:xfrm>
              <a:off x="8771364" y="23043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2" name="pt39952"/>
            <p:cNvSpPr/>
            <p:nvPr/>
          </p:nvSpPr>
          <p:spPr>
            <a:xfrm>
              <a:off x="9010896" y="17097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3" name="pt39953"/>
            <p:cNvSpPr/>
            <p:nvPr/>
          </p:nvSpPr>
          <p:spPr>
            <a:xfrm>
              <a:off x="8765338" y="20038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4" name="pt39954"/>
            <p:cNvSpPr/>
            <p:nvPr/>
          </p:nvSpPr>
          <p:spPr>
            <a:xfrm>
              <a:off x="9326470" y="22147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5" name="pt39955"/>
            <p:cNvSpPr/>
            <p:nvPr/>
          </p:nvSpPr>
          <p:spPr>
            <a:xfrm>
              <a:off x="9304571" y="21410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6" name="pt39956"/>
            <p:cNvSpPr/>
            <p:nvPr/>
          </p:nvSpPr>
          <p:spPr>
            <a:xfrm>
              <a:off x="8798679" y="22773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7" name="pt39957"/>
            <p:cNvSpPr/>
            <p:nvPr/>
          </p:nvSpPr>
          <p:spPr>
            <a:xfrm>
              <a:off x="9427665" y="18770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8" name="pt39958"/>
            <p:cNvSpPr/>
            <p:nvPr/>
          </p:nvSpPr>
          <p:spPr>
            <a:xfrm>
              <a:off x="8846813" y="21622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9" name="pt39959"/>
            <p:cNvSpPr/>
            <p:nvPr/>
          </p:nvSpPr>
          <p:spPr>
            <a:xfrm>
              <a:off x="8961983" y="22486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0" name="pt39960"/>
            <p:cNvSpPr/>
            <p:nvPr/>
          </p:nvSpPr>
          <p:spPr>
            <a:xfrm>
              <a:off x="9042937" y="17673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1" name="pt39961"/>
            <p:cNvSpPr/>
            <p:nvPr/>
          </p:nvSpPr>
          <p:spPr>
            <a:xfrm>
              <a:off x="9184210" y="21596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2" name="pt39962"/>
            <p:cNvSpPr/>
            <p:nvPr/>
          </p:nvSpPr>
          <p:spPr>
            <a:xfrm>
              <a:off x="8723925" y="23232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3" name="pt39963"/>
            <p:cNvSpPr/>
            <p:nvPr/>
          </p:nvSpPr>
          <p:spPr>
            <a:xfrm>
              <a:off x="8646309" y="24734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4" name="pt39964"/>
            <p:cNvSpPr/>
            <p:nvPr/>
          </p:nvSpPr>
          <p:spPr>
            <a:xfrm>
              <a:off x="8550210" y="26167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5" name="pt39965"/>
            <p:cNvSpPr/>
            <p:nvPr/>
          </p:nvSpPr>
          <p:spPr>
            <a:xfrm>
              <a:off x="8927523" y="18510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6" name="pt39966"/>
            <p:cNvSpPr/>
            <p:nvPr/>
          </p:nvSpPr>
          <p:spPr>
            <a:xfrm>
              <a:off x="8922686" y="19129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7" name="pt39967"/>
            <p:cNvSpPr/>
            <p:nvPr/>
          </p:nvSpPr>
          <p:spPr>
            <a:xfrm>
              <a:off x="9187914" y="22851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8" name="pt39968"/>
            <p:cNvSpPr/>
            <p:nvPr/>
          </p:nvSpPr>
          <p:spPr>
            <a:xfrm>
              <a:off x="9222422" y="19757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9" name="pt39969"/>
            <p:cNvSpPr/>
            <p:nvPr/>
          </p:nvSpPr>
          <p:spPr>
            <a:xfrm>
              <a:off x="8679650" y="24538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0" name="pt39970"/>
            <p:cNvSpPr/>
            <p:nvPr/>
          </p:nvSpPr>
          <p:spPr>
            <a:xfrm>
              <a:off x="8899053" y="21384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1" name="pt39971"/>
            <p:cNvSpPr/>
            <p:nvPr/>
          </p:nvSpPr>
          <p:spPr>
            <a:xfrm>
              <a:off x="8570436" y="2428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2" name="pt39972"/>
            <p:cNvSpPr/>
            <p:nvPr/>
          </p:nvSpPr>
          <p:spPr>
            <a:xfrm>
              <a:off x="9715521" y="24183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3" name="pt39973"/>
            <p:cNvSpPr/>
            <p:nvPr/>
          </p:nvSpPr>
          <p:spPr>
            <a:xfrm>
              <a:off x="9528241" y="19416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4" name="pt39974"/>
            <p:cNvSpPr/>
            <p:nvPr/>
          </p:nvSpPr>
          <p:spPr>
            <a:xfrm>
              <a:off x="9564411" y="20375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5" name="pt39975"/>
            <p:cNvSpPr/>
            <p:nvPr/>
          </p:nvSpPr>
          <p:spPr>
            <a:xfrm>
              <a:off x="8861436" y="19160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6" name="pt39976"/>
            <p:cNvSpPr/>
            <p:nvPr/>
          </p:nvSpPr>
          <p:spPr>
            <a:xfrm>
              <a:off x="9226651" y="19963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7" name="pt39977"/>
            <p:cNvSpPr/>
            <p:nvPr/>
          </p:nvSpPr>
          <p:spPr>
            <a:xfrm>
              <a:off x="8963923" y="22403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8" name="pt39978"/>
            <p:cNvSpPr/>
            <p:nvPr/>
          </p:nvSpPr>
          <p:spPr>
            <a:xfrm>
              <a:off x="8588529" y="23023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9" name="pt39979"/>
            <p:cNvSpPr/>
            <p:nvPr/>
          </p:nvSpPr>
          <p:spPr>
            <a:xfrm>
              <a:off x="9522221" y="1940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0" name="pt39980"/>
            <p:cNvSpPr/>
            <p:nvPr/>
          </p:nvSpPr>
          <p:spPr>
            <a:xfrm>
              <a:off x="9058082" y="19689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1" name="pt39981"/>
            <p:cNvSpPr/>
            <p:nvPr/>
          </p:nvSpPr>
          <p:spPr>
            <a:xfrm>
              <a:off x="9495513" y="23393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2" name="pt39982"/>
            <p:cNvSpPr/>
            <p:nvPr/>
          </p:nvSpPr>
          <p:spPr>
            <a:xfrm>
              <a:off x="8929892" y="18342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3" name="pt39983"/>
            <p:cNvSpPr/>
            <p:nvPr/>
          </p:nvSpPr>
          <p:spPr>
            <a:xfrm>
              <a:off x="9581160" y="22641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4" name="pt39984"/>
            <p:cNvSpPr/>
            <p:nvPr/>
          </p:nvSpPr>
          <p:spPr>
            <a:xfrm>
              <a:off x="8312152" y="23077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5" name="pt39985"/>
            <p:cNvSpPr/>
            <p:nvPr/>
          </p:nvSpPr>
          <p:spPr>
            <a:xfrm>
              <a:off x="8381780" y="24489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6" name="pt39986"/>
            <p:cNvSpPr/>
            <p:nvPr/>
          </p:nvSpPr>
          <p:spPr>
            <a:xfrm>
              <a:off x="9048921" y="22266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7" name="pt39987"/>
            <p:cNvSpPr/>
            <p:nvPr/>
          </p:nvSpPr>
          <p:spPr>
            <a:xfrm>
              <a:off x="9044150" y="1754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8" name="pt39988"/>
            <p:cNvSpPr/>
            <p:nvPr/>
          </p:nvSpPr>
          <p:spPr>
            <a:xfrm>
              <a:off x="9193072" y="22462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9" name="pt39989"/>
            <p:cNvSpPr/>
            <p:nvPr/>
          </p:nvSpPr>
          <p:spPr>
            <a:xfrm>
              <a:off x="8830827" y="1963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0" name="pt39990"/>
            <p:cNvSpPr/>
            <p:nvPr/>
          </p:nvSpPr>
          <p:spPr>
            <a:xfrm>
              <a:off x="9756959" y="20872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1" name="pt39991"/>
            <p:cNvSpPr/>
            <p:nvPr/>
          </p:nvSpPr>
          <p:spPr>
            <a:xfrm>
              <a:off x="8588529" y="21400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2" name="pt39992"/>
            <p:cNvSpPr/>
            <p:nvPr/>
          </p:nvSpPr>
          <p:spPr>
            <a:xfrm>
              <a:off x="8431181" y="25679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3" name="pt39993"/>
            <p:cNvSpPr/>
            <p:nvPr/>
          </p:nvSpPr>
          <p:spPr>
            <a:xfrm>
              <a:off x="9196093" y="22902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4" name="pt39994"/>
            <p:cNvSpPr/>
            <p:nvPr/>
          </p:nvSpPr>
          <p:spPr>
            <a:xfrm>
              <a:off x="9044150" y="17606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5" name="pt39995"/>
            <p:cNvSpPr/>
            <p:nvPr/>
          </p:nvSpPr>
          <p:spPr>
            <a:xfrm>
              <a:off x="8570436" y="25334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6" name="pt39996"/>
            <p:cNvSpPr/>
            <p:nvPr/>
          </p:nvSpPr>
          <p:spPr>
            <a:xfrm>
              <a:off x="9007935" y="21351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7" name="pt39997"/>
            <p:cNvSpPr/>
            <p:nvPr/>
          </p:nvSpPr>
          <p:spPr>
            <a:xfrm>
              <a:off x="8469500" y="23456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8" name="pt39998"/>
            <p:cNvSpPr/>
            <p:nvPr/>
          </p:nvSpPr>
          <p:spPr>
            <a:xfrm>
              <a:off x="8469500" y="22729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9" name="pt39999"/>
            <p:cNvSpPr/>
            <p:nvPr/>
          </p:nvSpPr>
          <p:spPr>
            <a:xfrm>
              <a:off x="8312152" y="24376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0" name="pt40000"/>
            <p:cNvSpPr/>
            <p:nvPr/>
          </p:nvSpPr>
          <p:spPr>
            <a:xfrm>
              <a:off x="8993941" y="20219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1" name="pt40001"/>
            <p:cNvSpPr/>
            <p:nvPr/>
          </p:nvSpPr>
          <p:spPr>
            <a:xfrm>
              <a:off x="8945616" y="21270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2" name="pt40002"/>
            <p:cNvSpPr/>
            <p:nvPr/>
          </p:nvSpPr>
          <p:spPr>
            <a:xfrm>
              <a:off x="9184210" y="2259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3" name="pt40003"/>
            <p:cNvSpPr/>
            <p:nvPr/>
          </p:nvSpPr>
          <p:spPr>
            <a:xfrm>
              <a:off x="8431181" y="23718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4" name="pt40004"/>
            <p:cNvSpPr/>
            <p:nvPr/>
          </p:nvSpPr>
          <p:spPr>
            <a:xfrm>
              <a:off x="8381780" y="24272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5" name="pt40005"/>
            <p:cNvSpPr/>
            <p:nvPr/>
          </p:nvSpPr>
          <p:spPr>
            <a:xfrm>
              <a:off x="8830827" y="20178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6" name="pt40006"/>
            <p:cNvSpPr/>
            <p:nvPr/>
          </p:nvSpPr>
          <p:spPr>
            <a:xfrm>
              <a:off x="8431181" y="24642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7" name="pt40007"/>
            <p:cNvSpPr/>
            <p:nvPr/>
          </p:nvSpPr>
          <p:spPr>
            <a:xfrm>
              <a:off x="8899053" y="23725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8" name="pt40008"/>
            <p:cNvSpPr/>
            <p:nvPr/>
          </p:nvSpPr>
          <p:spPr>
            <a:xfrm>
              <a:off x="8633583" y="21193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9" name="pt40009"/>
            <p:cNvSpPr/>
            <p:nvPr/>
          </p:nvSpPr>
          <p:spPr>
            <a:xfrm>
              <a:off x="8588529" y="22556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0" name="pt40010"/>
            <p:cNvSpPr/>
            <p:nvPr/>
          </p:nvSpPr>
          <p:spPr>
            <a:xfrm>
              <a:off x="8881273" y="21283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1" name="pt40011"/>
            <p:cNvSpPr/>
            <p:nvPr/>
          </p:nvSpPr>
          <p:spPr>
            <a:xfrm>
              <a:off x="8759093" y="20877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2" name="pt40012"/>
            <p:cNvSpPr/>
            <p:nvPr/>
          </p:nvSpPr>
          <p:spPr>
            <a:xfrm>
              <a:off x="9352841" y="21372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3" name="pt40013"/>
            <p:cNvSpPr/>
            <p:nvPr/>
          </p:nvSpPr>
          <p:spPr>
            <a:xfrm>
              <a:off x="8884367" y="2090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4" name="pt40014"/>
            <p:cNvSpPr/>
            <p:nvPr/>
          </p:nvSpPr>
          <p:spPr>
            <a:xfrm>
              <a:off x="9606545" y="23825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5" name="pt40015"/>
            <p:cNvSpPr/>
            <p:nvPr/>
          </p:nvSpPr>
          <p:spPr>
            <a:xfrm>
              <a:off x="8500809" y="2571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6" name="pt40016"/>
            <p:cNvSpPr/>
            <p:nvPr/>
          </p:nvSpPr>
          <p:spPr>
            <a:xfrm>
              <a:off x="8893328" y="21092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7" name="pt40017"/>
            <p:cNvSpPr/>
            <p:nvPr/>
          </p:nvSpPr>
          <p:spPr>
            <a:xfrm>
              <a:off x="8777185" y="22970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8" name="pt40018"/>
            <p:cNvSpPr/>
            <p:nvPr/>
          </p:nvSpPr>
          <p:spPr>
            <a:xfrm>
              <a:off x="8550210" y="25877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9" name="pt40019"/>
            <p:cNvSpPr/>
            <p:nvPr/>
          </p:nvSpPr>
          <p:spPr>
            <a:xfrm>
              <a:off x="8798679" y="23126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0" name="pt40020"/>
            <p:cNvSpPr/>
            <p:nvPr/>
          </p:nvSpPr>
          <p:spPr>
            <a:xfrm>
              <a:off x="9304571" y="21561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1" name="pt40021"/>
            <p:cNvSpPr/>
            <p:nvPr/>
          </p:nvSpPr>
          <p:spPr>
            <a:xfrm>
              <a:off x="9048921" y="22648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2" name="pt40022"/>
            <p:cNvSpPr/>
            <p:nvPr/>
          </p:nvSpPr>
          <p:spPr>
            <a:xfrm>
              <a:off x="8813199" y="21078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3" name="pt40023"/>
            <p:cNvSpPr/>
            <p:nvPr/>
          </p:nvSpPr>
          <p:spPr>
            <a:xfrm>
              <a:off x="8917708" y="21835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4" name="pt40024"/>
            <p:cNvSpPr/>
            <p:nvPr/>
          </p:nvSpPr>
          <p:spPr>
            <a:xfrm>
              <a:off x="8881273" y="22231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5" name="pt40025"/>
            <p:cNvSpPr/>
            <p:nvPr/>
          </p:nvSpPr>
          <p:spPr>
            <a:xfrm>
              <a:off x="9388372" y="20112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6" name="pt40026"/>
            <p:cNvSpPr/>
            <p:nvPr/>
          </p:nvSpPr>
          <p:spPr>
            <a:xfrm>
              <a:off x="8550210" y="25184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7" name="pt40027"/>
            <p:cNvSpPr/>
            <p:nvPr/>
          </p:nvSpPr>
          <p:spPr>
            <a:xfrm>
              <a:off x="9044150" y="17369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8" name="pt40028"/>
            <p:cNvSpPr/>
            <p:nvPr/>
          </p:nvSpPr>
          <p:spPr>
            <a:xfrm>
              <a:off x="8633583" y="21751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9" name="pt40029"/>
            <p:cNvSpPr/>
            <p:nvPr/>
          </p:nvSpPr>
          <p:spPr>
            <a:xfrm>
              <a:off x="8813199" y="20753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0" name="pt40030"/>
            <p:cNvSpPr/>
            <p:nvPr/>
          </p:nvSpPr>
          <p:spPr>
            <a:xfrm>
              <a:off x="8992313" y="1823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1" name="pt40031"/>
            <p:cNvSpPr/>
            <p:nvPr/>
          </p:nvSpPr>
          <p:spPr>
            <a:xfrm>
              <a:off x="8723925" y="21786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2" name="pt40032"/>
            <p:cNvSpPr/>
            <p:nvPr/>
          </p:nvSpPr>
          <p:spPr>
            <a:xfrm>
              <a:off x="8765338" y="22205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3" name="pt40033"/>
            <p:cNvSpPr/>
            <p:nvPr/>
          </p:nvSpPr>
          <p:spPr>
            <a:xfrm>
              <a:off x="8381780" y="23385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4" name="pt40034"/>
            <p:cNvSpPr/>
            <p:nvPr/>
          </p:nvSpPr>
          <p:spPr>
            <a:xfrm>
              <a:off x="8588529" y="22691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5" name="pt40035"/>
            <p:cNvSpPr/>
            <p:nvPr/>
          </p:nvSpPr>
          <p:spPr>
            <a:xfrm>
              <a:off x="8920215" y="21273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6" name="pt40036"/>
            <p:cNvSpPr/>
            <p:nvPr/>
          </p:nvSpPr>
          <p:spPr>
            <a:xfrm>
              <a:off x="8963923" y="22706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7" name="pt40037"/>
            <p:cNvSpPr/>
            <p:nvPr/>
          </p:nvSpPr>
          <p:spPr>
            <a:xfrm>
              <a:off x="9010896" y="15969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8" name="pt40038"/>
            <p:cNvSpPr/>
            <p:nvPr/>
          </p:nvSpPr>
          <p:spPr>
            <a:xfrm>
              <a:off x="9471970" y="23727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9" name="pt40039"/>
            <p:cNvSpPr/>
            <p:nvPr/>
          </p:nvSpPr>
          <p:spPr>
            <a:xfrm>
              <a:off x="8861436" y="21543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0" name="pt40040"/>
            <p:cNvSpPr/>
            <p:nvPr/>
          </p:nvSpPr>
          <p:spPr>
            <a:xfrm>
              <a:off x="8500809" y="26727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1" name="pt40041"/>
            <p:cNvSpPr/>
            <p:nvPr/>
          </p:nvSpPr>
          <p:spPr>
            <a:xfrm>
              <a:off x="9701667" y="23257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2" name="pt40042"/>
            <p:cNvSpPr/>
            <p:nvPr/>
          </p:nvSpPr>
          <p:spPr>
            <a:xfrm>
              <a:off x="8312152" y="22562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3" name="pt40043"/>
            <p:cNvSpPr/>
            <p:nvPr/>
          </p:nvSpPr>
          <p:spPr>
            <a:xfrm>
              <a:off x="9287859" y="19900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4" name="pt40044"/>
            <p:cNvSpPr/>
            <p:nvPr/>
          </p:nvSpPr>
          <p:spPr>
            <a:xfrm>
              <a:off x="9079049" y="2090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5" name="pt40045"/>
            <p:cNvSpPr/>
            <p:nvPr/>
          </p:nvSpPr>
          <p:spPr>
            <a:xfrm>
              <a:off x="8500809" y="25468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6" name="pt40046"/>
            <p:cNvSpPr/>
            <p:nvPr/>
          </p:nvSpPr>
          <p:spPr>
            <a:xfrm>
              <a:off x="8588529" y="2269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7" name="pt40047"/>
            <p:cNvSpPr/>
            <p:nvPr/>
          </p:nvSpPr>
          <p:spPr>
            <a:xfrm>
              <a:off x="8854280" y="20667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8" name="pt40048"/>
            <p:cNvSpPr/>
            <p:nvPr/>
          </p:nvSpPr>
          <p:spPr>
            <a:xfrm>
              <a:off x="8689465" y="25149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9" name="pt40049"/>
            <p:cNvSpPr/>
            <p:nvPr/>
          </p:nvSpPr>
          <p:spPr>
            <a:xfrm>
              <a:off x="9404531" y="18512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0" name="pt40050"/>
            <p:cNvSpPr/>
            <p:nvPr/>
          </p:nvSpPr>
          <p:spPr>
            <a:xfrm>
              <a:off x="9018082" y="14621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1" name="pt40051"/>
            <p:cNvSpPr/>
            <p:nvPr/>
          </p:nvSpPr>
          <p:spPr>
            <a:xfrm>
              <a:off x="8817779" y="20123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2" name="pt40052"/>
            <p:cNvSpPr/>
            <p:nvPr/>
          </p:nvSpPr>
          <p:spPr>
            <a:xfrm>
              <a:off x="9352440" y="20321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3" name="pt40053"/>
            <p:cNvSpPr/>
            <p:nvPr/>
          </p:nvSpPr>
          <p:spPr>
            <a:xfrm>
              <a:off x="9606545" y="24061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4" name="pt40054"/>
            <p:cNvSpPr/>
            <p:nvPr/>
          </p:nvSpPr>
          <p:spPr>
            <a:xfrm>
              <a:off x="9196592" y="22092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5" name="pt40055"/>
            <p:cNvSpPr/>
            <p:nvPr/>
          </p:nvSpPr>
          <p:spPr>
            <a:xfrm>
              <a:off x="9073023" y="18894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6" name="pt40056"/>
            <p:cNvSpPr/>
            <p:nvPr/>
          </p:nvSpPr>
          <p:spPr>
            <a:xfrm>
              <a:off x="8381780" y="2428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7" name="pt40057"/>
            <p:cNvSpPr/>
            <p:nvPr/>
          </p:nvSpPr>
          <p:spPr>
            <a:xfrm>
              <a:off x="8312152" y="24046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8" name="pt40058"/>
            <p:cNvSpPr/>
            <p:nvPr/>
          </p:nvSpPr>
          <p:spPr>
            <a:xfrm>
              <a:off x="8658156" y="23261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9" name="pt40059"/>
            <p:cNvSpPr/>
            <p:nvPr/>
          </p:nvSpPr>
          <p:spPr>
            <a:xfrm>
              <a:off x="9185276" y="22432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0" name="pt40060"/>
            <p:cNvSpPr/>
            <p:nvPr/>
          </p:nvSpPr>
          <p:spPr>
            <a:xfrm>
              <a:off x="9286390" y="20260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1" name="pt40061"/>
            <p:cNvSpPr/>
            <p:nvPr/>
          </p:nvSpPr>
          <p:spPr>
            <a:xfrm>
              <a:off x="9266385" y="1795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2" name="pt40062"/>
            <p:cNvSpPr/>
            <p:nvPr/>
          </p:nvSpPr>
          <p:spPr>
            <a:xfrm>
              <a:off x="8854280" y="19554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3" name="pt40063"/>
            <p:cNvSpPr/>
            <p:nvPr/>
          </p:nvSpPr>
          <p:spPr>
            <a:xfrm>
              <a:off x="9227900" y="21329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4" name="pt40064"/>
            <p:cNvSpPr/>
            <p:nvPr/>
          </p:nvSpPr>
          <p:spPr>
            <a:xfrm>
              <a:off x="8782816" y="21012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5" name="pt40065"/>
            <p:cNvSpPr/>
            <p:nvPr/>
          </p:nvSpPr>
          <p:spPr>
            <a:xfrm>
              <a:off x="9360483" y="20416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6" name="pt40066"/>
            <p:cNvSpPr/>
            <p:nvPr/>
          </p:nvSpPr>
          <p:spPr>
            <a:xfrm>
              <a:off x="9286979" y="19472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7" name="pt40067"/>
            <p:cNvSpPr/>
            <p:nvPr/>
          </p:nvSpPr>
          <p:spPr>
            <a:xfrm>
              <a:off x="8646309" y="24660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8" name="pt40068"/>
            <p:cNvSpPr/>
            <p:nvPr/>
          </p:nvSpPr>
          <p:spPr>
            <a:xfrm>
              <a:off x="9178222" y="20211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9" name="pt40069"/>
            <p:cNvSpPr/>
            <p:nvPr/>
          </p:nvSpPr>
          <p:spPr>
            <a:xfrm>
              <a:off x="8550210" y="24486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0" name="pt40070"/>
            <p:cNvSpPr/>
            <p:nvPr/>
          </p:nvSpPr>
          <p:spPr>
            <a:xfrm>
              <a:off x="8874912" y="22025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1" name="pt40071"/>
            <p:cNvSpPr/>
            <p:nvPr/>
          </p:nvSpPr>
          <p:spPr>
            <a:xfrm>
              <a:off x="8469500" y="23784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2" name="pt40072"/>
            <p:cNvSpPr/>
            <p:nvPr/>
          </p:nvSpPr>
          <p:spPr>
            <a:xfrm>
              <a:off x="8679650" y="2348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3" name="pt40073"/>
            <p:cNvSpPr/>
            <p:nvPr/>
          </p:nvSpPr>
          <p:spPr>
            <a:xfrm>
              <a:off x="8500809" y="26538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4" name="pt40074"/>
            <p:cNvSpPr/>
            <p:nvPr/>
          </p:nvSpPr>
          <p:spPr>
            <a:xfrm>
              <a:off x="9054703" y="2142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5" name="pt40075"/>
            <p:cNvSpPr/>
            <p:nvPr/>
          </p:nvSpPr>
          <p:spPr>
            <a:xfrm>
              <a:off x="8679650" y="2364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6" name="pt40076"/>
            <p:cNvSpPr/>
            <p:nvPr/>
          </p:nvSpPr>
          <p:spPr>
            <a:xfrm>
              <a:off x="9076063" y="19309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7" name="pt40077"/>
            <p:cNvSpPr/>
            <p:nvPr/>
          </p:nvSpPr>
          <p:spPr>
            <a:xfrm>
              <a:off x="8793552" y="23187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8" name="pt40078"/>
            <p:cNvSpPr/>
            <p:nvPr/>
          </p:nvSpPr>
          <p:spPr>
            <a:xfrm>
              <a:off x="8941268" y="19081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9" name="pt40079"/>
            <p:cNvSpPr/>
            <p:nvPr/>
          </p:nvSpPr>
          <p:spPr>
            <a:xfrm>
              <a:off x="9275425" y="20088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0" name="pt40080"/>
            <p:cNvSpPr/>
            <p:nvPr/>
          </p:nvSpPr>
          <p:spPr>
            <a:xfrm>
              <a:off x="8604896" y="23555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1" name="pt40081"/>
            <p:cNvSpPr/>
            <p:nvPr/>
          </p:nvSpPr>
          <p:spPr>
            <a:xfrm>
              <a:off x="8971473" y="22130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2" name="pt40082"/>
            <p:cNvSpPr/>
            <p:nvPr/>
          </p:nvSpPr>
          <p:spPr>
            <a:xfrm>
              <a:off x="8929892" y="1791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3" name="pt40083"/>
            <p:cNvSpPr/>
            <p:nvPr/>
          </p:nvSpPr>
          <p:spPr>
            <a:xfrm>
              <a:off x="8619838" y="2431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4" name="pt40084"/>
            <p:cNvSpPr/>
            <p:nvPr/>
          </p:nvSpPr>
          <p:spPr>
            <a:xfrm>
              <a:off x="9001856" y="22154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5" name="pt40085"/>
            <p:cNvSpPr/>
            <p:nvPr/>
          </p:nvSpPr>
          <p:spPr>
            <a:xfrm>
              <a:off x="9034193" y="18109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6" name="pt40086"/>
            <p:cNvSpPr/>
            <p:nvPr/>
          </p:nvSpPr>
          <p:spPr>
            <a:xfrm>
              <a:off x="9102103" y="22407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7" name="pt40087"/>
            <p:cNvSpPr/>
            <p:nvPr/>
          </p:nvSpPr>
          <p:spPr>
            <a:xfrm>
              <a:off x="8570436" y="24839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8" name="pt40088"/>
            <p:cNvSpPr/>
            <p:nvPr/>
          </p:nvSpPr>
          <p:spPr>
            <a:xfrm>
              <a:off x="8899053" y="2229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9" name="pt40089"/>
            <p:cNvSpPr/>
            <p:nvPr/>
          </p:nvSpPr>
          <p:spPr>
            <a:xfrm>
              <a:off x="8588529" y="21778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0" name="pt40090"/>
            <p:cNvSpPr/>
            <p:nvPr/>
          </p:nvSpPr>
          <p:spPr>
            <a:xfrm>
              <a:off x="8901845" y="21340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1" name="pt40091"/>
            <p:cNvSpPr/>
            <p:nvPr/>
          </p:nvSpPr>
          <p:spPr>
            <a:xfrm>
              <a:off x="8469500" y="23319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2" name="pt40092"/>
            <p:cNvSpPr/>
            <p:nvPr/>
          </p:nvSpPr>
          <p:spPr>
            <a:xfrm>
              <a:off x="9054703" y="20997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3" name="pt40093"/>
            <p:cNvSpPr/>
            <p:nvPr/>
          </p:nvSpPr>
          <p:spPr>
            <a:xfrm>
              <a:off x="8817779" y="20534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4" name="pt40094"/>
            <p:cNvSpPr/>
            <p:nvPr/>
          </p:nvSpPr>
          <p:spPr>
            <a:xfrm>
              <a:off x="9077064" y="19521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5" name="pt40095"/>
            <p:cNvSpPr/>
            <p:nvPr/>
          </p:nvSpPr>
          <p:spPr>
            <a:xfrm>
              <a:off x="9087709" y="19600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6" name="pt40096"/>
            <p:cNvSpPr/>
            <p:nvPr/>
          </p:nvSpPr>
          <p:spPr>
            <a:xfrm>
              <a:off x="9018082" y="14712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7" name="pt40097"/>
            <p:cNvSpPr/>
            <p:nvPr/>
          </p:nvSpPr>
          <p:spPr>
            <a:xfrm>
              <a:off x="8808494" y="22015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8" name="pt40098"/>
            <p:cNvSpPr/>
            <p:nvPr/>
          </p:nvSpPr>
          <p:spPr>
            <a:xfrm>
              <a:off x="8932228" y="17628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9" name="pt40099"/>
            <p:cNvSpPr/>
            <p:nvPr/>
          </p:nvSpPr>
          <p:spPr>
            <a:xfrm>
              <a:off x="9237969" y="21063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0" name="pt40100"/>
            <p:cNvSpPr/>
            <p:nvPr/>
          </p:nvSpPr>
          <p:spPr>
            <a:xfrm>
              <a:off x="8469500" y="23912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1" name="pt40101"/>
            <p:cNvSpPr/>
            <p:nvPr/>
          </p:nvSpPr>
          <p:spPr>
            <a:xfrm>
              <a:off x="8969616" y="23094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2" name="pt40102"/>
            <p:cNvSpPr/>
            <p:nvPr/>
          </p:nvSpPr>
          <p:spPr>
            <a:xfrm>
              <a:off x="9642404" y="2242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3" name="pt40103"/>
            <p:cNvSpPr/>
            <p:nvPr/>
          </p:nvSpPr>
          <p:spPr>
            <a:xfrm>
              <a:off x="8752612" y="20355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4" name="pt40104"/>
            <p:cNvSpPr/>
            <p:nvPr/>
          </p:nvSpPr>
          <p:spPr>
            <a:xfrm>
              <a:off x="9044150" y="1726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5" name="pt40105"/>
            <p:cNvSpPr/>
            <p:nvPr/>
          </p:nvSpPr>
          <p:spPr>
            <a:xfrm>
              <a:off x="8978704" y="2050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6" name="pt40106"/>
            <p:cNvSpPr/>
            <p:nvPr/>
          </p:nvSpPr>
          <p:spPr>
            <a:xfrm>
              <a:off x="9750516" y="24536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7" name="pt40107"/>
            <p:cNvSpPr/>
            <p:nvPr/>
          </p:nvSpPr>
          <p:spPr>
            <a:xfrm>
              <a:off x="9324827" y="22944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8" name="pt40108"/>
            <p:cNvSpPr/>
            <p:nvPr/>
          </p:nvSpPr>
          <p:spPr>
            <a:xfrm>
              <a:off x="8469500" y="22523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9" name="pt40109"/>
            <p:cNvSpPr/>
            <p:nvPr/>
          </p:nvSpPr>
          <p:spPr>
            <a:xfrm>
              <a:off x="8907297" y="21136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0" name="pt40110"/>
            <p:cNvSpPr/>
            <p:nvPr/>
          </p:nvSpPr>
          <p:spPr>
            <a:xfrm>
              <a:off x="9482363" y="23181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1" name="pt40111"/>
            <p:cNvSpPr/>
            <p:nvPr/>
          </p:nvSpPr>
          <p:spPr>
            <a:xfrm>
              <a:off x="9388372" y="21885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2" name="pt40112"/>
            <p:cNvSpPr/>
            <p:nvPr/>
          </p:nvSpPr>
          <p:spPr>
            <a:xfrm>
              <a:off x="8731558" y="21413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3" name="pt40113"/>
            <p:cNvSpPr/>
            <p:nvPr/>
          </p:nvSpPr>
          <p:spPr>
            <a:xfrm>
              <a:off x="8723925" y="22245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4" name="pt40114"/>
            <p:cNvSpPr/>
            <p:nvPr/>
          </p:nvSpPr>
          <p:spPr>
            <a:xfrm>
              <a:off x="9003396" y="19852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5" name="pt40115"/>
            <p:cNvSpPr/>
            <p:nvPr/>
          </p:nvSpPr>
          <p:spPr>
            <a:xfrm>
              <a:off x="9237969" y="21843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6" name="pt40116"/>
            <p:cNvSpPr/>
            <p:nvPr/>
          </p:nvSpPr>
          <p:spPr>
            <a:xfrm>
              <a:off x="9606545" y="22274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7" name="pt40117"/>
            <p:cNvSpPr/>
            <p:nvPr/>
          </p:nvSpPr>
          <p:spPr>
            <a:xfrm>
              <a:off x="9022254" y="19939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8" name="pt40118"/>
            <p:cNvSpPr/>
            <p:nvPr/>
          </p:nvSpPr>
          <p:spPr>
            <a:xfrm>
              <a:off x="8861436" y="19502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9" name="pt40119"/>
            <p:cNvSpPr/>
            <p:nvPr/>
          </p:nvSpPr>
          <p:spPr>
            <a:xfrm>
              <a:off x="8679650" y="24315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0" name="pt40120"/>
            <p:cNvSpPr/>
            <p:nvPr/>
          </p:nvSpPr>
          <p:spPr>
            <a:xfrm>
              <a:off x="8527280" y="27054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1" name="pt40121"/>
            <p:cNvSpPr/>
            <p:nvPr/>
          </p:nvSpPr>
          <p:spPr>
            <a:xfrm>
              <a:off x="8920215" y="2130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2" name="pt40122"/>
            <p:cNvSpPr/>
            <p:nvPr/>
          </p:nvSpPr>
          <p:spPr>
            <a:xfrm>
              <a:off x="8633583" y="22417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3" name="pt40123"/>
            <p:cNvSpPr/>
            <p:nvPr/>
          </p:nvSpPr>
          <p:spPr>
            <a:xfrm>
              <a:off x="9874745" y="23637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4" name="pt40124"/>
            <p:cNvSpPr/>
            <p:nvPr/>
          </p:nvSpPr>
          <p:spPr>
            <a:xfrm>
              <a:off x="8669239" y="24145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5" name="pt40125"/>
            <p:cNvSpPr/>
            <p:nvPr/>
          </p:nvSpPr>
          <p:spPr>
            <a:xfrm>
              <a:off x="9633844" y="19528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6" name="pt40126"/>
            <p:cNvSpPr/>
            <p:nvPr/>
          </p:nvSpPr>
          <p:spPr>
            <a:xfrm>
              <a:off x="8381780" y="2363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7" name="pt40127"/>
            <p:cNvSpPr/>
            <p:nvPr/>
          </p:nvSpPr>
          <p:spPr>
            <a:xfrm>
              <a:off x="9096846" y="1767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8" name="pt40128"/>
            <p:cNvSpPr/>
            <p:nvPr/>
          </p:nvSpPr>
          <p:spPr>
            <a:xfrm>
              <a:off x="9177111" y="18390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9" name="pt40129"/>
            <p:cNvSpPr/>
            <p:nvPr/>
          </p:nvSpPr>
          <p:spPr>
            <a:xfrm>
              <a:off x="9076063" y="18490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0" name="pt40130"/>
            <p:cNvSpPr/>
            <p:nvPr/>
          </p:nvSpPr>
          <p:spPr>
            <a:xfrm>
              <a:off x="9756959" y="21354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1" name="pt40131"/>
            <p:cNvSpPr/>
            <p:nvPr/>
          </p:nvSpPr>
          <p:spPr>
            <a:xfrm>
              <a:off x="8469500" y="24862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2" name="pt40132"/>
            <p:cNvSpPr/>
            <p:nvPr/>
          </p:nvSpPr>
          <p:spPr>
            <a:xfrm>
              <a:off x="9495513" y="23162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3" name="pt40133"/>
            <p:cNvSpPr/>
            <p:nvPr/>
          </p:nvSpPr>
          <p:spPr>
            <a:xfrm>
              <a:off x="8881273" y="22913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4" name="pt40134"/>
            <p:cNvSpPr/>
            <p:nvPr/>
          </p:nvSpPr>
          <p:spPr>
            <a:xfrm>
              <a:off x="9004922" y="17881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5" name="pt40135"/>
            <p:cNvSpPr/>
            <p:nvPr/>
          </p:nvSpPr>
          <p:spPr>
            <a:xfrm>
              <a:off x="9179876" y="18418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6" name="pt40136"/>
            <p:cNvSpPr/>
            <p:nvPr/>
          </p:nvSpPr>
          <p:spPr>
            <a:xfrm>
              <a:off x="8633583" y="20951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7" name="pt40137"/>
            <p:cNvSpPr/>
            <p:nvPr/>
          </p:nvSpPr>
          <p:spPr>
            <a:xfrm>
              <a:off x="8469500" y="21951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8" name="pt40138"/>
            <p:cNvSpPr/>
            <p:nvPr/>
          </p:nvSpPr>
          <p:spPr>
            <a:xfrm>
              <a:off x="8604896" y="23246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9" name="pt40139"/>
            <p:cNvSpPr/>
            <p:nvPr/>
          </p:nvSpPr>
          <p:spPr>
            <a:xfrm>
              <a:off x="9044150" y="17430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0" name="pt40140"/>
            <p:cNvSpPr/>
            <p:nvPr/>
          </p:nvSpPr>
          <p:spPr>
            <a:xfrm>
              <a:off x="9052414" y="22630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1" name="pt40141"/>
            <p:cNvSpPr/>
            <p:nvPr/>
          </p:nvSpPr>
          <p:spPr>
            <a:xfrm>
              <a:off x="8604896" y="23111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2" name="pt40142"/>
            <p:cNvSpPr/>
            <p:nvPr/>
          </p:nvSpPr>
          <p:spPr>
            <a:xfrm>
              <a:off x="8707558" y="23576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3" name="pt40143"/>
            <p:cNvSpPr/>
            <p:nvPr/>
          </p:nvSpPr>
          <p:spPr>
            <a:xfrm>
              <a:off x="8588529" y="22814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4" name="pt40144"/>
            <p:cNvSpPr/>
            <p:nvPr/>
          </p:nvSpPr>
          <p:spPr>
            <a:xfrm>
              <a:off x="8817779" y="21714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5" name="pt40145"/>
            <p:cNvSpPr/>
            <p:nvPr/>
          </p:nvSpPr>
          <p:spPr>
            <a:xfrm>
              <a:off x="8619838" y="22132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6" name="pt40146"/>
            <p:cNvSpPr/>
            <p:nvPr/>
          </p:nvSpPr>
          <p:spPr>
            <a:xfrm>
              <a:off x="9189996" y="22941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7" name="pt40147"/>
            <p:cNvSpPr/>
            <p:nvPr/>
          </p:nvSpPr>
          <p:spPr>
            <a:xfrm>
              <a:off x="8698750" y="24094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8" name="pt40148"/>
            <p:cNvSpPr/>
            <p:nvPr/>
          </p:nvSpPr>
          <p:spPr>
            <a:xfrm>
              <a:off x="9279466" y="2075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9" name="pt40149"/>
            <p:cNvSpPr/>
            <p:nvPr/>
          </p:nvSpPr>
          <p:spPr>
            <a:xfrm>
              <a:off x="9509103" y="2185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0" name="pt40150"/>
            <p:cNvSpPr/>
            <p:nvPr/>
          </p:nvSpPr>
          <p:spPr>
            <a:xfrm>
              <a:off x="8550210" y="25231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1" name="pt40151"/>
            <p:cNvSpPr/>
            <p:nvPr/>
          </p:nvSpPr>
          <p:spPr>
            <a:xfrm>
              <a:off x="9874745" y="25961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2" name="pt40152"/>
            <p:cNvSpPr/>
            <p:nvPr/>
          </p:nvSpPr>
          <p:spPr>
            <a:xfrm>
              <a:off x="8842954" y="20903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3" name="pt40153"/>
            <p:cNvSpPr/>
            <p:nvPr/>
          </p:nvSpPr>
          <p:spPr>
            <a:xfrm>
              <a:off x="8431181" y="2401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4" name="pt40154"/>
            <p:cNvSpPr/>
            <p:nvPr/>
          </p:nvSpPr>
          <p:spPr>
            <a:xfrm>
              <a:off x="8588529" y="2184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5" name="pt40155"/>
            <p:cNvSpPr/>
            <p:nvPr/>
          </p:nvSpPr>
          <p:spPr>
            <a:xfrm>
              <a:off x="9664325" y="16601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6" name="pt40156"/>
            <p:cNvSpPr/>
            <p:nvPr/>
          </p:nvSpPr>
          <p:spPr>
            <a:xfrm>
              <a:off x="8588529" y="22090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7" name="pt40157"/>
            <p:cNvSpPr/>
            <p:nvPr/>
          </p:nvSpPr>
          <p:spPr>
            <a:xfrm>
              <a:off x="8920215" y="18855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8" name="pt40158"/>
            <p:cNvSpPr/>
            <p:nvPr/>
          </p:nvSpPr>
          <p:spPr>
            <a:xfrm>
              <a:off x="9978328" y="24813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9" name="pt40159"/>
            <p:cNvSpPr/>
            <p:nvPr/>
          </p:nvSpPr>
          <p:spPr>
            <a:xfrm>
              <a:off x="8527280" y="25647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0" name="pt40160"/>
            <p:cNvSpPr/>
            <p:nvPr/>
          </p:nvSpPr>
          <p:spPr>
            <a:xfrm>
              <a:off x="8793552" y="20931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1" name="pt40161"/>
            <p:cNvSpPr/>
            <p:nvPr/>
          </p:nvSpPr>
          <p:spPr>
            <a:xfrm>
              <a:off x="9102103" y="20939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2" name="pt40162"/>
            <p:cNvSpPr/>
            <p:nvPr/>
          </p:nvSpPr>
          <p:spPr>
            <a:xfrm>
              <a:off x="9102103" y="20539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3" name="pt40163"/>
            <p:cNvSpPr/>
            <p:nvPr/>
          </p:nvSpPr>
          <p:spPr>
            <a:xfrm>
              <a:off x="9084871" y="20112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4" name="pt40164"/>
            <p:cNvSpPr/>
            <p:nvPr/>
          </p:nvSpPr>
          <p:spPr>
            <a:xfrm>
              <a:off x="8765338" y="20594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5" name="pt40165"/>
            <p:cNvSpPr/>
            <p:nvPr/>
          </p:nvSpPr>
          <p:spPr>
            <a:xfrm>
              <a:off x="8604896" y="22126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6" name="pt40166"/>
            <p:cNvSpPr/>
            <p:nvPr/>
          </p:nvSpPr>
          <p:spPr>
            <a:xfrm>
              <a:off x="8500809" y="26268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7" name="pt40167"/>
            <p:cNvSpPr/>
            <p:nvPr/>
          </p:nvSpPr>
          <p:spPr>
            <a:xfrm>
              <a:off x="9032906" y="18650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8" name="pt40168"/>
            <p:cNvSpPr/>
            <p:nvPr/>
          </p:nvSpPr>
          <p:spPr>
            <a:xfrm>
              <a:off x="8619838" y="23585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9" name="pt40169"/>
            <p:cNvSpPr/>
            <p:nvPr/>
          </p:nvSpPr>
          <p:spPr>
            <a:xfrm>
              <a:off x="9167950" y="18525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0" name="pt40170"/>
            <p:cNvSpPr/>
            <p:nvPr/>
          </p:nvSpPr>
          <p:spPr>
            <a:xfrm>
              <a:off x="8646309" y="25222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1" name="pt40171"/>
            <p:cNvSpPr/>
            <p:nvPr/>
          </p:nvSpPr>
          <p:spPr>
            <a:xfrm>
              <a:off x="8633583" y="22360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2" name="pt40172"/>
            <p:cNvSpPr/>
            <p:nvPr/>
          </p:nvSpPr>
          <p:spPr>
            <a:xfrm>
              <a:off x="9308507" y="21841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3" name="pt40173"/>
            <p:cNvSpPr/>
            <p:nvPr/>
          </p:nvSpPr>
          <p:spPr>
            <a:xfrm>
              <a:off x="9181514" y="22786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4" name="pt40174"/>
            <p:cNvSpPr/>
            <p:nvPr/>
          </p:nvSpPr>
          <p:spPr>
            <a:xfrm>
              <a:off x="8469500" y="23622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5" name="pt40175"/>
            <p:cNvSpPr/>
            <p:nvPr/>
          </p:nvSpPr>
          <p:spPr>
            <a:xfrm>
              <a:off x="8550210" y="25467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6" name="pt40176"/>
            <p:cNvSpPr/>
            <p:nvPr/>
          </p:nvSpPr>
          <p:spPr>
            <a:xfrm>
              <a:off x="9654477" y="19723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7" name="pt40177"/>
            <p:cNvSpPr/>
            <p:nvPr/>
          </p:nvSpPr>
          <p:spPr>
            <a:xfrm>
              <a:off x="9226651" y="20583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8" name="pt40178"/>
            <p:cNvSpPr/>
            <p:nvPr/>
          </p:nvSpPr>
          <p:spPr>
            <a:xfrm>
              <a:off x="8798679" y="21804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9" name="pt40179"/>
            <p:cNvSpPr/>
            <p:nvPr/>
          </p:nvSpPr>
          <p:spPr>
            <a:xfrm>
              <a:off x="8707558" y="21426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0" name="pt40180"/>
            <p:cNvSpPr/>
            <p:nvPr/>
          </p:nvSpPr>
          <p:spPr>
            <a:xfrm>
              <a:off x="9797803" y="28980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1" name="pt40181"/>
            <p:cNvSpPr/>
            <p:nvPr/>
          </p:nvSpPr>
          <p:spPr>
            <a:xfrm>
              <a:off x="9027663" y="19040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2" name="pt40182"/>
            <p:cNvSpPr/>
            <p:nvPr/>
          </p:nvSpPr>
          <p:spPr>
            <a:xfrm>
              <a:off x="9032906" y="18448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3" name="pt40183"/>
            <p:cNvSpPr/>
            <p:nvPr/>
          </p:nvSpPr>
          <p:spPr>
            <a:xfrm>
              <a:off x="9207674" y="17445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4" name="pt40184"/>
            <p:cNvSpPr/>
            <p:nvPr/>
          </p:nvSpPr>
          <p:spPr>
            <a:xfrm>
              <a:off x="9148018" y="21260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5" name="pt40185"/>
            <p:cNvSpPr/>
            <p:nvPr/>
          </p:nvSpPr>
          <p:spPr>
            <a:xfrm>
              <a:off x="8381780" y="24208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6" name="pt40186"/>
            <p:cNvSpPr/>
            <p:nvPr/>
          </p:nvSpPr>
          <p:spPr>
            <a:xfrm>
              <a:off x="8826587" y="21698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7" name="pt40187"/>
            <p:cNvSpPr/>
            <p:nvPr/>
          </p:nvSpPr>
          <p:spPr>
            <a:xfrm>
              <a:off x="9020874" y="16796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8" name="pt40188"/>
            <p:cNvSpPr/>
            <p:nvPr/>
          </p:nvSpPr>
          <p:spPr>
            <a:xfrm>
              <a:off x="9750516" y="22521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9" name="pt40189"/>
            <p:cNvSpPr/>
            <p:nvPr/>
          </p:nvSpPr>
          <p:spPr>
            <a:xfrm>
              <a:off x="8604896" y="2325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0" name="pt40190"/>
            <p:cNvSpPr/>
            <p:nvPr/>
          </p:nvSpPr>
          <p:spPr>
            <a:xfrm>
              <a:off x="9090502" y="19979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1" name="pt40191"/>
            <p:cNvSpPr/>
            <p:nvPr/>
          </p:nvSpPr>
          <p:spPr>
            <a:xfrm>
              <a:off x="9076063" y="20106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2" name="pt40192"/>
            <p:cNvSpPr/>
            <p:nvPr/>
          </p:nvSpPr>
          <p:spPr>
            <a:xfrm>
              <a:off x="9294459" y="18668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3" name="pt40193"/>
            <p:cNvSpPr/>
            <p:nvPr/>
          </p:nvSpPr>
          <p:spPr>
            <a:xfrm>
              <a:off x="8834965" y="21096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4" name="pt40194"/>
            <p:cNvSpPr/>
            <p:nvPr/>
          </p:nvSpPr>
          <p:spPr>
            <a:xfrm>
              <a:off x="8707558" y="22537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5" name="pt40195"/>
            <p:cNvSpPr/>
            <p:nvPr/>
          </p:nvSpPr>
          <p:spPr>
            <a:xfrm>
              <a:off x="8813199" y="20536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6" name="pt40196"/>
            <p:cNvSpPr/>
            <p:nvPr/>
          </p:nvSpPr>
          <p:spPr>
            <a:xfrm>
              <a:off x="8619838" y="21792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7" name="pt40197"/>
            <p:cNvSpPr/>
            <p:nvPr/>
          </p:nvSpPr>
          <p:spPr>
            <a:xfrm>
              <a:off x="8312152" y="25064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8" name="pt40198"/>
            <p:cNvSpPr/>
            <p:nvPr/>
          </p:nvSpPr>
          <p:spPr>
            <a:xfrm>
              <a:off x="8723925" y="21234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9" name="pt40199"/>
            <p:cNvSpPr/>
            <p:nvPr/>
          </p:nvSpPr>
          <p:spPr>
            <a:xfrm>
              <a:off x="9557615" y="21676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0" name="pt40200"/>
            <p:cNvSpPr/>
            <p:nvPr/>
          </p:nvSpPr>
          <p:spPr>
            <a:xfrm>
              <a:off x="9324827" y="21506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1" name="pt40201"/>
            <p:cNvSpPr/>
            <p:nvPr/>
          </p:nvSpPr>
          <p:spPr>
            <a:xfrm>
              <a:off x="9189996" y="23068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2" name="pt40202"/>
            <p:cNvSpPr/>
            <p:nvPr/>
          </p:nvSpPr>
          <p:spPr>
            <a:xfrm>
              <a:off x="8963923" y="22534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3" name="pt40203"/>
            <p:cNvSpPr/>
            <p:nvPr/>
          </p:nvSpPr>
          <p:spPr>
            <a:xfrm>
              <a:off x="8752612" y="2092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4" name="pt40204"/>
            <p:cNvSpPr/>
            <p:nvPr/>
          </p:nvSpPr>
          <p:spPr>
            <a:xfrm>
              <a:off x="9174300" y="19572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5" name="pt40205"/>
            <p:cNvSpPr/>
            <p:nvPr/>
          </p:nvSpPr>
          <p:spPr>
            <a:xfrm>
              <a:off x="8312152" y="24534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6" name="pt40206"/>
            <p:cNvSpPr/>
            <p:nvPr/>
          </p:nvSpPr>
          <p:spPr>
            <a:xfrm>
              <a:off x="8570436" y="25329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7" name="pt40207"/>
            <p:cNvSpPr/>
            <p:nvPr/>
          </p:nvSpPr>
          <p:spPr>
            <a:xfrm>
              <a:off x="9518367" y="20289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8" name="pt40208"/>
            <p:cNvSpPr/>
            <p:nvPr/>
          </p:nvSpPr>
          <p:spPr>
            <a:xfrm>
              <a:off x="8752612" y="23714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9" name="pt40209"/>
            <p:cNvSpPr/>
            <p:nvPr/>
          </p:nvSpPr>
          <p:spPr>
            <a:xfrm>
              <a:off x="8469500" y="24075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0" name="pt40210"/>
            <p:cNvSpPr/>
            <p:nvPr/>
          </p:nvSpPr>
          <p:spPr>
            <a:xfrm>
              <a:off x="9230780" y="19793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1" name="pt40211"/>
            <p:cNvSpPr/>
            <p:nvPr/>
          </p:nvSpPr>
          <p:spPr>
            <a:xfrm>
              <a:off x="9231999" y="19994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2" name="pt40212"/>
            <p:cNvSpPr/>
            <p:nvPr/>
          </p:nvSpPr>
          <p:spPr>
            <a:xfrm>
              <a:off x="8469500" y="23714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3" name="pt40213"/>
            <p:cNvSpPr/>
            <p:nvPr/>
          </p:nvSpPr>
          <p:spPr>
            <a:xfrm>
              <a:off x="8312152" y="2517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4" name="pt40214"/>
            <p:cNvSpPr/>
            <p:nvPr/>
          </p:nvSpPr>
          <p:spPr>
            <a:xfrm>
              <a:off x="9750516" y="23811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5" name="pt40215"/>
            <p:cNvSpPr/>
            <p:nvPr/>
          </p:nvSpPr>
          <p:spPr>
            <a:xfrm>
              <a:off x="9185276" y="21326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6" name="pt40216"/>
            <p:cNvSpPr/>
            <p:nvPr/>
          </p:nvSpPr>
          <p:spPr>
            <a:xfrm>
              <a:off x="9278233" y="18109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7" name="pt40217"/>
            <p:cNvSpPr/>
            <p:nvPr/>
          </p:nvSpPr>
          <p:spPr>
            <a:xfrm>
              <a:off x="8723925" y="22069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8" name="pt40218"/>
            <p:cNvSpPr/>
            <p:nvPr/>
          </p:nvSpPr>
          <p:spPr>
            <a:xfrm>
              <a:off x="8929892" y="18446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9" name="pt40219"/>
            <p:cNvSpPr/>
            <p:nvPr/>
          </p:nvSpPr>
          <p:spPr>
            <a:xfrm>
              <a:off x="8604896" y="23357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0" name="pt40220"/>
            <p:cNvSpPr/>
            <p:nvPr/>
          </p:nvSpPr>
          <p:spPr>
            <a:xfrm>
              <a:off x="9003396" y="19847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1" name="pt40221"/>
            <p:cNvSpPr/>
            <p:nvPr/>
          </p:nvSpPr>
          <p:spPr>
            <a:xfrm>
              <a:off x="8830827" y="18969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2" name="pt40222"/>
            <p:cNvSpPr/>
            <p:nvPr/>
          </p:nvSpPr>
          <p:spPr>
            <a:xfrm>
              <a:off x="8312152" y="24351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3" name="pt40223"/>
            <p:cNvSpPr/>
            <p:nvPr/>
          </p:nvSpPr>
          <p:spPr>
            <a:xfrm>
              <a:off x="8381780" y="22588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4" name="pt40224"/>
            <p:cNvSpPr/>
            <p:nvPr/>
          </p:nvSpPr>
          <p:spPr>
            <a:xfrm>
              <a:off x="8570436" y="2198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5" name="pt40225"/>
            <p:cNvSpPr/>
            <p:nvPr/>
          </p:nvSpPr>
          <p:spPr>
            <a:xfrm>
              <a:off x="8381780" y="25234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6" name="pt40226"/>
            <p:cNvSpPr/>
            <p:nvPr/>
          </p:nvSpPr>
          <p:spPr>
            <a:xfrm>
              <a:off x="8431181" y="25067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7" name="pt40227"/>
            <p:cNvSpPr/>
            <p:nvPr/>
          </p:nvSpPr>
          <p:spPr>
            <a:xfrm>
              <a:off x="9007935" y="18902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8" name="pt40228"/>
            <p:cNvSpPr/>
            <p:nvPr/>
          </p:nvSpPr>
          <p:spPr>
            <a:xfrm>
              <a:off x="8731558" y="24437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9" name="pt40229"/>
            <p:cNvSpPr/>
            <p:nvPr/>
          </p:nvSpPr>
          <p:spPr>
            <a:xfrm>
              <a:off x="9405714" y="19375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0" name="pt40230"/>
            <p:cNvSpPr/>
            <p:nvPr/>
          </p:nvSpPr>
          <p:spPr>
            <a:xfrm>
              <a:off x="8500809" y="25555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1" name="pt40231"/>
            <p:cNvSpPr/>
            <p:nvPr/>
          </p:nvSpPr>
          <p:spPr>
            <a:xfrm>
              <a:off x="8932228" y="19158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2" name="pt40232"/>
            <p:cNvSpPr/>
            <p:nvPr/>
          </p:nvSpPr>
          <p:spPr>
            <a:xfrm>
              <a:off x="9324827" y="2117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3" name="pt40233"/>
            <p:cNvSpPr/>
            <p:nvPr/>
          </p:nvSpPr>
          <p:spPr>
            <a:xfrm>
              <a:off x="9316366" y="22343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4" name="pt40234"/>
            <p:cNvSpPr/>
            <p:nvPr/>
          </p:nvSpPr>
          <p:spPr>
            <a:xfrm>
              <a:off x="8752612" y="21536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5" name="pt40235"/>
            <p:cNvSpPr/>
            <p:nvPr/>
          </p:nvSpPr>
          <p:spPr>
            <a:xfrm>
              <a:off x="8527280" y="25699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6" name="pt40236"/>
            <p:cNvSpPr/>
            <p:nvPr/>
          </p:nvSpPr>
          <p:spPr>
            <a:xfrm>
              <a:off x="8798679" y="21803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7" name="pt40237"/>
            <p:cNvSpPr/>
            <p:nvPr/>
          </p:nvSpPr>
          <p:spPr>
            <a:xfrm>
              <a:off x="9100368" y="20884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8" name="pt40238"/>
            <p:cNvSpPr/>
            <p:nvPr/>
          </p:nvSpPr>
          <p:spPr>
            <a:xfrm>
              <a:off x="8500809" y="26830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9" name="pt40239"/>
            <p:cNvSpPr/>
            <p:nvPr/>
          </p:nvSpPr>
          <p:spPr>
            <a:xfrm>
              <a:off x="8846813" y="19585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0" name="pt40240"/>
            <p:cNvSpPr/>
            <p:nvPr/>
          </p:nvSpPr>
          <p:spPr>
            <a:xfrm>
              <a:off x="9189996" y="22658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1" name="pt40241"/>
            <p:cNvSpPr/>
            <p:nvPr/>
          </p:nvSpPr>
          <p:spPr>
            <a:xfrm>
              <a:off x="8646309" y="25334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2" name="pt40242"/>
            <p:cNvSpPr/>
            <p:nvPr/>
          </p:nvSpPr>
          <p:spPr>
            <a:xfrm>
              <a:off x="9509103" y="20746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3" name="pt40243"/>
            <p:cNvSpPr/>
            <p:nvPr/>
          </p:nvSpPr>
          <p:spPr>
            <a:xfrm>
              <a:off x="9620546" y="22299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4" name="pt40244"/>
            <p:cNvSpPr/>
            <p:nvPr/>
          </p:nvSpPr>
          <p:spPr>
            <a:xfrm>
              <a:off x="8570436" y="24320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5" name="pt40245"/>
            <p:cNvSpPr/>
            <p:nvPr/>
          </p:nvSpPr>
          <p:spPr>
            <a:xfrm>
              <a:off x="9636399" y="1883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6" name="pt40246"/>
            <p:cNvSpPr/>
            <p:nvPr/>
          </p:nvSpPr>
          <p:spPr>
            <a:xfrm>
              <a:off x="8500809" y="25250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7" name="pt40247"/>
            <p:cNvSpPr/>
            <p:nvPr/>
          </p:nvSpPr>
          <p:spPr>
            <a:xfrm>
              <a:off x="8830827" y="21451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8" name="pt40248"/>
            <p:cNvSpPr/>
            <p:nvPr/>
          </p:nvSpPr>
          <p:spPr>
            <a:xfrm>
              <a:off x="8431181" y="24317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9" name="pt40249"/>
            <p:cNvSpPr/>
            <p:nvPr/>
          </p:nvSpPr>
          <p:spPr>
            <a:xfrm>
              <a:off x="9584728" y="21369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0" name="pt40250"/>
            <p:cNvSpPr/>
            <p:nvPr/>
          </p:nvSpPr>
          <p:spPr>
            <a:xfrm>
              <a:off x="9232403" y="19890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1" name="pt40251"/>
            <p:cNvSpPr/>
            <p:nvPr/>
          </p:nvSpPr>
          <p:spPr>
            <a:xfrm>
              <a:off x="8976925" y="22580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2" name="pt40252"/>
            <p:cNvSpPr/>
            <p:nvPr/>
          </p:nvSpPr>
          <p:spPr>
            <a:xfrm>
              <a:off x="8312152" y="24754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3" name="pt40253"/>
            <p:cNvSpPr/>
            <p:nvPr/>
          </p:nvSpPr>
          <p:spPr>
            <a:xfrm>
              <a:off x="9474060" y="22849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4" name="pt40254"/>
            <p:cNvSpPr/>
            <p:nvPr/>
          </p:nvSpPr>
          <p:spPr>
            <a:xfrm>
              <a:off x="9067835" y="18190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5" name="pt40255"/>
            <p:cNvSpPr/>
            <p:nvPr/>
          </p:nvSpPr>
          <p:spPr>
            <a:xfrm>
              <a:off x="8570436" y="25003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6" name="pt40256"/>
            <p:cNvSpPr/>
            <p:nvPr/>
          </p:nvSpPr>
          <p:spPr>
            <a:xfrm>
              <a:off x="8619838" y="20881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7" name="pt40257"/>
            <p:cNvSpPr/>
            <p:nvPr/>
          </p:nvSpPr>
          <p:spPr>
            <a:xfrm>
              <a:off x="8431181" y="25449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8" name="pt40258"/>
            <p:cNvSpPr/>
            <p:nvPr/>
          </p:nvSpPr>
          <p:spPr>
            <a:xfrm>
              <a:off x="9874745" y="26361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9" name="pt40259"/>
            <p:cNvSpPr/>
            <p:nvPr/>
          </p:nvSpPr>
          <p:spPr>
            <a:xfrm>
              <a:off x="8679650" y="22758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0" name="pt40260"/>
            <p:cNvSpPr/>
            <p:nvPr/>
          </p:nvSpPr>
          <p:spPr>
            <a:xfrm>
              <a:off x="8759093" y="21014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1" name="pt40261"/>
            <p:cNvSpPr/>
            <p:nvPr/>
          </p:nvSpPr>
          <p:spPr>
            <a:xfrm>
              <a:off x="8431181" y="24725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2" name="pt40262"/>
            <p:cNvSpPr/>
            <p:nvPr/>
          </p:nvSpPr>
          <p:spPr>
            <a:xfrm>
              <a:off x="8500809" y="26715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3" name="pt40263"/>
            <p:cNvSpPr/>
            <p:nvPr/>
          </p:nvSpPr>
          <p:spPr>
            <a:xfrm>
              <a:off x="9064645" y="19904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4" name="pt40264"/>
            <p:cNvSpPr/>
            <p:nvPr/>
          </p:nvSpPr>
          <p:spPr>
            <a:xfrm>
              <a:off x="9030305" y="18336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5" name="pt40265"/>
            <p:cNvSpPr/>
            <p:nvPr/>
          </p:nvSpPr>
          <p:spPr>
            <a:xfrm>
              <a:off x="9208605" y="19025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6" name="pt40266"/>
            <p:cNvSpPr/>
            <p:nvPr/>
          </p:nvSpPr>
          <p:spPr>
            <a:xfrm>
              <a:off x="9044150" y="17338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7" name="pt40267"/>
            <p:cNvSpPr/>
            <p:nvPr/>
          </p:nvSpPr>
          <p:spPr>
            <a:xfrm>
              <a:off x="9457237" y="21034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8" name="pt40268"/>
            <p:cNvSpPr/>
            <p:nvPr/>
          </p:nvSpPr>
          <p:spPr>
            <a:xfrm>
              <a:off x="8738867" y="20302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9" name="pt40269"/>
            <p:cNvSpPr/>
            <p:nvPr/>
          </p:nvSpPr>
          <p:spPr>
            <a:xfrm>
              <a:off x="9135698" y="20752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0" name="pt40270"/>
            <p:cNvSpPr/>
            <p:nvPr/>
          </p:nvSpPr>
          <p:spPr>
            <a:xfrm>
              <a:off x="9360483" y="20860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1" name="pt40271"/>
            <p:cNvSpPr/>
            <p:nvPr/>
          </p:nvSpPr>
          <p:spPr>
            <a:xfrm>
              <a:off x="8723925" y="20817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2" name="pt40272"/>
            <p:cNvSpPr/>
            <p:nvPr/>
          </p:nvSpPr>
          <p:spPr>
            <a:xfrm>
              <a:off x="9044150" y="1827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3" name="pt40273"/>
            <p:cNvSpPr/>
            <p:nvPr/>
          </p:nvSpPr>
          <p:spPr>
            <a:xfrm>
              <a:off x="8679650" y="21181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4" name="pt40274"/>
            <p:cNvSpPr/>
            <p:nvPr/>
          </p:nvSpPr>
          <p:spPr>
            <a:xfrm>
              <a:off x="9642404" y="25720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5" name="pt40275"/>
            <p:cNvSpPr/>
            <p:nvPr/>
          </p:nvSpPr>
          <p:spPr>
            <a:xfrm>
              <a:off x="9007935" y="20101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6" name="pt40276"/>
            <p:cNvSpPr/>
            <p:nvPr/>
          </p:nvSpPr>
          <p:spPr>
            <a:xfrm>
              <a:off x="8813199" y="21356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7" name="pt40277"/>
            <p:cNvSpPr/>
            <p:nvPr/>
          </p:nvSpPr>
          <p:spPr>
            <a:xfrm>
              <a:off x="8312152" y="24909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8" name="pt40278"/>
            <p:cNvSpPr/>
            <p:nvPr/>
          </p:nvSpPr>
          <p:spPr>
            <a:xfrm>
              <a:off x="8469500" y="21997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9" name="pt40279"/>
            <p:cNvSpPr/>
            <p:nvPr/>
          </p:nvSpPr>
          <p:spPr>
            <a:xfrm>
              <a:off x="9193072" y="22393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0" name="pt40280"/>
            <p:cNvSpPr/>
            <p:nvPr/>
          </p:nvSpPr>
          <p:spPr>
            <a:xfrm>
              <a:off x="9027663" y="17774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1" name="pt40281"/>
            <p:cNvSpPr/>
            <p:nvPr/>
          </p:nvSpPr>
          <p:spPr>
            <a:xfrm>
              <a:off x="9828342" y="26204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2" name="pt40282"/>
            <p:cNvSpPr/>
            <p:nvPr/>
          </p:nvSpPr>
          <p:spPr>
            <a:xfrm>
              <a:off x="8312152" y="24474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3" name="pt40283"/>
            <p:cNvSpPr/>
            <p:nvPr/>
          </p:nvSpPr>
          <p:spPr>
            <a:xfrm>
              <a:off x="8689465" y="24558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4" name="pt40284"/>
            <p:cNvSpPr/>
            <p:nvPr/>
          </p:nvSpPr>
          <p:spPr>
            <a:xfrm>
              <a:off x="8679650" y="24244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5" name="pt40285"/>
            <p:cNvSpPr/>
            <p:nvPr/>
          </p:nvSpPr>
          <p:spPr>
            <a:xfrm>
              <a:off x="8588529" y="22561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6" name="pt40286"/>
            <p:cNvSpPr/>
            <p:nvPr/>
          </p:nvSpPr>
          <p:spPr>
            <a:xfrm>
              <a:off x="8658156" y="2369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7" name="pt40287"/>
            <p:cNvSpPr/>
            <p:nvPr/>
          </p:nvSpPr>
          <p:spPr>
            <a:xfrm>
              <a:off x="8759093" y="21514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8" name="pt40288"/>
            <p:cNvSpPr/>
            <p:nvPr/>
          </p:nvSpPr>
          <p:spPr>
            <a:xfrm>
              <a:off x="8715936" y="22694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9" name="pt40289"/>
            <p:cNvSpPr/>
            <p:nvPr/>
          </p:nvSpPr>
          <p:spPr>
            <a:xfrm>
              <a:off x="8381780" y="2330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0" name="pt40290"/>
            <p:cNvSpPr/>
            <p:nvPr/>
          </p:nvSpPr>
          <p:spPr>
            <a:xfrm>
              <a:off x="8500809" y="25736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1" name="pt40291"/>
            <p:cNvSpPr/>
            <p:nvPr/>
          </p:nvSpPr>
          <p:spPr>
            <a:xfrm>
              <a:off x="9047741" y="21029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2" name="pt40292"/>
            <p:cNvSpPr/>
            <p:nvPr/>
          </p:nvSpPr>
          <p:spPr>
            <a:xfrm>
              <a:off x="8947749" y="21260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3" name="pt40293"/>
            <p:cNvSpPr/>
            <p:nvPr/>
          </p:nvSpPr>
          <p:spPr>
            <a:xfrm>
              <a:off x="9046552" y="18544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4" name="pt40294"/>
            <p:cNvSpPr/>
            <p:nvPr/>
          </p:nvSpPr>
          <p:spPr>
            <a:xfrm>
              <a:off x="8527280" y="2717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5" name="pt40295"/>
            <p:cNvSpPr/>
            <p:nvPr/>
          </p:nvSpPr>
          <p:spPr>
            <a:xfrm>
              <a:off x="9087709" y="19980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6" name="pt40296"/>
            <p:cNvSpPr/>
            <p:nvPr/>
          </p:nvSpPr>
          <p:spPr>
            <a:xfrm>
              <a:off x="9413347" y="19119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7" name="pt40297"/>
            <p:cNvSpPr/>
            <p:nvPr/>
          </p:nvSpPr>
          <p:spPr>
            <a:xfrm>
              <a:off x="8381780" y="22768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8" name="pt40298"/>
            <p:cNvSpPr/>
            <p:nvPr/>
          </p:nvSpPr>
          <p:spPr>
            <a:xfrm>
              <a:off x="9020874" y="15529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9" name="pt40299"/>
            <p:cNvSpPr/>
            <p:nvPr/>
          </p:nvSpPr>
          <p:spPr>
            <a:xfrm>
              <a:off x="8570436" y="24088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0" name="pt40300"/>
            <p:cNvSpPr/>
            <p:nvPr/>
          </p:nvSpPr>
          <p:spPr>
            <a:xfrm>
              <a:off x="8890393" y="19502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1" name="pt40301"/>
            <p:cNvSpPr/>
            <p:nvPr/>
          </p:nvSpPr>
          <p:spPr>
            <a:xfrm>
              <a:off x="8679650" y="24602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2" name="pt40302"/>
            <p:cNvSpPr/>
            <p:nvPr/>
          </p:nvSpPr>
          <p:spPr>
            <a:xfrm>
              <a:off x="8980466" y="20391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3" name="pt40303"/>
            <p:cNvSpPr/>
            <p:nvPr/>
          </p:nvSpPr>
          <p:spPr>
            <a:xfrm>
              <a:off x="9382404" y="21239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4" name="pt40304"/>
            <p:cNvSpPr/>
            <p:nvPr/>
          </p:nvSpPr>
          <p:spPr>
            <a:xfrm>
              <a:off x="9715521" y="22464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5" name="pt40305"/>
            <p:cNvSpPr/>
            <p:nvPr/>
          </p:nvSpPr>
          <p:spPr>
            <a:xfrm>
              <a:off x="9035469" y="17511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6" name="pt40306"/>
            <p:cNvSpPr/>
            <p:nvPr/>
          </p:nvSpPr>
          <p:spPr>
            <a:xfrm>
              <a:off x="8381780" y="21904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7" name="pt40307"/>
            <p:cNvSpPr/>
            <p:nvPr/>
          </p:nvSpPr>
          <p:spPr>
            <a:xfrm>
              <a:off x="9031610" y="18576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8" name="pt40308"/>
            <p:cNvSpPr/>
            <p:nvPr/>
          </p:nvSpPr>
          <p:spPr>
            <a:xfrm>
              <a:off x="8689465" y="2416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9" name="pt40309"/>
            <p:cNvSpPr/>
            <p:nvPr/>
          </p:nvSpPr>
          <p:spPr>
            <a:xfrm>
              <a:off x="8803657" y="20694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0" name="pt40310"/>
            <p:cNvSpPr/>
            <p:nvPr/>
          </p:nvSpPr>
          <p:spPr>
            <a:xfrm>
              <a:off x="9262020" y="17774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1" name="pt40311"/>
            <p:cNvSpPr/>
            <p:nvPr/>
          </p:nvSpPr>
          <p:spPr>
            <a:xfrm>
              <a:off x="9062485" y="19900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2" name="pt40312"/>
            <p:cNvSpPr/>
            <p:nvPr/>
          </p:nvSpPr>
          <p:spPr>
            <a:xfrm>
              <a:off x="8941268" y="1950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3" name="pt40313"/>
            <p:cNvSpPr/>
            <p:nvPr/>
          </p:nvSpPr>
          <p:spPr>
            <a:xfrm>
              <a:off x="8550210" y="25612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4" name="pt40314"/>
            <p:cNvSpPr/>
            <p:nvPr/>
          </p:nvSpPr>
          <p:spPr>
            <a:xfrm>
              <a:off x="9104672" y="21747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5" name="pt40315"/>
            <p:cNvSpPr/>
            <p:nvPr/>
          </p:nvSpPr>
          <p:spPr>
            <a:xfrm>
              <a:off x="8777185" y="23972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6" name="pt40316"/>
            <p:cNvSpPr/>
            <p:nvPr/>
          </p:nvSpPr>
          <p:spPr>
            <a:xfrm>
              <a:off x="8765338" y="20399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7" name="pt40317"/>
            <p:cNvSpPr/>
            <p:nvPr/>
          </p:nvSpPr>
          <p:spPr>
            <a:xfrm>
              <a:off x="8752612" y="21907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8" name="pt40318"/>
            <p:cNvSpPr/>
            <p:nvPr/>
          </p:nvSpPr>
          <p:spPr>
            <a:xfrm>
              <a:off x="9425448" y="18024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9" name="pt40319"/>
            <p:cNvSpPr/>
            <p:nvPr/>
          </p:nvSpPr>
          <p:spPr>
            <a:xfrm>
              <a:off x="8960020" y="22149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0" name="pt40320"/>
            <p:cNvSpPr/>
            <p:nvPr/>
          </p:nvSpPr>
          <p:spPr>
            <a:xfrm>
              <a:off x="9828342" y="22050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1" name="pt40321"/>
            <p:cNvSpPr/>
            <p:nvPr/>
          </p:nvSpPr>
          <p:spPr>
            <a:xfrm>
              <a:off x="8312152" y="25552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2" name="pt40322"/>
            <p:cNvSpPr/>
            <p:nvPr/>
          </p:nvSpPr>
          <p:spPr>
            <a:xfrm>
              <a:off x="8949856" y="21100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3" name="pt40323"/>
            <p:cNvSpPr/>
            <p:nvPr/>
          </p:nvSpPr>
          <p:spPr>
            <a:xfrm>
              <a:off x="9196093" y="2206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4" name="pt40324"/>
            <p:cNvSpPr/>
            <p:nvPr/>
          </p:nvSpPr>
          <p:spPr>
            <a:xfrm>
              <a:off x="8527280" y="25369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5" name="pt40325"/>
            <p:cNvSpPr/>
            <p:nvPr/>
          </p:nvSpPr>
          <p:spPr>
            <a:xfrm>
              <a:off x="9044150" y="19615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6" name="pt40326"/>
            <p:cNvSpPr/>
            <p:nvPr/>
          </p:nvSpPr>
          <p:spPr>
            <a:xfrm>
              <a:off x="8500809" y="25549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7" name="pt40327"/>
            <p:cNvSpPr/>
            <p:nvPr/>
          </p:nvSpPr>
          <p:spPr>
            <a:xfrm>
              <a:off x="9485353" y="25279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8" name="pt40328"/>
            <p:cNvSpPr/>
            <p:nvPr/>
          </p:nvSpPr>
          <p:spPr>
            <a:xfrm>
              <a:off x="8947749" y="21944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9" name="pt40329"/>
            <p:cNvSpPr/>
            <p:nvPr/>
          </p:nvSpPr>
          <p:spPr>
            <a:xfrm>
              <a:off x="9196093" y="2211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0" name="pt40330"/>
            <p:cNvSpPr/>
            <p:nvPr/>
          </p:nvSpPr>
          <p:spPr>
            <a:xfrm>
              <a:off x="8527280" y="26237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1" name="pt40331"/>
            <p:cNvSpPr/>
            <p:nvPr/>
          </p:nvSpPr>
          <p:spPr>
            <a:xfrm>
              <a:off x="8669239" y="21583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2" name="pt40332"/>
            <p:cNvSpPr/>
            <p:nvPr/>
          </p:nvSpPr>
          <p:spPr>
            <a:xfrm>
              <a:off x="8887406" y="18287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3" name="pt40333"/>
            <p:cNvSpPr/>
            <p:nvPr/>
          </p:nvSpPr>
          <p:spPr>
            <a:xfrm>
              <a:off x="8777185" y="23086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4" name="pt40334"/>
            <p:cNvSpPr/>
            <p:nvPr/>
          </p:nvSpPr>
          <p:spPr>
            <a:xfrm>
              <a:off x="9457237" y="21723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5" name="pt40335"/>
            <p:cNvSpPr/>
            <p:nvPr/>
          </p:nvSpPr>
          <p:spPr>
            <a:xfrm>
              <a:off x="8826587" y="22548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6" name="pt40336"/>
            <p:cNvSpPr/>
            <p:nvPr/>
          </p:nvSpPr>
          <p:spPr>
            <a:xfrm>
              <a:off x="8893328" y="15916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7" name="pt40337"/>
            <p:cNvSpPr/>
            <p:nvPr/>
          </p:nvSpPr>
          <p:spPr>
            <a:xfrm>
              <a:off x="8312152" y="24811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8" name="pt40338"/>
            <p:cNvSpPr/>
            <p:nvPr/>
          </p:nvSpPr>
          <p:spPr>
            <a:xfrm>
              <a:off x="9169122" y="19704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9" name="pt40339"/>
            <p:cNvSpPr/>
            <p:nvPr/>
          </p:nvSpPr>
          <p:spPr>
            <a:xfrm>
              <a:off x="8777185" y="23125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0" name="pt40340"/>
            <p:cNvSpPr/>
            <p:nvPr/>
          </p:nvSpPr>
          <p:spPr>
            <a:xfrm>
              <a:off x="8817779" y="21704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1" name="pt40341"/>
            <p:cNvSpPr/>
            <p:nvPr/>
          </p:nvSpPr>
          <p:spPr>
            <a:xfrm>
              <a:off x="8469500" y="21704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2" name="pt40342"/>
            <p:cNvSpPr/>
            <p:nvPr/>
          </p:nvSpPr>
          <p:spPr>
            <a:xfrm>
              <a:off x="9044150" y="18482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3" name="pt40343"/>
            <p:cNvSpPr/>
            <p:nvPr/>
          </p:nvSpPr>
          <p:spPr>
            <a:xfrm>
              <a:off x="8619838" y="24493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4" name="pt40344"/>
            <p:cNvSpPr/>
            <p:nvPr/>
          </p:nvSpPr>
          <p:spPr>
            <a:xfrm>
              <a:off x="8893328" y="18908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5" name="pt40345"/>
            <p:cNvSpPr/>
            <p:nvPr/>
          </p:nvSpPr>
          <p:spPr>
            <a:xfrm>
              <a:off x="9177111" y="19477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6" name="pt40346"/>
            <p:cNvSpPr/>
            <p:nvPr/>
          </p:nvSpPr>
          <p:spPr>
            <a:xfrm>
              <a:off x="8679650" y="23689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7" name="pt40347"/>
            <p:cNvSpPr/>
            <p:nvPr/>
          </p:nvSpPr>
          <p:spPr>
            <a:xfrm>
              <a:off x="8990670" y="18124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8" name="pt40348"/>
            <p:cNvSpPr/>
            <p:nvPr/>
          </p:nvSpPr>
          <p:spPr>
            <a:xfrm>
              <a:off x="9509103" y="20649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9" name="pt40349"/>
            <p:cNvSpPr/>
            <p:nvPr/>
          </p:nvSpPr>
          <p:spPr>
            <a:xfrm>
              <a:off x="8723925" y="22191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0" name="pt40350"/>
            <p:cNvSpPr/>
            <p:nvPr/>
          </p:nvSpPr>
          <p:spPr>
            <a:xfrm>
              <a:off x="8312152" y="23688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1" name="pt40351"/>
            <p:cNvSpPr/>
            <p:nvPr/>
          </p:nvSpPr>
          <p:spPr>
            <a:xfrm>
              <a:off x="8619838" y="22995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2" name="pt40352"/>
            <p:cNvSpPr/>
            <p:nvPr/>
          </p:nvSpPr>
          <p:spPr>
            <a:xfrm>
              <a:off x="8945616" y="21087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3" name="pt40353"/>
            <p:cNvSpPr/>
            <p:nvPr/>
          </p:nvSpPr>
          <p:spPr>
            <a:xfrm>
              <a:off x="8500809" y="26111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4" name="pt40354"/>
            <p:cNvSpPr/>
            <p:nvPr/>
          </p:nvSpPr>
          <p:spPr>
            <a:xfrm>
              <a:off x="9064645" y="19547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5" name="pt40355"/>
            <p:cNvSpPr/>
            <p:nvPr/>
          </p:nvSpPr>
          <p:spPr>
            <a:xfrm>
              <a:off x="8965842" y="21621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6" name="pt40356"/>
            <p:cNvSpPr/>
            <p:nvPr/>
          </p:nvSpPr>
          <p:spPr>
            <a:xfrm>
              <a:off x="9207674" y="18120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7" name="pt40357"/>
            <p:cNvSpPr/>
            <p:nvPr/>
          </p:nvSpPr>
          <p:spPr>
            <a:xfrm>
              <a:off x="9044150" y="1754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8" name="pt40358"/>
            <p:cNvSpPr/>
            <p:nvPr/>
          </p:nvSpPr>
          <p:spPr>
            <a:xfrm>
              <a:off x="8312152" y="25479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9" name="pt40359"/>
            <p:cNvSpPr/>
            <p:nvPr/>
          </p:nvSpPr>
          <p:spPr>
            <a:xfrm>
              <a:off x="9178775" y="19517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0" name="pt40360"/>
            <p:cNvSpPr/>
            <p:nvPr/>
          </p:nvSpPr>
          <p:spPr>
            <a:xfrm>
              <a:off x="9077064" y="19672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1" name="pt40361"/>
            <p:cNvSpPr/>
            <p:nvPr/>
          </p:nvSpPr>
          <p:spPr>
            <a:xfrm>
              <a:off x="8961983" y="23293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2" name="pt40362"/>
            <p:cNvSpPr/>
            <p:nvPr/>
          </p:nvSpPr>
          <p:spPr>
            <a:xfrm>
              <a:off x="9636399" y="22748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3" name="pt40363"/>
            <p:cNvSpPr/>
            <p:nvPr/>
          </p:nvSpPr>
          <p:spPr>
            <a:xfrm>
              <a:off x="9750516" y="20860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4" name="pt40364"/>
            <p:cNvSpPr/>
            <p:nvPr/>
          </p:nvSpPr>
          <p:spPr>
            <a:xfrm>
              <a:off x="8646309" y="24457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5" name="pt40365"/>
            <p:cNvSpPr/>
            <p:nvPr/>
          </p:nvSpPr>
          <p:spPr>
            <a:xfrm>
              <a:off x="8932228" y="19729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6" name="pt40366"/>
            <p:cNvSpPr/>
            <p:nvPr/>
          </p:nvSpPr>
          <p:spPr>
            <a:xfrm>
              <a:off x="8381780" y="22393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7" name="pt40367"/>
            <p:cNvSpPr/>
            <p:nvPr/>
          </p:nvSpPr>
          <p:spPr>
            <a:xfrm>
              <a:off x="9102103" y="20445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8" name="pt40368"/>
            <p:cNvSpPr/>
            <p:nvPr/>
          </p:nvSpPr>
          <p:spPr>
            <a:xfrm>
              <a:off x="8777185" y="22867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9" name="pt40369"/>
            <p:cNvSpPr/>
            <p:nvPr/>
          </p:nvSpPr>
          <p:spPr>
            <a:xfrm>
              <a:off x="8500809" y="25384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0" name="pt40370"/>
            <p:cNvSpPr/>
            <p:nvPr/>
          </p:nvSpPr>
          <p:spPr>
            <a:xfrm>
              <a:off x="8798679" y="22870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1" name="pt40371"/>
            <p:cNvSpPr/>
            <p:nvPr/>
          </p:nvSpPr>
          <p:spPr>
            <a:xfrm>
              <a:off x="8745877" y="23544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2" name="pt40372"/>
            <p:cNvSpPr/>
            <p:nvPr/>
          </p:nvSpPr>
          <p:spPr>
            <a:xfrm>
              <a:off x="8884367" y="20607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3" name="pt40373"/>
            <p:cNvSpPr/>
            <p:nvPr/>
          </p:nvSpPr>
          <p:spPr>
            <a:xfrm>
              <a:off x="8570436" y="25617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4" name="pt40374"/>
            <p:cNvSpPr/>
            <p:nvPr/>
          </p:nvSpPr>
          <p:spPr>
            <a:xfrm>
              <a:off x="8798679" y="21715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5" name="pt40375"/>
            <p:cNvSpPr/>
            <p:nvPr/>
          </p:nvSpPr>
          <p:spPr>
            <a:xfrm>
              <a:off x="9207674" y="16515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6" name="pt40376"/>
            <p:cNvSpPr/>
            <p:nvPr/>
          </p:nvSpPr>
          <p:spPr>
            <a:xfrm>
              <a:off x="8884367" y="20343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7" name="pt40377"/>
            <p:cNvSpPr/>
            <p:nvPr/>
          </p:nvSpPr>
          <p:spPr>
            <a:xfrm>
              <a:off x="9044150" y="1798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8" name="pt40378"/>
            <p:cNvSpPr/>
            <p:nvPr/>
          </p:nvSpPr>
          <p:spPr>
            <a:xfrm>
              <a:off x="9474060" y="22806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9" name="pt40379"/>
            <p:cNvSpPr/>
            <p:nvPr/>
          </p:nvSpPr>
          <p:spPr>
            <a:xfrm>
              <a:off x="8782816" y="22022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0" name="pt40380"/>
            <p:cNvSpPr/>
            <p:nvPr/>
          </p:nvSpPr>
          <p:spPr>
            <a:xfrm>
              <a:off x="9077064" y="21221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1" name="pt40381"/>
            <p:cNvSpPr/>
            <p:nvPr/>
          </p:nvSpPr>
          <p:spPr>
            <a:xfrm>
              <a:off x="8658156" y="24288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2" name="pt40382"/>
            <p:cNvSpPr/>
            <p:nvPr/>
          </p:nvSpPr>
          <p:spPr>
            <a:xfrm>
              <a:off x="9436506" y="22167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3" name="pt40383"/>
            <p:cNvSpPr/>
            <p:nvPr/>
          </p:nvSpPr>
          <p:spPr>
            <a:xfrm>
              <a:off x="8312152" y="22147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4" name="pt40384"/>
            <p:cNvSpPr/>
            <p:nvPr/>
          </p:nvSpPr>
          <p:spPr>
            <a:xfrm>
              <a:off x="9123951" y="22149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5" name="pt40385"/>
            <p:cNvSpPr/>
            <p:nvPr/>
          </p:nvSpPr>
          <p:spPr>
            <a:xfrm>
              <a:off x="8854280" y="20584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6" name="pt40386"/>
            <p:cNvSpPr/>
            <p:nvPr/>
          </p:nvSpPr>
          <p:spPr>
            <a:xfrm>
              <a:off x="8971473" y="23081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7" name="pt40387"/>
            <p:cNvSpPr/>
            <p:nvPr/>
          </p:nvSpPr>
          <p:spPr>
            <a:xfrm>
              <a:off x="9151289" y="20818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8" name="pt40388"/>
            <p:cNvSpPr/>
            <p:nvPr/>
          </p:nvSpPr>
          <p:spPr>
            <a:xfrm>
              <a:off x="9087709" y="20070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9" name="pt40389"/>
            <p:cNvSpPr/>
            <p:nvPr/>
          </p:nvSpPr>
          <p:spPr>
            <a:xfrm>
              <a:off x="8956027" y="21850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0" name="pt40390"/>
            <p:cNvSpPr/>
            <p:nvPr/>
          </p:nvSpPr>
          <p:spPr>
            <a:xfrm>
              <a:off x="9277923" y="20374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1" name="pt40391"/>
            <p:cNvSpPr/>
            <p:nvPr/>
          </p:nvSpPr>
          <p:spPr>
            <a:xfrm>
              <a:off x="8881273" y="22075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2" name="pt40392"/>
            <p:cNvSpPr/>
            <p:nvPr/>
          </p:nvSpPr>
          <p:spPr>
            <a:xfrm>
              <a:off x="8500809" y="27693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3" name="pt40393"/>
            <p:cNvSpPr/>
            <p:nvPr/>
          </p:nvSpPr>
          <p:spPr>
            <a:xfrm>
              <a:off x="9352841" y="2187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4" name="pt40394"/>
            <p:cNvSpPr/>
            <p:nvPr/>
          </p:nvSpPr>
          <p:spPr>
            <a:xfrm>
              <a:off x="8817779" y="21051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5" name="pt40395"/>
            <p:cNvSpPr/>
            <p:nvPr/>
          </p:nvSpPr>
          <p:spPr>
            <a:xfrm>
              <a:off x="8658156" y="2368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6" name="pt40396"/>
            <p:cNvSpPr/>
            <p:nvPr/>
          </p:nvSpPr>
          <p:spPr>
            <a:xfrm>
              <a:off x="8381780" y="22686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7" name="pt40397"/>
            <p:cNvSpPr/>
            <p:nvPr/>
          </p:nvSpPr>
          <p:spPr>
            <a:xfrm>
              <a:off x="8707558" y="22964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8" name="pt40398"/>
            <p:cNvSpPr/>
            <p:nvPr/>
          </p:nvSpPr>
          <p:spPr>
            <a:xfrm>
              <a:off x="8971473" y="22407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9" name="pt40399"/>
            <p:cNvSpPr/>
            <p:nvPr/>
          </p:nvSpPr>
          <p:spPr>
            <a:xfrm>
              <a:off x="8619838" y="22688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0" name="pt40400"/>
            <p:cNvSpPr/>
            <p:nvPr/>
          </p:nvSpPr>
          <p:spPr>
            <a:xfrm>
              <a:off x="8312152" y="24079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1" name="pt40401"/>
            <p:cNvSpPr/>
            <p:nvPr/>
          </p:nvSpPr>
          <p:spPr>
            <a:xfrm>
              <a:off x="9279466" y="19981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2" name="pt40402"/>
            <p:cNvSpPr/>
            <p:nvPr/>
          </p:nvSpPr>
          <p:spPr>
            <a:xfrm>
              <a:off x="8976925" y="22203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3" name="pt40403"/>
            <p:cNvSpPr/>
            <p:nvPr/>
          </p:nvSpPr>
          <p:spPr>
            <a:xfrm>
              <a:off x="8469500" y="2214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4" name="pt40404"/>
            <p:cNvSpPr/>
            <p:nvPr/>
          </p:nvSpPr>
          <p:spPr>
            <a:xfrm>
              <a:off x="8868306" y="21855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5" name="pt40405"/>
            <p:cNvSpPr/>
            <p:nvPr/>
          </p:nvSpPr>
          <p:spPr>
            <a:xfrm>
              <a:off x="8550210" y="25659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6" name="pt40406"/>
            <p:cNvSpPr/>
            <p:nvPr/>
          </p:nvSpPr>
          <p:spPr>
            <a:xfrm>
              <a:off x="9461227" y="24892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7" name="pt40407"/>
            <p:cNvSpPr/>
            <p:nvPr/>
          </p:nvSpPr>
          <p:spPr>
            <a:xfrm>
              <a:off x="8312152" y="24843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8" name="pt40408"/>
            <p:cNvSpPr/>
            <p:nvPr/>
          </p:nvSpPr>
          <p:spPr>
            <a:xfrm>
              <a:off x="9301626" y="21156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9" name="pt40409"/>
            <p:cNvSpPr/>
            <p:nvPr/>
          </p:nvSpPr>
          <p:spPr>
            <a:xfrm>
              <a:off x="8679650" y="23966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0" name="pt40410"/>
            <p:cNvSpPr/>
            <p:nvPr/>
          </p:nvSpPr>
          <p:spPr>
            <a:xfrm>
              <a:off x="8658156" y="24558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1" name="pt40411"/>
            <p:cNvSpPr/>
            <p:nvPr/>
          </p:nvSpPr>
          <p:spPr>
            <a:xfrm>
              <a:off x="9004922" y="18894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2" name="pt40412"/>
            <p:cNvSpPr/>
            <p:nvPr/>
          </p:nvSpPr>
          <p:spPr>
            <a:xfrm>
              <a:off x="9123951" y="21381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3" name="pt40413"/>
            <p:cNvSpPr/>
            <p:nvPr/>
          </p:nvSpPr>
          <p:spPr>
            <a:xfrm>
              <a:off x="8715936" y="21562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4" name="pt40414"/>
            <p:cNvSpPr/>
            <p:nvPr/>
          </p:nvSpPr>
          <p:spPr>
            <a:xfrm>
              <a:off x="8469500" y="24688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5" name="pt40415"/>
            <p:cNvSpPr/>
            <p:nvPr/>
          </p:nvSpPr>
          <p:spPr>
            <a:xfrm>
              <a:off x="9186336" y="22489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6" name="pt40416"/>
            <p:cNvSpPr/>
            <p:nvPr/>
          </p:nvSpPr>
          <p:spPr>
            <a:xfrm>
              <a:off x="8469500" y="22010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7" name="pt40417"/>
            <p:cNvSpPr/>
            <p:nvPr/>
          </p:nvSpPr>
          <p:spPr>
            <a:xfrm>
              <a:off x="9047741" y="2049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8" name="pt40418"/>
            <p:cNvSpPr/>
            <p:nvPr/>
          </p:nvSpPr>
          <p:spPr>
            <a:xfrm>
              <a:off x="9259278" y="21650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9" name="pt40419"/>
            <p:cNvSpPr/>
            <p:nvPr/>
          </p:nvSpPr>
          <p:spPr>
            <a:xfrm>
              <a:off x="8646309" y="25304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0" name="pt40420"/>
            <p:cNvSpPr/>
            <p:nvPr/>
          </p:nvSpPr>
          <p:spPr>
            <a:xfrm>
              <a:off x="8861436" y="18963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1" name="pt40421"/>
            <p:cNvSpPr/>
            <p:nvPr/>
          </p:nvSpPr>
          <p:spPr>
            <a:xfrm>
              <a:off x="8765338" y="21277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2" name="pt40422"/>
            <p:cNvSpPr/>
            <p:nvPr/>
          </p:nvSpPr>
          <p:spPr>
            <a:xfrm>
              <a:off x="9062485" y="18889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3" name="pt40423"/>
            <p:cNvSpPr/>
            <p:nvPr/>
          </p:nvSpPr>
          <p:spPr>
            <a:xfrm>
              <a:off x="8588529" y="2303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4" name="pt40424"/>
            <p:cNvSpPr/>
            <p:nvPr/>
          </p:nvSpPr>
          <p:spPr>
            <a:xfrm>
              <a:off x="8861436" y="19689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5" name="pt40425"/>
            <p:cNvSpPr/>
            <p:nvPr/>
          </p:nvSpPr>
          <p:spPr>
            <a:xfrm>
              <a:off x="8881273" y="21578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6" name="pt40426"/>
            <p:cNvSpPr/>
            <p:nvPr/>
          </p:nvSpPr>
          <p:spPr>
            <a:xfrm>
              <a:off x="8834965" y="20644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7" name="pt40427"/>
            <p:cNvSpPr/>
            <p:nvPr/>
          </p:nvSpPr>
          <p:spPr>
            <a:xfrm>
              <a:off x="8469500" y="23739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8" name="pt40428"/>
            <p:cNvSpPr/>
            <p:nvPr/>
          </p:nvSpPr>
          <p:spPr>
            <a:xfrm>
              <a:off x="8312152" y="20996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9" name="pt40429"/>
            <p:cNvSpPr/>
            <p:nvPr/>
          </p:nvSpPr>
          <p:spPr>
            <a:xfrm>
              <a:off x="8646309" y="25141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0" name="pt40430"/>
            <p:cNvSpPr/>
            <p:nvPr/>
          </p:nvSpPr>
          <p:spPr>
            <a:xfrm>
              <a:off x="9486369" y="25070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1" name="pt40431"/>
            <p:cNvSpPr/>
            <p:nvPr/>
          </p:nvSpPr>
          <p:spPr>
            <a:xfrm>
              <a:off x="9232403" y="20266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2" name="pt40432"/>
            <p:cNvSpPr/>
            <p:nvPr/>
          </p:nvSpPr>
          <p:spPr>
            <a:xfrm>
              <a:off x="9027663" y="1888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3" name="pt40433"/>
            <p:cNvSpPr/>
            <p:nvPr/>
          </p:nvSpPr>
          <p:spPr>
            <a:xfrm>
              <a:off x="8890393" y="21597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4" name="pt40434"/>
            <p:cNvSpPr/>
            <p:nvPr/>
          </p:nvSpPr>
          <p:spPr>
            <a:xfrm>
              <a:off x="8431181" y="24046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5" name="pt40435"/>
            <p:cNvSpPr/>
            <p:nvPr/>
          </p:nvSpPr>
          <p:spPr>
            <a:xfrm>
              <a:off x="8980466" y="20666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6" name="pt40436"/>
            <p:cNvSpPr/>
            <p:nvPr/>
          </p:nvSpPr>
          <p:spPr>
            <a:xfrm>
              <a:off x="9226651" y="20370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7" name="pt40437"/>
            <p:cNvSpPr/>
            <p:nvPr/>
          </p:nvSpPr>
          <p:spPr>
            <a:xfrm>
              <a:off x="9247109" y="20000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8" name="pt40438"/>
            <p:cNvSpPr/>
            <p:nvPr/>
          </p:nvSpPr>
          <p:spPr>
            <a:xfrm>
              <a:off x="9573129" y="23453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9" name="pt40439"/>
            <p:cNvSpPr/>
            <p:nvPr/>
          </p:nvSpPr>
          <p:spPr>
            <a:xfrm>
              <a:off x="9010896" y="18014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0" name="pt40440"/>
            <p:cNvSpPr/>
            <p:nvPr/>
          </p:nvSpPr>
          <p:spPr>
            <a:xfrm>
              <a:off x="8381780" y="24700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1" name="pt40441"/>
            <p:cNvSpPr/>
            <p:nvPr/>
          </p:nvSpPr>
          <p:spPr>
            <a:xfrm>
              <a:off x="8917708" y="19906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2" name="pt40442"/>
            <p:cNvSpPr/>
            <p:nvPr/>
          </p:nvSpPr>
          <p:spPr>
            <a:xfrm>
              <a:off x="8731558" y="19321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3" name="pt40443"/>
            <p:cNvSpPr/>
            <p:nvPr/>
          </p:nvSpPr>
          <p:spPr>
            <a:xfrm>
              <a:off x="8941268" y="1941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4" name="pt40444"/>
            <p:cNvSpPr/>
            <p:nvPr/>
          </p:nvSpPr>
          <p:spPr>
            <a:xfrm>
              <a:off x="9667785" y="24438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5" name="pt40445"/>
            <p:cNvSpPr/>
            <p:nvPr/>
          </p:nvSpPr>
          <p:spPr>
            <a:xfrm>
              <a:off x="8669239" y="23979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6" name="pt40446"/>
            <p:cNvSpPr/>
            <p:nvPr/>
          </p:nvSpPr>
          <p:spPr>
            <a:xfrm>
              <a:off x="8963923" y="2257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7" name="pt40447"/>
            <p:cNvSpPr/>
            <p:nvPr/>
          </p:nvSpPr>
          <p:spPr>
            <a:xfrm>
              <a:off x="9126964" y="20214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8" name="pt40448"/>
            <p:cNvSpPr/>
            <p:nvPr/>
          </p:nvSpPr>
          <p:spPr>
            <a:xfrm>
              <a:off x="9146692" y="20679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9" name="pt40449"/>
            <p:cNvSpPr/>
            <p:nvPr/>
          </p:nvSpPr>
          <p:spPr>
            <a:xfrm>
              <a:off x="8978704" y="20613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0" name="pt40450"/>
            <p:cNvSpPr/>
            <p:nvPr/>
          </p:nvSpPr>
          <p:spPr>
            <a:xfrm>
              <a:off x="8759093" y="20680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1" name="pt40451"/>
            <p:cNvSpPr/>
            <p:nvPr/>
          </p:nvSpPr>
          <p:spPr>
            <a:xfrm>
              <a:off x="9654477" y="1872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2" name="pt40452"/>
            <p:cNvSpPr/>
            <p:nvPr/>
          </p:nvSpPr>
          <p:spPr>
            <a:xfrm>
              <a:off x="9581160" y="24599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3" name="pt40453"/>
            <p:cNvSpPr/>
            <p:nvPr/>
          </p:nvSpPr>
          <p:spPr>
            <a:xfrm>
              <a:off x="9076063" y="1771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4" name="pt40454"/>
            <p:cNvSpPr/>
            <p:nvPr/>
          </p:nvSpPr>
          <p:spPr>
            <a:xfrm>
              <a:off x="9098616" y="19776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5" name="pt40455"/>
            <p:cNvSpPr/>
            <p:nvPr/>
          </p:nvSpPr>
          <p:spPr>
            <a:xfrm>
              <a:off x="9177111" y="18886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6" name="pt40456"/>
            <p:cNvSpPr/>
            <p:nvPr/>
          </p:nvSpPr>
          <p:spPr>
            <a:xfrm>
              <a:off x="8698750" y="21802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7" name="pt40457"/>
            <p:cNvSpPr/>
            <p:nvPr/>
          </p:nvSpPr>
          <p:spPr>
            <a:xfrm>
              <a:off x="8633583" y="22527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8" name="pt40458"/>
            <p:cNvSpPr/>
            <p:nvPr/>
          </p:nvSpPr>
          <p:spPr>
            <a:xfrm>
              <a:off x="8312152" y="24386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9" name="pt40459"/>
            <p:cNvSpPr/>
            <p:nvPr/>
          </p:nvSpPr>
          <p:spPr>
            <a:xfrm>
              <a:off x="8771364" y="23026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0" name="pt40460"/>
            <p:cNvSpPr/>
            <p:nvPr/>
          </p:nvSpPr>
          <p:spPr>
            <a:xfrm>
              <a:off x="9186336" y="22523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1" name="pt40461"/>
            <p:cNvSpPr/>
            <p:nvPr/>
          </p:nvSpPr>
          <p:spPr>
            <a:xfrm>
              <a:off x="8619838" y="2357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2" name="pt40462"/>
            <p:cNvSpPr/>
            <p:nvPr/>
          </p:nvSpPr>
          <p:spPr>
            <a:xfrm>
              <a:off x="8987335" y="19625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3" name="pt40463"/>
            <p:cNvSpPr/>
            <p:nvPr/>
          </p:nvSpPr>
          <p:spPr>
            <a:xfrm>
              <a:off x="8731558" y="24315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4" name="pt40464"/>
            <p:cNvSpPr/>
            <p:nvPr/>
          </p:nvSpPr>
          <p:spPr>
            <a:xfrm>
              <a:off x="9179876" y="19117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5" name="pt40465"/>
            <p:cNvSpPr/>
            <p:nvPr/>
          </p:nvSpPr>
          <p:spPr>
            <a:xfrm>
              <a:off x="8715936" y="20548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6" name="pt40466"/>
            <p:cNvSpPr/>
            <p:nvPr/>
          </p:nvSpPr>
          <p:spPr>
            <a:xfrm>
              <a:off x="9259623" y="19829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7" name="pt40467"/>
            <p:cNvSpPr/>
            <p:nvPr/>
          </p:nvSpPr>
          <p:spPr>
            <a:xfrm>
              <a:off x="9215429" y="19382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8" name="pt40468"/>
            <p:cNvSpPr/>
            <p:nvPr/>
          </p:nvSpPr>
          <p:spPr>
            <a:xfrm>
              <a:off x="8893328" y="19427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9" name="pt40469"/>
            <p:cNvSpPr/>
            <p:nvPr/>
          </p:nvSpPr>
          <p:spPr>
            <a:xfrm>
              <a:off x="8500809" y="2592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0" name="pt40470"/>
            <p:cNvSpPr/>
            <p:nvPr/>
          </p:nvSpPr>
          <p:spPr>
            <a:xfrm>
              <a:off x="8817779" y="21643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1" name="pt40471"/>
            <p:cNvSpPr/>
            <p:nvPr/>
          </p:nvSpPr>
          <p:spPr>
            <a:xfrm>
              <a:off x="9031610" y="18571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2" name="pt40472"/>
            <p:cNvSpPr/>
            <p:nvPr/>
          </p:nvSpPr>
          <p:spPr>
            <a:xfrm>
              <a:off x="8658156" y="2368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3" name="pt40473"/>
            <p:cNvSpPr/>
            <p:nvPr/>
          </p:nvSpPr>
          <p:spPr>
            <a:xfrm>
              <a:off x="8932228" y="19417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4" name="pt40474"/>
            <p:cNvSpPr/>
            <p:nvPr/>
          </p:nvSpPr>
          <p:spPr>
            <a:xfrm>
              <a:off x="8850587" y="20791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5" name="pt40475"/>
            <p:cNvSpPr/>
            <p:nvPr/>
          </p:nvSpPr>
          <p:spPr>
            <a:xfrm>
              <a:off x="9237969" y="19620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6" name="pt40476"/>
            <p:cNvSpPr/>
            <p:nvPr/>
          </p:nvSpPr>
          <p:spPr>
            <a:xfrm>
              <a:off x="9185276" y="24107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7" name="pt40477"/>
            <p:cNvSpPr/>
            <p:nvPr/>
          </p:nvSpPr>
          <p:spPr>
            <a:xfrm>
              <a:off x="8817779" y="19879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8" name="pt40478"/>
            <p:cNvSpPr/>
            <p:nvPr/>
          </p:nvSpPr>
          <p:spPr>
            <a:xfrm>
              <a:off x="9032906" y="17802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9" name="pt40479"/>
            <p:cNvSpPr/>
            <p:nvPr/>
          </p:nvSpPr>
          <p:spPr>
            <a:xfrm>
              <a:off x="8381780" y="22414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0" name="pt40480"/>
            <p:cNvSpPr/>
            <p:nvPr/>
          </p:nvSpPr>
          <p:spPr>
            <a:xfrm>
              <a:off x="8689465" y="25290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1" name="pt40481"/>
            <p:cNvSpPr/>
            <p:nvPr/>
          </p:nvSpPr>
          <p:spPr>
            <a:xfrm>
              <a:off x="8752612" y="21002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2" name="pt40482"/>
            <p:cNvSpPr/>
            <p:nvPr/>
          </p:nvSpPr>
          <p:spPr>
            <a:xfrm>
              <a:off x="8381780" y="23068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3" name="pt40483"/>
            <p:cNvSpPr/>
            <p:nvPr/>
          </p:nvSpPr>
          <p:spPr>
            <a:xfrm>
              <a:off x="8312152" y="24604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4" name="pt40484"/>
            <p:cNvSpPr/>
            <p:nvPr/>
          </p:nvSpPr>
          <p:spPr>
            <a:xfrm>
              <a:off x="8839006" y="21978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5" name="pt40485"/>
            <p:cNvSpPr/>
            <p:nvPr/>
          </p:nvSpPr>
          <p:spPr>
            <a:xfrm>
              <a:off x="8550210" y="25563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6" name="pt40486"/>
            <p:cNvSpPr/>
            <p:nvPr/>
          </p:nvSpPr>
          <p:spPr>
            <a:xfrm>
              <a:off x="9286979" y="18302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7" name="pt40487"/>
            <p:cNvSpPr/>
            <p:nvPr/>
          </p:nvSpPr>
          <p:spPr>
            <a:xfrm>
              <a:off x="8920215" y="20920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8" name="pt40488"/>
            <p:cNvSpPr/>
            <p:nvPr/>
          </p:nvSpPr>
          <p:spPr>
            <a:xfrm>
              <a:off x="8813199" y="21324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9" name="pt40489"/>
            <p:cNvSpPr/>
            <p:nvPr/>
          </p:nvSpPr>
          <p:spPr>
            <a:xfrm>
              <a:off x="9067835" y="18234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0" name="pt40490"/>
            <p:cNvSpPr/>
            <p:nvPr/>
          </p:nvSpPr>
          <p:spPr>
            <a:xfrm>
              <a:off x="8646309" y="24076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1" name="pt40491"/>
            <p:cNvSpPr/>
            <p:nvPr/>
          </p:nvSpPr>
          <p:spPr>
            <a:xfrm>
              <a:off x="8312152" y="23991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2" name="pt40492"/>
            <p:cNvSpPr/>
            <p:nvPr/>
          </p:nvSpPr>
          <p:spPr>
            <a:xfrm>
              <a:off x="8619838" y="23601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3" name="pt40493"/>
            <p:cNvSpPr/>
            <p:nvPr/>
          </p:nvSpPr>
          <p:spPr>
            <a:xfrm>
              <a:off x="9111342" y="20819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4" name="pt40494"/>
            <p:cNvSpPr/>
            <p:nvPr/>
          </p:nvSpPr>
          <p:spPr>
            <a:xfrm>
              <a:off x="8550210" y="26733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5" name="pt40495"/>
            <p:cNvSpPr/>
            <p:nvPr/>
          </p:nvSpPr>
          <p:spPr>
            <a:xfrm>
              <a:off x="9068885" y="1737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6" name="pt40496"/>
            <p:cNvSpPr/>
            <p:nvPr/>
          </p:nvSpPr>
          <p:spPr>
            <a:xfrm>
              <a:off x="8312152" y="25001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7" name="pt40497"/>
            <p:cNvSpPr/>
            <p:nvPr/>
          </p:nvSpPr>
          <p:spPr>
            <a:xfrm>
              <a:off x="8550210" y="25674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8" name="pt40498"/>
            <p:cNvSpPr/>
            <p:nvPr/>
          </p:nvSpPr>
          <p:spPr>
            <a:xfrm>
              <a:off x="8738867" y="21455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9" name="pt40499"/>
            <p:cNvSpPr/>
            <p:nvPr/>
          </p:nvSpPr>
          <p:spPr>
            <a:xfrm>
              <a:off x="8431181" y="24087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0" name="pt40500"/>
            <p:cNvSpPr/>
            <p:nvPr/>
          </p:nvSpPr>
          <p:spPr>
            <a:xfrm>
              <a:off x="8817779" y="22146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1" name="pt40501"/>
            <p:cNvSpPr/>
            <p:nvPr/>
          </p:nvSpPr>
          <p:spPr>
            <a:xfrm>
              <a:off x="9584728" y="21228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2" name="pt40502"/>
            <p:cNvSpPr/>
            <p:nvPr/>
          </p:nvSpPr>
          <p:spPr>
            <a:xfrm>
              <a:off x="8834965" y="20827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3" name="pt40503"/>
            <p:cNvSpPr/>
            <p:nvPr/>
          </p:nvSpPr>
          <p:spPr>
            <a:xfrm>
              <a:off x="9193072" y="21596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4" name="pt40504"/>
            <p:cNvSpPr/>
            <p:nvPr/>
          </p:nvSpPr>
          <p:spPr>
            <a:xfrm>
              <a:off x="8788268" y="2104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5" name="pt40505"/>
            <p:cNvSpPr/>
            <p:nvPr/>
          </p:nvSpPr>
          <p:spPr>
            <a:xfrm>
              <a:off x="8500809" y="25784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6" name="pt40506"/>
            <p:cNvSpPr/>
            <p:nvPr/>
          </p:nvSpPr>
          <p:spPr>
            <a:xfrm>
              <a:off x="9256140" y="20805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7" name="pt40507"/>
            <p:cNvSpPr/>
            <p:nvPr/>
          </p:nvSpPr>
          <p:spPr>
            <a:xfrm>
              <a:off x="9007935" y="20778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8" name="pt40508"/>
            <p:cNvSpPr/>
            <p:nvPr/>
          </p:nvSpPr>
          <p:spPr>
            <a:xfrm>
              <a:off x="8679650" y="23917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9" name="pt40509"/>
            <p:cNvSpPr/>
            <p:nvPr/>
          </p:nvSpPr>
          <p:spPr>
            <a:xfrm>
              <a:off x="8658156" y="24308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0" name="pt40510"/>
            <p:cNvSpPr/>
            <p:nvPr/>
          </p:nvSpPr>
          <p:spPr>
            <a:xfrm>
              <a:off x="8738867" y="19522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1" name="pt40511"/>
            <p:cNvSpPr/>
            <p:nvPr/>
          </p:nvSpPr>
          <p:spPr>
            <a:xfrm>
              <a:off x="8500809" y="25096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2" name="pt40512"/>
            <p:cNvSpPr/>
            <p:nvPr/>
          </p:nvSpPr>
          <p:spPr>
            <a:xfrm>
              <a:off x="8864906" y="18684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3" name="pt40513"/>
            <p:cNvSpPr/>
            <p:nvPr/>
          </p:nvSpPr>
          <p:spPr>
            <a:xfrm>
              <a:off x="8669239" y="22337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4" name="pt40514"/>
            <p:cNvSpPr/>
            <p:nvPr/>
          </p:nvSpPr>
          <p:spPr>
            <a:xfrm>
              <a:off x="8469500" y="23029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5" name="pt40515"/>
            <p:cNvSpPr/>
            <p:nvPr/>
          </p:nvSpPr>
          <p:spPr>
            <a:xfrm>
              <a:off x="9126964" y="20247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6" name="pt40516"/>
            <p:cNvSpPr/>
            <p:nvPr/>
          </p:nvSpPr>
          <p:spPr>
            <a:xfrm>
              <a:off x="8846813" y="20387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7" name="pt40517"/>
            <p:cNvSpPr/>
            <p:nvPr/>
          </p:nvSpPr>
          <p:spPr>
            <a:xfrm>
              <a:off x="8431181" y="24936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8" name="pt40518"/>
            <p:cNvSpPr/>
            <p:nvPr/>
          </p:nvSpPr>
          <p:spPr>
            <a:xfrm>
              <a:off x="9079049" y="19198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9" name="pt40519"/>
            <p:cNvSpPr/>
            <p:nvPr/>
          </p:nvSpPr>
          <p:spPr>
            <a:xfrm>
              <a:off x="8469500" y="24468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0" name="pt40520"/>
            <p:cNvSpPr/>
            <p:nvPr/>
          </p:nvSpPr>
          <p:spPr>
            <a:xfrm>
              <a:off x="8868306" y="22146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1" name="pt40521"/>
            <p:cNvSpPr/>
            <p:nvPr/>
          </p:nvSpPr>
          <p:spPr>
            <a:xfrm>
              <a:off x="8604896" y="23200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2" name="pt40522"/>
            <p:cNvSpPr/>
            <p:nvPr/>
          </p:nvSpPr>
          <p:spPr>
            <a:xfrm>
              <a:off x="8965842" y="22816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3" name="pt40523"/>
            <p:cNvSpPr/>
            <p:nvPr/>
          </p:nvSpPr>
          <p:spPr>
            <a:xfrm>
              <a:off x="9155766" y="18903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4" name="pt40524"/>
            <p:cNvSpPr/>
            <p:nvPr/>
          </p:nvSpPr>
          <p:spPr>
            <a:xfrm>
              <a:off x="9123951" y="20162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5" name="pt40525"/>
            <p:cNvSpPr/>
            <p:nvPr/>
          </p:nvSpPr>
          <p:spPr>
            <a:xfrm>
              <a:off x="8976925" y="22699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6" name="pt40526"/>
            <p:cNvSpPr/>
            <p:nvPr/>
          </p:nvSpPr>
          <p:spPr>
            <a:xfrm>
              <a:off x="9050093" y="21365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7" name="pt40527"/>
            <p:cNvSpPr/>
            <p:nvPr/>
          </p:nvSpPr>
          <p:spPr>
            <a:xfrm>
              <a:off x="9316366" y="22467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8" name="pt40528"/>
            <p:cNvSpPr/>
            <p:nvPr/>
          </p:nvSpPr>
          <p:spPr>
            <a:xfrm>
              <a:off x="9242219" y="20678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9" name="pt40529"/>
            <p:cNvSpPr/>
            <p:nvPr/>
          </p:nvSpPr>
          <p:spPr>
            <a:xfrm>
              <a:off x="8500809" y="25750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0" name="pt40530"/>
            <p:cNvSpPr/>
            <p:nvPr/>
          </p:nvSpPr>
          <p:spPr>
            <a:xfrm>
              <a:off x="8932228" y="18803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1" name="pt40531"/>
            <p:cNvSpPr/>
            <p:nvPr/>
          </p:nvSpPr>
          <p:spPr>
            <a:xfrm>
              <a:off x="8956027" y="22123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2" name="pt40532"/>
            <p:cNvSpPr/>
            <p:nvPr/>
          </p:nvSpPr>
          <p:spPr>
            <a:xfrm>
              <a:off x="8689465" y="2536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3" name="pt40533"/>
            <p:cNvSpPr/>
            <p:nvPr/>
          </p:nvSpPr>
          <p:spPr>
            <a:xfrm>
              <a:off x="8826587" y="22704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4" name="pt40534"/>
            <p:cNvSpPr/>
            <p:nvPr/>
          </p:nvSpPr>
          <p:spPr>
            <a:xfrm>
              <a:off x="9031610" y="17771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5" name="pt40535"/>
            <p:cNvSpPr/>
            <p:nvPr/>
          </p:nvSpPr>
          <p:spPr>
            <a:xfrm>
              <a:off x="8633583" y="2105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6" name="pt40536"/>
            <p:cNvSpPr/>
            <p:nvPr/>
          </p:nvSpPr>
          <p:spPr>
            <a:xfrm>
              <a:off x="8834965" y="20268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7" name="pt40537"/>
            <p:cNvSpPr/>
            <p:nvPr/>
          </p:nvSpPr>
          <p:spPr>
            <a:xfrm>
              <a:off x="9126216" y="20630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8" name="pt40538"/>
            <p:cNvSpPr/>
            <p:nvPr/>
          </p:nvSpPr>
          <p:spPr>
            <a:xfrm>
              <a:off x="9898409" y="24626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9" name="pt40539"/>
            <p:cNvSpPr/>
            <p:nvPr/>
          </p:nvSpPr>
          <p:spPr>
            <a:xfrm>
              <a:off x="8932228" y="18564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0" name="pt40540"/>
            <p:cNvSpPr/>
            <p:nvPr/>
          </p:nvSpPr>
          <p:spPr>
            <a:xfrm>
              <a:off x="9146692" y="23105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1" name="pt40541"/>
            <p:cNvSpPr/>
            <p:nvPr/>
          </p:nvSpPr>
          <p:spPr>
            <a:xfrm>
              <a:off x="8527280" y="24066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2" name="pt40542"/>
            <p:cNvSpPr/>
            <p:nvPr/>
          </p:nvSpPr>
          <p:spPr>
            <a:xfrm>
              <a:off x="8881273" y="23662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3" name="pt40543"/>
            <p:cNvSpPr/>
            <p:nvPr/>
          </p:nvSpPr>
          <p:spPr>
            <a:xfrm>
              <a:off x="9275425" y="20115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4" name="pt40544"/>
            <p:cNvSpPr/>
            <p:nvPr/>
          </p:nvSpPr>
          <p:spPr>
            <a:xfrm>
              <a:off x="9427665" y="18664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5" name="pt40545"/>
            <p:cNvSpPr/>
            <p:nvPr/>
          </p:nvSpPr>
          <p:spPr>
            <a:xfrm>
              <a:off x="9874745" y="26346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6" name="pt40546"/>
            <p:cNvSpPr/>
            <p:nvPr/>
          </p:nvSpPr>
          <p:spPr>
            <a:xfrm>
              <a:off x="8312152" y="24073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7" name="pt40547"/>
            <p:cNvSpPr/>
            <p:nvPr/>
          </p:nvSpPr>
          <p:spPr>
            <a:xfrm>
              <a:off x="8312152" y="2187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8" name="pt40548"/>
            <p:cNvSpPr/>
            <p:nvPr/>
          </p:nvSpPr>
          <p:spPr>
            <a:xfrm>
              <a:off x="8947749" y="20783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9" name="pt40549"/>
            <p:cNvSpPr/>
            <p:nvPr/>
          </p:nvSpPr>
          <p:spPr>
            <a:xfrm>
              <a:off x="8842954" y="21369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0" name="pt40550"/>
            <p:cNvSpPr/>
            <p:nvPr/>
          </p:nvSpPr>
          <p:spPr>
            <a:xfrm>
              <a:off x="9546889" y="2154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1" name="pt40551"/>
            <p:cNvSpPr/>
            <p:nvPr/>
          </p:nvSpPr>
          <p:spPr>
            <a:xfrm>
              <a:off x="8752612" y="21601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2" name="pt40552"/>
            <p:cNvSpPr/>
            <p:nvPr/>
          </p:nvSpPr>
          <p:spPr>
            <a:xfrm>
              <a:off x="8917708" y="21009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3" name="pt40553"/>
            <p:cNvSpPr/>
            <p:nvPr/>
          </p:nvSpPr>
          <p:spPr>
            <a:xfrm>
              <a:off x="9079049" y="19434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4" name="pt40554"/>
            <p:cNvSpPr/>
            <p:nvPr/>
          </p:nvSpPr>
          <p:spPr>
            <a:xfrm>
              <a:off x="8550210" y="25316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5" name="pt40555"/>
            <p:cNvSpPr/>
            <p:nvPr/>
          </p:nvSpPr>
          <p:spPr>
            <a:xfrm>
              <a:off x="8381780" y="23487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6" name="pt40556"/>
            <p:cNvSpPr/>
            <p:nvPr/>
          </p:nvSpPr>
          <p:spPr>
            <a:xfrm>
              <a:off x="8669239" y="22868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7" name="pt40557"/>
            <p:cNvSpPr/>
            <p:nvPr/>
          </p:nvSpPr>
          <p:spPr>
            <a:xfrm>
              <a:off x="9185276" y="22183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8" name="pt40558"/>
            <p:cNvSpPr/>
            <p:nvPr/>
          </p:nvSpPr>
          <p:spPr>
            <a:xfrm>
              <a:off x="9100368" y="19929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9" name="pt40559"/>
            <p:cNvSpPr/>
            <p:nvPr/>
          </p:nvSpPr>
          <p:spPr>
            <a:xfrm>
              <a:off x="9522221" y="18052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0" name="pt40560"/>
            <p:cNvSpPr/>
            <p:nvPr/>
          </p:nvSpPr>
          <p:spPr>
            <a:xfrm>
              <a:off x="8980466" y="19032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1" name="pt40561"/>
            <p:cNvSpPr/>
            <p:nvPr/>
          </p:nvSpPr>
          <p:spPr>
            <a:xfrm>
              <a:off x="9126216" y="20304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2" name="pt40562"/>
            <p:cNvSpPr/>
            <p:nvPr/>
          </p:nvSpPr>
          <p:spPr>
            <a:xfrm>
              <a:off x="8949856" y="2161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3" name="pt40563"/>
            <p:cNvSpPr/>
            <p:nvPr/>
          </p:nvSpPr>
          <p:spPr>
            <a:xfrm>
              <a:off x="8868306" y="21708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4" name="pt40564"/>
            <p:cNvSpPr/>
            <p:nvPr/>
          </p:nvSpPr>
          <p:spPr>
            <a:xfrm>
              <a:off x="9266385" y="1757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5" name="pt40565"/>
            <p:cNvSpPr/>
            <p:nvPr/>
          </p:nvSpPr>
          <p:spPr>
            <a:xfrm>
              <a:off x="8874912" y="21520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6" name="pt40566"/>
            <p:cNvSpPr/>
            <p:nvPr/>
          </p:nvSpPr>
          <p:spPr>
            <a:xfrm>
              <a:off x="9079049" y="18442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7" name="pt40567"/>
            <p:cNvSpPr/>
            <p:nvPr/>
          </p:nvSpPr>
          <p:spPr>
            <a:xfrm>
              <a:off x="8907297" y="20344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8" name="pt40568"/>
            <p:cNvSpPr/>
            <p:nvPr/>
          </p:nvSpPr>
          <p:spPr>
            <a:xfrm>
              <a:off x="8588529" y="23008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9" name="pt40569"/>
            <p:cNvSpPr/>
            <p:nvPr/>
          </p:nvSpPr>
          <p:spPr>
            <a:xfrm>
              <a:off x="8604896" y="24283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0" name="pt40570"/>
            <p:cNvSpPr/>
            <p:nvPr/>
          </p:nvSpPr>
          <p:spPr>
            <a:xfrm>
              <a:off x="8312152" y="24418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1" name="pt40571"/>
            <p:cNvSpPr/>
            <p:nvPr/>
          </p:nvSpPr>
          <p:spPr>
            <a:xfrm>
              <a:off x="8633583" y="21569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2" name="pt40572"/>
            <p:cNvSpPr/>
            <p:nvPr/>
          </p:nvSpPr>
          <p:spPr>
            <a:xfrm>
              <a:off x="8932228" y="20571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3" name="pt40573"/>
            <p:cNvSpPr/>
            <p:nvPr/>
          </p:nvSpPr>
          <p:spPr>
            <a:xfrm>
              <a:off x="8813199" y="19817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4" name="pt40574"/>
            <p:cNvSpPr/>
            <p:nvPr/>
          </p:nvSpPr>
          <p:spPr>
            <a:xfrm>
              <a:off x="8723925" y="23521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5" name="pt40575"/>
            <p:cNvSpPr/>
            <p:nvPr/>
          </p:nvSpPr>
          <p:spPr>
            <a:xfrm>
              <a:off x="9087709" y="19372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6" name="pt40576"/>
            <p:cNvSpPr/>
            <p:nvPr/>
          </p:nvSpPr>
          <p:spPr>
            <a:xfrm>
              <a:off x="8312152" y="20689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7" name="pt40577"/>
            <p:cNvSpPr/>
            <p:nvPr/>
          </p:nvSpPr>
          <p:spPr>
            <a:xfrm>
              <a:off x="9525110" y="18720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8" name="pt40578"/>
            <p:cNvSpPr/>
            <p:nvPr/>
          </p:nvSpPr>
          <p:spPr>
            <a:xfrm>
              <a:off x="8381780" y="23710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9" name="pt40579"/>
            <p:cNvSpPr/>
            <p:nvPr/>
          </p:nvSpPr>
          <p:spPr>
            <a:xfrm>
              <a:off x="9003396" y="20438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0" name="pt40580"/>
            <p:cNvSpPr/>
            <p:nvPr/>
          </p:nvSpPr>
          <p:spPr>
            <a:xfrm>
              <a:off x="8469500" y="23269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1" name="pt40581"/>
            <p:cNvSpPr/>
            <p:nvPr/>
          </p:nvSpPr>
          <p:spPr>
            <a:xfrm>
              <a:off x="9507319" y="22149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2" name="pt40582"/>
            <p:cNvSpPr/>
            <p:nvPr/>
          </p:nvSpPr>
          <p:spPr>
            <a:xfrm>
              <a:off x="9453041" y="22269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3" name="pt40583"/>
            <p:cNvSpPr/>
            <p:nvPr/>
          </p:nvSpPr>
          <p:spPr>
            <a:xfrm>
              <a:off x="8963923" y="22825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4" name="pt40584"/>
            <p:cNvSpPr/>
            <p:nvPr/>
          </p:nvSpPr>
          <p:spPr>
            <a:xfrm>
              <a:off x="9193072" y="21055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5" name="pt40585"/>
            <p:cNvSpPr/>
            <p:nvPr/>
          </p:nvSpPr>
          <p:spPr>
            <a:xfrm>
              <a:off x="8679650" y="24439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6" name="pt40586"/>
            <p:cNvSpPr/>
            <p:nvPr/>
          </p:nvSpPr>
          <p:spPr>
            <a:xfrm>
              <a:off x="8752612" y="23776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7" name="pt40587"/>
            <p:cNvSpPr/>
            <p:nvPr/>
          </p:nvSpPr>
          <p:spPr>
            <a:xfrm>
              <a:off x="9046552" y="18973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8" name="pt40588"/>
            <p:cNvSpPr/>
            <p:nvPr/>
          </p:nvSpPr>
          <p:spPr>
            <a:xfrm>
              <a:off x="8932228" y="19683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9" name="pt40589"/>
            <p:cNvSpPr/>
            <p:nvPr/>
          </p:nvSpPr>
          <p:spPr>
            <a:xfrm>
              <a:off x="8993941" y="20715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0" name="pt40590"/>
            <p:cNvSpPr/>
            <p:nvPr/>
          </p:nvSpPr>
          <p:spPr>
            <a:xfrm>
              <a:off x="8731558" y="21162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1" name="pt40591"/>
            <p:cNvSpPr/>
            <p:nvPr/>
          </p:nvSpPr>
          <p:spPr>
            <a:xfrm>
              <a:off x="9756959" y="20278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2" name="pt40592"/>
            <p:cNvSpPr/>
            <p:nvPr/>
          </p:nvSpPr>
          <p:spPr>
            <a:xfrm>
              <a:off x="8669239" y="22894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3" name="pt40593"/>
            <p:cNvSpPr/>
            <p:nvPr/>
          </p:nvSpPr>
          <p:spPr>
            <a:xfrm>
              <a:off x="8782816" y="22257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4" name="pt40594"/>
            <p:cNvSpPr/>
            <p:nvPr/>
          </p:nvSpPr>
          <p:spPr>
            <a:xfrm>
              <a:off x="8830827" y="18608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5" name="pt40595"/>
            <p:cNvSpPr/>
            <p:nvPr/>
          </p:nvSpPr>
          <p:spPr>
            <a:xfrm>
              <a:off x="8813199" y="21157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6" name="pt40596"/>
            <p:cNvSpPr/>
            <p:nvPr/>
          </p:nvSpPr>
          <p:spPr>
            <a:xfrm>
              <a:off x="9027663" y="18616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7" name="pt40597"/>
            <p:cNvSpPr/>
            <p:nvPr/>
          </p:nvSpPr>
          <p:spPr>
            <a:xfrm>
              <a:off x="9537100" y="24219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8" name="pt40598"/>
            <p:cNvSpPr/>
            <p:nvPr/>
          </p:nvSpPr>
          <p:spPr>
            <a:xfrm>
              <a:off x="9037995" y="17903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9" name="pt40599"/>
            <p:cNvSpPr/>
            <p:nvPr/>
          </p:nvSpPr>
          <p:spPr>
            <a:xfrm>
              <a:off x="9256140" y="21199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0" name="pt40600"/>
            <p:cNvSpPr/>
            <p:nvPr/>
          </p:nvSpPr>
          <p:spPr>
            <a:xfrm>
              <a:off x="9562708" y="19691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1" name="pt40601"/>
            <p:cNvSpPr/>
            <p:nvPr/>
          </p:nvSpPr>
          <p:spPr>
            <a:xfrm>
              <a:off x="8431181" y="22669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2" name="pt40602"/>
            <p:cNvSpPr/>
            <p:nvPr/>
          </p:nvSpPr>
          <p:spPr>
            <a:xfrm>
              <a:off x="8934533" y="19216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3" name="pt40603"/>
            <p:cNvSpPr/>
            <p:nvPr/>
          </p:nvSpPr>
          <p:spPr>
            <a:xfrm>
              <a:off x="8469500" y="23547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4" name="pt40604"/>
            <p:cNvSpPr/>
            <p:nvPr/>
          </p:nvSpPr>
          <p:spPr>
            <a:xfrm>
              <a:off x="8965842" y="21453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5" name="pt40605"/>
            <p:cNvSpPr/>
            <p:nvPr/>
          </p:nvSpPr>
          <p:spPr>
            <a:xfrm>
              <a:off x="9221993" y="19815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6" name="pt40606"/>
            <p:cNvSpPr/>
            <p:nvPr/>
          </p:nvSpPr>
          <p:spPr>
            <a:xfrm>
              <a:off x="9417384" y="19901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7" name="pt40607"/>
            <p:cNvSpPr/>
            <p:nvPr/>
          </p:nvSpPr>
          <p:spPr>
            <a:xfrm>
              <a:off x="9174300" y="19967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8" name="pt40608"/>
            <p:cNvSpPr/>
            <p:nvPr/>
          </p:nvSpPr>
          <p:spPr>
            <a:xfrm>
              <a:off x="8500809" y="26326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9" name="pt40609"/>
            <p:cNvSpPr/>
            <p:nvPr/>
          </p:nvSpPr>
          <p:spPr>
            <a:xfrm>
              <a:off x="8817779" y="21737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0" name="pt40610"/>
            <p:cNvSpPr/>
            <p:nvPr/>
          </p:nvSpPr>
          <p:spPr>
            <a:xfrm>
              <a:off x="9077064" y="19123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1" name="pt40611"/>
            <p:cNvSpPr/>
            <p:nvPr/>
          </p:nvSpPr>
          <p:spPr>
            <a:xfrm>
              <a:off x="8813199" y="20993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2" name="pt40612"/>
            <p:cNvSpPr/>
            <p:nvPr/>
          </p:nvSpPr>
          <p:spPr>
            <a:xfrm>
              <a:off x="8868306" y="22894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3" name="pt40613"/>
            <p:cNvSpPr/>
            <p:nvPr/>
          </p:nvSpPr>
          <p:spPr>
            <a:xfrm>
              <a:off x="9096846" y="17468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4" name="pt40614"/>
            <p:cNvSpPr/>
            <p:nvPr/>
          </p:nvSpPr>
          <p:spPr>
            <a:xfrm>
              <a:off x="9004922" y="1619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5" name="pt40615"/>
            <p:cNvSpPr/>
            <p:nvPr/>
          </p:nvSpPr>
          <p:spPr>
            <a:xfrm>
              <a:off x="8431181" y="25587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6" name="pt40616"/>
            <p:cNvSpPr/>
            <p:nvPr/>
          </p:nvSpPr>
          <p:spPr>
            <a:xfrm>
              <a:off x="8707558" y="22559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7" name="pt40617"/>
            <p:cNvSpPr/>
            <p:nvPr/>
          </p:nvSpPr>
          <p:spPr>
            <a:xfrm>
              <a:off x="8731558" y="21122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8" name="pt40618"/>
            <p:cNvSpPr/>
            <p:nvPr/>
          </p:nvSpPr>
          <p:spPr>
            <a:xfrm>
              <a:off x="8550210" y="25725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9" name="pt40619"/>
            <p:cNvSpPr/>
            <p:nvPr/>
          </p:nvSpPr>
          <p:spPr>
            <a:xfrm>
              <a:off x="8846813" y="19402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0" name="pt40620"/>
            <p:cNvSpPr/>
            <p:nvPr/>
          </p:nvSpPr>
          <p:spPr>
            <a:xfrm>
              <a:off x="8929892" y="17110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1" name="pt40621"/>
            <p:cNvSpPr/>
            <p:nvPr/>
          </p:nvSpPr>
          <p:spPr>
            <a:xfrm>
              <a:off x="8945616" y="20615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2" name="pt40622"/>
            <p:cNvSpPr/>
            <p:nvPr/>
          </p:nvSpPr>
          <p:spPr>
            <a:xfrm>
              <a:off x="8469500" y="22559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3" name="pt40623"/>
            <p:cNvSpPr/>
            <p:nvPr/>
          </p:nvSpPr>
          <p:spPr>
            <a:xfrm>
              <a:off x="9102103" y="20154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4" name="pt40624"/>
            <p:cNvSpPr/>
            <p:nvPr/>
          </p:nvSpPr>
          <p:spPr>
            <a:xfrm>
              <a:off x="8777185" y="23576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5" name="pt40625"/>
            <p:cNvSpPr/>
            <p:nvPr/>
          </p:nvSpPr>
          <p:spPr>
            <a:xfrm>
              <a:off x="8857896" y="20536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6" name="pt40626"/>
            <p:cNvSpPr/>
            <p:nvPr/>
          </p:nvSpPr>
          <p:spPr>
            <a:xfrm>
              <a:off x="9079049" y="19241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7" name="pt40627"/>
            <p:cNvSpPr/>
            <p:nvPr/>
          </p:nvSpPr>
          <p:spPr>
            <a:xfrm>
              <a:off x="8759093" y="21161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8" name="pt40628"/>
            <p:cNvSpPr/>
            <p:nvPr/>
          </p:nvSpPr>
          <p:spPr>
            <a:xfrm>
              <a:off x="9356410" y="20686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9" name="pt40629"/>
            <p:cNvSpPr/>
            <p:nvPr/>
          </p:nvSpPr>
          <p:spPr>
            <a:xfrm>
              <a:off x="8917708" y="20958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0" name="pt40630"/>
            <p:cNvSpPr/>
            <p:nvPr/>
          </p:nvSpPr>
          <p:spPr>
            <a:xfrm>
              <a:off x="8550210" y="25712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1" name="pt40631"/>
            <p:cNvSpPr/>
            <p:nvPr/>
          </p:nvSpPr>
          <p:spPr>
            <a:xfrm>
              <a:off x="8881273" y="21853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2" name="pt40632"/>
            <p:cNvSpPr/>
            <p:nvPr/>
          </p:nvSpPr>
          <p:spPr>
            <a:xfrm>
              <a:off x="8679650" y="24603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3" name="pt40633"/>
            <p:cNvSpPr/>
            <p:nvPr/>
          </p:nvSpPr>
          <p:spPr>
            <a:xfrm>
              <a:off x="9573129" y="19500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4" name="pt40634"/>
            <p:cNvSpPr/>
            <p:nvPr/>
          </p:nvSpPr>
          <p:spPr>
            <a:xfrm>
              <a:off x="8782816" y="21277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5" name="pt40635"/>
            <p:cNvSpPr/>
            <p:nvPr/>
          </p:nvSpPr>
          <p:spPr>
            <a:xfrm>
              <a:off x="9474060" y="22908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6" name="pt40636"/>
            <p:cNvSpPr/>
            <p:nvPr/>
          </p:nvSpPr>
          <p:spPr>
            <a:xfrm>
              <a:off x="9084871" y="19332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7" name="pt40637"/>
            <p:cNvSpPr/>
            <p:nvPr/>
          </p:nvSpPr>
          <p:spPr>
            <a:xfrm>
              <a:off x="8947749" y="21131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8" name="pt40638"/>
            <p:cNvSpPr/>
            <p:nvPr/>
          </p:nvSpPr>
          <p:spPr>
            <a:xfrm>
              <a:off x="8731558" y="22002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9" name="pt40639"/>
            <p:cNvSpPr/>
            <p:nvPr/>
          </p:nvSpPr>
          <p:spPr>
            <a:xfrm>
              <a:off x="8312152" y="26218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0" name="pt40640"/>
            <p:cNvSpPr/>
            <p:nvPr/>
          </p:nvSpPr>
          <p:spPr>
            <a:xfrm>
              <a:off x="9340807" y="2161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1" name="pt40641"/>
            <p:cNvSpPr/>
            <p:nvPr/>
          </p:nvSpPr>
          <p:spPr>
            <a:xfrm>
              <a:off x="9564411" y="19690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2" name="pt40642"/>
            <p:cNvSpPr/>
            <p:nvPr/>
          </p:nvSpPr>
          <p:spPr>
            <a:xfrm>
              <a:off x="9124709" y="20895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3" name="pt40643"/>
            <p:cNvSpPr/>
            <p:nvPr/>
          </p:nvSpPr>
          <p:spPr>
            <a:xfrm>
              <a:off x="8588529" y="2187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4" name="pt40644"/>
            <p:cNvSpPr/>
            <p:nvPr/>
          </p:nvSpPr>
          <p:spPr>
            <a:xfrm>
              <a:off x="8884367" y="21223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5" name="pt40645"/>
            <p:cNvSpPr/>
            <p:nvPr/>
          </p:nvSpPr>
          <p:spPr>
            <a:xfrm>
              <a:off x="8312152" y="21261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6" name="pt40646"/>
            <p:cNvSpPr/>
            <p:nvPr/>
          </p:nvSpPr>
          <p:spPr>
            <a:xfrm>
              <a:off x="8679650" y="24975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7" name="pt40647"/>
            <p:cNvSpPr/>
            <p:nvPr/>
          </p:nvSpPr>
          <p:spPr>
            <a:xfrm>
              <a:off x="8381780" y="23877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8" name="pt40648"/>
            <p:cNvSpPr/>
            <p:nvPr/>
          </p:nvSpPr>
          <p:spPr>
            <a:xfrm>
              <a:off x="8679650" y="25409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9" name="pt40649"/>
            <p:cNvSpPr/>
            <p:nvPr/>
          </p:nvSpPr>
          <p:spPr>
            <a:xfrm>
              <a:off x="8500809" y="26350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0" name="pt40650"/>
            <p:cNvSpPr/>
            <p:nvPr/>
          </p:nvSpPr>
          <p:spPr>
            <a:xfrm>
              <a:off x="8312152" y="23124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1" name="pt40651"/>
            <p:cNvSpPr/>
            <p:nvPr/>
          </p:nvSpPr>
          <p:spPr>
            <a:xfrm>
              <a:off x="8826587" y="21849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2" name="pt40652"/>
            <p:cNvSpPr/>
            <p:nvPr/>
          </p:nvSpPr>
          <p:spPr>
            <a:xfrm>
              <a:off x="8808494" y="22773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3" name="pt40653"/>
            <p:cNvSpPr/>
            <p:nvPr/>
          </p:nvSpPr>
          <p:spPr>
            <a:xfrm>
              <a:off x="8932228" y="19520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4" name="pt40654"/>
            <p:cNvSpPr/>
            <p:nvPr/>
          </p:nvSpPr>
          <p:spPr>
            <a:xfrm>
              <a:off x="8961983" y="23227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5" name="pt40655"/>
            <p:cNvSpPr/>
            <p:nvPr/>
          </p:nvSpPr>
          <p:spPr>
            <a:xfrm>
              <a:off x="9076063" y="20045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6" name="pt40656"/>
            <p:cNvSpPr/>
            <p:nvPr/>
          </p:nvSpPr>
          <p:spPr>
            <a:xfrm>
              <a:off x="8431181" y="24411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7" name="pt40657"/>
            <p:cNvSpPr/>
            <p:nvPr/>
          </p:nvSpPr>
          <p:spPr>
            <a:xfrm>
              <a:off x="8646309" y="25450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8" name="pt40658"/>
            <p:cNvSpPr/>
            <p:nvPr/>
          </p:nvSpPr>
          <p:spPr>
            <a:xfrm>
              <a:off x="8633583" y="21709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9" name="pt40659"/>
            <p:cNvSpPr/>
            <p:nvPr/>
          </p:nvSpPr>
          <p:spPr>
            <a:xfrm>
              <a:off x="8570436" y="24902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0" name="pt40660"/>
            <p:cNvSpPr/>
            <p:nvPr/>
          </p:nvSpPr>
          <p:spPr>
            <a:xfrm>
              <a:off x="9076063" y="19548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1" name="pt40661"/>
            <p:cNvSpPr/>
            <p:nvPr/>
          </p:nvSpPr>
          <p:spPr>
            <a:xfrm>
              <a:off x="8633583" y="2080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2" name="pt40662"/>
            <p:cNvSpPr/>
            <p:nvPr/>
          </p:nvSpPr>
          <p:spPr>
            <a:xfrm>
              <a:off x="9288151" y="19304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3" name="pt40663"/>
            <p:cNvSpPr/>
            <p:nvPr/>
          </p:nvSpPr>
          <p:spPr>
            <a:xfrm>
              <a:off x="8500809" y="2588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4" name="pt40664"/>
            <p:cNvSpPr/>
            <p:nvPr/>
          </p:nvSpPr>
          <p:spPr>
            <a:xfrm>
              <a:off x="8633583" y="21331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5" name="pt40665"/>
            <p:cNvSpPr/>
            <p:nvPr/>
          </p:nvSpPr>
          <p:spPr>
            <a:xfrm>
              <a:off x="9151289" y="2072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6" name="pt40666"/>
            <p:cNvSpPr/>
            <p:nvPr/>
          </p:nvSpPr>
          <p:spPr>
            <a:xfrm>
              <a:off x="9242219" y="20122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7" name="pt40667"/>
            <p:cNvSpPr/>
            <p:nvPr/>
          </p:nvSpPr>
          <p:spPr>
            <a:xfrm>
              <a:off x="8431181" y="24346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8" name="pt40668"/>
            <p:cNvSpPr/>
            <p:nvPr/>
          </p:nvSpPr>
          <p:spPr>
            <a:xfrm>
              <a:off x="8893328" y="19180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9" name="pt40669"/>
            <p:cNvSpPr/>
            <p:nvPr/>
          </p:nvSpPr>
          <p:spPr>
            <a:xfrm>
              <a:off x="9287859" y="19581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0" name="pt40670"/>
            <p:cNvSpPr/>
            <p:nvPr/>
          </p:nvSpPr>
          <p:spPr>
            <a:xfrm>
              <a:off x="8830827" y="19944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1" name="pt40671"/>
            <p:cNvSpPr/>
            <p:nvPr/>
          </p:nvSpPr>
          <p:spPr>
            <a:xfrm>
              <a:off x="9123951" y="20295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2" name="pt40672"/>
            <p:cNvSpPr/>
            <p:nvPr/>
          </p:nvSpPr>
          <p:spPr>
            <a:xfrm>
              <a:off x="9231999" y="20129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3" name="pt40673"/>
            <p:cNvSpPr/>
            <p:nvPr/>
          </p:nvSpPr>
          <p:spPr>
            <a:xfrm>
              <a:off x="8817779" y="21093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4" name="pt40674"/>
            <p:cNvSpPr/>
            <p:nvPr/>
          </p:nvSpPr>
          <p:spPr>
            <a:xfrm>
              <a:off x="9213636" y="20451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5" name="pt40675"/>
            <p:cNvSpPr/>
            <p:nvPr/>
          </p:nvSpPr>
          <p:spPr>
            <a:xfrm>
              <a:off x="9242219" y="19681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6" name="pt40676"/>
            <p:cNvSpPr/>
            <p:nvPr/>
          </p:nvSpPr>
          <p:spPr>
            <a:xfrm>
              <a:off x="8723925" y="21916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7" name="pt40677"/>
            <p:cNvSpPr/>
            <p:nvPr/>
          </p:nvSpPr>
          <p:spPr>
            <a:xfrm>
              <a:off x="8431181" y="25623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8" name="pt40678"/>
            <p:cNvSpPr/>
            <p:nvPr/>
          </p:nvSpPr>
          <p:spPr>
            <a:xfrm>
              <a:off x="8884367" y="19294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9" name="pt40679"/>
            <p:cNvSpPr/>
            <p:nvPr/>
          </p:nvSpPr>
          <p:spPr>
            <a:xfrm>
              <a:off x="8679650" y="25655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0" name="pt40680"/>
            <p:cNvSpPr/>
            <p:nvPr/>
          </p:nvSpPr>
          <p:spPr>
            <a:xfrm>
              <a:off x="9350622" y="21925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1" name="pt40681"/>
            <p:cNvSpPr/>
            <p:nvPr/>
          </p:nvSpPr>
          <p:spPr>
            <a:xfrm>
              <a:off x="9195593" y="22414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2" name="pt40682"/>
            <p:cNvSpPr/>
            <p:nvPr/>
          </p:nvSpPr>
          <p:spPr>
            <a:xfrm>
              <a:off x="8881273" y="21794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3" name="pt40683"/>
            <p:cNvSpPr/>
            <p:nvPr/>
          </p:nvSpPr>
          <p:spPr>
            <a:xfrm>
              <a:off x="9584728" y="21101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4" name="pt40684"/>
            <p:cNvSpPr/>
            <p:nvPr/>
          </p:nvSpPr>
          <p:spPr>
            <a:xfrm>
              <a:off x="8570436" y="23979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5" name="pt40685"/>
            <p:cNvSpPr/>
            <p:nvPr/>
          </p:nvSpPr>
          <p:spPr>
            <a:xfrm>
              <a:off x="9115383" y="20900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6" name="pt40686"/>
            <p:cNvSpPr/>
            <p:nvPr/>
          </p:nvSpPr>
          <p:spPr>
            <a:xfrm>
              <a:off x="8550210" y="2570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7" name="pt40687"/>
            <p:cNvSpPr/>
            <p:nvPr/>
          </p:nvSpPr>
          <p:spPr>
            <a:xfrm>
              <a:off x="8965842" y="23309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8" name="pt40688"/>
            <p:cNvSpPr/>
            <p:nvPr/>
          </p:nvSpPr>
          <p:spPr>
            <a:xfrm>
              <a:off x="9389022" y="21419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9" name="pt40689"/>
            <p:cNvSpPr/>
            <p:nvPr/>
          </p:nvSpPr>
          <p:spPr>
            <a:xfrm>
              <a:off x="8738867" y="21205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0" name="pt40690"/>
            <p:cNvSpPr/>
            <p:nvPr/>
          </p:nvSpPr>
          <p:spPr>
            <a:xfrm>
              <a:off x="8604896" y="21645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1" name="pt40691"/>
            <p:cNvSpPr/>
            <p:nvPr/>
          </p:nvSpPr>
          <p:spPr>
            <a:xfrm>
              <a:off x="8738867" y="20797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2" name="pt40692"/>
            <p:cNvSpPr/>
            <p:nvPr/>
          </p:nvSpPr>
          <p:spPr>
            <a:xfrm>
              <a:off x="9123951" y="20448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3" name="pt40693"/>
            <p:cNvSpPr/>
            <p:nvPr/>
          </p:nvSpPr>
          <p:spPr>
            <a:xfrm>
              <a:off x="8973309" y="20423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4" name="pt40694"/>
            <p:cNvSpPr/>
            <p:nvPr/>
          </p:nvSpPr>
          <p:spPr>
            <a:xfrm>
              <a:off x="8619838" y="2248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5" name="pt40695"/>
            <p:cNvSpPr/>
            <p:nvPr/>
          </p:nvSpPr>
          <p:spPr>
            <a:xfrm>
              <a:off x="8500809" y="25634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6" name="pt40696"/>
            <p:cNvSpPr/>
            <p:nvPr/>
          </p:nvSpPr>
          <p:spPr>
            <a:xfrm>
              <a:off x="8932228" y="1810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7" name="pt40697"/>
            <p:cNvSpPr/>
            <p:nvPr/>
          </p:nvSpPr>
          <p:spPr>
            <a:xfrm>
              <a:off x="9076063" y="19225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8" name="pt40698"/>
            <p:cNvSpPr/>
            <p:nvPr/>
          </p:nvSpPr>
          <p:spPr>
            <a:xfrm>
              <a:off x="8752612" y="24224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9" name="pt40699"/>
            <p:cNvSpPr/>
            <p:nvPr/>
          </p:nvSpPr>
          <p:spPr>
            <a:xfrm>
              <a:off x="9010896" y="18401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0" name="pt40700"/>
            <p:cNvSpPr/>
            <p:nvPr/>
          </p:nvSpPr>
          <p:spPr>
            <a:xfrm>
              <a:off x="8949856" y="21217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1" name="pt40701"/>
            <p:cNvSpPr/>
            <p:nvPr/>
          </p:nvSpPr>
          <p:spPr>
            <a:xfrm>
              <a:off x="8381780" y="22452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2" name="pt40702"/>
            <p:cNvSpPr/>
            <p:nvPr/>
          </p:nvSpPr>
          <p:spPr>
            <a:xfrm>
              <a:off x="8633583" y="21393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3" name="pt40703"/>
            <p:cNvSpPr/>
            <p:nvPr/>
          </p:nvSpPr>
          <p:spPr>
            <a:xfrm>
              <a:off x="8679650" y="24997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4" name="pt40704"/>
            <p:cNvSpPr/>
            <p:nvPr/>
          </p:nvSpPr>
          <p:spPr>
            <a:xfrm>
              <a:off x="8658156" y="24873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5" name="pt40705"/>
            <p:cNvSpPr/>
            <p:nvPr/>
          </p:nvSpPr>
          <p:spPr>
            <a:xfrm>
              <a:off x="8920215" y="21606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6" name="pt40706"/>
            <p:cNvSpPr/>
            <p:nvPr/>
          </p:nvSpPr>
          <p:spPr>
            <a:xfrm>
              <a:off x="9382741" y="20762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7" name="pt40707"/>
            <p:cNvSpPr/>
            <p:nvPr/>
          </p:nvSpPr>
          <p:spPr>
            <a:xfrm>
              <a:off x="8570436" y="24757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8" name="pt40708"/>
            <p:cNvSpPr/>
            <p:nvPr/>
          </p:nvSpPr>
          <p:spPr>
            <a:xfrm>
              <a:off x="8633583" y="23480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9" name="pt40709"/>
            <p:cNvSpPr/>
            <p:nvPr/>
          </p:nvSpPr>
          <p:spPr>
            <a:xfrm>
              <a:off x="8920215" y="22617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0" name="pt40710"/>
            <p:cNvSpPr/>
            <p:nvPr/>
          </p:nvSpPr>
          <p:spPr>
            <a:xfrm>
              <a:off x="9581160" y="24354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1" name="pt40711"/>
            <p:cNvSpPr/>
            <p:nvPr/>
          </p:nvSpPr>
          <p:spPr>
            <a:xfrm>
              <a:off x="8588529" y="23078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2" name="pt40712"/>
            <p:cNvSpPr/>
            <p:nvPr/>
          </p:nvSpPr>
          <p:spPr>
            <a:xfrm>
              <a:off x="9370170" y="2142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3" name="pt40713"/>
            <p:cNvSpPr/>
            <p:nvPr/>
          </p:nvSpPr>
          <p:spPr>
            <a:xfrm>
              <a:off x="9044150" y="19054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4" name="pt40714"/>
            <p:cNvSpPr/>
            <p:nvPr/>
          </p:nvSpPr>
          <p:spPr>
            <a:xfrm>
              <a:off x="9828342" y="23150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5" name="pt40715"/>
            <p:cNvSpPr/>
            <p:nvPr/>
          </p:nvSpPr>
          <p:spPr>
            <a:xfrm>
              <a:off x="8570436" y="21918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6" name="pt40716"/>
            <p:cNvSpPr/>
            <p:nvPr/>
          </p:nvSpPr>
          <p:spPr>
            <a:xfrm>
              <a:off x="8469500" y="21509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7" name="pt40717"/>
            <p:cNvSpPr/>
            <p:nvPr/>
          </p:nvSpPr>
          <p:spPr>
            <a:xfrm>
              <a:off x="9525110" y="17506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8" name="pt40718"/>
            <p:cNvSpPr/>
            <p:nvPr/>
          </p:nvSpPr>
          <p:spPr>
            <a:xfrm>
              <a:off x="9123951" y="21497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9" name="pt40719"/>
            <p:cNvSpPr/>
            <p:nvPr/>
          </p:nvSpPr>
          <p:spPr>
            <a:xfrm>
              <a:off x="9155766" y="19336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0" name="pt40720"/>
            <p:cNvSpPr/>
            <p:nvPr/>
          </p:nvSpPr>
          <p:spPr>
            <a:xfrm>
              <a:off x="8312152" y="24888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1" name="pt40721"/>
            <p:cNvSpPr/>
            <p:nvPr/>
          </p:nvSpPr>
          <p:spPr>
            <a:xfrm>
              <a:off x="8707558" y="22876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2" name="pt40722"/>
            <p:cNvSpPr/>
            <p:nvPr/>
          </p:nvSpPr>
          <p:spPr>
            <a:xfrm>
              <a:off x="9389022" y="20319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3" name="pt40723"/>
            <p:cNvSpPr/>
            <p:nvPr/>
          </p:nvSpPr>
          <p:spPr>
            <a:xfrm>
              <a:off x="8689465" y="23711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4" name="pt40724"/>
            <p:cNvSpPr/>
            <p:nvPr/>
          </p:nvSpPr>
          <p:spPr>
            <a:xfrm>
              <a:off x="8961983" y="22203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5" name="pt40725"/>
            <p:cNvSpPr/>
            <p:nvPr/>
          </p:nvSpPr>
          <p:spPr>
            <a:xfrm>
              <a:off x="8752612" y="21864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6" name="pt40726"/>
            <p:cNvSpPr/>
            <p:nvPr/>
          </p:nvSpPr>
          <p:spPr>
            <a:xfrm>
              <a:off x="8619838" y="22376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7" name="pt40727"/>
            <p:cNvSpPr/>
            <p:nvPr/>
          </p:nvSpPr>
          <p:spPr>
            <a:xfrm>
              <a:off x="8817779" y="22760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8" name="pt40728"/>
            <p:cNvSpPr/>
            <p:nvPr/>
          </p:nvSpPr>
          <p:spPr>
            <a:xfrm>
              <a:off x="9537100" y="20730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9" name="pt40729"/>
            <p:cNvSpPr/>
            <p:nvPr/>
          </p:nvSpPr>
          <p:spPr>
            <a:xfrm>
              <a:off x="8893328" y="21933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0" name="pt40730"/>
            <p:cNvSpPr/>
            <p:nvPr/>
          </p:nvSpPr>
          <p:spPr>
            <a:xfrm>
              <a:off x="8912581" y="19736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1" name="pt40731"/>
            <p:cNvSpPr/>
            <p:nvPr/>
          </p:nvSpPr>
          <p:spPr>
            <a:xfrm>
              <a:off x="8633583" y="20623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2" name="pt40732"/>
            <p:cNvSpPr/>
            <p:nvPr/>
          </p:nvSpPr>
          <p:spPr>
            <a:xfrm>
              <a:off x="9052414" y="21669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3" name="pt40733"/>
            <p:cNvSpPr/>
            <p:nvPr/>
          </p:nvSpPr>
          <p:spPr>
            <a:xfrm>
              <a:off x="9052414" y="22099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4" name="pt40734"/>
            <p:cNvSpPr/>
            <p:nvPr/>
          </p:nvSpPr>
          <p:spPr>
            <a:xfrm>
              <a:off x="9668168" y="23878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5" name="pt40735"/>
            <p:cNvSpPr/>
            <p:nvPr/>
          </p:nvSpPr>
          <p:spPr>
            <a:xfrm>
              <a:off x="8899053" y="23290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6" name="pt40736"/>
            <p:cNvSpPr/>
            <p:nvPr/>
          </p:nvSpPr>
          <p:spPr>
            <a:xfrm>
              <a:off x="9474060" y="22726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7" name="pt40737"/>
            <p:cNvSpPr/>
            <p:nvPr/>
          </p:nvSpPr>
          <p:spPr>
            <a:xfrm>
              <a:off x="9010896" y="18138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8" name="pt40738"/>
            <p:cNvSpPr/>
            <p:nvPr/>
          </p:nvSpPr>
          <p:spPr>
            <a:xfrm>
              <a:off x="8731558" y="21462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9" name="pt40739"/>
            <p:cNvSpPr/>
            <p:nvPr/>
          </p:nvSpPr>
          <p:spPr>
            <a:xfrm>
              <a:off x="8588529" y="22618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0" name="pt40740"/>
            <p:cNvSpPr/>
            <p:nvPr/>
          </p:nvSpPr>
          <p:spPr>
            <a:xfrm>
              <a:off x="8854280" y="21828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1" name="pt40741"/>
            <p:cNvSpPr/>
            <p:nvPr/>
          </p:nvSpPr>
          <p:spPr>
            <a:xfrm>
              <a:off x="9642404" y="21546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2" name="pt40742"/>
            <p:cNvSpPr/>
            <p:nvPr/>
          </p:nvSpPr>
          <p:spPr>
            <a:xfrm>
              <a:off x="8980466" y="19826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3" name="pt40743"/>
            <p:cNvSpPr/>
            <p:nvPr/>
          </p:nvSpPr>
          <p:spPr>
            <a:xfrm>
              <a:off x="9360483" y="2035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4" name="pt40744"/>
            <p:cNvSpPr/>
            <p:nvPr/>
          </p:nvSpPr>
          <p:spPr>
            <a:xfrm>
              <a:off x="8381780" y="22533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5" name="pt40745"/>
            <p:cNvSpPr/>
            <p:nvPr/>
          </p:nvSpPr>
          <p:spPr>
            <a:xfrm>
              <a:off x="8669239" y="23044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6" name="pt40746"/>
            <p:cNvSpPr/>
            <p:nvPr/>
          </p:nvSpPr>
          <p:spPr>
            <a:xfrm>
              <a:off x="9652073" y="23680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7" name="pt40747"/>
            <p:cNvSpPr/>
            <p:nvPr/>
          </p:nvSpPr>
          <p:spPr>
            <a:xfrm>
              <a:off x="9104672" y="20496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8" name="pt40748"/>
            <p:cNvSpPr/>
            <p:nvPr/>
          </p:nvSpPr>
          <p:spPr>
            <a:xfrm>
              <a:off x="9408344" y="2079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9" name="pt40749"/>
            <p:cNvSpPr/>
            <p:nvPr/>
          </p:nvSpPr>
          <p:spPr>
            <a:xfrm>
              <a:off x="8707558" y="22312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0" name="pt40750"/>
            <p:cNvSpPr/>
            <p:nvPr/>
          </p:nvSpPr>
          <p:spPr>
            <a:xfrm>
              <a:off x="8431181" y="23840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1" name="pt40751"/>
            <p:cNvSpPr/>
            <p:nvPr/>
          </p:nvSpPr>
          <p:spPr>
            <a:xfrm>
              <a:off x="9278233" y="19303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2" name="pt40752"/>
            <p:cNvSpPr/>
            <p:nvPr/>
          </p:nvSpPr>
          <p:spPr>
            <a:xfrm>
              <a:off x="8679650" y="26020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3" name="pt40753"/>
            <p:cNvSpPr/>
            <p:nvPr/>
          </p:nvSpPr>
          <p:spPr>
            <a:xfrm>
              <a:off x="9581160" y="2224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4" name="pt40754"/>
            <p:cNvSpPr/>
            <p:nvPr/>
          </p:nvSpPr>
          <p:spPr>
            <a:xfrm>
              <a:off x="9181514" y="22685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5" name="pt40755"/>
            <p:cNvSpPr/>
            <p:nvPr/>
          </p:nvSpPr>
          <p:spPr>
            <a:xfrm>
              <a:off x="9197584" y="17476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6" name="pt40756"/>
            <p:cNvSpPr/>
            <p:nvPr/>
          </p:nvSpPr>
          <p:spPr>
            <a:xfrm>
              <a:off x="9232403" y="19834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7" name="pt40757"/>
            <p:cNvSpPr/>
            <p:nvPr/>
          </p:nvSpPr>
          <p:spPr>
            <a:xfrm>
              <a:off x="9186336" y="22676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8" name="pt40758"/>
            <p:cNvSpPr/>
            <p:nvPr/>
          </p:nvSpPr>
          <p:spPr>
            <a:xfrm>
              <a:off x="8679650" y="2450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9" name="pt40759"/>
            <p:cNvSpPr/>
            <p:nvPr/>
          </p:nvSpPr>
          <p:spPr>
            <a:xfrm>
              <a:off x="8890393" y="20154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0" name="pt40760"/>
            <p:cNvSpPr/>
            <p:nvPr/>
          </p:nvSpPr>
          <p:spPr>
            <a:xfrm>
              <a:off x="9207674" y="17541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1" name="pt40761"/>
            <p:cNvSpPr/>
            <p:nvPr/>
          </p:nvSpPr>
          <p:spPr>
            <a:xfrm>
              <a:off x="8500809" y="25806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2" name="pt40762"/>
            <p:cNvSpPr/>
            <p:nvPr/>
          </p:nvSpPr>
          <p:spPr>
            <a:xfrm>
              <a:off x="8830827" y="19696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3" name="pt40763"/>
            <p:cNvSpPr/>
            <p:nvPr/>
          </p:nvSpPr>
          <p:spPr>
            <a:xfrm>
              <a:off x="9546889" y="2086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4" name="pt40764"/>
            <p:cNvSpPr/>
            <p:nvPr/>
          </p:nvSpPr>
          <p:spPr>
            <a:xfrm>
              <a:off x="8834965" y="20722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5" name="pt40765"/>
            <p:cNvSpPr/>
            <p:nvPr/>
          </p:nvSpPr>
          <p:spPr>
            <a:xfrm>
              <a:off x="8782816" y="21308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6" name="pt40766"/>
            <p:cNvSpPr/>
            <p:nvPr/>
          </p:nvSpPr>
          <p:spPr>
            <a:xfrm>
              <a:off x="9414750" y="19943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7" name="pt40767"/>
            <p:cNvSpPr/>
            <p:nvPr/>
          </p:nvSpPr>
          <p:spPr>
            <a:xfrm>
              <a:off x="9067835" y="17263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8" name="pt40768"/>
            <p:cNvSpPr/>
            <p:nvPr/>
          </p:nvSpPr>
          <p:spPr>
            <a:xfrm>
              <a:off x="8881273" y="21919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9" name="pt40769"/>
            <p:cNvSpPr/>
            <p:nvPr/>
          </p:nvSpPr>
          <p:spPr>
            <a:xfrm>
              <a:off x="9169122" y="1998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0" name="pt40770"/>
            <p:cNvSpPr/>
            <p:nvPr/>
          </p:nvSpPr>
          <p:spPr>
            <a:xfrm>
              <a:off x="9030305" y="1884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1" name="pt40771"/>
            <p:cNvSpPr/>
            <p:nvPr/>
          </p:nvSpPr>
          <p:spPr>
            <a:xfrm>
              <a:off x="9004922" y="15533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2" name="pt40772"/>
            <p:cNvSpPr/>
            <p:nvPr/>
          </p:nvSpPr>
          <p:spPr>
            <a:xfrm>
              <a:off x="8381780" y="22754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3" name="pt40773"/>
            <p:cNvSpPr/>
            <p:nvPr/>
          </p:nvSpPr>
          <p:spPr>
            <a:xfrm>
              <a:off x="8312152" y="25927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4" name="pt40774"/>
            <p:cNvSpPr/>
            <p:nvPr/>
          </p:nvSpPr>
          <p:spPr>
            <a:xfrm>
              <a:off x="8550210" y="26101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5" name="pt40775"/>
            <p:cNvSpPr/>
            <p:nvPr/>
          </p:nvSpPr>
          <p:spPr>
            <a:xfrm>
              <a:off x="8803657" y="19404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6" name="pt40776"/>
            <p:cNvSpPr/>
            <p:nvPr/>
          </p:nvSpPr>
          <p:spPr>
            <a:xfrm>
              <a:off x="8633583" y="20125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7" name="pt40777"/>
            <p:cNvSpPr/>
            <p:nvPr/>
          </p:nvSpPr>
          <p:spPr>
            <a:xfrm>
              <a:off x="9096846" y="16587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8" name="pt40778"/>
            <p:cNvSpPr/>
            <p:nvPr/>
          </p:nvSpPr>
          <p:spPr>
            <a:xfrm>
              <a:off x="8604896" y="23345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9" name="pt40779"/>
            <p:cNvSpPr/>
            <p:nvPr/>
          </p:nvSpPr>
          <p:spPr>
            <a:xfrm>
              <a:off x="8752612" y="20805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0" name="pt40780"/>
            <p:cNvSpPr/>
            <p:nvPr/>
          </p:nvSpPr>
          <p:spPr>
            <a:xfrm>
              <a:off x="9054703" y="2260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1" name="pt40781"/>
            <p:cNvSpPr/>
            <p:nvPr/>
          </p:nvSpPr>
          <p:spPr>
            <a:xfrm>
              <a:off x="9051257" y="20557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2" name="pt40782"/>
            <p:cNvSpPr/>
            <p:nvPr/>
          </p:nvSpPr>
          <p:spPr>
            <a:xfrm>
              <a:off x="8500809" y="26247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3" name="pt40783"/>
            <p:cNvSpPr/>
            <p:nvPr/>
          </p:nvSpPr>
          <p:spPr>
            <a:xfrm>
              <a:off x="8941268" y="19535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4" name="pt40784"/>
            <p:cNvSpPr/>
            <p:nvPr/>
          </p:nvSpPr>
          <p:spPr>
            <a:xfrm>
              <a:off x="8738867" y="21552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5" name="pt40785"/>
            <p:cNvSpPr/>
            <p:nvPr/>
          </p:nvSpPr>
          <p:spPr>
            <a:xfrm>
              <a:off x="9048921" y="21072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6" name="pt40786"/>
            <p:cNvSpPr/>
            <p:nvPr/>
          </p:nvSpPr>
          <p:spPr>
            <a:xfrm>
              <a:off x="9286979" y="19500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7" name="pt40787"/>
            <p:cNvSpPr/>
            <p:nvPr/>
          </p:nvSpPr>
          <p:spPr>
            <a:xfrm>
              <a:off x="8381780" y="22045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8" name="pt40788"/>
            <p:cNvSpPr/>
            <p:nvPr/>
          </p:nvSpPr>
          <p:spPr>
            <a:xfrm>
              <a:off x="8887406" y="15286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9" name="pt40789"/>
            <p:cNvSpPr/>
            <p:nvPr/>
          </p:nvSpPr>
          <p:spPr>
            <a:xfrm>
              <a:off x="9097733" y="19030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0" name="pt40790"/>
            <p:cNvSpPr/>
            <p:nvPr/>
          </p:nvSpPr>
          <p:spPr>
            <a:xfrm>
              <a:off x="8646309" y="25889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1" name="pt40791"/>
            <p:cNvSpPr/>
            <p:nvPr/>
          </p:nvSpPr>
          <p:spPr>
            <a:xfrm>
              <a:off x="8469500" y="24584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2" name="pt40792"/>
            <p:cNvSpPr/>
            <p:nvPr/>
          </p:nvSpPr>
          <p:spPr>
            <a:xfrm>
              <a:off x="8960020" y="21518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3" name="pt40793"/>
            <p:cNvSpPr/>
            <p:nvPr/>
          </p:nvSpPr>
          <p:spPr>
            <a:xfrm>
              <a:off x="8381780" y="26327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4" name="pt40794"/>
            <p:cNvSpPr/>
            <p:nvPr/>
          </p:nvSpPr>
          <p:spPr>
            <a:xfrm>
              <a:off x="8312152" y="2390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5" name="pt40795"/>
            <p:cNvSpPr/>
            <p:nvPr/>
          </p:nvSpPr>
          <p:spPr>
            <a:xfrm>
              <a:off x="8500809" y="26023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6" name="pt40796"/>
            <p:cNvSpPr/>
            <p:nvPr/>
          </p:nvSpPr>
          <p:spPr>
            <a:xfrm>
              <a:off x="9098616" y="21383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7" name="pt40797"/>
            <p:cNvSpPr/>
            <p:nvPr/>
          </p:nvSpPr>
          <p:spPr>
            <a:xfrm>
              <a:off x="9715521" y="23733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8" name="pt40798"/>
            <p:cNvSpPr/>
            <p:nvPr/>
          </p:nvSpPr>
          <p:spPr>
            <a:xfrm>
              <a:off x="8500809" y="26075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9" name="pt40799"/>
            <p:cNvSpPr/>
            <p:nvPr/>
          </p:nvSpPr>
          <p:spPr>
            <a:xfrm>
              <a:off x="9184210" y="22406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0" name="pt40800"/>
            <p:cNvSpPr/>
            <p:nvPr/>
          </p:nvSpPr>
          <p:spPr>
            <a:xfrm>
              <a:off x="9213636" y="20421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1" name="pt40801"/>
            <p:cNvSpPr/>
            <p:nvPr/>
          </p:nvSpPr>
          <p:spPr>
            <a:xfrm>
              <a:off x="9664325" y="18079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2" name="pt40802"/>
            <p:cNvSpPr/>
            <p:nvPr/>
          </p:nvSpPr>
          <p:spPr>
            <a:xfrm>
              <a:off x="8658156" y="21798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3" name="pt40803"/>
            <p:cNvSpPr/>
            <p:nvPr/>
          </p:nvSpPr>
          <p:spPr>
            <a:xfrm>
              <a:off x="9090502" y="17670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4" name="pt40804"/>
            <p:cNvSpPr/>
            <p:nvPr/>
          </p:nvSpPr>
          <p:spPr>
            <a:xfrm>
              <a:off x="8619838" y="2257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5" name="pt40805"/>
            <p:cNvSpPr/>
            <p:nvPr/>
          </p:nvSpPr>
          <p:spPr>
            <a:xfrm>
              <a:off x="8527280" y="24682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6" name="pt40806"/>
            <p:cNvSpPr/>
            <p:nvPr/>
          </p:nvSpPr>
          <p:spPr>
            <a:xfrm>
              <a:off x="8707558" y="2215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7" name="pt40807"/>
            <p:cNvSpPr/>
            <p:nvPr/>
          </p:nvSpPr>
          <p:spPr>
            <a:xfrm>
              <a:off x="9642404" y="23709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8" name="pt40808"/>
            <p:cNvSpPr/>
            <p:nvPr/>
          </p:nvSpPr>
          <p:spPr>
            <a:xfrm>
              <a:off x="8945616" y="21452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9" name="pt40809"/>
            <p:cNvSpPr/>
            <p:nvPr/>
          </p:nvSpPr>
          <p:spPr>
            <a:xfrm>
              <a:off x="8752612" y="23275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0" name="pt40810"/>
            <p:cNvSpPr/>
            <p:nvPr/>
          </p:nvSpPr>
          <p:spPr>
            <a:xfrm>
              <a:off x="8381780" y="24715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1" name="pt40811"/>
            <p:cNvSpPr/>
            <p:nvPr/>
          </p:nvSpPr>
          <p:spPr>
            <a:xfrm>
              <a:off x="9184210" y="2249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2" name="pt40812"/>
            <p:cNvSpPr/>
            <p:nvPr/>
          </p:nvSpPr>
          <p:spPr>
            <a:xfrm>
              <a:off x="9486369" y="23780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3" name="pt40813"/>
            <p:cNvSpPr/>
            <p:nvPr/>
          </p:nvSpPr>
          <p:spPr>
            <a:xfrm>
              <a:off x="9256140" y="20502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4" name="pt40814"/>
            <p:cNvSpPr/>
            <p:nvPr/>
          </p:nvSpPr>
          <p:spPr>
            <a:xfrm>
              <a:off x="8798679" y="20882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5" name="pt40815"/>
            <p:cNvSpPr/>
            <p:nvPr/>
          </p:nvSpPr>
          <p:spPr>
            <a:xfrm>
              <a:off x="9187914" y="24553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6" name="pt40816"/>
            <p:cNvSpPr/>
            <p:nvPr/>
          </p:nvSpPr>
          <p:spPr>
            <a:xfrm>
              <a:off x="8312152" y="24097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7" name="pt40817"/>
            <p:cNvSpPr/>
            <p:nvPr/>
          </p:nvSpPr>
          <p:spPr>
            <a:xfrm>
              <a:off x="8689465" y="23870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8" name="pt40818"/>
            <p:cNvSpPr/>
            <p:nvPr/>
          </p:nvSpPr>
          <p:spPr>
            <a:xfrm>
              <a:off x="8550210" y="23996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9" name="pt40819"/>
            <p:cNvSpPr/>
            <p:nvPr/>
          </p:nvSpPr>
          <p:spPr>
            <a:xfrm>
              <a:off x="9031610" y="18277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0" name="pt40820"/>
            <p:cNvSpPr/>
            <p:nvPr/>
          </p:nvSpPr>
          <p:spPr>
            <a:xfrm>
              <a:off x="9222422" y="19285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1" name="pt40821"/>
            <p:cNvSpPr/>
            <p:nvPr/>
          </p:nvSpPr>
          <p:spPr>
            <a:xfrm>
              <a:off x="8570436" y="23777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2" name="pt40822"/>
            <p:cNvSpPr/>
            <p:nvPr/>
          </p:nvSpPr>
          <p:spPr>
            <a:xfrm>
              <a:off x="8312152" y="25471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3" name="pt40823"/>
            <p:cNvSpPr/>
            <p:nvPr/>
          </p:nvSpPr>
          <p:spPr>
            <a:xfrm>
              <a:off x="8771364" y="22735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4" name="pt40824"/>
            <p:cNvSpPr/>
            <p:nvPr/>
          </p:nvSpPr>
          <p:spPr>
            <a:xfrm>
              <a:off x="9301626" y="21470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5" name="pt40825"/>
            <p:cNvSpPr/>
            <p:nvPr/>
          </p:nvSpPr>
          <p:spPr>
            <a:xfrm>
              <a:off x="8949856" y="20200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6" name="pt40826"/>
            <p:cNvSpPr/>
            <p:nvPr/>
          </p:nvSpPr>
          <p:spPr>
            <a:xfrm>
              <a:off x="9158273" y="19576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7" name="pt40827"/>
            <p:cNvSpPr/>
            <p:nvPr/>
          </p:nvSpPr>
          <p:spPr>
            <a:xfrm>
              <a:off x="8550210" y="25430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8" name="pt40828"/>
            <p:cNvSpPr/>
            <p:nvPr/>
          </p:nvSpPr>
          <p:spPr>
            <a:xfrm>
              <a:off x="8469500" y="25346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9" name="pt40829"/>
            <p:cNvSpPr/>
            <p:nvPr/>
          </p:nvSpPr>
          <p:spPr>
            <a:xfrm>
              <a:off x="8881273" y="23290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0" name="pt40830"/>
            <p:cNvSpPr/>
            <p:nvPr/>
          </p:nvSpPr>
          <p:spPr>
            <a:xfrm>
              <a:off x="8745877" y="20934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1" name="pt40831"/>
            <p:cNvSpPr/>
            <p:nvPr/>
          </p:nvSpPr>
          <p:spPr>
            <a:xfrm>
              <a:off x="8312152" y="25138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2" name="pt40832"/>
            <p:cNvSpPr/>
            <p:nvPr/>
          </p:nvSpPr>
          <p:spPr>
            <a:xfrm>
              <a:off x="9408344" y="20727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3" name="pt40833"/>
            <p:cNvSpPr/>
            <p:nvPr/>
          </p:nvSpPr>
          <p:spPr>
            <a:xfrm>
              <a:off x="8868306" y="20977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4" name="pt40834"/>
            <p:cNvSpPr/>
            <p:nvPr/>
          </p:nvSpPr>
          <p:spPr>
            <a:xfrm>
              <a:off x="8893328" y="1710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5" name="pt40835"/>
            <p:cNvSpPr/>
            <p:nvPr/>
          </p:nvSpPr>
          <p:spPr>
            <a:xfrm>
              <a:off x="9797803" y="25488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6" name="pt40836"/>
            <p:cNvSpPr/>
            <p:nvPr/>
          </p:nvSpPr>
          <p:spPr>
            <a:xfrm>
              <a:off x="9031610" y="20655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7" name="pt40837"/>
            <p:cNvSpPr/>
            <p:nvPr/>
          </p:nvSpPr>
          <p:spPr>
            <a:xfrm>
              <a:off x="9715521" y="23511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8" name="pt40838"/>
            <p:cNvSpPr/>
            <p:nvPr/>
          </p:nvSpPr>
          <p:spPr>
            <a:xfrm>
              <a:off x="9667785" y="25353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9" name="pt40839"/>
            <p:cNvSpPr/>
            <p:nvPr/>
          </p:nvSpPr>
          <p:spPr>
            <a:xfrm>
              <a:off x="8669239" y="2357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0" name="pt40840"/>
            <p:cNvSpPr/>
            <p:nvPr/>
          </p:nvSpPr>
          <p:spPr>
            <a:xfrm>
              <a:off x="9461227" y="24791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1" name="pt40841"/>
            <p:cNvSpPr/>
            <p:nvPr/>
          </p:nvSpPr>
          <p:spPr>
            <a:xfrm>
              <a:off x="8469500" y="23763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2" name="pt40842"/>
            <p:cNvSpPr/>
            <p:nvPr/>
          </p:nvSpPr>
          <p:spPr>
            <a:xfrm>
              <a:off x="8707558" y="23819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3" name="pt40843"/>
            <p:cNvSpPr/>
            <p:nvPr/>
          </p:nvSpPr>
          <p:spPr>
            <a:xfrm>
              <a:off x="8813199" y="20391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4" name="pt40844"/>
            <p:cNvSpPr/>
            <p:nvPr/>
          </p:nvSpPr>
          <p:spPr>
            <a:xfrm>
              <a:off x="9701667" y="22934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5" name="pt40845"/>
            <p:cNvSpPr/>
            <p:nvPr/>
          </p:nvSpPr>
          <p:spPr>
            <a:xfrm>
              <a:off x="8731558" y="21422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6" name="pt40846"/>
            <p:cNvSpPr/>
            <p:nvPr/>
          </p:nvSpPr>
          <p:spPr>
            <a:xfrm>
              <a:off x="8893328" y="20078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7" name="pt40847"/>
            <p:cNvSpPr/>
            <p:nvPr/>
          </p:nvSpPr>
          <p:spPr>
            <a:xfrm>
              <a:off x="9305101" y="22153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8" name="pt40848"/>
            <p:cNvSpPr/>
            <p:nvPr/>
          </p:nvSpPr>
          <p:spPr>
            <a:xfrm>
              <a:off x="8965842" y="2243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9" name="pt40849"/>
            <p:cNvSpPr/>
            <p:nvPr/>
          </p:nvSpPr>
          <p:spPr>
            <a:xfrm>
              <a:off x="9030305" y="19258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0" name="pt40850"/>
            <p:cNvSpPr/>
            <p:nvPr/>
          </p:nvSpPr>
          <p:spPr>
            <a:xfrm>
              <a:off x="8850587" y="20819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1" name="pt40851"/>
            <p:cNvSpPr/>
            <p:nvPr/>
          </p:nvSpPr>
          <p:spPr>
            <a:xfrm>
              <a:off x="9715521" y="22575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2" name="pt40852"/>
            <p:cNvSpPr/>
            <p:nvPr/>
          </p:nvSpPr>
          <p:spPr>
            <a:xfrm>
              <a:off x="9052414" y="2097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3" name="pt40853"/>
            <p:cNvSpPr/>
            <p:nvPr/>
          </p:nvSpPr>
          <p:spPr>
            <a:xfrm>
              <a:off x="8588529" y="23994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4" name="pt40854"/>
            <p:cNvSpPr/>
            <p:nvPr/>
          </p:nvSpPr>
          <p:spPr>
            <a:xfrm>
              <a:off x="8817779" y="20842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5" name="pt40855"/>
            <p:cNvSpPr/>
            <p:nvPr/>
          </p:nvSpPr>
          <p:spPr>
            <a:xfrm>
              <a:off x="9501180" y="22150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6" name="pt40856"/>
            <p:cNvSpPr/>
            <p:nvPr/>
          </p:nvSpPr>
          <p:spPr>
            <a:xfrm>
              <a:off x="9196093" y="23065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7" name="pt40857"/>
            <p:cNvSpPr/>
            <p:nvPr/>
          </p:nvSpPr>
          <p:spPr>
            <a:xfrm>
              <a:off x="9356998" y="21928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8" name="pt40858"/>
            <p:cNvSpPr/>
            <p:nvPr/>
          </p:nvSpPr>
          <p:spPr>
            <a:xfrm>
              <a:off x="8881273" y="22314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9" name="pt40859"/>
            <p:cNvSpPr/>
            <p:nvPr/>
          </p:nvSpPr>
          <p:spPr>
            <a:xfrm>
              <a:off x="9242219" y="2062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0" name="pt40860"/>
            <p:cNvSpPr/>
            <p:nvPr/>
          </p:nvSpPr>
          <p:spPr>
            <a:xfrm>
              <a:off x="9007935" y="1903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1" name="pt40861"/>
            <p:cNvSpPr/>
            <p:nvPr/>
          </p:nvSpPr>
          <p:spPr>
            <a:xfrm>
              <a:off x="8929892" y="17667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2" name="pt40862"/>
            <p:cNvSpPr/>
            <p:nvPr/>
          </p:nvSpPr>
          <p:spPr>
            <a:xfrm>
              <a:off x="8963923" y="22506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3" name="pt40863"/>
            <p:cNvSpPr/>
            <p:nvPr/>
          </p:nvSpPr>
          <p:spPr>
            <a:xfrm>
              <a:off x="9046552" y="18944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4" name="pt40864"/>
            <p:cNvSpPr/>
            <p:nvPr/>
          </p:nvSpPr>
          <p:spPr>
            <a:xfrm>
              <a:off x="9102103" y="20825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5" name="pt40865"/>
            <p:cNvSpPr/>
            <p:nvPr/>
          </p:nvSpPr>
          <p:spPr>
            <a:xfrm>
              <a:off x="8669239" y="22884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6" name="pt40866"/>
            <p:cNvSpPr/>
            <p:nvPr/>
          </p:nvSpPr>
          <p:spPr>
            <a:xfrm>
              <a:off x="8793552" y="23416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7" name="pt40867"/>
            <p:cNvSpPr/>
            <p:nvPr/>
          </p:nvSpPr>
          <p:spPr>
            <a:xfrm>
              <a:off x="8887406" y="19171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8" name="pt40868"/>
            <p:cNvSpPr/>
            <p:nvPr/>
          </p:nvSpPr>
          <p:spPr>
            <a:xfrm>
              <a:off x="8431181" y="25454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9" name="pt40869"/>
            <p:cNvSpPr/>
            <p:nvPr/>
          </p:nvSpPr>
          <p:spPr>
            <a:xfrm>
              <a:off x="8633583" y="22023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0" name="pt40870"/>
            <p:cNvSpPr/>
            <p:nvPr/>
          </p:nvSpPr>
          <p:spPr>
            <a:xfrm>
              <a:off x="9325298" y="21856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1" name="pt40871"/>
            <p:cNvSpPr/>
            <p:nvPr/>
          </p:nvSpPr>
          <p:spPr>
            <a:xfrm>
              <a:off x="8588529" y="23799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2" name="pt40872"/>
            <p:cNvSpPr/>
            <p:nvPr/>
          </p:nvSpPr>
          <p:spPr>
            <a:xfrm>
              <a:off x="8842954" y="21594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3" name="pt40873"/>
            <p:cNvSpPr/>
            <p:nvPr/>
          </p:nvSpPr>
          <p:spPr>
            <a:xfrm>
              <a:off x="9548628" y="22487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4" name="pt40874"/>
            <p:cNvSpPr/>
            <p:nvPr/>
          </p:nvSpPr>
          <p:spPr>
            <a:xfrm>
              <a:off x="8715936" y="23392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5" name="pt40875"/>
            <p:cNvSpPr/>
            <p:nvPr/>
          </p:nvSpPr>
          <p:spPr>
            <a:xfrm>
              <a:off x="8961983" y="22876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6" name="pt40876"/>
            <p:cNvSpPr/>
            <p:nvPr/>
          </p:nvSpPr>
          <p:spPr>
            <a:xfrm>
              <a:off x="8846813" y="19817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7" name="pt40877"/>
            <p:cNvSpPr/>
            <p:nvPr/>
          </p:nvSpPr>
          <p:spPr>
            <a:xfrm>
              <a:off x="9322929" y="21100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8" name="pt40878"/>
            <p:cNvSpPr/>
            <p:nvPr/>
          </p:nvSpPr>
          <p:spPr>
            <a:xfrm>
              <a:off x="8381780" y="2298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9" name="pt40879"/>
            <p:cNvSpPr/>
            <p:nvPr/>
          </p:nvSpPr>
          <p:spPr>
            <a:xfrm>
              <a:off x="9262699" y="17932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0" name="pt40880"/>
            <p:cNvSpPr/>
            <p:nvPr/>
          </p:nvSpPr>
          <p:spPr>
            <a:xfrm>
              <a:off x="9208605" y="19428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1" name="pt40881"/>
            <p:cNvSpPr/>
            <p:nvPr/>
          </p:nvSpPr>
          <p:spPr>
            <a:xfrm>
              <a:off x="9701667" y="25706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2" name="pt40882"/>
            <p:cNvSpPr/>
            <p:nvPr/>
          </p:nvSpPr>
          <p:spPr>
            <a:xfrm>
              <a:off x="8679650" y="24550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3" name="pt40883"/>
            <p:cNvSpPr/>
            <p:nvPr/>
          </p:nvSpPr>
          <p:spPr>
            <a:xfrm>
              <a:off x="9522221" y="19192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4" name="pt40884"/>
            <p:cNvSpPr/>
            <p:nvPr/>
          </p:nvSpPr>
          <p:spPr>
            <a:xfrm>
              <a:off x="9388372" y="20821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5" name="pt40885"/>
            <p:cNvSpPr/>
            <p:nvPr/>
          </p:nvSpPr>
          <p:spPr>
            <a:xfrm>
              <a:off x="8834965" y="21990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6" name="pt40886"/>
            <p:cNvSpPr/>
            <p:nvPr/>
          </p:nvSpPr>
          <p:spPr>
            <a:xfrm>
              <a:off x="8961983" y="22709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7" name="pt40887"/>
            <p:cNvSpPr/>
            <p:nvPr/>
          </p:nvSpPr>
          <p:spPr>
            <a:xfrm>
              <a:off x="8846813" y="21428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8" name="pt40888"/>
            <p:cNvSpPr/>
            <p:nvPr/>
          </p:nvSpPr>
          <p:spPr>
            <a:xfrm>
              <a:off x="8500809" y="27454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9" name="pt40889"/>
            <p:cNvSpPr/>
            <p:nvPr/>
          </p:nvSpPr>
          <p:spPr>
            <a:xfrm>
              <a:off x="9389022" y="2102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0" name="pt40890"/>
            <p:cNvSpPr/>
            <p:nvPr/>
          </p:nvSpPr>
          <p:spPr>
            <a:xfrm>
              <a:off x="8927523" y="19275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1" name="pt40891"/>
            <p:cNvSpPr/>
            <p:nvPr/>
          </p:nvSpPr>
          <p:spPr>
            <a:xfrm>
              <a:off x="8989011" y="19894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2" name="pt40892"/>
            <p:cNvSpPr/>
            <p:nvPr/>
          </p:nvSpPr>
          <p:spPr>
            <a:xfrm>
              <a:off x="8381780" y="21736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3" name="pt40893"/>
            <p:cNvSpPr/>
            <p:nvPr/>
          </p:nvSpPr>
          <p:spPr>
            <a:xfrm>
              <a:off x="8431181" y="23883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4" name="pt40894"/>
            <p:cNvSpPr/>
            <p:nvPr/>
          </p:nvSpPr>
          <p:spPr>
            <a:xfrm>
              <a:off x="8890393" y="20111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5" name="pt40895"/>
            <p:cNvSpPr/>
            <p:nvPr/>
          </p:nvSpPr>
          <p:spPr>
            <a:xfrm>
              <a:off x="9294459" y="20303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6" name="pt40896"/>
            <p:cNvSpPr/>
            <p:nvPr/>
          </p:nvSpPr>
          <p:spPr>
            <a:xfrm>
              <a:off x="8646309" y="23493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7" name="pt40897"/>
            <p:cNvSpPr/>
            <p:nvPr/>
          </p:nvSpPr>
          <p:spPr>
            <a:xfrm>
              <a:off x="9562708" y="19003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8" name="pt40898"/>
            <p:cNvSpPr/>
            <p:nvPr/>
          </p:nvSpPr>
          <p:spPr>
            <a:xfrm>
              <a:off x="8854280" y="21116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9" name="pt40899"/>
            <p:cNvSpPr/>
            <p:nvPr/>
          </p:nvSpPr>
          <p:spPr>
            <a:xfrm>
              <a:off x="8633583" y="19254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0" name="pt40900"/>
            <p:cNvSpPr/>
            <p:nvPr/>
          </p:nvSpPr>
          <p:spPr>
            <a:xfrm>
              <a:off x="9034193" y="17468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1" name="pt40901"/>
            <p:cNvSpPr/>
            <p:nvPr/>
          </p:nvSpPr>
          <p:spPr>
            <a:xfrm>
              <a:off x="8881273" y="23187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2" name="pt40902"/>
            <p:cNvSpPr/>
            <p:nvPr/>
          </p:nvSpPr>
          <p:spPr>
            <a:xfrm>
              <a:off x="8312152" y="2400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3" name="pt40903"/>
            <p:cNvSpPr/>
            <p:nvPr/>
          </p:nvSpPr>
          <p:spPr>
            <a:xfrm>
              <a:off x="9074042" y="19744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4" name="pt40904"/>
            <p:cNvSpPr/>
            <p:nvPr/>
          </p:nvSpPr>
          <p:spPr>
            <a:xfrm>
              <a:off x="8381780" y="24506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5" name="pt40905"/>
            <p:cNvSpPr/>
            <p:nvPr/>
          </p:nvSpPr>
          <p:spPr>
            <a:xfrm>
              <a:off x="9035469" y="17719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6" name="pt40906"/>
            <p:cNvSpPr/>
            <p:nvPr/>
          </p:nvSpPr>
          <p:spPr>
            <a:xfrm>
              <a:off x="9126216" y="20385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7" name="pt40907"/>
            <p:cNvSpPr/>
            <p:nvPr/>
          </p:nvSpPr>
          <p:spPr>
            <a:xfrm>
              <a:off x="8941268" y="18271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8" name="pt40908"/>
            <p:cNvSpPr/>
            <p:nvPr/>
          </p:nvSpPr>
          <p:spPr>
            <a:xfrm>
              <a:off x="8669239" y="23832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9" name="pt40909"/>
            <p:cNvSpPr/>
            <p:nvPr/>
          </p:nvSpPr>
          <p:spPr>
            <a:xfrm>
              <a:off x="9550412" y="20381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0" name="pt40910"/>
            <p:cNvSpPr/>
            <p:nvPr/>
          </p:nvSpPr>
          <p:spPr>
            <a:xfrm>
              <a:off x="8669239" y="22929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1" name="pt40911"/>
            <p:cNvSpPr/>
            <p:nvPr/>
          </p:nvSpPr>
          <p:spPr>
            <a:xfrm>
              <a:off x="8861436" y="19737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2" name="pt40912"/>
            <p:cNvSpPr/>
            <p:nvPr/>
          </p:nvSpPr>
          <p:spPr>
            <a:xfrm>
              <a:off x="9320769" y="20757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3" name="pt40913"/>
            <p:cNvSpPr/>
            <p:nvPr/>
          </p:nvSpPr>
          <p:spPr>
            <a:xfrm>
              <a:off x="8431181" y="25699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4" name="pt40914"/>
            <p:cNvSpPr/>
            <p:nvPr/>
          </p:nvSpPr>
          <p:spPr>
            <a:xfrm>
              <a:off x="8689465" y="24044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5" name="pt40915"/>
            <p:cNvSpPr/>
            <p:nvPr/>
          </p:nvSpPr>
          <p:spPr>
            <a:xfrm>
              <a:off x="8312152" y="23698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6" name="pt40916"/>
            <p:cNvSpPr/>
            <p:nvPr/>
          </p:nvSpPr>
          <p:spPr>
            <a:xfrm>
              <a:off x="8550210" y="25896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7" name="pt40917"/>
            <p:cNvSpPr/>
            <p:nvPr/>
          </p:nvSpPr>
          <p:spPr>
            <a:xfrm>
              <a:off x="8381780" y="2580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8" name="pt40918"/>
            <p:cNvSpPr/>
            <p:nvPr/>
          </p:nvSpPr>
          <p:spPr>
            <a:xfrm>
              <a:off x="9115383" y="21672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9" name="pt40919"/>
            <p:cNvSpPr/>
            <p:nvPr/>
          </p:nvSpPr>
          <p:spPr>
            <a:xfrm>
              <a:off x="9874745" y="28127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0" name="pt40920"/>
            <p:cNvSpPr/>
            <p:nvPr/>
          </p:nvSpPr>
          <p:spPr>
            <a:xfrm>
              <a:off x="8980466" y="19820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1" name="pt40921"/>
            <p:cNvSpPr/>
            <p:nvPr/>
          </p:nvSpPr>
          <p:spPr>
            <a:xfrm>
              <a:off x="9268690" y="18971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2" name="pt40922"/>
            <p:cNvSpPr/>
            <p:nvPr/>
          </p:nvSpPr>
          <p:spPr>
            <a:xfrm>
              <a:off x="9050093" y="22798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3" name="pt40923"/>
            <p:cNvSpPr/>
            <p:nvPr/>
          </p:nvSpPr>
          <p:spPr>
            <a:xfrm>
              <a:off x="9370170" y="20555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4" name="pt40924"/>
            <p:cNvSpPr/>
            <p:nvPr/>
          </p:nvSpPr>
          <p:spPr>
            <a:xfrm>
              <a:off x="8813199" y="20374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5" name="pt40925"/>
            <p:cNvSpPr/>
            <p:nvPr/>
          </p:nvSpPr>
          <p:spPr>
            <a:xfrm>
              <a:off x="9466476" y="22716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6" name="pt40926"/>
            <p:cNvSpPr/>
            <p:nvPr/>
          </p:nvSpPr>
          <p:spPr>
            <a:xfrm>
              <a:off x="9187914" y="21803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7" name="pt40927"/>
            <p:cNvSpPr/>
            <p:nvPr/>
          </p:nvSpPr>
          <p:spPr>
            <a:xfrm>
              <a:off x="9179876" y="17986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8" name="pt40928"/>
            <p:cNvSpPr/>
            <p:nvPr/>
          </p:nvSpPr>
          <p:spPr>
            <a:xfrm>
              <a:off x="8707558" y="22462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9" name="pt40929"/>
            <p:cNvSpPr/>
            <p:nvPr/>
          </p:nvSpPr>
          <p:spPr>
            <a:xfrm>
              <a:off x="9032906" y="19095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0" name="pt40930"/>
            <p:cNvSpPr/>
            <p:nvPr/>
          </p:nvSpPr>
          <p:spPr>
            <a:xfrm>
              <a:off x="9174300" y="2039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1" name="pt40931"/>
            <p:cNvSpPr/>
            <p:nvPr/>
          </p:nvSpPr>
          <p:spPr>
            <a:xfrm>
              <a:off x="8868306" y="22591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2" name="pt40932"/>
            <p:cNvSpPr/>
            <p:nvPr/>
          </p:nvSpPr>
          <p:spPr>
            <a:xfrm>
              <a:off x="8588529" y="2269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3" name="pt40933"/>
            <p:cNvSpPr/>
            <p:nvPr/>
          </p:nvSpPr>
          <p:spPr>
            <a:xfrm>
              <a:off x="9196592" y="22024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4" name="pt40934"/>
            <p:cNvSpPr/>
            <p:nvPr/>
          </p:nvSpPr>
          <p:spPr>
            <a:xfrm>
              <a:off x="9052414" y="20730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5" name="pt40935"/>
            <p:cNvSpPr/>
            <p:nvPr/>
          </p:nvSpPr>
          <p:spPr>
            <a:xfrm>
              <a:off x="8980466" y="20787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6" name="pt40936"/>
            <p:cNvSpPr/>
            <p:nvPr/>
          </p:nvSpPr>
          <p:spPr>
            <a:xfrm>
              <a:off x="9067835" y="18088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7" name="pt40937"/>
            <p:cNvSpPr/>
            <p:nvPr/>
          </p:nvSpPr>
          <p:spPr>
            <a:xfrm>
              <a:off x="8469500" y="21103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8" name="pt40938"/>
            <p:cNvSpPr/>
            <p:nvPr/>
          </p:nvSpPr>
          <p:spPr>
            <a:xfrm>
              <a:off x="8500809" y="23774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9" name="pt40939"/>
            <p:cNvSpPr/>
            <p:nvPr/>
          </p:nvSpPr>
          <p:spPr>
            <a:xfrm>
              <a:off x="9087709" y="19385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0" name="pt40940"/>
            <p:cNvSpPr/>
            <p:nvPr/>
          </p:nvSpPr>
          <p:spPr>
            <a:xfrm>
              <a:off x="9030305" y="17542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1" name="pt40941"/>
            <p:cNvSpPr/>
            <p:nvPr/>
          </p:nvSpPr>
          <p:spPr>
            <a:xfrm>
              <a:off x="8312152" y="23581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2" name="pt40942"/>
            <p:cNvSpPr/>
            <p:nvPr/>
          </p:nvSpPr>
          <p:spPr>
            <a:xfrm>
              <a:off x="9193072" y="22153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3" name="pt40943"/>
            <p:cNvSpPr/>
            <p:nvPr/>
          </p:nvSpPr>
          <p:spPr>
            <a:xfrm>
              <a:off x="9453041" y="22725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4" name="pt40944"/>
            <p:cNvSpPr/>
            <p:nvPr/>
          </p:nvSpPr>
          <p:spPr>
            <a:xfrm>
              <a:off x="8312152" y="24233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5" name="pt40945"/>
            <p:cNvSpPr/>
            <p:nvPr/>
          </p:nvSpPr>
          <p:spPr>
            <a:xfrm>
              <a:off x="8658156" y="24343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6" name="pt40946"/>
            <p:cNvSpPr/>
            <p:nvPr/>
          </p:nvSpPr>
          <p:spPr>
            <a:xfrm>
              <a:off x="9091423" y="1758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7" name="pt40947"/>
            <p:cNvSpPr/>
            <p:nvPr/>
          </p:nvSpPr>
          <p:spPr>
            <a:xfrm>
              <a:off x="8987335" y="20606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8" name="pt40948"/>
            <p:cNvSpPr/>
            <p:nvPr/>
          </p:nvSpPr>
          <p:spPr>
            <a:xfrm>
              <a:off x="9177111" y="20245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9" name="pt40949"/>
            <p:cNvSpPr/>
            <p:nvPr/>
          </p:nvSpPr>
          <p:spPr>
            <a:xfrm>
              <a:off x="9090502" y="18498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0" name="pt40950"/>
            <p:cNvSpPr/>
            <p:nvPr/>
          </p:nvSpPr>
          <p:spPr>
            <a:xfrm>
              <a:off x="9135698" y="20651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1" name="pt40951"/>
            <p:cNvSpPr/>
            <p:nvPr/>
          </p:nvSpPr>
          <p:spPr>
            <a:xfrm>
              <a:off x="8971473" y="22252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2" name="pt40952"/>
            <p:cNvSpPr/>
            <p:nvPr/>
          </p:nvSpPr>
          <p:spPr>
            <a:xfrm>
              <a:off x="8731558" y="23088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3" name="pt40953"/>
            <p:cNvSpPr/>
            <p:nvPr/>
          </p:nvSpPr>
          <p:spPr>
            <a:xfrm>
              <a:off x="9027663" y="19235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4" name="pt40954"/>
            <p:cNvSpPr/>
            <p:nvPr/>
          </p:nvSpPr>
          <p:spPr>
            <a:xfrm>
              <a:off x="8312152" y="26775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5" name="pt40955"/>
            <p:cNvSpPr/>
            <p:nvPr/>
          </p:nvSpPr>
          <p:spPr>
            <a:xfrm>
              <a:off x="8669239" y="24782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6" name="pt40956"/>
            <p:cNvSpPr/>
            <p:nvPr/>
          </p:nvSpPr>
          <p:spPr>
            <a:xfrm>
              <a:off x="8798679" y="2102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7" name="pt40957"/>
            <p:cNvSpPr/>
            <p:nvPr/>
          </p:nvSpPr>
          <p:spPr>
            <a:xfrm>
              <a:off x="8939053" y="19858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8" name="pt40958"/>
            <p:cNvSpPr/>
            <p:nvPr/>
          </p:nvSpPr>
          <p:spPr>
            <a:xfrm>
              <a:off x="8980466" y="19838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9" name="pt40959"/>
            <p:cNvSpPr/>
            <p:nvPr/>
          </p:nvSpPr>
          <p:spPr>
            <a:xfrm>
              <a:off x="8312152" y="25572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0" name="pt40960"/>
            <p:cNvSpPr/>
            <p:nvPr/>
          </p:nvSpPr>
          <p:spPr>
            <a:xfrm>
              <a:off x="9274162" y="19166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1" name="pt40961"/>
            <p:cNvSpPr/>
            <p:nvPr/>
          </p:nvSpPr>
          <p:spPr>
            <a:xfrm>
              <a:off x="8782816" y="22590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2" name="pt40962"/>
            <p:cNvSpPr/>
            <p:nvPr/>
          </p:nvSpPr>
          <p:spPr>
            <a:xfrm>
              <a:off x="9370170" y="21453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3" name="pt40963"/>
            <p:cNvSpPr/>
            <p:nvPr/>
          </p:nvSpPr>
          <p:spPr>
            <a:xfrm>
              <a:off x="8861436" y="20429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4" name="pt40964"/>
            <p:cNvSpPr/>
            <p:nvPr/>
          </p:nvSpPr>
          <p:spPr>
            <a:xfrm>
              <a:off x="9064645" y="20178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5" name="pt40965"/>
            <p:cNvSpPr/>
            <p:nvPr/>
          </p:nvSpPr>
          <p:spPr>
            <a:xfrm>
              <a:off x="9259278" y="20516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6" name="pt40966"/>
            <p:cNvSpPr/>
            <p:nvPr/>
          </p:nvSpPr>
          <p:spPr>
            <a:xfrm>
              <a:off x="8312152" y="24172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7" name="pt40967"/>
            <p:cNvSpPr/>
            <p:nvPr/>
          </p:nvSpPr>
          <p:spPr>
            <a:xfrm>
              <a:off x="8861436" y="20044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8" name="pt40968"/>
            <p:cNvSpPr/>
            <p:nvPr/>
          </p:nvSpPr>
          <p:spPr>
            <a:xfrm>
              <a:off x="8759093" y="21545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9" name="pt40969"/>
            <p:cNvSpPr/>
            <p:nvPr/>
          </p:nvSpPr>
          <p:spPr>
            <a:xfrm>
              <a:off x="8312152" y="24837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0" name="pt40970"/>
            <p:cNvSpPr/>
            <p:nvPr/>
          </p:nvSpPr>
          <p:spPr>
            <a:xfrm>
              <a:off x="9052414" y="21885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1" name="pt40971"/>
            <p:cNvSpPr/>
            <p:nvPr/>
          </p:nvSpPr>
          <p:spPr>
            <a:xfrm>
              <a:off x="8904593" y="23629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2" name="pt40972"/>
            <p:cNvSpPr/>
            <p:nvPr/>
          </p:nvSpPr>
          <p:spPr>
            <a:xfrm>
              <a:off x="9090502" y="17053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3" name="pt40973"/>
            <p:cNvSpPr/>
            <p:nvPr/>
          </p:nvSpPr>
          <p:spPr>
            <a:xfrm>
              <a:off x="9111342" y="21057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4" name="pt40974"/>
            <p:cNvSpPr/>
            <p:nvPr/>
          </p:nvSpPr>
          <p:spPr>
            <a:xfrm>
              <a:off x="9453041" y="23009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5" name="pt40975"/>
            <p:cNvSpPr/>
            <p:nvPr/>
          </p:nvSpPr>
          <p:spPr>
            <a:xfrm>
              <a:off x="8961983" y="22400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6" name="pt40976"/>
            <p:cNvSpPr/>
            <p:nvPr/>
          </p:nvSpPr>
          <p:spPr>
            <a:xfrm>
              <a:off x="9242219" y="20470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7" name="pt40977"/>
            <p:cNvSpPr/>
            <p:nvPr/>
          </p:nvSpPr>
          <p:spPr>
            <a:xfrm>
              <a:off x="8604896" y="23685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8" name="pt40978"/>
            <p:cNvSpPr/>
            <p:nvPr/>
          </p:nvSpPr>
          <p:spPr>
            <a:xfrm>
              <a:off x="8890393" y="16579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9" name="pt40979"/>
            <p:cNvSpPr/>
            <p:nvPr/>
          </p:nvSpPr>
          <p:spPr>
            <a:xfrm>
              <a:off x="9035469" y="18367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0" name="pt40980"/>
            <p:cNvSpPr/>
            <p:nvPr/>
          </p:nvSpPr>
          <p:spPr>
            <a:xfrm>
              <a:off x="8893328" y="16204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1" name="pt40981"/>
            <p:cNvSpPr/>
            <p:nvPr/>
          </p:nvSpPr>
          <p:spPr>
            <a:xfrm>
              <a:off x="8929892" y="16623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2" name="pt40982"/>
            <p:cNvSpPr/>
            <p:nvPr/>
          </p:nvSpPr>
          <p:spPr>
            <a:xfrm>
              <a:off x="8633583" y="21364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3" name="pt40983"/>
            <p:cNvSpPr/>
            <p:nvPr/>
          </p:nvSpPr>
          <p:spPr>
            <a:xfrm>
              <a:off x="8846813" y="20082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4" name="pt40984"/>
            <p:cNvSpPr/>
            <p:nvPr/>
          </p:nvSpPr>
          <p:spPr>
            <a:xfrm>
              <a:off x="9052414" y="22571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5" name="pt40985"/>
            <p:cNvSpPr/>
            <p:nvPr/>
          </p:nvSpPr>
          <p:spPr>
            <a:xfrm>
              <a:off x="9474060" y="22276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6" name="pt40986"/>
            <p:cNvSpPr/>
            <p:nvPr/>
          </p:nvSpPr>
          <p:spPr>
            <a:xfrm>
              <a:off x="8993941" y="20173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7" name="pt40987"/>
            <p:cNvSpPr/>
            <p:nvPr/>
          </p:nvSpPr>
          <p:spPr>
            <a:xfrm>
              <a:off x="8961983" y="22939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8" name="pt40988"/>
            <p:cNvSpPr/>
            <p:nvPr/>
          </p:nvSpPr>
          <p:spPr>
            <a:xfrm>
              <a:off x="8868306" y="21493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9" name="pt40989"/>
            <p:cNvSpPr/>
            <p:nvPr/>
          </p:nvSpPr>
          <p:spPr>
            <a:xfrm>
              <a:off x="8312152" y="25189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0" name="pt40990"/>
            <p:cNvSpPr/>
            <p:nvPr/>
          </p:nvSpPr>
          <p:spPr>
            <a:xfrm>
              <a:off x="8890393" y="20585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1" name="pt40991"/>
            <p:cNvSpPr/>
            <p:nvPr/>
          </p:nvSpPr>
          <p:spPr>
            <a:xfrm>
              <a:off x="8312152" y="25835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2" name="pt40992"/>
            <p:cNvSpPr/>
            <p:nvPr/>
          </p:nvSpPr>
          <p:spPr>
            <a:xfrm>
              <a:off x="8723925" y="22385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3" name="pt40993"/>
            <p:cNvSpPr/>
            <p:nvPr/>
          </p:nvSpPr>
          <p:spPr>
            <a:xfrm>
              <a:off x="9022254" y="17573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4" name="pt40994"/>
            <p:cNvSpPr/>
            <p:nvPr/>
          </p:nvSpPr>
          <p:spPr>
            <a:xfrm>
              <a:off x="8550210" y="25612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5" name="pt40995"/>
            <p:cNvSpPr/>
            <p:nvPr/>
          </p:nvSpPr>
          <p:spPr>
            <a:xfrm>
              <a:off x="9828342" y="23455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6" name="pt40996"/>
            <p:cNvSpPr/>
            <p:nvPr/>
          </p:nvSpPr>
          <p:spPr>
            <a:xfrm>
              <a:off x="8922686" y="18217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7" name="pt40997"/>
            <p:cNvSpPr/>
            <p:nvPr/>
          </p:nvSpPr>
          <p:spPr>
            <a:xfrm>
              <a:off x="9414750" y="20573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8" name="pt40998"/>
            <p:cNvSpPr/>
            <p:nvPr/>
          </p:nvSpPr>
          <p:spPr>
            <a:xfrm>
              <a:off x="9237969" y="19890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9" name="pt40999"/>
            <p:cNvSpPr/>
            <p:nvPr/>
          </p:nvSpPr>
          <p:spPr>
            <a:xfrm>
              <a:off x="8788268" y="21096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0" name="pt41000"/>
            <p:cNvSpPr/>
            <p:nvPr/>
          </p:nvSpPr>
          <p:spPr>
            <a:xfrm>
              <a:off x="8817779" y="20758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1" name="pt41001"/>
            <p:cNvSpPr/>
            <p:nvPr/>
          </p:nvSpPr>
          <p:spPr>
            <a:xfrm>
              <a:off x="9196592" y="23252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2" name="pt41002"/>
            <p:cNvSpPr/>
            <p:nvPr/>
          </p:nvSpPr>
          <p:spPr>
            <a:xfrm>
              <a:off x="9090502" y="19772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3" name="pt41003"/>
            <p:cNvSpPr/>
            <p:nvPr/>
          </p:nvSpPr>
          <p:spPr>
            <a:xfrm>
              <a:off x="8469500" y="24867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4" name="pt41004"/>
            <p:cNvSpPr/>
            <p:nvPr/>
          </p:nvSpPr>
          <p:spPr>
            <a:xfrm>
              <a:off x="9098616" y="19884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5" name="pt41005"/>
            <p:cNvSpPr/>
            <p:nvPr/>
          </p:nvSpPr>
          <p:spPr>
            <a:xfrm>
              <a:off x="8500809" y="26304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6" name="pt41006"/>
            <p:cNvSpPr/>
            <p:nvPr/>
          </p:nvSpPr>
          <p:spPr>
            <a:xfrm>
              <a:off x="8312152" y="24789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7" name="pt41007"/>
            <p:cNvSpPr/>
            <p:nvPr/>
          </p:nvSpPr>
          <p:spPr>
            <a:xfrm>
              <a:off x="8868306" y="21639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8" name="pt41008"/>
            <p:cNvSpPr/>
            <p:nvPr/>
          </p:nvSpPr>
          <p:spPr>
            <a:xfrm>
              <a:off x="8861436" y="19184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9" name="pt41009"/>
            <p:cNvSpPr/>
            <p:nvPr/>
          </p:nvSpPr>
          <p:spPr>
            <a:xfrm>
              <a:off x="8500809" y="25864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0" name="pt41010"/>
            <p:cNvSpPr/>
            <p:nvPr/>
          </p:nvSpPr>
          <p:spPr>
            <a:xfrm>
              <a:off x="8469500" y="23677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1" name="pt41011"/>
            <p:cNvSpPr/>
            <p:nvPr/>
          </p:nvSpPr>
          <p:spPr>
            <a:xfrm>
              <a:off x="8633583" y="19903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2" name="pt41012"/>
            <p:cNvSpPr/>
            <p:nvPr/>
          </p:nvSpPr>
          <p:spPr>
            <a:xfrm>
              <a:off x="8846813" y="20113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3" name="pt41013"/>
            <p:cNvSpPr/>
            <p:nvPr/>
          </p:nvSpPr>
          <p:spPr>
            <a:xfrm>
              <a:off x="9423467" y="20381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4" name="pt41014"/>
            <p:cNvSpPr/>
            <p:nvPr/>
          </p:nvSpPr>
          <p:spPr>
            <a:xfrm>
              <a:off x="9056963" y="20426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5" name="pt41015"/>
            <p:cNvSpPr/>
            <p:nvPr/>
          </p:nvSpPr>
          <p:spPr>
            <a:xfrm>
              <a:off x="8920215" y="21112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6" name="pt41016"/>
            <p:cNvSpPr/>
            <p:nvPr/>
          </p:nvSpPr>
          <p:spPr>
            <a:xfrm>
              <a:off x="8731558" y="23001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7" name="pt41017"/>
            <p:cNvSpPr/>
            <p:nvPr/>
          </p:nvSpPr>
          <p:spPr>
            <a:xfrm>
              <a:off x="8431181" y="26071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8" name="pt41018"/>
            <p:cNvSpPr/>
            <p:nvPr/>
          </p:nvSpPr>
          <p:spPr>
            <a:xfrm>
              <a:off x="8669239" y="2188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9" name="pt41019"/>
            <p:cNvSpPr/>
            <p:nvPr/>
          </p:nvSpPr>
          <p:spPr>
            <a:xfrm>
              <a:off x="8500809" y="25822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0" name="pt41020"/>
            <p:cNvSpPr/>
            <p:nvPr/>
          </p:nvSpPr>
          <p:spPr>
            <a:xfrm>
              <a:off x="8469500" y="24646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1" name="pt41021"/>
            <p:cNvSpPr/>
            <p:nvPr/>
          </p:nvSpPr>
          <p:spPr>
            <a:xfrm>
              <a:off x="8570436" y="25689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2" name="pt41022"/>
            <p:cNvSpPr/>
            <p:nvPr/>
          </p:nvSpPr>
          <p:spPr>
            <a:xfrm>
              <a:off x="9062485" y="20561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3" name="pt41023"/>
            <p:cNvSpPr/>
            <p:nvPr/>
          </p:nvSpPr>
          <p:spPr>
            <a:xfrm>
              <a:off x="9116180" y="20350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4" name="pt41024"/>
            <p:cNvSpPr/>
            <p:nvPr/>
          </p:nvSpPr>
          <p:spPr>
            <a:xfrm>
              <a:off x="9185276" y="22651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5" name="pt41025"/>
            <p:cNvSpPr/>
            <p:nvPr/>
          </p:nvSpPr>
          <p:spPr>
            <a:xfrm>
              <a:off x="8798679" y="21785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6" name="pt41026"/>
            <p:cNvSpPr/>
            <p:nvPr/>
          </p:nvSpPr>
          <p:spPr>
            <a:xfrm>
              <a:off x="8633583" y="19804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7" name="pt41027"/>
            <p:cNvSpPr/>
            <p:nvPr/>
          </p:nvSpPr>
          <p:spPr>
            <a:xfrm>
              <a:off x="8689465" y="24931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8" name="pt41028"/>
            <p:cNvSpPr/>
            <p:nvPr/>
          </p:nvSpPr>
          <p:spPr>
            <a:xfrm>
              <a:off x="8431181" y="24985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9" name="pt41029"/>
            <p:cNvSpPr/>
            <p:nvPr/>
          </p:nvSpPr>
          <p:spPr>
            <a:xfrm>
              <a:off x="9030305" y="18240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0" name="pt41030"/>
            <p:cNvSpPr/>
            <p:nvPr/>
          </p:nvSpPr>
          <p:spPr>
            <a:xfrm>
              <a:off x="8798679" y="22269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1" name="pt41031"/>
            <p:cNvSpPr/>
            <p:nvPr/>
          </p:nvSpPr>
          <p:spPr>
            <a:xfrm>
              <a:off x="9187914" y="23177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2" name="pt41032"/>
            <p:cNvSpPr/>
            <p:nvPr/>
          </p:nvSpPr>
          <p:spPr>
            <a:xfrm>
              <a:off x="8500809" y="25038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3" name="pt41033"/>
            <p:cNvSpPr/>
            <p:nvPr/>
          </p:nvSpPr>
          <p:spPr>
            <a:xfrm>
              <a:off x="8550210" y="26922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4" name="pt41034"/>
            <p:cNvSpPr/>
            <p:nvPr/>
          </p:nvSpPr>
          <p:spPr>
            <a:xfrm>
              <a:off x="9054703" y="20985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5" name="pt41035"/>
            <p:cNvSpPr/>
            <p:nvPr/>
          </p:nvSpPr>
          <p:spPr>
            <a:xfrm>
              <a:off x="9169122" y="19950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6" name="pt41036"/>
            <p:cNvSpPr/>
            <p:nvPr/>
          </p:nvSpPr>
          <p:spPr>
            <a:xfrm>
              <a:off x="9207674" y="17344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7" name="pt41037"/>
            <p:cNvSpPr/>
            <p:nvPr/>
          </p:nvSpPr>
          <p:spPr>
            <a:xfrm>
              <a:off x="8782816" y="20964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8" name="pt41038"/>
            <p:cNvSpPr/>
            <p:nvPr/>
          </p:nvSpPr>
          <p:spPr>
            <a:xfrm>
              <a:off x="8941268" y="19499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9" name="pt41039"/>
            <p:cNvSpPr/>
            <p:nvPr/>
          </p:nvSpPr>
          <p:spPr>
            <a:xfrm>
              <a:off x="8500809" y="25529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0" name="pt41040"/>
            <p:cNvSpPr/>
            <p:nvPr/>
          </p:nvSpPr>
          <p:spPr>
            <a:xfrm>
              <a:off x="9062485" y="20344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1" name="pt41041"/>
            <p:cNvSpPr/>
            <p:nvPr/>
          </p:nvSpPr>
          <p:spPr>
            <a:xfrm>
              <a:off x="9507319" y="21736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2" name="pt41042"/>
            <p:cNvSpPr/>
            <p:nvPr/>
          </p:nvSpPr>
          <p:spPr>
            <a:xfrm>
              <a:off x="8813199" y="2144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3" name="pt41043"/>
            <p:cNvSpPr/>
            <p:nvPr/>
          </p:nvSpPr>
          <p:spPr>
            <a:xfrm>
              <a:off x="9018082" y="14315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4" name="pt41044"/>
            <p:cNvSpPr/>
            <p:nvPr/>
          </p:nvSpPr>
          <p:spPr>
            <a:xfrm>
              <a:off x="8971473" y="23029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5" name="pt41045"/>
            <p:cNvSpPr/>
            <p:nvPr/>
          </p:nvSpPr>
          <p:spPr>
            <a:xfrm>
              <a:off x="8731558" y="19730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6" name="pt41046"/>
            <p:cNvSpPr/>
            <p:nvPr/>
          </p:nvSpPr>
          <p:spPr>
            <a:xfrm>
              <a:off x="8973309" y="22052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7" name="pt41047"/>
            <p:cNvSpPr/>
            <p:nvPr/>
          </p:nvSpPr>
          <p:spPr>
            <a:xfrm>
              <a:off x="9423467" y="19833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8" name="pt41048"/>
            <p:cNvSpPr/>
            <p:nvPr/>
          </p:nvSpPr>
          <p:spPr>
            <a:xfrm>
              <a:off x="8759093" y="21463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9" name="pt41049"/>
            <p:cNvSpPr/>
            <p:nvPr/>
          </p:nvSpPr>
          <p:spPr>
            <a:xfrm>
              <a:off x="9197584" y="16737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0" name="pt41050"/>
            <p:cNvSpPr/>
            <p:nvPr/>
          </p:nvSpPr>
          <p:spPr>
            <a:xfrm>
              <a:off x="9115383" y="20735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1" name="pt41051"/>
            <p:cNvSpPr/>
            <p:nvPr/>
          </p:nvSpPr>
          <p:spPr>
            <a:xfrm>
              <a:off x="8500809" y="25707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2" name="pt41052"/>
            <p:cNvSpPr/>
            <p:nvPr/>
          </p:nvSpPr>
          <p:spPr>
            <a:xfrm>
              <a:off x="9557615" y="21688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3" name="pt41053"/>
            <p:cNvSpPr/>
            <p:nvPr/>
          </p:nvSpPr>
          <p:spPr>
            <a:xfrm>
              <a:off x="8570436" y="25371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4" name="pt41054"/>
            <p:cNvSpPr/>
            <p:nvPr/>
          </p:nvSpPr>
          <p:spPr>
            <a:xfrm>
              <a:off x="8817779" y="20595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5" name="pt41055"/>
            <p:cNvSpPr/>
            <p:nvPr/>
          </p:nvSpPr>
          <p:spPr>
            <a:xfrm>
              <a:off x="8731558" y="22429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6" name="pt41056"/>
            <p:cNvSpPr/>
            <p:nvPr/>
          </p:nvSpPr>
          <p:spPr>
            <a:xfrm>
              <a:off x="9227900" y="21909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7" name="pt41057"/>
            <p:cNvSpPr/>
            <p:nvPr/>
          </p:nvSpPr>
          <p:spPr>
            <a:xfrm>
              <a:off x="8752612" y="21173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8" name="pt41058"/>
            <p:cNvSpPr/>
            <p:nvPr/>
          </p:nvSpPr>
          <p:spPr>
            <a:xfrm>
              <a:off x="8707558" y="2257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9" name="pt41059"/>
            <p:cNvSpPr/>
            <p:nvPr/>
          </p:nvSpPr>
          <p:spPr>
            <a:xfrm>
              <a:off x="8813199" y="20218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0" name="pt41060"/>
            <p:cNvSpPr/>
            <p:nvPr/>
          </p:nvSpPr>
          <p:spPr>
            <a:xfrm>
              <a:off x="9340807" y="20079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1" name="pt41061"/>
            <p:cNvSpPr/>
            <p:nvPr/>
          </p:nvSpPr>
          <p:spPr>
            <a:xfrm>
              <a:off x="8312152" y="24880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2" name="pt41062"/>
            <p:cNvSpPr/>
            <p:nvPr/>
          </p:nvSpPr>
          <p:spPr>
            <a:xfrm>
              <a:off x="9123951" y="20678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3" name="pt41063"/>
            <p:cNvSpPr/>
            <p:nvPr/>
          </p:nvSpPr>
          <p:spPr>
            <a:xfrm>
              <a:off x="9305101" y="22130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4" name="pt41064"/>
            <p:cNvSpPr/>
            <p:nvPr/>
          </p:nvSpPr>
          <p:spPr>
            <a:xfrm>
              <a:off x="8961983" y="22822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5" name="pt41065"/>
            <p:cNvSpPr/>
            <p:nvPr/>
          </p:nvSpPr>
          <p:spPr>
            <a:xfrm>
              <a:off x="9277923" y="19886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6" name="pt41066"/>
            <p:cNvSpPr/>
            <p:nvPr/>
          </p:nvSpPr>
          <p:spPr>
            <a:xfrm>
              <a:off x="9581160" y="23837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7" name="pt41067"/>
            <p:cNvSpPr/>
            <p:nvPr/>
          </p:nvSpPr>
          <p:spPr>
            <a:xfrm>
              <a:off x="9037995" y="17475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8" name="pt41068"/>
            <p:cNvSpPr/>
            <p:nvPr/>
          </p:nvSpPr>
          <p:spPr>
            <a:xfrm>
              <a:off x="8500809" y="25876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9" name="pt41069"/>
            <p:cNvSpPr/>
            <p:nvPr/>
          </p:nvSpPr>
          <p:spPr>
            <a:xfrm>
              <a:off x="8808494" y="22327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0" name="pt41070"/>
            <p:cNvSpPr/>
            <p:nvPr/>
          </p:nvSpPr>
          <p:spPr>
            <a:xfrm>
              <a:off x="9037995" y="18912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1" name="pt41071"/>
            <p:cNvSpPr/>
            <p:nvPr/>
          </p:nvSpPr>
          <p:spPr>
            <a:xfrm>
              <a:off x="8431181" y="23930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2" name="pt41072"/>
            <p:cNvSpPr/>
            <p:nvPr/>
          </p:nvSpPr>
          <p:spPr>
            <a:xfrm>
              <a:off x="9031610" y="20159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3" name="pt41073"/>
            <p:cNvSpPr/>
            <p:nvPr/>
          </p:nvSpPr>
          <p:spPr>
            <a:xfrm>
              <a:off x="8588529" y="22641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4" name="pt41074"/>
            <p:cNvSpPr/>
            <p:nvPr/>
          </p:nvSpPr>
          <p:spPr>
            <a:xfrm>
              <a:off x="9087709" y="20024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5" name="pt41075"/>
            <p:cNvSpPr/>
            <p:nvPr/>
          </p:nvSpPr>
          <p:spPr>
            <a:xfrm>
              <a:off x="8570436" y="23380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6" name="pt41076"/>
            <p:cNvSpPr/>
            <p:nvPr/>
          </p:nvSpPr>
          <p:spPr>
            <a:xfrm>
              <a:off x="8500809" y="23664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7" name="pt41077"/>
            <p:cNvSpPr/>
            <p:nvPr/>
          </p:nvSpPr>
          <p:spPr>
            <a:xfrm>
              <a:off x="8904593" y="21185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8" name="pt41078"/>
            <p:cNvSpPr/>
            <p:nvPr/>
          </p:nvSpPr>
          <p:spPr>
            <a:xfrm>
              <a:off x="9537100" y="22060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9" name="pt41079"/>
            <p:cNvSpPr/>
            <p:nvPr/>
          </p:nvSpPr>
          <p:spPr>
            <a:xfrm>
              <a:off x="8381780" y="23096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0" name="pt41080"/>
            <p:cNvSpPr/>
            <p:nvPr/>
          </p:nvSpPr>
          <p:spPr>
            <a:xfrm>
              <a:off x="8500809" y="26758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1" name="pt41081"/>
            <p:cNvSpPr/>
            <p:nvPr/>
          </p:nvSpPr>
          <p:spPr>
            <a:xfrm>
              <a:off x="8570436" y="22555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2" name="pt41082"/>
            <p:cNvSpPr/>
            <p:nvPr/>
          </p:nvSpPr>
          <p:spPr>
            <a:xfrm>
              <a:off x="8500809" y="24379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3" name="pt41083"/>
            <p:cNvSpPr/>
            <p:nvPr/>
          </p:nvSpPr>
          <p:spPr>
            <a:xfrm>
              <a:off x="8500809" y="23992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4" name="pt41084"/>
            <p:cNvSpPr/>
            <p:nvPr/>
          </p:nvSpPr>
          <p:spPr>
            <a:xfrm>
              <a:off x="8798679" y="21961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5" name="pt41085"/>
            <p:cNvSpPr/>
            <p:nvPr/>
          </p:nvSpPr>
          <p:spPr>
            <a:xfrm>
              <a:off x="8798679" y="20525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6" name="pt41086"/>
            <p:cNvSpPr/>
            <p:nvPr/>
          </p:nvSpPr>
          <p:spPr>
            <a:xfrm>
              <a:off x="8381780" y="24429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7" name="pt41087"/>
            <p:cNvSpPr/>
            <p:nvPr/>
          </p:nvSpPr>
          <p:spPr>
            <a:xfrm>
              <a:off x="9256140" y="20158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8" name="pt41088"/>
            <p:cNvSpPr/>
            <p:nvPr/>
          </p:nvSpPr>
          <p:spPr>
            <a:xfrm>
              <a:off x="8842954" y="20881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9" name="pt41089"/>
            <p:cNvSpPr/>
            <p:nvPr/>
          </p:nvSpPr>
          <p:spPr>
            <a:xfrm>
              <a:off x="8469500" y="25062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0" name="pt41090"/>
            <p:cNvSpPr/>
            <p:nvPr/>
          </p:nvSpPr>
          <p:spPr>
            <a:xfrm>
              <a:off x="8570436" y="25612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1" name="pt41091"/>
            <p:cNvSpPr/>
            <p:nvPr/>
          </p:nvSpPr>
          <p:spPr>
            <a:xfrm>
              <a:off x="8604896" y="22939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2" name="pt41092"/>
            <p:cNvSpPr/>
            <p:nvPr/>
          </p:nvSpPr>
          <p:spPr>
            <a:xfrm>
              <a:off x="9507319" y="21969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3" name="pt41093"/>
            <p:cNvSpPr/>
            <p:nvPr/>
          </p:nvSpPr>
          <p:spPr>
            <a:xfrm>
              <a:off x="9573129" y="22820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4" name="pt41094"/>
            <p:cNvSpPr/>
            <p:nvPr/>
          </p:nvSpPr>
          <p:spPr>
            <a:xfrm>
              <a:off x="8971473" y="22317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5" name="pt41095"/>
            <p:cNvSpPr/>
            <p:nvPr/>
          </p:nvSpPr>
          <p:spPr>
            <a:xfrm>
              <a:off x="8813199" y="20899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6" name="pt41096"/>
            <p:cNvSpPr/>
            <p:nvPr/>
          </p:nvSpPr>
          <p:spPr>
            <a:xfrm>
              <a:off x="9288151" y="19391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7" name="pt41097"/>
            <p:cNvSpPr/>
            <p:nvPr/>
          </p:nvSpPr>
          <p:spPr>
            <a:xfrm>
              <a:off x="9196093" y="23180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8" name="pt41098"/>
            <p:cNvSpPr/>
            <p:nvPr/>
          </p:nvSpPr>
          <p:spPr>
            <a:xfrm>
              <a:off x="8550210" y="24399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9" name="pt41099"/>
            <p:cNvSpPr/>
            <p:nvPr/>
          </p:nvSpPr>
          <p:spPr>
            <a:xfrm>
              <a:off x="9576430" y="19565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0" name="pt41100"/>
            <p:cNvSpPr/>
            <p:nvPr/>
          </p:nvSpPr>
          <p:spPr>
            <a:xfrm>
              <a:off x="8689465" y="24962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1" name="pt41101"/>
            <p:cNvSpPr/>
            <p:nvPr/>
          </p:nvSpPr>
          <p:spPr>
            <a:xfrm>
              <a:off x="8861436" y="21183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2" name="pt41102"/>
            <p:cNvSpPr/>
            <p:nvPr/>
          </p:nvSpPr>
          <p:spPr>
            <a:xfrm>
              <a:off x="9528241" y="17371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3" name="pt41103"/>
            <p:cNvSpPr/>
            <p:nvPr/>
          </p:nvSpPr>
          <p:spPr>
            <a:xfrm>
              <a:off x="8633583" y="2291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4" name="pt41104"/>
            <p:cNvSpPr/>
            <p:nvPr/>
          </p:nvSpPr>
          <p:spPr>
            <a:xfrm>
              <a:off x="8469500" y="22414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5" name="pt41105"/>
            <p:cNvSpPr/>
            <p:nvPr/>
          </p:nvSpPr>
          <p:spPr>
            <a:xfrm>
              <a:off x="8431181" y="24877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6" name="pt41106"/>
            <p:cNvSpPr/>
            <p:nvPr/>
          </p:nvSpPr>
          <p:spPr>
            <a:xfrm>
              <a:off x="9120109" y="21109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7" name="pt41107"/>
            <p:cNvSpPr/>
            <p:nvPr/>
          </p:nvSpPr>
          <p:spPr>
            <a:xfrm>
              <a:off x="9184210" y="22466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8" name="pt41108"/>
            <p:cNvSpPr/>
            <p:nvPr/>
          </p:nvSpPr>
          <p:spPr>
            <a:xfrm>
              <a:off x="9356998" y="21130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9" name="pt41109"/>
            <p:cNvSpPr/>
            <p:nvPr/>
          </p:nvSpPr>
          <p:spPr>
            <a:xfrm>
              <a:off x="9321732" y="21903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0" name="pt41110"/>
            <p:cNvSpPr/>
            <p:nvPr/>
          </p:nvSpPr>
          <p:spPr>
            <a:xfrm>
              <a:off x="9436506" y="21931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1" name="pt41111"/>
            <p:cNvSpPr/>
            <p:nvPr/>
          </p:nvSpPr>
          <p:spPr>
            <a:xfrm>
              <a:off x="9054703" y="2090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2" name="pt41112"/>
            <p:cNvSpPr/>
            <p:nvPr/>
          </p:nvSpPr>
          <p:spPr>
            <a:xfrm>
              <a:off x="9208605" y="19439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3" name="pt41113"/>
            <p:cNvSpPr/>
            <p:nvPr/>
          </p:nvSpPr>
          <p:spPr>
            <a:xfrm>
              <a:off x="9104672" y="22031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4" name="pt41114"/>
            <p:cNvSpPr/>
            <p:nvPr/>
          </p:nvSpPr>
          <p:spPr>
            <a:xfrm>
              <a:off x="8842954" y="21053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5" name="pt41115"/>
            <p:cNvSpPr/>
            <p:nvPr/>
          </p:nvSpPr>
          <p:spPr>
            <a:xfrm>
              <a:off x="8469500" y="22081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6" name="pt41116"/>
            <p:cNvSpPr/>
            <p:nvPr/>
          </p:nvSpPr>
          <p:spPr>
            <a:xfrm>
              <a:off x="8500809" y="26273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7" name="pt41117"/>
            <p:cNvSpPr/>
            <p:nvPr/>
          </p:nvSpPr>
          <p:spPr>
            <a:xfrm>
              <a:off x="8765338" y="20626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8" name="pt41118"/>
            <p:cNvSpPr/>
            <p:nvPr/>
          </p:nvSpPr>
          <p:spPr>
            <a:xfrm>
              <a:off x="9116180" y="2115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9" name="pt41119"/>
            <p:cNvSpPr/>
            <p:nvPr/>
          </p:nvSpPr>
          <p:spPr>
            <a:xfrm>
              <a:off x="9576430" y="19523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0" name="pt41120"/>
            <p:cNvSpPr/>
            <p:nvPr/>
          </p:nvSpPr>
          <p:spPr>
            <a:xfrm>
              <a:off x="9279466" y="21269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1" name="pt41121"/>
            <p:cNvSpPr/>
            <p:nvPr/>
          </p:nvSpPr>
          <p:spPr>
            <a:xfrm>
              <a:off x="8312152" y="2430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2" name="pt41122"/>
            <p:cNvSpPr/>
            <p:nvPr/>
          </p:nvSpPr>
          <p:spPr>
            <a:xfrm>
              <a:off x="8971473" y="22586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3" name="pt41123"/>
            <p:cNvSpPr/>
            <p:nvPr/>
          </p:nvSpPr>
          <p:spPr>
            <a:xfrm>
              <a:off x="8527280" y="25346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4" name="pt41124"/>
            <p:cNvSpPr/>
            <p:nvPr/>
          </p:nvSpPr>
          <p:spPr>
            <a:xfrm>
              <a:off x="9189996" y="2101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5" name="pt41125"/>
            <p:cNvSpPr/>
            <p:nvPr/>
          </p:nvSpPr>
          <p:spPr>
            <a:xfrm>
              <a:off x="9004922" y="1590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6" name="pt41126"/>
            <p:cNvSpPr/>
            <p:nvPr/>
          </p:nvSpPr>
          <p:spPr>
            <a:xfrm>
              <a:off x="8469500" y="23093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7" name="pt41127"/>
            <p:cNvSpPr/>
            <p:nvPr/>
          </p:nvSpPr>
          <p:spPr>
            <a:xfrm>
              <a:off x="8381780" y="23491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8" name="pt41128"/>
            <p:cNvSpPr/>
            <p:nvPr/>
          </p:nvSpPr>
          <p:spPr>
            <a:xfrm>
              <a:off x="8798679" y="22773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9" name="pt41129"/>
            <p:cNvSpPr/>
            <p:nvPr/>
          </p:nvSpPr>
          <p:spPr>
            <a:xfrm>
              <a:off x="9417384" y="18833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0" name="pt41130"/>
            <p:cNvSpPr/>
            <p:nvPr/>
          </p:nvSpPr>
          <p:spPr>
            <a:xfrm>
              <a:off x="8679650" y="23764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1" name="pt41131"/>
            <p:cNvSpPr/>
            <p:nvPr/>
          </p:nvSpPr>
          <p:spPr>
            <a:xfrm>
              <a:off x="9071998" y="19795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2" name="pt41132"/>
            <p:cNvSpPr/>
            <p:nvPr/>
          </p:nvSpPr>
          <p:spPr>
            <a:xfrm>
              <a:off x="8917708" y="19449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3" name="pt41133"/>
            <p:cNvSpPr/>
            <p:nvPr/>
          </p:nvSpPr>
          <p:spPr>
            <a:xfrm>
              <a:off x="8793552" y="2079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4" name="pt41134"/>
            <p:cNvSpPr/>
            <p:nvPr/>
          </p:nvSpPr>
          <p:spPr>
            <a:xfrm>
              <a:off x="8830827" y="21055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5" name="pt41135"/>
            <p:cNvSpPr/>
            <p:nvPr/>
          </p:nvSpPr>
          <p:spPr>
            <a:xfrm>
              <a:off x="9104672" y="21666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6" name="pt41136"/>
            <p:cNvSpPr/>
            <p:nvPr/>
          </p:nvSpPr>
          <p:spPr>
            <a:xfrm>
              <a:off x="8881273" y="2203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7" name="pt41137"/>
            <p:cNvSpPr/>
            <p:nvPr/>
          </p:nvSpPr>
          <p:spPr>
            <a:xfrm>
              <a:off x="9213636" y="19305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8" name="pt41138"/>
            <p:cNvSpPr/>
            <p:nvPr/>
          </p:nvSpPr>
          <p:spPr>
            <a:xfrm>
              <a:off x="8707558" y="22464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9" name="pt41139"/>
            <p:cNvSpPr/>
            <p:nvPr/>
          </p:nvSpPr>
          <p:spPr>
            <a:xfrm>
              <a:off x="8987335" y="20515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0" name="pt41140"/>
            <p:cNvSpPr/>
            <p:nvPr/>
          </p:nvSpPr>
          <p:spPr>
            <a:xfrm>
              <a:off x="8469500" y="24811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1" name="pt41141"/>
            <p:cNvSpPr/>
            <p:nvPr/>
          </p:nvSpPr>
          <p:spPr>
            <a:xfrm>
              <a:off x="9701667" y="23403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2" name="pt41142"/>
            <p:cNvSpPr/>
            <p:nvPr/>
          </p:nvSpPr>
          <p:spPr>
            <a:xfrm>
              <a:off x="8868306" y="2340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3" name="pt41143"/>
            <p:cNvSpPr/>
            <p:nvPr/>
          </p:nvSpPr>
          <p:spPr>
            <a:xfrm>
              <a:off x="8752612" y="21631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4" name="pt41144"/>
            <p:cNvSpPr/>
            <p:nvPr/>
          </p:nvSpPr>
          <p:spPr>
            <a:xfrm>
              <a:off x="8980466" y="1982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5" name="pt41145"/>
            <p:cNvSpPr/>
            <p:nvPr/>
          </p:nvSpPr>
          <p:spPr>
            <a:xfrm>
              <a:off x="8500809" y="2548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6" name="pt41146"/>
            <p:cNvSpPr/>
            <p:nvPr/>
          </p:nvSpPr>
          <p:spPr>
            <a:xfrm>
              <a:off x="8715936" y="22699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7" name="pt41147"/>
            <p:cNvSpPr/>
            <p:nvPr/>
          </p:nvSpPr>
          <p:spPr>
            <a:xfrm>
              <a:off x="9360483" y="20293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8" name="pt41148"/>
            <p:cNvSpPr/>
            <p:nvPr/>
          </p:nvSpPr>
          <p:spPr>
            <a:xfrm>
              <a:off x="8312152" y="25773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9" name="pt41149"/>
            <p:cNvSpPr/>
            <p:nvPr/>
          </p:nvSpPr>
          <p:spPr>
            <a:xfrm>
              <a:off x="9084871" y="20117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0" name="pt41150"/>
            <p:cNvSpPr/>
            <p:nvPr/>
          </p:nvSpPr>
          <p:spPr>
            <a:xfrm>
              <a:off x="9206269" y="1735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1" name="pt41151"/>
            <p:cNvSpPr/>
            <p:nvPr/>
          </p:nvSpPr>
          <p:spPr>
            <a:xfrm>
              <a:off x="8723925" y="23012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2" name="pt41152"/>
            <p:cNvSpPr/>
            <p:nvPr/>
          </p:nvSpPr>
          <p:spPr>
            <a:xfrm>
              <a:off x="8527280" y="25689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3" name="pt41153"/>
            <p:cNvSpPr/>
            <p:nvPr/>
          </p:nvSpPr>
          <p:spPr>
            <a:xfrm>
              <a:off x="9231999" y="19648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4" name="pt41154"/>
            <p:cNvSpPr/>
            <p:nvPr/>
          </p:nvSpPr>
          <p:spPr>
            <a:xfrm>
              <a:off x="8978704" y="2016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5" name="pt41155"/>
            <p:cNvSpPr/>
            <p:nvPr/>
          </p:nvSpPr>
          <p:spPr>
            <a:xfrm>
              <a:off x="8868306" y="21841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6" name="pt41156"/>
            <p:cNvSpPr/>
            <p:nvPr/>
          </p:nvSpPr>
          <p:spPr>
            <a:xfrm>
              <a:off x="8588529" y="22180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7" name="pt41157"/>
            <p:cNvSpPr/>
            <p:nvPr/>
          </p:nvSpPr>
          <p:spPr>
            <a:xfrm>
              <a:off x="9169122" y="19851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8" name="pt41158"/>
            <p:cNvSpPr/>
            <p:nvPr/>
          </p:nvSpPr>
          <p:spPr>
            <a:xfrm>
              <a:off x="9050093" y="23704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9" name="pt41159"/>
            <p:cNvSpPr/>
            <p:nvPr/>
          </p:nvSpPr>
          <p:spPr>
            <a:xfrm>
              <a:off x="9031610" y="18987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0" name="pt41160"/>
            <p:cNvSpPr/>
            <p:nvPr/>
          </p:nvSpPr>
          <p:spPr>
            <a:xfrm>
              <a:off x="8826587" y="21961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1" name="pt41161"/>
            <p:cNvSpPr/>
            <p:nvPr/>
          </p:nvSpPr>
          <p:spPr>
            <a:xfrm>
              <a:off x="9423467" y="20438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2" name="pt41162"/>
            <p:cNvSpPr/>
            <p:nvPr/>
          </p:nvSpPr>
          <p:spPr>
            <a:xfrm>
              <a:off x="8956027" y="21390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3" name="pt41163"/>
            <p:cNvSpPr/>
            <p:nvPr/>
          </p:nvSpPr>
          <p:spPr>
            <a:xfrm>
              <a:off x="8854280" y="21667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4" name="pt41164"/>
            <p:cNvSpPr/>
            <p:nvPr/>
          </p:nvSpPr>
          <p:spPr>
            <a:xfrm>
              <a:off x="9405714" y="20623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5" name="pt41165"/>
            <p:cNvSpPr/>
            <p:nvPr/>
          </p:nvSpPr>
          <p:spPr>
            <a:xfrm>
              <a:off x="8765338" y="22827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6" name="pt41166"/>
            <p:cNvSpPr/>
            <p:nvPr/>
          </p:nvSpPr>
          <p:spPr>
            <a:xfrm>
              <a:off x="9090502" y="17767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7" name="pt41167"/>
            <p:cNvSpPr/>
            <p:nvPr/>
          </p:nvSpPr>
          <p:spPr>
            <a:xfrm>
              <a:off x="9633844" y="20284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8" name="pt41168"/>
            <p:cNvSpPr/>
            <p:nvPr/>
          </p:nvSpPr>
          <p:spPr>
            <a:xfrm>
              <a:off x="8884367" y="20292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9" name="pt41169"/>
            <p:cNvSpPr/>
            <p:nvPr/>
          </p:nvSpPr>
          <p:spPr>
            <a:xfrm>
              <a:off x="8658156" y="24321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0" name="pt41170"/>
            <p:cNvSpPr/>
            <p:nvPr/>
          </p:nvSpPr>
          <p:spPr>
            <a:xfrm>
              <a:off x="8864906" y="20710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1" name="pt41171"/>
            <p:cNvSpPr/>
            <p:nvPr/>
          </p:nvSpPr>
          <p:spPr>
            <a:xfrm>
              <a:off x="9256140" y="20726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2" name="pt41172"/>
            <p:cNvSpPr/>
            <p:nvPr/>
          </p:nvSpPr>
          <p:spPr>
            <a:xfrm>
              <a:off x="9404531" y="1948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3" name="pt41173"/>
            <p:cNvSpPr/>
            <p:nvPr/>
          </p:nvSpPr>
          <p:spPr>
            <a:xfrm>
              <a:off x="9087709" y="2171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4" name="pt41174"/>
            <p:cNvSpPr/>
            <p:nvPr/>
          </p:nvSpPr>
          <p:spPr>
            <a:xfrm>
              <a:off x="9010896" y="17353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5" name="pt41175"/>
            <p:cNvSpPr/>
            <p:nvPr/>
          </p:nvSpPr>
          <p:spPr>
            <a:xfrm>
              <a:off x="8939053" y="1897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6" name="pt41176"/>
            <p:cNvSpPr/>
            <p:nvPr/>
          </p:nvSpPr>
          <p:spPr>
            <a:xfrm>
              <a:off x="9010896" y="17655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7" name="pt41177"/>
            <p:cNvSpPr/>
            <p:nvPr/>
          </p:nvSpPr>
          <p:spPr>
            <a:xfrm>
              <a:off x="9052414" y="22293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8" name="pt41178"/>
            <p:cNvSpPr/>
            <p:nvPr/>
          </p:nvSpPr>
          <p:spPr>
            <a:xfrm>
              <a:off x="8619838" y="22946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9" name="pt41179"/>
            <p:cNvSpPr/>
            <p:nvPr/>
          </p:nvSpPr>
          <p:spPr>
            <a:xfrm>
              <a:off x="8759093" y="23833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0" name="pt41180"/>
            <p:cNvSpPr/>
            <p:nvPr/>
          </p:nvSpPr>
          <p:spPr>
            <a:xfrm>
              <a:off x="8633583" y="21115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1" name="pt41181"/>
            <p:cNvSpPr/>
            <p:nvPr/>
          </p:nvSpPr>
          <p:spPr>
            <a:xfrm>
              <a:off x="8864906" y="20155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2" name="pt41182"/>
            <p:cNvSpPr/>
            <p:nvPr/>
          </p:nvSpPr>
          <p:spPr>
            <a:xfrm>
              <a:off x="9052414" y="22043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3" name="pt41183"/>
            <p:cNvSpPr/>
            <p:nvPr/>
          </p:nvSpPr>
          <p:spPr>
            <a:xfrm>
              <a:off x="8312152" y="25129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4" name="pt41184"/>
            <p:cNvSpPr/>
            <p:nvPr/>
          </p:nvSpPr>
          <p:spPr>
            <a:xfrm>
              <a:off x="8987335" y="19746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5" name="pt41185"/>
            <p:cNvSpPr/>
            <p:nvPr/>
          </p:nvSpPr>
          <p:spPr>
            <a:xfrm>
              <a:off x="8588529" y="22786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6" name="pt41186"/>
            <p:cNvSpPr/>
            <p:nvPr/>
          </p:nvSpPr>
          <p:spPr>
            <a:xfrm>
              <a:off x="9036737" y="17918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7" name="pt41187"/>
            <p:cNvSpPr/>
            <p:nvPr/>
          </p:nvSpPr>
          <p:spPr>
            <a:xfrm>
              <a:off x="9207674" y="18172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8" name="pt41188"/>
            <p:cNvSpPr/>
            <p:nvPr/>
          </p:nvSpPr>
          <p:spPr>
            <a:xfrm>
              <a:off x="8646309" y="24445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9" name="pt41189"/>
            <p:cNvSpPr/>
            <p:nvPr/>
          </p:nvSpPr>
          <p:spPr>
            <a:xfrm>
              <a:off x="8738867" y="17063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0" name="pt41190"/>
            <p:cNvSpPr/>
            <p:nvPr/>
          </p:nvSpPr>
          <p:spPr>
            <a:xfrm>
              <a:off x="9564411" y="21913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1" name="pt41191"/>
            <p:cNvSpPr/>
            <p:nvPr/>
          </p:nvSpPr>
          <p:spPr>
            <a:xfrm>
              <a:off x="8570436" y="25740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2" name="pt41192"/>
            <p:cNvSpPr/>
            <p:nvPr/>
          </p:nvSpPr>
          <p:spPr>
            <a:xfrm>
              <a:off x="8878122" y="21732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3" name="pt41193"/>
            <p:cNvSpPr/>
            <p:nvPr/>
          </p:nvSpPr>
          <p:spPr>
            <a:xfrm>
              <a:off x="9557615" y="20777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4" name="pt41194"/>
            <p:cNvSpPr/>
            <p:nvPr/>
          </p:nvSpPr>
          <p:spPr>
            <a:xfrm>
              <a:off x="8431181" y="22628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5" name="pt41195"/>
            <p:cNvSpPr/>
            <p:nvPr/>
          </p:nvSpPr>
          <p:spPr>
            <a:xfrm>
              <a:off x="8679650" y="2311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6" name="pt41196"/>
            <p:cNvSpPr/>
            <p:nvPr/>
          </p:nvSpPr>
          <p:spPr>
            <a:xfrm>
              <a:off x="8570436" y="24668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7" name="pt41197"/>
            <p:cNvSpPr/>
            <p:nvPr/>
          </p:nvSpPr>
          <p:spPr>
            <a:xfrm>
              <a:off x="8646309" y="24327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8" name="pt41198"/>
            <p:cNvSpPr/>
            <p:nvPr/>
          </p:nvSpPr>
          <p:spPr>
            <a:xfrm>
              <a:off x="8707558" y="23355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9" name="pt41199"/>
            <p:cNvSpPr/>
            <p:nvPr/>
          </p:nvSpPr>
          <p:spPr>
            <a:xfrm>
              <a:off x="8901845" y="22230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0" name="pt41200"/>
            <p:cNvSpPr/>
            <p:nvPr/>
          </p:nvSpPr>
          <p:spPr>
            <a:xfrm>
              <a:off x="8817779" y="20668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1" name="pt41201"/>
            <p:cNvSpPr/>
            <p:nvPr/>
          </p:nvSpPr>
          <p:spPr>
            <a:xfrm>
              <a:off x="8941268" y="18628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2" name="pt41202"/>
            <p:cNvSpPr/>
            <p:nvPr/>
          </p:nvSpPr>
          <p:spPr>
            <a:xfrm>
              <a:off x="8689465" y="23712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3" name="pt41203"/>
            <p:cNvSpPr/>
            <p:nvPr/>
          </p:nvSpPr>
          <p:spPr>
            <a:xfrm>
              <a:off x="8669239" y="23499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4" name="pt41204"/>
            <p:cNvSpPr/>
            <p:nvPr/>
          </p:nvSpPr>
          <p:spPr>
            <a:xfrm>
              <a:off x="8874912" y="21820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5" name="pt41205"/>
            <p:cNvSpPr/>
            <p:nvPr/>
          </p:nvSpPr>
          <p:spPr>
            <a:xfrm>
              <a:off x="8707558" y="23522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6" name="pt41206"/>
            <p:cNvSpPr/>
            <p:nvPr/>
          </p:nvSpPr>
          <p:spPr>
            <a:xfrm>
              <a:off x="9186336" y="22402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7" name="pt41207"/>
            <p:cNvSpPr/>
            <p:nvPr/>
          </p:nvSpPr>
          <p:spPr>
            <a:xfrm>
              <a:off x="8723925" y="23296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8" name="pt41208"/>
            <p:cNvSpPr/>
            <p:nvPr/>
          </p:nvSpPr>
          <p:spPr>
            <a:xfrm>
              <a:off x="8658156" y="24704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9" name="pt41209"/>
            <p:cNvSpPr/>
            <p:nvPr/>
          </p:nvSpPr>
          <p:spPr>
            <a:xfrm>
              <a:off x="8570436" y="24874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0" name="pt41210"/>
            <p:cNvSpPr/>
            <p:nvPr/>
          </p:nvSpPr>
          <p:spPr>
            <a:xfrm>
              <a:off x="8679650" y="25081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1" name="pt41211"/>
            <p:cNvSpPr/>
            <p:nvPr/>
          </p:nvSpPr>
          <p:spPr>
            <a:xfrm>
              <a:off x="8861436" y="19196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2" name="pt41212"/>
            <p:cNvSpPr/>
            <p:nvPr/>
          </p:nvSpPr>
          <p:spPr>
            <a:xfrm>
              <a:off x="9077064" y="19324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3" name="pt41213"/>
            <p:cNvSpPr/>
            <p:nvPr/>
          </p:nvSpPr>
          <p:spPr>
            <a:xfrm>
              <a:off x="8738867" y="21390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4" name="pt41214"/>
            <p:cNvSpPr/>
            <p:nvPr/>
          </p:nvSpPr>
          <p:spPr>
            <a:xfrm>
              <a:off x="8752612" y="21635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5" name="pt41215"/>
            <p:cNvSpPr/>
            <p:nvPr/>
          </p:nvSpPr>
          <p:spPr>
            <a:xfrm>
              <a:off x="9522221" y="17163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6" name="pt41216"/>
            <p:cNvSpPr/>
            <p:nvPr/>
          </p:nvSpPr>
          <p:spPr>
            <a:xfrm>
              <a:off x="8868306" y="21647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7" name="pt41217"/>
            <p:cNvSpPr/>
            <p:nvPr/>
          </p:nvSpPr>
          <p:spPr>
            <a:xfrm>
              <a:off x="9193072" y="24377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8" name="pt41218"/>
            <p:cNvSpPr/>
            <p:nvPr/>
          </p:nvSpPr>
          <p:spPr>
            <a:xfrm>
              <a:off x="9098616" y="21326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9" name="pt41219"/>
            <p:cNvSpPr/>
            <p:nvPr/>
          </p:nvSpPr>
          <p:spPr>
            <a:xfrm>
              <a:off x="9079049" y="19852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0" name="pt41220"/>
            <p:cNvSpPr/>
            <p:nvPr/>
          </p:nvSpPr>
          <p:spPr>
            <a:xfrm>
              <a:off x="8932228" y="19484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1" name="pt41221"/>
            <p:cNvSpPr/>
            <p:nvPr/>
          </p:nvSpPr>
          <p:spPr>
            <a:xfrm>
              <a:off x="8932228" y="18661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2" name="pt41222"/>
            <p:cNvSpPr/>
            <p:nvPr/>
          </p:nvSpPr>
          <p:spPr>
            <a:xfrm>
              <a:off x="9636399" y="19723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3" name="pt41223"/>
            <p:cNvSpPr/>
            <p:nvPr/>
          </p:nvSpPr>
          <p:spPr>
            <a:xfrm>
              <a:off x="9079049" y="21415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4" name="pt41224"/>
            <p:cNvSpPr/>
            <p:nvPr/>
          </p:nvSpPr>
          <p:spPr>
            <a:xfrm>
              <a:off x="9115383" y="21336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5" name="pt41225"/>
            <p:cNvSpPr/>
            <p:nvPr/>
          </p:nvSpPr>
          <p:spPr>
            <a:xfrm>
              <a:off x="9079049" y="19781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6" name="pt41226"/>
            <p:cNvSpPr/>
            <p:nvPr/>
          </p:nvSpPr>
          <p:spPr>
            <a:xfrm>
              <a:off x="8813199" y="20603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7" name="pt41227"/>
            <p:cNvSpPr/>
            <p:nvPr/>
          </p:nvSpPr>
          <p:spPr>
            <a:xfrm>
              <a:off x="8830827" y="20875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8" name="pt41228"/>
            <p:cNvSpPr/>
            <p:nvPr/>
          </p:nvSpPr>
          <p:spPr>
            <a:xfrm>
              <a:off x="8381780" y="22202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9" name="pt41229"/>
            <p:cNvSpPr/>
            <p:nvPr/>
          </p:nvSpPr>
          <p:spPr>
            <a:xfrm>
              <a:off x="9097733" y="19278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0" name="pt41230"/>
            <p:cNvSpPr/>
            <p:nvPr/>
          </p:nvSpPr>
          <p:spPr>
            <a:xfrm>
              <a:off x="8723925" y="22405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1" name="pt41231"/>
            <p:cNvSpPr/>
            <p:nvPr/>
          </p:nvSpPr>
          <p:spPr>
            <a:xfrm>
              <a:off x="9324827" y="21299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2" name="pt41232"/>
            <p:cNvSpPr/>
            <p:nvPr/>
          </p:nvSpPr>
          <p:spPr>
            <a:xfrm>
              <a:off x="8759093" y="21453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3" name="pt41233"/>
            <p:cNvSpPr/>
            <p:nvPr/>
          </p:nvSpPr>
          <p:spPr>
            <a:xfrm>
              <a:off x="9196592" y="22982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4" name="pt41234"/>
            <p:cNvSpPr/>
            <p:nvPr/>
          </p:nvSpPr>
          <p:spPr>
            <a:xfrm>
              <a:off x="9167950" y="18241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5" name="pt41235"/>
            <p:cNvSpPr/>
            <p:nvPr/>
          </p:nvSpPr>
          <p:spPr>
            <a:xfrm>
              <a:off x="8956027" y="21466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6" name="pt41236"/>
            <p:cNvSpPr/>
            <p:nvPr/>
          </p:nvSpPr>
          <p:spPr>
            <a:xfrm>
              <a:off x="9126964" y="20169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7" name="pt41237"/>
            <p:cNvSpPr/>
            <p:nvPr/>
          </p:nvSpPr>
          <p:spPr>
            <a:xfrm>
              <a:off x="8922686" y="18543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8" name="pt41238"/>
            <p:cNvSpPr/>
            <p:nvPr/>
          </p:nvSpPr>
          <p:spPr>
            <a:xfrm>
              <a:off x="8904593" y="23894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9" name="pt41239"/>
            <p:cNvSpPr/>
            <p:nvPr/>
          </p:nvSpPr>
          <p:spPr>
            <a:xfrm>
              <a:off x="8500809" y="23711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0" name="pt41240"/>
            <p:cNvSpPr/>
            <p:nvPr/>
          </p:nvSpPr>
          <p:spPr>
            <a:xfrm>
              <a:off x="8312152" y="24398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1" name="pt41241"/>
            <p:cNvSpPr/>
            <p:nvPr/>
          </p:nvSpPr>
          <p:spPr>
            <a:xfrm>
              <a:off x="9423467" y="1780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2" name="pt41242"/>
            <p:cNvSpPr/>
            <p:nvPr/>
          </p:nvSpPr>
          <p:spPr>
            <a:xfrm>
              <a:off x="8679650" y="22925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3" name="pt41243"/>
            <p:cNvSpPr/>
            <p:nvPr/>
          </p:nvSpPr>
          <p:spPr>
            <a:xfrm>
              <a:off x="9007935" y="18995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4" name="pt41244"/>
            <p:cNvSpPr/>
            <p:nvPr/>
          </p:nvSpPr>
          <p:spPr>
            <a:xfrm>
              <a:off x="9047741" y="20496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5" name="pt41245"/>
            <p:cNvSpPr/>
            <p:nvPr/>
          </p:nvSpPr>
          <p:spPr>
            <a:xfrm>
              <a:off x="9056963" y="2092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6" name="pt41246"/>
            <p:cNvSpPr/>
            <p:nvPr/>
          </p:nvSpPr>
          <p:spPr>
            <a:xfrm>
              <a:off x="8500809" y="2485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7" name="pt41247"/>
            <p:cNvSpPr/>
            <p:nvPr/>
          </p:nvSpPr>
          <p:spPr>
            <a:xfrm>
              <a:off x="9573129" y="22892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8" name="pt41248"/>
            <p:cNvSpPr/>
            <p:nvPr/>
          </p:nvSpPr>
          <p:spPr>
            <a:xfrm>
              <a:off x="9050093" y="21985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9" name="pt41249"/>
            <p:cNvSpPr/>
            <p:nvPr/>
          </p:nvSpPr>
          <p:spPr>
            <a:xfrm>
              <a:off x="9193072" y="2455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0" name="pt41250"/>
            <p:cNvSpPr/>
            <p:nvPr/>
          </p:nvSpPr>
          <p:spPr>
            <a:xfrm>
              <a:off x="9538601" y="20879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1" name="pt41251"/>
            <p:cNvSpPr/>
            <p:nvPr/>
          </p:nvSpPr>
          <p:spPr>
            <a:xfrm>
              <a:off x="8527280" y="25981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2" name="pt41252"/>
            <p:cNvSpPr/>
            <p:nvPr/>
          </p:nvSpPr>
          <p:spPr>
            <a:xfrm>
              <a:off x="9423467" y="19798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3" name="pt41253"/>
            <p:cNvSpPr/>
            <p:nvPr/>
          </p:nvSpPr>
          <p:spPr>
            <a:xfrm>
              <a:off x="8723925" y="20841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4" name="pt41254"/>
            <p:cNvSpPr/>
            <p:nvPr/>
          </p:nvSpPr>
          <p:spPr>
            <a:xfrm>
              <a:off x="8658156" y="23512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5" name="pt41255"/>
            <p:cNvSpPr/>
            <p:nvPr/>
          </p:nvSpPr>
          <p:spPr>
            <a:xfrm>
              <a:off x="8689465" y="23657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6" name="pt41256"/>
            <p:cNvSpPr/>
            <p:nvPr/>
          </p:nvSpPr>
          <p:spPr>
            <a:xfrm>
              <a:off x="8633583" y="21794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7" name="pt41257"/>
            <p:cNvSpPr/>
            <p:nvPr/>
          </p:nvSpPr>
          <p:spPr>
            <a:xfrm>
              <a:off x="9077064" y="20127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8" name="pt41258"/>
            <p:cNvSpPr/>
            <p:nvPr/>
          </p:nvSpPr>
          <p:spPr>
            <a:xfrm>
              <a:off x="8500809" y="25776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9" name="pt41259"/>
            <p:cNvSpPr/>
            <p:nvPr/>
          </p:nvSpPr>
          <p:spPr>
            <a:xfrm>
              <a:off x="8469500" y="21266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0" name="pt41260"/>
            <p:cNvSpPr/>
            <p:nvPr/>
          </p:nvSpPr>
          <p:spPr>
            <a:xfrm>
              <a:off x="9084871" y="19217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1" name="pt41261"/>
            <p:cNvSpPr/>
            <p:nvPr/>
          </p:nvSpPr>
          <p:spPr>
            <a:xfrm>
              <a:off x="9077064" y="20399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2" name="pt41262"/>
            <p:cNvSpPr/>
            <p:nvPr/>
          </p:nvSpPr>
          <p:spPr>
            <a:xfrm>
              <a:off x="9088645" y="19225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3" name="pt41263"/>
            <p:cNvSpPr/>
            <p:nvPr/>
          </p:nvSpPr>
          <p:spPr>
            <a:xfrm>
              <a:off x="8312152" y="24169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4" name="pt41264"/>
            <p:cNvSpPr/>
            <p:nvPr/>
          </p:nvSpPr>
          <p:spPr>
            <a:xfrm>
              <a:off x="9242219" y="19833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5" name="pt41265"/>
            <p:cNvSpPr/>
            <p:nvPr/>
          </p:nvSpPr>
          <p:spPr>
            <a:xfrm>
              <a:off x="8731558" y="23092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6" name="pt41266"/>
            <p:cNvSpPr/>
            <p:nvPr/>
          </p:nvSpPr>
          <p:spPr>
            <a:xfrm>
              <a:off x="8987335" y="1956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7" name="pt41267"/>
            <p:cNvSpPr/>
            <p:nvPr/>
          </p:nvSpPr>
          <p:spPr>
            <a:xfrm>
              <a:off x="9581160" y="21400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8" name="pt41268"/>
            <p:cNvSpPr/>
            <p:nvPr/>
          </p:nvSpPr>
          <p:spPr>
            <a:xfrm>
              <a:off x="8830827" y="18554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9" name="pt41269"/>
            <p:cNvSpPr/>
            <p:nvPr/>
          </p:nvSpPr>
          <p:spPr>
            <a:xfrm>
              <a:off x="8312152" y="26539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0" name="pt41270"/>
            <p:cNvSpPr/>
            <p:nvPr/>
          </p:nvSpPr>
          <p:spPr>
            <a:xfrm>
              <a:off x="8312152" y="26775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1" name="pt41271"/>
            <p:cNvSpPr/>
            <p:nvPr/>
          </p:nvSpPr>
          <p:spPr>
            <a:xfrm>
              <a:off x="9259278" y="2121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2" name="pt41272"/>
            <p:cNvSpPr/>
            <p:nvPr/>
          </p:nvSpPr>
          <p:spPr>
            <a:xfrm>
              <a:off x="8759093" y="20360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3" name="pt41273"/>
            <p:cNvSpPr/>
            <p:nvPr/>
          </p:nvSpPr>
          <p:spPr>
            <a:xfrm>
              <a:off x="8381780" y="22142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4" name="pt41274"/>
            <p:cNvSpPr/>
            <p:nvPr/>
          </p:nvSpPr>
          <p:spPr>
            <a:xfrm>
              <a:off x="8793552" y="22884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5" name="pt41275"/>
            <p:cNvSpPr/>
            <p:nvPr/>
          </p:nvSpPr>
          <p:spPr>
            <a:xfrm>
              <a:off x="9030305" y="19773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6" name="pt41276"/>
            <p:cNvSpPr/>
            <p:nvPr/>
          </p:nvSpPr>
          <p:spPr>
            <a:xfrm>
              <a:off x="8646309" y="24952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7" name="pt41277"/>
            <p:cNvSpPr/>
            <p:nvPr/>
          </p:nvSpPr>
          <p:spPr>
            <a:xfrm>
              <a:off x="8846813" y="21155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8" name="pt41278"/>
            <p:cNvSpPr/>
            <p:nvPr/>
          </p:nvSpPr>
          <p:spPr>
            <a:xfrm>
              <a:off x="8381780" y="23045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9" name="pt41279"/>
            <p:cNvSpPr/>
            <p:nvPr/>
          </p:nvSpPr>
          <p:spPr>
            <a:xfrm>
              <a:off x="8834965" y="19838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0" name="pt41280"/>
            <p:cNvSpPr/>
            <p:nvPr/>
          </p:nvSpPr>
          <p:spPr>
            <a:xfrm>
              <a:off x="9031610" y="18133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1" name="pt41281"/>
            <p:cNvSpPr/>
            <p:nvPr/>
          </p:nvSpPr>
          <p:spPr>
            <a:xfrm>
              <a:off x="9010896" y="15627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2" name="pt41282"/>
            <p:cNvSpPr/>
            <p:nvPr/>
          </p:nvSpPr>
          <p:spPr>
            <a:xfrm>
              <a:off x="8857896" y="20420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3" name="pt41283"/>
            <p:cNvSpPr/>
            <p:nvPr/>
          </p:nvSpPr>
          <p:spPr>
            <a:xfrm>
              <a:off x="8500809" y="26830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4" name="pt41284"/>
            <p:cNvSpPr/>
            <p:nvPr/>
          </p:nvSpPr>
          <p:spPr>
            <a:xfrm>
              <a:off x="8960020" y="21564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5" name="pt41285"/>
            <p:cNvSpPr/>
            <p:nvPr/>
          </p:nvSpPr>
          <p:spPr>
            <a:xfrm>
              <a:off x="8588529" y="21489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6" name="pt41286"/>
            <p:cNvSpPr/>
            <p:nvPr/>
          </p:nvSpPr>
          <p:spPr>
            <a:xfrm>
              <a:off x="9102103" y="20631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7" name="pt41287"/>
            <p:cNvSpPr/>
            <p:nvPr/>
          </p:nvSpPr>
          <p:spPr>
            <a:xfrm>
              <a:off x="9352440" y="21161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8" name="pt41288"/>
            <p:cNvSpPr/>
            <p:nvPr/>
          </p:nvSpPr>
          <p:spPr>
            <a:xfrm>
              <a:off x="8570436" y="23962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9" name="pt41289"/>
            <p:cNvSpPr/>
            <p:nvPr/>
          </p:nvSpPr>
          <p:spPr>
            <a:xfrm>
              <a:off x="8381780" y="24234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0" name="pt41290"/>
            <p:cNvSpPr/>
            <p:nvPr/>
          </p:nvSpPr>
          <p:spPr>
            <a:xfrm>
              <a:off x="9010896" y="16167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1" name="pt41291"/>
            <p:cNvSpPr/>
            <p:nvPr/>
          </p:nvSpPr>
          <p:spPr>
            <a:xfrm>
              <a:off x="8731558" y="21899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2" name="pt41292"/>
            <p:cNvSpPr/>
            <p:nvPr/>
          </p:nvSpPr>
          <p:spPr>
            <a:xfrm>
              <a:off x="8759093" y="21169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3" name="pt41293"/>
            <p:cNvSpPr/>
            <p:nvPr/>
          </p:nvSpPr>
          <p:spPr>
            <a:xfrm>
              <a:off x="9018082" y="1244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4" name="pt41294"/>
            <p:cNvSpPr/>
            <p:nvPr/>
          </p:nvSpPr>
          <p:spPr>
            <a:xfrm>
              <a:off x="8842954" y="20523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5" name="pt41295"/>
            <p:cNvSpPr/>
            <p:nvPr/>
          </p:nvSpPr>
          <p:spPr>
            <a:xfrm>
              <a:off x="8431181" y="24437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6" name="pt41296"/>
            <p:cNvSpPr/>
            <p:nvPr/>
          </p:nvSpPr>
          <p:spPr>
            <a:xfrm>
              <a:off x="8868306" y="21797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7" name="pt41297"/>
            <p:cNvSpPr/>
            <p:nvPr/>
          </p:nvSpPr>
          <p:spPr>
            <a:xfrm>
              <a:off x="9636399" y="19432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8" name="pt41298"/>
            <p:cNvSpPr/>
            <p:nvPr/>
          </p:nvSpPr>
          <p:spPr>
            <a:xfrm>
              <a:off x="9084871" y="19961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9" name="pt41299"/>
            <p:cNvSpPr/>
            <p:nvPr/>
          </p:nvSpPr>
          <p:spPr>
            <a:xfrm>
              <a:off x="9108871" y="20067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0" name="pt41300"/>
            <p:cNvSpPr/>
            <p:nvPr/>
          </p:nvSpPr>
          <p:spPr>
            <a:xfrm>
              <a:off x="8854280" y="21838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1" name="pt41301"/>
            <p:cNvSpPr/>
            <p:nvPr/>
          </p:nvSpPr>
          <p:spPr>
            <a:xfrm>
              <a:off x="8738867" y="23205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2" name="pt41302"/>
            <p:cNvSpPr/>
            <p:nvPr/>
          </p:nvSpPr>
          <p:spPr>
            <a:xfrm>
              <a:off x="8312152" y="25111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3" name="pt41303"/>
            <p:cNvSpPr/>
            <p:nvPr/>
          </p:nvSpPr>
          <p:spPr>
            <a:xfrm>
              <a:off x="8973309" y="22592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4" name="pt41304"/>
            <p:cNvSpPr/>
            <p:nvPr/>
          </p:nvSpPr>
          <p:spPr>
            <a:xfrm>
              <a:off x="8982209" y="20124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5" name="pt41305"/>
            <p:cNvSpPr/>
            <p:nvPr/>
          </p:nvSpPr>
          <p:spPr>
            <a:xfrm>
              <a:off x="8312152" y="21578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6" name="pt41306"/>
            <p:cNvSpPr/>
            <p:nvPr/>
          </p:nvSpPr>
          <p:spPr>
            <a:xfrm>
              <a:off x="9046552" y="19602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7" name="pt41307"/>
            <p:cNvSpPr/>
            <p:nvPr/>
          </p:nvSpPr>
          <p:spPr>
            <a:xfrm>
              <a:off x="8782816" y="23103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8" name="pt41308"/>
            <p:cNvSpPr/>
            <p:nvPr/>
          </p:nvSpPr>
          <p:spPr>
            <a:xfrm>
              <a:off x="8782816" y="22428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9" name="pt41309"/>
            <p:cNvSpPr/>
            <p:nvPr/>
          </p:nvSpPr>
          <p:spPr>
            <a:xfrm>
              <a:off x="8669239" y="23315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0" name="pt41310"/>
            <p:cNvSpPr/>
            <p:nvPr/>
          </p:nvSpPr>
          <p:spPr>
            <a:xfrm>
              <a:off x="8961983" y="21998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1" name="pt41311"/>
            <p:cNvSpPr/>
            <p:nvPr/>
          </p:nvSpPr>
          <p:spPr>
            <a:xfrm>
              <a:off x="8960020" y="2071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2" name="pt41312"/>
            <p:cNvSpPr/>
            <p:nvPr/>
          </p:nvSpPr>
          <p:spPr>
            <a:xfrm>
              <a:off x="8381780" y="21522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3" name="pt41313"/>
            <p:cNvSpPr/>
            <p:nvPr/>
          </p:nvSpPr>
          <p:spPr>
            <a:xfrm>
              <a:off x="8945616" y="20314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4" name="pt41314"/>
            <p:cNvSpPr/>
            <p:nvPr/>
          </p:nvSpPr>
          <p:spPr>
            <a:xfrm>
              <a:off x="8312152" y="19346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5" name="pt41315"/>
            <p:cNvSpPr/>
            <p:nvPr/>
          </p:nvSpPr>
          <p:spPr>
            <a:xfrm>
              <a:off x="8550210" y="23739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6" name="pt41316"/>
            <p:cNvSpPr/>
            <p:nvPr/>
          </p:nvSpPr>
          <p:spPr>
            <a:xfrm>
              <a:off x="8588529" y="22121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7" name="pt41317"/>
            <p:cNvSpPr/>
            <p:nvPr/>
          </p:nvSpPr>
          <p:spPr>
            <a:xfrm>
              <a:off x="8570436" y="23730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8" name="pt41318"/>
            <p:cNvSpPr/>
            <p:nvPr/>
          </p:nvSpPr>
          <p:spPr>
            <a:xfrm>
              <a:off x="9058082" y="19593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9" name="pt41319"/>
            <p:cNvSpPr/>
            <p:nvPr/>
          </p:nvSpPr>
          <p:spPr>
            <a:xfrm>
              <a:off x="9453041" y="23131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0" name="pt41320"/>
            <p:cNvSpPr/>
            <p:nvPr/>
          </p:nvSpPr>
          <p:spPr>
            <a:xfrm>
              <a:off x="9037995" y="17392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1" name="pt41321"/>
            <p:cNvSpPr/>
            <p:nvPr/>
          </p:nvSpPr>
          <p:spPr>
            <a:xfrm>
              <a:off x="8922686" y="2003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2" name="pt41322"/>
            <p:cNvSpPr/>
            <p:nvPr/>
          </p:nvSpPr>
          <p:spPr>
            <a:xfrm>
              <a:off x="9268690" y="19058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3" name="pt41323"/>
            <p:cNvSpPr/>
            <p:nvPr/>
          </p:nvSpPr>
          <p:spPr>
            <a:xfrm>
              <a:off x="8920215" y="21125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4" name="pt41324"/>
            <p:cNvSpPr/>
            <p:nvPr/>
          </p:nvSpPr>
          <p:spPr>
            <a:xfrm>
              <a:off x="8500809" y="27224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5" name="pt41325"/>
            <p:cNvSpPr/>
            <p:nvPr/>
          </p:nvSpPr>
          <p:spPr>
            <a:xfrm>
              <a:off x="9874745" y="2761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6" name="pt41326"/>
            <p:cNvSpPr/>
            <p:nvPr/>
          </p:nvSpPr>
          <p:spPr>
            <a:xfrm>
              <a:off x="8745877" y="19823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7" name="pt41327"/>
            <p:cNvSpPr/>
            <p:nvPr/>
          </p:nvSpPr>
          <p:spPr>
            <a:xfrm>
              <a:off x="8500809" y="24494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8" name="pt41328"/>
            <p:cNvSpPr/>
            <p:nvPr/>
          </p:nvSpPr>
          <p:spPr>
            <a:xfrm>
              <a:off x="9207674" y="17581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9" name="pt41329"/>
            <p:cNvSpPr/>
            <p:nvPr/>
          </p:nvSpPr>
          <p:spPr>
            <a:xfrm>
              <a:off x="8846813" y="21212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0" name="pt41330"/>
            <p:cNvSpPr/>
            <p:nvPr/>
          </p:nvSpPr>
          <p:spPr>
            <a:xfrm>
              <a:off x="8961983" y="21838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1" name="pt41331"/>
            <p:cNvSpPr/>
            <p:nvPr/>
          </p:nvSpPr>
          <p:spPr>
            <a:xfrm>
              <a:off x="8842954" y="2122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2" name="pt41332"/>
            <p:cNvSpPr/>
            <p:nvPr/>
          </p:nvSpPr>
          <p:spPr>
            <a:xfrm>
              <a:off x="9226651" y="19691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3" name="pt41333"/>
            <p:cNvSpPr/>
            <p:nvPr/>
          </p:nvSpPr>
          <p:spPr>
            <a:xfrm>
              <a:off x="9123951" y="20948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4" name="pt41334"/>
            <p:cNvSpPr/>
            <p:nvPr/>
          </p:nvSpPr>
          <p:spPr>
            <a:xfrm>
              <a:off x="9186336" y="22675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5" name="pt41335"/>
            <p:cNvSpPr/>
            <p:nvPr/>
          </p:nvSpPr>
          <p:spPr>
            <a:xfrm>
              <a:off x="8604896" y="20539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6" name="pt41336"/>
            <p:cNvSpPr/>
            <p:nvPr/>
          </p:nvSpPr>
          <p:spPr>
            <a:xfrm>
              <a:off x="8738867" y="23024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7" name="pt41337"/>
            <p:cNvSpPr/>
            <p:nvPr/>
          </p:nvSpPr>
          <p:spPr>
            <a:xfrm>
              <a:off x="8752612" y="20971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8" name="pt41338"/>
            <p:cNvSpPr/>
            <p:nvPr/>
          </p:nvSpPr>
          <p:spPr>
            <a:xfrm>
              <a:off x="9485353" y="23811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9" name="pt41339"/>
            <p:cNvSpPr/>
            <p:nvPr/>
          </p:nvSpPr>
          <p:spPr>
            <a:xfrm>
              <a:off x="9077064" y="20052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0" name="pt41340"/>
            <p:cNvSpPr/>
            <p:nvPr/>
          </p:nvSpPr>
          <p:spPr>
            <a:xfrm>
              <a:off x="9231999" y="20836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1" name="pt41341"/>
            <p:cNvSpPr/>
            <p:nvPr/>
          </p:nvSpPr>
          <p:spPr>
            <a:xfrm>
              <a:off x="9073023" y="18466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2" name="pt41342"/>
            <p:cNvSpPr/>
            <p:nvPr/>
          </p:nvSpPr>
          <p:spPr>
            <a:xfrm>
              <a:off x="8899053" y="21809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3" name="pt41343"/>
            <p:cNvSpPr/>
            <p:nvPr/>
          </p:nvSpPr>
          <p:spPr>
            <a:xfrm>
              <a:off x="8813199" y="20405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4" name="pt41344"/>
            <p:cNvSpPr/>
            <p:nvPr/>
          </p:nvSpPr>
          <p:spPr>
            <a:xfrm>
              <a:off x="8961983" y="21325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5" name="pt41345"/>
            <p:cNvSpPr/>
            <p:nvPr/>
          </p:nvSpPr>
          <p:spPr>
            <a:xfrm>
              <a:off x="8312152" y="23589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6" name="pt41346"/>
            <p:cNvSpPr/>
            <p:nvPr/>
          </p:nvSpPr>
          <p:spPr>
            <a:xfrm>
              <a:off x="8715936" y="20930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7" name="pt41347"/>
            <p:cNvSpPr/>
            <p:nvPr/>
          </p:nvSpPr>
          <p:spPr>
            <a:xfrm>
              <a:off x="8588529" y="22236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8" name="pt41348"/>
            <p:cNvSpPr/>
            <p:nvPr/>
          </p:nvSpPr>
          <p:spPr>
            <a:xfrm>
              <a:off x="8793552" y="20967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9" name="pt41349"/>
            <p:cNvSpPr/>
            <p:nvPr/>
          </p:nvSpPr>
          <p:spPr>
            <a:xfrm>
              <a:off x="8817779" y="21905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0" name="pt41350"/>
            <p:cNvSpPr/>
            <p:nvPr/>
          </p:nvSpPr>
          <p:spPr>
            <a:xfrm>
              <a:off x="9110522" y="20954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1" name="pt41351"/>
            <p:cNvSpPr/>
            <p:nvPr/>
          </p:nvSpPr>
          <p:spPr>
            <a:xfrm>
              <a:off x="9151289" y="20327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2" name="pt41352"/>
            <p:cNvSpPr/>
            <p:nvPr/>
          </p:nvSpPr>
          <p:spPr>
            <a:xfrm>
              <a:off x="9564411" y="21931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3" name="pt41353"/>
            <p:cNvSpPr/>
            <p:nvPr/>
          </p:nvSpPr>
          <p:spPr>
            <a:xfrm>
              <a:off x="8550210" y="24995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4" name="pt41354"/>
            <p:cNvSpPr/>
            <p:nvPr/>
          </p:nvSpPr>
          <p:spPr>
            <a:xfrm>
              <a:off x="8752612" y="22902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5" name="pt41355"/>
            <p:cNvSpPr/>
            <p:nvPr/>
          </p:nvSpPr>
          <p:spPr>
            <a:xfrm>
              <a:off x="8961983" y="22630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6" name="pt41356"/>
            <p:cNvSpPr/>
            <p:nvPr/>
          </p:nvSpPr>
          <p:spPr>
            <a:xfrm>
              <a:off x="8752612" y="21405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7" name="pt41357"/>
            <p:cNvSpPr/>
            <p:nvPr/>
          </p:nvSpPr>
          <p:spPr>
            <a:xfrm>
              <a:off x="8312152" y="24600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8" name="pt41358"/>
            <p:cNvSpPr/>
            <p:nvPr/>
          </p:nvSpPr>
          <p:spPr>
            <a:xfrm>
              <a:off x="8976925" y="22626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9" name="pt41359"/>
            <p:cNvSpPr/>
            <p:nvPr/>
          </p:nvSpPr>
          <p:spPr>
            <a:xfrm>
              <a:off x="8588529" y="2314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0" name="pt41360"/>
            <p:cNvSpPr/>
            <p:nvPr/>
          </p:nvSpPr>
          <p:spPr>
            <a:xfrm>
              <a:off x="9664325" y="15736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1" name="pt41361"/>
            <p:cNvSpPr/>
            <p:nvPr/>
          </p:nvSpPr>
          <p:spPr>
            <a:xfrm>
              <a:off x="8588529" y="22806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2" name="pt41362"/>
            <p:cNvSpPr/>
            <p:nvPr/>
          </p:nvSpPr>
          <p:spPr>
            <a:xfrm>
              <a:off x="9079049" y="19220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3" name="pt41363"/>
            <p:cNvSpPr/>
            <p:nvPr/>
          </p:nvSpPr>
          <p:spPr>
            <a:xfrm>
              <a:off x="8431181" y="23622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4" name="pt41364"/>
            <p:cNvSpPr/>
            <p:nvPr/>
          </p:nvSpPr>
          <p:spPr>
            <a:xfrm>
              <a:off x="9007935" y="20548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5" name="pt41365"/>
            <p:cNvSpPr/>
            <p:nvPr/>
          </p:nvSpPr>
          <p:spPr>
            <a:xfrm>
              <a:off x="9064645" y="20218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6" name="pt41366"/>
            <p:cNvSpPr/>
            <p:nvPr/>
          </p:nvSpPr>
          <p:spPr>
            <a:xfrm>
              <a:off x="9046552" y="19189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7" name="pt41367"/>
            <p:cNvSpPr/>
            <p:nvPr/>
          </p:nvSpPr>
          <p:spPr>
            <a:xfrm>
              <a:off x="9004922" y="15365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8" name="pt41368"/>
            <p:cNvSpPr/>
            <p:nvPr/>
          </p:nvSpPr>
          <p:spPr>
            <a:xfrm>
              <a:off x="9044150" y="17140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9" name="pt41369"/>
            <p:cNvSpPr/>
            <p:nvPr/>
          </p:nvSpPr>
          <p:spPr>
            <a:xfrm>
              <a:off x="8312152" y="24802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0" name="pt41370"/>
            <p:cNvSpPr/>
            <p:nvPr/>
          </p:nvSpPr>
          <p:spPr>
            <a:xfrm>
              <a:off x="8929892" y="18900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1" name="pt41371"/>
            <p:cNvSpPr/>
            <p:nvPr/>
          </p:nvSpPr>
          <p:spPr>
            <a:xfrm>
              <a:off x="8929892" y="17603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2" name="pt41372"/>
            <p:cNvSpPr/>
            <p:nvPr/>
          </p:nvSpPr>
          <p:spPr>
            <a:xfrm>
              <a:off x="8920215" y="21572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3" name="pt41373"/>
            <p:cNvSpPr/>
            <p:nvPr/>
          </p:nvSpPr>
          <p:spPr>
            <a:xfrm>
              <a:off x="8745877" y="20945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4" name="pt41374"/>
            <p:cNvSpPr/>
            <p:nvPr/>
          </p:nvSpPr>
          <p:spPr>
            <a:xfrm>
              <a:off x="9186336" y="22902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5" name="pt41375"/>
            <p:cNvSpPr/>
            <p:nvPr/>
          </p:nvSpPr>
          <p:spPr>
            <a:xfrm>
              <a:off x="8588529" y="22809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6" name="pt41376"/>
            <p:cNvSpPr/>
            <p:nvPr/>
          </p:nvSpPr>
          <p:spPr>
            <a:xfrm>
              <a:off x="9091423" y="18389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7" name="pt41377"/>
            <p:cNvSpPr/>
            <p:nvPr/>
          </p:nvSpPr>
          <p:spPr>
            <a:xfrm>
              <a:off x="9221993" y="20603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8" name="pt41378"/>
            <p:cNvSpPr/>
            <p:nvPr/>
          </p:nvSpPr>
          <p:spPr>
            <a:xfrm>
              <a:off x="9076063" y="18546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9" name="pt41379"/>
            <p:cNvSpPr/>
            <p:nvPr/>
          </p:nvSpPr>
          <p:spPr>
            <a:xfrm>
              <a:off x="9388372" y="20776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0" name="pt41380"/>
            <p:cNvSpPr/>
            <p:nvPr/>
          </p:nvSpPr>
          <p:spPr>
            <a:xfrm>
              <a:off x="8920215" y="20541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1" name="pt41381"/>
            <p:cNvSpPr/>
            <p:nvPr/>
          </p:nvSpPr>
          <p:spPr>
            <a:xfrm>
              <a:off x="8920215" y="22421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2" name="pt41382"/>
            <p:cNvSpPr/>
            <p:nvPr/>
          </p:nvSpPr>
          <p:spPr>
            <a:xfrm>
              <a:off x="9389022" y="20430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3" name="pt41383"/>
            <p:cNvSpPr/>
            <p:nvPr/>
          </p:nvSpPr>
          <p:spPr>
            <a:xfrm>
              <a:off x="9079049" y="19989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4" name="pt41384"/>
            <p:cNvSpPr/>
            <p:nvPr/>
          </p:nvSpPr>
          <p:spPr>
            <a:xfrm>
              <a:off x="9485353" y="23150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5" name="pt41385"/>
            <p:cNvSpPr/>
            <p:nvPr/>
          </p:nvSpPr>
          <p:spPr>
            <a:xfrm>
              <a:off x="8890393" y="20699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6" name="pt41386"/>
            <p:cNvSpPr/>
            <p:nvPr/>
          </p:nvSpPr>
          <p:spPr>
            <a:xfrm>
              <a:off x="9322929" y="20257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7" name="pt41387"/>
            <p:cNvSpPr/>
            <p:nvPr/>
          </p:nvSpPr>
          <p:spPr>
            <a:xfrm>
              <a:off x="9126216" y="20819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8" name="pt41388"/>
            <p:cNvSpPr/>
            <p:nvPr/>
          </p:nvSpPr>
          <p:spPr>
            <a:xfrm>
              <a:off x="8868306" y="22010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9" name="pt41389"/>
            <p:cNvSpPr/>
            <p:nvPr/>
          </p:nvSpPr>
          <p:spPr>
            <a:xfrm>
              <a:off x="8961983" y="2276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0" name="pt41390"/>
            <p:cNvSpPr/>
            <p:nvPr/>
          </p:nvSpPr>
          <p:spPr>
            <a:xfrm>
              <a:off x="8312152" y="24679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1" name="pt41391"/>
            <p:cNvSpPr/>
            <p:nvPr/>
          </p:nvSpPr>
          <p:spPr>
            <a:xfrm>
              <a:off x="8669239" y="23446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2" name="pt41392"/>
            <p:cNvSpPr/>
            <p:nvPr/>
          </p:nvSpPr>
          <p:spPr>
            <a:xfrm>
              <a:off x="8932228" y="18763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3" name="pt41393"/>
            <p:cNvSpPr/>
            <p:nvPr/>
          </p:nvSpPr>
          <p:spPr>
            <a:xfrm>
              <a:off x="9780637" y="26927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4" name="pt41394"/>
            <p:cNvSpPr/>
            <p:nvPr/>
          </p:nvSpPr>
          <p:spPr>
            <a:xfrm>
              <a:off x="9030305" y="19867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5" name="pt41395"/>
            <p:cNvSpPr/>
            <p:nvPr/>
          </p:nvSpPr>
          <p:spPr>
            <a:xfrm>
              <a:off x="9405714" y="20462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6" name="pt41396"/>
            <p:cNvSpPr/>
            <p:nvPr/>
          </p:nvSpPr>
          <p:spPr>
            <a:xfrm>
              <a:off x="8646309" y="25982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7" name="pt41397"/>
            <p:cNvSpPr/>
            <p:nvPr/>
          </p:nvSpPr>
          <p:spPr>
            <a:xfrm>
              <a:off x="9102103" y="21549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8" name="pt41398"/>
            <p:cNvSpPr/>
            <p:nvPr/>
          </p:nvSpPr>
          <p:spPr>
            <a:xfrm>
              <a:off x="8646309" y="23557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9" name="pt41399"/>
            <p:cNvSpPr/>
            <p:nvPr/>
          </p:nvSpPr>
          <p:spPr>
            <a:xfrm>
              <a:off x="9325298" y="21264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0" name="pt41400"/>
            <p:cNvSpPr/>
            <p:nvPr/>
          </p:nvSpPr>
          <p:spPr>
            <a:xfrm>
              <a:off x="8646309" y="24063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1" name="pt41401"/>
            <p:cNvSpPr/>
            <p:nvPr/>
          </p:nvSpPr>
          <p:spPr>
            <a:xfrm>
              <a:off x="8619838" y="21880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2" name="pt41402"/>
            <p:cNvSpPr/>
            <p:nvPr/>
          </p:nvSpPr>
          <p:spPr>
            <a:xfrm>
              <a:off x="9221993" y="20627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3" name="pt41403"/>
            <p:cNvSpPr/>
            <p:nvPr/>
          </p:nvSpPr>
          <p:spPr>
            <a:xfrm>
              <a:off x="9123951" y="20943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4" name="pt41404"/>
            <p:cNvSpPr/>
            <p:nvPr/>
          </p:nvSpPr>
          <p:spPr>
            <a:xfrm>
              <a:off x="8570436" y="24464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5" name="pt41405"/>
            <p:cNvSpPr/>
            <p:nvPr/>
          </p:nvSpPr>
          <p:spPr>
            <a:xfrm>
              <a:off x="8759093" y="20865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6" name="pt41406"/>
            <p:cNvSpPr/>
            <p:nvPr/>
          </p:nvSpPr>
          <p:spPr>
            <a:xfrm>
              <a:off x="9179876" y="18731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7" name="pt41407"/>
            <p:cNvSpPr/>
            <p:nvPr/>
          </p:nvSpPr>
          <p:spPr>
            <a:xfrm>
              <a:off x="8604896" y="23466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8" name="pt41408"/>
            <p:cNvSpPr/>
            <p:nvPr/>
          </p:nvSpPr>
          <p:spPr>
            <a:xfrm>
              <a:off x="8788268" y="2220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9" name="pt41409"/>
            <p:cNvSpPr/>
            <p:nvPr/>
          </p:nvSpPr>
          <p:spPr>
            <a:xfrm>
              <a:off x="8633583" y="20337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0" name="pt41410"/>
            <p:cNvSpPr/>
            <p:nvPr/>
          </p:nvSpPr>
          <p:spPr>
            <a:xfrm>
              <a:off x="9158273" y="19353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1" name="pt41411"/>
            <p:cNvSpPr/>
            <p:nvPr/>
          </p:nvSpPr>
          <p:spPr>
            <a:xfrm>
              <a:off x="8920215" y="20777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2" name="pt41412"/>
            <p:cNvSpPr/>
            <p:nvPr/>
          </p:nvSpPr>
          <p:spPr>
            <a:xfrm>
              <a:off x="9068885" y="18777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3" name="pt41413"/>
            <p:cNvSpPr/>
            <p:nvPr/>
          </p:nvSpPr>
          <p:spPr>
            <a:xfrm>
              <a:off x="8798679" y="20823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4" name="pt41414"/>
            <p:cNvSpPr/>
            <p:nvPr/>
          </p:nvSpPr>
          <p:spPr>
            <a:xfrm>
              <a:off x="9389022" y="21483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5" name="pt41415"/>
            <p:cNvSpPr/>
            <p:nvPr/>
          </p:nvSpPr>
          <p:spPr>
            <a:xfrm>
              <a:off x="9471970" y="23109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6" name="pt41416"/>
            <p:cNvSpPr/>
            <p:nvPr/>
          </p:nvSpPr>
          <p:spPr>
            <a:xfrm>
              <a:off x="8500809" y="26972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7" name="pt41417"/>
            <p:cNvSpPr/>
            <p:nvPr/>
          </p:nvSpPr>
          <p:spPr>
            <a:xfrm>
              <a:off x="8588529" y="23754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8" name="pt41418"/>
            <p:cNvSpPr/>
            <p:nvPr/>
          </p:nvSpPr>
          <p:spPr>
            <a:xfrm>
              <a:off x="9027663" y="18945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9" name="pt41419"/>
            <p:cNvSpPr/>
            <p:nvPr/>
          </p:nvSpPr>
          <p:spPr>
            <a:xfrm>
              <a:off x="9031610" y="18493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0" name="pt41420"/>
            <p:cNvSpPr/>
            <p:nvPr/>
          </p:nvSpPr>
          <p:spPr>
            <a:xfrm>
              <a:off x="8312152" y="23282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1" name="pt41421"/>
            <p:cNvSpPr/>
            <p:nvPr/>
          </p:nvSpPr>
          <p:spPr>
            <a:xfrm>
              <a:off x="8842954" y="19813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2" name="pt41422"/>
            <p:cNvSpPr/>
            <p:nvPr/>
          </p:nvSpPr>
          <p:spPr>
            <a:xfrm>
              <a:off x="8669239" y="23107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3" name="pt41423"/>
            <p:cNvSpPr/>
            <p:nvPr/>
          </p:nvSpPr>
          <p:spPr>
            <a:xfrm>
              <a:off x="8834965" y="22676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4" name="pt41424"/>
            <p:cNvSpPr/>
            <p:nvPr/>
          </p:nvSpPr>
          <p:spPr>
            <a:xfrm>
              <a:off x="8932228" y="19460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5" name="pt41425"/>
            <p:cNvSpPr/>
            <p:nvPr/>
          </p:nvSpPr>
          <p:spPr>
            <a:xfrm>
              <a:off x="9286390" y="19070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6" name="pt41426"/>
            <p:cNvSpPr/>
            <p:nvPr/>
          </p:nvSpPr>
          <p:spPr>
            <a:xfrm>
              <a:off x="8777185" y="22321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7" name="pt41427"/>
            <p:cNvSpPr/>
            <p:nvPr/>
          </p:nvSpPr>
          <p:spPr>
            <a:xfrm>
              <a:off x="8381780" y="22206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8" name="pt41428"/>
            <p:cNvSpPr/>
            <p:nvPr/>
          </p:nvSpPr>
          <p:spPr>
            <a:xfrm>
              <a:off x="8312152" y="25119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9" name="pt41429"/>
            <p:cNvSpPr/>
            <p:nvPr/>
          </p:nvSpPr>
          <p:spPr>
            <a:xfrm>
              <a:off x="9088645" y="2001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0" name="pt41430"/>
            <p:cNvSpPr/>
            <p:nvPr/>
          </p:nvSpPr>
          <p:spPr>
            <a:xfrm>
              <a:off x="8963923" y="22243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1" name="pt41431"/>
            <p:cNvSpPr/>
            <p:nvPr/>
          </p:nvSpPr>
          <p:spPr>
            <a:xfrm>
              <a:off x="8381780" y="23978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2" name="pt41432"/>
            <p:cNvSpPr/>
            <p:nvPr/>
          </p:nvSpPr>
          <p:spPr>
            <a:xfrm>
              <a:off x="8723925" y="20203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3" name="pt41433"/>
            <p:cNvSpPr/>
            <p:nvPr/>
          </p:nvSpPr>
          <p:spPr>
            <a:xfrm>
              <a:off x="9262020" y="18534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4" name="pt41434"/>
            <p:cNvSpPr/>
            <p:nvPr/>
          </p:nvSpPr>
          <p:spPr>
            <a:xfrm>
              <a:off x="9064645" y="20528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5" name="pt41435"/>
            <p:cNvSpPr/>
            <p:nvPr/>
          </p:nvSpPr>
          <p:spPr>
            <a:xfrm>
              <a:off x="8658156" y="24592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6" name="pt41436"/>
            <p:cNvSpPr/>
            <p:nvPr/>
          </p:nvSpPr>
          <p:spPr>
            <a:xfrm>
              <a:off x="9457237" y="21628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7" name="pt41437"/>
            <p:cNvSpPr/>
            <p:nvPr/>
          </p:nvSpPr>
          <p:spPr>
            <a:xfrm>
              <a:off x="8619838" y="22427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8" name="pt41438"/>
            <p:cNvSpPr/>
            <p:nvPr/>
          </p:nvSpPr>
          <p:spPr>
            <a:xfrm>
              <a:off x="9068885" y="20403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9" name="pt41439"/>
            <p:cNvSpPr/>
            <p:nvPr/>
          </p:nvSpPr>
          <p:spPr>
            <a:xfrm>
              <a:off x="9562708" y="20407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0" name="pt41440"/>
            <p:cNvSpPr/>
            <p:nvPr/>
          </p:nvSpPr>
          <p:spPr>
            <a:xfrm>
              <a:off x="8689465" y="22591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1" name="pt41441"/>
            <p:cNvSpPr/>
            <p:nvPr/>
          </p:nvSpPr>
          <p:spPr>
            <a:xfrm>
              <a:off x="8381780" y="23341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2" name="pt41442"/>
            <p:cNvSpPr/>
            <p:nvPr/>
          </p:nvSpPr>
          <p:spPr>
            <a:xfrm>
              <a:off x="8312152" y="24112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3" name="pt41443"/>
            <p:cNvSpPr/>
            <p:nvPr/>
          </p:nvSpPr>
          <p:spPr>
            <a:xfrm>
              <a:off x="8381780" y="24629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4" name="pt41444"/>
            <p:cNvSpPr/>
            <p:nvPr/>
          </p:nvSpPr>
          <p:spPr>
            <a:xfrm>
              <a:off x="8971473" y="22819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5" name="pt41445"/>
            <p:cNvSpPr/>
            <p:nvPr/>
          </p:nvSpPr>
          <p:spPr>
            <a:xfrm>
              <a:off x="8907297" y="20685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6" name="pt41446"/>
            <p:cNvSpPr/>
            <p:nvPr/>
          </p:nvSpPr>
          <p:spPr>
            <a:xfrm>
              <a:off x="8658156" y="2363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7" name="pt41447"/>
            <p:cNvSpPr/>
            <p:nvPr/>
          </p:nvSpPr>
          <p:spPr>
            <a:xfrm>
              <a:off x="8312152" y="2492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8" name="pt41448"/>
            <p:cNvSpPr/>
            <p:nvPr/>
          </p:nvSpPr>
          <p:spPr>
            <a:xfrm>
              <a:off x="9151289" y="20359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9" name="pt41449"/>
            <p:cNvSpPr/>
            <p:nvPr/>
          </p:nvSpPr>
          <p:spPr>
            <a:xfrm>
              <a:off x="8745877" y="22444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0" name="pt41450"/>
            <p:cNvSpPr/>
            <p:nvPr/>
          </p:nvSpPr>
          <p:spPr>
            <a:xfrm>
              <a:off x="9242219" y="2075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1" name="pt41451"/>
            <p:cNvSpPr/>
            <p:nvPr/>
          </p:nvSpPr>
          <p:spPr>
            <a:xfrm>
              <a:off x="8669239" y="2293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2" name="pt41452"/>
            <p:cNvSpPr/>
            <p:nvPr/>
          </p:nvSpPr>
          <p:spPr>
            <a:xfrm>
              <a:off x="8431181" y="22117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3" name="pt41453"/>
            <p:cNvSpPr/>
            <p:nvPr/>
          </p:nvSpPr>
          <p:spPr>
            <a:xfrm>
              <a:off x="8969616" y="22596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4" name="pt41454"/>
            <p:cNvSpPr/>
            <p:nvPr/>
          </p:nvSpPr>
          <p:spPr>
            <a:xfrm>
              <a:off x="9034193" y="17311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5" name="pt41455"/>
            <p:cNvSpPr/>
            <p:nvPr/>
          </p:nvSpPr>
          <p:spPr>
            <a:xfrm>
              <a:off x="8817779" y="21932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6" name="pt41456"/>
            <p:cNvSpPr/>
            <p:nvPr/>
          </p:nvSpPr>
          <p:spPr>
            <a:xfrm>
              <a:off x="9557615" y="20350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7" name="pt41457"/>
            <p:cNvSpPr/>
            <p:nvPr/>
          </p:nvSpPr>
          <p:spPr>
            <a:xfrm>
              <a:off x="8715936" y="2287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8" name="pt41458"/>
            <p:cNvSpPr/>
            <p:nvPr/>
          </p:nvSpPr>
          <p:spPr>
            <a:xfrm>
              <a:off x="8619838" y="22890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9" name="pt41459"/>
            <p:cNvSpPr/>
            <p:nvPr/>
          </p:nvSpPr>
          <p:spPr>
            <a:xfrm>
              <a:off x="8619838" y="25307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0" name="pt41460"/>
            <p:cNvSpPr/>
            <p:nvPr/>
          </p:nvSpPr>
          <p:spPr>
            <a:xfrm>
              <a:off x="8381780" y="21931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1" name="pt41461"/>
            <p:cNvSpPr/>
            <p:nvPr/>
          </p:nvSpPr>
          <p:spPr>
            <a:xfrm>
              <a:off x="8980466" y="2043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2" name="pt41462"/>
            <p:cNvSpPr/>
            <p:nvPr/>
          </p:nvSpPr>
          <p:spPr>
            <a:xfrm>
              <a:off x="9100368" y="20847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3" name="pt41463"/>
            <p:cNvSpPr/>
            <p:nvPr/>
          </p:nvSpPr>
          <p:spPr>
            <a:xfrm>
              <a:off x="8381780" y="24495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4" name="pt41464"/>
            <p:cNvSpPr/>
            <p:nvPr/>
          </p:nvSpPr>
          <p:spPr>
            <a:xfrm>
              <a:off x="8633583" y="19948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5" name="pt41465"/>
            <p:cNvSpPr/>
            <p:nvPr/>
          </p:nvSpPr>
          <p:spPr>
            <a:xfrm>
              <a:off x="8500809" y="25256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6" name="pt41466"/>
            <p:cNvSpPr/>
            <p:nvPr/>
          </p:nvSpPr>
          <p:spPr>
            <a:xfrm>
              <a:off x="9573129" y="23144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7" name="pt41467"/>
            <p:cNvSpPr/>
            <p:nvPr/>
          </p:nvSpPr>
          <p:spPr>
            <a:xfrm>
              <a:off x="8619838" y="21668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8" name="pt41468"/>
            <p:cNvSpPr/>
            <p:nvPr/>
          </p:nvSpPr>
          <p:spPr>
            <a:xfrm>
              <a:off x="9010896" y="17600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9" name="pt41469"/>
            <p:cNvSpPr/>
            <p:nvPr/>
          </p:nvSpPr>
          <p:spPr>
            <a:xfrm>
              <a:off x="8633583" y="21270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0" name="pt41470"/>
            <p:cNvSpPr/>
            <p:nvPr/>
          </p:nvSpPr>
          <p:spPr>
            <a:xfrm>
              <a:off x="8932228" y="1933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1" name="pt41471"/>
            <p:cNvSpPr/>
            <p:nvPr/>
          </p:nvSpPr>
          <p:spPr>
            <a:xfrm>
              <a:off x="8912581" y="20703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2" name="pt41472"/>
            <p:cNvSpPr/>
            <p:nvPr/>
          </p:nvSpPr>
          <p:spPr>
            <a:xfrm>
              <a:off x="8381780" y="22660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3" name="pt41473"/>
            <p:cNvSpPr/>
            <p:nvPr/>
          </p:nvSpPr>
          <p:spPr>
            <a:xfrm>
              <a:off x="9230780" y="20015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4" name="pt41474"/>
            <p:cNvSpPr/>
            <p:nvPr/>
          </p:nvSpPr>
          <p:spPr>
            <a:xfrm>
              <a:off x="9320769" y="22289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5" name="pt41475"/>
            <p:cNvSpPr/>
            <p:nvPr/>
          </p:nvSpPr>
          <p:spPr>
            <a:xfrm>
              <a:off x="8864906" y="18817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6" name="pt41476"/>
            <p:cNvSpPr/>
            <p:nvPr/>
          </p:nvSpPr>
          <p:spPr>
            <a:xfrm>
              <a:off x="8834965" y="19970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7" name="pt41477"/>
            <p:cNvSpPr/>
            <p:nvPr/>
          </p:nvSpPr>
          <p:spPr>
            <a:xfrm>
              <a:off x="9389022" y="20599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8" name="pt41478"/>
            <p:cNvSpPr/>
            <p:nvPr/>
          </p:nvSpPr>
          <p:spPr>
            <a:xfrm>
              <a:off x="9174300" y="20017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9" name="pt41479"/>
            <p:cNvSpPr/>
            <p:nvPr/>
          </p:nvSpPr>
          <p:spPr>
            <a:xfrm>
              <a:off x="8813199" y="2101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0" name="pt41480"/>
            <p:cNvSpPr/>
            <p:nvPr/>
          </p:nvSpPr>
          <p:spPr>
            <a:xfrm>
              <a:off x="8381780" y="24740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1" name="pt41481"/>
            <p:cNvSpPr/>
            <p:nvPr/>
          </p:nvSpPr>
          <p:spPr>
            <a:xfrm>
              <a:off x="9259278" y="20763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2" name="pt41482"/>
            <p:cNvSpPr/>
            <p:nvPr/>
          </p:nvSpPr>
          <p:spPr>
            <a:xfrm>
              <a:off x="8842954" y="20996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3" name="pt41483"/>
            <p:cNvSpPr/>
            <p:nvPr/>
          </p:nvSpPr>
          <p:spPr>
            <a:xfrm>
              <a:off x="9146692" y="2060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4" name="pt41484"/>
            <p:cNvSpPr/>
            <p:nvPr/>
          </p:nvSpPr>
          <p:spPr>
            <a:xfrm>
              <a:off x="9279466" y="19968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5" name="pt41485"/>
            <p:cNvSpPr/>
            <p:nvPr/>
          </p:nvSpPr>
          <p:spPr>
            <a:xfrm>
              <a:off x="8803657" y="22332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6" name="pt41486"/>
            <p:cNvSpPr/>
            <p:nvPr/>
          </p:nvSpPr>
          <p:spPr>
            <a:xfrm>
              <a:off x="9020874" y="15618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7" name="pt41487"/>
            <p:cNvSpPr/>
            <p:nvPr/>
          </p:nvSpPr>
          <p:spPr>
            <a:xfrm>
              <a:off x="8658156" y="2500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8" name="pt41488"/>
            <p:cNvSpPr/>
            <p:nvPr/>
          </p:nvSpPr>
          <p:spPr>
            <a:xfrm>
              <a:off x="9060297" y="20735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9" name="pt41489"/>
            <p:cNvSpPr/>
            <p:nvPr/>
          </p:nvSpPr>
          <p:spPr>
            <a:xfrm>
              <a:off x="8992313" y="17939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0" name="pt41490"/>
            <p:cNvSpPr/>
            <p:nvPr/>
          </p:nvSpPr>
          <p:spPr>
            <a:xfrm>
              <a:off x="8312152" y="22488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1" name="pt41491"/>
            <p:cNvSpPr/>
            <p:nvPr/>
          </p:nvSpPr>
          <p:spPr>
            <a:xfrm>
              <a:off x="8312152" y="23384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2" name="pt41492"/>
            <p:cNvSpPr/>
            <p:nvPr/>
          </p:nvSpPr>
          <p:spPr>
            <a:xfrm>
              <a:off x="8698750" y="22076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3" name="pt41493"/>
            <p:cNvSpPr/>
            <p:nvPr/>
          </p:nvSpPr>
          <p:spPr>
            <a:xfrm>
              <a:off x="8604896" y="23570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4" name="pt41494"/>
            <p:cNvSpPr/>
            <p:nvPr/>
          </p:nvSpPr>
          <p:spPr>
            <a:xfrm>
              <a:off x="9654477" y="18536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5" name="pt41495"/>
            <p:cNvSpPr/>
            <p:nvPr/>
          </p:nvSpPr>
          <p:spPr>
            <a:xfrm>
              <a:off x="8312152" y="24600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6" name="pt41496"/>
            <p:cNvSpPr/>
            <p:nvPr/>
          </p:nvSpPr>
          <p:spPr>
            <a:xfrm>
              <a:off x="8861436" y="20322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7" name="pt41497"/>
            <p:cNvSpPr/>
            <p:nvPr/>
          </p:nvSpPr>
          <p:spPr>
            <a:xfrm>
              <a:off x="8929892" y="1838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8" name="pt41498"/>
            <p:cNvSpPr/>
            <p:nvPr/>
          </p:nvSpPr>
          <p:spPr>
            <a:xfrm>
              <a:off x="8846813" y="20204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9" name="pt41499"/>
            <p:cNvSpPr/>
            <p:nvPr/>
          </p:nvSpPr>
          <p:spPr>
            <a:xfrm>
              <a:off x="9052414" y="20775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0" name="pt41500"/>
            <p:cNvSpPr/>
            <p:nvPr/>
          </p:nvSpPr>
          <p:spPr>
            <a:xfrm>
              <a:off x="9548435" y="22677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1" name="pt41501"/>
            <p:cNvSpPr/>
            <p:nvPr/>
          </p:nvSpPr>
          <p:spPr>
            <a:xfrm>
              <a:off x="9400632" y="19335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2" name="pt41502"/>
            <p:cNvSpPr/>
            <p:nvPr/>
          </p:nvSpPr>
          <p:spPr>
            <a:xfrm>
              <a:off x="8842954" y="22351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3" name="pt41503"/>
            <p:cNvSpPr/>
            <p:nvPr/>
          </p:nvSpPr>
          <p:spPr>
            <a:xfrm>
              <a:off x="9010896" y="17695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4" name="pt41504"/>
            <p:cNvSpPr/>
            <p:nvPr/>
          </p:nvSpPr>
          <p:spPr>
            <a:xfrm>
              <a:off x="9003396" y="19398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5" name="pt41505"/>
            <p:cNvSpPr/>
            <p:nvPr/>
          </p:nvSpPr>
          <p:spPr>
            <a:xfrm>
              <a:off x="8604896" y="22950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6" name="pt41506"/>
            <p:cNvSpPr/>
            <p:nvPr/>
          </p:nvSpPr>
          <p:spPr>
            <a:xfrm>
              <a:off x="8971473" y="21273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7" name="pt41507"/>
            <p:cNvSpPr/>
            <p:nvPr/>
          </p:nvSpPr>
          <p:spPr>
            <a:xfrm>
              <a:off x="8679650" y="24858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8" name="pt41508"/>
            <p:cNvSpPr/>
            <p:nvPr/>
          </p:nvSpPr>
          <p:spPr>
            <a:xfrm>
              <a:off x="8570436" y="23347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9" name="pt41509"/>
            <p:cNvSpPr/>
            <p:nvPr/>
          </p:nvSpPr>
          <p:spPr>
            <a:xfrm>
              <a:off x="8917708" y="20859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0" name="pt41510"/>
            <p:cNvSpPr/>
            <p:nvPr/>
          </p:nvSpPr>
          <p:spPr>
            <a:xfrm>
              <a:off x="8633583" y="21922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1" name="pt41511"/>
            <p:cNvSpPr/>
            <p:nvPr/>
          </p:nvSpPr>
          <p:spPr>
            <a:xfrm>
              <a:off x="8550210" y="25668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2" name="pt41512"/>
            <p:cNvSpPr/>
            <p:nvPr/>
          </p:nvSpPr>
          <p:spPr>
            <a:xfrm>
              <a:off x="8731558" y="24057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3" name="pt41513"/>
            <p:cNvSpPr/>
            <p:nvPr/>
          </p:nvSpPr>
          <p:spPr>
            <a:xfrm>
              <a:off x="8777185" y="23227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4" name="pt41514"/>
            <p:cNvSpPr/>
            <p:nvPr/>
          </p:nvSpPr>
          <p:spPr>
            <a:xfrm>
              <a:off x="9680997" y="2639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5" name="pt41515"/>
            <p:cNvSpPr/>
            <p:nvPr/>
          </p:nvSpPr>
          <p:spPr>
            <a:xfrm>
              <a:off x="9186336" y="22092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6" name="pt41516"/>
            <p:cNvSpPr/>
            <p:nvPr/>
          </p:nvSpPr>
          <p:spPr>
            <a:xfrm>
              <a:off x="8907297" y="20157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7" name="pt41517"/>
            <p:cNvSpPr/>
            <p:nvPr/>
          </p:nvSpPr>
          <p:spPr>
            <a:xfrm>
              <a:off x="8929892" y="18879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8" name="pt41518"/>
            <p:cNvSpPr/>
            <p:nvPr/>
          </p:nvSpPr>
          <p:spPr>
            <a:xfrm>
              <a:off x="8932228" y="19625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9" name="pt41519"/>
            <p:cNvSpPr/>
            <p:nvPr/>
          </p:nvSpPr>
          <p:spPr>
            <a:xfrm>
              <a:off x="9218524" y="2043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0" name="pt41520"/>
            <p:cNvSpPr/>
            <p:nvPr/>
          </p:nvSpPr>
          <p:spPr>
            <a:xfrm>
              <a:off x="9108871" y="20979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1" name="pt41521"/>
            <p:cNvSpPr/>
            <p:nvPr/>
          </p:nvSpPr>
          <p:spPr>
            <a:xfrm>
              <a:off x="8890393" y="19596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2" name="pt41522"/>
            <p:cNvSpPr/>
            <p:nvPr/>
          </p:nvSpPr>
          <p:spPr>
            <a:xfrm>
              <a:off x="8798679" y="21191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3" name="pt41523"/>
            <p:cNvSpPr/>
            <p:nvPr/>
          </p:nvSpPr>
          <p:spPr>
            <a:xfrm>
              <a:off x="9286390" y="19243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4" name="pt41524"/>
            <p:cNvSpPr/>
            <p:nvPr/>
          </p:nvSpPr>
          <p:spPr>
            <a:xfrm>
              <a:off x="9108871" y="2123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5" name="pt41525"/>
            <p:cNvSpPr/>
            <p:nvPr/>
          </p:nvSpPr>
          <p:spPr>
            <a:xfrm>
              <a:off x="9030305" y="17810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6" name="pt41526"/>
            <p:cNvSpPr/>
            <p:nvPr/>
          </p:nvSpPr>
          <p:spPr>
            <a:xfrm>
              <a:off x="9874745" y="26710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7" name="pt41527"/>
            <p:cNvSpPr/>
            <p:nvPr/>
          </p:nvSpPr>
          <p:spPr>
            <a:xfrm>
              <a:off x="8731558" y="22083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8" name="pt41528"/>
            <p:cNvSpPr/>
            <p:nvPr/>
          </p:nvSpPr>
          <p:spPr>
            <a:xfrm>
              <a:off x="8738867" y="23271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9" name="pt41529"/>
            <p:cNvSpPr/>
            <p:nvPr/>
          </p:nvSpPr>
          <p:spPr>
            <a:xfrm>
              <a:off x="8658156" y="23093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0" name="pt41530"/>
            <p:cNvSpPr/>
            <p:nvPr/>
          </p:nvSpPr>
          <p:spPr>
            <a:xfrm>
              <a:off x="8381780" y="24248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1" name="pt41531"/>
            <p:cNvSpPr/>
            <p:nvPr/>
          </p:nvSpPr>
          <p:spPr>
            <a:xfrm>
              <a:off x="9414750" y="19955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2" name="pt41532"/>
            <p:cNvSpPr/>
            <p:nvPr/>
          </p:nvSpPr>
          <p:spPr>
            <a:xfrm>
              <a:off x="8759093" y="21598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3" name="pt41533"/>
            <p:cNvSpPr/>
            <p:nvPr/>
          </p:nvSpPr>
          <p:spPr>
            <a:xfrm>
              <a:off x="8980466" y="21089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4" name="pt41534"/>
            <p:cNvSpPr/>
            <p:nvPr/>
          </p:nvSpPr>
          <p:spPr>
            <a:xfrm>
              <a:off x="9187914" y="21897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5" name="pt41535"/>
            <p:cNvSpPr/>
            <p:nvPr/>
          </p:nvSpPr>
          <p:spPr>
            <a:xfrm>
              <a:off x="8669239" y="2265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6" name="pt41536"/>
            <p:cNvSpPr/>
            <p:nvPr/>
          </p:nvSpPr>
          <p:spPr>
            <a:xfrm>
              <a:off x="8431181" y="25168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7" name="pt41537"/>
            <p:cNvSpPr/>
            <p:nvPr/>
          </p:nvSpPr>
          <p:spPr>
            <a:xfrm>
              <a:off x="8312152" y="23555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8" name="pt41538"/>
            <p:cNvSpPr/>
            <p:nvPr/>
          </p:nvSpPr>
          <p:spPr>
            <a:xfrm>
              <a:off x="9046552" y="18713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9" name="pt41539"/>
            <p:cNvSpPr/>
            <p:nvPr/>
          </p:nvSpPr>
          <p:spPr>
            <a:xfrm>
              <a:off x="8707558" y="23028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0" name="pt41540"/>
            <p:cNvSpPr/>
            <p:nvPr/>
          </p:nvSpPr>
          <p:spPr>
            <a:xfrm>
              <a:off x="9079049" y="19622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1" name="pt41541"/>
            <p:cNvSpPr/>
            <p:nvPr/>
          </p:nvSpPr>
          <p:spPr>
            <a:xfrm>
              <a:off x="9780422" y="24706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2" name="pt41542"/>
            <p:cNvSpPr/>
            <p:nvPr/>
          </p:nvSpPr>
          <p:spPr>
            <a:xfrm>
              <a:off x="8381780" y="23139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3" name="pt41543"/>
            <p:cNvSpPr/>
            <p:nvPr/>
          </p:nvSpPr>
          <p:spPr>
            <a:xfrm>
              <a:off x="8619838" y="22378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4" name="pt41544"/>
            <p:cNvSpPr/>
            <p:nvPr/>
          </p:nvSpPr>
          <p:spPr>
            <a:xfrm>
              <a:off x="9642404" y="2194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5" name="pt41545"/>
            <p:cNvSpPr/>
            <p:nvPr/>
          </p:nvSpPr>
          <p:spPr>
            <a:xfrm>
              <a:off x="8932228" y="19062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6" name="pt41546"/>
            <p:cNvSpPr/>
            <p:nvPr/>
          </p:nvSpPr>
          <p:spPr>
            <a:xfrm>
              <a:off x="8431181" y="24339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7" name="pt41547"/>
            <p:cNvSpPr/>
            <p:nvPr/>
          </p:nvSpPr>
          <p:spPr>
            <a:xfrm>
              <a:off x="9199552" y="17676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8" name="pt41548"/>
            <p:cNvSpPr/>
            <p:nvPr/>
          </p:nvSpPr>
          <p:spPr>
            <a:xfrm>
              <a:off x="8826587" y="21532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9" name="pt41549"/>
            <p:cNvSpPr/>
            <p:nvPr/>
          </p:nvSpPr>
          <p:spPr>
            <a:xfrm>
              <a:off x="8431181" y="23804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0" name="pt41550"/>
            <p:cNvSpPr/>
            <p:nvPr/>
          </p:nvSpPr>
          <p:spPr>
            <a:xfrm>
              <a:off x="8941268" y="19749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1" name="pt41551"/>
            <p:cNvSpPr/>
            <p:nvPr/>
          </p:nvSpPr>
          <p:spPr>
            <a:xfrm>
              <a:off x="8803657" y="21993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2" name="pt41552"/>
            <p:cNvSpPr/>
            <p:nvPr/>
          </p:nvSpPr>
          <p:spPr>
            <a:xfrm>
              <a:off x="8798679" y="22589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3" name="pt41553"/>
            <p:cNvSpPr/>
            <p:nvPr/>
          </p:nvSpPr>
          <p:spPr>
            <a:xfrm>
              <a:off x="9098616" y="20614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4" name="pt41554"/>
            <p:cNvSpPr/>
            <p:nvPr/>
          </p:nvSpPr>
          <p:spPr>
            <a:xfrm>
              <a:off x="9051257" y="21587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5" name="pt41555"/>
            <p:cNvSpPr/>
            <p:nvPr/>
          </p:nvSpPr>
          <p:spPr>
            <a:xfrm>
              <a:off x="9007935" y="19165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6" name="pt41556"/>
            <p:cNvSpPr/>
            <p:nvPr/>
          </p:nvSpPr>
          <p:spPr>
            <a:xfrm>
              <a:off x="8312152" y="2150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7" name="pt41557"/>
            <p:cNvSpPr/>
            <p:nvPr/>
          </p:nvSpPr>
          <p:spPr>
            <a:xfrm>
              <a:off x="8899053" y="20861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8" name="pt41558"/>
            <p:cNvSpPr/>
            <p:nvPr/>
          </p:nvSpPr>
          <p:spPr>
            <a:xfrm>
              <a:off x="8752612" y="21823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9" name="pt41559"/>
            <p:cNvSpPr/>
            <p:nvPr/>
          </p:nvSpPr>
          <p:spPr>
            <a:xfrm>
              <a:off x="9517293" y="19898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0" name="pt41560"/>
            <p:cNvSpPr/>
            <p:nvPr/>
          </p:nvSpPr>
          <p:spPr>
            <a:xfrm>
              <a:off x="9167950" y="18096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1" name="pt41561"/>
            <p:cNvSpPr/>
            <p:nvPr/>
          </p:nvSpPr>
          <p:spPr>
            <a:xfrm>
              <a:off x="8961983" y="22163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2" name="pt41562"/>
            <p:cNvSpPr/>
            <p:nvPr/>
          </p:nvSpPr>
          <p:spPr>
            <a:xfrm>
              <a:off x="8973309" y="22815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3" name="pt41563"/>
            <p:cNvSpPr/>
            <p:nvPr/>
          </p:nvSpPr>
          <p:spPr>
            <a:xfrm>
              <a:off x="8588529" y="22179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4" name="pt41564"/>
            <p:cNvSpPr/>
            <p:nvPr/>
          </p:nvSpPr>
          <p:spPr>
            <a:xfrm>
              <a:off x="8752612" y="23086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5" name="pt41565"/>
            <p:cNvSpPr/>
            <p:nvPr/>
          </p:nvSpPr>
          <p:spPr>
            <a:xfrm>
              <a:off x="9022254" y="17899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6" name="pt41566"/>
            <p:cNvSpPr/>
            <p:nvPr/>
          </p:nvSpPr>
          <p:spPr>
            <a:xfrm>
              <a:off x="8679650" y="23685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7" name="pt41567"/>
            <p:cNvSpPr/>
            <p:nvPr/>
          </p:nvSpPr>
          <p:spPr>
            <a:xfrm>
              <a:off x="9051257" y="21231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8" name="pt41568"/>
            <p:cNvSpPr/>
            <p:nvPr/>
          </p:nvSpPr>
          <p:spPr>
            <a:xfrm>
              <a:off x="9100368" y="20405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9" name="pt41569"/>
            <p:cNvSpPr/>
            <p:nvPr/>
          </p:nvSpPr>
          <p:spPr>
            <a:xfrm>
              <a:off x="8469500" y="21638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0" name="pt41570"/>
            <p:cNvSpPr/>
            <p:nvPr/>
          </p:nvSpPr>
          <p:spPr>
            <a:xfrm>
              <a:off x="8381780" y="25773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1" name="pt41571"/>
            <p:cNvSpPr/>
            <p:nvPr/>
          </p:nvSpPr>
          <p:spPr>
            <a:xfrm>
              <a:off x="9256140" y="20778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2" name="pt41572"/>
            <p:cNvSpPr/>
            <p:nvPr/>
          </p:nvSpPr>
          <p:spPr>
            <a:xfrm>
              <a:off x="9550412" y="20479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3" name="pt41573"/>
            <p:cNvSpPr/>
            <p:nvPr/>
          </p:nvSpPr>
          <p:spPr>
            <a:xfrm>
              <a:off x="8813199" y="22063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4" name="pt41574"/>
            <p:cNvSpPr/>
            <p:nvPr/>
          </p:nvSpPr>
          <p:spPr>
            <a:xfrm>
              <a:off x="8861436" y="19171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5" name="pt41575"/>
            <p:cNvSpPr/>
            <p:nvPr/>
          </p:nvSpPr>
          <p:spPr>
            <a:xfrm>
              <a:off x="9044150" y="1776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6" name="pt41576"/>
            <p:cNvSpPr/>
            <p:nvPr/>
          </p:nvSpPr>
          <p:spPr>
            <a:xfrm>
              <a:off x="8956027" y="21083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7" name="pt41577"/>
            <p:cNvSpPr/>
            <p:nvPr/>
          </p:nvSpPr>
          <p:spPr>
            <a:xfrm>
              <a:off x="8907297" y="21321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8" name="pt41578"/>
            <p:cNvSpPr/>
            <p:nvPr/>
          </p:nvSpPr>
          <p:spPr>
            <a:xfrm>
              <a:off x="9268690" y="19198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9" name="pt41579"/>
            <p:cNvSpPr/>
            <p:nvPr/>
          </p:nvSpPr>
          <p:spPr>
            <a:xfrm>
              <a:off x="9480563" y="23810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0" name="pt41580"/>
            <p:cNvSpPr/>
            <p:nvPr/>
          </p:nvSpPr>
          <p:spPr>
            <a:xfrm>
              <a:off x="8920215" y="21450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1" name="pt41581"/>
            <p:cNvSpPr/>
            <p:nvPr/>
          </p:nvSpPr>
          <p:spPr>
            <a:xfrm>
              <a:off x="8943456" y="19771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2" name="pt41582"/>
            <p:cNvSpPr/>
            <p:nvPr/>
          </p:nvSpPr>
          <p:spPr>
            <a:xfrm>
              <a:off x="9978328" y="24818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3" name="pt41583"/>
            <p:cNvSpPr/>
            <p:nvPr/>
          </p:nvSpPr>
          <p:spPr>
            <a:xfrm>
              <a:off x="8834965" y="21455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4" name="pt41584"/>
            <p:cNvSpPr/>
            <p:nvPr/>
          </p:nvSpPr>
          <p:spPr>
            <a:xfrm>
              <a:off x="9030305" y="18987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5" name="pt41585"/>
            <p:cNvSpPr/>
            <p:nvPr/>
          </p:nvSpPr>
          <p:spPr>
            <a:xfrm>
              <a:off x="9104672" y="20078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6" name="pt41586"/>
            <p:cNvSpPr/>
            <p:nvPr/>
          </p:nvSpPr>
          <p:spPr>
            <a:xfrm>
              <a:off x="8312152" y="24298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7" name="pt41587"/>
            <p:cNvSpPr/>
            <p:nvPr/>
          </p:nvSpPr>
          <p:spPr>
            <a:xfrm>
              <a:off x="8633583" y="21248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8" name="pt41588"/>
            <p:cNvSpPr/>
            <p:nvPr/>
          </p:nvSpPr>
          <p:spPr>
            <a:xfrm>
              <a:off x="8570436" y="21756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9" name="pt41589"/>
            <p:cNvSpPr/>
            <p:nvPr/>
          </p:nvSpPr>
          <p:spPr>
            <a:xfrm>
              <a:off x="9215429" y="19455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0" name="pt41590"/>
            <p:cNvSpPr/>
            <p:nvPr/>
          </p:nvSpPr>
          <p:spPr>
            <a:xfrm>
              <a:off x="9139903" y="20138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1" name="pt41591"/>
            <p:cNvSpPr/>
            <p:nvPr/>
          </p:nvSpPr>
          <p:spPr>
            <a:xfrm>
              <a:off x="8381780" y="23735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2" name="pt41592"/>
            <p:cNvSpPr/>
            <p:nvPr/>
          </p:nvSpPr>
          <p:spPr>
            <a:xfrm>
              <a:off x="8881273" y="2210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3" name="pt41593"/>
            <p:cNvSpPr/>
            <p:nvPr/>
          </p:nvSpPr>
          <p:spPr>
            <a:xfrm>
              <a:off x="9056963" y="2122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4" name="pt41594"/>
            <p:cNvSpPr/>
            <p:nvPr/>
          </p:nvSpPr>
          <p:spPr>
            <a:xfrm>
              <a:off x="9087709" y="18492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5" name="pt41595"/>
            <p:cNvSpPr/>
            <p:nvPr/>
          </p:nvSpPr>
          <p:spPr>
            <a:xfrm>
              <a:off x="8312152" y="24566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6" name="pt41596"/>
            <p:cNvSpPr/>
            <p:nvPr/>
          </p:nvSpPr>
          <p:spPr>
            <a:xfrm>
              <a:off x="9051257" y="20621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7" name="pt41597"/>
            <p:cNvSpPr/>
            <p:nvPr/>
          </p:nvSpPr>
          <p:spPr>
            <a:xfrm>
              <a:off x="8646309" y="24376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8" name="pt41598"/>
            <p:cNvSpPr/>
            <p:nvPr/>
          </p:nvSpPr>
          <p:spPr>
            <a:xfrm>
              <a:off x="8619838" y="22583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9" name="pt41599"/>
            <p:cNvSpPr/>
            <p:nvPr/>
          </p:nvSpPr>
          <p:spPr>
            <a:xfrm>
              <a:off x="8960020" y="21193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0" name="pt41600"/>
            <p:cNvSpPr/>
            <p:nvPr/>
          </p:nvSpPr>
          <p:spPr>
            <a:xfrm>
              <a:off x="8907297" y="21044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1" name="pt41601"/>
            <p:cNvSpPr/>
            <p:nvPr/>
          </p:nvSpPr>
          <p:spPr>
            <a:xfrm>
              <a:off x="8381780" y="2181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2" name="pt41602"/>
            <p:cNvSpPr/>
            <p:nvPr/>
          </p:nvSpPr>
          <p:spPr>
            <a:xfrm>
              <a:off x="9177111" y="19826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3" name="pt41603"/>
            <p:cNvSpPr/>
            <p:nvPr/>
          </p:nvSpPr>
          <p:spPr>
            <a:xfrm>
              <a:off x="8738867" y="21050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4" name="pt41604"/>
            <p:cNvSpPr/>
            <p:nvPr/>
          </p:nvSpPr>
          <p:spPr>
            <a:xfrm>
              <a:off x="9417384" y="18917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5" name="pt41605"/>
            <p:cNvSpPr/>
            <p:nvPr/>
          </p:nvSpPr>
          <p:spPr>
            <a:xfrm>
              <a:off x="9427665" y="18908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6" name="pt41606"/>
            <p:cNvSpPr/>
            <p:nvPr/>
          </p:nvSpPr>
          <p:spPr>
            <a:xfrm>
              <a:off x="8817779" y="20160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7" name="pt41607"/>
            <p:cNvSpPr/>
            <p:nvPr/>
          </p:nvSpPr>
          <p:spPr>
            <a:xfrm>
              <a:off x="8854280" y="21532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8" name="pt41608"/>
            <p:cNvSpPr/>
            <p:nvPr/>
          </p:nvSpPr>
          <p:spPr>
            <a:xfrm>
              <a:off x="9471970" y="23467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9" name="pt41609"/>
            <p:cNvSpPr/>
            <p:nvPr/>
          </p:nvSpPr>
          <p:spPr>
            <a:xfrm>
              <a:off x="9279466" y="18503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0" name="pt41610"/>
            <p:cNvSpPr/>
            <p:nvPr/>
          </p:nvSpPr>
          <p:spPr>
            <a:xfrm>
              <a:off x="9044150" y="18043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1" name="pt41611"/>
            <p:cNvSpPr/>
            <p:nvPr/>
          </p:nvSpPr>
          <p:spPr>
            <a:xfrm>
              <a:off x="8588529" y="22673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2" name="pt41612"/>
            <p:cNvSpPr/>
            <p:nvPr/>
          </p:nvSpPr>
          <p:spPr>
            <a:xfrm>
              <a:off x="9259623" y="20559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3" name="pt41613"/>
            <p:cNvSpPr/>
            <p:nvPr/>
          </p:nvSpPr>
          <p:spPr>
            <a:xfrm>
              <a:off x="8922686" y="18495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4" name="pt41614"/>
            <p:cNvSpPr/>
            <p:nvPr/>
          </p:nvSpPr>
          <p:spPr>
            <a:xfrm>
              <a:off x="9352841" y="21529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5" name="pt41615"/>
            <p:cNvSpPr/>
            <p:nvPr/>
          </p:nvSpPr>
          <p:spPr>
            <a:xfrm>
              <a:off x="8312152" y="22538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6" name="pt41616"/>
            <p:cNvSpPr/>
            <p:nvPr/>
          </p:nvSpPr>
          <p:spPr>
            <a:xfrm>
              <a:off x="9046552" y="1901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7" name="pt41617"/>
            <p:cNvSpPr/>
            <p:nvPr/>
          </p:nvSpPr>
          <p:spPr>
            <a:xfrm>
              <a:off x="8469500" y="22488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8" name="pt41618"/>
            <p:cNvSpPr/>
            <p:nvPr/>
          </p:nvSpPr>
          <p:spPr>
            <a:xfrm>
              <a:off x="9124709" y="2058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9" name="pt41619"/>
            <p:cNvSpPr/>
            <p:nvPr/>
          </p:nvSpPr>
          <p:spPr>
            <a:xfrm>
              <a:off x="8973309" y="2292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0" name="pt41620"/>
            <p:cNvSpPr/>
            <p:nvPr/>
          </p:nvSpPr>
          <p:spPr>
            <a:xfrm>
              <a:off x="8669239" y="24098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1" name="pt41621"/>
            <p:cNvSpPr/>
            <p:nvPr/>
          </p:nvSpPr>
          <p:spPr>
            <a:xfrm>
              <a:off x="9068885" y="19399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2" name="pt41622"/>
            <p:cNvSpPr/>
            <p:nvPr/>
          </p:nvSpPr>
          <p:spPr>
            <a:xfrm>
              <a:off x="8907297" y="20236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3" name="pt41623"/>
            <p:cNvSpPr/>
            <p:nvPr/>
          </p:nvSpPr>
          <p:spPr>
            <a:xfrm>
              <a:off x="9088645" y="18722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4" name="pt41624"/>
            <p:cNvSpPr/>
            <p:nvPr/>
          </p:nvSpPr>
          <p:spPr>
            <a:xfrm>
              <a:off x="9146692" y="20880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5" name="pt41625"/>
            <p:cNvSpPr/>
            <p:nvPr/>
          </p:nvSpPr>
          <p:spPr>
            <a:xfrm>
              <a:off x="9474060" y="22237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6" name="pt41626"/>
            <p:cNvSpPr/>
            <p:nvPr/>
          </p:nvSpPr>
          <p:spPr>
            <a:xfrm>
              <a:off x="9044150" y="17322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7" name="pt41627"/>
            <p:cNvSpPr/>
            <p:nvPr/>
          </p:nvSpPr>
          <p:spPr>
            <a:xfrm>
              <a:off x="9436506" y="23795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8" name="pt41628"/>
            <p:cNvSpPr/>
            <p:nvPr/>
          </p:nvSpPr>
          <p:spPr>
            <a:xfrm>
              <a:off x="9124709" y="2093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9" name="pt41629"/>
            <p:cNvSpPr/>
            <p:nvPr/>
          </p:nvSpPr>
          <p:spPr>
            <a:xfrm>
              <a:off x="8738867" y="22488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0" name="pt41630"/>
            <p:cNvSpPr/>
            <p:nvPr/>
          </p:nvSpPr>
          <p:spPr>
            <a:xfrm>
              <a:off x="8887406" y="19442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1" name="pt41631"/>
            <p:cNvSpPr/>
            <p:nvPr/>
          </p:nvSpPr>
          <p:spPr>
            <a:xfrm>
              <a:off x="8500809" y="24378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2" name="pt41632"/>
            <p:cNvSpPr/>
            <p:nvPr/>
          </p:nvSpPr>
          <p:spPr>
            <a:xfrm>
              <a:off x="8922686" y="19239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3" name="pt41633"/>
            <p:cNvSpPr/>
            <p:nvPr/>
          </p:nvSpPr>
          <p:spPr>
            <a:xfrm>
              <a:off x="8570436" y="23499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4" name="pt41634"/>
            <p:cNvSpPr/>
            <p:nvPr/>
          </p:nvSpPr>
          <p:spPr>
            <a:xfrm>
              <a:off x="8312152" y="24554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5" name="pt41635"/>
            <p:cNvSpPr/>
            <p:nvPr/>
          </p:nvSpPr>
          <p:spPr>
            <a:xfrm>
              <a:off x="8550210" y="26033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6" name="pt41636"/>
            <p:cNvSpPr/>
            <p:nvPr/>
          </p:nvSpPr>
          <p:spPr>
            <a:xfrm>
              <a:off x="9123951" y="20007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7" name="pt41637"/>
            <p:cNvSpPr/>
            <p:nvPr/>
          </p:nvSpPr>
          <p:spPr>
            <a:xfrm>
              <a:off x="8987335" y="19545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8" name="pt41638"/>
            <p:cNvSpPr/>
            <p:nvPr/>
          </p:nvSpPr>
          <p:spPr>
            <a:xfrm>
              <a:off x="8633583" y="20084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9" name="pt41639"/>
            <p:cNvSpPr/>
            <p:nvPr/>
          </p:nvSpPr>
          <p:spPr>
            <a:xfrm>
              <a:off x="9142651" y="21005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0" name="pt41640"/>
            <p:cNvSpPr/>
            <p:nvPr/>
          </p:nvSpPr>
          <p:spPr>
            <a:xfrm>
              <a:off x="9680997" y="23713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1" name="pt41641"/>
            <p:cNvSpPr/>
            <p:nvPr/>
          </p:nvSpPr>
          <p:spPr>
            <a:xfrm>
              <a:off x="8890393" y="1989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2" name="pt41642"/>
            <p:cNvSpPr/>
            <p:nvPr/>
          </p:nvSpPr>
          <p:spPr>
            <a:xfrm>
              <a:off x="8381780" y="23515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3" name="pt41643"/>
            <p:cNvSpPr/>
            <p:nvPr/>
          </p:nvSpPr>
          <p:spPr>
            <a:xfrm>
              <a:off x="8817779" y="20384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4" name="pt41644"/>
            <p:cNvSpPr/>
            <p:nvPr/>
          </p:nvSpPr>
          <p:spPr>
            <a:xfrm>
              <a:off x="9123951" y="20797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5" name="pt41645"/>
            <p:cNvSpPr/>
            <p:nvPr/>
          </p:nvSpPr>
          <p:spPr>
            <a:xfrm>
              <a:off x="8658156" y="2363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6" name="pt41646"/>
            <p:cNvSpPr/>
            <p:nvPr/>
          </p:nvSpPr>
          <p:spPr>
            <a:xfrm>
              <a:off x="9155133" y="21213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7" name="pt41647"/>
            <p:cNvSpPr/>
            <p:nvPr/>
          </p:nvSpPr>
          <p:spPr>
            <a:xfrm>
              <a:off x="9667785" y="25232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8" name="pt41648"/>
            <p:cNvSpPr/>
            <p:nvPr/>
          </p:nvSpPr>
          <p:spPr>
            <a:xfrm>
              <a:off x="8698750" y="21236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9" name="pt41649"/>
            <p:cNvSpPr/>
            <p:nvPr/>
          </p:nvSpPr>
          <p:spPr>
            <a:xfrm>
              <a:off x="8777185" y="22281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0" name="pt41650"/>
            <p:cNvSpPr/>
            <p:nvPr/>
          </p:nvSpPr>
          <p:spPr>
            <a:xfrm>
              <a:off x="8793552" y="21002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1" name="pt41651"/>
            <p:cNvSpPr/>
            <p:nvPr/>
          </p:nvSpPr>
          <p:spPr>
            <a:xfrm>
              <a:off x="8884367" y="19886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2" name="pt41652"/>
            <p:cNvSpPr/>
            <p:nvPr/>
          </p:nvSpPr>
          <p:spPr>
            <a:xfrm>
              <a:off x="8689465" y="23904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3" name="pt41653"/>
            <p:cNvSpPr/>
            <p:nvPr/>
          </p:nvSpPr>
          <p:spPr>
            <a:xfrm>
              <a:off x="8312152" y="25631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4" name="pt41654"/>
            <p:cNvSpPr/>
            <p:nvPr/>
          </p:nvSpPr>
          <p:spPr>
            <a:xfrm>
              <a:off x="8570436" y="24579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5" name="pt41655"/>
            <p:cNvSpPr/>
            <p:nvPr/>
          </p:nvSpPr>
          <p:spPr>
            <a:xfrm>
              <a:off x="8971473" y="20425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6" name="pt41656"/>
            <p:cNvSpPr/>
            <p:nvPr/>
          </p:nvSpPr>
          <p:spPr>
            <a:xfrm>
              <a:off x="8777185" y="21686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7" name="pt41657"/>
            <p:cNvSpPr/>
            <p:nvPr/>
          </p:nvSpPr>
          <p:spPr>
            <a:xfrm>
              <a:off x="8980466" y="20684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8" name="pt41658"/>
            <p:cNvSpPr/>
            <p:nvPr/>
          </p:nvSpPr>
          <p:spPr>
            <a:xfrm>
              <a:off x="8861436" y="21955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9" name="pt41659"/>
            <p:cNvSpPr/>
            <p:nvPr/>
          </p:nvSpPr>
          <p:spPr>
            <a:xfrm>
              <a:off x="9356998" y="20348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0" name="pt41660"/>
            <p:cNvSpPr/>
            <p:nvPr/>
          </p:nvSpPr>
          <p:spPr>
            <a:xfrm>
              <a:off x="9750516" y="22374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1" name="pt41661"/>
            <p:cNvSpPr/>
            <p:nvPr/>
          </p:nvSpPr>
          <p:spPr>
            <a:xfrm>
              <a:off x="8971473" y="22167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2" name="pt41662"/>
            <p:cNvSpPr/>
            <p:nvPr/>
          </p:nvSpPr>
          <p:spPr>
            <a:xfrm>
              <a:off x="9340807" y="21275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3" name="pt41663"/>
            <p:cNvSpPr/>
            <p:nvPr/>
          </p:nvSpPr>
          <p:spPr>
            <a:xfrm>
              <a:off x="8752612" y="20675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4" name="pt41664"/>
            <p:cNvSpPr/>
            <p:nvPr/>
          </p:nvSpPr>
          <p:spPr>
            <a:xfrm>
              <a:off x="9564411" y="22162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5" name="pt41665"/>
            <p:cNvSpPr/>
            <p:nvPr/>
          </p:nvSpPr>
          <p:spPr>
            <a:xfrm>
              <a:off x="8782816" y="20482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6" name="pt41666"/>
            <p:cNvSpPr/>
            <p:nvPr/>
          </p:nvSpPr>
          <p:spPr>
            <a:xfrm>
              <a:off x="8738867" y="22482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7" name="pt41667"/>
            <p:cNvSpPr/>
            <p:nvPr/>
          </p:nvSpPr>
          <p:spPr>
            <a:xfrm>
              <a:off x="8381780" y="22831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8" name="pt41668"/>
            <p:cNvSpPr/>
            <p:nvPr/>
          </p:nvSpPr>
          <p:spPr>
            <a:xfrm>
              <a:off x="9319557" y="2131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9" name="pt41669"/>
            <p:cNvSpPr/>
            <p:nvPr/>
          </p:nvSpPr>
          <p:spPr>
            <a:xfrm>
              <a:off x="8633583" y="20447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0" name="pt41670"/>
            <p:cNvSpPr/>
            <p:nvPr/>
          </p:nvSpPr>
          <p:spPr>
            <a:xfrm>
              <a:off x="8868306" y="23169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1" name="pt41671"/>
            <p:cNvSpPr/>
            <p:nvPr/>
          </p:nvSpPr>
          <p:spPr>
            <a:xfrm>
              <a:off x="8619838" y="22615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2" name="pt41672"/>
            <p:cNvSpPr/>
            <p:nvPr/>
          </p:nvSpPr>
          <p:spPr>
            <a:xfrm>
              <a:off x="8381780" y="24509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3" name="pt41673"/>
            <p:cNvSpPr/>
            <p:nvPr/>
          </p:nvSpPr>
          <p:spPr>
            <a:xfrm>
              <a:off x="9007935" y="20763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4" name="pt41674"/>
            <p:cNvSpPr/>
            <p:nvPr/>
          </p:nvSpPr>
          <p:spPr>
            <a:xfrm>
              <a:off x="9501180" y="22226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5" name="pt41675"/>
            <p:cNvSpPr/>
            <p:nvPr/>
          </p:nvSpPr>
          <p:spPr>
            <a:xfrm>
              <a:off x="8980466" y="19533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6" name="pt41676"/>
            <p:cNvSpPr/>
            <p:nvPr/>
          </p:nvSpPr>
          <p:spPr>
            <a:xfrm>
              <a:off x="9044150" y="17153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7" name="pt41677"/>
            <p:cNvSpPr/>
            <p:nvPr/>
          </p:nvSpPr>
          <p:spPr>
            <a:xfrm>
              <a:off x="9084871" y="20442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8" name="pt41678"/>
            <p:cNvSpPr/>
            <p:nvPr/>
          </p:nvSpPr>
          <p:spPr>
            <a:xfrm>
              <a:off x="9322929" y="20581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9" name="pt41679"/>
            <p:cNvSpPr/>
            <p:nvPr/>
          </p:nvSpPr>
          <p:spPr>
            <a:xfrm>
              <a:off x="9037995" y="18805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0" name="pt41680"/>
            <p:cNvSpPr/>
            <p:nvPr/>
          </p:nvSpPr>
          <p:spPr>
            <a:xfrm>
              <a:off x="8570436" y="25604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1" name="pt41681"/>
            <p:cNvSpPr/>
            <p:nvPr/>
          </p:nvSpPr>
          <p:spPr>
            <a:xfrm>
              <a:off x="8312152" y="23847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2" name="pt41682"/>
            <p:cNvSpPr/>
            <p:nvPr/>
          </p:nvSpPr>
          <p:spPr>
            <a:xfrm>
              <a:off x="8312152" y="24761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3" name="pt41683"/>
            <p:cNvSpPr/>
            <p:nvPr/>
          </p:nvSpPr>
          <p:spPr>
            <a:xfrm>
              <a:off x="9642404" y="21649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4" name="pt41684"/>
            <p:cNvSpPr/>
            <p:nvPr/>
          </p:nvSpPr>
          <p:spPr>
            <a:xfrm>
              <a:off x="9652003" y="20792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5" name="pt41685"/>
            <p:cNvSpPr/>
            <p:nvPr/>
          </p:nvSpPr>
          <p:spPr>
            <a:xfrm>
              <a:off x="8381780" y="22877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6" name="pt41686"/>
            <p:cNvSpPr/>
            <p:nvPr/>
          </p:nvSpPr>
          <p:spPr>
            <a:xfrm>
              <a:off x="8949856" y="2070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7" name="pt41687"/>
            <p:cNvSpPr/>
            <p:nvPr/>
          </p:nvSpPr>
          <p:spPr>
            <a:xfrm>
              <a:off x="8929892" y="17456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8" name="pt41688"/>
            <p:cNvSpPr/>
            <p:nvPr/>
          </p:nvSpPr>
          <p:spPr>
            <a:xfrm>
              <a:off x="9509103" y="22058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9" name="pt41689"/>
            <p:cNvSpPr/>
            <p:nvPr/>
          </p:nvSpPr>
          <p:spPr>
            <a:xfrm>
              <a:off x="8588529" y="23125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0" name="pt41690"/>
            <p:cNvSpPr/>
            <p:nvPr/>
          </p:nvSpPr>
          <p:spPr>
            <a:xfrm>
              <a:off x="9050093" y="2273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1" name="pt41691"/>
            <p:cNvSpPr/>
            <p:nvPr/>
          </p:nvSpPr>
          <p:spPr>
            <a:xfrm>
              <a:off x="8934533" y="18829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2" name="pt41692"/>
            <p:cNvSpPr/>
            <p:nvPr/>
          </p:nvSpPr>
          <p:spPr>
            <a:xfrm>
              <a:off x="9262699" y="1842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3" name="pt41693"/>
            <p:cNvSpPr/>
            <p:nvPr/>
          </p:nvSpPr>
          <p:spPr>
            <a:xfrm>
              <a:off x="9148018" y="21300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4" name="pt41694"/>
            <p:cNvSpPr/>
            <p:nvPr/>
          </p:nvSpPr>
          <p:spPr>
            <a:xfrm>
              <a:off x="8658156" y="24620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5" name="pt41695"/>
            <p:cNvSpPr/>
            <p:nvPr/>
          </p:nvSpPr>
          <p:spPr>
            <a:xfrm>
              <a:off x="8857896" y="20152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6" name="pt41696"/>
            <p:cNvSpPr/>
            <p:nvPr/>
          </p:nvSpPr>
          <p:spPr>
            <a:xfrm>
              <a:off x="8868306" y="21256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7" name="pt41697"/>
            <p:cNvSpPr/>
            <p:nvPr/>
          </p:nvSpPr>
          <p:spPr>
            <a:xfrm>
              <a:off x="9115383" y="20084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8" name="pt41698"/>
            <p:cNvSpPr/>
            <p:nvPr/>
          </p:nvSpPr>
          <p:spPr>
            <a:xfrm>
              <a:off x="9501180" y="21798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9" name="pt41699"/>
            <p:cNvSpPr/>
            <p:nvPr/>
          </p:nvSpPr>
          <p:spPr>
            <a:xfrm>
              <a:off x="8550210" y="24359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0" name="pt41700"/>
            <p:cNvSpPr/>
            <p:nvPr/>
          </p:nvSpPr>
          <p:spPr>
            <a:xfrm>
              <a:off x="8469500" y="24171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1" name="pt41701"/>
            <p:cNvSpPr/>
            <p:nvPr/>
          </p:nvSpPr>
          <p:spPr>
            <a:xfrm>
              <a:off x="8813199" y="21069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2" name="pt41702"/>
            <p:cNvSpPr/>
            <p:nvPr/>
          </p:nvSpPr>
          <p:spPr>
            <a:xfrm>
              <a:off x="8777185" y="24075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3" name="pt41703"/>
            <p:cNvSpPr/>
            <p:nvPr/>
          </p:nvSpPr>
          <p:spPr>
            <a:xfrm>
              <a:off x="8715936" y="20338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4" name="pt41704"/>
            <p:cNvSpPr/>
            <p:nvPr/>
          </p:nvSpPr>
          <p:spPr>
            <a:xfrm>
              <a:off x="8920215" y="21821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5" name="pt41705"/>
            <p:cNvSpPr/>
            <p:nvPr/>
          </p:nvSpPr>
          <p:spPr>
            <a:xfrm>
              <a:off x="9780637" y="26499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6" name="pt41706"/>
            <p:cNvSpPr/>
            <p:nvPr/>
          </p:nvSpPr>
          <p:spPr>
            <a:xfrm>
              <a:off x="9104672" y="20653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7" name="pt41707"/>
            <p:cNvSpPr/>
            <p:nvPr/>
          </p:nvSpPr>
          <p:spPr>
            <a:xfrm>
              <a:off x="8312152" y="24924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8" name="pt41708"/>
            <p:cNvSpPr/>
            <p:nvPr/>
          </p:nvSpPr>
          <p:spPr>
            <a:xfrm>
              <a:off x="9715521" y="22024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9" name="pt41709"/>
            <p:cNvSpPr/>
            <p:nvPr/>
          </p:nvSpPr>
          <p:spPr>
            <a:xfrm>
              <a:off x="8941268" y="19012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0" name="pt41710"/>
            <p:cNvSpPr/>
            <p:nvPr/>
          </p:nvSpPr>
          <p:spPr>
            <a:xfrm>
              <a:off x="8469500" y="23245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1" name="pt41711"/>
            <p:cNvSpPr/>
            <p:nvPr/>
          </p:nvSpPr>
          <p:spPr>
            <a:xfrm>
              <a:off x="9102103" y="20540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2" name="pt41712"/>
            <p:cNvSpPr/>
            <p:nvPr/>
          </p:nvSpPr>
          <p:spPr>
            <a:xfrm>
              <a:off x="8738867" y="21972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3" name="pt41713"/>
            <p:cNvSpPr/>
            <p:nvPr/>
          </p:nvSpPr>
          <p:spPr>
            <a:xfrm>
              <a:off x="9495513" y="23172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4" name="pt41714"/>
            <p:cNvSpPr/>
            <p:nvPr/>
          </p:nvSpPr>
          <p:spPr>
            <a:xfrm>
              <a:off x="8679650" y="23374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5" name="pt41715"/>
            <p:cNvSpPr/>
            <p:nvPr/>
          </p:nvSpPr>
          <p:spPr>
            <a:xfrm>
              <a:off x="8922686" y="18466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6" name="pt41716"/>
            <p:cNvSpPr/>
            <p:nvPr/>
          </p:nvSpPr>
          <p:spPr>
            <a:xfrm>
              <a:off x="8431181" y="23815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7" name="pt41717"/>
            <p:cNvSpPr/>
            <p:nvPr/>
          </p:nvSpPr>
          <p:spPr>
            <a:xfrm>
              <a:off x="8570436" y="23677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8" name="pt41718"/>
            <p:cNvSpPr/>
            <p:nvPr/>
          </p:nvSpPr>
          <p:spPr>
            <a:xfrm>
              <a:off x="8817779" y="2007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9" name="pt41719"/>
            <p:cNvSpPr/>
            <p:nvPr/>
          </p:nvSpPr>
          <p:spPr>
            <a:xfrm>
              <a:off x="9037995" y="18349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0" name="pt41720"/>
            <p:cNvSpPr/>
            <p:nvPr/>
          </p:nvSpPr>
          <p:spPr>
            <a:xfrm>
              <a:off x="9406741" y="19940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1" name="pt41721"/>
            <p:cNvSpPr/>
            <p:nvPr/>
          </p:nvSpPr>
          <p:spPr>
            <a:xfrm>
              <a:off x="9352440" y="21469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2" name="pt41722"/>
            <p:cNvSpPr/>
            <p:nvPr/>
          </p:nvSpPr>
          <p:spPr>
            <a:xfrm>
              <a:off x="9215429" y="22457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3" name="pt41723"/>
            <p:cNvSpPr/>
            <p:nvPr/>
          </p:nvSpPr>
          <p:spPr>
            <a:xfrm>
              <a:off x="8941268" y="18537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4" name="pt41724"/>
            <p:cNvSpPr/>
            <p:nvPr/>
          </p:nvSpPr>
          <p:spPr>
            <a:xfrm>
              <a:off x="8731558" y="20379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5" name="pt41725"/>
            <p:cNvSpPr/>
            <p:nvPr/>
          </p:nvSpPr>
          <p:spPr>
            <a:xfrm>
              <a:off x="9319557" y="21849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6" name="pt41726"/>
            <p:cNvSpPr/>
            <p:nvPr/>
          </p:nvSpPr>
          <p:spPr>
            <a:xfrm>
              <a:off x="8798679" y="20647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7" name="pt41727"/>
            <p:cNvSpPr/>
            <p:nvPr/>
          </p:nvSpPr>
          <p:spPr>
            <a:xfrm>
              <a:off x="9197584" y="15802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8" name="pt41728"/>
            <p:cNvSpPr/>
            <p:nvPr/>
          </p:nvSpPr>
          <p:spPr>
            <a:xfrm>
              <a:off x="8987335" y="19172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9" name="pt41729"/>
            <p:cNvSpPr/>
            <p:nvPr/>
          </p:nvSpPr>
          <p:spPr>
            <a:xfrm>
              <a:off x="9304571" y="2176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0" name="pt41730"/>
            <p:cNvSpPr/>
            <p:nvPr/>
          </p:nvSpPr>
          <p:spPr>
            <a:xfrm>
              <a:off x="8619838" y="23482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1" name="pt41731"/>
            <p:cNvSpPr/>
            <p:nvPr/>
          </p:nvSpPr>
          <p:spPr>
            <a:xfrm>
              <a:off x="9087709" y="20507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2" name="pt41732"/>
            <p:cNvSpPr/>
            <p:nvPr/>
          </p:nvSpPr>
          <p:spPr>
            <a:xfrm>
              <a:off x="8312152" y="23831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3" name="pt41733"/>
            <p:cNvSpPr/>
            <p:nvPr/>
          </p:nvSpPr>
          <p:spPr>
            <a:xfrm>
              <a:off x="9356410" y="19613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4" name="pt41734"/>
            <p:cNvSpPr/>
            <p:nvPr/>
          </p:nvSpPr>
          <p:spPr>
            <a:xfrm>
              <a:off x="9457237" y="19817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5" name="pt41735"/>
            <p:cNvSpPr/>
            <p:nvPr/>
          </p:nvSpPr>
          <p:spPr>
            <a:xfrm>
              <a:off x="8381780" y="24670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6" name="pt41736"/>
            <p:cNvSpPr/>
            <p:nvPr/>
          </p:nvSpPr>
          <p:spPr>
            <a:xfrm>
              <a:off x="8619838" y="22137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7" name="pt41737"/>
            <p:cNvSpPr/>
            <p:nvPr/>
          </p:nvSpPr>
          <p:spPr>
            <a:xfrm>
              <a:off x="8658156" y="2501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8" name="pt41738"/>
            <p:cNvSpPr/>
            <p:nvPr/>
          </p:nvSpPr>
          <p:spPr>
            <a:xfrm>
              <a:off x="8920215" y="21543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9" name="pt41739"/>
            <p:cNvSpPr/>
            <p:nvPr/>
          </p:nvSpPr>
          <p:spPr>
            <a:xfrm>
              <a:off x="9564411" y="22177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0" name="pt41740"/>
            <p:cNvSpPr/>
            <p:nvPr/>
          </p:nvSpPr>
          <p:spPr>
            <a:xfrm>
              <a:off x="8550210" y="2574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1" name="pt41741"/>
            <p:cNvSpPr/>
            <p:nvPr/>
          </p:nvSpPr>
          <p:spPr>
            <a:xfrm>
              <a:off x="8759093" y="20611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2" name="pt41742"/>
            <p:cNvSpPr/>
            <p:nvPr/>
          </p:nvSpPr>
          <p:spPr>
            <a:xfrm>
              <a:off x="9652073" y="23553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3" name="pt41743"/>
            <p:cNvSpPr/>
            <p:nvPr/>
          </p:nvSpPr>
          <p:spPr>
            <a:xfrm>
              <a:off x="8793552" y="22138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4" name="pt41744"/>
            <p:cNvSpPr/>
            <p:nvPr/>
          </p:nvSpPr>
          <p:spPr>
            <a:xfrm>
              <a:off x="9091423" y="18427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5" name="pt41745"/>
            <p:cNvSpPr/>
            <p:nvPr/>
          </p:nvSpPr>
          <p:spPr>
            <a:xfrm>
              <a:off x="9286390" y="19451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6" name="pt41746"/>
            <p:cNvSpPr/>
            <p:nvPr/>
          </p:nvSpPr>
          <p:spPr>
            <a:xfrm>
              <a:off x="9680997" y="23867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7" name="pt41747"/>
            <p:cNvSpPr/>
            <p:nvPr/>
          </p:nvSpPr>
          <p:spPr>
            <a:xfrm>
              <a:off x="9096846" y="17066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8" name="pt41748"/>
            <p:cNvSpPr/>
            <p:nvPr/>
          </p:nvSpPr>
          <p:spPr>
            <a:xfrm>
              <a:off x="8842954" y="20879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9" name="pt41749"/>
            <p:cNvSpPr/>
            <p:nvPr/>
          </p:nvSpPr>
          <p:spPr>
            <a:xfrm>
              <a:off x="8989011" y="19939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0" name="pt41750"/>
            <p:cNvSpPr/>
            <p:nvPr/>
          </p:nvSpPr>
          <p:spPr>
            <a:xfrm>
              <a:off x="8312152" y="24696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1" name="pt41751"/>
            <p:cNvSpPr/>
            <p:nvPr/>
          </p:nvSpPr>
          <p:spPr>
            <a:xfrm>
              <a:off x="8738867" y="19575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2" name="pt41752"/>
            <p:cNvSpPr/>
            <p:nvPr/>
          </p:nvSpPr>
          <p:spPr>
            <a:xfrm>
              <a:off x="9550412" y="21257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3" name="pt41753"/>
            <p:cNvSpPr/>
            <p:nvPr/>
          </p:nvSpPr>
          <p:spPr>
            <a:xfrm>
              <a:off x="9252225" y="19806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4" name="pt41754"/>
            <p:cNvSpPr/>
            <p:nvPr/>
          </p:nvSpPr>
          <p:spPr>
            <a:xfrm>
              <a:off x="9550412" y="21559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5" name="pt41755"/>
            <p:cNvSpPr/>
            <p:nvPr/>
          </p:nvSpPr>
          <p:spPr>
            <a:xfrm>
              <a:off x="9266385" y="18028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6" name="pt41756"/>
            <p:cNvSpPr/>
            <p:nvPr/>
          </p:nvSpPr>
          <p:spPr>
            <a:xfrm>
              <a:off x="8798679" y="20788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7" name="pt41757"/>
            <p:cNvSpPr/>
            <p:nvPr/>
          </p:nvSpPr>
          <p:spPr>
            <a:xfrm>
              <a:off x="8500809" y="26733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8" name="pt41758"/>
            <p:cNvSpPr/>
            <p:nvPr/>
          </p:nvSpPr>
          <p:spPr>
            <a:xfrm>
              <a:off x="9076063" y="21558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9" name="pt41759"/>
            <p:cNvSpPr/>
            <p:nvPr/>
          </p:nvSpPr>
          <p:spPr>
            <a:xfrm>
              <a:off x="9087709" y="2002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0" name="pt41760"/>
            <p:cNvSpPr/>
            <p:nvPr/>
          </p:nvSpPr>
          <p:spPr>
            <a:xfrm>
              <a:off x="9124709" y="20594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1" name="pt41761"/>
            <p:cNvSpPr/>
            <p:nvPr/>
          </p:nvSpPr>
          <p:spPr>
            <a:xfrm>
              <a:off x="8312152" y="25397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2" name="pt41762"/>
            <p:cNvSpPr/>
            <p:nvPr/>
          </p:nvSpPr>
          <p:spPr>
            <a:xfrm>
              <a:off x="8868306" y="21561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3" name="pt41763"/>
            <p:cNvSpPr/>
            <p:nvPr/>
          </p:nvSpPr>
          <p:spPr>
            <a:xfrm>
              <a:off x="8893328" y="16697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4" name="pt41764"/>
            <p:cNvSpPr/>
            <p:nvPr/>
          </p:nvSpPr>
          <p:spPr>
            <a:xfrm>
              <a:off x="8588529" y="2191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5" name="pt41765"/>
            <p:cNvSpPr/>
            <p:nvPr/>
          </p:nvSpPr>
          <p:spPr>
            <a:xfrm>
              <a:off x="8884367" y="20227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6" name="pt41766"/>
            <p:cNvSpPr/>
            <p:nvPr/>
          </p:nvSpPr>
          <p:spPr>
            <a:xfrm>
              <a:off x="9221993" y="20320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7" name="pt41767"/>
            <p:cNvSpPr/>
            <p:nvPr/>
          </p:nvSpPr>
          <p:spPr>
            <a:xfrm>
              <a:off x="9048921" y="2053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8" name="pt41768"/>
            <p:cNvSpPr/>
            <p:nvPr/>
          </p:nvSpPr>
          <p:spPr>
            <a:xfrm>
              <a:off x="9557615" y="20367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9" name="pt41769"/>
            <p:cNvSpPr/>
            <p:nvPr/>
          </p:nvSpPr>
          <p:spPr>
            <a:xfrm>
              <a:off x="9414750" y="20731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0" name="pt41770"/>
            <p:cNvSpPr/>
            <p:nvPr/>
          </p:nvSpPr>
          <p:spPr>
            <a:xfrm>
              <a:off x="9178775" y="19769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1" name="pt41771"/>
            <p:cNvSpPr/>
            <p:nvPr/>
          </p:nvSpPr>
          <p:spPr>
            <a:xfrm>
              <a:off x="8679650" y="22810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2" name="pt41772"/>
            <p:cNvSpPr/>
            <p:nvPr/>
          </p:nvSpPr>
          <p:spPr>
            <a:xfrm>
              <a:off x="9652003" y="22835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3" name="pt41773"/>
            <p:cNvSpPr/>
            <p:nvPr/>
          </p:nvSpPr>
          <p:spPr>
            <a:xfrm>
              <a:off x="8759093" y="21326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4" name="pt41774"/>
            <p:cNvSpPr/>
            <p:nvPr/>
          </p:nvSpPr>
          <p:spPr>
            <a:xfrm>
              <a:off x="9756959" y="2446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5" name="pt41775"/>
            <p:cNvSpPr/>
            <p:nvPr/>
          </p:nvSpPr>
          <p:spPr>
            <a:xfrm>
              <a:off x="9501180" y="22308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6" name="pt41776"/>
            <p:cNvSpPr/>
            <p:nvPr/>
          </p:nvSpPr>
          <p:spPr>
            <a:xfrm>
              <a:off x="8864906" y="1935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7" name="pt41777"/>
            <p:cNvSpPr/>
            <p:nvPr/>
          </p:nvSpPr>
          <p:spPr>
            <a:xfrm>
              <a:off x="8907297" y="20976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8" name="pt41778"/>
            <p:cNvSpPr/>
            <p:nvPr/>
          </p:nvSpPr>
          <p:spPr>
            <a:xfrm>
              <a:off x="8679650" y="23696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9" name="pt41779"/>
            <p:cNvSpPr/>
            <p:nvPr/>
          </p:nvSpPr>
          <p:spPr>
            <a:xfrm>
              <a:off x="8312152" y="23702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0" name="pt41780"/>
            <p:cNvSpPr/>
            <p:nvPr/>
          </p:nvSpPr>
          <p:spPr>
            <a:xfrm>
              <a:off x="8604896" y="22523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1" name="pt41781"/>
            <p:cNvSpPr/>
            <p:nvPr/>
          </p:nvSpPr>
          <p:spPr>
            <a:xfrm>
              <a:off x="8752612" y="2013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2" name="pt41782"/>
            <p:cNvSpPr/>
            <p:nvPr/>
          </p:nvSpPr>
          <p:spPr>
            <a:xfrm>
              <a:off x="8550210" y="24435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3" name="pt41783"/>
            <p:cNvSpPr/>
            <p:nvPr/>
          </p:nvSpPr>
          <p:spPr>
            <a:xfrm>
              <a:off x="9046552" y="18164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4" name="pt41784"/>
            <p:cNvSpPr/>
            <p:nvPr/>
          </p:nvSpPr>
          <p:spPr>
            <a:xfrm>
              <a:off x="9044150" y="18737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5" name="pt41785"/>
            <p:cNvSpPr/>
            <p:nvPr/>
          </p:nvSpPr>
          <p:spPr>
            <a:xfrm>
              <a:off x="8793552" y="22945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6" name="pt41786"/>
            <p:cNvSpPr/>
            <p:nvPr/>
          </p:nvSpPr>
          <p:spPr>
            <a:xfrm>
              <a:off x="9557615" y="1963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7" name="pt41787"/>
            <p:cNvSpPr/>
            <p:nvPr/>
          </p:nvSpPr>
          <p:spPr>
            <a:xfrm>
              <a:off x="8431181" y="23787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8" name="pt41788"/>
            <p:cNvSpPr/>
            <p:nvPr/>
          </p:nvSpPr>
          <p:spPr>
            <a:xfrm>
              <a:off x="9594370" y="22680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9" name="pt41789"/>
            <p:cNvSpPr/>
            <p:nvPr/>
          </p:nvSpPr>
          <p:spPr>
            <a:xfrm>
              <a:off x="8777185" y="22059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0" name="pt41790"/>
            <p:cNvSpPr/>
            <p:nvPr/>
          </p:nvSpPr>
          <p:spPr>
            <a:xfrm>
              <a:off x="9518367" y="21328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1" name="pt41791"/>
            <p:cNvSpPr/>
            <p:nvPr/>
          </p:nvSpPr>
          <p:spPr>
            <a:xfrm>
              <a:off x="8570436" y="2490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2" name="pt41792"/>
            <p:cNvSpPr/>
            <p:nvPr/>
          </p:nvSpPr>
          <p:spPr>
            <a:xfrm>
              <a:off x="8312152" y="23898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3" name="pt41793"/>
            <p:cNvSpPr/>
            <p:nvPr/>
          </p:nvSpPr>
          <p:spPr>
            <a:xfrm>
              <a:off x="9148018" y="22172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4" name="pt41794"/>
            <p:cNvSpPr/>
            <p:nvPr/>
          </p:nvSpPr>
          <p:spPr>
            <a:xfrm>
              <a:off x="9319557" y="21309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5" name="pt41795"/>
            <p:cNvSpPr/>
            <p:nvPr/>
          </p:nvSpPr>
          <p:spPr>
            <a:xfrm>
              <a:off x="9098616" y="21476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6" name="pt41796"/>
            <p:cNvSpPr/>
            <p:nvPr/>
          </p:nvSpPr>
          <p:spPr>
            <a:xfrm>
              <a:off x="8312152" y="25479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7" name="pt41797"/>
            <p:cNvSpPr/>
            <p:nvPr/>
          </p:nvSpPr>
          <p:spPr>
            <a:xfrm>
              <a:off x="8707558" y="22262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8" name="pt41798"/>
            <p:cNvSpPr/>
            <p:nvPr/>
          </p:nvSpPr>
          <p:spPr>
            <a:xfrm>
              <a:off x="8771364" y="22823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9" name="pt41799"/>
            <p:cNvSpPr/>
            <p:nvPr/>
          </p:nvSpPr>
          <p:spPr>
            <a:xfrm>
              <a:off x="8312152" y="20362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0" name="pt41800"/>
            <p:cNvSpPr/>
            <p:nvPr/>
          </p:nvSpPr>
          <p:spPr>
            <a:xfrm>
              <a:off x="8679650" y="23320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1" name="pt41801"/>
            <p:cNvSpPr/>
            <p:nvPr/>
          </p:nvSpPr>
          <p:spPr>
            <a:xfrm>
              <a:off x="9102103" y="19751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2" name="pt41802"/>
            <p:cNvSpPr/>
            <p:nvPr/>
          </p:nvSpPr>
          <p:spPr>
            <a:xfrm>
              <a:off x="8842954" y="19944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3" name="pt41803"/>
            <p:cNvSpPr/>
            <p:nvPr/>
          </p:nvSpPr>
          <p:spPr>
            <a:xfrm>
              <a:off x="8707558" y="22389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4" name="pt41804"/>
            <p:cNvSpPr/>
            <p:nvPr/>
          </p:nvSpPr>
          <p:spPr>
            <a:xfrm>
              <a:off x="8469500" y="23553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5" name="pt41805"/>
            <p:cNvSpPr/>
            <p:nvPr/>
          </p:nvSpPr>
          <p:spPr>
            <a:xfrm>
              <a:off x="9427665" y="20424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6" name="pt41806"/>
            <p:cNvSpPr/>
            <p:nvPr/>
          </p:nvSpPr>
          <p:spPr>
            <a:xfrm>
              <a:off x="8857896" y="19717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7" name="pt41807"/>
            <p:cNvSpPr/>
            <p:nvPr/>
          </p:nvSpPr>
          <p:spPr>
            <a:xfrm>
              <a:off x="8861436" y="20604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8" name="pt41808"/>
            <p:cNvSpPr/>
            <p:nvPr/>
          </p:nvSpPr>
          <p:spPr>
            <a:xfrm>
              <a:off x="9288151" y="18957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9" name="pt41809"/>
            <p:cNvSpPr/>
            <p:nvPr/>
          </p:nvSpPr>
          <p:spPr>
            <a:xfrm>
              <a:off x="9550412" y="21122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0" name="pt41810"/>
            <p:cNvSpPr/>
            <p:nvPr/>
          </p:nvSpPr>
          <p:spPr>
            <a:xfrm>
              <a:off x="9436013" y="22314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1" name="pt41811"/>
            <p:cNvSpPr/>
            <p:nvPr/>
          </p:nvSpPr>
          <p:spPr>
            <a:xfrm>
              <a:off x="9322929" y="20310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2" name="pt41812"/>
            <p:cNvSpPr/>
            <p:nvPr/>
          </p:nvSpPr>
          <p:spPr>
            <a:xfrm>
              <a:off x="9054703" y="21766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3" name="pt41813"/>
            <p:cNvSpPr/>
            <p:nvPr/>
          </p:nvSpPr>
          <p:spPr>
            <a:xfrm>
              <a:off x="8646309" y="23165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4" name="pt41814"/>
            <p:cNvSpPr/>
            <p:nvPr/>
          </p:nvSpPr>
          <p:spPr>
            <a:xfrm>
              <a:off x="9044150" y="18217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5" name="pt41815"/>
            <p:cNvSpPr/>
            <p:nvPr/>
          </p:nvSpPr>
          <p:spPr>
            <a:xfrm>
              <a:off x="8469500" y="22801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6" name="pt41816"/>
            <p:cNvSpPr/>
            <p:nvPr/>
          </p:nvSpPr>
          <p:spPr>
            <a:xfrm>
              <a:off x="9471970" y="23258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7" name="pt41817"/>
            <p:cNvSpPr/>
            <p:nvPr/>
          </p:nvSpPr>
          <p:spPr>
            <a:xfrm>
              <a:off x="9104672" y="22303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8" name="pt41818"/>
            <p:cNvSpPr/>
            <p:nvPr/>
          </p:nvSpPr>
          <p:spPr>
            <a:xfrm>
              <a:off x="8890393" y="20310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9" name="pt41819"/>
            <p:cNvSpPr/>
            <p:nvPr/>
          </p:nvSpPr>
          <p:spPr>
            <a:xfrm>
              <a:off x="9360483" y="20974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0" name="pt41820"/>
            <p:cNvSpPr/>
            <p:nvPr/>
          </p:nvSpPr>
          <p:spPr>
            <a:xfrm>
              <a:off x="9097733" y="17673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1" name="pt41821"/>
            <p:cNvSpPr/>
            <p:nvPr/>
          </p:nvSpPr>
          <p:spPr>
            <a:xfrm>
              <a:off x="8945616" y="21307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2" name="pt41822"/>
            <p:cNvSpPr/>
            <p:nvPr/>
          </p:nvSpPr>
          <p:spPr>
            <a:xfrm>
              <a:off x="8857896" y="19555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3" name="pt41823"/>
            <p:cNvSpPr/>
            <p:nvPr/>
          </p:nvSpPr>
          <p:spPr>
            <a:xfrm>
              <a:off x="9126964" y="20808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4" name="pt41824"/>
            <p:cNvSpPr/>
            <p:nvPr/>
          </p:nvSpPr>
          <p:spPr>
            <a:xfrm>
              <a:off x="9020874" y="15689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5" name="pt41825"/>
            <p:cNvSpPr/>
            <p:nvPr/>
          </p:nvSpPr>
          <p:spPr>
            <a:xfrm>
              <a:off x="9179876" y="20091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6" name="pt41826"/>
            <p:cNvSpPr/>
            <p:nvPr/>
          </p:nvSpPr>
          <p:spPr>
            <a:xfrm>
              <a:off x="9079049" y="19774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7" name="pt41827"/>
            <p:cNvSpPr/>
            <p:nvPr/>
          </p:nvSpPr>
          <p:spPr>
            <a:xfrm>
              <a:off x="8707558" y="22616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8" name="pt41828"/>
            <p:cNvSpPr/>
            <p:nvPr/>
          </p:nvSpPr>
          <p:spPr>
            <a:xfrm>
              <a:off x="8813199" y="2230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9" name="pt41829"/>
            <p:cNvSpPr/>
            <p:nvPr/>
          </p:nvSpPr>
          <p:spPr>
            <a:xfrm>
              <a:off x="9037995" y="18540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0" name="pt41830"/>
            <p:cNvSpPr/>
            <p:nvPr/>
          </p:nvSpPr>
          <p:spPr>
            <a:xfrm>
              <a:off x="8312152" y="25369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1" name="pt41831"/>
            <p:cNvSpPr/>
            <p:nvPr/>
          </p:nvSpPr>
          <p:spPr>
            <a:xfrm>
              <a:off x="8588529" y="21924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2" name="pt41832"/>
            <p:cNvSpPr/>
            <p:nvPr/>
          </p:nvSpPr>
          <p:spPr>
            <a:xfrm>
              <a:off x="8588529" y="21599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3" name="pt41833"/>
            <p:cNvSpPr/>
            <p:nvPr/>
          </p:nvSpPr>
          <p:spPr>
            <a:xfrm>
              <a:off x="8793552" y="21235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4" name="pt41834"/>
            <p:cNvSpPr/>
            <p:nvPr/>
          </p:nvSpPr>
          <p:spPr>
            <a:xfrm>
              <a:off x="8920215" y="20987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5" name="pt41835"/>
            <p:cNvSpPr/>
            <p:nvPr/>
          </p:nvSpPr>
          <p:spPr>
            <a:xfrm>
              <a:off x="9382404" y="21369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6" name="pt41836"/>
            <p:cNvSpPr/>
            <p:nvPr/>
          </p:nvSpPr>
          <p:spPr>
            <a:xfrm>
              <a:off x="9370170" y="21582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7" name="pt41837"/>
            <p:cNvSpPr/>
            <p:nvPr/>
          </p:nvSpPr>
          <p:spPr>
            <a:xfrm>
              <a:off x="8941268" y="18802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8" name="pt41838"/>
            <p:cNvSpPr/>
            <p:nvPr/>
          </p:nvSpPr>
          <p:spPr>
            <a:xfrm>
              <a:off x="9124709" y="21284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9" name="pt41839"/>
            <p:cNvSpPr/>
            <p:nvPr/>
          </p:nvSpPr>
          <p:spPr>
            <a:xfrm>
              <a:off x="9408344" y="20696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0" name="pt41840"/>
            <p:cNvSpPr/>
            <p:nvPr/>
          </p:nvSpPr>
          <p:spPr>
            <a:xfrm>
              <a:off x="8850587" y="22175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1" name="pt41841"/>
            <p:cNvSpPr/>
            <p:nvPr/>
          </p:nvSpPr>
          <p:spPr>
            <a:xfrm>
              <a:off x="9329710" y="22164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2" name="pt41842"/>
            <p:cNvSpPr/>
            <p:nvPr/>
          </p:nvSpPr>
          <p:spPr>
            <a:xfrm>
              <a:off x="8777185" y="22355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3" name="pt41843"/>
            <p:cNvSpPr/>
            <p:nvPr/>
          </p:nvSpPr>
          <p:spPr>
            <a:xfrm>
              <a:off x="8431181" y="26016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4" name="pt41844"/>
            <p:cNvSpPr/>
            <p:nvPr/>
          </p:nvSpPr>
          <p:spPr>
            <a:xfrm>
              <a:off x="8646309" y="26898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5" name="pt41845"/>
            <p:cNvSpPr/>
            <p:nvPr/>
          </p:nvSpPr>
          <p:spPr>
            <a:xfrm>
              <a:off x="9042937" y="17532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6" name="pt41846"/>
            <p:cNvSpPr/>
            <p:nvPr/>
          </p:nvSpPr>
          <p:spPr>
            <a:xfrm>
              <a:off x="8961983" y="23031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7" name="pt41847"/>
            <p:cNvSpPr/>
            <p:nvPr/>
          </p:nvSpPr>
          <p:spPr>
            <a:xfrm>
              <a:off x="8971473" y="22796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8" name="pt41848"/>
            <p:cNvSpPr/>
            <p:nvPr/>
          </p:nvSpPr>
          <p:spPr>
            <a:xfrm>
              <a:off x="8798679" y="21886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9" name="pt41849"/>
            <p:cNvSpPr/>
            <p:nvPr/>
          </p:nvSpPr>
          <p:spPr>
            <a:xfrm>
              <a:off x="9242219" y="21349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0" name="pt41850"/>
            <p:cNvSpPr/>
            <p:nvPr/>
          </p:nvSpPr>
          <p:spPr>
            <a:xfrm>
              <a:off x="8604896" y="22045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1" name="pt41851"/>
            <p:cNvSpPr/>
            <p:nvPr/>
          </p:nvSpPr>
          <p:spPr>
            <a:xfrm>
              <a:off x="8469500" y="21486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2" name="pt41852"/>
            <p:cNvSpPr/>
            <p:nvPr/>
          </p:nvSpPr>
          <p:spPr>
            <a:xfrm>
              <a:off x="9073023" y="18802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3" name="pt41853"/>
            <p:cNvSpPr/>
            <p:nvPr/>
          </p:nvSpPr>
          <p:spPr>
            <a:xfrm>
              <a:off x="9007935" y="19164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4" name="pt41854"/>
            <p:cNvSpPr/>
            <p:nvPr/>
          </p:nvSpPr>
          <p:spPr>
            <a:xfrm>
              <a:off x="8570436" y="22551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5" name="pt41855"/>
            <p:cNvSpPr/>
            <p:nvPr/>
          </p:nvSpPr>
          <p:spPr>
            <a:xfrm>
              <a:off x="9141283" y="21968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6" name="pt41856"/>
            <p:cNvSpPr/>
            <p:nvPr/>
          </p:nvSpPr>
          <p:spPr>
            <a:xfrm>
              <a:off x="9480563" y="22698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7" name="pt41857"/>
            <p:cNvSpPr/>
            <p:nvPr/>
          </p:nvSpPr>
          <p:spPr>
            <a:xfrm>
              <a:off x="8312152" y="24654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8" name="pt41858"/>
            <p:cNvSpPr/>
            <p:nvPr/>
          </p:nvSpPr>
          <p:spPr>
            <a:xfrm>
              <a:off x="8469500" y="2310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9" name="pt41859"/>
            <p:cNvSpPr/>
            <p:nvPr/>
          </p:nvSpPr>
          <p:spPr>
            <a:xfrm>
              <a:off x="9044150" y="19175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0" name="pt41860"/>
            <p:cNvSpPr/>
            <p:nvPr/>
          </p:nvSpPr>
          <p:spPr>
            <a:xfrm>
              <a:off x="8312152" y="24807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1" name="pt41861"/>
            <p:cNvSpPr/>
            <p:nvPr/>
          </p:nvSpPr>
          <p:spPr>
            <a:xfrm>
              <a:off x="8381780" y="24723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2" name="pt41862"/>
            <p:cNvSpPr/>
            <p:nvPr/>
          </p:nvSpPr>
          <p:spPr>
            <a:xfrm>
              <a:off x="8803657" y="20954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3" name="pt41863"/>
            <p:cNvSpPr/>
            <p:nvPr/>
          </p:nvSpPr>
          <p:spPr>
            <a:xfrm>
              <a:off x="8932228" y="19636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4" name="pt41864"/>
            <p:cNvSpPr/>
            <p:nvPr/>
          </p:nvSpPr>
          <p:spPr>
            <a:xfrm>
              <a:off x="9367432" y="20246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5" name="pt41865"/>
            <p:cNvSpPr/>
            <p:nvPr/>
          </p:nvSpPr>
          <p:spPr>
            <a:xfrm>
              <a:off x="8658156" y="22135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6" name="pt41866"/>
            <p:cNvSpPr/>
            <p:nvPr/>
          </p:nvSpPr>
          <p:spPr>
            <a:xfrm>
              <a:off x="9142651" y="20944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7" name="pt41867"/>
            <p:cNvSpPr/>
            <p:nvPr/>
          </p:nvSpPr>
          <p:spPr>
            <a:xfrm>
              <a:off x="9074042" y="19481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8" name="pt41868"/>
            <p:cNvSpPr/>
            <p:nvPr/>
          </p:nvSpPr>
          <p:spPr>
            <a:xfrm>
              <a:off x="9104672" y="20168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9" name="pt41869"/>
            <p:cNvSpPr/>
            <p:nvPr/>
          </p:nvSpPr>
          <p:spPr>
            <a:xfrm>
              <a:off x="9780637" y="27983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0" name="pt41870"/>
            <p:cNvSpPr/>
            <p:nvPr/>
          </p:nvSpPr>
          <p:spPr>
            <a:xfrm>
              <a:off x="9056963" y="20270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1" name="pt41871"/>
            <p:cNvSpPr/>
            <p:nvPr/>
          </p:nvSpPr>
          <p:spPr>
            <a:xfrm>
              <a:off x="8945616" y="20621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2" name="pt41872"/>
            <p:cNvSpPr/>
            <p:nvPr/>
          </p:nvSpPr>
          <p:spPr>
            <a:xfrm>
              <a:off x="8312152" y="24886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3" name="pt41873"/>
            <p:cNvSpPr/>
            <p:nvPr/>
          </p:nvSpPr>
          <p:spPr>
            <a:xfrm>
              <a:off x="8646309" y="24809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4" name="pt41874"/>
            <p:cNvSpPr/>
            <p:nvPr/>
          </p:nvSpPr>
          <p:spPr>
            <a:xfrm>
              <a:off x="8752612" y="21559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5" name="pt41875"/>
            <p:cNvSpPr/>
            <p:nvPr/>
          </p:nvSpPr>
          <p:spPr>
            <a:xfrm>
              <a:off x="9187390" y="22339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6" name="pt41876"/>
            <p:cNvSpPr/>
            <p:nvPr/>
          </p:nvSpPr>
          <p:spPr>
            <a:xfrm>
              <a:off x="9207674" y="18449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7" name="pt41877"/>
            <p:cNvSpPr/>
            <p:nvPr/>
          </p:nvSpPr>
          <p:spPr>
            <a:xfrm>
              <a:off x="9680997" y="25094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8" name="pt41878"/>
            <p:cNvSpPr/>
            <p:nvPr/>
          </p:nvSpPr>
          <p:spPr>
            <a:xfrm>
              <a:off x="9067835" y="1837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9" name="pt41879"/>
            <p:cNvSpPr/>
            <p:nvPr/>
          </p:nvSpPr>
          <p:spPr>
            <a:xfrm>
              <a:off x="8550210" y="2462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0" name="pt41880"/>
            <p:cNvSpPr/>
            <p:nvPr/>
          </p:nvSpPr>
          <p:spPr>
            <a:xfrm>
              <a:off x="8500809" y="26869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1" name="pt41881"/>
            <p:cNvSpPr/>
            <p:nvPr/>
          </p:nvSpPr>
          <p:spPr>
            <a:xfrm>
              <a:off x="8312152" y="24133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2" name="pt41882"/>
            <p:cNvSpPr/>
            <p:nvPr/>
          </p:nvSpPr>
          <p:spPr>
            <a:xfrm>
              <a:off x="8798679" y="22776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3" name="pt41883"/>
            <p:cNvSpPr/>
            <p:nvPr/>
          </p:nvSpPr>
          <p:spPr>
            <a:xfrm>
              <a:off x="9474060" y="22053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4" name="pt41884"/>
            <p:cNvSpPr/>
            <p:nvPr/>
          </p:nvSpPr>
          <p:spPr>
            <a:xfrm>
              <a:off x="8868306" y="22114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5" name="pt41885"/>
            <p:cNvSpPr/>
            <p:nvPr/>
          </p:nvSpPr>
          <p:spPr>
            <a:xfrm>
              <a:off x="8887406" y="18275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6" name="pt41886"/>
            <p:cNvSpPr/>
            <p:nvPr/>
          </p:nvSpPr>
          <p:spPr>
            <a:xfrm>
              <a:off x="9010896" y="17244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7" name="pt41887"/>
            <p:cNvSpPr/>
            <p:nvPr/>
          </p:nvSpPr>
          <p:spPr>
            <a:xfrm>
              <a:off x="9321732" y="21684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8" name="pt41888"/>
            <p:cNvSpPr/>
            <p:nvPr/>
          </p:nvSpPr>
          <p:spPr>
            <a:xfrm>
              <a:off x="9076063" y="20687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9" name="pt41889"/>
            <p:cNvSpPr/>
            <p:nvPr/>
          </p:nvSpPr>
          <p:spPr>
            <a:xfrm>
              <a:off x="8550210" y="2443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0" name="pt41890"/>
            <p:cNvSpPr/>
            <p:nvPr/>
          </p:nvSpPr>
          <p:spPr>
            <a:xfrm>
              <a:off x="9126964" y="21085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1" name="pt41891"/>
            <p:cNvSpPr/>
            <p:nvPr/>
          </p:nvSpPr>
          <p:spPr>
            <a:xfrm>
              <a:off x="8469500" y="25078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2" name="pt41892"/>
            <p:cNvSpPr/>
            <p:nvPr/>
          </p:nvSpPr>
          <p:spPr>
            <a:xfrm>
              <a:off x="8798679" y="21071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3" name="pt41893"/>
            <p:cNvSpPr/>
            <p:nvPr/>
          </p:nvSpPr>
          <p:spPr>
            <a:xfrm>
              <a:off x="9068885" y="19858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4" name="pt41894"/>
            <p:cNvSpPr/>
            <p:nvPr/>
          </p:nvSpPr>
          <p:spPr>
            <a:xfrm>
              <a:off x="8431181" y="24599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5" name="pt41895"/>
            <p:cNvSpPr/>
            <p:nvPr/>
          </p:nvSpPr>
          <p:spPr>
            <a:xfrm>
              <a:off x="8826587" y="22375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6" name="pt41896"/>
            <p:cNvSpPr/>
            <p:nvPr/>
          </p:nvSpPr>
          <p:spPr>
            <a:xfrm>
              <a:off x="9001856" y="20671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7" name="pt41897"/>
            <p:cNvSpPr/>
            <p:nvPr/>
          </p:nvSpPr>
          <p:spPr>
            <a:xfrm>
              <a:off x="9266385" y="18040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8" name="pt41898"/>
            <p:cNvSpPr/>
            <p:nvPr/>
          </p:nvSpPr>
          <p:spPr>
            <a:xfrm>
              <a:off x="9044150" y="17620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9" name="pt41899"/>
            <p:cNvSpPr/>
            <p:nvPr/>
          </p:nvSpPr>
          <p:spPr>
            <a:xfrm>
              <a:off x="8939053" y="18767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0" name="pt41900"/>
            <p:cNvSpPr/>
            <p:nvPr/>
          </p:nvSpPr>
          <p:spPr>
            <a:xfrm>
              <a:off x="8570436" y="23121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1" name="pt41901"/>
            <p:cNvSpPr/>
            <p:nvPr/>
          </p:nvSpPr>
          <p:spPr>
            <a:xfrm>
              <a:off x="9104672" y="20374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2" name="pt41902"/>
            <p:cNvSpPr/>
            <p:nvPr/>
          </p:nvSpPr>
          <p:spPr>
            <a:xfrm>
              <a:off x="8723925" y="21491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3" name="pt41903"/>
            <p:cNvSpPr/>
            <p:nvPr/>
          </p:nvSpPr>
          <p:spPr>
            <a:xfrm>
              <a:off x="8469500" y="24270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4" name="pt41904"/>
            <p:cNvSpPr/>
            <p:nvPr/>
          </p:nvSpPr>
          <p:spPr>
            <a:xfrm>
              <a:off x="8500809" y="27484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5" name="pt41905"/>
            <p:cNvSpPr/>
            <p:nvPr/>
          </p:nvSpPr>
          <p:spPr>
            <a:xfrm>
              <a:off x="9196592" y="21846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6" name="pt41906"/>
            <p:cNvSpPr/>
            <p:nvPr/>
          </p:nvSpPr>
          <p:spPr>
            <a:xfrm>
              <a:off x="8922686" y="1809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7" name="pt41907"/>
            <p:cNvSpPr/>
            <p:nvPr/>
          </p:nvSpPr>
          <p:spPr>
            <a:xfrm>
              <a:off x="8431181" y="23616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8" name="pt41908"/>
            <p:cNvSpPr/>
            <p:nvPr/>
          </p:nvSpPr>
          <p:spPr>
            <a:xfrm>
              <a:off x="9174300" y="21612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9" name="pt41909"/>
            <p:cNvSpPr/>
            <p:nvPr/>
          </p:nvSpPr>
          <p:spPr>
            <a:xfrm>
              <a:off x="8932228" y="18958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0" name="pt41910"/>
            <p:cNvSpPr/>
            <p:nvPr/>
          </p:nvSpPr>
          <p:spPr>
            <a:xfrm>
              <a:off x="8469500" y="21728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1" name="pt41911"/>
            <p:cNvSpPr/>
            <p:nvPr/>
          </p:nvSpPr>
          <p:spPr>
            <a:xfrm>
              <a:off x="8971473" y="23117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2" name="pt41912"/>
            <p:cNvSpPr/>
            <p:nvPr/>
          </p:nvSpPr>
          <p:spPr>
            <a:xfrm>
              <a:off x="9457237" y="22406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3" name="pt41913"/>
            <p:cNvSpPr/>
            <p:nvPr/>
          </p:nvSpPr>
          <p:spPr>
            <a:xfrm>
              <a:off x="9227900" y="20454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4" name="pt41914"/>
            <p:cNvSpPr/>
            <p:nvPr/>
          </p:nvSpPr>
          <p:spPr>
            <a:xfrm>
              <a:off x="9400632" y="19770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5" name="pt41915"/>
            <p:cNvSpPr/>
            <p:nvPr/>
          </p:nvSpPr>
          <p:spPr>
            <a:xfrm>
              <a:off x="8381780" y="25830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6" name="pt41916"/>
            <p:cNvSpPr/>
            <p:nvPr/>
          </p:nvSpPr>
          <p:spPr>
            <a:xfrm>
              <a:off x="8987335" y="19930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7" name="pt41917"/>
            <p:cNvSpPr/>
            <p:nvPr/>
          </p:nvSpPr>
          <p:spPr>
            <a:xfrm>
              <a:off x="8707558" y="22861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8" name="pt41918"/>
            <p:cNvSpPr/>
            <p:nvPr/>
          </p:nvSpPr>
          <p:spPr>
            <a:xfrm>
              <a:off x="8745877" y="21597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9" name="pt41919"/>
            <p:cNvSpPr/>
            <p:nvPr/>
          </p:nvSpPr>
          <p:spPr>
            <a:xfrm>
              <a:off x="8932228" y="19269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0" name="pt41920"/>
            <p:cNvSpPr/>
            <p:nvPr/>
          </p:nvSpPr>
          <p:spPr>
            <a:xfrm>
              <a:off x="9110522" y="20335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1" name="pt41921"/>
            <p:cNvSpPr/>
            <p:nvPr/>
          </p:nvSpPr>
          <p:spPr>
            <a:xfrm>
              <a:off x="9030305" y="1935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2" name="pt41922"/>
            <p:cNvSpPr/>
            <p:nvPr/>
          </p:nvSpPr>
          <p:spPr>
            <a:xfrm>
              <a:off x="8431181" y="24115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3" name="pt41923"/>
            <p:cNvSpPr/>
            <p:nvPr/>
          </p:nvSpPr>
          <p:spPr>
            <a:xfrm>
              <a:off x="8956027" y="21512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4" name="pt41924"/>
            <p:cNvSpPr/>
            <p:nvPr/>
          </p:nvSpPr>
          <p:spPr>
            <a:xfrm>
              <a:off x="9087709" y="1988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5" name="pt41925"/>
            <p:cNvSpPr/>
            <p:nvPr/>
          </p:nvSpPr>
          <p:spPr>
            <a:xfrm>
              <a:off x="9308507" y="2130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6" name="pt41926"/>
            <p:cNvSpPr/>
            <p:nvPr/>
          </p:nvSpPr>
          <p:spPr>
            <a:xfrm>
              <a:off x="9287859" y="19814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7" name="pt41927"/>
            <p:cNvSpPr/>
            <p:nvPr/>
          </p:nvSpPr>
          <p:spPr>
            <a:xfrm>
              <a:off x="8901845" y="21039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8" name="pt41928"/>
            <p:cNvSpPr/>
            <p:nvPr/>
          </p:nvSpPr>
          <p:spPr>
            <a:xfrm>
              <a:off x="8312152" y="21809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9" name="pt41929"/>
            <p:cNvSpPr/>
            <p:nvPr/>
          </p:nvSpPr>
          <p:spPr>
            <a:xfrm>
              <a:off x="8817779" y="20554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0" name="pt41930"/>
            <p:cNvSpPr/>
            <p:nvPr/>
          </p:nvSpPr>
          <p:spPr>
            <a:xfrm>
              <a:off x="8570436" y="24143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1" name="pt41931"/>
            <p:cNvSpPr/>
            <p:nvPr/>
          </p:nvSpPr>
          <p:spPr>
            <a:xfrm>
              <a:off x="8381780" y="23205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2" name="pt41932"/>
            <p:cNvSpPr/>
            <p:nvPr/>
          </p:nvSpPr>
          <p:spPr>
            <a:xfrm>
              <a:off x="9003396" y="19806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3" name="pt41933"/>
            <p:cNvSpPr/>
            <p:nvPr/>
          </p:nvSpPr>
          <p:spPr>
            <a:xfrm>
              <a:off x="9367432" y="20218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4" name="pt41934"/>
            <p:cNvSpPr/>
            <p:nvPr/>
          </p:nvSpPr>
          <p:spPr>
            <a:xfrm>
              <a:off x="8679650" y="25284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5" name="pt41935"/>
            <p:cNvSpPr/>
            <p:nvPr/>
          </p:nvSpPr>
          <p:spPr>
            <a:xfrm>
              <a:off x="8939053" y="18713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6" name="pt41936"/>
            <p:cNvSpPr/>
            <p:nvPr/>
          </p:nvSpPr>
          <p:spPr>
            <a:xfrm>
              <a:off x="9538601" y="20437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7" name="pt41937"/>
            <p:cNvSpPr/>
            <p:nvPr/>
          </p:nvSpPr>
          <p:spPr>
            <a:xfrm>
              <a:off x="9074042" y="21452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8" name="pt41938"/>
            <p:cNvSpPr/>
            <p:nvPr/>
          </p:nvSpPr>
          <p:spPr>
            <a:xfrm>
              <a:off x="8646309" y="24565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9" name="pt41939"/>
            <p:cNvSpPr/>
            <p:nvPr/>
          </p:nvSpPr>
          <p:spPr>
            <a:xfrm>
              <a:off x="9044150" y="17691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0" name="pt41940"/>
            <p:cNvSpPr/>
            <p:nvPr/>
          </p:nvSpPr>
          <p:spPr>
            <a:xfrm>
              <a:off x="8874912" y="23380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1" name="pt41941"/>
            <p:cNvSpPr/>
            <p:nvPr/>
          </p:nvSpPr>
          <p:spPr>
            <a:xfrm>
              <a:off x="8312152" y="26167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2" name="pt41942"/>
            <p:cNvSpPr/>
            <p:nvPr/>
          </p:nvSpPr>
          <p:spPr>
            <a:xfrm>
              <a:off x="8669239" y="25907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3" name="pt41943"/>
            <p:cNvSpPr/>
            <p:nvPr/>
          </p:nvSpPr>
          <p:spPr>
            <a:xfrm>
              <a:off x="8765338" y="20787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4" name="pt41944"/>
            <p:cNvSpPr/>
            <p:nvPr/>
          </p:nvSpPr>
          <p:spPr>
            <a:xfrm>
              <a:off x="8431181" y="25137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5" name="pt41945"/>
            <p:cNvSpPr/>
            <p:nvPr/>
          </p:nvSpPr>
          <p:spPr>
            <a:xfrm>
              <a:off x="8469500" y="25997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6" name="pt41946"/>
            <p:cNvSpPr/>
            <p:nvPr/>
          </p:nvSpPr>
          <p:spPr>
            <a:xfrm>
              <a:off x="8960020" y="22079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7" name="pt41947"/>
            <p:cNvSpPr/>
            <p:nvPr/>
          </p:nvSpPr>
          <p:spPr>
            <a:xfrm>
              <a:off x="9215429" y="19669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8" name="pt41948"/>
            <p:cNvSpPr/>
            <p:nvPr/>
          </p:nvSpPr>
          <p:spPr>
            <a:xfrm>
              <a:off x="8965842" y="23230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9" name="pt41949"/>
            <p:cNvSpPr/>
            <p:nvPr/>
          </p:nvSpPr>
          <p:spPr>
            <a:xfrm>
              <a:off x="8469500" y="22911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0" name="pt41950"/>
            <p:cNvSpPr/>
            <p:nvPr/>
          </p:nvSpPr>
          <p:spPr>
            <a:xfrm>
              <a:off x="9287859" y="1934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1" name="pt41951"/>
            <p:cNvSpPr/>
            <p:nvPr/>
          </p:nvSpPr>
          <p:spPr>
            <a:xfrm>
              <a:off x="8765338" y="20424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2" name="pt41952"/>
            <p:cNvSpPr/>
            <p:nvPr/>
          </p:nvSpPr>
          <p:spPr>
            <a:xfrm>
              <a:off x="8381780" y="23537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3" name="pt41953"/>
            <p:cNvSpPr/>
            <p:nvPr/>
          </p:nvSpPr>
          <p:spPr>
            <a:xfrm>
              <a:off x="8813199" y="19805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4" name="pt41954"/>
            <p:cNvSpPr/>
            <p:nvPr/>
          </p:nvSpPr>
          <p:spPr>
            <a:xfrm>
              <a:off x="9576430" y="20328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5" name="pt41955"/>
            <p:cNvSpPr/>
            <p:nvPr/>
          </p:nvSpPr>
          <p:spPr>
            <a:xfrm>
              <a:off x="8920215" y="20535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6" name="pt41956"/>
            <p:cNvSpPr/>
            <p:nvPr/>
          </p:nvSpPr>
          <p:spPr>
            <a:xfrm>
              <a:off x="9546889" y="21113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7" name="pt41957"/>
            <p:cNvSpPr/>
            <p:nvPr/>
          </p:nvSpPr>
          <p:spPr>
            <a:xfrm>
              <a:off x="9480563" y="24469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8" name="pt41958"/>
            <p:cNvSpPr/>
            <p:nvPr/>
          </p:nvSpPr>
          <p:spPr>
            <a:xfrm>
              <a:off x="8887406" y="15761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9" name="pt41959"/>
            <p:cNvSpPr/>
            <p:nvPr/>
          </p:nvSpPr>
          <p:spPr>
            <a:xfrm>
              <a:off x="8669239" y="23363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0" name="pt41960"/>
            <p:cNvSpPr/>
            <p:nvPr/>
          </p:nvSpPr>
          <p:spPr>
            <a:xfrm>
              <a:off x="9058082" y="20056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1" name="pt41961"/>
            <p:cNvSpPr/>
            <p:nvPr/>
          </p:nvSpPr>
          <p:spPr>
            <a:xfrm>
              <a:off x="8731558" y="2193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2" name="pt41962"/>
            <p:cNvSpPr/>
            <p:nvPr/>
          </p:nvSpPr>
          <p:spPr>
            <a:xfrm>
              <a:off x="8826587" y="24323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3" name="pt41963"/>
            <p:cNvSpPr/>
            <p:nvPr/>
          </p:nvSpPr>
          <p:spPr>
            <a:xfrm>
              <a:off x="8731558" y="22157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4" name="pt41964"/>
            <p:cNvSpPr/>
            <p:nvPr/>
          </p:nvSpPr>
          <p:spPr>
            <a:xfrm>
              <a:off x="9037995" y="18692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5" name="pt41965"/>
            <p:cNvSpPr/>
            <p:nvPr/>
          </p:nvSpPr>
          <p:spPr>
            <a:xfrm>
              <a:off x="9417384" y="18976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6" name="pt41966"/>
            <p:cNvSpPr/>
            <p:nvPr/>
          </p:nvSpPr>
          <p:spPr>
            <a:xfrm>
              <a:off x="8312152" y="25134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7" name="pt41967"/>
            <p:cNvSpPr/>
            <p:nvPr/>
          </p:nvSpPr>
          <p:spPr>
            <a:xfrm>
              <a:off x="8312152" y="2334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8" name="pt41968"/>
            <p:cNvSpPr/>
            <p:nvPr/>
          </p:nvSpPr>
          <p:spPr>
            <a:xfrm>
              <a:off x="9135698" y="20681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9" name="pt41969"/>
            <p:cNvSpPr/>
            <p:nvPr/>
          </p:nvSpPr>
          <p:spPr>
            <a:xfrm>
              <a:off x="8965842" y="22930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0" name="pt41970"/>
            <p:cNvSpPr/>
            <p:nvPr/>
          </p:nvSpPr>
          <p:spPr>
            <a:xfrm>
              <a:off x="8752612" y="2161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1" name="pt41971"/>
            <p:cNvSpPr/>
            <p:nvPr/>
          </p:nvSpPr>
          <p:spPr>
            <a:xfrm>
              <a:off x="9079049" y="20034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2" name="pt41972"/>
            <p:cNvSpPr/>
            <p:nvPr/>
          </p:nvSpPr>
          <p:spPr>
            <a:xfrm>
              <a:off x="8864906" y="18830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3" name="pt41973"/>
            <p:cNvSpPr/>
            <p:nvPr/>
          </p:nvSpPr>
          <p:spPr>
            <a:xfrm>
              <a:off x="9388372" y="20791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4" name="pt41974"/>
            <p:cNvSpPr/>
            <p:nvPr/>
          </p:nvSpPr>
          <p:spPr>
            <a:xfrm>
              <a:off x="9230780" y="20198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5" name="pt41975"/>
            <p:cNvSpPr/>
            <p:nvPr/>
          </p:nvSpPr>
          <p:spPr>
            <a:xfrm>
              <a:off x="8738867" y="20866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6" name="pt41976"/>
            <p:cNvSpPr/>
            <p:nvPr/>
          </p:nvSpPr>
          <p:spPr>
            <a:xfrm>
              <a:off x="8723925" y="20405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7" name="pt41977"/>
            <p:cNvSpPr/>
            <p:nvPr/>
          </p:nvSpPr>
          <p:spPr>
            <a:xfrm>
              <a:off x="9301626" y="22060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8" name="pt41978"/>
            <p:cNvSpPr/>
            <p:nvPr/>
          </p:nvSpPr>
          <p:spPr>
            <a:xfrm>
              <a:off x="9037995" y="18116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9" name="pt41979"/>
            <p:cNvSpPr/>
            <p:nvPr/>
          </p:nvSpPr>
          <p:spPr>
            <a:xfrm>
              <a:off x="8381780" y="23807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0" name="pt41980"/>
            <p:cNvSpPr/>
            <p:nvPr/>
          </p:nvSpPr>
          <p:spPr>
            <a:xfrm>
              <a:off x="9277923" y="19885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1" name="pt41981"/>
            <p:cNvSpPr/>
            <p:nvPr/>
          </p:nvSpPr>
          <p:spPr>
            <a:xfrm>
              <a:off x="8989011" y="19608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2" name="pt41982"/>
            <p:cNvSpPr/>
            <p:nvPr/>
          </p:nvSpPr>
          <p:spPr>
            <a:xfrm>
              <a:off x="9044150" y="17107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3" name="pt41983"/>
            <p:cNvSpPr/>
            <p:nvPr/>
          </p:nvSpPr>
          <p:spPr>
            <a:xfrm>
              <a:off x="9102103" y="20728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4" name="pt41984"/>
            <p:cNvSpPr/>
            <p:nvPr/>
          </p:nvSpPr>
          <p:spPr>
            <a:xfrm>
              <a:off x="8941268" y="19427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5" name="pt41985"/>
            <p:cNvSpPr/>
            <p:nvPr/>
          </p:nvSpPr>
          <p:spPr>
            <a:xfrm>
              <a:off x="9408344" y="19985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6" name="pt41986"/>
            <p:cNvSpPr/>
            <p:nvPr/>
          </p:nvSpPr>
          <p:spPr>
            <a:xfrm>
              <a:off x="9268690" y="19118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7" name="pt41987"/>
            <p:cNvSpPr/>
            <p:nvPr/>
          </p:nvSpPr>
          <p:spPr>
            <a:xfrm>
              <a:off x="8588529" y="23362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8" name="pt41988"/>
            <p:cNvSpPr/>
            <p:nvPr/>
          </p:nvSpPr>
          <p:spPr>
            <a:xfrm>
              <a:off x="8759093" y="21468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9" name="pt41989"/>
            <p:cNvSpPr/>
            <p:nvPr/>
          </p:nvSpPr>
          <p:spPr>
            <a:xfrm>
              <a:off x="8312152" y="26242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0" name="pt41990"/>
            <p:cNvSpPr/>
            <p:nvPr/>
          </p:nvSpPr>
          <p:spPr>
            <a:xfrm>
              <a:off x="9084871" y="19397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1" name="pt41991"/>
            <p:cNvSpPr/>
            <p:nvPr/>
          </p:nvSpPr>
          <p:spPr>
            <a:xfrm>
              <a:off x="8604896" y="22626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2" name="pt41992"/>
            <p:cNvSpPr/>
            <p:nvPr/>
          </p:nvSpPr>
          <p:spPr>
            <a:xfrm>
              <a:off x="8431181" y="24234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3" name="pt41993"/>
            <p:cNvSpPr/>
            <p:nvPr/>
          </p:nvSpPr>
          <p:spPr>
            <a:xfrm>
              <a:off x="8707558" y="22229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4" name="pt41994"/>
            <p:cNvSpPr/>
            <p:nvPr/>
          </p:nvSpPr>
          <p:spPr>
            <a:xfrm>
              <a:off x="9115383" y="20711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5" name="pt41995"/>
            <p:cNvSpPr/>
            <p:nvPr/>
          </p:nvSpPr>
          <p:spPr>
            <a:xfrm>
              <a:off x="9186336" y="23392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6" name="pt41996"/>
            <p:cNvSpPr/>
            <p:nvPr/>
          </p:nvSpPr>
          <p:spPr>
            <a:xfrm>
              <a:off x="9215429" y="22142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7" name="pt41997"/>
            <p:cNvSpPr/>
            <p:nvPr/>
          </p:nvSpPr>
          <p:spPr>
            <a:xfrm>
              <a:off x="8912581" y="20930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8" name="pt41998"/>
            <p:cNvSpPr/>
            <p:nvPr/>
          </p:nvSpPr>
          <p:spPr>
            <a:xfrm>
              <a:off x="8826587" y="22519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9" name="pt41999"/>
            <p:cNvSpPr/>
            <p:nvPr/>
          </p:nvSpPr>
          <p:spPr>
            <a:xfrm>
              <a:off x="9606545" y="22575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0" name="pt42000"/>
            <p:cNvSpPr/>
            <p:nvPr/>
          </p:nvSpPr>
          <p:spPr>
            <a:xfrm>
              <a:off x="8922686" y="19432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1" name="pt42001"/>
            <p:cNvSpPr/>
            <p:nvPr/>
          </p:nvSpPr>
          <p:spPr>
            <a:xfrm>
              <a:off x="9034193" y="17772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2" name="pt42002"/>
            <p:cNvSpPr/>
            <p:nvPr/>
          </p:nvSpPr>
          <p:spPr>
            <a:xfrm>
              <a:off x="8932228" y="18972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3" name="pt42003"/>
            <p:cNvSpPr/>
            <p:nvPr/>
          </p:nvSpPr>
          <p:spPr>
            <a:xfrm>
              <a:off x="8830827" y="1994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4" name="pt42004"/>
            <p:cNvSpPr/>
            <p:nvPr/>
          </p:nvSpPr>
          <p:spPr>
            <a:xfrm>
              <a:off x="8980466" y="20249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5" name="pt42005"/>
            <p:cNvSpPr/>
            <p:nvPr/>
          </p:nvSpPr>
          <p:spPr>
            <a:xfrm>
              <a:off x="9259623" y="20078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6" name="pt42006"/>
            <p:cNvSpPr/>
            <p:nvPr/>
          </p:nvSpPr>
          <p:spPr>
            <a:xfrm>
              <a:off x="8550210" y="25403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7" name="pt42007"/>
            <p:cNvSpPr/>
            <p:nvPr/>
          </p:nvSpPr>
          <p:spPr>
            <a:xfrm>
              <a:off x="8813199" y="2073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8" name="pt42008"/>
            <p:cNvSpPr/>
            <p:nvPr/>
          </p:nvSpPr>
          <p:spPr>
            <a:xfrm>
              <a:off x="8980466" y="19887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9" name="pt42009"/>
            <p:cNvSpPr/>
            <p:nvPr/>
          </p:nvSpPr>
          <p:spPr>
            <a:xfrm>
              <a:off x="8658156" y="23501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0" name="pt42010"/>
            <p:cNvSpPr/>
            <p:nvPr/>
          </p:nvSpPr>
          <p:spPr>
            <a:xfrm>
              <a:off x="8312152" y="22285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1" name="pt42011"/>
            <p:cNvSpPr/>
            <p:nvPr/>
          </p:nvSpPr>
          <p:spPr>
            <a:xfrm>
              <a:off x="9047741" y="20905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2" name="pt42012"/>
            <p:cNvSpPr/>
            <p:nvPr/>
          </p:nvSpPr>
          <p:spPr>
            <a:xfrm>
              <a:off x="8731558" y="22860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3" name="pt42013"/>
            <p:cNvSpPr/>
            <p:nvPr/>
          </p:nvSpPr>
          <p:spPr>
            <a:xfrm>
              <a:off x="9056963" y="1999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4" name="pt42014"/>
            <p:cNvSpPr/>
            <p:nvPr/>
          </p:nvSpPr>
          <p:spPr>
            <a:xfrm>
              <a:off x="8500809" y="26332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5" name="pt42015"/>
            <p:cNvSpPr/>
            <p:nvPr/>
          </p:nvSpPr>
          <p:spPr>
            <a:xfrm>
              <a:off x="9052414" y="21496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6" name="pt42016"/>
            <p:cNvSpPr/>
            <p:nvPr/>
          </p:nvSpPr>
          <p:spPr>
            <a:xfrm>
              <a:off x="8500809" y="26415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7" name="pt42017"/>
            <p:cNvSpPr/>
            <p:nvPr/>
          </p:nvSpPr>
          <p:spPr>
            <a:xfrm>
              <a:off x="8881273" y="23920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8" name="pt42018"/>
            <p:cNvSpPr/>
            <p:nvPr/>
          </p:nvSpPr>
          <p:spPr>
            <a:xfrm>
              <a:off x="8759093" y="22258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9" name="pt42019"/>
            <p:cNvSpPr/>
            <p:nvPr/>
          </p:nvSpPr>
          <p:spPr>
            <a:xfrm>
              <a:off x="9036737" y="18021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0" name="pt42020"/>
            <p:cNvSpPr/>
            <p:nvPr/>
          </p:nvSpPr>
          <p:spPr>
            <a:xfrm>
              <a:off x="8381780" y="24471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1" name="pt42021"/>
            <p:cNvSpPr/>
            <p:nvPr/>
          </p:nvSpPr>
          <p:spPr>
            <a:xfrm>
              <a:off x="9507319" y="21967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2" name="pt42022"/>
            <p:cNvSpPr/>
            <p:nvPr/>
          </p:nvSpPr>
          <p:spPr>
            <a:xfrm>
              <a:off x="9525110" y="16030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3" name="pt42023"/>
            <p:cNvSpPr/>
            <p:nvPr/>
          </p:nvSpPr>
          <p:spPr>
            <a:xfrm>
              <a:off x="8813199" y="20012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4" name="pt42024"/>
            <p:cNvSpPr/>
            <p:nvPr/>
          </p:nvSpPr>
          <p:spPr>
            <a:xfrm>
              <a:off x="9108871" y="20704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5" name="pt42025"/>
            <p:cNvSpPr/>
            <p:nvPr/>
          </p:nvSpPr>
          <p:spPr>
            <a:xfrm>
              <a:off x="9048921" y="22358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6" name="pt42026"/>
            <p:cNvSpPr/>
            <p:nvPr/>
          </p:nvSpPr>
          <p:spPr>
            <a:xfrm>
              <a:off x="8738867" y="20377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7" name="pt42027"/>
            <p:cNvSpPr/>
            <p:nvPr/>
          </p:nvSpPr>
          <p:spPr>
            <a:xfrm>
              <a:off x="8469500" y="2457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8" name="pt42028"/>
            <p:cNvSpPr/>
            <p:nvPr/>
          </p:nvSpPr>
          <p:spPr>
            <a:xfrm>
              <a:off x="8965842" y="22264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9" name="pt42029"/>
            <p:cNvSpPr/>
            <p:nvPr/>
          </p:nvSpPr>
          <p:spPr>
            <a:xfrm>
              <a:off x="9208605" y="18781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0" name="pt42030"/>
            <p:cNvSpPr/>
            <p:nvPr/>
          </p:nvSpPr>
          <p:spPr>
            <a:xfrm>
              <a:off x="9003396" y="19459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1" name="pt42031"/>
            <p:cNvSpPr/>
            <p:nvPr/>
          </p:nvSpPr>
          <p:spPr>
            <a:xfrm>
              <a:off x="9174300" y="21860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2" name="pt42032"/>
            <p:cNvSpPr/>
            <p:nvPr/>
          </p:nvSpPr>
          <p:spPr>
            <a:xfrm>
              <a:off x="8633583" y="19387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3" name="pt42033"/>
            <p:cNvSpPr/>
            <p:nvPr/>
          </p:nvSpPr>
          <p:spPr>
            <a:xfrm>
              <a:off x="8846813" y="20763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4" name="pt42034"/>
            <p:cNvSpPr/>
            <p:nvPr/>
          </p:nvSpPr>
          <p:spPr>
            <a:xfrm>
              <a:off x="9537100" y="21113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5" name="pt42035"/>
            <p:cNvSpPr/>
            <p:nvPr/>
          </p:nvSpPr>
          <p:spPr>
            <a:xfrm>
              <a:off x="8989011" y="20070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6" name="pt42036"/>
            <p:cNvSpPr/>
            <p:nvPr/>
          </p:nvSpPr>
          <p:spPr>
            <a:xfrm>
              <a:off x="8817779" y="23593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7" name="pt42037"/>
            <p:cNvSpPr/>
            <p:nvPr/>
          </p:nvSpPr>
          <p:spPr>
            <a:xfrm>
              <a:off x="8846813" y="20119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8" name="pt42038"/>
            <p:cNvSpPr/>
            <p:nvPr/>
          </p:nvSpPr>
          <p:spPr>
            <a:xfrm>
              <a:off x="8890393" y="20009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9" name="pt42039"/>
            <p:cNvSpPr/>
            <p:nvPr/>
          </p:nvSpPr>
          <p:spPr>
            <a:xfrm>
              <a:off x="9039244" y="18169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0" name="pt42040"/>
            <p:cNvSpPr/>
            <p:nvPr/>
          </p:nvSpPr>
          <p:spPr>
            <a:xfrm>
              <a:off x="9322929" y="21969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1" name="pt42041"/>
            <p:cNvSpPr/>
            <p:nvPr/>
          </p:nvSpPr>
          <p:spPr>
            <a:xfrm>
              <a:off x="9030305" y="18300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2" name="pt42042"/>
            <p:cNvSpPr/>
            <p:nvPr/>
          </p:nvSpPr>
          <p:spPr>
            <a:xfrm>
              <a:off x="8469500" y="23862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3" name="pt42043"/>
            <p:cNvSpPr/>
            <p:nvPr/>
          </p:nvSpPr>
          <p:spPr>
            <a:xfrm>
              <a:off x="8381780" y="20541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4" name="pt42044"/>
            <p:cNvSpPr/>
            <p:nvPr/>
          </p:nvSpPr>
          <p:spPr>
            <a:xfrm>
              <a:off x="8707558" y="21515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5" name="pt42045"/>
            <p:cNvSpPr/>
            <p:nvPr/>
          </p:nvSpPr>
          <p:spPr>
            <a:xfrm>
              <a:off x="9196592" y="22643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6" name="pt42046"/>
            <p:cNvSpPr/>
            <p:nvPr/>
          </p:nvSpPr>
          <p:spPr>
            <a:xfrm>
              <a:off x="8956027" y="21311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7" name="pt42047"/>
            <p:cNvSpPr/>
            <p:nvPr/>
          </p:nvSpPr>
          <p:spPr>
            <a:xfrm>
              <a:off x="9074042" y="20905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8" name="pt42048"/>
            <p:cNvSpPr/>
            <p:nvPr/>
          </p:nvSpPr>
          <p:spPr>
            <a:xfrm>
              <a:off x="9184210" y="22264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9" name="pt42049"/>
            <p:cNvSpPr/>
            <p:nvPr/>
          </p:nvSpPr>
          <p:spPr>
            <a:xfrm>
              <a:off x="8570436" y="25069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0" name="pt42050"/>
            <p:cNvSpPr/>
            <p:nvPr/>
          </p:nvSpPr>
          <p:spPr>
            <a:xfrm>
              <a:off x="9193072" y="21084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1" name="pt42051"/>
            <p:cNvSpPr/>
            <p:nvPr/>
          </p:nvSpPr>
          <p:spPr>
            <a:xfrm>
              <a:off x="9562708" y="20540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2" name="pt42052"/>
            <p:cNvSpPr/>
            <p:nvPr/>
          </p:nvSpPr>
          <p:spPr>
            <a:xfrm>
              <a:off x="8765338" y="20857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3" name="pt42053"/>
            <p:cNvSpPr/>
            <p:nvPr/>
          </p:nvSpPr>
          <p:spPr>
            <a:xfrm>
              <a:off x="9636399" y="19765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4" name="pt42054"/>
            <p:cNvSpPr/>
            <p:nvPr/>
          </p:nvSpPr>
          <p:spPr>
            <a:xfrm>
              <a:off x="9326470" y="21640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5" name="pt42055"/>
            <p:cNvSpPr/>
            <p:nvPr/>
          </p:nvSpPr>
          <p:spPr>
            <a:xfrm>
              <a:off x="8929892" y="17585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6" name="pt42056"/>
            <p:cNvSpPr/>
            <p:nvPr/>
          </p:nvSpPr>
          <p:spPr>
            <a:xfrm>
              <a:off x="8864906" y="20864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7" name="pt42057"/>
            <p:cNvSpPr/>
            <p:nvPr/>
          </p:nvSpPr>
          <p:spPr>
            <a:xfrm>
              <a:off x="8500809" y="24417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8" name="pt42058"/>
            <p:cNvSpPr/>
            <p:nvPr/>
          </p:nvSpPr>
          <p:spPr>
            <a:xfrm>
              <a:off x="9471970" y="23128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9" name="pt42059"/>
            <p:cNvSpPr/>
            <p:nvPr/>
          </p:nvSpPr>
          <p:spPr>
            <a:xfrm>
              <a:off x="9187914" y="2272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0" name="pt42060"/>
            <p:cNvSpPr/>
            <p:nvPr/>
          </p:nvSpPr>
          <p:spPr>
            <a:xfrm>
              <a:off x="8932228" y="18036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1" name="pt42061"/>
            <p:cNvSpPr/>
            <p:nvPr/>
          </p:nvSpPr>
          <p:spPr>
            <a:xfrm>
              <a:off x="9576430" y="19809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2" name="pt42062"/>
            <p:cNvSpPr/>
            <p:nvPr/>
          </p:nvSpPr>
          <p:spPr>
            <a:xfrm>
              <a:off x="9179876" y="18676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3" name="pt42063"/>
            <p:cNvSpPr/>
            <p:nvPr/>
          </p:nvSpPr>
          <p:spPr>
            <a:xfrm>
              <a:off x="8588529" y="24504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4" name="pt42064"/>
            <p:cNvSpPr/>
            <p:nvPr/>
          </p:nvSpPr>
          <p:spPr>
            <a:xfrm>
              <a:off x="8941268" y="18556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5" name="pt42065"/>
            <p:cNvSpPr/>
            <p:nvPr/>
          </p:nvSpPr>
          <p:spPr>
            <a:xfrm>
              <a:off x="9056963" y="21418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6" name="pt42066"/>
            <p:cNvSpPr/>
            <p:nvPr/>
          </p:nvSpPr>
          <p:spPr>
            <a:xfrm>
              <a:off x="8752612" y="21564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7" name="pt42067"/>
            <p:cNvSpPr/>
            <p:nvPr/>
          </p:nvSpPr>
          <p:spPr>
            <a:xfrm>
              <a:off x="9052414" y="22128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8" name="pt42068"/>
            <p:cNvSpPr/>
            <p:nvPr/>
          </p:nvSpPr>
          <p:spPr>
            <a:xfrm>
              <a:off x="8887406" y="19463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9" name="pt42069"/>
            <p:cNvSpPr/>
            <p:nvPr/>
          </p:nvSpPr>
          <p:spPr>
            <a:xfrm>
              <a:off x="8765338" y="21795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0" name="pt42070"/>
            <p:cNvSpPr/>
            <p:nvPr/>
          </p:nvSpPr>
          <p:spPr>
            <a:xfrm>
              <a:off x="8527280" y="26751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1" name="pt42071"/>
            <p:cNvSpPr/>
            <p:nvPr/>
          </p:nvSpPr>
          <p:spPr>
            <a:xfrm>
              <a:off x="8861436" y="19869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2" name="pt42072"/>
            <p:cNvSpPr/>
            <p:nvPr/>
          </p:nvSpPr>
          <p:spPr>
            <a:xfrm>
              <a:off x="8312152" y="25047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3" name="pt42073"/>
            <p:cNvSpPr/>
            <p:nvPr/>
          </p:nvSpPr>
          <p:spPr>
            <a:xfrm>
              <a:off x="8854280" y="2020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4" name="pt42074"/>
            <p:cNvSpPr/>
            <p:nvPr/>
          </p:nvSpPr>
          <p:spPr>
            <a:xfrm>
              <a:off x="8669239" y="22952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5" name="pt42075"/>
            <p:cNvSpPr/>
            <p:nvPr/>
          </p:nvSpPr>
          <p:spPr>
            <a:xfrm>
              <a:off x="9486369" y="22914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6" name="pt42076"/>
            <p:cNvSpPr/>
            <p:nvPr/>
          </p:nvSpPr>
          <p:spPr>
            <a:xfrm>
              <a:off x="8500809" y="26605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7" name="pt42077"/>
            <p:cNvSpPr/>
            <p:nvPr/>
          </p:nvSpPr>
          <p:spPr>
            <a:xfrm>
              <a:off x="8793552" y="20487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8" name="pt42078"/>
            <p:cNvSpPr/>
            <p:nvPr/>
          </p:nvSpPr>
          <p:spPr>
            <a:xfrm>
              <a:off x="8842954" y="21740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9" name="pt42079"/>
            <p:cNvSpPr/>
            <p:nvPr/>
          </p:nvSpPr>
          <p:spPr>
            <a:xfrm>
              <a:off x="8431181" y="26359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0" name="pt42080"/>
            <p:cNvSpPr/>
            <p:nvPr/>
          </p:nvSpPr>
          <p:spPr>
            <a:xfrm>
              <a:off x="8527280" y="27672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1" name="pt42081"/>
            <p:cNvSpPr/>
            <p:nvPr/>
          </p:nvSpPr>
          <p:spPr>
            <a:xfrm>
              <a:off x="8731558" y="23499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2" name="pt42082"/>
            <p:cNvSpPr/>
            <p:nvPr/>
          </p:nvSpPr>
          <p:spPr>
            <a:xfrm>
              <a:off x="8312152" y="23207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3" name="pt42083"/>
            <p:cNvSpPr/>
            <p:nvPr/>
          </p:nvSpPr>
          <p:spPr>
            <a:xfrm>
              <a:off x="8803657" y="21042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4" name="pt42084"/>
            <p:cNvSpPr/>
            <p:nvPr/>
          </p:nvSpPr>
          <p:spPr>
            <a:xfrm>
              <a:off x="9102103" y="20910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5" name="pt42085"/>
            <p:cNvSpPr/>
            <p:nvPr/>
          </p:nvSpPr>
          <p:spPr>
            <a:xfrm>
              <a:off x="8731558" y="22481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6" name="pt42086"/>
            <p:cNvSpPr/>
            <p:nvPr/>
          </p:nvSpPr>
          <p:spPr>
            <a:xfrm>
              <a:off x="8857896" y="2122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7" name="pt42087"/>
            <p:cNvSpPr/>
            <p:nvPr/>
          </p:nvSpPr>
          <p:spPr>
            <a:xfrm>
              <a:off x="9548435" y="22881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8" name="pt42088"/>
            <p:cNvSpPr/>
            <p:nvPr/>
          </p:nvSpPr>
          <p:spPr>
            <a:xfrm>
              <a:off x="9022254" y="17698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9" name="pt42089"/>
            <p:cNvSpPr/>
            <p:nvPr/>
          </p:nvSpPr>
          <p:spPr>
            <a:xfrm>
              <a:off x="8588529" y="23139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0" name="pt42090"/>
            <p:cNvSpPr/>
            <p:nvPr/>
          </p:nvSpPr>
          <p:spPr>
            <a:xfrm>
              <a:off x="8550210" y="26494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1" name="pt42091"/>
            <p:cNvSpPr/>
            <p:nvPr/>
          </p:nvSpPr>
          <p:spPr>
            <a:xfrm>
              <a:off x="9301626" y="20912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2" name="pt42092"/>
            <p:cNvSpPr/>
            <p:nvPr/>
          </p:nvSpPr>
          <p:spPr>
            <a:xfrm>
              <a:off x="8731558" y="22587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3" name="pt42093"/>
            <p:cNvSpPr/>
            <p:nvPr/>
          </p:nvSpPr>
          <p:spPr>
            <a:xfrm>
              <a:off x="9108871" y="20277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4" name="pt42094"/>
            <p:cNvSpPr/>
            <p:nvPr/>
          </p:nvSpPr>
          <p:spPr>
            <a:xfrm>
              <a:off x="8830827" y="19274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5" name="pt42095"/>
            <p:cNvSpPr/>
            <p:nvPr/>
          </p:nvSpPr>
          <p:spPr>
            <a:xfrm>
              <a:off x="8312152" y="2454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6" name="pt42096"/>
            <p:cNvSpPr/>
            <p:nvPr/>
          </p:nvSpPr>
          <p:spPr>
            <a:xfrm>
              <a:off x="9518367" y="20173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7" name="pt42097"/>
            <p:cNvSpPr/>
            <p:nvPr/>
          </p:nvSpPr>
          <p:spPr>
            <a:xfrm>
              <a:off x="8604896" y="23600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8" name="pt42098"/>
            <p:cNvSpPr/>
            <p:nvPr/>
          </p:nvSpPr>
          <p:spPr>
            <a:xfrm>
              <a:off x="8312152" y="2409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9" name="pt42099"/>
            <p:cNvSpPr/>
            <p:nvPr/>
          </p:nvSpPr>
          <p:spPr>
            <a:xfrm>
              <a:off x="9022254" y="19399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0" name="pt42100"/>
            <p:cNvSpPr/>
            <p:nvPr/>
          </p:nvSpPr>
          <p:spPr>
            <a:xfrm>
              <a:off x="9268690" y="19153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1" name="pt42101"/>
            <p:cNvSpPr/>
            <p:nvPr/>
          </p:nvSpPr>
          <p:spPr>
            <a:xfrm>
              <a:off x="9146692" y="2069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2" name="pt42102"/>
            <p:cNvSpPr/>
            <p:nvPr/>
          </p:nvSpPr>
          <p:spPr>
            <a:xfrm>
              <a:off x="9062485" y="21157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3" name="pt42103"/>
            <p:cNvSpPr/>
            <p:nvPr/>
          </p:nvSpPr>
          <p:spPr>
            <a:xfrm>
              <a:off x="8698750" y="24095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4" name="pt42104"/>
            <p:cNvSpPr/>
            <p:nvPr/>
          </p:nvSpPr>
          <p:spPr>
            <a:xfrm>
              <a:off x="8899053" y="21471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5" name="pt42105"/>
            <p:cNvSpPr/>
            <p:nvPr/>
          </p:nvSpPr>
          <p:spPr>
            <a:xfrm>
              <a:off x="8890393" y="20399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6" name="pt42106"/>
            <p:cNvSpPr/>
            <p:nvPr/>
          </p:nvSpPr>
          <p:spPr>
            <a:xfrm>
              <a:off x="9207674" y="1752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7" name="pt42107"/>
            <p:cNvSpPr/>
            <p:nvPr/>
          </p:nvSpPr>
          <p:spPr>
            <a:xfrm>
              <a:off x="8738867" y="21938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8" name="pt42108"/>
            <p:cNvSpPr/>
            <p:nvPr/>
          </p:nvSpPr>
          <p:spPr>
            <a:xfrm>
              <a:off x="8646309" y="25067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9" name="pt42109"/>
            <p:cNvSpPr/>
            <p:nvPr/>
          </p:nvSpPr>
          <p:spPr>
            <a:xfrm>
              <a:off x="9215429" y="20266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0" name="pt42110"/>
            <p:cNvSpPr/>
            <p:nvPr/>
          </p:nvSpPr>
          <p:spPr>
            <a:xfrm>
              <a:off x="8588529" y="22585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1" name="pt42111"/>
            <p:cNvSpPr/>
            <p:nvPr/>
          </p:nvSpPr>
          <p:spPr>
            <a:xfrm>
              <a:off x="9528241" y="20126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2" name="pt42112"/>
            <p:cNvSpPr/>
            <p:nvPr/>
          </p:nvSpPr>
          <p:spPr>
            <a:xfrm>
              <a:off x="8738867" y="21594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3" name="pt42113"/>
            <p:cNvSpPr/>
            <p:nvPr/>
          </p:nvSpPr>
          <p:spPr>
            <a:xfrm>
              <a:off x="8723925" y="22748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4" name="pt42114"/>
            <p:cNvSpPr/>
            <p:nvPr/>
          </p:nvSpPr>
          <p:spPr>
            <a:xfrm>
              <a:off x="9022254" y="16204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5" name="pt42115"/>
            <p:cNvSpPr/>
            <p:nvPr/>
          </p:nvSpPr>
          <p:spPr>
            <a:xfrm>
              <a:off x="8679650" y="23453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6" name="pt42116"/>
            <p:cNvSpPr/>
            <p:nvPr/>
          </p:nvSpPr>
          <p:spPr>
            <a:xfrm>
              <a:off x="9301626" y="21915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7" name="pt42117"/>
            <p:cNvSpPr/>
            <p:nvPr/>
          </p:nvSpPr>
          <p:spPr>
            <a:xfrm>
              <a:off x="8887406" y="16113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8" name="pt42118"/>
            <p:cNvSpPr/>
            <p:nvPr/>
          </p:nvSpPr>
          <p:spPr>
            <a:xfrm>
              <a:off x="9548435" y="21577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9" name="pt42119"/>
            <p:cNvSpPr/>
            <p:nvPr/>
          </p:nvSpPr>
          <p:spPr>
            <a:xfrm>
              <a:off x="8658156" y="25772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0" name="pt42120"/>
            <p:cNvSpPr/>
            <p:nvPr/>
          </p:nvSpPr>
          <p:spPr>
            <a:xfrm>
              <a:off x="8980466" y="20219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1" name="pt42121"/>
            <p:cNvSpPr/>
            <p:nvPr/>
          </p:nvSpPr>
          <p:spPr>
            <a:xfrm>
              <a:off x="9633844" y="2086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2" name="pt42122"/>
            <p:cNvSpPr/>
            <p:nvPr/>
          </p:nvSpPr>
          <p:spPr>
            <a:xfrm>
              <a:off x="9186336" y="21936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3" name="pt42123"/>
            <p:cNvSpPr/>
            <p:nvPr/>
          </p:nvSpPr>
          <p:spPr>
            <a:xfrm>
              <a:off x="9286979" y="19474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4" name="pt42124"/>
            <p:cNvSpPr/>
            <p:nvPr/>
          </p:nvSpPr>
          <p:spPr>
            <a:xfrm>
              <a:off x="9084871" y="19816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5" name="pt42125"/>
            <p:cNvSpPr/>
            <p:nvPr/>
          </p:nvSpPr>
          <p:spPr>
            <a:xfrm>
              <a:off x="8469500" y="23715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6" name="pt42126"/>
            <p:cNvSpPr/>
            <p:nvPr/>
          </p:nvSpPr>
          <p:spPr>
            <a:xfrm>
              <a:off x="8857896" y="19934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7" name="pt42127"/>
            <p:cNvSpPr/>
            <p:nvPr/>
          </p:nvSpPr>
          <p:spPr>
            <a:xfrm>
              <a:off x="8707558" y="22589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8" name="pt42128"/>
            <p:cNvSpPr/>
            <p:nvPr/>
          </p:nvSpPr>
          <p:spPr>
            <a:xfrm>
              <a:off x="9268690" y="19847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9" name="pt42129"/>
            <p:cNvSpPr/>
            <p:nvPr/>
          </p:nvSpPr>
          <p:spPr>
            <a:xfrm>
              <a:off x="8658156" y="24514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0" name="pt42130"/>
            <p:cNvSpPr/>
            <p:nvPr/>
          </p:nvSpPr>
          <p:spPr>
            <a:xfrm>
              <a:off x="9701667" y="21360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1" name="pt42131"/>
            <p:cNvSpPr/>
            <p:nvPr/>
          </p:nvSpPr>
          <p:spPr>
            <a:xfrm>
              <a:off x="8803657" y="2083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2" name="pt42132"/>
            <p:cNvSpPr/>
            <p:nvPr/>
          </p:nvSpPr>
          <p:spPr>
            <a:xfrm>
              <a:off x="8857896" y="19702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3" name="pt42133"/>
            <p:cNvSpPr/>
            <p:nvPr/>
          </p:nvSpPr>
          <p:spPr>
            <a:xfrm>
              <a:off x="9370170" y="21389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4" name="pt42134"/>
            <p:cNvSpPr/>
            <p:nvPr/>
          </p:nvSpPr>
          <p:spPr>
            <a:xfrm>
              <a:off x="9370170" y="21696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5" name="pt42135"/>
            <p:cNvSpPr/>
            <p:nvPr/>
          </p:nvSpPr>
          <p:spPr>
            <a:xfrm>
              <a:off x="9218524" y="21105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6" name="pt42136"/>
            <p:cNvSpPr/>
            <p:nvPr/>
          </p:nvSpPr>
          <p:spPr>
            <a:xfrm>
              <a:off x="9780422" y="25124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7" name="pt42137"/>
            <p:cNvSpPr/>
            <p:nvPr/>
          </p:nvSpPr>
          <p:spPr>
            <a:xfrm>
              <a:off x="9633844" y="20342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8" name="pt42138"/>
            <p:cNvSpPr/>
            <p:nvPr/>
          </p:nvSpPr>
          <p:spPr>
            <a:xfrm>
              <a:off x="8431181" y="25742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9" name="pt42139"/>
            <p:cNvSpPr/>
            <p:nvPr/>
          </p:nvSpPr>
          <p:spPr>
            <a:xfrm>
              <a:off x="8381780" y="22553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0" name="pt42140"/>
            <p:cNvSpPr/>
            <p:nvPr/>
          </p:nvSpPr>
          <p:spPr>
            <a:xfrm>
              <a:off x="8431181" y="25288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1" name="pt42141"/>
            <p:cNvSpPr/>
            <p:nvPr/>
          </p:nvSpPr>
          <p:spPr>
            <a:xfrm>
              <a:off x="8707558" y="19967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2" name="pt42142"/>
            <p:cNvSpPr/>
            <p:nvPr/>
          </p:nvSpPr>
          <p:spPr>
            <a:xfrm>
              <a:off x="9576430" y="20348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3" name="pt42143"/>
            <p:cNvSpPr/>
            <p:nvPr/>
          </p:nvSpPr>
          <p:spPr>
            <a:xfrm>
              <a:off x="8312152" y="2366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4" name="pt42144"/>
            <p:cNvSpPr/>
            <p:nvPr/>
          </p:nvSpPr>
          <p:spPr>
            <a:xfrm>
              <a:off x="9052414" y="21414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5" name="pt42145"/>
            <p:cNvSpPr/>
            <p:nvPr/>
          </p:nvSpPr>
          <p:spPr>
            <a:xfrm>
              <a:off x="8960020" y="21230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6" name="pt42146"/>
            <p:cNvSpPr/>
            <p:nvPr/>
          </p:nvSpPr>
          <p:spPr>
            <a:xfrm>
              <a:off x="8899053" y="21577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7" name="pt42147"/>
            <p:cNvSpPr/>
            <p:nvPr/>
          </p:nvSpPr>
          <p:spPr>
            <a:xfrm>
              <a:off x="9548435" y="20034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8" name="pt42148"/>
            <p:cNvSpPr/>
            <p:nvPr/>
          </p:nvSpPr>
          <p:spPr>
            <a:xfrm>
              <a:off x="9096846" y="17211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9" name="pt42149"/>
            <p:cNvSpPr/>
            <p:nvPr/>
          </p:nvSpPr>
          <p:spPr>
            <a:xfrm>
              <a:off x="9978328" y="28035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0" name="pt42150"/>
            <p:cNvSpPr/>
            <p:nvPr/>
          </p:nvSpPr>
          <p:spPr>
            <a:xfrm>
              <a:off x="8826587" y="23228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1" name="pt42151"/>
            <p:cNvSpPr/>
            <p:nvPr/>
          </p:nvSpPr>
          <p:spPr>
            <a:xfrm>
              <a:off x="9184210" y="23961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2" name="pt42152"/>
            <p:cNvSpPr/>
            <p:nvPr/>
          </p:nvSpPr>
          <p:spPr>
            <a:xfrm>
              <a:off x="9320769" y="21986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3" name="pt42153"/>
            <p:cNvSpPr/>
            <p:nvPr/>
          </p:nvSpPr>
          <p:spPr>
            <a:xfrm>
              <a:off x="8980466" y="20143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4" name="pt42154"/>
            <p:cNvSpPr/>
            <p:nvPr/>
          </p:nvSpPr>
          <p:spPr>
            <a:xfrm>
              <a:off x="8312152" y="26323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5" name="pt42155"/>
            <p:cNvSpPr/>
            <p:nvPr/>
          </p:nvSpPr>
          <p:spPr>
            <a:xfrm>
              <a:off x="8857896" y="19615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6" name="pt42156"/>
            <p:cNvSpPr/>
            <p:nvPr/>
          </p:nvSpPr>
          <p:spPr>
            <a:xfrm>
              <a:off x="8669239" y="23744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7" name="pt42157"/>
            <p:cNvSpPr/>
            <p:nvPr/>
          </p:nvSpPr>
          <p:spPr>
            <a:xfrm>
              <a:off x="9356410" y="21005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8" name="pt42158"/>
            <p:cNvSpPr/>
            <p:nvPr/>
          </p:nvSpPr>
          <p:spPr>
            <a:xfrm>
              <a:off x="9324827" y="21584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9" name="pt42159"/>
            <p:cNvSpPr/>
            <p:nvPr/>
          </p:nvSpPr>
          <p:spPr>
            <a:xfrm>
              <a:off x="9030305" y="19776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0" name="pt42160"/>
            <p:cNvSpPr/>
            <p:nvPr/>
          </p:nvSpPr>
          <p:spPr>
            <a:xfrm>
              <a:off x="9193072" y="2395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1" name="pt42161"/>
            <p:cNvSpPr/>
            <p:nvPr/>
          </p:nvSpPr>
          <p:spPr>
            <a:xfrm>
              <a:off x="8570436" y="25047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2" name="pt42162"/>
            <p:cNvSpPr/>
            <p:nvPr/>
          </p:nvSpPr>
          <p:spPr>
            <a:xfrm>
              <a:off x="8633583" y="20785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3" name="pt42163"/>
            <p:cNvSpPr/>
            <p:nvPr/>
          </p:nvSpPr>
          <p:spPr>
            <a:xfrm>
              <a:off x="8971473" y="22123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4" name="pt42164"/>
            <p:cNvSpPr/>
            <p:nvPr/>
          </p:nvSpPr>
          <p:spPr>
            <a:xfrm>
              <a:off x="8469500" y="24801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5" name="pt42165"/>
            <p:cNvSpPr/>
            <p:nvPr/>
          </p:nvSpPr>
          <p:spPr>
            <a:xfrm>
              <a:off x="9606545" y="23138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6" name="pt42166"/>
            <p:cNvSpPr/>
            <p:nvPr/>
          </p:nvSpPr>
          <p:spPr>
            <a:xfrm>
              <a:off x="8920215" y="19967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7" name="pt42167"/>
            <p:cNvSpPr/>
            <p:nvPr/>
          </p:nvSpPr>
          <p:spPr>
            <a:xfrm>
              <a:off x="8604896" y="20574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8" name="pt42168"/>
            <p:cNvSpPr/>
            <p:nvPr/>
          </p:nvSpPr>
          <p:spPr>
            <a:xfrm>
              <a:off x="9321732" y="2200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9" name="pt42169"/>
            <p:cNvSpPr/>
            <p:nvPr/>
          </p:nvSpPr>
          <p:spPr>
            <a:xfrm>
              <a:off x="9620546" y="21825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0" name="pt42170"/>
            <p:cNvSpPr/>
            <p:nvPr/>
          </p:nvSpPr>
          <p:spPr>
            <a:xfrm>
              <a:off x="8500809" y="26727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1" name="pt42171"/>
            <p:cNvSpPr/>
            <p:nvPr/>
          </p:nvSpPr>
          <p:spPr>
            <a:xfrm>
              <a:off x="9218524" y="19527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2" name="pt42172"/>
            <p:cNvSpPr/>
            <p:nvPr/>
          </p:nvSpPr>
          <p:spPr>
            <a:xfrm>
              <a:off x="8961983" y="21896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3" name="pt42173"/>
            <p:cNvSpPr/>
            <p:nvPr/>
          </p:nvSpPr>
          <p:spPr>
            <a:xfrm>
              <a:off x="9185276" y="24239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4" name="pt42174"/>
            <p:cNvSpPr/>
            <p:nvPr/>
          </p:nvSpPr>
          <p:spPr>
            <a:xfrm>
              <a:off x="8907297" y="20663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5" name="pt42175"/>
            <p:cNvSpPr/>
            <p:nvPr/>
          </p:nvSpPr>
          <p:spPr>
            <a:xfrm>
              <a:off x="8431181" y="24607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6" name="pt42176"/>
            <p:cNvSpPr/>
            <p:nvPr/>
          </p:nvSpPr>
          <p:spPr>
            <a:xfrm>
              <a:off x="9213636" y="19420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7" name="pt42177"/>
            <p:cNvSpPr/>
            <p:nvPr/>
          </p:nvSpPr>
          <p:spPr>
            <a:xfrm>
              <a:off x="9453041" y="22680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8" name="pt42178"/>
            <p:cNvSpPr/>
            <p:nvPr/>
          </p:nvSpPr>
          <p:spPr>
            <a:xfrm>
              <a:off x="8312152" y="2526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9" name="pt42179"/>
            <p:cNvSpPr/>
            <p:nvPr/>
          </p:nvSpPr>
          <p:spPr>
            <a:xfrm>
              <a:off x="9079049" y="19616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0" name="pt42180"/>
            <p:cNvSpPr/>
            <p:nvPr/>
          </p:nvSpPr>
          <p:spPr>
            <a:xfrm>
              <a:off x="9680997" y="24942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1" name="pt42181"/>
            <p:cNvSpPr/>
            <p:nvPr/>
          </p:nvSpPr>
          <p:spPr>
            <a:xfrm>
              <a:off x="8500809" y="26181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2" name="pt42182"/>
            <p:cNvSpPr/>
            <p:nvPr/>
          </p:nvSpPr>
          <p:spPr>
            <a:xfrm>
              <a:off x="8752612" y="21608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3" name="pt42183"/>
            <p:cNvSpPr/>
            <p:nvPr/>
          </p:nvSpPr>
          <p:spPr>
            <a:xfrm>
              <a:off x="8312152" y="24678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4" name="pt42184"/>
            <p:cNvSpPr/>
            <p:nvPr/>
          </p:nvSpPr>
          <p:spPr>
            <a:xfrm>
              <a:off x="9620546" y="21951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5" name="pt42185"/>
            <p:cNvSpPr/>
            <p:nvPr/>
          </p:nvSpPr>
          <p:spPr>
            <a:xfrm>
              <a:off x="8312152" y="22783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6" name="pt42186"/>
            <p:cNvSpPr/>
            <p:nvPr/>
          </p:nvSpPr>
          <p:spPr>
            <a:xfrm>
              <a:off x="8550210" y="22893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7" name="pt42187"/>
            <p:cNvSpPr/>
            <p:nvPr/>
          </p:nvSpPr>
          <p:spPr>
            <a:xfrm>
              <a:off x="9259278" y="20745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8" name="pt42188"/>
            <p:cNvSpPr/>
            <p:nvPr/>
          </p:nvSpPr>
          <p:spPr>
            <a:xfrm>
              <a:off x="8669239" y="24633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9" name="pt42189"/>
            <p:cNvSpPr/>
            <p:nvPr/>
          </p:nvSpPr>
          <p:spPr>
            <a:xfrm>
              <a:off x="8901845" y="21719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0" name="pt42190"/>
            <p:cNvSpPr/>
            <p:nvPr/>
          </p:nvSpPr>
          <p:spPr>
            <a:xfrm>
              <a:off x="8830827" y="18624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1" name="pt42191"/>
            <p:cNvSpPr/>
            <p:nvPr/>
          </p:nvSpPr>
          <p:spPr>
            <a:xfrm>
              <a:off x="8707558" y="2214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2" name="pt42192"/>
            <p:cNvSpPr/>
            <p:nvPr/>
          </p:nvSpPr>
          <p:spPr>
            <a:xfrm>
              <a:off x="8619838" y="22186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3" name="pt42193"/>
            <p:cNvSpPr/>
            <p:nvPr/>
          </p:nvSpPr>
          <p:spPr>
            <a:xfrm>
              <a:off x="8881273" y="23336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4" name="pt42194"/>
            <p:cNvSpPr/>
            <p:nvPr/>
          </p:nvSpPr>
          <p:spPr>
            <a:xfrm>
              <a:off x="9256140" y="21046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5" name="pt42195"/>
            <p:cNvSpPr/>
            <p:nvPr/>
          </p:nvSpPr>
          <p:spPr>
            <a:xfrm>
              <a:off x="9084871" y="20506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6" name="pt42196"/>
            <p:cNvSpPr/>
            <p:nvPr/>
          </p:nvSpPr>
          <p:spPr>
            <a:xfrm>
              <a:off x="8830827" y="20554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7" name="pt42197"/>
            <p:cNvSpPr/>
            <p:nvPr/>
          </p:nvSpPr>
          <p:spPr>
            <a:xfrm>
              <a:off x="8731558" y="21882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8" name="pt42198"/>
            <p:cNvSpPr/>
            <p:nvPr/>
          </p:nvSpPr>
          <p:spPr>
            <a:xfrm>
              <a:off x="8782816" y="19894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9" name="pt42199"/>
            <p:cNvSpPr/>
            <p:nvPr/>
          </p:nvSpPr>
          <p:spPr>
            <a:xfrm>
              <a:off x="8793552" y="22153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0" name="pt42200"/>
            <p:cNvSpPr/>
            <p:nvPr/>
          </p:nvSpPr>
          <p:spPr>
            <a:xfrm>
              <a:off x="9537100" y="23335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1" name="pt42201"/>
            <p:cNvSpPr/>
            <p:nvPr/>
          </p:nvSpPr>
          <p:spPr>
            <a:xfrm>
              <a:off x="9262699" y="18117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2" name="pt42202"/>
            <p:cNvSpPr/>
            <p:nvPr/>
          </p:nvSpPr>
          <p:spPr>
            <a:xfrm>
              <a:off x="9141283" y="22511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3" name="pt42203"/>
            <p:cNvSpPr/>
            <p:nvPr/>
          </p:nvSpPr>
          <p:spPr>
            <a:xfrm>
              <a:off x="8619838" y="25596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4" name="pt42204"/>
            <p:cNvSpPr/>
            <p:nvPr/>
          </p:nvSpPr>
          <p:spPr>
            <a:xfrm>
              <a:off x="8887406" y="19992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5" name="pt42205"/>
            <p:cNvSpPr/>
            <p:nvPr/>
          </p:nvSpPr>
          <p:spPr>
            <a:xfrm>
              <a:off x="8945616" y="20411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6" name="pt42206"/>
            <p:cNvSpPr/>
            <p:nvPr/>
          </p:nvSpPr>
          <p:spPr>
            <a:xfrm>
              <a:off x="8846813" y="19499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7" name="pt42207"/>
            <p:cNvSpPr/>
            <p:nvPr/>
          </p:nvSpPr>
          <p:spPr>
            <a:xfrm>
              <a:off x="8550210" y="25198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8" name="pt42208"/>
            <p:cNvSpPr/>
            <p:nvPr/>
          </p:nvSpPr>
          <p:spPr>
            <a:xfrm>
              <a:off x="8469500" y="23789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9" name="pt42209"/>
            <p:cNvSpPr/>
            <p:nvPr/>
          </p:nvSpPr>
          <p:spPr>
            <a:xfrm>
              <a:off x="8500809" y="23487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0" name="pt42210"/>
            <p:cNvSpPr/>
            <p:nvPr/>
          </p:nvSpPr>
          <p:spPr>
            <a:xfrm>
              <a:off x="9020874" y="1640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1" name="pt42211"/>
            <p:cNvSpPr/>
            <p:nvPr/>
          </p:nvSpPr>
          <p:spPr>
            <a:xfrm>
              <a:off x="8808494" y="21677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2" name="pt42212"/>
            <p:cNvSpPr/>
            <p:nvPr/>
          </p:nvSpPr>
          <p:spPr>
            <a:xfrm>
              <a:off x="9010896" y="18586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3" name="pt42213"/>
            <p:cNvSpPr/>
            <p:nvPr/>
          </p:nvSpPr>
          <p:spPr>
            <a:xfrm>
              <a:off x="9044150" y="18386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4" name="pt42214"/>
            <p:cNvSpPr/>
            <p:nvPr/>
          </p:nvSpPr>
          <p:spPr>
            <a:xfrm>
              <a:off x="8431181" y="25681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5" name="pt42215"/>
            <p:cNvSpPr/>
            <p:nvPr/>
          </p:nvSpPr>
          <p:spPr>
            <a:xfrm>
              <a:off x="8431181" y="2516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6" name="pt42216"/>
            <p:cNvSpPr/>
            <p:nvPr/>
          </p:nvSpPr>
          <p:spPr>
            <a:xfrm>
              <a:off x="9242219" y="19906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7" name="pt42217"/>
            <p:cNvSpPr/>
            <p:nvPr/>
          </p:nvSpPr>
          <p:spPr>
            <a:xfrm>
              <a:off x="9215429" y="20005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8" name="pt42218"/>
            <p:cNvSpPr/>
            <p:nvPr/>
          </p:nvSpPr>
          <p:spPr>
            <a:xfrm>
              <a:off x="9184210" y="21298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9" name="pt42219"/>
            <p:cNvSpPr/>
            <p:nvPr/>
          </p:nvSpPr>
          <p:spPr>
            <a:xfrm>
              <a:off x="8669239" y="23188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0" name="pt42220"/>
            <p:cNvSpPr/>
            <p:nvPr/>
          </p:nvSpPr>
          <p:spPr>
            <a:xfrm>
              <a:off x="8679650" y="23526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1" name="pt42221"/>
            <p:cNvSpPr/>
            <p:nvPr/>
          </p:nvSpPr>
          <p:spPr>
            <a:xfrm>
              <a:off x="8939053" y="18123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2" name="pt42222"/>
            <p:cNvSpPr/>
            <p:nvPr/>
          </p:nvSpPr>
          <p:spPr>
            <a:xfrm>
              <a:off x="9116180" y="20289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3" name="pt42223"/>
            <p:cNvSpPr/>
            <p:nvPr/>
          </p:nvSpPr>
          <p:spPr>
            <a:xfrm>
              <a:off x="8907297" y="21170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4" name="pt42224"/>
            <p:cNvSpPr/>
            <p:nvPr/>
          </p:nvSpPr>
          <p:spPr>
            <a:xfrm>
              <a:off x="8570436" y="2420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5" name="pt42225"/>
            <p:cNvSpPr/>
            <p:nvPr/>
          </p:nvSpPr>
          <p:spPr>
            <a:xfrm>
              <a:off x="8890393" y="20141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6" name="pt42226"/>
            <p:cNvSpPr/>
            <p:nvPr/>
          </p:nvSpPr>
          <p:spPr>
            <a:xfrm>
              <a:off x="9020874" y="16573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7" name="pt42227"/>
            <p:cNvSpPr/>
            <p:nvPr/>
          </p:nvSpPr>
          <p:spPr>
            <a:xfrm>
              <a:off x="8312152" y="24576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8" name="pt42228"/>
            <p:cNvSpPr/>
            <p:nvPr/>
          </p:nvSpPr>
          <p:spPr>
            <a:xfrm>
              <a:off x="9010896" y="1630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9" name="pt42229"/>
            <p:cNvSpPr/>
            <p:nvPr/>
          </p:nvSpPr>
          <p:spPr>
            <a:xfrm>
              <a:off x="8963923" y="22695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0" name="pt42230"/>
            <p:cNvSpPr/>
            <p:nvPr/>
          </p:nvSpPr>
          <p:spPr>
            <a:xfrm>
              <a:off x="9581160" y="22400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1" name="pt42231"/>
            <p:cNvSpPr/>
            <p:nvPr/>
          </p:nvSpPr>
          <p:spPr>
            <a:xfrm>
              <a:off x="8381780" y="24292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2" name="pt42232"/>
            <p:cNvSpPr/>
            <p:nvPr/>
          </p:nvSpPr>
          <p:spPr>
            <a:xfrm>
              <a:off x="9051257" y="2113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3" name="pt42233"/>
            <p:cNvSpPr/>
            <p:nvPr/>
          </p:nvSpPr>
          <p:spPr>
            <a:xfrm>
              <a:off x="8826587" y="23205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4" name="pt42234"/>
            <p:cNvSpPr/>
            <p:nvPr/>
          </p:nvSpPr>
          <p:spPr>
            <a:xfrm>
              <a:off x="9425448" y="18178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5" name="pt42235"/>
            <p:cNvSpPr/>
            <p:nvPr/>
          </p:nvSpPr>
          <p:spPr>
            <a:xfrm>
              <a:off x="9076063" y="19565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6" name="pt42236"/>
            <p:cNvSpPr/>
            <p:nvPr/>
          </p:nvSpPr>
          <p:spPr>
            <a:xfrm>
              <a:off x="8550210" y="23020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7" name="pt42237"/>
            <p:cNvSpPr/>
            <p:nvPr/>
          </p:nvSpPr>
          <p:spPr>
            <a:xfrm>
              <a:off x="8752612" y="21440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8" name="pt42238"/>
            <p:cNvSpPr/>
            <p:nvPr/>
          </p:nvSpPr>
          <p:spPr>
            <a:xfrm>
              <a:off x="8956027" y="21893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9" name="pt42239"/>
            <p:cNvSpPr/>
            <p:nvPr/>
          </p:nvSpPr>
          <p:spPr>
            <a:xfrm>
              <a:off x="8963923" y="22209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0" name="pt42240"/>
            <p:cNvSpPr/>
            <p:nvPr/>
          </p:nvSpPr>
          <p:spPr>
            <a:xfrm>
              <a:off x="9184210" y="22187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1" name="pt42241"/>
            <p:cNvSpPr/>
            <p:nvPr/>
          </p:nvSpPr>
          <p:spPr>
            <a:xfrm>
              <a:off x="8588529" y="22023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2" name="pt42242"/>
            <p:cNvSpPr/>
            <p:nvPr/>
          </p:nvSpPr>
          <p:spPr>
            <a:xfrm>
              <a:off x="9325298" y="19645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3" name="pt42243"/>
            <p:cNvSpPr/>
            <p:nvPr/>
          </p:nvSpPr>
          <p:spPr>
            <a:xfrm>
              <a:off x="8932228" y="18958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4" name="pt42244"/>
            <p:cNvSpPr/>
            <p:nvPr/>
          </p:nvSpPr>
          <p:spPr>
            <a:xfrm>
              <a:off x="9259278" y="20817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5" name="pt42245"/>
            <p:cNvSpPr/>
            <p:nvPr/>
          </p:nvSpPr>
          <p:spPr>
            <a:xfrm>
              <a:off x="9413347" y="20415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6" name="pt42246"/>
            <p:cNvSpPr/>
            <p:nvPr/>
          </p:nvSpPr>
          <p:spPr>
            <a:xfrm>
              <a:off x="9652003" y="24662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7" name="pt42247"/>
            <p:cNvSpPr/>
            <p:nvPr/>
          </p:nvSpPr>
          <p:spPr>
            <a:xfrm>
              <a:off x="8782816" y="21997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8" name="pt42248"/>
            <p:cNvSpPr/>
            <p:nvPr/>
          </p:nvSpPr>
          <p:spPr>
            <a:xfrm>
              <a:off x="8890393" y="16935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9" name="pt42249"/>
            <p:cNvSpPr/>
            <p:nvPr/>
          </p:nvSpPr>
          <p:spPr>
            <a:xfrm>
              <a:off x="9828342" y="24677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0" name="pt42250"/>
            <p:cNvSpPr/>
            <p:nvPr/>
          </p:nvSpPr>
          <p:spPr>
            <a:xfrm>
              <a:off x="8431181" y="22604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1" name="pt42251"/>
            <p:cNvSpPr/>
            <p:nvPr/>
          </p:nvSpPr>
          <p:spPr>
            <a:xfrm>
              <a:off x="8777185" y="22875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2" name="pt42252"/>
            <p:cNvSpPr/>
            <p:nvPr/>
          </p:nvSpPr>
          <p:spPr>
            <a:xfrm>
              <a:off x="8752612" y="22848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3" name="pt42253"/>
            <p:cNvSpPr/>
            <p:nvPr/>
          </p:nvSpPr>
          <p:spPr>
            <a:xfrm>
              <a:off x="8312152" y="24215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4" name="pt42254"/>
            <p:cNvSpPr/>
            <p:nvPr/>
          </p:nvSpPr>
          <p:spPr>
            <a:xfrm>
              <a:off x="9557615" y="19839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5" name="pt42255"/>
            <p:cNvSpPr/>
            <p:nvPr/>
          </p:nvSpPr>
          <p:spPr>
            <a:xfrm>
              <a:off x="9286979" y="19655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6" name="pt42256"/>
            <p:cNvSpPr/>
            <p:nvPr/>
          </p:nvSpPr>
          <p:spPr>
            <a:xfrm>
              <a:off x="9174300" y="19741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7" name="pt42257"/>
            <p:cNvSpPr/>
            <p:nvPr/>
          </p:nvSpPr>
          <p:spPr>
            <a:xfrm>
              <a:off x="9126964" y="20692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8" name="pt42258"/>
            <p:cNvSpPr/>
            <p:nvPr/>
          </p:nvSpPr>
          <p:spPr>
            <a:xfrm>
              <a:off x="8604896" y="19799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9" name="pt42259"/>
            <p:cNvSpPr/>
            <p:nvPr/>
          </p:nvSpPr>
          <p:spPr>
            <a:xfrm>
              <a:off x="9259278" y="20917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0" name="pt42260"/>
            <p:cNvSpPr/>
            <p:nvPr/>
          </p:nvSpPr>
          <p:spPr>
            <a:xfrm>
              <a:off x="9259623" y="1981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1" name="pt42261"/>
            <p:cNvSpPr/>
            <p:nvPr/>
          </p:nvSpPr>
          <p:spPr>
            <a:xfrm>
              <a:off x="9256140" y="20776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2" name="pt42262"/>
            <p:cNvSpPr/>
            <p:nvPr/>
          </p:nvSpPr>
          <p:spPr>
            <a:xfrm>
              <a:off x="8887406" y="18496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3" name="pt42263"/>
            <p:cNvSpPr/>
            <p:nvPr/>
          </p:nvSpPr>
          <p:spPr>
            <a:xfrm>
              <a:off x="8312152" y="24107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4" name="pt42264"/>
            <p:cNvSpPr/>
            <p:nvPr/>
          </p:nvSpPr>
          <p:spPr>
            <a:xfrm>
              <a:off x="9052414" y="20400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5" name="pt42265"/>
            <p:cNvSpPr/>
            <p:nvPr/>
          </p:nvSpPr>
          <p:spPr>
            <a:xfrm>
              <a:off x="8469500" y="22751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6" name="pt42266"/>
            <p:cNvSpPr/>
            <p:nvPr/>
          </p:nvSpPr>
          <p:spPr>
            <a:xfrm>
              <a:off x="8941268" y="19505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7" name="pt42267"/>
            <p:cNvSpPr/>
            <p:nvPr/>
          </p:nvSpPr>
          <p:spPr>
            <a:xfrm>
              <a:off x="8723925" y="21220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8" name="pt42268"/>
            <p:cNvSpPr/>
            <p:nvPr/>
          </p:nvSpPr>
          <p:spPr>
            <a:xfrm>
              <a:off x="9268690" y="19022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9" name="pt42269"/>
            <p:cNvSpPr/>
            <p:nvPr/>
          </p:nvSpPr>
          <p:spPr>
            <a:xfrm>
              <a:off x="8431181" y="25700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0" name="pt42270"/>
            <p:cNvSpPr/>
            <p:nvPr/>
          </p:nvSpPr>
          <p:spPr>
            <a:xfrm>
              <a:off x="8949856" y="20727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1" name="pt42271"/>
            <p:cNvSpPr/>
            <p:nvPr/>
          </p:nvSpPr>
          <p:spPr>
            <a:xfrm>
              <a:off x="9457237" y="21567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2" name="pt42272"/>
            <p:cNvSpPr/>
            <p:nvPr/>
          </p:nvSpPr>
          <p:spPr>
            <a:xfrm>
              <a:off x="8381780" y="23826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3" name="pt42273"/>
            <p:cNvSpPr/>
            <p:nvPr/>
          </p:nvSpPr>
          <p:spPr>
            <a:xfrm>
              <a:off x="8960020" y="22263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4" name="pt42274"/>
            <p:cNvSpPr/>
            <p:nvPr/>
          </p:nvSpPr>
          <p:spPr>
            <a:xfrm>
              <a:off x="9382404" y="20345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5" name="pt42275"/>
            <p:cNvSpPr/>
            <p:nvPr/>
          </p:nvSpPr>
          <p:spPr>
            <a:xfrm>
              <a:off x="8312152" y="24984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6" name="pt42276"/>
            <p:cNvSpPr/>
            <p:nvPr/>
          </p:nvSpPr>
          <p:spPr>
            <a:xfrm>
              <a:off x="8619838" y="23366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7" name="pt42277"/>
            <p:cNvSpPr/>
            <p:nvPr/>
          </p:nvSpPr>
          <p:spPr>
            <a:xfrm>
              <a:off x="8312152" y="25828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8" name="pt42278"/>
            <p:cNvSpPr/>
            <p:nvPr/>
          </p:nvSpPr>
          <p:spPr>
            <a:xfrm>
              <a:off x="8947749" y="21508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9" name="pt42279"/>
            <p:cNvSpPr/>
            <p:nvPr/>
          </p:nvSpPr>
          <p:spPr>
            <a:xfrm>
              <a:off x="8431181" y="2491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0" name="pt42280"/>
            <p:cNvSpPr/>
            <p:nvPr/>
          </p:nvSpPr>
          <p:spPr>
            <a:xfrm>
              <a:off x="8381780" y="22335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1" name="pt42281"/>
            <p:cNvSpPr/>
            <p:nvPr/>
          </p:nvSpPr>
          <p:spPr>
            <a:xfrm>
              <a:off x="8956027" y="21185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2" name="pt42282"/>
            <p:cNvSpPr/>
            <p:nvPr/>
          </p:nvSpPr>
          <p:spPr>
            <a:xfrm>
              <a:off x="8963923" y="22557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3" name="pt42283"/>
            <p:cNvSpPr/>
            <p:nvPr/>
          </p:nvSpPr>
          <p:spPr>
            <a:xfrm>
              <a:off x="8878122" y="21424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4" name="pt42284"/>
            <p:cNvSpPr/>
            <p:nvPr/>
          </p:nvSpPr>
          <p:spPr>
            <a:xfrm>
              <a:off x="9068885" y="17879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5" name="pt42285"/>
            <p:cNvSpPr/>
            <p:nvPr/>
          </p:nvSpPr>
          <p:spPr>
            <a:xfrm>
              <a:off x="9340807" y="21687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6" name="pt42286"/>
            <p:cNvSpPr/>
            <p:nvPr/>
          </p:nvSpPr>
          <p:spPr>
            <a:xfrm>
              <a:off x="8830827" y="19844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7" name="pt42287"/>
            <p:cNvSpPr/>
            <p:nvPr/>
          </p:nvSpPr>
          <p:spPr>
            <a:xfrm>
              <a:off x="8929892" y="17127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8" name="pt42288"/>
            <p:cNvSpPr/>
            <p:nvPr/>
          </p:nvSpPr>
          <p:spPr>
            <a:xfrm>
              <a:off x="9034193" y="17579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9" name="pt42289"/>
            <p:cNvSpPr/>
            <p:nvPr/>
          </p:nvSpPr>
          <p:spPr>
            <a:xfrm>
              <a:off x="8469500" y="24281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0" name="pt42290"/>
            <p:cNvSpPr/>
            <p:nvPr/>
          </p:nvSpPr>
          <p:spPr>
            <a:xfrm>
              <a:off x="9056963" y="20083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1" name="pt42291"/>
            <p:cNvSpPr/>
            <p:nvPr/>
          </p:nvSpPr>
          <p:spPr>
            <a:xfrm>
              <a:off x="8707558" y="23543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2" name="pt42292"/>
            <p:cNvSpPr/>
            <p:nvPr/>
          </p:nvSpPr>
          <p:spPr>
            <a:xfrm>
              <a:off x="9324827" y="21201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3" name="pt42293"/>
            <p:cNvSpPr/>
            <p:nvPr/>
          </p:nvSpPr>
          <p:spPr>
            <a:xfrm>
              <a:off x="8431181" y="25359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4" name="pt42294"/>
            <p:cNvSpPr/>
            <p:nvPr/>
          </p:nvSpPr>
          <p:spPr>
            <a:xfrm>
              <a:off x="8993941" y="20028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5" name="pt42295"/>
            <p:cNvSpPr/>
            <p:nvPr/>
          </p:nvSpPr>
          <p:spPr>
            <a:xfrm>
              <a:off x="9356410" y="21218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6" name="pt42296"/>
            <p:cNvSpPr/>
            <p:nvPr/>
          </p:nvSpPr>
          <p:spPr>
            <a:xfrm>
              <a:off x="8500809" y="25701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7" name="pt42297"/>
            <p:cNvSpPr/>
            <p:nvPr/>
          </p:nvSpPr>
          <p:spPr>
            <a:xfrm>
              <a:off x="8679650" y="24217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8" name="pt42298"/>
            <p:cNvSpPr/>
            <p:nvPr/>
          </p:nvSpPr>
          <p:spPr>
            <a:xfrm>
              <a:off x="8945616" y="20622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9" name="pt42299"/>
            <p:cNvSpPr/>
            <p:nvPr/>
          </p:nvSpPr>
          <p:spPr>
            <a:xfrm>
              <a:off x="8731558" y="22213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0" name="pt42300"/>
            <p:cNvSpPr/>
            <p:nvPr/>
          </p:nvSpPr>
          <p:spPr>
            <a:xfrm>
              <a:off x="8868306" y="21716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1" name="pt42301"/>
            <p:cNvSpPr/>
            <p:nvPr/>
          </p:nvSpPr>
          <p:spPr>
            <a:xfrm>
              <a:off x="9581160" y="21558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2" name="pt42302"/>
            <p:cNvSpPr/>
            <p:nvPr/>
          </p:nvSpPr>
          <p:spPr>
            <a:xfrm>
              <a:off x="8707558" y="22358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3" name="pt42303"/>
            <p:cNvSpPr/>
            <p:nvPr/>
          </p:nvSpPr>
          <p:spPr>
            <a:xfrm>
              <a:off x="8312152" y="23606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4" name="pt42304"/>
            <p:cNvSpPr/>
            <p:nvPr/>
          </p:nvSpPr>
          <p:spPr>
            <a:xfrm>
              <a:off x="8658156" y="24907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5" name="pt42305"/>
            <p:cNvSpPr/>
            <p:nvPr/>
          </p:nvSpPr>
          <p:spPr>
            <a:xfrm>
              <a:off x="8469500" y="25066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6" name="pt42306"/>
            <p:cNvSpPr/>
            <p:nvPr/>
          </p:nvSpPr>
          <p:spPr>
            <a:xfrm>
              <a:off x="9010896" y="17055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7" name="pt42307"/>
            <p:cNvSpPr/>
            <p:nvPr/>
          </p:nvSpPr>
          <p:spPr>
            <a:xfrm>
              <a:off x="8788268" y="20862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8" name="pt42308"/>
            <p:cNvSpPr/>
            <p:nvPr/>
          </p:nvSpPr>
          <p:spPr>
            <a:xfrm>
              <a:off x="8731558" y="21675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9" name="pt42309"/>
            <p:cNvSpPr/>
            <p:nvPr/>
          </p:nvSpPr>
          <p:spPr>
            <a:xfrm>
              <a:off x="8920215" y="22671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0" name="pt42310"/>
            <p:cNvSpPr/>
            <p:nvPr/>
          </p:nvSpPr>
          <p:spPr>
            <a:xfrm>
              <a:off x="8868306" y="21360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1" name="pt42311"/>
            <p:cNvSpPr/>
            <p:nvPr/>
          </p:nvSpPr>
          <p:spPr>
            <a:xfrm>
              <a:off x="9208605" y="1980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2" name="pt42312"/>
            <p:cNvSpPr/>
            <p:nvPr/>
          </p:nvSpPr>
          <p:spPr>
            <a:xfrm>
              <a:off x="8846813" y="22130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3" name="pt42313"/>
            <p:cNvSpPr/>
            <p:nvPr/>
          </p:nvSpPr>
          <p:spPr>
            <a:xfrm>
              <a:off x="8550210" y="25048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4" name="pt42314"/>
            <p:cNvSpPr/>
            <p:nvPr/>
          </p:nvSpPr>
          <p:spPr>
            <a:xfrm>
              <a:off x="8793552" y="20781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5" name="pt42315"/>
            <p:cNvSpPr/>
            <p:nvPr/>
          </p:nvSpPr>
          <p:spPr>
            <a:xfrm>
              <a:off x="8689465" y="23520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6" name="pt42316"/>
            <p:cNvSpPr/>
            <p:nvPr/>
          </p:nvSpPr>
          <p:spPr>
            <a:xfrm>
              <a:off x="8932228" y="18928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7" name="pt42317"/>
            <p:cNvSpPr/>
            <p:nvPr/>
          </p:nvSpPr>
          <p:spPr>
            <a:xfrm>
              <a:off x="8588529" y="23767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8" name="pt42318"/>
            <p:cNvSpPr/>
            <p:nvPr/>
          </p:nvSpPr>
          <p:spPr>
            <a:xfrm>
              <a:off x="9186336" y="21808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9" name="pt42319"/>
            <p:cNvSpPr/>
            <p:nvPr/>
          </p:nvSpPr>
          <p:spPr>
            <a:xfrm>
              <a:off x="9048921" y="20345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0" name="pt42320"/>
            <p:cNvSpPr/>
            <p:nvPr/>
          </p:nvSpPr>
          <p:spPr>
            <a:xfrm>
              <a:off x="9037995" y="17717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1" name="pt42321"/>
            <p:cNvSpPr/>
            <p:nvPr/>
          </p:nvSpPr>
          <p:spPr>
            <a:xfrm>
              <a:off x="9052414" y="21967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2" name="pt42322"/>
            <p:cNvSpPr/>
            <p:nvPr/>
          </p:nvSpPr>
          <p:spPr>
            <a:xfrm>
              <a:off x="8980466" y="19872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3" name="pt42323"/>
            <p:cNvSpPr/>
            <p:nvPr/>
          </p:nvSpPr>
          <p:spPr>
            <a:xfrm>
              <a:off x="8788268" y="22740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4" name="pt42324"/>
            <p:cNvSpPr/>
            <p:nvPr/>
          </p:nvSpPr>
          <p:spPr>
            <a:xfrm>
              <a:off x="8947749" y="20949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5" name="pt42325"/>
            <p:cNvSpPr/>
            <p:nvPr/>
          </p:nvSpPr>
          <p:spPr>
            <a:xfrm>
              <a:off x="9471970" y="24017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6" name="pt42326"/>
            <p:cNvSpPr/>
            <p:nvPr/>
          </p:nvSpPr>
          <p:spPr>
            <a:xfrm>
              <a:off x="9405714" y="20560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7" name="pt42327"/>
            <p:cNvSpPr/>
            <p:nvPr/>
          </p:nvSpPr>
          <p:spPr>
            <a:xfrm>
              <a:off x="9022254" y="1743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8" name="pt42328"/>
            <p:cNvSpPr/>
            <p:nvPr/>
          </p:nvSpPr>
          <p:spPr>
            <a:xfrm>
              <a:off x="8980466" y="19697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9" name="pt42329"/>
            <p:cNvSpPr/>
            <p:nvPr/>
          </p:nvSpPr>
          <p:spPr>
            <a:xfrm>
              <a:off x="9562708" y="18821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0" name="pt42330"/>
            <p:cNvSpPr/>
            <p:nvPr/>
          </p:nvSpPr>
          <p:spPr>
            <a:xfrm>
              <a:off x="9367432" y="20027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1" name="pt42331"/>
            <p:cNvSpPr/>
            <p:nvPr/>
          </p:nvSpPr>
          <p:spPr>
            <a:xfrm>
              <a:off x="9067835" y="18297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2" name="pt42332"/>
            <p:cNvSpPr/>
            <p:nvPr/>
          </p:nvSpPr>
          <p:spPr>
            <a:xfrm>
              <a:off x="8646309" y="23878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3" name="pt42333"/>
            <p:cNvSpPr/>
            <p:nvPr/>
          </p:nvSpPr>
          <p:spPr>
            <a:xfrm>
              <a:off x="8963923" y="2230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4" name="pt42334"/>
            <p:cNvSpPr/>
            <p:nvPr/>
          </p:nvSpPr>
          <p:spPr>
            <a:xfrm>
              <a:off x="8980466" y="20317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5" name="pt42335"/>
            <p:cNvSpPr/>
            <p:nvPr/>
          </p:nvSpPr>
          <p:spPr>
            <a:xfrm>
              <a:off x="8312152" y="24479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6" name="pt42336"/>
            <p:cNvSpPr/>
            <p:nvPr/>
          </p:nvSpPr>
          <p:spPr>
            <a:xfrm>
              <a:off x="8813199" y="21768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7" name="pt42337"/>
            <p:cNvSpPr/>
            <p:nvPr/>
          </p:nvSpPr>
          <p:spPr>
            <a:xfrm>
              <a:off x="8854280" y="20042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8" name="pt42338"/>
            <p:cNvSpPr/>
            <p:nvPr/>
          </p:nvSpPr>
          <p:spPr>
            <a:xfrm>
              <a:off x="8381780" y="20673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9" name="pt42339"/>
            <p:cNvSpPr/>
            <p:nvPr/>
          </p:nvSpPr>
          <p:spPr>
            <a:xfrm>
              <a:off x="8431181" y="23333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0" name="pt42340"/>
            <p:cNvSpPr/>
            <p:nvPr/>
          </p:nvSpPr>
          <p:spPr>
            <a:xfrm>
              <a:off x="9046552" y="20120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1" name="pt42341"/>
            <p:cNvSpPr/>
            <p:nvPr/>
          </p:nvSpPr>
          <p:spPr>
            <a:xfrm>
              <a:off x="8759093" y="2144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2" name="pt42342"/>
            <p:cNvSpPr/>
            <p:nvPr/>
          </p:nvSpPr>
          <p:spPr>
            <a:xfrm>
              <a:off x="8619838" y="24445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3" name="pt42343"/>
            <p:cNvSpPr/>
            <p:nvPr/>
          </p:nvSpPr>
          <p:spPr>
            <a:xfrm>
              <a:off x="9486369" y="25165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4" name="pt42344"/>
            <p:cNvSpPr/>
            <p:nvPr/>
          </p:nvSpPr>
          <p:spPr>
            <a:xfrm>
              <a:off x="8793552" y="21842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5" name="pt42345"/>
            <p:cNvSpPr/>
            <p:nvPr/>
          </p:nvSpPr>
          <p:spPr>
            <a:xfrm>
              <a:off x="8899053" y="22202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6" name="pt42346"/>
            <p:cNvSpPr/>
            <p:nvPr/>
          </p:nvSpPr>
          <p:spPr>
            <a:xfrm>
              <a:off x="8312152" y="22715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7" name="pt42347"/>
            <p:cNvSpPr/>
            <p:nvPr/>
          </p:nvSpPr>
          <p:spPr>
            <a:xfrm>
              <a:off x="8588529" y="2279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8" name="pt42348"/>
            <p:cNvSpPr/>
            <p:nvPr/>
          </p:nvSpPr>
          <p:spPr>
            <a:xfrm>
              <a:off x="8817779" y="22367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9" name="pt42349"/>
            <p:cNvSpPr/>
            <p:nvPr/>
          </p:nvSpPr>
          <p:spPr>
            <a:xfrm>
              <a:off x="9268690" y="19679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0" name="pt42350"/>
            <p:cNvSpPr/>
            <p:nvPr/>
          </p:nvSpPr>
          <p:spPr>
            <a:xfrm>
              <a:off x="9037995" y="18287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1" name="pt42351"/>
            <p:cNvSpPr/>
            <p:nvPr/>
          </p:nvSpPr>
          <p:spPr>
            <a:xfrm>
              <a:off x="8738867" y="23429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2" name="pt42352"/>
            <p:cNvSpPr/>
            <p:nvPr/>
          </p:nvSpPr>
          <p:spPr>
            <a:xfrm>
              <a:off x="8798679" y="22243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3" name="pt42353"/>
            <p:cNvSpPr/>
            <p:nvPr/>
          </p:nvSpPr>
          <p:spPr>
            <a:xfrm>
              <a:off x="9466476" y="22632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4" name="pt42354"/>
            <p:cNvSpPr/>
            <p:nvPr/>
          </p:nvSpPr>
          <p:spPr>
            <a:xfrm>
              <a:off x="9389022" y="21801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5" name="pt42355"/>
            <p:cNvSpPr/>
            <p:nvPr/>
          </p:nvSpPr>
          <p:spPr>
            <a:xfrm>
              <a:off x="9087709" y="1862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6" name="pt42356"/>
            <p:cNvSpPr/>
            <p:nvPr/>
          </p:nvSpPr>
          <p:spPr>
            <a:xfrm>
              <a:off x="8738867" y="1954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7" name="pt42357"/>
            <p:cNvSpPr/>
            <p:nvPr/>
          </p:nvSpPr>
          <p:spPr>
            <a:xfrm>
              <a:off x="8731558" y="22300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8" name="pt42358"/>
            <p:cNvSpPr/>
            <p:nvPr/>
          </p:nvSpPr>
          <p:spPr>
            <a:xfrm>
              <a:off x="8431181" y="25414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9" name="pt42359"/>
            <p:cNvSpPr/>
            <p:nvPr/>
          </p:nvSpPr>
          <p:spPr>
            <a:xfrm>
              <a:off x="8765338" y="21133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0" name="pt42360"/>
            <p:cNvSpPr/>
            <p:nvPr/>
          </p:nvSpPr>
          <p:spPr>
            <a:xfrm>
              <a:off x="9320769" y="19819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1" name="pt42361"/>
            <p:cNvSpPr/>
            <p:nvPr/>
          </p:nvSpPr>
          <p:spPr>
            <a:xfrm>
              <a:off x="8469500" y="25046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2" name="pt42362"/>
            <p:cNvSpPr/>
            <p:nvPr/>
          </p:nvSpPr>
          <p:spPr>
            <a:xfrm>
              <a:off x="9068885" y="18595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3" name="pt42363"/>
            <p:cNvSpPr/>
            <p:nvPr/>
          </p:nvSpPr>
          <p:spPr>
            <a:xfrm>
              <a:off x="9048921" y="22518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4" name="pt42364"/>
            <p:cNvSpPr/>
            <p:nvPr/>
          </p:nvSpPr>
          <p:spPr>
            <a:xfrm>
              <a:off x="8765338" y="20352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5" name="pt42365"/>
            <p:cNvSpPr/>
            <p:nvPr/>
          </p:nvSpPr>
          <p:spPr>
            <a:xfrm>
              <a:off x="9537100" y="20366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6" name="pt42366"/>
            <p:cNvSpPr/>
            <p:nvPr/>
          </p:nvSpPr>
          <p:spPr>
            <a:xfrm>
              <a:off x="8469500" y="24913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7" name="pt42367"/>
            <p:cNvSpPr/>
            <p:nvPr/>
          </p:nvSpPr>
          <p:spPr>
            <a:xfrm>
              <a:off x="8570436" y="27466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8" name="pt42368"/>
            <p:cNvSpPr/>
            <p:nvPr/>
          </p:nvSpPr>
          <p:spPr>
            <a:xfrm>
              <a:off x="9197089" y="16449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9" name="pt42369"/>
            <p:cNvSpPr/>
            <p:nvPr/>
          </p:nvSpPr>
          <p:spPr>
            <a:xfrm>
              <a:off x="9111342" y="21310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0" name="pt42370"/>
            <p:cNvSpPr/>
            <p:nvPr/>
          </p:nvSpPr>
          <p:spPr>
            <a:xfrm>
              <a:off x="8312152" y="25028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1" name="pt42371"/>
            <p:cNvSpPr/>
            <p:nvPr/>
          </p:nvSpPr>
          <p:spPr>
            <a:xfrm>
              <a:off x="8842954" y="19634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2" name="pt42372"/>
            <p:cNvSpPr/>
            <p:nvPr/>
          </p:nvSpPr>
          <p:spPr>
            <a:xfrm>
              <a:off x="8658156" y="24281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3" name="pt42373"/>
            <p:cNvSpPr/>
            <p:nvPr/>
          </p:nvSpPr>
          <p:spPr>
            <a:xfrm>
              <a:off x="8759093" y="23393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4" name="pt42374"/>
            <p:cNvSpPr/>
            <p:nvPr/>
          </p:nvSpPr>
          <p:spPr>
            <a:xfrm>
              <a:off x="8922686" y="17956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5" name="pt42375"/>
            <p:cNvSpPr/>
            <p:nvPr/>
          </p:nvSpPr>
          <p:spPr>
            <a:xfrm>
              <a:off x="9151289" y="20484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6" name="pt42376"/>
            <p:cNvSpPr/>
            <p:nvPr/>
          </p:nvSpPr>
          <p:spPr>
            <a:xfrm>
              <a:off x="9286979" y="2037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7" name="pt42377"/>
            <p:cNvSpPr/>
            <p:nvPr/>
          </p:nvSpPr>
          <p:spPr>
            <a:xfrm>
              <a:off x="8633583" y="22656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8" name="pt42378"/>
            <p:cNvSpPr/>
            <p:nvPr/>
          </p:nvSpPr>
          <p:spPr>
            <a:xfrm>
              <a:off x="8381780" y="2258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9" name="pt42379"/>
            <p:cNvSpPr/>
            <p:nvPr/>
          </p:nvSpPr>
          <p:spPr>
            <a:xfrm>
              <a:off x="9068885" y="18664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0" name="pt42380"/>
            <p:cNvSpPr/>
            <p:nvPr/>
          </p:nvSpPr>
          <p:spPr>
            <a:xfrm>
              <a:off x="9195593" y="22975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1" name="pt42381"/>
            <p:cNvSpPr/>
            <p:nvPr/>
          </p:nvSpPr>
          <p:spPr>
            <a:xfrm>
              <a:off x="9004922" y="17526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2" name="pt42382"/>
            <p:cNvSpPr/>
            <p:nvPr/>
          </p:nvSpPr>
          <p:spPr>
            <a:xfrm>
              <a:off x="8947749" y="21504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3" name="pt42383"/>
            <p:cNvSpPr/>
            <p:nvPr/>
          </p:nvSpPr>
          <p:spPr>
            <a:xfrm>
              <a:off x="8777185" y="23506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4" name="pt42384"/>
            <p:cNvSpPr/>
            <p:nvPr/>
          </p:nvSpPr>
          <p:spPr>
            <a:xfrm>
              <a:off x="8929892" y="18254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5" name="pt42385"/>
            <p:cNvSpPr/>
            <p:nvPr/>
          </p:nvSpPr>
          <p:spPr>
            <a:xfrm>
              <a:off x="8890393" y="19607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6" name="pt42386"/>
            <p:cNvSpPr/>
            <p:nvPr/>
          </p:nvSpPr>
          <p:spPr>
            <a:xfrm>
              <a:off x="8588529" y="22331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7" name="pt42387"/>
            <p:cNvSpPr/>
            <p:nvPr/>
          </p:nvSpPr>
          <p:spPr>
            <a:xfrm>
              <a:off x="8588529" y="22186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8" name="pt42388"/>
            <p:cNvSpPr/>
            <p:nvPr/>
          </p:nvSpPr>
          <p:spPr>
            <a:xfrm>
              <a:off x="8745877" y="21850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9" name="pt42389"/>
            <p:cNvSpPr/>
            <p:nvPr/>
          </p:nvSpPr>
          <p:spPr>
            <a:xfrm>
              <a:off x="8500809" y="25679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0" name="pt42390"/>
            <p:cNvSpPr/>
            <p:nvPr/>
          </p:nvSpPr>
          <p:spPr>
            <a:xfrm>
              <a:off x="8312152" y="24611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1" name="pt42391"/>
            <p:cNvSpPr/>
            <p:nvPr/>
          </p:nvSpPr>
          <p:spPr>
            <a:xfrm>
              <a:off x="9485353" y="23523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2" name="pt42392"/>
            <p:cNvSpPr/>
            <p:nvPr/>
          </p:nvSpPr>
          <p:spPr>
            <a:xfrm>
              <a:off x="8782816" y="20917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3" name="pt42393"/>
            <p:cNvSpPr/>
            <p:nvPr/>
          </p:nvSpPr>
          <p:spPr>
            <a:xfrm>
              <a:off x="8500809" y="26264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4" name="pt42394"/>
            <p:cNvSpPr/>
            <p:nvPr/>
          </p:nvSpPr>
          <p:spPr>
            <a:xfrm>
              <a:off x="8604896" y="23445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5" name="pt42395"/>
            <p:cNvSpPr/>
            <p:nvPr/>
          </p:nvSpPr>
          <p:spPr>
            <a:xfrm>
              <a:off x="8658156" y="24176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6" name="pt42396"/>
            <p:cNvSpPr/>
            <p:nvPr/>
          </p:nvSpPr>
          <p:spPr>
            <a:xfrm>
              <a:off x="9050093" y="2134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7" name="pt42397"/>
            <p:cNvSpPr/>
            <p:nvPr/>
          </p:nvSpPr>
          <p:spPr>
            <a:xfrm>
              <a:off x="9518367" y="20039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8" name="pt42398"/>
            <p:cNvSpPr/>
            <p:nvPr/>
          </p:nvSpPr>
          <p:spPr>
            <a:xfrm>
              <a:off x="9382741" y="21532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9" name="pt42399"/>
            <p:cNvSpPr/>
            <p:nvPr/>
          </p:nvSpPr>
          <p:spPr>
            <a:xfrm>
              <a:off x="8604896" y="22093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0" name="pt42400"/>
            <p:cNvSpPr/>
            <p:nvPr/>
          </p:nvSpPr>
          <p:spPr>
            <a:xfrm>
              <a:off x="8469500" y="22237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1" name="pt42401"/>
            <p:cNvSpPr/>
            <p:nvPr/>
          </p:nvSpPr>
          <p:spPr>
            <a:xfrm>
              <a:off x="9076063" y="19116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2" name="pt42402"/>
            <p:cNvSpPr/>
            <p:nvPr/>
          </p:nvSpPr>
          <p:spPr>
            <a:xfrm>
              <a:off x="8679650" y="23958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3" name="pt42403"/>
            <p:cNvSpPr/>
            <p:nvPr/>
          </p:nvSpPr>
          <p:spPr>
            <a:xfrm>
              <a:off x="8834965" y="1984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4" name="pt42404"/>
            <p:cNvSpPr/>
            <p:nvPr/>
          </p:nvSpPr>
          <p:spPr>
            <a:xfrm>
              <a:off x="8633583" y="19206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5" name="pt42405"/>
            <p:cNvSpPr/>
            <p:nvPr/>
          </p:nvSpPr>
          <p:spPr>
            <a:xfrm>
              <a:off x="9301626" y="21220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6" name="pt42406"/>
            <p:cNvSpPr/>
            <p:nvPr/>
          </p:nvSpPr>
          <p:spPr>
            <a:xfrm>
              <a:off x="9123951" y="20569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7" name="pt42407"/>
            <p:cNvSpPr/>
            <p:nvPr/>
          </p:nvSpPr>
          <p:spPr>
            <a:xfrm>
              <a:off x="8550210" y="25014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8" name="pt42408"/>
            <p:cNvSpPr/>
            <p:nvPr/>
          </p:nvSpPr>
          <p:spPr>
            <a:xfrm>
              <a:off x="9701667" y="24822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9" name="pt42409"/>
            <p:cNvSpPr/>
            <p:nvPr/>
          </p:nvSpPr>
          <p:spPr>
            <a:xfrm>
              <a:off x="8500809" y="25518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0" name="pt42410"/>
            <p:cNvSpPr/>
            <p:nvPr/>
          </p:nvSpPr>
          <p:spPr>
            <a:xfrm>
              <a:off x="9184210" y="21467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1" name="pt42411"/>
            <p:cNvSpPr/>
            <p:nvPr/>
          </p:nvSpPr>
          <p:spPr>
            <a:xfrm>
              <a:off x="8993941" y="19662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2" name="pt42412"/>
            <p:cNvSpPr/>
            <p:nvPr/>
          </p:nvSpPr>
          <p:spPr>
            <a:xfrm>
              <a:off x="8899053" y="22120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3" name="pt42413"/>
            <p:cNvSpPr/>
            <p:nvPr/>
          </p:nvSpPr>
          <p:spPr>
            <a:xfrm>
              <a:off x="8633583" y="22167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4" name="pt42414"/>
            <p:cNvSpPr/>
            <p:nvPr/>
          </p:nvSpPr>
          <p:spPr>
            <a:xfrm>
              <a:off x="8619838" y="21450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5" name="pt42415"/>
            <p:cNvSpPr/>
            <p:nvPr/>
          </p:nvSpPr>
          <p:spPr>
            <a:xfrm>
              <a:off x="8949856" y="20988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6" name="pt42416"/>
            <p:cNvSpPr/>
            <p:nvPr/>
          </p:nvSpPr>
          <p:spPr>
            <a:xfrm>
              <a:off x="9517293" y="2056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7" name="pt42417"/>
            <p:cNvSpPr/>
            <p:nvPr/>
          </p:nvSpPr>
          <p:spPr>
            <a:xfrm>
              <a:off x="9226651" y="20610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8" name="pt42418"/>
            <p:cNvSpPr/>
            <p:nvPr/>
          </p:nvSpPr>
          <p:spPr>
            <a:xfrm>
              <a:off x="8738867" y="20537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9" name="pt42419"/>
            <p:cNvSpPr/>
            <p:nvPr/>
          </p:nvSpPr>
          <p:spPr>
            <a:xfrm>
              <a:off x="9501180" y="21915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0" name="pt42420"/>
            <p:cNvSpPr/>
            <p:nvPr/>
          </p:nvSpPr>
          <p:spPr>
            <a:xfrm>
              <a:off x="8588529" y="22594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1" name="pt42421"/>
            <p:cNvSpPr/>
            <p:nvPr/>
          </p:nvSpPr>
          <p:spPr>
            <a:xfrm>
              <a:off x="8963923" y="22604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2" name="pt42422"/>
            <p:cNvSpPr/>
            <p:nvPr/>
          </p:nvSpPr>
          <p:spPr>
            <a:xfrm>
              <a:off x="9046552" y="18778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3" name="pt42423"/>
            <p:cNvSpPr/>
            <p:nvPr/>
          </p:nvSpPr>
          <p:spPr>
            <a:xfrm>
              <a:off x="9054703" y="20966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4" name="pt42424"/>
            <p:cNvSpPr/>
            <p:nvPr/>
          </p:nvSpPr>
          <p:spPr>
            <a:xfrm>
              <a:off x="9701667" y="2300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5" name="pt42425"/>
            <p:cNvSpPr/>
            <p:nvPr/>
          </p:nvSpPr>
          <p:spPr>
            <a:xfrm>
              <a:off x="9084871" y="21526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6" name="pt42426"/>
            <p:cNvSpPr/>
            <p:nvPr/>
          </p:nvSpPr>
          <p:spPr>
            <a:xfrm>
              <a:off x="8633583" y="20980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7" name="pt42427"/>
            <p:cNvSpPr/>
            <p:nvPr/>
          </p:nvSpPr>
          <p:spPr>
            <a:xfrm>
              <a:off x="8619838" y="22609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8" name="pt42428"/>
            <p:cNvSpPr/>
            <p:nvPr/>
          </p:nvSpPr>
          <p:spPr>
            <a:xfrm>
              <a:off x="8813199" y="21718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9" name="pt42429"/>
            <p:cNvSpPr/>
            <p:nvPr/>
          </p:nvSpPr>
          <p:spPr>
            <a:xfrm>
              <a:off x="8993941" y="19704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0" name="pt42430"/>
            <p:cNvSpPr/>
            <p:nvPr/>
          </p:nvSpPr>
          <p:spPr>
            <a:xfrm>
              <a:off x="8658156" y="25282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1" name="pt42431"/>
            <p:cNvSpPr/>
            <p:nvPr/>
          </p:nvSpPr>
          <p:spPr>
            <a:xfrm>
              <a:off x="9167950" y="18946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2" name="pt42432"/>
            <p:cNvSpPr/>
            <p:nvPr/>
          </p:nvSpPr>
          <p:spPr>
            <a:xfrm>
              <a:off x="8989011" y="20249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3" name="pt42433"/>
            <p:cNvSpPr/>
            <p:nvPr/>
          </p:nvSpPr>
          <p:spPr>
            <a:xfrm>
              <a:off x="8826587" y="21782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4" name="pt42434"/>
            <p:cNvSpPr/>
            <p:nvPr/>
          </p:nvSpPr>
          <p:spPr>
            <a:xfrm>
              <a:off x="9054703" y="20493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5" name="pt42435"/>
            <p:cNvSpPr/>
            <p:nvPr/>
          </p:nvSpPr>
          <p:spPr>
            <a:xfrm>
              <a:off x="9046552" y="19139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6" name="pt42436"/>
            <p:cNvSpPr/>
            <p:nvPr/>
          </p:nvSpPr>
          <p:spPr>
            <a:xfrm>
              <a:off x="8846813" y="20010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7" name="pt42437"/>
            <p:cNvSpPr/>
            <p:nvPr/>
          </p:nvSpPr>
          <p:spPr>
            <a:xfrm>
              <a:off x="8854280" y="19871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8" name="pt42438"/>
            <p:cNvSpPr/>
            <p:nvPr/>
          </p:nvSpPr>
          <p:spPr>
            <a:xfrm>
              <a:off x="9079049" y="19784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9" name="pt42439"/>
            <p:cNvSpPr/>
            <p:nvPr/>
          </p:nvSpPr>
          <p:spPr>
            <a:xfrm>
              <a:off x="8619838" y="23287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0" name="pt42440"/>
            <p:cNvSpPr/>
            <p:nvPr/>
          </p:nvSpPr>
          <p:spPr>
            <a:xfrm>
              <a:off x="9076063" y="20059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1" name="pt42441"/>
            <p:cNvSpPr/>
            <p:nvPr/>
          </p:nvSpPr>
          <p:spPr>
            <a:xfrm>
              <a:off x="8723925" y="23009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2" name="pt42442"/>
            <p:cNvSpPr/>
            <p:nvPr/>
          </p:nvSpPr>
          <p:spPr>
            <a:xfrm>
              <a:off x="8381780" y="24332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3" name="pt42443"/>
            <p:cNvSpPr/>
            <p:nvPr/>
          </p:nvSpPr>
          <p:spPr>
            <a:xfrm>
              <a:off x="9548628" y="20616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4" name="pt42444"/>
            <p:cNvSpPr/>
            <p:nvPr/>
          </p:nvSpPr>
          <p:spPr>
            <a:xfrm>
              <a:off x="9620546" y="22345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5" name="pt42445"/>
            <p:cNvSpPr/>
            <p:nvPr/>
          </p:nvSpPr>
          <p:spPr>
            <a:xfrm>
              <a:off x="8887406" y="1943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6" name="pt42446"/>
            <p:cNvSpPr/>
            <p:nvPr/>
          </p:nvSpPr>
          <p:spPr>
            <a:xfrm>
              <a:off x="9325298" y="2223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7" name="pt42447"/>
            <p:cNvSpPr/>
            <p:nvPr/>
          </p:nvSpPr>
          <p:spPr>
            <a:xfrm>
              <a:off x="8932228" y="18245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8" name="pt42448"/>
            <p:cNvSpPr/>
            <p:nvPr/>
          </p:nvSpPr>
          <p:spPr>
            <a:xfrm>
              <a:off x="8431181" y="22200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9" name="pt42449"/>
            <p:cNvSpPr/>
            <p:nvPr/>
          </p:nvSpPr>
          <p:spPr>
            <a:xfrm>
              <a:off x="8731558" y="23550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0" name="pt42450"/>
            <p:cNvSpPr/>
            <p:nvPr/>
          </p:nvSpPr>
          <p:spPr>
            <a:xfrm>
              <a:off x="8738867" y="23338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1" name="pt42451"/>
            <p:cNvSpPr/>
            <p:nvPr/>
          </p:nvSpPr>
          <p:spPr>
            <a:xfrm>
              <a:off x="9427665" y="18531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2" name="pt42452"/>
            <p:cNvSpPr/>
            <p:nvPr/>
          </p:nvSpPr>
          <p:spPr>
            <a:xfrm>
              <a:off x="9091423" y="16716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3" name="pt42453"/>
            <p:cNvSpPr/>
            <p:nvPr/>
          </p:nvSpPr>
          <p:spPr>
            <a:xfrm>
              <a:off x="8765338" y="20455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4" name="pt42454"/>
            <p:cNvSpPr/>
            <p:nvPr/>
          </p:nvSpPr>
          <p:spPr>
            <a:xfrm>
              <a:off x="8312152" y="23349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5" name="pt42455"/>
            <p:cNvSpPr/>
            <p:nvPr/>
          </p:nvSpPr>
          <p:spPr>
            <a:xfrm>
              <a:off x="8312152" y="24643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6" name="pt42456"/>
            <p:cNvSpPr/>
            <p:nvPr/>
          </p:nvSpPr>
          <p:spPr>
            <a:xfrm>
              <a:off x="9076063" y="20925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7" name="pt42457"/>
            <p:cNvSpPr/>
            <p:nvPr/>
          </p:nvSpPr>
          <p:spPr>
            <a:xfrm>
              <a:off x="9077064" y="19508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8" name="pt42458"/>
            <p:cNvSpPr/>
            <p:nvPr/>
          </p:nvSpPr>
          <p:spPr>
            <a:xfrm>
              <a:off x="8723925" y="21996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9" name="pt42459"/>
            <p:cNvSpPr/>
            <p:nvPr/>
          </p:nvSpPr>
          <p:spPr>
            <a:xfrm>
              <a:off x="8658156" y="24032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0" name="pt42460"/>
            <p:cNvSpPr/>
            <p:nvPr/>
          </p:nvSpPr>
          <p:spPr>
            <a:xfrm>
              <a:off x="8689465" y="2388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1" name="pt42461"/>
            <p:cNvSpPr/>
            <p:nvPr/>
          </p:nvSpPr>
          <p:spPr>
            <a:xfrm>
              <a:off x="8431181" y="23224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2" name="pt42462"/>
            <p:cNvSpPr/>
            <p:nvPr/>
          </p:nvSpPr>
          <p:spPr>
            <a:xfrm>
              <a:off x="8759093" y="21359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3" name="pt42463"/>
            <p:cNvSpPr/>
            <p:nvPr/>
          </p:nvSpPr>
          <p:spPr>
            <a:xfrm>
              <a:off x="8619838" y="23053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4" name="pt42464"/>
            <p:cNvSpPr/>
            <p:nvPr/>
          </p:nvSpPr>
          <p:spPr>
            <a:xfrm>
              <a:off x="8646309" y="24525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5" name="pt42465"/>
            <p:cNvSpPr/>
            <p:nvPr/>
          </p:nvSpPr>
          <p:spPr>
            <a:xfrm>
              <a:off x="8868306" y="21364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6" name="pt42466"/>
            <p:cNvSpPr/>
            <p:nvPr/>
          </p:nvSpPr>
          <p:spPr>
            <a:xfrm>
              <a:off x="9268690" y="18590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7" name="pt42467"/>
            <p:cNvSpPr/>
            <p:nvPr/>
          </p:nvSpPr>
          <p:spPr>
            <a:xfrm>
              <a:off x="8469500" y="22236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8" name="pt42468"/>
            <p:cNvSpPr/>
            <p:nvPr/>
          </p:nvSpPr>
          <p:spPr>
            <a:xfrm>
              <a:off x="9642404" y="22014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9" name="pt42469"/>
            <p:cNvSpPr/>
            <p:nvPr/>
          </p:nvSpPr>
          <p:spPr>
            <a:xfrm>
              <a:off x="8917708" y="21121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0" name="pt42470"/>
            <p:cNvSpPr/>
            <p:nvPr/>
          </p:nvSpPr>
          <p:spPr>
            <a:xfrm>
              <a:off x="8723925" y="22051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1" name="pt42471"/>
            <p:cNvSpPr/>
            <p:nvPr/>
          </p:nvSpPr>
          <p:spPr>
            <a:xfrm>
              <a:off x="8817779" y="20128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2" name="pt42472"/>
            <p:cNvSpPr/>
            <p:nvPr/>
          </p:nvSpPr>
          <p:spPr>
            <a:xfrm>
              <a:off x="8901845" y="21806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3" name="pt42473"/>
            <p:cNvSpPr/>
            <p:nvPr/>
          </p:nvSpPr>
          <p:spPr>
            <a:xfrm>
              <a:off x="9031610" y="20608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4" name="pt42474"/>
            <p:cNvSpPr/>
            <p:nvPr/>
          </p:nvSpPr>
          <p:spPr>
            <a:xfrm>
              <a:off x="9123951" y="20894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5" name="pt42475"/>
            <p:cNvSpPr/>
            <p:nvPr/>
          </p:nvSpPr>
          <p:spPr>
            <a:xfrm>
              <a:off x="9208605" y="19577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6" name="pt42476"/>
            <p:cNvSpPr/>
            <p:nvPr/>
          </p:nvSpPr>
          <p:spPr>
            <a:xfrm>
              <a:off x="8941268" y="18227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7" name="pt42477"/>
            <p:cNvSpPr/>
            <p:nvPr/>
          </p:nvSpPr>
          <p:spPr>
            <a:xfrm>
              <a:off x="9324827" y="21985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8" name="pt42478"/>
            <p:cNvSpPr/>
            <p:nvPr/>
          </p:nvSpPr>
          <p:spPr>
            <a:xfrm>
              <a:off x="9062485" y="18353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9" name="pt42479"/>
            <p:cNvSpPr/>
            <p:nvPr/>
          </p:nvSpPr>
          <p:spPr>
            <a:xfrm>
              <a:off x="9042937" y="17840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0" name="pt42480"/>
            <p:cNvSpPr/>
            <p:nvPr/>
          </p:nvSpPr>
          <p:spPr>
            <a:xfrm>
              <a:off x="8500809" y="25082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1" name="pt42481"/>
            <p:cNvSpPr/>
            <p:nvPr/>
          </p:nvSpPr>
          <p:spPr>
            <a:xfrm>
              <a:off x="9046552" y="18057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2" name="pt42482"/>
            <p:cNvSpPr/>
            <p:nvPr/>
          </p:nvSpPr>
          <p:spPr>
            <a:xfrm>
              <a:off x="9056963" y="20829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3" name="pt42483"/>
            <p:cNvSpPr/>
            <p:nvPr/>
          </p:nvSpPr>
          <p:spPr>
            <a:xfrm>
              <a:off x="8588529" y="21811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4" name="pt42484"/>
            <p:cNvSpPr/>
            <p:nvPr/>
          </p:nvSpPr>
          <p:spPr>
            <a:xfrm>
              <a:off x="8929892" y="17847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5" name="pt42485"/>
            <p:cNvSpPr/>
            <p:nvPr/>
          </p:nvSpPr>
          <p:spPr>
            <a:xfrm>
              <a:off x="8817779" y="2186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6" name="pt42486"/>
            <p:cNvSpPr/>
            <p:nvPr/>
          </p:nvSpPr>
          <p:spPr>
            <a:xfrm>
              <a:off x="8469500" y="21344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7" name="pt42487"/>
            <p:cNvSpPr/>
            <p:nvPr/>
          </p:nvSpPr>
          <p:spPr>
            <a:xfrm>
              <a:off x="9110522" y="21998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8" name="pt42488"/>
            <p:cNvSpPr/>
            <p:nvPr/>
          </p:nvSpPr>
          <p:spPr>
            <a:xfrm>
              <a:off x="9404531" y="18846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9" name="pt42489"/>
            <p:cNvSpPr/>
            <p:nvPr/>
          </p:nvSpPr>
          <p:spPr>
            <a:xfrm>
              <a:off x="9179876" y="19871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0" name="pt42490"/>
            <p:cNvSpPr/>
            <p:nvPr/>
          </p:nvSpPr>
          <p:spPr>
            <a:xfrm>
              <a:off x="9654477" y="18014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1" name="pt42491"/>
            <p:cNvSpPr/>
            <p:nvPr/>
          </p:nvSpPr>
          <p:spPr>
            <a:xfrm>
              <a:off x="9406741" y="20222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2" name="pt42492"/>
            <p:cNvSpPr/>
            <p:nvPr/>
          </p:nvSpPr>
          <p:spPr>
            <a:xfrm>
              <a:off x="8431181" y="25208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3" name="pt42493"/>
            <p:cNvSpPr/>
            <p:nvPr/>
          </p:nvSpPr>
          <p:spPr>
            <a:xfrm>
              <a:off x="9324827" y="23052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4" name="pt42494"/>
            <p:cNvSpPr/>
            <p:nvPr/>
          </p:nvSpPr>
          <p:spPr>
            <a:xfrm>
              <a:off x="9346306" y="2166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5" name="pt42495"/>
            <p:cNvSpPr/>
            <p:nvPr/>
          </p:nvSpPr>
          <p:spPr>
            <a:xfrm>
              <a:off x="8312152" y="23866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6" name="pt42496"/>
            <p:cNvSpPr/>
            <p:nvPr/>
          </p:nvSpPr>
          <p:spPr>
            <a:xfrm>
              <a:off x="8604896" y="22943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7" name="pt42497"/>
            <p:cNvSpPr/>
            <p:nvPr/>
          </p:nvSpPr>
          <p:spPr>
            <a:xfrm>
              <a:off x="9550412" y="20719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8" name="pt42498"/>
            <p:cNvSpPr/>
            <p:nvPr/>
          </p:nvSpPr>
          <p:spPr>
            <a:xfrm>
              <a:off x="8941268" y="19762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9" name="pt42499"/>
            <p:cNvSpPr/>
            <p:nvPr/>
          </p:nvSpPr>
          <p:spPr>
            <a:xfrm>
              <a:off x="8965842" y="23230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0" name="pt42500"/>
            <p:cNvSpPr/>
            <p:nvPr/>
          </p:nvSpPr>
          <p:spPr>
            <a:xfrm>
              <a:off x="8817779" y="20674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1" name="pt42501"/>
            <p:cNvSpPr/>
            <p:nvPr/>
          </p:nvSpPr>
          <p:spPr>
            <a:xfrm>
              <a:off x="9642404" y="22298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2" name="pt42502"/>
            <p:cNvSpPr/>
            <p:nvPr/>
          </p:nvSpPr>
          <p:spPr>
            <a:xfrm>
              <a:off x="9047741" y="20559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3" name="pt42503"/>
            <p:cNvSpPr/>
            <p:nvPr/>
          </p:nvSpPr>
          <p:spPr>
            <a:xfrm>
              <a:off x="8765338" y="20140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4" name="pt42504"/>
            <p:cNvSpPr/>
            <p:nvPr/>
          </p:nvSpPr>
          <p:spPr>
            <a:xfrm>
              <a:off x="8864906" y="19833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5" name="pt42505"/>
            <p:cNvSpPr/>
            <p:nvPr/>
          </p:nvSpPr>
          <p:spPr>
            <a:xfrm>
              <a:off x="8312152" y="26593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6" name="pt42506"/>
            <p:cNvSpPr/>
            <p:nvPr/>
          </p:nvSpPr>
          <p:spPr>
            <a:xfrm>
              <a:off x="8745877" y="21582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7" name="pt42507"/>
            <p:cNvSpPr/>
            <p:nvPr/>
          </p:nvSpPr>
          <p:spPr>
            <a:xfrm>
              <a:off x="8989011" y="20562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8" name="pt42508"/>
            <p:cNvSpPr/>
            <p:nvPr/>
          </p:nvSpPr>
          <p:spPr>
            <a:xfrm>
              <a:off x="9421732" y="18053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9" name="pt42509"/>
            <p:cNvSpPr/>
            <p:nvPr/>
          </p:nvSpPr>
          <p:spPr>
            <a:xfrm>
              <a:off x="8834965" y="20478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0" name="pt42510"/>
            <p:cNvSpPr/>
            <p:nvPr/>
          </p:nvSpPr>
          <p:spPr>
            <a:xfrm>
              <a:off x="8500809" y="27227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1" name="pt42511"/>
            <p:cNvSpPr/>
            <p:nvPr/>
          </p:nvSpPr>
          <p:spPr>
            <a:xfrm>
              <a:off x="9701667" y="25109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2" name="pt42512"/>
            <p:cNvSpPr/>
            <p:nvPr/>
          </p:nvSpPr>
          <p:spPr>
            <a:xfrm>
              <a:off x="8731558" y="23315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3" name="pt42513"/>
            <p:cNvSpPr/>
            <p:nvPr/>
          </p:nvSpPr>
          <p:spPr>
            <a:xfrm>
              <a:off x="8658156" y="23697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4" name="pt42514"/>
            <p:cNvSpPr/>
            <p:nvPr/>
          </p:nvSpPr>
          <p:spPr>
            <a:xfrm>
              <a:off x="9110522" y="21560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5" name="pt42515"/>
            <p:cNvSpPr/>
            <p:nvPr/>
          </p:nvSpPr>
          <p:spPr>
            <a:xfrm>
              <a:off x="8826587" y="22092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6" name="pt42516"/>
            <p:cNvSpPr/>
            <p:nvPr/>
          </p:nvSpPr>
          <p:spPr>
            <a:xfrm>
              <a:off x="8971473" y="22816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7" name="pt42517"/>
            <p:cNvSpPr/>
            <p:nvPr/>
          </p:nvSpPr>
          <p:spPr>
            <a:xfrm>
              <a:off x="9074042" y="20496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8" name="pt42518"/>
            <p:cNvSpPr/>
            <p:nvPr/>
          </p:nvSpPr>
          <p:spPr>
            <a:xfrm>
              <a:off x="9022254" y="1608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9" name="pt42519"/>
            <p:cNvSpPr/>
            <p:nvPr/>
          </p:nvSpPr>
          <p:spPr>
            <a:xfrm>
              <a:off x="9076063" y="20858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0" name="pt42520"/>
            <p:cNvSpPr/>
            <p:nvPr/>
          </p:nvSpPr>
          <p:spPr>
            <a:xfrm>
              <a:off x="8793552" y="20440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1" name="pt42521"/>
            <p:cNvSpPr/>
            <p:nvPr/>
          </p:nvSpPr>
          <p:spPr>
            <a:xfrm>
              <a:off x="9266385" y="17958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2" name="pt42522"/>
            <p:cNvSpPr/>
            <p:nvPr/>
          </p:nvSpPr>
          <p:spPr>
            <a:xfrm>
              <a:off x="9466476" y="2288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3" name="pt42523"/>
            <p:cNvSpPr/>
            <p:nvPr/>
          </p:nvSpPr>
          <p:spPr>
            <a:xfrm>
              <a:off x="8588529" y="22595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4" name="pt42524"/>
            <p:cNvSpPr/>
            <p:nvPr/>
          </p:nvSpPr>
          <p:spPr>
            <a:xfrm>
              <a:off x="9064645" y="18869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5" name="pt42525"/>
            <p:cNvSpPr/>
            <p:nvPr/>
          </p:nvSpPr>
          <p:spPr>
            <a:xfrm>
              <a:off x="8312152" y="25544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6" name="pt42526"/>
            <p:cNvSpPr/>
            <p:nvPr/>
          </p:nvSpPr>
          <p:spPr>
            <a:xfrm>
              <a:off x="8500809" y="27158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7" name="pt42527"/>
            <p:cNvSpPr/>
            <p:nvPr/>
          </p:nvSpPr>
          <p:spPr>
            <a:xfrm>
              <a:off x="8956027" y="21443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8" name="pt42528"/>
            <p:cNvSpPr/>
            <p:nvPr/>
          </p:nvSpPr>
          <p:spPr>
            <a:xfrm>
              <a:off x="8980466" y="20139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9" name="pt42529"/>
            <p:cNvSpPr/>
            <p:nvPr/>
          </p:nvSpPr>
          <p:spPr>
            <a:xfrm>
              <a:off x="9142651" y="20658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0" name="pt42530"/>
            <p:cNvSpPr/>
            <p:nvPr/>
          </p:nvSpPr>
          <p:spPr>
            <a:xfrm>
              <a:off x="8993941" y="20254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1" name="pt42531"/>
            <p:cNvSpPr/>
            <p:nvPr/>
          </p:nvSpPr>
          <p:spPr>
            <a:xfrm>
              <a:off x="8588529" y="21627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2" name="pt42532"/>
            <p:cNvSpPr/>
            <p:nvPr/>
          </p:nvSpPr>
          <p:spPr>
            <a:xfrm>
              <a:off x="9034193" y="17843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3" name="pt42533"/>
            <p:cNvSpPr/>
            <p:nvPr/>
          </p:nvSpPr>
          <p:spPr>
            <a:xfrm>
              <a:off x="8312152" y="2566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4" name="pt42534"/>
            <p:cNvSpPr/>
            <p:nvPr/>
          </p:nvSpPr>
          <p:spPr>
            <a:xfrm>
              <a:off x="9360483" y="19968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5" name="pt42535"/>
            <p:cNvSpPr/>
            <p:nvPr/>
          </p:nvSpPr>
          <p:spPr>
            <a:xfrm>
              <a:off x="8550210" y="25592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6" name="pt42536"/>
            <p:cNvSpPr/>
            <p:nvPr/>
          </p:nvSpPr>
          <p:spPr>
            <a:xfrm>
              <a:off x="8658156" y="23178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7" name="pt42537"/>
            <p:cNvSpPr/>
            <p:nvPr/>
          </p:nvSpPr>
          <p:spPr>
            <a:xfrm>
              <a:off x="8633583" y="20129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8" name="pt42538"/>
            <p:cNvSpPr/>
            <p:nvPr/>
          </p:nvSpPr>
          <p:spPr>
            <a:xfrm>
              <a:off x="9525110" y="18043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9" name="pt42539"/>
            <p:cNvSpPr/>
            <p:nvPr/>
          </p:nvSpPr>
          <p:spPr>
            <a:xfrm>
              <a:off x="8961983" y="22867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0" name="pt42540"/>
            <p:cNvSpPr/>
            <p:nvPr/>
          </p:nvSpPr>
          <p:spPr>
            <a:xfrm>
              <a:off x="9003396" y="20711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1" name="pt42541"/>
            <p:cNvSpPr/>
            <p:nvPr/>
          </p:nvSpPr>
          <p:spPr>
            <a:xfrm>
              <a:off x="8949856" y="20963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2" name="pt42542"/>
            <p:cNvSpPr/>
            <p:nvPr/>
          </p:nvSpPr>
          <p:spPr>
            <a:xfrm>
              <a:off x="8431181" y="24490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3" name="pt42543"/>
            <p:cNvSpPr/>
            <p:nvPr/>
          </p:nvSpPr>
          <p:spPr>
            <a:xfrm>
              <a:off x="8965842" y="22314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4" name="pt42544"/>
            <p:cNvSpPr/>
            <p:nvPr/>
          </p:nvSpPr>
          <p:spPr>
            <a:xfrm>
              <a:off x="8771364" y="23081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5" name="pt42545"/>
            <p:cNvSpPr/>
            <p:nvPr/>
          </p:nvSpPr>
          <p:spPr>
            <a:xfrm>
              <a:off x="8669239" y="24036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6" name="pt42546"/>
            <p:cNvSpPr/>
            <p:nvPr/>
          </p:nvSpPr>
          <p:spPr>
            <a:xfrm>
              <a:off x="8723925" y="22135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7" name="pt42547"/>
            <p:cNvSpPr/>
            <p:nvPr/>
          </p:nvSpPr>
          <p:spPr>
            <a:xfrm>
              <a:off x="9077064" y="18954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8" name="pt42548"/>
            <p:cNvSpPr/>
            <p:nvPr/>
          </p:nvSpPr>
          <p:spPr>
            <a:xfrm>
              <a:off x="8312152" y="25331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9" name="pt42549"/>
            <p:cNvSpPr/>
            <p:nvPr/>
          </p:nvSpPr>
          <p:spPr>
            <a:xfrm>
              <a:off x="8752612" y="22707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0" name="pt42550"/>
            <p:cNvSpPr/>
            <p:nvPr/>
          </p:nvSpPr>
          <p:spPr>
            <a:xfrm>
              <a:off x="9259623" y="20054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1" name="pt42551"/>
            <p:cNvSpPr/>
            <p:nvPr/>
          </p:nvSpPr>
          <p:spPr>
            <a:xfrm>
              <a:off x="8669239" y="2225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2" name="pt42552"/>
            <p:cNvSpPr/>
            <p:nvPr/>
          </p:nvSpPr>
          <p:spPr>
            <a:xfrm>
              <a:off x="9346306" y="21905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3" name="pt42553"/>
            <p:cNvSpPr/>
            <p:nvPr/>
          </p:nvSpPr>
          <p:spPr>
            <a:xfrm>
              <a:off x="8731558" y="21816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4" name="pt42554"/>
            <p:cNvSpPr/>
            <p:nvPr/>
          </p:nvSpPr>
          <p:spPr>
            <a:xfrm>
              <a:off x="8312152" y="26098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5" name="pt42555"/>
            <p:cNvSpPr/>
            <p:nvPr/>
          </p:nvSpPr>
          <p:spPr>
            <a:xfrm>
              <a:off x="9218524" y="20840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6" name="pt42556"/>
            <p:cNvSpPr/>
            <p:nvPr/>
          </p:nvSpPr>
          <p:spPr>
            <a:xfrm>
              <a:off x="8381780" y="25312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7" name="pt42557"/>
            <p:cNvSpPr/>
            <p:nvPr/>
          </p:nvSpPr>
          <p:spPr>
            <a:xfrm>
              <a:off x="8777185" y="22154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8" name="pt42558"/>
            <p:cNvSpPr/>
            <p:nvPr/>
          </p:nvSpPr>
          <p:spPr>
            <a:xfrm>
              <a:off x="8500809" y="26727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9" name="pt42559"/>
            <p:cNvSpPr/>
            <p:nvPr/>
          </p:nvSpPr>
          <p:spPr>
            <a:xfrm>
              <a:off x="8550210" y="24584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0" name="pt42560"/>
            <p:cNvSpPr/>
            <p:nvPr/>
          </p:nvSpPr>
          <p:spPr>
            <a:xfrm>
              <a:off x="9268690" y="19676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1" name="pt42561"/>
            <p:cNvSpPr/>
            <p:nvPr/>
          </p:nvSpPr>
          <p:spPr>
            <a:xfrm>
              <a:off x="9048921" y="21839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2" name="pt42562"/>
            <p:cNvSpPr/>
            <p:nvPr/>
          </p:nvSpPr>
          <p:spPr>
            <a:xfrm>
              <a:off x="9004922" y="16803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3" name="pt42563"/>
            <p:cNvSpPr/>
            <p:nvPr/>
          </p:nvSpPr>
          <p:spPr>
            <a:xfrm>
              <a:off x="8312152" y="23241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4" name="pt42564"/>
            <p:cNvSpPr/>
            <p:nvPr/>
          </p:nvSpPr>
          <p:spPr>
            <a:xfrm>
              <a:off x="8777185" y="23013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5" name="pt42565"/>
            <p:cNvSpPr/>
            <p:nvPr/>
          </p:nvSpPr>
          <p:spPr>
            <a:xfrm>
              <a:off x="8689465" y="25676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6" name="pt42566"/>
            <p:cNvSpPr/>
            <p:nvPr/>
          </p:nvSpPr>
          <p:spPr>
            <a:xfrm>
              <a:off x="9111342" y="21764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7" name="pt42567"/>
            <p:cNvSpPr/>
            <p:nvPr/>
          </p:nvSpPr>
          <p:spPr>
            <a:xfrm>
              <a:off x="9050093" y="21041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8" name="pt42568"/>
            <p:cNvSpPr/>
            <p:nvPr/>
          </p:nvSpPr>
          <p:spPr>
            <a:xfrm>
              <a:off x="9090502" y="17835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9" name="pt42569"/>
            <p:cNvSpPr/>
            <p:nvPr/>
          </p:nvSpPr>
          <p:spPr>
            <a:xfrm>
              <a:off x="9148018" y="21037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0" name="pt42570"/>
            <p:cNvSpPr/>
            <p:nvPr/>
          </p:nvSpPr>
          <p:spPr>
            <a:xfrm>
              <a:off x="9400632" y="20352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1" name="pt42571"/>
            <p:cNvSpPr/>
            <p:nvPr/>
          </p:nvSpPr>
          <p:spPr>
            <a:xfrm>
              <a:off x="8723925" y="22166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2" name="pt42572"/>
            <p:cNvSpPr/>
            <p:nvPr/>
          </p:nvSpPr>
          <p:spPr>
            <a:xfrm>
              <a:off x="9288151" y="19196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3" name="pt42573"/>
            <p:cNvSpPr/>
            <p:nvPr/>
          </p:nvSpPr>
          <p:spPr>
            <a:xfrm>
              <a:off x="8945616" y="20994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4" name="pt42574"/>
            <p:cNvSpPr/>
            <p:nvPr/>
          </p:nvSpPr>
          <p:spPr>
            <a:xfrm>
              <a:off x="9039244" y="16819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5" name="pt42575"/>
            <p:cNvSpPr/>
            <p:nvPr/>
          </p:nvSpPr>
          <p:spPr>
            <a:xfrm>
              <a:off x="8312152" y="24494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6" name="pt42576"/>
            <p:cNvSpPr/>
            <p:nvPr/>
          </p:nvSpPr>
          <p:spPr>
            <a:xfrm>
              <a:off x="8945616" y="20949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7" name="pt42577"/>
            <p:cNvSpPr/>
            <p:nvPr/>
          </p:nvSpPr>
          <p:spPr>
            <a:xfrm>
              <a:off x="8500809" y="25553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8" name="pt42578"/>
            <p:cNvSpPr/>
            <p:nvPr/>
          </p:nvSpPr>
          <p:spPr>
            <a:xfrm>
              <a:off x="8971473" y="22612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9" name="pt42579"/>
            <p:cNvSpPr/>
            <p:nvPr/>
          </p:nvSpPr>
          <p:spPr>
            <a:xfrm>
              <a:off x="8550210" y="25615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0" name="pt42580"/>
            <p:cNvSpPr/>
            <p:nvPr/>
          </p:nvSpPr>
          <p:spPr>
            <a:xfrm>
              <a:off x="9058082" y="1955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1" name="pt42581"/>
            <p:cNvSpPr/>
            <p:nvPr/>
          </p:nvSpPr>
          <p:spPr>
            <a:xfrm>
              <a:off x="9187914" y="24120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2" name="pt42582"/>
            <p:cNvSpPr/>
            <p:nvPr/>
          </p:nvSpPr>
          <p:spPr>
            <a:xfrm>
              <a:off x="9064645" y="20348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3" name="pt42583"/>
            <p:cNvSpPr/>
            <p:nvPr/>
          </p:nvSpPr>
          <p:spPr>
            <a:xfrm>
              <a:off x="8738867" y="18232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4" name="pt42584"/>
            <p:cNvSpPr/>
            <p:nvPr/>
          </p:nvSpPr>
          <p:spPr>
            <a:xfrm>
              <a:off x="8588529" y="21924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5" name="pt42585"/>
            <p:cNvSpPr/>
            <p:nvPr/>
          </p:nvSpPr>
          <p:spPr>
            <a:xfrm>
              <a:off x="8842954" y="20560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6" name="pt42586"/>
            <p:cNvSpPr/>
            <p:nvPr/>
          </p:nvSpPr>
          <p:spPr>
            <a:xfrm>
              <a:off x="8920215" y="21545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7" name="pt42587"/>
            <p:cNvSpPr/>
            <p:nvPr/>
          </p:nvSpPr>
          <p:spPr>
            <a:xfrm>
              <a:off x="9277923" y="20539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8" name="pt42588"/>
            <p:cNvSpPr/>
            <p:nvPr/>
          </p:nvSpPr>
          <p:spPr>
            <a:xfrm>
              <a:off x="9304571" y="21475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9" name="pt42589"/>
            <p:cNvSpPr/>
            <p:nvPr/>
          </p:nvSpPr>
          <p:spPr>
            <a:xfrm>
              <a:off x="9051257" y="21140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0" name="pt42590"/>
            <p:cNvSpPr/>
            <p:nvPr/>
          </p:nvSpPr>
          <p:spPr>
            <a:xfrm>
              <a:off x="8980466" y="21014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1" name="pt42591"/>
            <p:cNvSpPr/>
            <p:nvPr/>
          </p:nvSpPr>
          <p:spPr>
            <a:xfrm>
              <a:off x="9123951" y="2209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2" name="pt42592"/>
            <p:cNvSpPr/>
            <p:nvPr/>
          </p:nvSpPr>
          <p:spPr>
            <a:xfrm>
              <a:off x="9319557" y="22233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3" name="pt42593"/>
            <p:cNvSpPr/>
            <p:nvPr/>
          </p:nvSpPr>
          <p:spPr>
            <a:xfrm>
              <a:off x="8731558" y="21911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4" name="pt42594"/>
            <p:cNvSpPr/>
            <p:nvPr/>
          </p:nvSpPr>
          <p:spPr>
            <a:xfrm>
              <a:off x="9501180" y="22793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5" name="pt42595"/>
            <p:cNvSpPr/>
            <p:nvPr/>
          </p:nvSpPr>
          <p:spPr>
            <a:xfrm>
              <a:off x="8854280" y="19716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6" name="pt42596"/>
            <p:cNvSpPr/>
            <p:nvPr/>
          </p:nvSpPr>
          <p:spPr>
            <a:xfrm>
              <a:off x="8961983" y="22393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7" name="pt42597"/>
            <p:cNvSpPr/>
            <p:nvPr/>
          </p:nvSpPr>
          <p:spPr>
            <a:xfrm>
              <a:off x="9266385" y="1790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8" name="pt42598"/>
            <p:cNvSpPr/>
            <p:nvPr/>
          </p:nvSpPr>
          <p:spPr>
            <a:xfrm>
              <a:off x="8945616" y="2132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9" name="pt42599"/>
            <p:cNvSpPr/>
            <p:nvPr/>
          </p:nvSpPr>
          <p:spPr>
            <a:xfrm>
              <a:off x="8817779" y="20496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0" name="pt42600"/>
            <p:cNvSpPr/>
            <p:nvPr/>
          </p:nvSpPr>
          <p:spPr>
            <a:xfrm>
              <a:off x="8570436" y="23955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1" name="pt42601"/>
            <p:cNvSpPr/>
            <p:nvPr/>
          </p:nvSpPr>
          <p:spPr>
            <a:xfrm>
              <a:off x="9652003" y="24172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2" name="pt42602"/>
            <p:cNvSpPr/>
            <p:nvPr/>
          </p:nvSpPr>
          <p:spPr>
            <a:xfrm>
              <a:off x="8698750" y="24372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3" name="pt42603"/>
            <p:cNvSpPr/>
            <p:nvPr/>
          </p:nvSpPr>
          <p:spPr>
            <a:xfrm>
              <a:off x="9268690" y="19723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4" name="pt42604"/>
            <p:cNvSpPr/>
            <p:nvPr/>
          </p:nvSpPr>
          <p:spPr>
            <a:xfrm>
              <a:off x="8669239" y="22628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5" name="pt42605"/>
            <p:cNvSpPr/>
            <p:nvPr/>
          </p:nvSpPr>
          <p:spPr>
            <a:xfrm>
              <a:off x="8588529" y="22716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6" name="pt42606"/>
            <p:cNvSpPr/>
            <p:nvPr/>
          </p:nvSpPr>
          <p:spPr>
            <a:xfrm>
              <a:off x="8958035" y="22186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7" name="pt42607"/>
            <p:cNvSpPr/>
            <p:nvPr/>
          </p:nvSpPr>
          <p:spPr>
            <a:xfrm>
              <a:off x="9004922" y="16498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8" name="pt42608"/>
            <p:cNvSpPr/>
            <p:nvPr/>
          </p:nvSpPr>
          <p:spPr>
            <a:xfrm>
              <a:off x="8570436" y="25723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9" name="pt42609"/>
            <p:cNvSpPr/>
            <p:nvPr/>
          </p:nvSpPr>
          <p:spPr>
            <a:xfrm>
              <a:off x="8312152" y="25397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0" name="pt42610"/>
            <p:cNvSpPr/>
            <p:nvPr/>
          </p:nvSpPr>
          <p:spPr>
            <a:xfrm>
              <a:off x="8500809" y="25708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1" name="pt42611"/>
            <p:cNvSpPr/>
            <p:nvPr/>
          </p:nvSpPr>
          <p:spPr>
            <a:xfrm>
              <a:off x="8431181" y="2376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2" name="pt42612"/>
            <p:cNvSpPr/>
            <p:nvPr/>
          </p:nvSpPr>
          <p:spPr>
            <a:xfrm>
              <a:off x="8679650" y="24768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3" name="pt42613"/>
            <p:cNvSpPr/>
            <p:nvPr/>
          </p:nvSpPr>
          <p:spPr>
            <a:xfrm>
              <a:off x="9034193" y="18008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4" name="pt42614"/>
            <p:cNvSpPr/>
            <p:nvPr/>
          </p:nvSpPr>
          <p:spPr>
            <a:xfrm>
              <a:off x="8961983" y="21578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5" name="pt42615"/>
            <p:cNvSpPr/>
            <p:nvPr/>
          </p:nvSpPr>
          <p:spPr>
            <a:xfrm>
              <a:off x="8381780" y="25247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6" name="pt42616"/>
            <p:cNvSpPr/>
            <p:nvPr/>
          </p:nvSpPr>
          <p:spPr>
            <a:xfrm>
              <a:off x="8570436" y="24767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7" name="pt42617"/>
            <p:cNvSpPr/>
            <p:nvPr/>
          </p:nvSpPr>
          <p:spPr>
            <a:xfrm>
              <a:off x="9654477" y="21427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8" name="pt42618"/>
            <p:cNvSpPr/>
            <p:nvPr/>
          </p:nvSpPr>
          <p:spPr>
            <a:xfrm>
              <a:off x="8550210" y="25280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9" name="pt42619"/>
            <p:cNvSpPr/>
            <p:nvPr/>
          </p:nvSpPr>
          <p:spPr>
            <a:xfrm>
              <a:off x="8312152" y="2405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0" name="pt42620"/>
            <p:cNvSpPr/>
            <p:nvPr/>
          </p:nvSpPr>
          <p:spPr>
            <a:xfrm>
              <a:off x="9010896" y="15965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1" name="pt42621"/>
            <p:cNvSpPr/>
            <p:nvPr/>
          </p:nvSpPr>
          <p:spPr>
            <a:xfrm>
              <a:off x="8381780" y="22897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2" name="pt42622"/>
            <p:cNvSpPr/>
            <p:nvPr/>
          </p:nvSpPr>
          <p:spPr>
            <a:xfrm>
              <a:off x="8752612" y="23949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3" name="pt42623"/>
            <p:cNvSpPr/>
            <p:nvPr/>
          </p:nvSpPr>
          <p:spPr>
            <a:xfrm>
              <a:off x="8932228" y="19330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4" name="pt42624"/>
            <p:cNvSpPr/>
            <p:nvPr/>
          </p:nvSpPr>
          <p:spPr>
            <a:xfrm>
              <a:off x="8570436" y="22958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5" name="pt42625"/>
            <p:cNvSpPr/>
            <p:nvPr/>
          </p:nvSpPr>
          <p:spPr>
            <a:xfrm>
              <a:off x="8312152" y="23994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6" name="pt42626"/>
            <p:cNvSpPr/>
            <p:nvPr/>
          </p:nvSpPr>
          <p:spPr>
            <a:xfrm>
              <a:off x="9352841" y="20869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7" name="pt42627"/>
            <p:cNvSpPr/>
            <p:nvPr/>
          </p:nvSpPr>
          <p:spPr>
            <a:xfrm>
              <a:off x="9116180" y="2118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8" name="pt42628"/>
            <p:cNvSpPr/>
            <p:nvPr/>
          </p:nvSpPr>
          <p:spPr>
            <a:xfrm>
              <a:off x="9537100" y="22292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9" name="pt42629"/>
            <p:cNvSpPr/>
            <p:nvPr/>
          </p:nvSpPr>
          <p:spPr>
            <a:xfrm>
              <a:off x="8854280" y="21216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0" name="pt42630"/>
            <p:cNvSpPr/>
            <p:nvPr/>
          </p:nvSpPr>
          <p:spPr>
            <a:xfrm>
              <a:off x="8980466" y="20254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1" name="pt42631"/>
            <p:cNvSpPr/>
            <p:nvPr/>
          </p:nvSpPr>
          <p:spPr>
            <a:xfrm>
              <a:off x="8798679" y="20581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2" name="pt42632"/>
            <p:cNvSpPr/>
            <p:nvPr/>
          </p:nvSpPr>
          <p:spPr>
            <a:xfrm>
              <a:off x="8469500" y="23924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3" name="pt42633"/>
            <p:cNvSpPr/>
            <p:nvPr/>
          </p:nvSpPr>
          <p:spPr>
            <a:xfrm>
              <a:off x="9090502" y="17275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4" name="pt42634"/>
            <p:cNvSpPr/>
            <p:nvPr/>
          </p:nvSpPr>
          <p:spPr>
            <a:xfrm>
              <a:off x="8963923" y="23400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5" name="pt42635"/>
            <p:cNvSpPr/>
            <p:nvPr/>
          </p:nvSpPr>
          <p:spPr>
            <a:xfrm>
              <a:off x="9051257" y="19930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6" name="pt42636"/>
            <p:cNvSpPr/>
            <p:nvPr/>
          </p:nvSpPr>
          <p:spPr>
            <a:xfrm>
              <a:off x="9147356" y="20722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7" name="pt42637"/>
            <p:cNvSpPr/>
            <p:nvPr/>
          </p:nvSpPr>
          <p:spPr>
            <a:xfrm>
              <a:off x="9044150" y="18188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8" name="pt42638"/>
            <p:cNvSpPr/>
            <p:nvPr/>
          </p:nvSpPr>
          <p:spPr>
            <a:xfrm>
              <a:off x="9027663" y="19051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9" name="pt42639"/>
            <p:cNvSpPr/>
            <p:nvPr/>
          </p:nvSpPr>
          <p:spPr>
            <a:xfrm>
              <a:off x="8904593" y="22330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0" name="pt42640"/>
            <p:cNvSpPr/>
            <p:nvPr/>
          </p:nvSpPr>
          <p:spPr>
            <a:xfrm>
              <a:off x="9146692" y="20588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1" name="pt42641"/>
            <p:cNvSpPr/>
            <p:nvPr/>
          </p:nvSpPr>
          <p:spPr>
            <a:xfrm>
              <a:off x="9139903" y="20347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2" name="pt42642"/>
            <p:cNvSpPr/>
            <p:nvPr/>
          </p:nvSpPr>
          <p:spPr>
            <a:xfrm>
              <a:off x="9102103" y="22575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3" name="pt42643"/>
            <p:cNvSpPr/>
            <p:nvPr/>
          </p:nvSpPr>
          <p:spPr>
            <a:xfrm>
              <a:off x="8752612" y="2188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4" name="pt42644"/>
            <p:cNvSpPr/>
            <p:nvPr/>
          </p:nvSpPr>
          <p:spPr>
            <a:xfrm>
              <a:off x="8312152" y="24809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5" name="pt42645"/>
            <p:cNvSpPr/>
            <p:nvPr/>
          </p:nvSpPr>
          <p:spPr>
            <a:xfrm>
              <a:off x="9474060" y="2239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6" name="pt42646"/>
            <p:cNvSpPr/>
            <p:nvPr/>
          </p:nvSpPr>
          <p:spPr>
            <a:xfrm>
              <a:off x="8738867" y="22563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7" name="pt42647"/>
            <p:cNvSpPr/>
            <p:nvPr/>
          </p:nvSpPr>
          <p:spPr>
            <a:xfrm>
              <a:off x="8469500" y="23811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8" name="pt42648"/>
            <p:cNvSpPr/>
            <p:nvPr/>
          </p:nvSpPr>
          <p:spPr>
            <a:xfrm>
              <a:off x="8658156" y="23569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9" name="pt42649"/>
            <p:cNvSpPr/>
            <p:nvPr/>
          </p:nvSpPr>
          <p:spPr>
            <a:xfrm>
              <a:off x="8679650" y="24925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0" name="pt42650"/>
            <p:cNvSpPr/>
            <p:nvPr/>
          </p:nvSpPr>
          <p:spPr>
            <a:xfrm>
              <a:off x="8431181" y="24559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1" name="pt42651"/>
            <p:cNvSpPr/>
            <p:nvPr/>
          </p:nvSpPr>
          <p:spPr>
            <a:xfrm>
              <a:off x="9232403" y="20069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2" name="pt42652"/>
            <p:cNvSpPr/>
            <p:nvPr/>
          </p:nvSpPr>
          <p:spPr>
            <a:xfrm>
              <a:off x="8803657" y="21682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3" name="pt42653"/>
            <p:cNvSpPr/>
            <p:nvPr/>
          </p:nvSpPr>
          <p:spPr>
            <a:xfrm>
              <a:off x="8993941" y="20668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4" name="pt42654"/>
            <p:cNvSpPr/>
            <p:nvPr/>
          </p:nvSpPr>
          <p:spPr>
            <a:xfrm>
              <a:off x="8633583" y="19981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5" name="pt42655"/>
            <p:cNvSpPr/>
            <p:nvPr/>
          </p:nvSpPr>
          <p:spPr>
            <a:xfrm>
              <a:off x="8312152" y="22036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6" name="pt42656"/>
            <p:cNvSpPr/>
            <p:nvPr/>
          </p:nvSpPr>
          <p:spPr>
            <a:xfrm>
              <a:off x="9780422" y="28427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7" name="pt42657"/>
            <p:cNvSpPr/>
            <p:nvPr/>
          </p:nvSpPr>
          <p:spPr>
            <a:xfrm>
              <a:off x="8658156" y="23670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8" name="pt42658"/>
            <p:cNvSpPr/>
            <p:nvPr/>
          </p:nvSpPr>
          <p:spPr>
            <a:xfrm>
              <a:off x="9090502" y="17759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9" name="pt42659"/>
            <p:cNvSpPr/>
            <p:nvPr/>
          </p:nvSpPr>
          <p:spPr>
            <a:xfrm>
              <a:off x="8500809" y="2633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0" name="pt42660"/>
            <p:cNvSpPr/>
            <p:nvPr/>
          </p:nvSpPr>
          <p:spPr>
            <a:xfrm>
              <a:off x="8947749" y="2150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1" name="pt42661"/>
            <p:cNvSpPr/>
            <p:nvPr/>
          </p:nvSpPr>
          <p:spPr>
            <a:xfrm>
              <a:off x="8707558" y="23055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2" name="pt42662"/>
            <p:cNvSpPr/>
            <p:nvPr/>
          </p:nvSpPr>
          <p:spPr>
            <a:xfrm>
              <a:off x="8917708" y="20776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3" name="pt42663"/>
            <p:cNvSpPr/>
            <p:nvPr/>
          </p:nvSpPr>
          <p:spPr>
            <a:xfrm>
              <a:off x="8731558" y="23057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4" name="pt42664"/>
            <p:cNvSpPr/>
            <p:nvPr/>
          </p:nvSpPr>
          <p:spPr>
            <a:xfrm>
              <a:off x="8633583" y="20567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5" name="pt42665"/>
            <p:cNvSpPr/>
            <p:nvPr/>
          </p:nvSpPr>
          <p:spPr>
            <a:xfrm>
              <a:off x="8550210" y="25395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6" name="pt42666"/>
            <p:cNvSpPr/>
            <p:nvPr/>
          </p:nvSpPr>
          <p:spPr>
            <a:xfrm>
              <a:off x="8932228" y="17735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7" name="pt42667"/>
            <p:cNvSpPr/>
            <p:nvPr/>
          </p:nvSpPr>
          <p:spPr>
            <a:xfrm>
              <a:off x="8788268" y="21747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8" name="pt42668"/>
            <p:cNvSpPr/>
            <p:nvPr/>
          </p:nvSpPr>
          <p:spPr>
            <a:xfrm>
              <a:off x="9193072" y="22029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9" name="pt42669"/>
            <p:cNvSpPr/>
            <p:nvPr/>
          </p:nvSpPr>
          <p:spPr>
            <a:xfrm>
              <a:off x="8752612" y="21614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0" name="pt42670"/>
            <p:cNvSpPr/>
            <p:nvPr/>
          </p:nvSpPr>
          <p:spPr>
            <a:xfrm>
              <a:off x="8500809" y="27134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1" name="pt42671"/>
            <p:cNvSpPr/>
            <p:nvPr/>
          </p:nvSpPr>
          <p:spPr>
            <a:xfrm>
              <a:off x="8846813" y="20359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2" name="pt42672"/>
            <p:cNvSpPr/>
            <p:nvPr/>
          </p:nvSpPr>
          <p:spPr>
            <a:xfrm>
              <a:off x="8381780" y="21861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3" name="pt42673"/>
            <p:cNvSpPr/>
            <p:nvPr/>
          </p:nvSpPr>
          <p:spPr>
            <a:xfrm>
              <a:off x="8992313" y="18783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4" name="pt42674"/>
            <p:cNvSpPr/>
            <p:nvPr/>
          </p:nvSpPr>
          <p:spPr>
            <a:xfrm>
              <a:off x="8588529" y="2145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5" name="pt42675"/>
            <p:cNvSpPr/>
            <p:nvPr/>
          </p:nvSpPr>
          <p:spPr>
            <a:xfrm>
              <a:off x="8707558" y="23072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6" name="pt42676"/>
            <p:cNvSpPr/>
            <p:nvPr/>
          </p:nvSpPr>
          <p:spPr>
            <a:xfrm>
              <a:off x="8570436" y="24572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7" name="pt42677"/>
            <p:cNvSpPr/>
            <p:nvPr/>
          </p:nvSpPr>
          <p:spPr>
            <a:xfrm>
              <a:off x="9126964" y="20557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8" name="pt42678"/>
            <p:cNvSpPr/>
            <p:nvPr/>
          </p:nvSpPr>
          <p:spPr>
            <a:xfrm>
              <a:off x="8658156" y="23710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9" name="pt42679"/>
            <p:cNvSpPr/>
            <p:nvPr/>
          </p:nvSpPr>
          <p:spPr>
            <a:xfrm>
              <a:off x="8550210" y="22837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0" name="pt42680"/>
            <p:cNvSpPr/>
            <p:nvPr/>
          </p:nvSpPr>
          <p:spPr>
            <a:xfrm>
              <a:off x="8901845" y="21680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1" name="pt42681"/>
            <p:cNvSpPr/>
            <p:nvPr/>
          </p:nvSpPr>
          <p:spPr>
            <a:xfrm>
              <a:off x="8431181" y="25480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2" name="pt42682"/>
            <p:cNvSpPr/>
            <p:nvPr/>
          </p:nvSpPr>
          <p:spPr>
            <a:xfrm>
              <a:off x="8731558" y="21902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3" name="pt42683"/>
            <p:cNvSpPr/>
            <p:nvPr/>
          </p:nvSpPr>
          <p:spPr>
            <a:xfrm>
              <a:off x="9051257" y="20973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4" name="pt42684"/>
            <p:cNvSpPr/>
            <p:nvPr/>
          </p:nvSpPr>
          <p:spPr>
            <a:xfrm>
              <a:off x="9324827" y="21999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5" name="pt42685"/>
            <p:cNvSpPr/>
            <p:nvPr/>
          </p:nvSpPr>
          <p:spPr>
            <a:xfrm>
              <a:off x="8312152" y="23665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6" name="pt42686"/>
            <p:cNvSpPr/>
            <p:nvPr/>
          </p:nvSpPr>
          <p:spPr>
            <a:xfrm>
              <a:off x="8669239" y="22502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7" name="pt42687"/>
            <p:cNvSpPr/>
            <p:nvPr/>
          </p:nvSpPr>
          <p:spPr>
            <a:xfrm>
              <a:off x="8500809" y="24018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8" name="pt42688"/>
            <p:cNvSpPr/>
            <p:nvPr/>
          </p:nvSpPr>
          <p:spPr>
            <a:xfrm>
              <a:off x="8633583" y="18838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9" name="pt42689"/>
            <p:cNvSpPr/>
            <p:nvPr/>
          </p:nvSpPr>
          <p:spPr>
            <a:xfrm>
              <a:off x="8312152" y="24574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0" name="pt42690"/>
            <p:cNvSpPr/>
            <p:nvPr/>
          </p:nvSpPr>
          <p:spPr>
            <a:xfrm>
              <a:off x="8782816" y="22269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1" name="pt42691"/>
            <p:cNvSpPr/>
            <p:nvPr/>
          </p:nvSpPr>
          <p:spPr>
            <a:xfrm>
              <a:off x="8500809" y="26512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2" name="pt42692"/>
            <p:cNvSpPr/>
            <p:nvPr/>
          </p:nvSpPr>
          <p:spPr>
            <a:xfrm>
              <a:off x="9382741" y="20800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3" name="pt42693"/>
            <p:cNvSpPr/>
            <p:nvPr/>
          </p:nvSpPr>
          <p:spPr>
            <a:xfrm>
              <a:off x="8822239" y="22620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4" name="pt42694"/>
            <p:cNvSpPr/>
            <p:nvPr/>
          </p:nvSpPr>
          <p:spPr>
            <a:xfrm>
              <a:off x="8987335" y="19630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5" name="pt42695"/>
            <p:cNvSpPr/>
            <p:nvPr/>
          </p:nvSpPr>
          <p:spPr>
            <a:xfrm>
              <a:off x="9370170" y="20969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6" name="pt42696"/>
            <p:cNvSpPr/>
            <p:nvPr/>
          </p:nvSpPr>
          <p:spPr>
            <a:xfrm>
              <a:off x="8830827" y="20263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7" name="pt42697"/>
            <p:cNvSpPr/>
            <p:nvPr/>
          </p:nvSpPr>
          <p:spPr>
            <a:xfrm>
              <a:off x="8826587" y="20942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8" name="pt42698"/>
            <p:cNvSpPr/>
            <p:nvPr/>
          </p:nvSpPr>
          <p:spPr>
            <a:xfrm>
              <a:off x="8633583" y="22673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9" name="pt42699"/>
            <p:cNvSpPr/>
            <p:nvPr/>
          </p:nvSpPr>
          <p:spPr>
            <a:xfrm>
              <a:off x="9010896" y="16120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0" name="pt42700"/>
            <p:cNvSpPr/>
            <p:nvPr/>
          </p:nvSpPr>
          <p:spPr>
            <a:xfrm>
              <a:off x="8857896" y="19744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1" name="pt42701"/>
            <p:cNvSpPr/>
            <p:nvPr/>
          </p:nvSpPr>
          <p:spPr>
            <a:xfrm>
              <a:off x="8965842" y="23023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2" name="pt42702"/>
            <p:cNvSpPr/>
            <p:nvPr/>
          </p:nvSpPr>
          <p:spPr>
            <a:xfrm>
              <a:off x="8874912" y="23702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3" name="pt42703"/>
            <p:cNvSpPr/>
            <p:nvPr/>
          </p:nvSpPr>
          <p:spPr>
            <a:xfrm>
              <a:off x="8745877" y="20478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4" name="pt42704"/>
            <p:cNvSpPr/>
            <p:nvPr/>
          </p:nvSpPr>
          <p:spPr>
            <a:xfrm>
              <a:off x="9324827" y="21348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5" name="pt42705"/>
            <p:cNvSpPr/>
            <p:nvPr/>
          </p:nvSpPr>
          <p:spPr>
            <a:xfrm>
              <a:off x="8633583" y="21188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6" name="pt42706"/>
            <p:cNvSpPr/>
            <p:nvPr/>
          </p:nvSpPr>
          <p:spPr>
            <a:xfrm>
              <a:off x="9231999" y="20567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7" name="pt42707"/>
            <p:cNvSpPr/>
            <p:nvPr/>
          </p:nvSpPr>
          <p:spPr>
            <a:xfrm>
              <a:off x="9360483" y="20679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8" name="pt42708"/>
            <p:cNvSpPr/>
            <p:nvPr/>
          </p:nvSpPr>
          <p:spPr>
            <a:xfrm>
              <a:off x="8965842" y="22967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9" name="pt42709"/>
            <p:cNvSpPr/>
            <p:nvPr/>
          </p:nvSpPr>
          <p:spPr>
            <a:xfrm>
              <a:off x="8939053" y="19706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0" name="pt42710"/>
            <p:cNvSpPr/>
            <p:nvPr/>
          </p:nvSpPr>
          <p:spPr>
            <a:xfrm>
              <a:off x="8604896" y="23621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1" name="pt42711"/>
            <p:cNvSpPr/>
            <p:nvPr/>
          </p:nvSpPr>
          <p:spPr>
            <a:xfrm>
              <a:off x="8960020" y="21076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2" name="pt42712"/>
            <p:cNvSpPr/>
            <p:nvPr/>
          </p:nvSpPr>
          <p:spPr>
            <a:xfrm>
              <a:off x="8469500" y="24063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3" name="pt42713"/>
            <p:cNvSpPr/>
            <p:nvPr/>
          </p:nvSpPr>
          <p:spPr>
            <a:xfrm>
              <a:off x="9218961" y="19691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4" name="pt42714"/>
            <p:cNvSpPr/>
            <p:nvPr/>
          </p:nvSpPr>
          <p:spPr>
            <a:xfrm>
              <a:off x="9010896" y="16911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5" name="pt42715"/>
            <p:cNvSpPr/>
            <p:nvPr/>
          </p:nvSpPr>
          <p:spPr>
            <a:xfrm>
              <a:off x="9654477" y="17957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6" name="pt42716"/>
            <p:cNvSpPr/>
            <p:nvPr/>
          </p:nvSpPr>
          <p:spPr>
            <a:xfrm>
              <a:off x="9485353" y="23780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7" name="pt42717"/>
            <p:cNvSpPr/>
            <p:nvPr/>
          </p:nvSpPr>
          <p:spPr>
            <a:xfrm>
              <a:off x="8570436" y="25501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8" name="pt42718"/>
            <p:cNvSpPr/>
            <p:nvPr/>
          </p:nvSpPr>
          <p:spPr>
            <a:xfrm>
              <a:off x="9388372" y="2080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9" name="pt42719"/>
            <p:cNvSpPr/>
            <p:nvPr/>
          </p:nvSpPr>
          <p:spPr>
            <a:xfrm>
              <a:off x="9073023" y="18670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0" name="pt42720"/>
            <p:cNvSpPr/>
            <p:nvPr/>
          </p:nvSpPr>
          <p:spPr>
            <a:xfrm>
              <a:off x="9874745" y="25733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1" name="pt42721"/>
            <p:cNvSpPr/>
            <p:nvPr/>
          </p:nvSpPr>
          <p:spPr>
            <a:xfrm>
              <a:off x="9178222" y="19453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2" name="pt42722"/>
            <p:cNvSpPr/>
            <p:nvPr/>
          </p:nvSpPr>
          <p:spPr>
            <a:xfrm>
              <a:off x="8868306" y="21744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3" name="pt42723"/>
            <p:cNvSpPr/>
            <p:nvPr/>
          </p:nvSpPr>
          <p:spPr>
            <a:xfrm>
              <a:off x="9155766" y="18531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4" name="pt42724"/>
            <p:cNvSpPr/>
            <p:nvPr/>
          </p:nvSpPr>
          <p:spPr>
            <a:xfrm>
              <a:off x="8312152" y="24620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5" name="pt42725"/>
            <p:cNvSpPr/>
            <p:nvPr/>
          </p:nvSpPr>
          <p:spPr>
            <a:xfrm>
              <a:off x="9010896" y="1741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6" name="pt42726"/>
            <p:cNvSpPr/>
            <p:nvPr/>
          </p:nvSpPr>
          <p:spPr>
            <a:xfrm>
              <a:off x="8381780" y="23394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7" name="pt42727"/>
            <p:cNvSpPr/>
            <p:nvPr/>
          </p:nvSpPr>
          <p:spPr>
            <a:xfrm>
              <a:off x="8707558" y="19553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8" name="pt42728"/>
            <p:cNvSpPr/>
            <p:nvPr/>
          </p:nvSpPr>
          <p:spPr>
            <a:xfrm>
              <a:off x="9828342" y="25174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9" name="pt42729"/>
            <p:cNvSpPr/>
            <p:nvPr/>
          </p:nvSpPr>
          <p:spPr>
            <a:xfrm>
              <a:off x="8588529" y="22573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0" name="pt42730"/>
            <p:cNvSpPr/>
            <p:nvPr/>
          </p:nvSpPr>
          <p:spPr>
            <a:xfrm>
              <a:off x="9382404" y="21562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1" name="pt42731"/>
            <p:cNvSpPr/>
            <p:nvPr/>
          </p:nvSpPr>
          <p:spPr>
            <a:xfrm>
              <a:off x="8817779" y="19978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2" name="pt42732"/>
            <p:cNvSpPr/>
            <p:nvPr/>
          </p:nvSpPr>
          <p:spPr>
            <a:xfrm>
              <a:off x="8312152" y="24457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3" name="pt42733"/>
            <p:cNvSpPr/>
            <p:nvPr/>
          </p:nvSpPr>
          <p:spPr>
            <a:xfrm>
              <a:off x="9102103" y="20726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4" name="pt42734"/>
            <p:cNvSpPr/>
            <p:nvPr/>
          </p:nvSpPr>
          <p:spPr>
            <a:xfrm>
              <a:off x="9077064" y="19959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5" name="pt42735"/>
            <p:cNvSpPr/>
            <p:nvPr/>
          </p:nvSpPr>
          <p:spPr>
            <a:xfrm>
              <a:off x="8431181" y="23697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6" name="pt42736"/>
            <p:cNvSpPr/>
            <p:nvPr/>
          </p:nvSpPr>
          <p:spPr>
            <a:xfrm>
              <a:off x="9076063" y="1988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7" name="pt42737"/>
            <p:cNvSpPr/>
            <p:nvPr/>
          </p:nvSpPr>
          <p:spPr>
            <a:xfrm>
              <a:off x="8960020" y="22131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8" name="pt42738"/>
            <p:cNvSpPr/>
            <p:nvPr/>
          </p:nvSpPr>
          <p:spPr>
            <a:xfrm>
              <a:off x="8927523" y="19256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9" name="pt42739"/>
            <p:cNvSpPr/>
            <p:nvPr/>
          </p:nvSpPr>
          <p:spPr>
            <a:xfrm>
              <a:off x="8777185" y="22321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0" name="pt42740"/>
            <p:cNvSpPr/>
            <p:nvPr/>
          </p:nvSpPr>
          <p:spPr>
            <a:xfrm>
              <a:off x="8963923" y="23004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1" name="pt42741"/>
            <p:cNvSpPr/>
            <p:nvPr/>
          </p:nvSpPr>
          <p:spPr>
            <a:xfrm>
              <a:off x="9359136" y="20830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2" name="pt42742"/>
            <p:cNvSpPr/>
            <p:nvPr/>
          </p:nvSpPr>
          <p:spPr>
            <a:xfrm>
              <a:off x="9147356" y="21213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3" name="pt42743"/>
            <p:cNvSpPr/>
            <p:nvPr/>
          </p:nvSpPr>
          <p:spPr>
            <a:xfrm>
              <a:off x="8500809" y="23740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4" name="pt42744"/>
            <p:cNvSpPr/>
            <p:nvPr/>
          </p:nvSpPr>
          <p:spPr>
            <a:xfrm>
              <a:off x="8956027" y="2173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5" name="pt42745"/>
            <p:cNvSpPr/>
            <p:nvPr/>
          </p:nvSpPr>
          <p:spPr>
            <a:xfrm>
              <a:off x="9461227" y="25361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6" name="pt42746"/>
            <p:cNvSpPr/>
            <p:nvPr/>
          </p:nvSpPr>
          <p:spPr>
            <a:xfrm>
              <a:off x="8989011" y="20039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7" name="pt42747"/>
            <p:cNvSpPr/>
            <p:nvPr/>
          </p:nvSpPr>
          <p:spPr>
            <a:xfrm>
              <a:off x="8658156" y="24377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8" name="pt42748"/>
            <p:cNvSpPr/>
            <p:nvPr/>
          </p:nvSpPr>
          <p:spPr>
            <a:xfrm>
              <a:off x="9100368" y="20650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9" name="pt42749"/>
            <p:cNvSpPr/>
            <p:nvPr/>
          </p:nvSpPr>
          <p:spPr>
            <a:xfrm>
              <a:off x="8927523" y="1956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0" name="pt42750"/>
            <p:cNvSpPr/>
            <p:nvPr/>
          </p:nvSpPr>
          <p:spPr>
            <a:xfrm>
              <a:off x="8864906" y="1839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1" name="pt42751"/>
            <p:cNvSpPr/>
            <p:nvPr/>
          </p:nvSpPr>
          <p:spPr>
            <a:xfrm>
              <a:off x="8932228" y="19107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2" name="pt42752"/>
            <p:cNvSpPr/>
            <p:nvPr/>
          </p:nvSpPr>
          <p:spPr>
            <a:xfrm>
              <a:off x="8658156" y="2224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3" name="pt42753"/>
            <p:cNvSpPr/>
            <p:nvPr/>
          </p:nvSpPr>
          <p:spPr>
            <a:xfrm>
              <a:off x="8669239" y="24318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4" name="pt42754"/>
            <p:cNvSpPr/>
            <p:nvPr/>
          </p:nvSpPr>
          <p:spPr>
            <a:xfrm>
              <a:off x="8679650" y="24622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5" name="pt42755"/>
            <p:cNvSpPr/>
            <p:nvPr/>
          </p:nvSpPr>
          <p:spPr>
            <a:xfrm>
              <a:off x="9828342" y="24614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6" name="pt42756"/>
            <p:cNvSpPr/>
            <p:nvPr/>
          </p:nvSpPr>
          <p:spPr>
            <a:xfrm>
              <a:off x="8500809" y="23567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7" name="pt42757"/>
            <p:cNvSpPr/>
            <p:nvPr/>
          </p:nvSpPr>
          <p:spPr>
            <a:xfrm>
              <a:off x="8381780" y="24274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8" name="pt42758"/>
            <p:cNvSpPr/>
            <p:nvPr/>
          </p:nvSpPr>
          <p:spPr>
            <a:xfrm>
              <a:off x="9091423" y="18303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9" name="pt42759"/>
            <p:cNvSpPr/>
            <p:nvPr/>
          </p:nvSpPr>
          <p:spPr>
            <a:xfrm>
              <a:off x="9108871" y="20064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0" name="pt42760"/>
            <p:cNvSpPr/>
            <p:nvPr/>
          </p:nvSpPr>
          <p:spPr>
            <a:xfrm>
              <a:off x="9436013" y="22128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1" name="pt42761"/>
            <p:cNvSpPr/>
            <p:nvPr/>
          </p:nvSpPr>
          <p:spPr>
            <a:xfrm>
              <a:off x="9027663" y="17915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2" name="pt42762"/>
            <p:cNvSpPr/>
            <p:nvPr/>
          </p:nvSpPr>
          <p:spPr>
            <a:xfrm>
              <a:off x="8698750" y="20192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3" name="pt42763"/>
            <p:cNvSpPr/>
            <p:nvPr/>
          </p:nvSpPr>
          <p:spPr>
            <a:xfrm>
              <a:off x="8658156" y="23011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4" name="pt42764"/>
            <p:cNvSpPr/>
            <p:nvPr/>
          </p:nvSpPr>
          <p:spPr>
            <a:xfrm>
              <a:off x="9052414" y="22814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5" name="pt42765"/>
            <p:cNvSpPr/>
            <p:nvPr/>
          </p:nvSpPr>
          <p:spPr>
            <a:xfrm>
              <a:off x="9047741" y="2084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6" name="pt42766"/>
            <p:cNvSpPr/>
            <p:nvPr/>
          </p:nvSpPr>
          <p:spPr>
            <a:xfrm>
              <a:off x="8500809" y="25822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7" name="pt42767"/>
            <p:cNvSpPr/>
            <p:nvPr/>
          </p:nvSpPr>
          <p:spPr>
            <a:xfrm>
              <a:off x="8604896" y="2107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8" name="pt42768"/>
            <p:cNvSpPr/>
            <p:nvPr/>
          </p:nvSpPr>
          <p:spPr>
            <a:xfrm>
              <a:off x="9436013" y="21208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9" name="pt42769"/>
            <p:cNvSpPr/>
            <p:nvPr/>
          </p:nvSpPr>
          <p:spPr>
            <a:xfrm>
              <a:off x="8765338" y="20115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0" name="pt42770"/>
            <p:cNvSpPr/>
            <p:nvPr/>
          </p:nvSpPr>
          <p:spPr>
            <a:xfrm>
              <a:off x="8723925" y="21601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1" name="pt42771"/>
            <p:cNvSpPr/>
            <p:nvPr/>
          </p:nvSpPr>
          <p:spPr>
            <a:xfrm>
              <a:off x="8731558" y="23748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2" name="pt42772"/>
            <p:cNvSpPr/>
            <p:nvPr/>
          </p:nvSpPr>
          <p:spPr>
            <a:xfrm>
              <a:off x="9242219" y="20468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3" name="pt42773"/>
            <p:cNvSpPr/>
            <p:nvPr/>
          </p:nvSpPr>
          <p:spPr>
            <a:xfrm>
              <a:off x="9898409" y="2747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4" name="pt42774"/>
            <p:cNvSpPr/>
            <p:nvPr/>
          </p:nvSpPr>
          <p:spPr>
            <a:xfrm>
              <a:off x="9668168" y="27714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5" name="pt42775"/>
            <p:cNvSpPr/>
            <p:nvPr/>
          </p:nvSpPr>
          <p:spPr>
            <a:xfrm>
              <a:off x="9123951" y="20986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6" name="pt42776"/>
            <p:cNvSpPr/>
            <p:nvPr/>
          </p:nvSpPr>
          <p:spPr>
            <a:xfrm>
              <a:off x="9427665" y="19778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7" name="pt42777"/>
            <p:cNvSpPr/>
            <p:nvPr/>
          </p:nvSpPr>
          <p:spPr>
            <a:xfrm>
              <a:off x="8312152" y="24314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8" name="pt42778"/>
            <p:cNvSpPr/>
            <p:nvPr/>
          </p:nvSpPr>
          <p:spPr>
            <a:xfrm>
              <a:off x="8633583" y="20222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9" name="pt42779"/>
            <p:cNvSpPr/>
            <p:nvPr/>
          </p:nvSpPr>
          <p:spPr>
            <a:xfrm>
              <a:off x="9427665" y="1909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0" name="pt42780"/>
            <p:cNvSpPr/>
            <p:nvPr/>
          </p:nvSpPr>
          <p:spPr>
            <a:xfrm>
              <a:off x="9037995" y="18041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1" name="pt42781"/>
            <p:cNvSpPr/>
            <p:nvPr/>
          </p:nvSpPr>
          <p:spPr>
            <a:xfrm>
              <a:off x="9139903" y="20454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2" name="pt42782"/>
            <p:cNvSpPr/>
            <p:nvPr/>
          </p:nvSpPr>
          <p:spPr>
            <a:xfrm>
              <a:off x="8715936" y="22758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3" name="pt42783"/>
            <p:cNvSpPr/>
            <p:nvPr/>
          </p:nvSpPr>
          <p:spPr>
            <a:xfrm>
              <a:off x="8689465" y="23695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4" name="pt42784"/>
            <p:cNvSpPr/>
            <p:nvPr/>
          </p:nvSpPr>
          <p:spPr>
            <a:xfrm>
              <a:off x="8788268" y="21004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5" name="pt42785"/>
            <p:cNvSpPr/>
            <p:nvPr/>
          </p:nvSpPr>
          <p:spPr>
            <a:xfrm>
              <a:off x="8312152" y="20053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6" name="pt42786"/>
            <p:cNvSpPr/>
            <p:nvPr/>
          </p:nvSpPr>
          <p:spPr>
            <a:xfrm>
              <a:off x="9087709" y="19820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7" name="pt42787"/>
            <p:cNvSpPr/>
            <p:nvPr/>
          </p:nvSpPr>
          <p:spPr>
            <a:xfrm>
              <a:off x="8312152" y="26716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8" name="pt42788"/>
            <p:cNvSpPr/>
            <p:nvPr/>
          </p:nvSpPr>
          <p:spPr>
            <a:xfrm>
              <a:off x="8813199" y="20811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9" name="pt42789"/>
            <p:cNvSpPr/>
            <p:nvPr/>
          </p:nvSpPr>
          <p:spPr>
            <a:xfrm>
              <a:off x="9018082" y="17028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0" name="pt42790"/>
            <p:cNvSpPr/>
            <p:nvPr/>
          </p:nvSpPr>
          <p:spPr>
            <a:xfrm>
              <a:off x="9213636" y="19220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1" name="pt42791"/>
            <p:cNvSpPr/>
            <p:nvPr/>
          </p:nvSpPr>
          <p:spPr>
            <a:xfrm>
              <a:off x="9485353" y="22417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2" name="pt42792"/>
            <p:cNvSpPr/>
            <p:nvPr/>
          </p:nvSpPr>
          <p:spPr>
            <a:xfrm>
              <a:off x="8679650" y="24558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3" name="pt42793"/>
            <p:cNvSpPr/>
            <p:nvPr/>
          </p:nvSpPr>
          <p:spPr>
            <a:xfrm>
              <a:off x="9218961" y="20859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4" name="pt42794"/>
            <p:cNvSpPr/>
            <p:nvPr/>
          </p:nvSpPr>
          <p:spPr>
            <a:xfrm>
              <a:off x="9213636" y="19146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5" name="pt42795"/>
            <p:cNvSpPr/>
            <p:nvPr/>
          </p:nvSpPr>
          <p:spPr>
            <a:xfrm>
              <a:off x="8881273" y="22818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6" name="pt42796"/>
            <p:cNvSpPr/>
            <p:nvPr/>
          </p:nvSpPr>
          <p:spPr>
            <a:xfrm>
              <a:off x="9732410" y="23968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7" name="pt42797"/>
            <p:cNvSpPr/>
            <p:nvPr/>
          </p:nvSpPr>
          <p:spPr>
            <a:xfrm>
              <a:off x="8312152" y="25730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8" name="pt42798"/>
            <p:cNvSpPr/>
            <p:nvPr/>
          </p:nvSpPr>
          <p:spPr>
            <a:xfrm>
              <a:off x="9581160" y="21472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9" name="pt42799"/>
            <p:cNvSpPr/>
            <p:nvPr/>
          </p:nvSpPr>
          <p:spPr>
            <a:xfrm>
              <a:off x="8723925" y="21194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0" name="pt42800"/>
            <p:cNvSpPr/>
            <p:nvPr/>
          </p:nvSpPr>
          <p:spPr>
            <a:xfrm>
              <a:off x="8431181" y="2469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1" name="pt42801"/>
            <p:cNvSpPr/>
            <p:nvPr/>
          </p:nvSpPr>
          <p:spPr>
            <a:xfrm>
              <a:off x="9195593" y="21871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2" name="pt42802"/>
            <p:cNvSpPr/>
            <p:nvPr/>
          </p:nvSpPr>
          <p:spPr>
            <a:xfrm>
              <a:off x="8570436" y="24331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3" name="pt42803"/>
            <p:cNvSpPr/>
            <p:nvPr/>
          </p:nvSpPr>
          <p:spPr>
            <a:xfrm>
              <a:off x="9196093" y="23145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4" name="pt42804"/>
            <p:cNvSpPr/>
            <p:nvPr/>
          </p:nvSpPr>
          <p:spPr>
            <a:xfrm>
              <a:off x="9087709" y="19445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5" name="pt42805"/>
            <p:cNvSpPr/>
            <p:nvPr/>
          </p:nvSpPr>
          <p:spPr>
            <a:xfrm>
              <a:off x="8431181" y="23996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6" name="pt42806"/>
            <p:cNvSpPr/>
            <p:nvPr/>
          </p:nvSpPr>
          <p:spPr>
            <a:xfrm>
              <a:off x="9104672" y="19604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7" name="pt42807"/>
            <p:cNvSpPr/>
            <p:nvPr/>
          </p:nvSpPr>
          <p:spPr>
            <a:xfrm>
              <a:off x="8980466" y="20254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8" name="pt42808"/>
            <p:cNvSpPr/>
            <p:nvPr/>
          </p:nvSpPr>
          <p:spPr>
            <a:xfrm>
              <a:off x="9262699" y="19769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9" name="pt42809"/>
            <p:cNvSpPr/>
            <p:nvPr/>
          </p:nvSpPr>
          <p:spPr>
            <a:xfrm>
              <a:off x="8604896" y="23244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0" name="pt42810"/>
            <p:cNvSpPr/>
            <p:nvPr/>
          </p:nvSpPr>
          <p:spPr>
            <a:xfrm>
              <a:off x="8469500" y="21635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1" name="pt42811"/>
            <p:cNvSpPr/>
            <p:nvPr/>
          </p:nvSpPr>
          <p:spPr>
            <a:xfrm>
              <a:off x="9325298" y="21712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2" name="pt42812"/>
            <p:cNvSpPr/>
            <p:nvPr/>
          </p:nvSpPr>
          <p:spPr>
            <a:xfrm>
              <a:off x="9581160" y="22384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3" name="pt42813"/>
            <p:cNvSpPr/>
            <p:nvPr/>
          </p:nvSpPr>
          <p:spPr>
            <a:xfrm>
              <a:off x="8899053" y="22020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4" name="pt42814"/>
            <p:cNvSpPr/>
            <p:nvPr/>
          </p:nvSpPr>
          <p:spPr>
            <a:xfrm>
              <a:off x="9123951" y="20369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5" name="pt42815"/>
            <p:cNvSpPr/>
            <p:nvPr/>
          </p:nvSpPr>
          <p:spPr>
            <a:xfrm>
              <a:off x="9052414" y="20626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6" name="pt42816"/>
            <p:cNvSpPr/>
            <p:nvPr/>
          </p:nvSpPr>
          <p:spPr>
            <a:xfrm>
              <a:off x="8956027" y="2138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7" name="pt42817"/>
            <p:cNvSpPr/>
            <p:nvPr/>
          </p:nvSpPr>
          <p:spPr>
            <a:xfrm>
              <a:off x="8633583" y="20403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8" name="pt42818"/>
            <p:cNvSpPr/>
            <p:nvPr/>
          </p:nvSpPr>
          <p:spPr>
            <a:xfrm>
              <a:off x="9466476" y="22858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9" name="pt42819"/>
            <p:cNvSpPr/>
            <p:nvPr/>
          </p:nvSpPr>
          <p:spPr>
            <a:xfrm>
              <a:off x="9237969" y="20846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0" name="pt42820"/>
            <p:cNvSpPr/>
            <p:nvPr/>
          </p:nvSpPr>
          <p:spPr>
            <a:xfrm>
              <a:off x="8646309" y="24917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1" name="pt42821"/>
            <p:cNvSpPr/>
            <p:nvPr/>
          </p:nvSpPr>
          <p:spPr>
            <a:xfrm>
              <a:off x="9124709" y="20197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2" name="pt42822"/>
            <p:cNvSpPr/>
            <p:nvPr/>
          </p:nvSpPr>
          <p:spPr>
            <a:xfrm>
              <a:off x="8707558" y="21617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3" name="pt42823"/>
            <p:cNvSpPr/>
            <p:nvPr/>
          </p:nvSpPr>
          <p:spPr>
            <a:xfrm>
              <a:off x="9102103" y="20823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4" name="pt42824"/>
            <p:cNvSpPr/>
            <p:nvPr/>
          </p:nvSpPr>
          <p:spPr>
            <a:xfrm>
              <a:off x="8381780" y="22557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5" name="pt42825"/>
            <p:cNvSpPr/>
            <p:nvPr/>
          </p:nvSpPr>
          <p:spPr>
            <a:xfrm>
              <a:off x="8857896" y="20612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6" name="pt42826"/>
            <p:cNvSpPr/>
            <p:nvPr/>
          </p:nvSpPr>
          <p:spPr>
            <a:xfrm>
              <a:off x="8633583" y="22008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7" name="pt42827"/>
            <p:cNvSpPr/>
            <p:nvPr/>
          </p:nvSpPr>
          <p:spPr>
            <a:xfrm>
              <a:off x="9324827" y="22114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8" name="pt42828"/>
            <p:cNvSpPr/>
            <p:nvPr/>
          </p:nvSpPr>
          <p:spPr>
            <a:xfrm>
              <a:off x="8932228" y="19617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9" name="pt42829"/>
            <p:cNvSpPr/>
            <p:nvPr/>
          </p:nvSpPr>
          <p:spPr>
            <a:xfrm>
              <a:off x="9471970" y="23522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0" name="pt42830"/>
            <p:cNvSpPr/>
            <p:nvPr/>
          </p:nvSpPr>
          <p:spPr>
            <a:xfrm>
              <a:off x="9139903" y="20373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1" name="pt42831"/>
            <p:cNvSpPr/>
            <p:nvPr/>
          </p:nvSpPr>
          <p:spPr>
            <a:xfrm>
              <a:off x="8961983" y="22718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2" name="pt42832"/>
            <p:cNvSpPr/>
            <p:nvPr/>
          </p:nvSpPr>
          <p:spPr>
            <a:xfrm>
              <a:off x="8941268" y="18955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3" name="pt42833"/>
            <p:cNvSpPr/>
            <p:nvPr/>
          </p:nvSpPr>
          <p:spPr>
            <a:xfrm>
              <a:off x="8884367" y="20518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4" name="pt42834"/>
            <p:cNvSpPr/>
            <p:nvPr/>
          </p:nvSpPr>
          <p:spPr>
            <a:xfrm>
              <a:off x="9461227" y="23755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5" name="pt42835"/>
            <p:cNvSpPr/>
            <p:nvPr/>
          </p:nvSpPr>
          <p:spPr>
            <a:xfrm>
              <a:off x="8381780" y="2482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6" name="pt42836"/>
            <p:cNvSpPr/>
            <p:nvPr/>
          </p:nvSpPr>
          <p:spPr>
            <a:xfrm>
              <a:off x="9141283" y="21575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7" name="pt42837"/>
            <p:cNvSpPr/>
            <p:nvPr/>
          </p:nvSpPr>
          <p:spPr>
            <a:xfrm>
              <a:off x="8527280" y="26158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8" name="pt42838"/>
            <p:cNvSpPr/>
            <p:nvPr/>
          </p:nvSpPr>
          <p:spPr>
            <a:xfrm>
              <a:off x="8890393" y="20267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9" name="pt42839"/>
            <p:cNvSpPr/>
            <p:nvPr/>
          </p:nvSpPr>
          <p:spPr>
            <a:xfrm>
              <a:off x="8920215" y="21301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0" name="pt42840"/>
            <p:cNvSpPr/>
            <p:nvPr/>
          </p:nvSpPr>
          <p:spPr>
            <a:xfrm>
              <a:off x="8669239" y="21258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1" name="pt42841"/>
            <p:cNvSpPr/>
            <p:nvPr/>
          </p:nvSpPr>
          <p:spPr>
            <a:xfrm>
              <a:off x="9079049" y="20031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2" name="pt42842"/>
            <p:cNvSpPr/>
            <p:nvPr/>
          </p:nvSpPr>
          <p:spPr>
            <a:xfrm>
              <a:off x="8689465" y="23343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3" name="pt42843"/>
            <p:cNvSpPr/>
            <p:nvPr/>
          </p:nvSpPr>
          <p:spPr>
            <a:xfrm>
              <a:off x="9457237" y="21469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4" name="pt42844"/>
            <p:cNvSpPr/>
            <p:nvPr/>
          </p:nvSpPr>
          <p:spPr>
            <a:xfrm>
              <a:off x="9098616" y="20817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5" name="pt42845"/>
            <p:cNvSpPr/>
            <p:nvPr/>
          </p:nvSpPr>
          <p:spPr>
            <a:xfrm>
              <a:off x="9389022" y="21492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6" name="pt42846"/>
            <p:cNvSpPr/>
            <p:nvPr/>
          </p:nvSpPr>
          <p:spPr>
            <a:xfrm>
              <a:off x="8854280" y="20465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7" name="pt42847"/>
            <p:cNvSpPr/>
            <p:nvPr/>
          </p:nvSpPr>
          <p:spPr>
            <a:xfrm>
              <a:off x="8912581" y="21093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8" name="pt42848"/>
            <p:cNvSpPr/>
            <p:nvPr/>
          </p:nvSpPr>
          <p:spPr>
            <a:xfrm>
              <a:off x="9222422" y="19030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9" name="pt42849"/>
            <p:cNvSpPr/>
            <p:nvPr/>
          </p:nvSpPr>
          <p:spPr>
            <a:xfrm>
              <a:off x="9098616" y="20960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0" name="pt42850"/>
            <p:cNvSpPr/>
            <p:nvPr/>
          </p:nvSpPr>
          <p:spPr>
            <a:xfrm>
              <a:off x="8312152" y="23988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1" name="pt42851"/>
            <p:cNvSpPr/>
            <p:nvPr/>
          </p:nvSpPr>
          <p:spPr>
            <a:xfrm>
              <a:off x="8550210" y="24639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2" name="pt42852"/>
            <p:cNvSpPr/>
            <p:nvPr/>
          </p:nvSpPr>
          <p:spPr>
            <a:xfrm>
              <a:off x="8759093" y="2105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3" name="pt42853"/>
            <p:cNvSpPr/>
            <p:nvPr/>
          </p:nvSpPr>
          <p:spPr>
            <a:xfrm>
              <a:off x="8570436" y="24574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4" name="pt42854"/>
            <p:cNvSpPr/>
            <p:nvPr/>
          </p:nvSpPr>
          <p:spPr>
            <a:xfrm>
              <a:off x="9562708" y="1996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5" name="pt42855"/>
            <p:cNvSpPr/>
            <p:nvPr/>
          </p:nvSpPr>
          <p:spPr>
            <a:xfrm>
              <a:off x="8707558" y="22758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6" name="pt42856"/>
            <p:cNvSpPr/>
            <p:nvPr/>
          </p:nvSpPr>
          <p:spPr>
            <a:xfrm>
              <a:off x="8993941" y="19152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7" name="pt42857"/>
            <p:cNvSpPr/>
            <p:nvPr/>
          </p:nvSpPr>
          <p:spPr>
            <a:xfrm>
              <a:off x="9051257" y="19951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8" name="pt42858"/>
            <p:cNvSpPr/>
            <p:nvPr/>
          </p:nvSpPr>
          <p:spPr>
            <a:xfrm>
              <a:off x="8469500" y="24390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9" name="pt42859"/>
            <p:cNvSpPr/>
            <p:nvPr/>
          </p:nvSpPr>
          <p:spPr>
            <a:xfrm>
              <a:off x="8960020" y="2205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0" name="pt42860"/>
            <p:cNvSpPr/>
            <p:nvPr/>
          </p:nvSpPr>
          <p:spPr>
            <a:xfrm>
              <a:off x="8381780" y="24581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1" name="pt42861"/>
            <p:cNvSpPr/>
            <p:nvPr/>
          </p:nvSpPr>
          <p:spPr>
            <a:xfrm>
              <a:off x="8312152" y="2441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2" name="pt42862"/>
            <p:cNvSpPr/>
            <p:nvPr/>
          </p:nvSpPr>
          <p:spPr>
            <a:xfrm>
              <a:off x="8500809" y="25196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3" name="pt42863"/>
            <p:cNvSpPr/>
            <p:nvPr/>
          </p:nvSpPr>
          <p:spPr>
            <a:xfrm>
              <a:off x="9654477" y="1832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4" name="pt42864"/>
            <p:cNvSpPr/>
            <p:nvPr/>
          </p:nvSpPr>
          <p:spPr>
            <a:xfrm>
              <a:off x="9268690" y="19285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5" name="pt42865"/>
            <p:cNvSpPr/>
            <p:nvPr/>
          </p:nvSpPr>
          <p:spPr>
            <a:xfrm>
              <a:off x="8500809" y="26281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6" name="pt42866"/>
            <p:cNvSpPr/>
            <p:nvPr/>
          </p:nvSpPr>
          <p:spPr>
            <a:xfrm>
              <a:off x="9573129" y="23154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7" name="pt42867"/>
            <p:cNvSpPr/>
            <p:nvPr/>
          </p:nvSpPr>
          <p:spPr>
            <a:xfrm>
              <a:off x="8881273" y="23294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8" name="pt42868"/>
            <p:cNvSpPr/>
            <p:nvPr/>
          </p:nvSpPr>
          <p:spPr>
            <a:xfrm>
              <a:off x="8619838" y="21647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9" name="pt42869"/>
            <p:cNvSpPr/>
            <p:nvPr/>
          </p:nvSpPr>
          <p:spPr>
            <a:xfrm>
              <a:off x="8619838" y="22596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0" name="pt42870"/>
            <p:cNvSpPr/>
            <p:nvPr/>
          </p:nvSpPr>
          <p:spPr>
            <a:xfrm>
              <a:off x="8960020" y="20967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1" name="pt42871"/>
            <p:cNvSpPr/>
            <p:nvPr/>
          </p:nvSpPr>
          <p:spPr>
            <a:xfrm>
              <a:off x="9680997" y="25551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2" name="pt42872"/>
            <p:cNvSpPr/>
            <p:nvPr/>
          </p:nvSpPr>
          <p:spPr>
            <a:xfrm>
              <a:off x="8932228" y="17885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3" name="pt42873"/>
            <p:cNvSpPr/>
            <p:nvPr/>
          </p:nvSpPr>
          <p:spPr>
            <a:xfrm>
              <a:off x="9652073" y="2188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4" name="pt42874"/>
            <p:cNvSpPr/>
            <p:nvPr/>
          </p:nvSpPr>
          <p:spPr>
            <a:xfrm>
              <a:off x="8633583" y="21127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5" name="pt42875"/>
            <p:cNvSpPr/>
            <p:nvPr/>
          </p:nvSpPr>
          <p:spPr>
            <a:xfrm>
              <a:off x="9286390" y="20010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6" name="pt42876"/>
            <p:cNvSpPr/>
            <p:nvPr/>
          </p:nvSpPr>
          <p:spPr>
            <a:xfrm>
              <a:off x="9098616" y="20345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7" name="pt42877"/>
            <p:cNvSpPr/>
            <p:nvPr/>
          </p:nvSpPr>
          <p:spPr>
            <a:xfrm>
              <a:off x="8381780" y="24892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8" name="pt42878"/>
            <p:cNvSpPr/>
            <p:nvPr/>
          </p:nvSpPr>
          <p:spPr>
            <a:xfrm>
              <a:off x="9068885" y="18770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9" name="pt42879"/>
            <p:cNvSpPr/>
            <p:nvPr/>
          </p:nvSpPr>
          <p:spPr>
            <a:xfrm>
              <a:off x="8963923" y="23348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0" name="pt42880"/>
            <p:cNvSpPr/>
            <p:nvPr/>
          </p:nvSpPr>
          <p:spPr>
            <a:xfrm>
              <a:off x="9196592" y="23039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1" name="pt42881"/>
            <p:cNvSpPr/>
            <p:nvPr/>
          </p:nvSpPr>
          <p:spPr>
            <a:xfrm>
              <a:off x="9405714" y="20754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2" name="pt42882"/>
            <p:cNvSpPr/>
            <p:nvPr/>
          </p:nvSpPr>
          <p:spPr>
            <a:xfrm>
              <a:off x="8752612" y="22198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3" name="pt42883"/>
            <p:cNvSpPr/>
            <p:nvPr/>
          </p:nvSpPr>
          <p:spPr>
            <a:xfrm>
              <a:off x="8788268" y="20735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4" name="pt42884"/>
            <p:cNvSpPr/>
            <p:nvPr/>
          </p:nvSpPr>
          <p:spPr>
            <a:xfrm>
              <a:off x="8788268" y="22317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5" name="pt42885"/>
            <p:cNvSpPr/>
            <p:nvPr/>
          </p:nvSpPr>
          <p:spPr>
            <a:xfrm>
              <a:off x="8698750" y="22599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6" name="pt42886"/>
            <p:cNvSpPr/>
            <p:nvPr/>
          </p:nvSpPr>
          <p:spPr>
            <a:xfrm>
              <a:off x="8907297" y="2117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7" name="pt42887"/>
            <p:cNvSpPr/>
            <p:nvPr/>
          </p:nvSpPr>
          <p:spPr>
            <a:xfrm>
              <a:off x="8381780" y="24886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8" name="pt42888"/>
            <p:cNvSpPr/>
            <p:nvPr/>
          </p:nvSpPr>
          <p:spPr>
            <a:xfrm>
              <a:off x="9326470" y="21282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9" name="pt42889"/>
            <p:cNvSpPr/>
            <p:nvPr/>
          </p:nvSpPr>
          <p:spPr>
            <a:xfrm>
              <a:off x="9135698" y="21640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0" name="pt42890"/>
            <p:cNvSpPr/>
            <p:nvPr/>
          </p:nvSpPr>
          <p:spPr>
            <a:xfrm>
              <a:off x="8884367" y="20511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1" name="pt42891"/>
            <p:cNvSpPr/>
            <p:nvPr/>
          </p:nvSpPr>
          <p:spPr>
            <a:xfrm>
              <a:off x="9664325" y="16229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2" name="pt42892"/>
            <p:cNvSpPr/>
            <p:nvPr/>
          </p:nvSpPr>
          <p:spPr>
            <a:xfrm>
              <a:off x="8765338" y="20994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3" name="pt42893"/>
            <p:cNvSpPr/>
            <p:nvPr/>
          </p:nvSpPr>
          <p:spPr>
            <a:xfrm>
              <a:off x="8633583" y="23502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4" name="pt42894"/>
            <p:cNvSpPr/>
            <p:nvPr/>
          </p:nvSpPr>
          <p:spPr>
            <a:xfrm>
              <a:off x="8646309" y="25219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5" name="pt42895"/>
            <p:cNvSpPr/>
            <p:nvPr/>
          </p:nvSpPr>
          <p:spPr>
            <a:xfrm>
              <a:off x="9035469" y="1803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6" name="pt42896"/>
            <p:cNvSpPr/>
            <p:nvPr/>
          </p:nvSpPr>
          <p:spPr>
            <a:xfrm>
              <a:off x="9324827" y="22061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7" name="pt42897"/>
            <p:cNvSpPr/>
            <p:nvPr/>
          </p:nvSpPr>
          <p:spPr>
            <a:xfrm>
              <a:off x="9231999" y="20980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8" name="pt42898"/>
            <p:cNvSpPr/>
            <p:nvPr/>
          </p:nvSpPr>
          <p:spPr>
            <a:xfrm>
              <a:off x="8633583" y="2095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9" name="pt42899"/>
            <p:cNvSpPr/>
            <p:nvPr/>
          </p:nvSpPr>
          <p:spPr>
            <a:xfrm>
              <a:off x="8738867" y="20972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0" name="pt42900"/>
            <p:cNvSpPr/>
            <p:nvPr/>
          </p:nvSpPr>
          <p:spPr>
            <a:xfrm>
              <a:off x="8679650" y="25310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1" name="pt42901"/>
            <p:cNvSpPr/>
            <p:nvPr/>
          </p:nvSpPr>
          <p:spPr>
            <a:xfrm>
              <a:off x="8500809" y="26620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2" name="pt42902"/>
            <p:cNvSpPr/>
            <p:nvPr/>
          </p:nvSpPr>
          <p:spPr>
            <a:xfrm>
              <a:off x="8550210" y="25080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3" name="pt42903"/>
            <p:cNvSpPr/>
            <p:nvPr/>
          </p:nvSpPr>
          <p:spPr>
            <a:xfrm>
              <a:off x="9414750" y="20088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4" name="pt42904"/>
            <p:cNvSpPr/>
            <p:nvPr/>
          </p:nvSpPr>
          <p:spPr>
            <a:xfrm>
              <a:off x="9027663" y="20601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5" name="pt42905"/>
            <p:cNvSpPr/>
            <p:nvPr/>
          </p:nvSpPr>
          <p:spPr>
            <a:xfrm>
              <a:off x="8431181" y="22822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6" name="pt42906"/>
            <p:cNvSpPr/>
            <p:nvPr/>
          </p:nvSpPr>
          <p:spPr>
            <a:xfrm>
              <a:off x="8868306" y="21869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7" name="pt42907"/>
            <p:cNvSpPr/>
            <p:nvPr/>
          </p:nvSpPr>
          <p:spPr>
            <a:xfrm>
              <a:off x="9174300" y="20276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8" name="pt42908"/>
            <p:cNvSpPr/>
            <p:nvPr/>
          </p:nvSpPr>
          <p:spPr>
            <a:xfrm>
              <a:off x="8850587" y="20270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9" name="pt42909"/>
            <p:cNvSpPr/>
            <p:nvPr/>
          </p:nvSpPr>
          <p:spPr>
            <a:xfrm>
              <a:off x="9100368" y="21972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0" name="pt42910"/>
            <p:cNvSpPr/>
            <p:nvPr/>
          </p:nvSpPr>
          <p:spPr>
            <a:xfrm>
              <a:off x="8469500" y="2354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1" name="pt42911"/>
            <p:cNvSpPr/>
            <p:nvPr/>
          </p:nvSpPr>
          <p:spPr>
            <a:xfrm>
              <a:off x="9550412" y="20284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2" name="pt42912"/>
            <p:cNvSpPr/>
            <p:nvPr/>
          </p:nvSpPr>
          <p:spPr>
            <a:xfrm>
              <a:off x="8813199" y="19788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3" name="pt42913"/>
            <p:cNvSpPr/>
            <p:nvPr/>
          </p:nvSpPr>
          <p:spPr>
            <a:xfrm>
              <a:off x="9087709" y="21235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4" name="pt42914"/>
            <p:cNvSpPr/>
            <p:nvPr/>
          </p:nvSpPr>
          <p:spPr>
            <a:xfrm>
              <a:off x="9259623" y="19924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5" name="pt42915"/>
            <p:cNvSpPr/>
            <p:nvPr/>
          </p:nvSpPr>
          <p:spPr>
            <a:xfrm>
              <a:off x="9874745" y="26717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6" name="pt42916"/>
            <p:cNvSpPr/>
            <p:nvPr/>
          </p:nvSpPr>
          <p:spPr>
            <a:xfrm>
              <a:off x="8431181" y="24458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7" name="pt42917"/>
            <p:cNvSpPr/>
            <p:nvPr/>
          </p:nvSpPr>
          <p:spPr>
            <a:xfrm>
              <a:off x="8381780" y="22970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8" name="pt42918"/>
            <p:cNvSpPr/>
            <p:nvPr/>
          </p:nvSpPr>
          <p:spPr>
            <a:xfrm>
              <a:off x="8960020" y="21898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9" name="pt42919"/>
            <p:cNvSpPr/>
            <p:nvPr/>
          </p:nvSpPr>
          <p:spPr>
            <a:xfrm>
              <a:off x="9471970" y="22375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0" name="pt42920"/>
            <p:cNvSpPr/>
            <p:nvPr/>
          </p:nvSpPr>
          <p:spPr>
            <a:xfrm>
              <a:off x="8987335" y="20475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1" name="pt42921"/>
            <p:cNvSpPr/>
            <p:nvPr/>
          </p:nvSpPr>
          <p:spPr>
            <a:xfrm>
              <a:off x="8431181" y="23743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2" name="pt42922"/>
            <p:cNvSpPr/>
            <p:nvPr/>
          </p:nvSpPr>
          <p:spPr>
            <a:xfrm>
              <a:off x="8808494" y="21388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3" name="pt42923"/>
            <p:cNvSpPr/>
            <p:nvPr/>
          </p:nvSpPr>
          <p:spPr>
            <a:xfrm>
              <a:off x="8798679" y="2073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4" name="pt42924"/>
            <p:cNvSpPr/>
            <p:nvPr/>
          </p:nvSpPr>
          <p:spPr>
            <a:xfrm>
              <a:off x="8527280" y="25484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5" name="pt42925"/>
            <p:cNvSpPr/>
            <p:nvPr/>
          </p:nvSpPr>
          <p:spPr>
            <a:xfrm>
              <a:off x="9102103" y="20887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6" name="pt42926"/>
            <p:cNvSpPr/>
            <p:nvPr/>
          </p:nvSpPr>
          <p:spPr>
            <a:xfrm>
              <a:off x="8826587" y="2184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7" name="pt42927"/>
            <p:cNvSpPr/>
            <p:nvPr/>
          </p:nvSpPr>
          <p:spPr>
            <a:xfrm>
              <a:off x="9388372" y="21136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8" name="pt42928"/>
            <p:cNvSpPr/>
            <p:nvPr/>
          </p:nvSpPr>
          <p:spPr>
            <a:xfrm>
              <a:off x="9388372" y="19885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9" name="pt42929"/>
            <p:cNvSpPr/>
            <p:nvPr/>
          </p:nvSpPr>
          <p:spPr>
            <a:xfrm>
              <a:off x="8826587" y="22775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0" name="pt42930"/>
            <p:cNvSpPr/>
            <p:nvPr/>
          </p:nvSpPr>
          <p:spPr>
            <a:xfrm>
              <a:off x="8759093" y="23479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1" name="pt42931"/>
            <p:cNvSpPr/>
            <p:nvPr/>
          </p:nvSpPr>
          <p:spPr>
            <a:xfrm>
              <a:off x="9406741" y="19947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2" name="pt42932"/>
            <p:cNvSpPr/>
            <p:nvPr/>
          </p:nvSpPr>
          <p:spPr>
            <a:xfrm>
              <a:off x="8887406" y="18498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3" name="pt42933"/>
            <p:cNvSpPr/>
            <p:nvPr/>
          </p:nvSpPr>
          <p:spPr>
            <a:xfrm>
              <a:off x="9108871" y="19968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4" name="pt42934"/>
            <p:cNvSpPr/>
            <p:nvPr/>
          </p:nvSpPr>
          <p:spPr>
            <a:xfrm>
              <a:off x="9652003" y="2276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5" name="pt42935"/>
            <p:cNvSpPr/>
            <p:nvPr/>
          </p:nvSpPr>
          <p:spPr>
            <a:xfrm>
              <a:off x="8500809" y="25340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6" name="pt42936"/>
            <p:cNvSpPr/>
            <p:nvPr/>
          </p:nvSpPr>
          <p:spPr>
            <a:xfrm>
              <a:off x="9874745" y="26573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7" name="pt42937"/>
            <p:cNvSpPr/>
            <p:nvPr/>
          </p:nvSpPr>
          <p:spPr>
            <a:xfrm>
              <a:off x="8817779" y="20304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8" name="pt42938"/>
            <p:cNvSpPr/>
            <p:nvPr/>
          </p:nvSpPr>
          <p:spPr>
            <a:xfrm>
              <a:off x="8920215" y="2093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9" name="pt42939"/>
            <p:cNvSpPr/>
            <p:nvPr/>
          </p:nvSpPr>
          <p:spPr>
            <a:xfrm>
              <a:off x="8469500" y="23607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0" name="pt42940"/>
            <p:cNvSpPr/>
            <p:nvPr/>
          </p:nvSpPr>
          <p:spPr>
            <a:xfrm>
              <a:off x="9324827" y="22372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1" name="pt42941"/>
            <p:cNvSpPr/>
            <p:nvPr/>
          </p:nvSpPr>
          <p:spPr>
            <a:xfrm>
              <a:off x="8679650" y="25203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2" name="pt42942"/>
            <p:cNvSpPr/>
            <p:nvPr/>
          </p:nvSpPr>
          <p:spPr>
            <a:xfrm>
              <a:off x="8707558" y="21895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3" name="pt42943"/>
            <p:cNvSpPr/>
            <p:nvPr/>
          </p:nvSpPr>
          <p:spPr>
            <a:xfrm>
              <a:off x="9044150" y="17983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4" name="pt42944"/>
            <p:cNvSpPr/>
            <p:nvPr/>
          </p:nvSpPr>
          <p:spPr>
            <a:xfrm>
              <a:off x="9715521" y="22513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5" name="pt42945"/>
            <p:cNvSpPr/>
            <p:nvPr/>
          </p:nvSpPr>
          <p:spPr>
            <a:xfrm>
              <a:off x="8381780" y="24421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6" name="pt42946"/>
            <p:cNvSpPr/>
            <p:nvPr/>
          </p:nvSpPr>
          <p:spPr>
            <a:xfrm>
              <a:off x="8771364" y="22512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7" name="pt42947"/>
            <p:cNvSpPr/>
            <p:nvPr/>
          </p:nvSpPr>
          <p:spPr>
            <a:xfrm>
              <a:off x="8469500" y="24098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8" name="pt42948"/>
            <p:cNvSpPr/>
            <p:nvPr/>
          </p:nvSpPr>
          <p:spPr>
            <a:xfrm>
              <a:off x="8469500" y="23330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9" name="pt42949"/>
            <p:cNvSpPr/>
            <p:nvPr/>
          </p:nvSpPr>
          <p:spPr>
            <a:xfrm>
              <a:off x="9087709" y="21536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0" name="pt42950"/>
            <p:cNvSpPr/>
            <p:nvPr/>
          </p:nvSpPr>
          <p:spPr>
            <a:xfrm>
              <a:off x="8904593" y="23772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1" name="pt42951"/>
            <p:cNvSpPr/>
            <p:nvPr/>
          </p:nvSpPr>
          <p:spPr>
            <a:xfrm>
              <a:off x="8765338" y="20215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2" name="pt42952"/>
            <p:cNvSpPr/>
            <p:nvPr/>
          </p:nvSpPr>
          <p:spPr>
            <a:xfrm>
              <a:off x="8707558" y="22741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3" name="pt42953"/>
            <p:cNvSpPr/>
            <p:nvPr/>
          </p:nvSpPr>
          <p:spPr>
            <a:xfrm>
              <a:off x="9056963" y="21437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4" name="pt42954"/>
            <p:cNvSpPr/>
            <p:nvPr/>
          </p:nvSpPr>
          <p:spPr>
            <a:xfrm>
              <a:off x="9123951" y="21090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5" name="pt42955"/>
            <p:cNvSpPr/>
            <p:nvPr/>
          </p:nvSpPr>
          <p:spPr>
            <a:xfrm>
              <a:off x="9047741" y="20851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6" name="pt42956"/>
            <p:cNvSpPr/>
            <p:nvPr/>
          </p:nvSpPr>
          <p:spPr>
            <a:xfrm>
              <a:off x="8765338" y="20249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7" name="pt42957"/>
            <p:cNvSpPr/>
            <p:nvPr/>
          </p:nvSpPr>
          <p:spPr>
            <a:xfrm>
              <a:off x="8646309" y="23654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8" name="pt42958"/>
            <p:cNvSpPr/>
            <p:nvPr/>
          </p:nvSpPr>
          <p:spPr>
            <a:xfrm>
              <a:off x="8550210" y="26696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9" name="pt42959"/>
            <p:cNvSpPr/>
            <p:nvPr/>
          </p:nvSpPr>
          <p:spPr>
            <a:xfrm>
              <a:off x="8941268" y="18515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0" name="pt42960"/>
            <p:cNvSpPr/>
            <p:nvPr/>
          </p:nvSpPr>
          <p:spPr>
            <a:xfrm>
              <a:off x="8961983" y="22875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1" name="pt42961"/>
            <p:cNvSpPr/>
            <p:nvPr/>
          </p:nvSpPr>
          <p:spPr>
            <a:xfrm>
              <a:off x="8312152" y="23714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2" name="pt42962"/>
            <p:cNvSpPr/>
            <p:nvPr/>
          </p:nvSpPr>
          <p:spPr>
            <a:xfrm>
              <a:off x="8893328" y="1938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3" name="pt42963"/>
            <p:cNvSpPr/>
            <p:nvPr/>
          </p:nvSpPr>
          <p:spPr>
            <a:xfrm>
              <a:off x="8312152" y="24540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4" name="pt42964"/>
            <p:cNvSpPr/>
            <p:nvPr/>
          </p:nvSpPr>
          <p:spPr>
            <a:xfrm>
              <a:off x="8431181" y="24426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5" name="pt42965"/>
            <p:cNvSpPr/>
            <p:nvPr/>
          </p:nvSpPr>
          <p:spPr>
            <a:xfrm>
              <a:off x="9319557" y="21728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6" name="pt42966"/>
            <p:cNvSpPr/>
            <p:nvPr/>
          </p:nvSpPr>
          <p:spPr>
            <a:xfrm>
              <a:off x="8658156" y="23778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7" name="pt42967"/>
            <p:cNvSpPr/>
            <p:nvPr/>
          </p:nvSpPr>
          <p:spPr>
            <a:xfrm>
              <a:off x="8646309" y="24170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8" name="pt42968"/>
            <p:cNvSpPr/>
            <p:nvPr/>
          </p:nvSpPr>
          <p:spPr>
            <a:xfrm>
              <a:off x="8312152" y="25837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9" name="pt42969"/>
            <p:cNvSpPr/>
            <p:nvPr/>
          </p:nvSpPr>
          <p:spPr>
            <a:xfrm>
              <a:off x="8782816" y="21703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0" name="pt42970"/>
            <p:cNvSpPr/>
            <p:nvPr/>
          </p:nvSpPr>
          <p:spPr>
            <a:xfrm>
              <a:off x="8932228" y="19573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1" name="pt42971"/>
            <p:cNvSpPr/>
            <p:nvPr/>
          </p:nvSpPr>
          <p:spPr>
            <a:xfrm>
              <a:off x="8707558" y="21272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2" name="pt42972"/>
            <p:cNvSpPr/>
            <p:nvPr/>
          </p:nvSpPr>
          <p:spPr>
            <a:xfrm>
              <a:off x="8907297" y="21274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3" name="pt42973"/>
            <p:cNvSpPr/>
            <p:nvPr/>
          </p:nvSpPr>
          <p:spPr>
            <a:xfrm>
              <a:off x="8604896" y="23196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4" name="pt42974"/>
            <p:cNvSpPr/>
            <p:nvPr/>
          </p:nvSpPr>
          <p:spPr>
            <a:xfrm>
              <a:off x="8469500" y="23727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5" name="pt42975"/>
            <p:cNvSpPr/>
            <p:nvPr/>
          </p:nvSpPr>
          <p:spPr>
            <a:xfrm>
              <a:off x="9400632" y="19329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6" name="pt42976"/>
            <p:cNvSpPr/>
            <p:nvPr/>
          </p:nvSpPr>
          <p:spPr>
            <a:xfrm>
              <a:off x="8917708" y="20923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7" name="pt42977"/>
            <p:cNvSpPr/>
            <p:nvPr/>
          </p:nvSpPr>
          <p:spPr>
            <a:xfrm>
              <a:off x="9100368" y="20202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8" name="pt42978"/>
            <p:cNvSpPr/>
            <p:nvPr/>
          </p:nvSpPr>
          <p:spPr>
            <a:xfrm>
              <a:off x="8588529" y="22412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9" name="pt42979"/>
            <p:cNvSpPr/>
            <p:nvPr/>
          </p:nvSpPr>
          <p:spPr>
            <a:xfrm>
              <a:off x="9077064" y="20123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0" name="pt42980"/>
            <p:cNvSpPr/>
            <p:nvPr/>
          </p:nvSpPr>
          <p:spPr>
            <a:xfrm>
              <a:off x="9004922" y="17563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1" name="pt42981"/>
            <p:cNvSpPr/>
            <p:nvPr/>
          </p:nvSpPr>
          <p:spPr>
            <a:xfrm>
              <a:off x="9030305" y="19575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2" name="pt42982"/>
            <p:cNvSpPr/>
            <p:nvPr/>
          </p:nvSpPr>
          <p:spPr>
            <a:xfrm>
              <a:off x="9034193" y="18328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3" name="pt42983"/>
            <p:cNvSpPr/>
            <p:nvPr/>
          </p:nvSpPr>
          <p:spPr>
            <a:xfrm>
              <a:off x="8920215" y="20193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4" name="pt42984"/>
            <p:cNvSpPr/>
            <p:nvPr/>
          </p:nvSpPr>
          <p:spPr>
            <a:xfrm>
              <a:off x="8604896" y="22810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5" name="pt42985"/>
            <p:cNvSpPr/>
            <p:nvPr/>
          </p:nvSpPr>
          <p:spPr>
            <a:xfrm>
              <a:off x="8808494" y="23591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6" name="pt42986"/>
            <p:cNvSpPr/>
            <p:nvPr/>
          </p:nvSpPr>
          <p:spPr>
            <a:xfrm>
              <a:off x="8798679" y="22051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7" name="pt42987"/>
            <p:cNvSpPr/>
            <p:nvPr/>
          </p:nvSpPr>
          <p:spPr>
            <a:xfrm>
              <a:off x="9135698" y="21941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8" name="pt42988"/>
            <p:cNvSpPr/>
            <p:nvPr/>
          </p:nvSpPr>
          <p:spPr>
            <a:xfrm>
              <a:off x="9525110" y="18103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9" name="pt42989"/>
            <p:cNvSpPr/>
            <p:nvPr/>
          </p:nvSpPr>
          <p:spPr>
            <a:xfrm>
              <a:off x="9370170" y="19200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0" name="pt42990"/>
            <p:cNvSpPr/>
            <p:nvPr/>
          </p:nvSpPr>
          <p:spPr>
            <a:xfrm>
              <a:off x="9102103" y="20105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1" name="pt42991"/>
            <p:cNvSpPr/>
            <p:nvPr/>
          </p:nvSpPr>
          <p:spPr>
            <a:xfrm>
              <a:off x="8619838" y="23579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2" name="pt42992"/>
            <p:cNvSpPr/>
            <p:nvPr/>
          </p:nvSpPr>
          <p:spPr>
            <a:xfrm>
              <a:off x="8381780" y="22166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3" name="pt42993"/>
            <p:cNvSpPr/>
            <p:nvPr/>
          </p:nvSpPr>
          <p:spPr>
            <a:xfrm>
              <a:off x="9304571" y="20156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4" name="pt42994"/>
            <p:cNvSpPr/>
            <p:nvPr/>
          </p:nvSpPr>
          <p:spPr>
            <a:xfrm>
              <a:off x="8752612" y="20992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5" name="pt42995"/>
            <p:cNvSpPr/>
            <p:nvPr/>
          </p:nvSpPr>
          <p:spPr>
            <a:xfrm>
              <a:off x="8550210" y="24948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6" name="pt42996"/>
            <p:cNvSpPr/>
            <p:nvPr/>
          </p:nvSpPr>
          <p:spPr>
            <a:xfrm>
              <a:off x="9636399" y="1998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7" name="pt42997"/>
            <p:cNvSpPr/>
            <p:nvPr/>
          </p:nvSpPr>
          <p:spPr>
            <a:xfrm>
              <a:off x="9320769" y="21901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8" name="pt42998"/>
            <p:cNvSpPr/>
            <p:nvPr/>
          </p:nvSpPr>
          <p:spPr>
            <a:xfrm>
              <a:off x="8431181" y="23875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9" name="pt42999"/>
            <p:cNvSpPr/>
            <p:nvPr/>
          </p:nvSpPr>
          <p:spPr>
            <a:xfrm>
              <a:off x="8588529" y="21840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0" name="pt43000"/>
            <p:cNvSpPr/>
            <p:nvPr/>
          </p:nvSpPr>
          <p:spPr>
            <a:xfrm>
              <a:off x="8381780" y="23903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1" name="pt43001"/>
            <p:cNvSpPr/>
            <p:nvPr/>
          </p:nvSpPr>
          <p:spPr>
            <a:xfrm>
              <a:off x="9007935" y="17662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2" name="pt43002"/>
            <p:cNvSpPr/>
            <p:nvPr/>
          </p:nvSpPr>
          <p:spPr>
            <a:xfrm>
              <a:off x="8884367" y="20792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3" name="pt43003"/>
            <p:cNvSpPr/>
            <p:nvPr/>
          </p:nvSpPr>
          <p:spPr>
            <a:xfrm>
              <a:off x="8588529" y="22058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4" name="pt43004"/>
            <p:cNvSpPr/>
            <p:nvPr/>
          </p:nvSpPr>
          <p:spPr>
            <a:xfrm>
              <a:off x="9177111" y="19072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5" name="pt43005"/>
            <p:cNvSpPr/>
            <p:nvPr/>
          </p:nvSpPr>
          <p:spPr>
            <a:xfrm>
              <a:off x="8752612" y="2305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6" name="pt43006"/>
            <p:cNvSpPr/>
            <p:nvPr/>
          </p:nvSpPr>
          <p:spPr>
            <a:xfrm>
              <a:off x="8817779" y="20638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7" name="pt43007"/>
            <p:cNvSpPr/>
            <p:nvPr/>
          </p:nvSpPr>
          <p:spPr>
            <a:xfrm>
              <a:off x="9517293" y="20233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8" name="pt43008"/>
            <p:cNvSpPr/>
            <p:nvPr/>
          </p:nvSpPr>
          <p:spPr>
            <a:xfrm>
              <a:off x="8431181" y="22950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9" name="pt43009"/>
            <p:cNvSpPr/>
            <p:nvPr/>
          </p:nvSpPr>
          <p:spPr>
            <a:xfrm>
              <a:off x="8752612" y="22597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0" name="pt43010"/>
            <p:cNvSpPr/>
            <p:nvPr/>
          </p:nvSpPr>
          <p:spPr>
            <a:xfrm>
              <a:off x="9097733" y="16926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1" name="pt43011"/>
            <p:cNvSpPr/>
            <p:nvPr/>
          </p:nvSpPr>
          <p:spPr>
            <a:xfrm>
              <a:off x="8980466" y="19408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2" name="pt43012"/>
            <p:cNvSpPr/>
            <p:nvPr/>
          </p:nvSpPr>
          <p:spPr>
            <a:xfrm>
              <a:off x="9155133" y="20774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3" name="pt43013"/>
            <p:cNvSpPr/>
            <p:nvPr/>
          </p:nvSpPr>
          <p:spPr>
            <a:xfrm>
              <a:off x="8469500" y="20716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4" name="pt43014"/>
            <p:cNvSpPr/>
            <p:nvPr/>
          </p:nvSpPr>
          <p:spPr>
            <a:xfrm>
              <a:off x="8381780" y="23190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5" name="pt43015"/>
            <p:cNvSpPr/>
            <p:nvPr/>
          </p:nvSpPr>
          <p:spPr>
            <a:xfrm>
              <a:off x="8912581" y="2132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6" name="pt43016"/>
            <p:cNvSpPr/>
            <p:nvPr/>
          </p:nvSpPr>
          <p:spPr>
            <a:xfrm>
              <a:off x="9461227" y="24958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7" name="pt43017"/>
            <p:cNvSpPr/>
            <p:nvPr/>
          </p:nvSpPr>
          <p:spPr>
            <a:xfrm>
              <a:off x="9405714" y="19085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8" name="pt43018"/>
            <p:cNvSpPr/>
            <p:nvPr/>
          </p:nvSpPr>
          <p:spPr>
            <a:xfrm>
              <a:off x="8588529" y="21778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9" name="pt43019"/>
            <p:cNvSpPr/>
            <p:nvPr/>
          </p:nvSpPr>
          <p:spPr>
            <a:xfrm>
              <a:off x="8669239" y="23112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0" name="pt43020"/>
            <p:cNvSpPr/>
            <p:nvPr/>
          </p:nvSpPr>
          <p:spPr>
            <a:xfrm>
              <a:off x="9262699" y="18772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1" name="pt43021"/>
            <p:cNvSpPr/>
            <p:nvPr/>
          </p:nvSpPr>
          <p:spPr>
            <a:xfrm>
              <a:off x="9058082" y="19974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2" name="pt43022"/>
            <p:cNvSpPr/>
            <p:nvPr/>
          </p:nvSpPr>
          <p:spPr>
            <a:xfrm>
              <a:off x="9642404" y="24263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3" name="pt43023"/>
            <p:cNvSpPr/>
            <p:nvPr/>
          </p:nvSpPr>
          <p:spPr>
            <a:xfrm>
              <a:off x="8945616" y="20796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4" name="pt43024"/>
            <p:cNvSpPr/>
            <p:nvPr/>
          </p:nvSpPr>
          <p:spPr>
            <a:xfrm>
              <a:off x="8588529" y="21734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5" name="pt43025"/>
            <p:cNvSpPr/>
            <p:nvPr/>
          </p:nvSpPr>
          <p:spPr>
            <a:xfrm>
              <a:off x="9052414" y="22276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6" name="pt43026"/>
            <p:cNvSpPr/>
            <p:nvPr/>
          </p:nvSpPr>
          <p:spPr>
            <a:xfrm>
              <a:off x="8707558" y="21619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7" name="pt43027"/>
            <p:cNvSpPr/>
            <p:nvPr/>
          </p:nvSpPr>
          <p:spPr>
            <a:xfrm>
              <a:off x="9076063" y="21102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8" name="pt43028"/>
            <p:cNvSpPr/>
            <p:nvPr/>
          </p:nvSpPr>
          <p:spPr>
            <a:xfrm>
              <a:off x="9067835" y="18074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9" name="pt43029"/>
            <p:cNvSpPr/>
            <p:nvPr/>
          </p:nvSpPr>
          <p:spPr>
            <a:xfrm>
              <a:off x="8817779" y="21221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0" name="pt43030"/>
            <p:cNvSpPr/>
            <p:nvPr/>
          </p:nvSpPr>
          <p:spPr>
            <a:xfrm>
              <a:off x="8500809" y="24626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1" name="pt43031"/>
            <p:cNvSpPr/>
            <p:nvPr/>
          </p:nvSpPr>
          <p:spPr>
            <a:xfrm>
              <a:off x="8759093" y="20902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2" name="pt43032"/>
            <p:cNvSpPr/>
            <p:nvPr/>
          </p:nvSpPr>
          <p:spPr>
            <a:xfrm>
              <a:off x="9067835" y="1942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3" name="pt43033"/>
            <p:cNvSpPr/>
            <p:nvPr/>
          </p:nvSpPr>
          <p:spPr>
            <a:xfrm>
              <a:off x="8658156" y="24464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4" name="pt43034"/>
            <p:cNvSpPr/>
            <p:nvPr/>
          </p:nvSpPr>
          <p:spPr>
            <a:xfrm>
              <a:off x="8846813" y="21853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5" name="pt43035"/>
            <p:cNvSpPr/>
            <p:nvPr/>
          </p:nvSpPr>
          <p:spPr>
            <a:xfrm>
              <a:off x="8723925" y="21901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6" name="pt43036"/>
            <p:cNvSpPr/>
            <p:nvPr/>
          </p:nvSpPr>
          <p:spPr>
            <a:xfrm>
              <a:off x="9096846" y="16393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7" name="pt43037"/>
            <p:cNvSpPr/>
            <p:nvPr/>
          </p:nvSpPr>
          <p:spPr>
            <a:xfrm>
              <a:off x="9181514" y="22162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8" name="pt43038"/>
            <p:cNvSpPr/>
            <p:nvPr/>
          </p:nvSpPr>
          <p:spPr>
            <a:xfrm>
              <a:off x="8752612" y="21793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9" name="pt43039"/>
            <p:cNvSpPr/>
            <p:nvPr/>
          </p:nvSpPr>
          <p:spPr>
            <a:xfrm>
              <a:off x="8646309" y="2465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0" name="pt43040"/>
            <p:cNvSpPr/>
            <p:nvPr/>
          </p:nvSpPr>
          <p:spPr>
            <a:xfrm>
              <a:off x="8381780" y="2488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1" name="pt43041"/>
            <p:cNvSpPr/>
            <p:nvPr/>
          </p:nvSpPr>
          <p:spPr>
            <a:xfrm>
              <a:off x="9087709" y="19678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2" name="pt43042"/>
            <p:cNvSpPr/>
            <p:nvPr/>
          </p:nvSpPr>
          <p:spPr>
            <a:xfrm>
              <a:off x="8890393" y="19509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3" name="pt43043"/>
            <p:cNvSpPr/>
            <p:nvPr/>
          </p:nvSpPr>
          <p:spPr>
            <a:xfrm>
              <a:off x="8431181" y="22506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4" name="pt43044"/>
            <p:cNvSpPr/>
            <p:nvPr/>
          </p:nvSpPr>
          <p:spPr>
            <a:xfrm>
              <a:off x="8658156" y="24359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5" name="pt43045"/>
            <p:cNvSpPr/>
            <p:nvPr/>
          </p:nvSpPr>
          <p:spPr>
            <a:xfrm>
              <a:off x="8980466" y="20338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6" name="pt43046"/>
            <p:cNvSpPr/>
            <p:nvPr/>
          </p:nvSpPr>
          <p:spPr>
            <a:xfrm>
              <a:off x="8798679" y="22376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7" name="pt43047"/>
            <p:cNvSpPr/>
            <p:nvPr/>
          </p:nvSpPr>
          <p:spPr>
            <a:xfrm>
              <a:off x="8707558" y="23293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8" name="pt43048"/>
            <p:cNvSpPr/>
            <p:nvPr/>
          </p:nvSpPr>
          <p:spPr>
            <a:xfrm>
              <a:off x="9167950" y="18622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9" name="pt43049"/>
            <p:cNvSpPr/>
            <p:nvPr/>
          </p:nvSpPr>
          <p:spPr>
            <a:xfrm>
              <a:off x="9501180" y="21349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0" name="pt43050"/>
            <p:cNvSpPr/>
            <p:nvPr/>
          </p:nvSpPr>
          <p:spPr>
            <a:xfrm>
              <a:off x="9108871" y="2003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1" name="pt43051"/>
            <p:cNvSpPr/>
            <p:nvPr/>
          </p:nvSpPr>
          <p:spPr>
            <a:xfrm>
              <a:off x="9174300" y="19085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2" name="pt43052"/>
            <p:cNvSpPr/>
            <p:nvPr/>
          </p:nvSpPr>
          <p:spPr>
            <a:xfrm>
              <a:off x="9756959" y="2379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3" name="pt43053"/>
            <p:cNvSpPr/>
            <p:nvPr/>
          </p:nvSpPr>
          <p:spPr>
            <a:xfrm>
              <a:off x="9222422" y="19701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4" name="pt43054"/>
            <p:cNvSpPr/>
            <p:nvPr/>
          </p:nvSpPr>
          <p:spPr>
            <a:xfrm>
              <a:off x="8658156" y="22800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5" name="pt43055"/>
            <p:cNvSpPr/>
            <p:nvPr/>
          </p:nvSpPr>
          <p:spPr>
            <a:xfrm>
              <a:off x="8500809" y="24626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6" name="pt43056"/>
            <p:cNvSpPr/>
            <p:nvPr/>
          </p:nvSpPr>
          <p:spPr>
            <a:xfrm>
              <a:off x="8759093" y="20164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7" name="pt43057"/>
            <p:cNvSpPr/>
            <p:nvPr/>
          </p:nvSpPr>
          <p:spPr>
            <a:xfrm>
              <a:off x="8920215" y="20968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8" name="pt43058"/>
            <p:cNvSpPr/>
            <p:nvPr/>
          </p:nvSpPr>
          <p:spPr>
            <a:xfrm>
              <a:off x="9874745" y="24862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9" name="pt43059"/>
            <p:cNvSpPr/>
            <p:nvPr/>
          </p:nvSpPr>
          <p:spPr>
            <a:xfrm>
              <a:off x="8707558" y="22210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0" name="pt43060"/>
            <p:cNvSpPr/>
            <p:nvPr/>
          </p:nvSpPr>
          <p:spPr>
            <a:xfrm>
              <a:off x="8312152" y="24667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1" name="pt43061"/>
            <p:cNvSpPr/>
            <p:nvPr/>
          </p:nvSpPr>
          <p:spPr>
            <a:xfrm>
              <a:off x="8752612" y="22902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2" name="pt43062"/>
            <p:cNvSpPr/>
            <p:nvPr/>
          </p:nvSpPr>
          <p:spPr>
            <a:xfrm>
              <a:off x="9169122" y="1937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3" name="pt43063"/>
            <p:cNvSpPr/>
            <p:nvPr/>
          </p:nvSpPr>
          <p:spPr>
            <a:xfrm>
              <a:off x="8765338" y="20089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4" name="pt43064"/>
            <p:cNvSpPr/>
            <p:nvPr/>
          </p:nvSpPr>
          <p:spPr>
            <a:xfrm>
              <a:off x="8646309" y="25232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5" name="pt43065"/>
            <p:cNvSpPr/>
            <p:nvPr/>
          </p:nvSpPr>
          <p:spPr>
            <a:xfrm>
              <a:off x="9352440" y="22256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6" name="pt43066"/>
            <p:cNvSpPr/>
            <p:nvPr/>
          </p:nvSpPr>
          <p:spPr>
            <a:xfrm>
              <a:off x="9098616" y="21513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7" name="pt43067"/>
            <p:cNvSpPr/>
            <p:nvPr/>
          </p:nvSpPr>
          <p:spPr>
            <a:xfrm>
              <a:off x="8381780" y="25235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8" name="pt43068"/>
            <p:cNvSpPr/>
            <p:nvPr/>
          </p:nvSpPr>
          <p:spPr>
            <a:xfrm>
              <a:off x="8890393" y="20774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9" name="pt43069"/>
            <p:cNvSpPr/>
            <p:nvPr/>
          </p:nvSpPr>
          <p:spPr>
            <a:xfrm>
              <a:off x="8550210" y="25895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0" name="pt43070"/>
            <p:cNvSpPr/>
            <p:nvPr/>
          </p:nvSpPr>
          <p:spPr>
            <a:xfrm>
              <a:off x="8431181" y="24164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1" name="pt43071"/>
            <p:cNvSpPr/>
            <p:nvPr/>
          </p:nvSpPr>
          <p:spPr>
            <a:xfrm>
              <a:off x="9037995" y="18333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2" name="pt43072"/>
            <p:cNvSpPr/>
            <p:nvPr/>
          </p:nvSpPr>
          <p:spPr>
            <a:xfrm>
              <a:off x="8381780" y="24925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3" name="pt43073"/>
            <p:cNvSpPr/>
            <p:nvPr/>
          </p:nvSpPr>
          <p:spPr>
            <a:xfrm>
              <a:off x="8723925" y="21445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4" name="pt43074"/>
            <p:cNvSpPr/>
            <p:nvPr/>
          </p:nvSpPr>
          <p:spPr>
            <a:xfrm>
              <a:off x="8646309" y="25091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5" name="pt43075"/>
            <p:cNvSpPr/>
            <p:nvPr/>
          </p:nvSpPr>
          <p:spPr>
            <a:xfrm>
              <a:off x="8469500" y="23433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6" name="pt43076"/>
            <p:cNvSpPr/>
            <p:nvPr/>
          </p:nvSpPr>
          <p:spPr>
            <a:xfrm>
              <a:off x="8469500" y="24787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7" name="pt43077"/>
            <p:cNvSpPr/>
            <p:nvPr/>
          </p:nvSpPr>
          <p:spPr>
            <a:xfrm>
              <a:off x="8803657" y="20332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8" name="pt43078"/>
            <p:cNvSpPr/>
            <p:nvPr/>
          </p:nvSpPr>
          <p:spPr>
            <a:xfrm>
              <a:off x="9400632" y="19413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9" name="pt43079"/>
            <p:cNvSpPr/>
            <p:nvPr/>
          </p:nvSpPr>
          <p:spPr>
            <a:xfrm>
              <a:off x="9097733" y="18565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0" name="pt43080"/>
            <p:cNvSpPr/>
            <p:nvPr/>
          </p:nvSpPr>
          <p:spPr>
            <a:xfrm>
              <a:off x="9461227" y="22233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1" name="pt43081"/>
            <p:cNvSpPr/>
            <p:nvPr/>
          </p:nvSpPr>
          <p:spPr>
            <a:xfrm>
              <a:off x="8817779" y="2183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2" name="pt43082"/>
            <p:cNvSpPr/>
            <p:nvPr/>
          </p:nvSpPr>
          <p:spPr>
            <a:xfrm>
              <a:off x="8500809" y="26133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3" name="pt43083"/>
            <p:cNvSpPr/>
            <p:nvPr/>
          </p:nvSpPr>
          <p:spPr>
            <a:xfrm>
              <a:off x="9346306" y="21742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4" name="pt43084"/>
            <p:cNvSpPr/>
            <p:nvPr/>
          </p:nvSpPr>
          <p:spPr>
            <a:xfrm>
              <a:off x="9054703" y="21173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5" name="pt43085"/>
            <p:cNvSpPr/>
            <p:nvPr/>
          </p:nvSpPr>
          <p:spPr>
            <a:xfrm>
              <a:off x="9169122" y="20095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6" name="pt43086"/>
            <p:cNvSpPr/>
            <p:nvPr/>
          </p:nvSpPr>
          <p:spPr>
            <a:xfrm>
              <a:off x="8588529" y="22875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7" name="pt43087"/>
            <p:cNvSpPr/>
            <p:nvPr/>
          </p:nvSpPr>
          <p:spPr>
            <a:xfrm>
              <a:off x="8963923" y="22584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8" name="pt43088"/>
            <p:cNvSpPr/>
            <p:nvPr/>
          </p:nvSpPr>
          <p:spPr>
            <a:xfrm>
              <a:off x="8765338" y="20605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9" name="pt43089"/>
            <p:cNvSpPr/>
            <p:nvPr/>
          </p:nvSpPr>
          <p:spPr>
            <a:xfrm>
              <a:off x="8765338" y="20125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0" name="pt43090"/>
            <p:cNvSpPr/>
            <p:nvPr/>
          </p:nvSpPr>
          <p:spPr>
            <a:xfrm>
              <a:off x="9874745" y="26701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1" name="pt43091"/>
            <p:cNvSpPr/>
            <p:nvPr/>
          </p:nvSpPr>
          <p:spPr>
            <a:xfrm>
              <a:off x="8830827" y="21014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2" name="pt43092"/>
            <p:cNvSpPr/>
            <p:nvPr/>
          </p:nvSpPr>
          <p:spPr>
            <a:xfrm>
              <a:off x="9286390" y="19471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3" name="pt43093"/>
            <p:cNvSpPr/>
            <p:nvPr/>
          </p:nvSpPr>
          <p:spPr>
            <a:xfrm>
              <a:off x="9090502" y="17254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4" name="pt43094"/>
            <p:cNvSpPr/>
            <p:nvPr/>
          </p:nvSpPr>
          <p:spPr>
            <a:xfrm>
              <a:off x="8500809" y="25766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5" name="pt43095"/>
            <p:cNvSpPr/>
            <p:nvPr/>
          </p:nvSpPr>
          <p:spPr>
            <a:xfrm>
              <a:off x="8669239" y="22307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6" name="pt43096"/>
            <p:cNvSpPr/>
            <p:nvPr/>
          </p:nvSpPr>
          <p:spPr>
            <a:xfrm>
              <a:off x="9436506" y="25206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7" name="pt43097"/>
            <p:cNvSpPr/>
            <p:nvPr/>
          </p:nvSpPr>
          <p:spPr>
            <a:xfrm>
              <a:off x="8934533" y="18390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8" name="pt43098"/>
            <p:cNvSpPr/>
            <p:nvPr/>
          </p:nvSpPr>
          <p:spPr>
            <a:xfrm>
              <a:off x="8633583" y="21180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9" name="pt43099"/>
            <p:cNvSpPr/>
            <p:nvPr/>
          </p:nvSpPr>
          <p:spPr>
            <a:xfrm>
              <a:off x="9068885" y="18208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0" name="pt43100"/>
            <p:cNvSpPr/>
            <p:nvPr/>
          </p:nvSpPr>
          <p:spPr>
            <a:xfrm>
              <a:off x="8527280" y="25799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1" name="pt43101"/>
            <p:cNvSpPr/>
            <p:nvPr/>
          </p:nvSpPr>
          <p:spPr>
            <a:xfrm>
              <a:off x="8759093" y="21411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2" name="pt43102"/>
            <p:cNvSpPr/>
            <p:nvPr/>
          </p:nvSpPr>
          <p:spPr>
            <a:xfrm>
              <a:off x="9408344" y="20692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3" name="pt43103"/>
            <p:cNvSpPr/>
            <p:nvPr/>
          </p:nvSpPr>
          <p:spPr>
            <a:xfrm>
              <a:off x="8868306" y="21560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4" name="pt43104"/>
            <p:cNvSpPr/>
            <p:nvPr/>
          </p:nvSpPr>
          <p:spPr>
            <a:xfrm>
              <a:off x="8904593" y="23715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5" name="pt43105"/>
            <p:cNvSpPr/>
            <p:nvPr/>
          </p:nvSpPr>
          <p:spPr>
            <a:xfrm>
              <a:off x="8941268" y="18343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6" name="pt43106"/>
            <p:cNvSpPr/>
            <p:nvPr/>
          </p:nvSpPr>
          <p:spPr>
            <a:xfrm>
              <a:off x="8646309" y="2362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7" name="pt43107"/>
            <p:cNvSpPr/>
            <p:nvPr/>
          </p:nvSpPr>
          <p:spPr>
            <a:xfrm>
              <a:off x="8689465" y="24641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8" name="pt43108"/>
            <p:cNvSpPr/>
            <p:nvPr/>
          </p:nvSpPr>
          <p:spPr>
            <a:xfrm>
              <a:off x="9286979" y="19841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9" name="pt43109"/>
            <p:cNvSpPr/>
            <p:nvPr/>
          </p:nvSpPr>
          <p:spPr>
            <a:xfrm>
              <a:off x="8469500" y="23764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0" name="pt43110"/>
            <p:cNvSpPr/>
            <p:nvPr/>
          </p:nvSpPr>
          <p:spPr>
            <a:xfrm>
              <a:off x="9252225" y="2009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1" name="pt43111"/>
            <p:cNvSpPr/>
            <p:nvPr/>
          </p:nvSpPr>
          <p:spPr>
            <a:xfrm>
              <a:off x="8765338" y="20191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2" name="pt43112"/>
            <p:cNvSpPr/>
            <p:nvPr/>
          </p:nvSpPr>
          <p:spPr>
            <a:xfrm>
              <a:off x="9436013" y="22655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3" name="pt43113"/>
            <p:cNvSpPr/>
            <p:nvPr/>
          </p:nvSpPr>
          <p:spPr>
            <a:xfrm>
              <a:off x="8927523" y="20460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4" name="pt43114"/>
            <p:cNvSpPr/>
            <p:nvPr/>
          </p:nvSpPr>
          <p:spPr>
            <a:xfrm>
              <a:off x="9196093" y="22482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5" name="pt43115"/>
            <p:cNvSpPr/>
            <p:nvPr/>
          </p:nvSpPr>
          <p:spPr>
            <a:xfrm>
              <a:off x="8619838" y="22726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6" name="pt43116"/>
            <p:cNvSpPr/>
            <p:nvPr/>
          </p:nvSpPr>
          <p:spPr>
            <a:xfrm>
              <a:off x="8633583" y="21412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7" name="pt43117"/>
            <p:cNvSpPr/>
            <p:nvPr/>
          </p:nvSpPr>
          <p:spPr>
            <a:xfrm>
              <a:off x="8469500" y="24170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8" name="pt43118"/>
            <p:cNvSpPr/>
            <p:nvPr/>
          </p:nvSpPr>
          <p:spPr>
            <a:xfrm>
              <a:off x="8381780" y="2276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9" name="pt43119"/>
            <p:cNvSpPr/>
            <p:nvPr/>
          </p:nvSpPr>
          <p:spPr>
            <a:xfrm>
              <a:off x="8771364" y="21149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0" name="pt43120"/>
            <p:cNvSpPr/>
            <p:nvPr/>
          </p:nvSpPr>
          <p:spPr>
            <a:xfrm>
              <a:off x="8846813" y="20595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1" name="pt43121"/>
            <p:cNvSpPr/>
            <p:nvPr/>
          </p:nvSpPr>
          <p:spPr>
            <a:xfrm>
              <a:off x="9321732" y="2254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2" name="pt43122"/>
            <p:cNvSpPr/>
            <p:nvPr/>
          </p:nvSpPr>
          <p:spPr>
            <a:xfrm>
              <a:off x="8707558" y="2352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3" name="pt43123"/>
            <p:cNvSpPr/>
            <p:nvPr/>
          </p:nvSpPr>
          <p:spPr>
            <a:xfrm>
              <a:off x="9277923" y="19249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4" name="pt43124"/>
            <p:cNvSpPr/>
            <p:nvPr/>
          </p:nvSpPr>
          <p:spPr>
            <a:xfrm>
              <a:off x="8570436" y="23833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5" name="pt43125"/>
            <p:cNvSpPr/>
            <p:nvPr/>
          </p:nvSpPr>
          <p:spPr>
            <a:xfrm>
              <a:off x="8850587" y="20786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6" name="pt43126"/>
            <p:cNvSpPr/>
            <p:nvPr/>
          </p:nvSpPr>
          <p:spPr>
            <a:xfrm>
              <a:off x="8312152" y="23941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7" name="pt43127"/>
            <p:cNvSpPr/>
            <p:nvPr/>
          </p:nvSpPr>
          <p:spPr>
            <a:xfrm>
              <a:off x="8765338" y="20187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8" name="pt43128"/>
            <p:cNvSpPr/>
            <p:nvPr/>
          </p:nvSpPr>
          <p:spPr>
            <a:xfrm>
              <a:off x="9206269" y="17778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9" name="pt43129"/>
            <p:cNvSpPr/>
            <p:nvPr/>
          </p:nvSpPr>
          <p:spPr>
            <a:xfrm>
              <a:off x="8588529" y="2273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0" name="pt43130"/>
            <p:cNvSpPr/>
            <p:nvPr/>
          </p:nvSpPr>
          <p:spPr>
            <a:xfrm>
              <a:off x="8381780" y="23979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1" name="pt43131"/>
            <p:cNvSpPr/>
            <p:nvPr/>
          </p:nvSpPr>
          <p:spPr>
            <a:xfrm>
              <a:off x="8633583" y="20368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2" name="pt43132"/>
            <p:cNvSpPr/>
            <p:nvPr/>
          </p:nvSpPr>
          <p:spPr>
            <a:xfrm>
              <a:off x="8669239" y="21989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3" name="pt43133"/>
            <p:cNvSpPr/>
            <p:nvPr/>
          </p:nvSpPr>
          <p:spPr>
            <a:xfrm>
              <a:off x="9633844" y="20647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4" name="pt43134"/>
            <p:cNvSpPr/>
            <p:nvPr/>
          </p:nvSpPr>
          <p:spPr>
            <a:xfrm>
              <a:off x="9213636" y="19840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5" name="pt43135"/>
            <p:cNvSpPr/>
            <p:nvPr/>
          </p:nvSpPr>
          <p:spPr>
            <a:xfrm>
              <a:off x="8500809" y="24192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6" name="pt43136"/>
            <p:cNvSpPr/>
            <p:nvPr/>
          </p:nvSpPr>
          <p:spPr>
            <a:xfrm>
              <a:off x="8798679" y="23513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7" name="pt43137"/>
            <p:cNvSpPr/>
            <p:nvPr/>
          </p:nvSpPr>
          <p:spPr>
            <a:xfrm>
              <a:off x="8963923" y="22926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8" name="pt43138"/>
            <p:cNvSpPr/>
            <p:nvPr/>
          </p:nvSpPr>
          <p:spPr>
            <a:xfrm>
              <a:off x="8738867" y="20436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9" name="pt43139"/>
            <p:cNvSpPr/>
            <p:nvPr/>
          </p:nvSpPr>
          <p:spPr>
            <a:xfrm>
              <a:off x="8731558" y="23474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0" name="pt43140"/>
            <p:cNvSpPr/>
            <p:nvPr/>
          </p:nvSpPr>
          <p:spPr>
            <a:xfrm>
              <a:off x="9664325" y="13749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1" name="pt43141"/>
            <p:cNvSpPr/>
            <p:nvPr/>
          </p:nvSpPr>
          <p:spPr>
            <a:xfrm>
              <a:off x="8956027" y="20726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2" name="pt43142"/>
            <p:cNvSpPr/>
            <p:nvPr/>
          </p:nvSpPr>
          <p:spPr>
            <a:xfrm>
              <a:off x="8947749" y="21345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3" name="pt43143"/>
            <p:cNvSpPr/>
            <p:nvPr/>
          </p:nvSpPr>
          <p:spPr>
            <a:xfrm>
              <a:off x="8312152" y="24054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4" name="pt43144"/>
            <p:cNvSpPr/>
            <p:nvPr/>
          </p:nvSpPr>
          <p:spPr>
            <a:xfrm>
              <a:off x="9350622" y="21371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5" name="pt43145"/>
            <p:cNvSpPr/>
            <p:nvPr/>
          </p:nvSpPr>
          <p:spPr>
            <a:xfrm>
              <a:off x="8500809" y="25700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6" name="pt43146"/>
            <p:cNvSpPr/>
            <p:nvPr/>
          </p:nvSpPr>
          <p:spPr>
            <a:xfrm>
              <a:off x="8550210" y="25273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7" name="pt43147"/>
            <p:cNvSpPr/>
            <p:nvPr/>
          </p:nvSpPr>
          <p:spPr>
            <a:xfrm>
              <a:off x="9047741" y="22304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8" name="pt43148"/>
            <p:cNvSpPr/>
            <p:nvPr/>
          </p:nvSpPr>
          <p:spPr>
            <a:xfrm>
              <a:off x="8731558" y="21673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9" name="pt43149"/>
            <p:cNvSpPr/>
            <p:nvPr/>
          </p:nvSpPr>
          <p:spPr>
            <a:xfrm>
              <a:off x="9104672" y="21809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0" name="pt43150"/>
            <p:cNvSpPr/>
            <p:nvPr/>
          </p:nvSpPr>
          <p:spPr>
            <a:xfrm>
              <a:off x="9052414" y="21430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1" name="pt43151"/>
            <p:cNvSpPr/>
            <p:nvPr/>
          </p:nvSpPr>
          <p:spPr>
            <a:xfrm>
              <a:off x="9278233" y="18998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2" name="pt43152"/>
            <p:cNvSpPr/>
            <p:nvPr/>
          </p:nvSpPr>
          <p:spPr>
            <a:xfrm>
              <a:off x="9474060" y="22545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3" name="pt43153"/>
            <p:cNvSpPr/>
            <p:nvPr/>
          </p:nvSpPr>
          <p:spPr>
            <a:xfrm>
              <a:off x="8469500" y="23804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4" name="pt43154"/>
            <p:cNvSpPr/>
            <p:nvPr/>
          </p:nvSpPr>
          <p:spPr>
            <a:xfrm>
              <a:off x="9325298" y="22194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5" name="pt43155"/>
            <p:cNvSpPr/>
            <p:nvPr/>
          </p:nvSpPr>
          <p:spPr>
            <a:xfrm>
              <a:off x="8550210" y="24476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6" name="pt43156"/>
            <p:cNvSpPr/>
            <p:nvPr/>
          </p:nvSpPr>
          <p:spPr>
            <a:xfrm>
              <a:off x="8939053" y="1937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7" name="pt43157"/>
            <p:cNvSpPr/>
            <p:nvPr/>
          </p:nvSpPr>
          <p:spPr>
            <a:xfrm>
              <a:off x="9668168" y="24301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8" name="pt43158"/>
            <p:cNvSpPr/>
            <p:nvPr/>
          </p:nvSpPr>
          <p:spPr>
            <a:xfrm>
              <a:off x="8771364" y="21987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9" name="pt43159"/>
            <p:cNvSpPr/>
            <p:nvPr/>
          </p:nvSpPr>
          <p:spPr>
            <a:xfrm>
              <a:off x="8588529" y="21518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0" name="pt43160"/>
            <p:cNvSpPr/>
            <p:nvPr/>
          </p:nvSpPr>
          <p:spPr>
            <a:xfrm>
              <a:off x="8698750" y="22432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1" name="pt43161"/>
            <p:cNvSpPr/>
            <p:nvPr/>
          </p:nvSpPr>
          <p:spPr>
            <a:xfrm>
              <a:off x="8899053" y="21622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2" name="pt43162"/>
            <p:cNvSpPr/>
            <p:nvPr/>
          </p:nvSpPr>
          <p:spPr>
            <a:xfrm>
              <a:off x="9750516" y="21281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3" name="pt43163"/>
            <p:cNvSpPr/>
            <p:nvPr/>
          </p:nvSpPr>
          <p:spPr>
            <a:xfrm>
              <a:off x="9252225" y="20790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4" name="pt43164"/>
            <p:cNvSpPr/>
            <p:nvPr/>
          </p:nvSpPr>
          <p:spPr>
            <a:xfrm>
              <a:off x="8738867" y="20783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5" name="pt43165"/>
            <p:cNvSpPr/>
            <p:nvPr/>
          </p:nvSpPr>
          <p:spPr>
            <a:xfrm>
              <a:off x="8932228" y="19259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6" name="pt43166"/>
            <p:cNvSpPr/>
            <p:nvPr/>
          </p:nvSpPr>
          <p:spPr>
            <a:xfrm>
              <a:off x="8932228" y="19782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7" name="pt43167"/>
            <p:cNvSpPr/>
            <p:nvPr/>
          </p:nvSpPr>
          <p:spPr>
            <a:xfrm>
              <a:off x="9076063" y="20796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8" name="pt43168"/>
            <p:cNvSpPr/>
            <p:nvPr/>
          </p:nvSpPr>
          <p:spPr>
            <a:xfrm>
              <a:off x="9359136" y="1991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9" name="pt43169"/>
            <p:cNvSpPr/>
            <p:nvPr/>
          </p:nvSpPr>
          <p:spPr>
            <a:xfrm>
              <a:off x="8904593" y="23591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0" name="pt43170"/>
            <p:cNvSpPr/>
            <p:nvPr/>
          </p:nvSpPr>
          <p:spPr>
            <a:xfrm>
              <a:off x="8619838" y="22685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1" name="pt43171"/>
            <p:cNvSpPr/>
            <p:nvPr/>
          </p:nvSpPr>
          <p:spPr>
            <a:xfrm>
              <a:off x="8850587" y="20821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2" name="pt43172"/>
            <p:cNvSpPr/>
            <p:nvPr/>
          </p:nvSpPr>
          <p:spPr>
            <a:xfrm>
              <a:off x="8669239" y="24465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3" name="pt43173"/>
            <p:cNvSpPr/>
            <p:nvPr/>
          </p:nvSpPr>
          <p:spPr>
            <a:xfrm>
              <a:off x="8312152" y="23779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4" name="pt43174"/>
            <p:cNvSpPr/>
            <p:nvPr/>
          </p:nvSpPr>
          <p:spPr>
            <a:xfrm>
              <a:off x="8777185" y="23476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5" name="pt43175"/>
            <p:cNvSpPr/>
            <p:nvPr/>
          </p:nvSpPr>
          <p:spPr>
            <a:xfrm>
              <a:off x="8939053" y="1883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6" name="pt43176"/>
            <p:cNvSpPr/>
            <p:nvPr/>
          </p:nvSpPr>
          <p:spPr>
            <a:xfrm>
              <a:off x="8793552" y="23213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7" name="pt43177"/>
            <p:cNvSpPr/>
            <p:nvPr/>
          </p:nvSpPr>
          <p:spPr>
            <a:xfrm>
              <a:off x="9074042" y="18764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8" name="pt43178"/>
            <p:cNvSpPr/>
            <p:nvPr/>
          </p:nvSpPr>
          <p:spPr>
            <a:xfrm>
              <a:off x="9485353" y="23810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9" name="pt43179"/>
            <p:cNvSpPr/>
            <p:nvPr/>
          </p:nvSpPr>
          <p:spPr>
            <a:xfrm>
              <a:off x="8469500" y="2359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0" name="pt43180"/>
            <p:cNvSpPr/>
            <p:nvPr/>
          </p:nvSpPr>
          <p:spPr>
            <a:xfrm>
              <a:off x="8619838" y="23377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1" name="pt43181"/>
            <p:cNvSpPr/>
            <p:nvPr/>
          </p:nvSpPr>
          <p:spPr>
            <a:xfrm>
              <a:off x="9001856" y="20099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2" name="pt43182"/>
            <p:cNvSpPr/>
            <p:nvPr/>
          </p:nvSpPr>
          <p:spPr>
            <a:xfrm>
              <a:off x="8431181" y="22823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3" name="pt43183"/>
            <p:cNvSpPr/>
            <p:nvPr/>
          </p:nvSpPr>
          <p:spPr>
            <a:xfrm>
              <a:off x="9213636" y="19654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4" name="pt43184"/>
            <p:cNvSpPr/>
            <p:nvPr/>
          </p:nvSpPr>
          <p:spPr>
            <a:xfrm>
              <a:off x="9181514" y="22749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5" name="pt43185"/>
            <p:cNvSpPr/>
            <p:nvPr/>
          </p:nvSpPr>
          <p:spPr>
            <a:xfrm>
              <a:off x="9230780" y="19582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6" name="pt43186"/>
            <p:cNvSpPr/>
            <p:nvPr/>
          </p:nvSpPr>
          <p:spPr>
            <a:xfrm>
              <a:off x="8715936" y="22827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7" name="pt43187"/>
            <p:cNvSpPr/>
            <p:nvPr/>
          </p:nvSpPr>
          <p:spPr>
            <a:xfrm>
              <a:off x="9116180" y="20637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8" name="pt43188"/>
            <p:cNvSpPr/>
            <p:nvPr/>
          </p:nvSpPr>
          <p:spPr>
            <a:xfrm>
              <a:off x="8646309" y="24746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9" name="pt43189"/>
            <p:cNvSpPr/>
            <p:nvPr/>
          </p:nvSpPr>
          <p:spPr>
            <a:xfrm>
              <a:off x="9359136" y="20924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0" name="pt43190"/>
            <p:cNvSpPr/>
            <p:nvPr/>
          </p:nvSpPr>
          <p:spPr>
            <a:xfrm>
              <a:off x="8752612" y="22300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1" name="pt43191"/>
            <p:cNvSpPr/>
            <p:nvPr/>
          </p:nvSpPr>
          <p:spPr>
            <a:xfrm>
              <a:off x="8861436" y="19758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2" name="pt43192"/>
            <p:cNvSpPr/>
            <p:nvPr/>
          </p:nvSpPr>
          <p:spPr>
            <a:xfrm>
              <a:off x="9139903" y="2058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3" name="pt43193"/>
            <p:cNvSpPr/>
            <p:nvPr/>
          </p:nvSpPr>
          <p:spPr>
            <a:xfrm>
              <a:off x="8822239" y="22565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4" name="pt43194"/>
            <p:cNvSpPr/>
            <p:nvPr/>
          </p:nvSpPr>
          <p:spPr>
            <a:xfrm>
              <a:off x="8588529" y="21846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5" name="pt43195"/>
            <p:cNvSpPr/>
            <p:nvPr/>
          </p:nvSpPr>
          <p:spPr>
            <a:xfrm>
              <a:off x="9076063" y="2060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6" name="pt43196"/>
            <p:cNvSpPr/>
            <p:nvPr/>
          </p:nvSpPr>
          <p:spPr>
            <a:xfrm>
              <a:off x="8658156" y="24827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7" name="pt43197"/>
            <p:cNvSpPr/>
            <p:nvPr/>
          </p:nvSpPr>
          <p:spPr>
            <a:xfrm>
              <a:off x="8813199" y="21405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8" name="pt43198"/>
            <p:cNvSpPr/>
            <p:nvPr/>
          </p:nvSpPr>
          <p:spPr>
            <a:xfrm>
              <a:off x="9155766" y="19546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9" name="pt43199"/>
            <p:cNvSpPr/>
            <p:nvPr/>
          </p:nvSpPr>
          <p:spPr>
            <a:xfrm>
              <a:off x="8961983" y="22207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0" name="pt43200"/>
            <p:cNvSpPr/>
            <p:nvPr/>
          </p:nvSpPr>
          <p:spPr>
            <a:xfrm>
              <a:off x="8723925" y="20224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1" name="pt43201"/>
            <p:cNvSpPr/>
            <p:nvPr/>
          </p:nvSpPr>
          <p:spPr>
            <a:xfrm>
              <a:off x="8500809" y="25955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2" name="pt43202"/>
            <p:cNvSpPr/>
            <p:nvPr/>
          </p:nvSpPr>
          <p:spPr>
            <a:xfrm>
              <a:off x="8469500" y="2325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3" name="pt43203"/>
            <p:cNvSpPr/>
            <p:nvPr/>
          </p:nvSpPr>
          <p:spPr>
            <a:xfrm>
              <a:off x="8920215" y="21492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4" name="pt43204"/>
            <p:cNvSpPr/>
            <p:nvPr/>
          </p:nvSpPr>
          <p:spPr>
            <a:xfrm>
              <a:off x="9259623" y="20096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5" name="pt43205"/>
            <p:cNvSpPr/>
            <p:nvPr/>
          </p:nvSpPr>
          <p:spPr>
            <a:xfrm>
              <a:off x="8990670" y="18190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6" name="pt43206"/>
            <p:cNvSpPr/>
            <p:nvPr/>
          </p:nvSpPr>
          <p:spPr>
            <a:xfrm>
              <a:off x="9557615" y="2230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7" name="pt43207"/>
            <p:cNvSpPr/>
            <p:nvPr/>
          </p:nvSpPr>
          <p:spPr>
            <a:xfrm>
              <a:off x="8619838" y="22922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8" name="pt43208"/>
            <p:cNvSpPr/>
            <p:nvPr/>
          </p:nvSpPr>
          <p:spPr>
            <a:xfrm>
              <a:off x="8527280" y="26502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9" name="pt43209"/>
            <p:cNvSpPr/>
            <p:nvPr/>
          </p:nvSpPr>
          <p:spPr>
            <a:xfrm>
              <a:off x="9501180" y="23175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0" name="pt43210"/>
            <p:cNvSpPr/>
            <p:nvPr/>
          </p:nvSpPr>
          <p:spPr>
            <a:xfrm>
              <a:off x="8788268" y="22590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1" name="pt43211"/>
            <p:cNvSpPr/>
            <p:nvPr/>
          </p:nvSpPr>
          <p:spPr>
            <a:xfrm>
              <a:off x="8669239" y="24311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2" name="pt43212"/>
            <p:cNvSpPr/>
            <p:nvPr/>
          </p:nvSpPr>
          <p:spPr>
            <a:xfrm>
              <a:off x="9067835" y="18924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3" name="pt43213"/>
            <p:cNvSpPr/>
            <p:nvPr/>
          </p:nvSpPr>
          <p:spPr>
            <a:xfrm>
              <a:off x="8381780" y="23918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4" name="pt43214"/>
            <p:cNvSpPr/>
            <p:nvPr/>
          </p:nvSpPr>
          <p:spPr>
            <a:xfrm>
              <a:off x="9417384" y="18926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5" name="pt43215"/>
            <p:cNvSpPr/>
            <p:nvPr/>
          </p:nvSpPr>
          <p:spPr>
            <a:xfrm>
              <a:off x="8752612" y="21937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6" name="pt43216"/>
            <p:cNvSpPr/>
            <p:nvPr/>
          </p:nvSpPr>
          <p:spPr>
            <a:xfrm>
              <a:off x="9550412" y="22175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7" name="pt43217"/>
            <p:cNvSpPr/>
            <p:nvPr/>
          </p:nvSpPr>
          <p:spPr>
            <a:xfrm>
              <a:off x="9636399" y="20089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8" name="pt43218"/>
            <p:cNvSpPr/>
            <p:nvPr/>
          </p:nvSpPr>
          <p:spPr>
            <a:xfrm>
              <a:off x="8723925" y="2313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9" name="pt43219"/>
            <p:cNvSpPr/>
            <p:nvPr/>
          </p:nvSpPr>
          <p:spPr>
            <a:xfrm>
              <a:off x="8381780" y="23947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0" name="pt43220"/>
            <p:cNvSpPr/>
            <p:nvPr/>
          </p:nvSpPr>
          <p:spPr>
            <a:xfrm>
              <a:off x="8570436" y="2299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1" name="pt43221"/>
            <p:cNvSpPr/>
            <p:nvPr/>
          </p:nvSpPr>
          <p:spPr>
            <a:xfrm>
              <a:off x="8500809" y="26110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2" name="pt43222"/>
            <p:cNvSpPr/>
            <p:nvPr/>
          </p:nvSpPr>
          <p:spPr>
            <a:xfrm>
              <a:off x="9528241" y="20467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3" name="pt43223"/>
            <p:cNvSpPr/>
            <p:nvPr/>
          </p:nvSpPr>
          <p:spPr>
            <a:xfrm>
              <a:off x="8312152" y="2573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4" name="pt43224"/>
            <p:cNvSpPr/>
            <p:nvPr/>
          </p:nvSpPr>
          <p:spPr>
            <a:xfrm>
              <a:off x="8604896" y="22890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5" name="pt43225"/>
            <p:cNvSpPr/>
            <p:nvPr/>
          </p:nvSpPr>
          <p:spPr>
            <a:xfrm>
              <a:off x="8907297" y="20131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6" name="pt43226"/>
            <p:cNvSpPr/>
            <p:nvPr/>
          </p:nvSpPr>
          <p:spPr>
            <a:xfrm>
              <a:off x="8965842" y="22514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7" name="pt43227"/>
            <p:cNvSpPr/>
            <p:nvPr/>
          </p:nvSpPr>
          <p:spPr>
            <a:xfrm>
              <a:off x="9480563" y="22264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8" name="pt43228"/>
            <p:cNvSpPr/>
            <p:nvPr/>
          </p:nvSpPr>
          <p:spPr>
            <a:xfrm>
              <a:off x="9216319" y="19852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9" name="pt43229"/>
            <p:cNvSpPr/>
            <p:nvPr/>
          </p:nvSpPr>
          <p:spPr>
            <a:xfrm>
              <a:off x="9389022" y="21298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0" name="pt43230"/>
            <p:cNvSpPr/>
            <p:nvPr/>
          </p:nvSpPr>
          <p:spPr>
            <a:xfrm>
              <a:off x="8431181" y="25751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1" name="pt43231"/>
            <p:cNvSpPr/>
            <p:nvPr/>
          </p:nvSpPr>
          <p:spPr>
            <a:xfrm>
              <a:off x="8604896" y="23669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2" name="pt43232"/>
            <p:cNvSpPr/>
            <p:nvPr/>
          </p:nvSpPr>
          <p:spPr>
            <a:xfrm>
              <a:off x="9259278" y="21357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3" name="pt43233"/>
            <p:cNvSpPr/>
            <p:nvPr/>
          </p:nvSpPr>
          <p:spPr>
            <a:xfrm>
              <a:off x="8939053" y="19683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4" name="pt43234"/>
            <p:cNvSpPr/>
            <p:nvPr/>
          </p:nvSpPr>
          <p:spPr>
            <a:xfrm>
              <a:off x="9320769" y="21924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5" name="pt43235"/>
            <p:cNvSpPr/>
            <p:nvPr/>
          </p:nvSpPr>
          <p:spPr>
            <a:xfrm>
              <a:off x="9550412" y="20422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6" name="pt43236"/>
            <p:cNvSpPr/>
            <p:nvPr/>
          </p:nvSpPr>
          <p:spPr>
            <a:xfrm>
              <a:off x="9308507" y="2233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7" name="pt43237"/>
            <p:cNvSpPr/>
            <p:nvPr/>
          </p:nvSpPr>
          <p:spPr>
            <a:xfrm>
              <a:off x="8932228" y="19339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8" name="pt43238"/>
            <p:cNvSpPr/>
            <p:nvPr/>
          </p:nvSpPr>
          <p:spPr>
            <a:xfrm>
              <a:off x="8723925" y="22404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9" name="pt43239"/>
            <p:cNvSpPr/>
            <p:nvPr/>
          </p:nvSpPr>
          <p:spPr>
            <a:xfrm>
              <a:off x="9090502" y="18629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0" name="pt43240"/>
            <p:cNvSpPr/>
            <p:nvPr/>
          </p:nvSpPr>
          <p:spPr>
            <a:xfrm>
              <a:off x="8752612" y="21062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1" name="pt43241"/>
            <p:cNvSpPr/>
            <p:nvPr/>
          </p:nvSpPr>
          <p:spPr>
            <a:xfrm>
              <a:off x="9073023" y="17604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2" name="pt43242"/>
            <p:cNvSpPr/>
            <p:nvPr/>
          </p:nvSpPr>
          <p:spPr>
            <a:xfrm>
              <a:off x="9732410" y="23992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3" name="pt43243"/>
            <p:cNvSpPr/>
            <p:nvPr/>
          </p:nvSpPr>
          <p:spPr>
            <a:xfrm>
              <a:off x="8980466" y="20260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4" name="pt43244"/>
            <p:cNvSpPr/>
            <p:nvPr/>
          </p:nvSpPr>
          <p:spPr>
            <a:xfrm>
              <a:off x="8738867" y="22856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5" name="pt43245"/>
            <p:cNvSpPr/>
            <p:nvPr/>
          </p:nvSpPr>
          <p:spPr>
            <a:xfrm>
              <a:off x="8813199" y="20317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6" name="pt43246"/>
            <p:cNvSpPr/>
            <p:nvPr/>
          </p:nvSpPr>
          <p:spPr>
            <a:xfrm>
              <a:off x="9421732" y="18988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7" name="pt43247"/>
            <p:cNvSpPr/>
            <p:nvPr/>
          </p:nvSpPr>
          <p:spPr>
            <a:xfrm>
              <a:off x="9423467" y="1886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8" name="pt43248"/>
            <p:cNvSpPr/>
            <p:nvPr/>
          </p:nvSpPr>
          <p:spPr>
            <a:xfrm>
              <a:off x="8469500" y="2481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9" name="pt43249"/>
            <p:cNvSpPr/>
            <p:nvPr/>
          </p:nvSpPr>
          <p:spPr>
            <a:xfrm>
              <a:off x="9177111" y="19782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0" name="pt43250"/>
            <p:cNvSpPr/>
            <p:nvPr/>
          </p:nvSpPr>
          <p:spPr>
            <a:xfrm>
              <a:off x="9453041" y="22741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1" name="pt43251"/>
            <p:cNvSpPr/>
            <p:nvPr/>
          </p:nvSpPr>
          <p:spPr>
            <a:xfrm>
              <a:off x="8993941" y="21469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2" name="pt43252"/>
            <p:cNvSpPr/>
            <p:nvPr/>
          </p:nvSpPr>
          <p:spPr>
            <a:xfrm>
              <a:off x="8312152" y="26498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3" name="pt43253"/>
            <p:cNvSpPr/>
            <p:nvPr/>
          </p:nvSpPr>
          <p:spPr>
            <a:xfrm>
              <a:off x="8826587" y="21848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4" name="pt43254"/>
            <p:cNvSpPr/>
            <p:nvPr/>
          </p:nvSpPr>
          <p:spPr>
            <a:xfrm>
              <a:off x="8765338" y="19867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5" name="pt43255"/>
            <p:cNvSpPr/>
            <p:nvPr/>
          </p:nvSpPr>
          <p:spPr>
            <a:xfrm>
              <a:off x="8793552" y="20673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6" name="pt43256"/>
            <p:cNvSpPr/>
            <p:nvPr/>
          </p:nvSpPr>
          <p:spPr>
            <a:xfrm>
              <a:off x="9482363" y="22748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7" name="pt43257"/>
            <p:cNvSpPr/>
            <p:nvPr/>
          </p:nvSpPr>
          <p:spPr>
            <a:xfrm>
              <a:off x="9148018" y="21209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8" name="pt43258"/>
            <p:cNvSpPr/>
            <p:nvPr/>
          </p:nvSpPr>
          <p:spPr>
            <a:xfrm>
              <a:off x="9482363" y="24126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9" name="pt43259"/>
            <p:cNvSpPr/>
            <p:nvPr/>
          </p:nvSpPr>
          <p:spPr>
            <a:xfrm>
              <a:off x="9507319" y="23097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0" name="pt43260"/>
            <p:cNvSpPr/>
            <p:nvPr/>
          </p:nvSpPr>
          <p:spPr>
            <a:xfrm>
              <a:off x="8777185" y="22622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1" name="pt43261"/>
            <p:cNvSpPr/>
            <p:nvPr/>
          </p:nvSpPr>
          <p:spPr>
            <a:xfrm>
              <a:off x="9359136" y="20622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2" name="pt43262"/>
            <p:cNvSpPr/>
            <p:nvPr/>
          </p:nvSpPr>
          <p:spPr>
            <a:xfrm>
              <a:off x="9056963" y="20155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3" name="pt43263"/>
            <p:cNvSpPr/>
            <p:nvPr/>
          </p:nvSpPr>
          <p:spPr>
            <a:xfrm>
              <a:off x="8929892" y="18854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4" name="pt43264"/>
            <p:cNvSpPr/>
            <p:nvPr/>
          </p:nvSpPr>
          <p:spPr>
            <a:xfrm>
              <a:off x="8550210" y="26747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5" name="pt43265"/>
            <p:cNvSpPr/>
            <p:nvPr/>
          </p:nvSpPr>
          <p:spPr>
            <a:xfrm>
              <a:off x="8965842" y="22075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6" name="pt43266"/>
            <p:cNvSpPr/>
            <p:nvPr/>
          </p:nvSpPr>
          <p:spPr>
            <a:xfrm>
              <a:off x="9076063" y="1968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7" name="pt43267"/>
            <p:cNvSpPr/>
            <p:nvPr/>
          </p:nvSpPr>
          <p:spPr>
            <a:xfrm>
              <a:off x="9037995" y="18138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8" name="pt43268"/>
            <p:cNvSpPr/>
            <p:nvPr/>
          </p:nvSpPr>
          <p:spPr>
            <a:xfrm>
              <a:off x="9461227" y="23667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9" name="pt43269"/>
            <p:cNvSpPr/>
            <p:nvPr/>
          </p:nvSpPr>
          <p:spPr>
            <a:xfrm>
              <a:off x="9522221" y="19261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0" name="pt43270"/>
            <p:cNvSpPr/>
            <p:nvPr/>
          </p:nvSpPr>
          <p:spPr>
            <a:xfrm>
              <a:off x="9434026" y="17954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1" name="pt43271"/>
            <p:cNvSpPr/>
            <p:nvPr/>
          </p:nvSpPr>
          <p:spPr>
            <a:xfrm>
              <a:off x="9048921" y="22158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2" name="pt43272"/>
            <p:cNvSpPr/>
            <p:nvPr/>
          </p:nvSpPr>
          <p:spPr>
            <a:xfrm>
              <a:off x="9423467" y="18844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3" name="pt43273"/>
            <p:cNvSpPr/>
            <p:nvPr/>
          </p:nvSpPr>
          <p:spPr>
            <a:xfrm>
              <a:off x="9406741" y="1703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4" name="pt43274"/>
            <p:cNvSpPr/>
            <p:nvPr/>
          </p:nvSpPr>
          <p:spPr>
            <a:xfrm>
              <a:off x="9199552" y="17975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5" name="pt43275"/>
            <p:cNvSpPr/>
            <p:nvPr/>
          </p:nvSpPr>
          <p:spPr>
            <a:xfrm>
              <a:off x="8381780" y="24965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6" name="pt43276"/>
            <p:cNvSpPr/>
            <p:nvPr/>
          </p:nvSpPr>
          <p:spPr>
            <a:xfrm>
              <a:off x="8971473" y="22961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7" name="pt43277"/>
            <p:cNvSpPr/>
            <p:nvPr/>
          </p:nvSpPr>
          <p:spPr>
            <a:xfrm>
              <a:off x="8707558" y="21242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8" name="pt43278"/>
            <p:cNvSpPr/>
            <p:nvPr/>
          </p:nvSpPr>
          <p:spPr>
            <a:xfrm>
              <a:off x="9087709" y="19877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9" name="pt43279"/>
            <p:cNvSpPr/>
            <p:nvPr/>
          </p:nvSpPr>
          <p:spPr>
            <a:xfrm>
              <a:off x="9573129" y="24381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0" name="pt43280"/>
            <p:cNvSpPr/>
            <p:nvPr/>
          </p:nvSpPr>
          <p:spPr>
            <a:xfrm>
              <a:off x="9189996" y="22466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1" name="pt43281"/>
            <p:cNvSpPr/>
            <p:nvPr/>
          </p:nvSpPr>
          <p:spPr>
            <a:xfrm>
              <a:off x="9116180" y="20450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2" name="pt43282"/>
            <p:cNvSpPr/>
            <p:nvPr/>
          </p:nvSpPr>
          <p:spPr>
            <a:xfrm>
              <a:off x="8550210" y="25064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3" name="pt43283"/>
            <p:cNvSpPr/>
            <p:nvPr/>
          </p:nvSpPr>
          <p:spPr>
            <a:xfrm>
              <a:off x="8927523" y="19429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4" name="pt43284"/>
            <p:cNvSpPr/>
            <p:nvPr/>
          </p:nvSpPr>
          <p:spPr>
            <a:xfrm>
              <a:off x="9079049" y="19307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5" name="pt43285"/>
            <p:cNvSpPr/>
            <p:nvPr/>
          </p:nvSpPr>
          <p:spPr>
            <a:xfrm>
              <a:off x="8798679" y="23690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6" name="pt43286"/>
            <p:cNvSpPr/>
            <p:nvPr/>
          </p:nvSpPr>
          <p:spPr>
            <a:xfrm>
              <a:off x="8715936" y="20066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7" name="pt43287"/>
            <p:cNvSpPr/>
            <p:nvPr/>
          </p:nvSpPr>
          <p:spPr>
            <a:xfrm>
              <a:off x="9185276" y="21978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8" name="pt43288"/>
            <p:cNvSpPr/>
            <p:nvPr/>
          </p:nvSpPr>
          <p:spPr>
            <a:xfrm>
              <a:off x="9215429" y="19267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9" name="pt43289"/>
            <p:cNvSpPr/>
            <p:nvPr/>
          </p:nvSpPr>
          <p:spPr>
            <a:xfrm>
              <a:off x="9898409" y="26699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0" name="pt43290"/>
            <p:cNvSpPr/>
            <p:nvPr/>
          </p:nvSpPr>
          <p:spPr>
            <a:xfrm>
              <a:off x="8731558" y="23502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1" name="pt43291"/>
            <p:cNvSpPr/>
            <p:nvPr/>
          </p:nvSpPr>
          <p:spPr>
            <a:xfrm>
              <a:off x="8381780" y="22553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2" name="pt43292"/>
            <p:cNvSpPr/>
            <p:nvPr/>
          </p:nvSpPr>
          <p:spPr>
            <a:xfrm>
              <a:off x="8890393" y="19428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3" name="pt43293"/>
            <p:cNvSpPr/>
            <p:nvPr/>
          </p:nvSpPr>
          <p:spPr>
            <a:xfrm>
              <a:off x="9207674" y="18278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4" name="pt43294"/>
            <p:cNvSpPr/>
            <p:nvPr/>
          </p:nvSpPr>
          <p:spPr>
            <a:xfrm>
              <a:off x="8658156" y="24236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5" name="pt43295"/>
            <p:cNvSpPr/>
            <p:nvPr/>
          </p:nvSpPr>
          <p:spPr>
            <a:xfrm>
              <a:off x="9732410" y="24036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6" name="pt43296"/>
            <p:cNvSpPr/>
            <p:nvPr/>
          </p:nvSpPr>
          <p:spPr>
            <a:xfrm>
              <a:off x="9321732" y="22277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7" name="pt43297"/>
            <p:cNvSpPr/>
            <p:nvPr/>
          </p:nvSpPr>
          <p:spPr>
            <a:xfrm>
              <a:off x="9010896" y="17787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8" name="pt43298"/>
            <p:cNvSpPr/>
            <p:nvPr/>
          </p:nvSpPr>
          <p:spPr>
            <a:xfrm>
              <a:off x="8971473" y="22477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9" name="pt43299"/>
            <p:cNvSpPr/>
            <p:nvPr/>
          </p:nvSpPr>
          <p:spPr>
            <a:xfrm>
              <a:off x="8939053" y="19014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0" name="pt43300"/>
            <p:cNvSpPr/>
            <p:nvPr/>
          </p:nvSpPr>
          <p:spPr>
            <a:xfrm>
              <a:off x="9076063" y="20207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1" name="pt43301"/>
            <p:cNvSpPr/>
            <p:nvPr/>
          </p:nvSpPr>
          <p:spPr>
            <a:xfrm>
              <a:off x="8431181" y="22325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2" name="pt43302"/>
            <p:cNvSpPr/>
            <p:nvPr/>
          </p:nvSpPr>
          <p:spPr>
            <a:xfrm>
              <a:off x="9048921" y="20476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3" name="pt43303"/>
            <p:cNvSpPr/>
            <p:nvPr/>
          </p:nvSpPr>
          <p:spPr>
            <a:xfrm>
              <a:off x="8312152" y="24719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4" name="pt43304"/>
            <p:cNvSpPr/>
            <p:nvPr/>
          </p:nvSpPr>
          <p:spPr>
            <a:xfrm>
              <a:off x="8469500" y="23963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5" name="pt43305"/>
            <p:cNvSpPr/>
            <p:nvPr/>
          </p:nvSpPr>
          <p:spPr>
            <a:xfrm>
              <a:off x="8874912" y="21615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6" name="pt43306"/>
            <p:cNvSpPr/>
            <p:nvPr/>
          </p:nvSpPr>
          <p:spPr>
            <a:xfrm>
              <a:off x="8759093" y="2183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7" name="pt43307"/>
            <p:cNvSpPr/>
            <p:nvPr/>
          </p:nvSpPr>
          <p:spPr>
            <a:xfrm>
              <a:off x="9562708" y="20946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8" name="pt43308"/>
            <p:cNvSpPr/>
            <p:nvPr/>
          </p:nvSpPr>
          <p:spPr>
            <a:xfrm>
              <a:off x="9071998" y="18187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9" name="pt43309"/>
            <p:cNvSpPr/>
            <p:nvPr/>
          </p:nvSpPr>
          <p:spPr>
            <a:xfrm>
              <a:off x="9076063" y="19610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0" name="pt43310"/>
            <p:cNvSpPr/>
            <p:nvPr/>
          </p:nvSpPr>
          <p:spPr>
            <a:xfrm>
              <a:off x="9097733" y="17739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1" name="pt43311"/>
            <p:cNvSpPr/>
            <p:nvPr/>
          </p:nvSpPr>
          <p:spPr>
            <a:xfrm>
              <a:off x="8707558" y="23431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2" name="pt43312"/>
            <p:cNvSpPr/>
            <p:nvPr/>
          </p:nvSpPr>
          <p:spPr>
            <a:xfrm>
              <a:off x="9606545" y="23649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3" name="pt43313"/>
            <p:cNvSpPr/>
            <p:nvPr/>
          </p:nvSpPr>
          <p:spPr>
            <a:xfrm>
              <a:off x="9346306" y="2142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4" name="pt43314"/>
            <p:cNvSpPr/>
            <p:nvPr/>
          </p:nvSpPr>
          <p:spPr>
            <a:xfrm>
              <a:off x="8745877" y="22295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5" name="pt43315"/>
            <p:cNvSpPr/>
            <p:nvPr/>
          </p:nvSpPr>
          <p:spPr>
            <a:xfrm>
              <a:off x="8469500" y="22628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6" name="pt43316"/>
            <p:cNvSpPr/>
            <p:nvPr/>
          </p:nvSpPr>
          <p:spPr>
            <a:xfrm>
              <a:off x="9076063" y="19048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7" name="pt43317"/>
            <p:cNvSpPr/>
            <p:nvPr/>
          </p:nvSpPr>
          <p:spPr>
            <a:xfrm>
              <a:off x="8312152" y="24056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8" name="pt43318"/>
            <p:cNvSpPr/>
            <p:nvPr/>
          </p:nvSpPr>
          <p:spPr>
            <a:xfrm>
              <a:off x="8550210" y="24546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9" name="pt43319"/>
            <p:cNvSpPr/>
            <p:nvPr/>
          </p:nvSpPr>
          <p:spPr>
            <a:xfrm>
              <a:off x="9352440" y="21936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0" name="pt43320"/>
            <p:cNvSpPr/>
            <p:nvPr/>
          </p:nvSpPr>
          <p:spPr>
            <a:xfrm>
              <a:off x="9546889" y="22641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1" name="pt43321"/>
            <p:cNvSpPr/>
            <p:nvPr/>
          </p:nvSpPr>
          <p:spPr>
            <a:xfrm>
              <a:off x="8907297" y="21443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2" name="pt43322"/>
            <p:cNvSpPr/>
            <p:nvPr/>
          </p:nvSpPr>
          <p:spPr>
            <a:xfrm>
              <a:off x="9087709" y="21682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3" name="pt43323"/>
            <p:cNvSpPr/>
            <p:nvPr/>
          </p:nvSpPr>
          <p:spPr>
            <a:xfrm>
              <a:off x="8707558" y="2366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4" name="pt43324"/>
            <p:cNvSpPr/>
            <p:nvPr/>
          </p:nvSpPr>
          <p:spPr>
            <a:xfrm>
              <a:off x="8550210" y="25415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5" name="pt43325"/>
            <p:cNvSpPr/>
            <p:nvPr/>
          </p:nvSpPr>
          <p:spPr>
            <a:xfrm>
              <a:off x="8973309" y="22434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6" name="pt43326"/>
            <p:cNvSpPr/>
            <p:nvPr/>
          </p:nvSpPr>
          <p:spPr>
            <a:xfrm>
              <a:off x="9141283" y="2104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7" name="pt43327"/>
            <p:cNvSpPr/>
            <p:nvPr/>
          </p:nvSpPr>
          <p:spPr>
            <a:xfrm>
              <a:off x="8550210" y="26143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8" name="pt43328"/>
            <p:cNvSpPr/>
            <p:nvPr/>
          </p:nvSpPr>
          <p:spPr>
            <a:xfrm>
              <a:off x="9042937" y="17724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9" name="pt43329"/>
            <p:cNvSpPr/>
            <p:nvPr/>
          </p:nvSpPr>
          <p:spPr>
            <a:xfrm>
              <a:off x="8864906" y="20413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0" name="pt43330"/>
            <p:cNvSpPr/>
            <p:nvPr/>
          </p:nvSpPr>
          <p:spPr>
            <a:xfrm>
              <a:off x="9408344" y="2014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1" name="pt43331"/>
            <p:cNvSpPr/>
            <p:nvPr/>
          </p:nvSpPr>
          <p:spPr>
            <a:xfrm>
              <a:off x="8381780" y="24732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2" name="pt43332"/>
            <p:cNvSpPr/>
            <p:nvPr/>
          </p:nvSpPr>
          <p:spPr>
            <a:xfrm>
              <a:off x="8846813" y="20238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3" name="pt43333"/>
            <p:cNvSpPr/>
            <p:nvPr/>
          </p:nvSpPr>
          <p:spPr>
            <a:xfrm>
              <a:off x="9389022" y="21633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4" name="pt43334"/>
            <p:cNvSpPr/>
            <p:nvPr/>
          </p:nvSpPr>
          <p:spPr>
            <a:xfrm>
              <a:off x="8633583" y="20113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5" name="pt43335"/>
            <p:cNvSpPr/>
            <p:nvPr/>
          </p:nvSpPr>
          <p:spPr>
            <a:xfrm>
              <a:off x="9978328" y="27632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6" name="pt43336"/>
            <p:cNvSpPr/>
            <p:nvPr/>
          </p:nvSpPr>
          <p:spPr>
            <a:xfrm>
              <a:off x="9286390" y="19036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7" name="pt43337"/>
            <p:cNvSpPr/>
            <p:nvPr/>
          </p:nvSpPr>
          <p:spPr>
            <a:xfrm>
              <a:off x="8469500" y="23491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8" name="pt43338"/>
            <p:cNvSpPr/>
            <p:nvPr/>
          </p:nvSpPr>
          <p:spPr>
            <a:xfrm>
              <a:off x="8500809" y="26194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9" name="pt43339"/>
            <p:cNvSpPr/>
            <p:nvPr/>
          </p:nvSpPr>
          <p:spPr>
            <a:xfrm>
              <a:off x="9088645" y="19068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0" name="pt43340"/>
            <p:cNvSpPr/>
            <p:nvPr/>
          </p:nvSpPr>
          <p:spPr>
            <a:xfrm>
              <a:off x="8698750" y="2388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1" name="pt43341"/>
            <p:cNvSpPr/>
            <p:nvPr/>
          </p:nvSpPr>
          <p:spPr>
            <a:xfrm>
              <a:off x="9406741" y="18109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2" name="pt43342"/>
            <p:cNvSpPr/>
            <p:nvPr/>
          </p:nvSpPr>
          <p:spPr>
            <a:xfrm>
              <a:off x="8731558" y="2373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3" name="pt43343"/>
            <p:cNvSpPr/>
            <p:nvPr/>
          </p:nvSpPr>
          <p:spPr>
            <a:xfrm>
              <a:off x="8679650" y="25817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4" name="pt43344"/>
            <p:cNvSpPr/>
            <p:nvPr/>
          </p:nvSpPr>
          <p:spPr>
            <a:xfrm>
              <a:off x="8633583" y="20112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5" name="pt43345"/>
            <p:cNvSpPr/>
            <p:nvPr/>
          </p:nvSpPr>
          <p:spPr>
            <a:xfrm>
              <a:off x="8861436" y="21946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6" name="pt43346"/>
            <p:cNvSpPr/>
            <p:nvPr/>
          </p:nvSpPr>
          <p:spPr>
            <a:xfrm>
              <a:off x="9196592" y="22391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7" name="pt43347"/>
            <p:cNvSpPr/>
            <p:nvPr/>
          </p:nvSpPr>
          <p:spPr>
            <a:xfrm>
              <a:off x="8912581" y="19901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8" name="pt43348"/>
            <p:cNvSpPr/>
            <p:nvPr/>
          </p:nvSpPr>
          <p:spPr>
            <a:xfrm>
              <a:off x="9474060" y="23271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9" name="pt43349"/>
            <p:cNvSpPr/>
            <p:nvPr/>
          </p:nvSpPr>
          <p:spPr>
            <a:xfrm>
              <a:off x="8990670" y="19660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0" name="pt43350"/>
            <p:cNvSpPr/>
            <p:nvPr/>
          </p:nvSpPr>
          <p:spPr>
            <a:xfrm>
              <a:off x="9400632" y="19789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1" name="pt43351"/>
            <p:cNvSpPr/>
            <p:nvPr/>
          </p:nvSpPr>
          <p:spPr>
            <a:xfrm>
              <a:off x="9262020" y="17895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2" name="pt43352"/>
            <p:cNvSpPr/>
            <p:nvPr/>
          </p:nvSpPr>
          <p:spPr>
            <a:xfrm>
              <a:off x="8868306" y="21956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3" name="pt43353"/>
            <p:cNvSpPr/>
            <p:nvPr/>
          </p:nvSpPr>
          <p:spPr>
            <a:xfrm>
              <a:off x="9169122" y="22008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4" name="pt43354"/>
            <p:cNvSpPr/>
            <p:nvPr/>
          </p:nvSpPr>
          <p:spPr>
            <a:xfrm>
              <a:off x="8960020" y="2185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5" name="pt43355"/>
            <p:cNvSpPr/>
            <p:nvPr/>
          </p:nvSpPr>
          <p:spPr>
            <a:xfrm>
              <a:off x="8633583" y="2263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6" name="pt43356"/>
            <p:cNvSpPr/>
            <p:nvPr/>
          </p:nvSpPr>
          <p:spPr>
            <a:xfrm>
              <a:off x="8588529" y="21746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7" name="pt43357"/>
            <p:cNvSpPr/>
            <p:nvPr/>
          </p:nvSpPr>
          <p:spPr>
            <a:xfrm>
              <a:off x="8759093" y="21702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8" name="pt43358"/>
            <p:cNvSpPr/>
            <p:nvPr/>
          </p:nvSpPr>
          <p:spPr>
            <a:xfrm>
              <a:off x="9054703" y="21292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9" name="pt43359"/>
            <p:cNvSpPr/>
            <p:nvPr/>
          </p:nvSpPr>
          <p:spPr>
            <a:xfrm>
              <a:off x="8588529" y="22600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0" name="pt43360"/>
            <p:cNvSpPr/>
            <p:nvPr/>
          </p:nvSpPr>
          <p:spPr>
            <a:xfrm>
              <a:off x="8469500" y="23786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1" name="pt43361"/>
            <p:cNvSpPr/>
            <p:nvPr/>
          </p:nvSpPr>
          <p:spPr>
            <a:xfrm>
              <a:off x="8689465" y="24211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2" name="pt43362"/>
            <p:cNvSpPr/>
            <p:nvPr/>
          </p:nvSpPr>
          <p:spPr>
            <a:xfrm>
              <a:off x="9367432" y="20678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3" name="pt43363"/>
            <p:cNvSpPr/>
            <p:nvPr/>
          </p:nvSpPr>
          <p:spPr>
            <a:xfrm>
              <a:off x="8570436" y="23212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4" name="pt43364"/>
            <p:cNvSpPr/>
            <p:nvPr/>
          </p:nvSpPr>
          <p:spPr>
            <a:xfrm>
              <a:off x="9606545" y="23702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5" name="pt43365"/>
            <p:cNvSpPr/>
            <p:nvPr/>
          </p:nvSpPr>
          <p:spPr>
            <a:xfrm>
              <a:off x="8527280" y="24262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6" name="pt43366"/>
            <p:cNvSpPr/>
            <p:nvPr/>
          </p:nvSpPr>
          <p:spPr>
            <a:xfrm>
              <a:off x="9642404" y="21870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7" name="pt43367"/>
            <p:cNvSpPr/>
            <p:nvPr/>
          </p:nvSpPr>
          <p:spPr>
            <a:xfrm>
              <a:off x="9158273" y="19253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8" name="pt43368"/>
            <p:cNvSpPr/>
            <p:nvPr/>
          </p:nvSpPr>
          <p:spPr>
            <a:xfrm>
              <a:off x="8431181" y="24855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9" name="pt43369"/>
            <p:cNvSpPr/>
            <p:nvPr/>
          </p:nvSpPr>
          <p:spPr>
            <a:xfrm>
              <a:off x="9370170" y="20358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0" name="pt43370"/>
            <p:cNvSpPr/>
            <p:nvPr/>
          </p:nvSpPr>
          <p:spPr>
            <a:xfrm>
              <a:off x="9266385" y="18037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1" name="pt43371"/>
            <p:cNvSpPr/>
            <p:nvPr/>
          </p:nvSpPr>
          <p:spPr>
            <a:xfrm>
              <a:off x="9196093" y="22662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2" name="pt43372"/>
            <p:cNvSpPr/>
            <p:nvPr/>
          </p:nvSpPr>
          <p:spPr>
            <a:xfrm>
              <a:off x="8939053" y="1908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3" name="pt43373"/>
            <p:cNvSpPr/>
            <p:nvPr/>
          </p:nvSpPr>
          <p:spPr>
            <a:xfrm>
              <a:off x="8588529" y="22677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4" name="pt43374"/>
            <p:cNvSpPr/>
            <p:nvPr/>
          </p:nvSpPr>
          <p:spPr>
            <a:xfrm>
              <a:off x="8679650" y="24514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5" name="pt43375"/>
            <p:cNvSpPr/>
            <p:nvPr/>
          </p:nvSpPr>
          <p:spPr>
            <a:xfrm>
              <a:off x="8793552" y="23662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6" name="pt43376"/>
            <p:cNvSpPr/>
            <p:nvPr/>
          </p:nvSpPr>
          <p:spPr>
            <a:xfrm>
              <a:off x="8971473" y="22726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7" name="pt43377"/>
            <p:cNvSpPr/>
            <p:nvPr/>
          </p:nvSpPr>
          <p:spPr>
            <a:xfrm>
              <a:off x="8570436" y="25359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8" name="pt43378"/>
            <p:cNvSpPr/>
            <p:nvPr/>
          </p:nvSpPr>
          <p:spPr>
            <a:xfrm>
              <a:off x="9417384" y="18947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9" name="pt43379"/>
            <p:cNvSpPr/>
            <p:nvPr/>
          </p:nvSpPr>
          <p:spPr>
            <a:xfrm>
              <a:off x="8633583" y="2174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0" name="pt43380"/>
            <p:cNvSpPr/>
            <p:nvPr/>
          </p:nvSpPr>
          <p:spPr>
            <a:xfrm>
              <a:off x="8965842" y="22137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1" name="pt43381"/>
            <p:cNvSpPr/>
            <p:nvPr/>
          </p:nvSpPr>
          <p:spPr>
            <a:xfrm>
              <a:off x="8765338" y="20548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2" name="pt43382"/>
            <p:cNvSpPr/>
            <p:nvPr/>
          </p:nvSpPr>
          <p:spPr>
            <a:xfrm>
              <a:off x="8868306" y="2184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3" name="pt43383"/>
            <p:cNvSpPr/>
            <p:nvPr/>
          </p:nvSpPr>
          <p:spPr>
            <a:xfrm>
              <a:off x="9606545" y="23980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4" name="pt43384"/>
            <p:cNvSpPr/>
            <p:nvPr/>
          </p:nvSpPr>
          <p:spPr>
            <a:xfrm>
              <a:off x="8619838" y="22406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5" name="pt43385"/>
            <p:cNvSpPr/>
            <p:nvPr/>
          </p:nvSpPr>
          <p:spPr>
            <a:xfrm>
              <a:off x="9174300" y="21327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6" name="pt43386"/>
            <p:cNvSpPr/>
            <p:nvPr/>
          </p:nvSpPr>
          <p:spPr>
            <a:xfrm>
              <a:off x="9087709" y="20167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7" name="pt43387"/>
            <p:cNvSpPr/>
            <p:nvPr/>
          </p:nvSpPr>
          <p:spPr>
            <a:xfrm>
              <a:off x="8698750" y="24179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8" name="pt43388"/>
            <p:cNvSpPr/>
            <p:nvPr/>
          </p:nvSpPr>
          <p:spPr>
            <a:xfrm>
              <a:off x="8646309" y="25329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9" name="pt43389"/>
            <p:cNvSpPr/>
            <p:nvPr/>
          </p:nvSpPr>
          <p:spPr>
            <a:xfrm>
              <a:off x="8619838" y="22017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0" name="pt43390"/>
            <p:cNvSpPr/>
            <p:nvPr/>
          </p:nvSpPr>
          <p:spPr>
            <a:xfrm>
              <a:off x="9090502" y="18941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1" name="pt43391"/>
            <p:cNvSpPr/>
            <p:nvPr/>
          </p:nvSpPr>
          <p:spPr>
            <a:xfrm>
              <a:off x="8588529" y="23176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2" name="pt43392"/>
            <p:cNvSpPr/>
            <p:nvPr/>
          </p:nvSpPr>
          <p:spPr>
            <a:xfrm>
              <a:off x="8679650" y="24191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3" name="pt43393"/>
            <p:cNvSpPr/>
            <p:nvPr/>
          </p:nvSpPr>
          <p:spPr>
            <a:xfrm>
              <a:off x="8943456" y="19304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4" name="pt43394"/>
            <p:cNvSpPr/>
            <p:nvPr/>
          </p:nvSpPr>
          <p:spPr>
            <a:xfrm>
              <a:off x="8752612" y="21951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5" name="pt43395"/>
            <p:cNvSpPr/>
            <p:nvPr/>
          </p:nvSpPr>
          <p:spPr>
            <a:xfrm>
              <a:off x="9034193" y="17547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6" name="pt43396"/>
            <p:cNvSpPr/>
            <p:nvPr/>
          </p:nvSpPr>
          <p:spPr>
            <a:xfrm>
              <a:off x="9642404" y="21879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7" name="pt43397"/>
            <p:cNvSpPr/>
            <p:nvPr/>
          </p:nvSpPr>
          <p:spPr>
            <a:xfrm>
              <a:off x="9018082" y="15095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8" name="pt43398"/>
            <p:cNvSpPr/>
            <p:nvPr/>
          </p:nvSpPr>
          <p:spPr>
            <a:xfrm>
              <a:off x="9242219" y="20237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9" name="pt43399"/>
            <p:cNvSpPr/>
            <p:nvPr/>
          </p:nvSpPr>
          <p:spPr>
            <a:xfrm>
              <a:off x="8854280" y="21611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0" name="pt43400"/>
            <p:cNvSpPr/>
            <p:nvPr/>
          </p:nvSpPr>
          <p:spPr>
            <a:xfrm>
              <a:off x="8312152" y="23947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1" name="pt43401"/>
            <p:cNvSpPr/>
            <p:nvPr/>
          </p:nvSpPr>
          <p:spPr>
            <a:xfrm>
              <a:off x="8927523" y="18373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2" name="pt43402"/>
            <p:cNvSpPr/>
            <p:nvPr/>
          </p:nvSpPr>
          <p:spPr>
            <a:xfrm>
              <a:off x="8469500" y="23988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3" name="pt43403"/>
            <p:cNvSpPr/>
            <p:nvPr/>
          </p:nvSpPr>
          <p:spPr>
            <a:xfrm>
              <a:off x="8312152" y="24931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4" name="pt43404"/>
            <p:cNvSpPr/>
            <p:nvPr/>
          </p:nvSpPr>
          <p:spPr>
            <a:xfrm>
              <a:off x="9471970" y="2321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5" name="pt43405"/>
            <p:cNvSpPr/>
            <p:nvPr/>
          </p:nvSpPr>
          <p:spPr>
            <a:xfrm>
              <a:off x="8381780" y="25429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6" name="pt43406"/>
            <p:cNvSpPr/>
            <p:nvPr/>
          </p:nvSpPr>
          <p:spPr>
            <a:xfrm>
              <a:off x="8963923" y="22147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7" name="pt43407"/>
            <p:cNvSpPr/>
            <p:nvPr/>
          </p:nvSpPr>
          <p:spPr>
            <a:xfrm>
              <a:off x="8669239" y="23331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8" name="pt43408"/>
            <p:cNvSpPr/>
            <p:nvPr/>
          </p:nvSpPr>
          <p:spPr>
            <a:xfrm>
              <a:off x="8793552" y="23144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9" name="pt43409"/>
            <p:cNvSpPr/>
            <p:nvPr/>
          </p:nvSpPr>
          <p:spPr>
            <a:xfrm>
              <a:off x="8798679" y="2203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0" name="pt43410"/>
            <p:cNvSpPr/>
            <p:nvPr/>
          </p:nvSpPr>
          <p:spPr>
            <a:xfrm>
              <a:off x="8868306" y="21991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1" name="pt43411"/>
            <p:cNvSpPr/>
            <p:nvPr/>
          </p:nvSpPr>
          <p:spPr>
            <a:xfrm>
              <a:off x="8826587" y="23876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2" name="pt43412"/>
            <p:cNvSpPr/>
            <p:nvPr/>
          </p:nvSpPr>
          <p:spPr>
            <a:xfrm>
              <a:off x="9417384" y="19145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3" name="pt43413"/>
            <p:cNvSpPr/>
            <p:nvPr/>
          </p:nvSpPr>
          <p:spPr>
            <a:xfrm>
              <a:off x="8679650" y="25395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4" name="pt43414"/>
            <p:cNvSpPr/>
            <p:nvPr/>
          </p:nvSpPr>
          <p:spPr>
            <a:xfrm>
              <a:off x="9367432" y="20898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5" name="pt43415"/>
            <p:cNvSpPr/>
            <p:nvPr/>
          </p:nvSpPr>
          <p:spPr>
            <a:xfrm>
              <a:off x="9050093" y="21124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6" name="pt43416"/>
            <p:cNvSpPr/>
            <p:nvPr/>
          </p:nvSpPr>
          <p:spPr>
            <a:xfrm>
              <a:off x="8826587" y="22477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7" name="pt43417"/>
            <p:cNvSpPr/>
            <p:nvPr/>
          </p:nvSpPr>
          <p:spPr>
            <a:xfrm>
              <a:off x="8941268" y="19804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8" name="pt43418"/>
            <p:cNvSpPr/>
            <p:nvPr/>
          </p:nvSpPr>
          <p:spPr>
            <a:xfrm>
              <a:off x="8965842" y="2214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9" name="pt43419"/>
            <p:cNvSpPr/>
            <p:nvPr/>
          </p:nvSpPr>
          <p:spPr>
            <a:xfrm>
              <a:off x="9035469" y="17285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0" name="pt43420"/>
            <p:cNvSpPr/>
            <p:nvPr/>
          </p:nvSpPr>
          <p:spPr>
            <a:xfrm>
              <a:off x="9054703" y="20923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1" name="pt43421"/>
            <p:cNvSpPr/>
            <p:nvPr/>
          </p:nvSpPr>
          <p:spPr>
            <a:xfrm>
              <a:off x="9197089" y="16999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2" name="pt43422"/>
            <p:cNvSpPr/>
            <p:nvPr/>
          </p:nvSpPr>
          <p:spPr>
            <a:xfrm>
              <a:off x="9425448" y="17970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3" name="pt43423"/>
            <p:cNvSpPr/>
            <p:nvPr/>
          </p:nvSpPr>
          <p:spPr>
            <a:xfrm>
              <a:off x="9087709" y="19911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4" name="pt43424"/>
            <p:cNvSpPr/>
            <p:nvPr/>
          </p:nvSpPr>
          <p:spPr>
            <a:xfrm>
              <a:off x="8846813" y="2052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5" name="pt43425"/>
            <p:cNvSpPr/>
            <p:nvPr/>
          </p:nvSpPr>
          <p:spPr>
            <a:xfrm>
              <a:off x="9326470" y="22149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6" name="pt43426"/>
            <p:cNvSpPr/>
            <p:nvPr/>
          </p:nvSpPr>
          <p:spPr>
            <a:xfrm>
              <a:off x="8698750" y="2285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7" name="pt43427"/>
            <p:cNvSpPr/>
            <p:nvPr/>
          </p:nvSpPr>
          <p:spPr>
            <a:xfrm>
              <a:off x="9090502" y="18900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8" name="pt43428"/>
            <p:cNvSpPr/>
            <p:nvPr/>
          </p:nvSpPr>
          <p:spPr>
            <a:xfrm>
              <a:off x="9525110" y="18335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9" name="pt43429"/>
            <p:cNvSpPr/>
            <p:nvPr/>
          </p:nvSpPr>
          <p:spPr>
            <a:xfrm>
              <a:off x="9389022" y="21303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0" name="pt43430"/>
            <p:cNvSpPr/>
            <p:nvPr/>
          </p:nvSpPr>
          <p:spPr>
            <a:xfrm>
              <a:off x="8669239" y="23941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1" name="pt43431"/>
            <p:cNvSpPr/>
            <p:nvPr/>
          </p:nvSpPr>
          <p:spPr>
            <a:xfrm>
              <a:off x="8813199" y="20379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2" name="pt43432"/>
            <p:cNvSpPr/>
            <p:nvPr/>
          </p:nvSpPr>
          <p:spPr>
            <a:xfrm>
              <a:off x="8669239" y="23298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3" name="pt43433"/>
            <p:cNvSpPr/>
            <p:nvPr/>
          </p:nvSpPr>
          <p:spPr>
            <a:xfrm>
              <a:off x="8707558" y="22504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4" name="pt43434"/>
            <p:cNvSpPr/>
            <p:nvPr/>
          </p:nvSpPr>
          <p:spPr>
            <a:xfrm>
              <a:off x="9525110" y="1813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5" name="pt43435"/>
            <p:cNvSpPr/>
            <p:nvPr/>
          </p:nvSpPr>
          <p:spPr>
            <a:xfrm>
              <a:off x="8550210" y="2443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6" name="pt43436"/>
            <p:cNvSpPr/>
            <p:nvPr/>
          </p:nvSpPr>
          <p:spPr>
            <a:xfrm>
              <a:off x="8669239" y="22494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7" name="pt43437"/>
            <p:cNvSpPr/>
            <p:nvPr/>
          </p:nvSpPr>
          <p:spPr>
            <a:xfrm>
              <a:off x="9828342" y="2409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8" name="pt43438"/>
            <p:cNvSpPr/>
            <p:nvPr/>
          </p:nvSpPr>
          <p:spPr>
            <a:xfrm>
              <a:off x="8633583" y="19700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9" name="pt43439"/>
            <p:cNvSpPr/>
            <p:nvPr/>
          </p:nvSpPr>
          <p:spPr>
            <a:xfrm>
              <a:off x="9509103" y="2012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0" name="pt43440"/>
            <p:cNvSpPr/>
            <p:nvPr/>
          </p:nvSpPr>
          <p:spPr>
            <a:xfrm>
              <a:off x="8658156" y="23582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1" name="pt43441"/>
            <p:cNvSpPr/>
            <p:nvPr/>
          </p:nvSpPr>
          <p:spPr>
            <a:xfrm>
              <a:off x="8817779" y="20178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2" name="pt43442"/>
            <p:cNvSpPr/>
            <p:nvPr/>
          </p:nvSpPr>
          <p:spPr>
            <a:xfrm>
              <a:off x="9004922" y="16220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3" name="pt43443"/>
            <p:cNvSpPr/>
            <p:nvPr/>
          </p:nvSpPr>
          <p:spPr>
            <a:xfrm>
              <a:off x="9087709" y="19871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4" name="pt43444"/>
            <p:cNvSpPr/>
            <p:nvPr/>
          </p:nvSpPr>
          <p:spPr>
            <a:xfrm>
              <a:off x="8861436" y="19869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5" name="pt43445"/>
            <p:cNvSpPr/>
            <p:nvPr/>
          </p:nvSpPr>
          <p:spPr>
            <a:xfrm>
              <a:off x="9037995" y="20457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6" name="pt43446"/>
            <p:cNvSpPr/>
            <p:nvPr/>
          </p:nvSpPr>
          <p:spPr>
            <a:xfrm>
              <a:off x="8527280" y="26586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7" name="pt43447"/>
            <p:cNvSpPr/>
            <p:nvPr/>
          </p:nvSpPr>
          <p:spPr>
            <a:xfrm>
              <a:off x="9036737" y="18123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8" name="pt43448"/>
            <p:cNvSpPr/>
            <p:nvPr/>
          </p:nvSpPr>
          <p:spPr>
            <a:xfrm>
              <a:off x="8707558" y="23097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9" name="pt43449"/>
            <p:cNvSpPr/>
            <p:nvPr/>
          </p:nvSpPr>
          <p:spPr>
            <a:xfrm>
              <a:off x="9174300" y="21724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0" name="pt43450"/>
            <p:cNvSpPr/>
            <p:nvPr/>
          </p:nvSpPr>
          <p:spPr>
            <a:xfrm>
              <a:off x="9104672" y="21102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1" name="pt43451"/>
            <p:cNvSpPr/>
            <p:nvPr/>
          </p:nvSpPr>
          <p:spPr>
            <a:xfrm>
              <a:off x="9064645" y="20436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2" name="pt43452"/>
            <p:cNvSpPr/>
            <p:nvPr/>
          </p:nvSpPr>
          <p:spPr>
            <a:xfrm>
              <a:off x="8312152" y="24560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3" name="pt43453"/>
            <p:cNvSpPr/>
            <p:nvPr/>
          </p:nvSpPr>
          <p:spPr>
            <a:xfrm>
              <a:off x="9084871" y="20024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4" name="pt43454"/>
            <p:cNvSpPr/>
            <p:nvPr/>
          </p:nvSpPr>
          <p:spPr>
            <a:xfrm>
              <a:off x="9087709" y="19572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5" name="pt43455"/>
            <p:cNvSpPr/>
            <p:nvPr/>
          </p:nvSpPr>
          <p:spPr>
            <a:xfrm>
              <a:off x="8312152" y="24450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6" name="pt43456"/>
            <p:cNvSpPr/>
            <p:nvPr/>
          </p:nvSpPr>
          <p:spPr>
            <a:xfrm>
              <a:off x="8619838" y="2219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7" name="pt43457"/>
            <p:cNvSpPr/>
            <p:nvPr/>
          </p:nvSpPr>
          <p:spPr>
            <a:xfrm>
              <a:off x="8679650" y="23649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8" name="pt43458"/>
            <p:cNvSpPr/>
            <p:nvPr/>
          </p:nvSpPr>
          <p:spPr>
            <a:xfrm>
              <a:off x="8707558" y="22638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9" name="pt43459"/>
            <p:cNvSpPr/>
            <p:nvPr/>
          </p:nvSpPr>
          <p:spPr>
            <a:xfrm>
              <a:off x="8707558" y="2225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0" name="pt43460"/>
            <p:cNvSpPr/>
            <p:nvPr/>
          </p:nvSpPr>
          <p:spPr>
            <a:xfrm>
              <a:off x="8312152" y="24549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1" name="pt43461"/>
            <p:cNvSpPr/>
            <p:nvPr/>
          </p:nvSpPr>
          <p:spPr>
            <a:xfrm>
              <a:off x="8723925" y="23369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2" name="pt43462"/>
            <p:cNvSpPr/>
            <p:nvPr/>
          </p:nvSpPr>
          <p:spPr>
            <a:xfrm>
              <a:off x="8604896" y="24377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3" name="pt43463"/>
            <p:cNvSpPr/>
            <p:nvPr/>
          </p:nvSpPr>
          <p:spPr>
            <a:xfrm>
              <a:off x="9102103" y="22916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4" name="pt43464"/>
            <p:cNvSpPr/>
            <p:nvPr/>
          </p:nvSpPr>
          <p:spPr>
            <a:xfrm>
              <a:off x="9037995" y="17534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5" name="pt43465"/>
            <p:cNvSpPr/>
            <p:nvPr/>
          </p:nvSpPr>
          <p:spPr>
            <a:xfrm>
              <a:off x="9525110" y="19217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6" name="pt43466"/>
            <p:cNvSpPr/>
            <p:nvPr/>
          </p:nvSpPr>
          <p:spPr>
            <a:xfrm>
              <a:off x="9320769" y="21721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7" name="pt43467"/>
            <p:cNvSpPr/>
            <p:nvPr/>
          </p:nvSpPr>
          <p:spPr>
            <a:xfrm>
              <a:off x="8679650" y="24797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8" name="pt43468"/>
            <p:cNvSpPr/>
            <p:nvPr/>
          </p:nvSpPr>
          <p:spPr>
            <a:xfrm>
              <a:off x="8939053" y="19487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9" name="pt43469"/>
            <p:cNvSpPr/>
            <p:nvPr/>
          </p:nvSpPr>
          <p:spPr>
            <a:xfrm>
              <a:off x="8312152" y="24482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0" name="pt43470"/>
            <p:cNvSpPr/>
            <p:nvPr/>
          </p:nvSpPr>
          <p:spPr>
            <a:xfrm>
              <a:off x="8731558" y="23805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1" name="pt43471"/>
            <p:cNvSpPr/>
            <p:nvPr/>
          </p:nvSpPr>
          <p:spPr>
            <a:xfrm>
              <a:off x="8469500" y="23933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2" name="pt43472"/>
            <p:cNvSpPr/>
            <p:nvPr/>
          </p:nvSpPr>
          <p:spPr>
            <a:xfrm>
              <a:off x="9034193" y="17962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3" name="pt43473"/>
            <p:cNvSpPr/>
            <p:nvPr/>
          </p:nvSpPr>
          <p:spPr>
            <a:xfrm>
              <a:off x="9010896" y="16542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4" name="pt43474"/>
            <p:cNvSpPr/>
            <p:nvPr/>
          </p:nvSpPr>
          <p:spPr>
            <a:xfrm>
              <a:off x="8550210" y="25282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5" name="pt43475"/>
            <p:cNvSpPr/>
            <p:nvPr/>
          </p:nvSpPr>
          <p:spPr>
            <a:xfrm>
              <a:off x="9135698" y="20747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6" name="pt43476"/>
            <p:cNvSpPr/>
            <p:nvPr/>
          </p:nvSpPr>
          <p:spPr>
            <a:xfrm>
              <a:off x="9077064" y="19604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7" name="pt43477"/>
            <p:cNvSpPr/>
            <p:nvPr/>
          </p:nvSpPr>
          <p:spPr>
            <a:xfrm>
              <a:off x="9088645" y="18871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8" name="pt43478"/>
            <p:cNvSpPr/>
            <p:nvPr/>
          </p:nvSpPr>
          <p:spPr>
            <a:xfrm>
              <a:off x="8646309" y="24617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9" name="pt43479"/>
            <p:cNvSpPr/>
            <p:nvPr/>
          </p:nvSpPr>
          <p:spPr>
            <a:xfrm>
              <a:off x="9100368" y="20787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0" name="pt43480"/>
            <p:cNvSpPr/>
            <p:nvPr/>
          </p:nvSpPr>
          <p:spPr>
            <a:xfrm>
              <a:off x="8956027" y="21014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1" name="pt43481"/>
            <p:cNvSpPr/>
            <p:nvPr/>
          </p:nvSpPr>
          <p:spPr>
            <a:xfrm>
              <a:off x="8890393" y="21452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2" name="pt43482"/>
            <p:cNvSpPr/>
            <p:nvPr/>
          </p:nvSpPr>
          <p:spPr>
            <a:xfrm>
              <a:off x="8312152" y="24820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3" name="pt43483"/>
            <p:cNvSpPr/>
            <p:nvPr/>
          </p:nvSpPr>
          <p:spPr>
            <a:xfrm>
              <a:off x="9037995" y="18277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4" name="pt43484"/>
            <p:cNvSpPr/>
            <p:nvPr/>
          </p:nvSpPr>
          <p:spPr>
            <a:xfrm>
              <a:off x="9178775" y="18288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5" name="pt43485"/>
            <p:cNvSpPr/>
            <p:nvPr/>
          </p:nvSpPr>
          <p:spPr>
            <a:xfrm>
              <a:off x="8550210" y="26089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6" name="pt43486"/>
            <p:cNvSpPr/>
            <p:nvPr/>
          </p:nvSpPr>
          <p:spPr>
            <a:xfrm>
              <a:off x="8469500" y="24679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7" name="pt43487"/>
            <p:cNvSpPr/>
            <p:nvPr/>
          </p:nvSpPr>
          <p:spPr>
            <a:xfrm>
              <a:off x="8834965" y="20268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8" name="pt43488"/>
            <p:cNvSpPr/>
            <p:nvPr/>
          </p:nvSpPr>
          <p:spPr>
            <a:xfrm>
              <a:off x="9780637" y="24418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9" name="pt43489"/>
            <p:cNvSpPr/>
            <p:nvPr/>
          </p:nvSpPr>
          <p:spPr>
            <a:xfrm>
              <a:off x="8817779" y="22027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0" name="pt43490"/>
            <p:cNvSpPr/>
            <p:nvPr/>
          </p:nvSpPr>
          <p:spPr>
            <a:xfrm>
              <a:off x="9359136" y="19909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1" name="pt43491"/>
            <p:cNvSpPr/>
            <p:nvPr/>
          </p:nvSpPr>
          <p:spPr>
            <a:xfrm>
              <a:off x="9652073" y="22506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2" name="pt43492"/>
            <p:cNvSpPr/>
            <p:nvPr/>
          </p:nvSpPr>
          <p:spPr>
            <a:xfrm>
              <a:off x="9007935" y="18437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3" name="pt43493"/>
            <p:cNvSpPr/>
            <p:nvPr/>
          </p:nvSpPr>
          <p:spPr>
            <a:xfrm>
              <a:off x="8943456" y="19297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4" name="pt43494"/>
            <p:cNvSpPr/>
            <p:nvPr/>
          </p:nvSpPr>
          <p:spPr>
            <a:xfrm>
              <a:off x="8765338" y="20232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5" name="pt43495"/>
            <p:cNvSpPr/>
            <p:nvPr/>
          </p:nvSpPr>
          <p:spPr>
            <a:xfrm>
              <a:off x="9187914" y="24623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6" name="pt43496"/>
            <p:cNvSpPr/>
            <p:nvPr/>
          </p:nvSpPr>
          <p:spPr>
            <a:xfrm>
              <a:off x="8934533" y="19298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7" name="pt43497"/>
            <p:cNvSpPr/>
            <p:nvPr/>
          </p:nvSpPr>
          <p:spPr>
            <a:xfrm>
              <a:off x="8723925" y="2208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8" name="pt43498"/>
            <p:cNvSpPr/>
            <p:nvPr/>
          </p:nvSpPr>
          <p:spPr>
            <a:xfrm>
              <a:off x="9414750" y="2006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9" name="pt43499"/>
            <p:cNvSpPr/>
            <p:nvPr/>
          </p:nvSpPr>
          <p:spPr>
            <a:xfrm>
              <a:off x="8469500" y="24129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0" name="pt43500"/>
            <p:cNvSpPr/>
            <p:nvPr/>
          </p:nvSpPr>
          <p:spPr>
            <a:xfrm>
              <a:off x="8890393" y="19385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1" name="pt43501"/>
            <p:cNvSpPr/>
            <p:nvPr/>
          </p:nvSpPr>
          <p:spPr>
            <a:xfrm>
              <a:off x="9058082" y="20534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2" name="pt43502"/>
            <p:cNvSpPr/>
            <p:nvPr/>
          </p:nvSpPr>
          <p:spPr>
            <a:xfrm>
              <a:off x="8312152" y="23352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3" name="pt43503"/>
            <p:cNvSpPr/>
            <p:nvPr/>
          </p:nvSpPr>
          <p:spPr>
            <a:xfrm>
              <a:off x="9104672" y="23280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4" name="pt43504"/>
            <p:cNvSpPr/>
            <p:nvPr/>
          </p:nvSpPr>
          <p:spPr>
            <a:xfrm>
              <a:off x="8782816" y="22100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5" name="pt43505"/>
            <p:cNvSpPr/>
            <p:nvPr/>
          </p:nvSpPr>
          <p:spPr>
            <a:xfrm>
              <a:off x="9058082" y="1972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6" name="pt43506"/>
            <p:cNvSpPr/>
            <p:nvPr/>
          </p:nvSpPr>
          <p:spPr>
            <a:xfrm>
              <a:off x="9178775" y="20136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7" name="pt43507"/>
            <p:cNvSpPr/>
            <p:nvPr/>
          </p:nvSpPr>
          <p:spPr>
            <a:xfrm>
              <a:off x="8646309" y="25254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8" name="pt43508"/>
            <p:cNvSpPr/>
            <p:nvPr/>
          </p:nvSpPr>
          <p:spPr>
            <a:xfrm>
              <a:off x="8808494" y="20457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9" name="pt43509"/>
            <p:cNvSpPr/>
            <p:nvPr/>
          </p:nvSpPr>
          <p:spPr>
            <a:xfrm>
              <a:off x="9325298" y="22166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0" name="pt43510"/>
            <p:cNvSpPr/>
            <p:nvPr/>
          </p:nvSpPr>
          <p:spPr>
            <a:xfrm>
              <a:off x="8738867" y="1981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1" name="pt43511"/>
            <p:cNvSpPr/>
            <p:nvPr/>
          </p:nvSpPr>
          <p:spPr>
            <a:xfrm>
              <a:off x="8588529" y="21877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2" name="pt43512"/>
            <p:cNvSpPr/>
            <p:nvPr/>
          </p:nvSpPr>
          <p:spPr>
            <a:xfrm>
              <a:off x="8793552" y="20388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3" name="pt43513"/>
            <p:cNvSpPr/>
            <p:nvPr/>
          </p:nvSpPr>
          <p:spPr>
            <a:xfrm>
              <a:off x="9304571" y="21425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4" name="pt43514"/>
            <p:cNvSpPr/>
            <p:nvPr/>
          </p:nvSpPr>
          <p:spPr>
            <a:xfrm>
              <a:off x="8469500" y="23106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5" name="pt43515"/>
            <p:cNvSpPr/>
            <p:nvPr/>
          </p:nvSpPr>
          <p:spPr>
            <a:xfrm>
              <a:off x="8669239" y="23623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6" name="pt43516"/>
            <p:cNvSpPr/>
            <p:nvPr/>
          </p:nvSpPr>
          <p:spPr>
            <a:xfrm>
              <a:off x="9485353" y="25090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7" name="pt43517"/>
            <p:cNvSpPr/>
            <p:nvPr/>
          </p:nvSpPr>
          <p:spPr>
            <a:xfrm>
              <a:off x="8312152" y="24306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8" name="pt43518"/>
            <p:cNvSpPr/>
            <p:nvPr/>
          </p:nvSpPr>
          <p:spPr>
            <a:xfrm>
              <a:off x="8381780" y="21575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9" name="pt43519"/>
            <p:cNvSpPr/>
            <p:nvPr/>
          </p:nvSpPr>
          <p:spPr>
            <a:xfrm>
              <a:off x="9047741" y="22017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0" name="pt43520"/>
            <p:cNvSpPr/>
            <p:nvPr/>
          </p:nvSpPr>
          <p:spPr>
            <a:xfrm>
              <a:off x="8980466" y="21390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1" name="pt43521"/>
            <p:cNvSpPr/>
            <p:nvPr/>
          </p:nvSpPr>
          <p:spPr>
            <a:xfrm>
              <a:off x="9044150" y="17568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2" name="pt43522"/>
            <p:cNvSpPr/>
            <p:nvPr/>
          </p:nvSpPr>
          <p:spPr>
            <a:xfrm>
              <a:off x="8570436" y="2551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3" name="pt43523"/>
            <p:cNvSpPr/>
            <p:nvPr/>
          </p:nvSpPr>
          <p:spPr>
            <a:xfrm>
              <a:off x="8887406" y="19877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4" name="pt43524"/>
            <p:cNvSpPr/>
            <p:nvPr/>
          </p:nvSpPr>
          <p:spPr>
            <a:xfrm>
              <a:off x="9185276" y="22593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5" name="pt43525"/>
            <p:cNvSpPr/>
            <p:nvPr/>
          </p:nvSpPr>
          <p:spPr>
            <a:xfrm>
              <a:off x="9124709" y="21680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6" name="pt43526"/>
            <p:cNvSpPr/>
            <p:nvPr/>
          </p:nvSpPr>
          <p:spPr>
            <a:xfrm>
              <a:off x="8658156" y="22090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7" name="pt43527"/>
            <p:cNvSpPr/>
            <p:nvPr/>
          </p:nvSpPr>
          <p:spPr>
            <a:xfrm>
              <a:off x="9359136" y="21330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8" name="pt43528"/>
            <p:cNvSpPr/>
            <p:nvPr/>
          </p:nvSpPr>
          <p:spPr>
            <a:xfrm>
              <a:off x="9294459" y="19187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9" name="pt43529"/>
            <p:cNvSpPr/>
            <p:nvPr/>
          </p:nvSpPr>
          <p:spPr>
            <a:xfrm>
              <a:off x="8765338" y="21655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0" name="pt43530"/>
            <p:cNvSpPr/>
            <p:nvPr/>
          </p:nvSpPr>
          <p:spPr>
            <a:xfrm>
              <a:off x="8469500" y="2313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1" name="pt43531"/>
            <p:cNvSpPr/>
            <p:nvPr/>
          </p:nvSpPr>
          <p:spPr>
            <a:xfrm>
              <a:off x="8723925" y="23309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2" name="pt43532"/>
            <p:cNvSpPr/>
            <p:nvPr/>
          </p:nvSpPr>
          <p:spPr>
            <a:xfrm>
              <a:off x="9052414" y="20257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3" name="pt43533"/>
            <p:cNvSpPr/>
            <p:nvPr/>
          </p:nvSpPr>
          <p:spPr>
            <a:xfrm>
              <a:off x="8469500" y="24706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4" name="pt43534"/>
            <p:cNvSpPr/>
            <p:nvPr/>
          </p:nvSpPr>
          <p:spPr>
            <a:xfrm>
              <a:off x="8927523" y="18522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5" name="pt43535"/>
            <p:cNvSpPr/>
            <p:nvPr/>
          </p:nvSpPr>
          <p:spPr>
            <a:xfrm>
              <a:off x="9039244" y="17221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6" name="pt43536"/>
            <p:cNvSpPr/>
            <p:nvPr/>
          </p:nvSpPr>
          <p:spPr>
            <a:xfrm>
              <a:off x="9507319" y="23432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7" name="pt43537"/>
            <p:cNvSpPr/>
            <p:nvPr/>
          </p:nvSpPr>
          <p:spPr>
            <a:xfrm>
              <a:off x="8570436" y="24503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8" name="pt43538"/>
            <p:cNvSpPr/>
            <p:nvPr/>
          </p:nvSpPr>
          <p:spPr>
            <a:xfrm>
              <a:off x="8550210" y="25450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9" name="pt43539"/>
            <p:cNvSpPr/>
            <p:nvPr/>
          </p:nvSpPr>
          <p:spPr>
            <a:xfrm>
              <a:off x="8868306" y="22778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0" name="pt43540"/>
            <p:cNvSpPr/>
            <p:nvPr/>
          </p:nvSpPr>
          <p:spPr>
            <a:xfrm>
              <a:off x="8658156" y="23725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1" name="pt43541"/>
            <p:cNvSpPr/>
            <p:nvPr/>
          </p:nvSpPr>
          <p:spPr>
            <a:xfrm>
              <a:off x="8633583" y="2163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2" name="pt43542"/>
            <p:cNvSpPr/>
            <p:nvPr/>
          </p:nvSpPr>
          <p:spPr>
            <a:xfrm>
              <a:off x="9636399" y="20254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3" name="pt43543"/>
            <p:cNvSpPr/>
            <p:nvPr/>
          </p:nvSpPr>
          <p:spPr>
            <a:xfrm>
              <a:off x="8381780" y="24747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4" name="pt43544"/>
            <p:cNvSpPr/>
            <p:nvPr/>
          </p:nvSpPr>
          <p:spPr>
            <a:xfrm>
              <a:off x="8658156" y="23465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5" name="pt43545"/>
            <p:cNvSpPr/>
            <p:nvPr/>
          </p:nvSpPr>
          <p:spPr>
            <a:xfrm>
              <a:off x="8381780" y="24394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6" name="pt43546"/>
            <p:cNvSpPr/>
            <p:nvPr/>
          </p:nvSpPr>
          <p:spPr>
            <a:xfrm>
              <a:off x="8604896" y="22491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7" name="pt43547"/>
            <p:cNvSpPr/>
            <p:nvPr/>
          </p:nvSpPr>
          <p:spPr>
            <a:xfrm>
              <a:off x="8731558" y="24332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8" name="pt43548"/>
            <p:cNvSpPr/>
            <p:nvPr/>
          </p:nvSpPr>
          <p:spPr>
            <a:xfrm>
              <a:off x="8679650" y="22681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9" name="pt43549"/>
            <p:cNvSpPr/>
            <p:nvPr/>
          </p:nvSpPr>
          <p:spPr>
            <a:xfrm>
              <a:off x="8887406" y="19800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0" name="pt43550"/>
            <p:cNvSpPr/>
            <p:nvPr/>
          </p:nvSpPr>
          <p:spPr>
            <a:xfrm>
              <a:off x="9286390" y="19956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1" name="pt43551"/>
            <p:cNvSpPr/>
            <p:nvPr/>
          </p:nvSpPr>
          <p:spPr>
            <a:xfrm>
              <a:off x="9277923" y="1936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2" name="pt43552"/>
            <p:cNvSpPr/>
            <p:nvPr/>
          </p:nvSpPr>
          <p:spPr>
            <a:xfrm>
              <a:off x="9139903" y="21670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3" name="pt43553"/>
            <p:cNvSpPr/>
            <p:nvPr/>
          </p:nvSpPr>
          <p:spPr>
            <a:xfrm>
              <a:off x="8846813" y="19589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4" name="pt43554"/>
            <p:cNvSpPr/>
            <p:nvPr/>
          </p:nvSpPr>
          <p:spPr>
            <a:xfrm>
              <a:off x="9289315" y="18980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5" name="pt43555"/>
            <p:cNvSpPr/>
            <p:nvPr/>
          </p:nvSpPr>
          <p:spPr>
            <a:xfrm>
              <a:off x="9274162" y="19102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6" name="pt43556"/>
            <p:cNvSpPr/>
            <p:nvPr/>
          </p:nvSpPr>
          <p:spPr>
            <a:xfrm>
              <a:off x="8312152" y="24783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7" name="pt43557"/>
            <p:cNvSpPr/>
            <p:nvPr/>
          </p:nvSpPr>
          <p:spPr>
            <a:xfrm>
              <a:off x="9197584" y="18200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8" name="pt43558"/>
            <p:cNvSpPr/>
            <p:nvPr/>
          </p:nvSpPr>
          <p:spPr>
            <a:xfrm>
              <a:off x="9495513" y="23090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9" name="pt43559"/>
            <p:cNvSpPr/>
            <p:nvPr/>
          </p:nvSpPr>
          <p:spPr>
            <a:xfrm>
              <a:off x="8826587" y="22175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0" name="pt43560"/>
            <p:cNvSpPr/>
            <p:nvPr/>
          </p:nvSpPr>
          <p:spPr>
            <a:xfrm>
              <a:off x="8469500" y="22032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1" name="pt43561"/>
            <p:cNvSpPr/>
            <p:nvPr/>
          </p:nvSpPr>
          <p:spPr>
            <a:xfrm>
              <a:off x="8500809" y="26705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2" name="pt43562"/>
            <p:cNvSpPr/>
            <p:nvPr/>
          </p:nvSpPr>
          <p:spPr>
            <a:xfrm>
              <a:off x="8939053" y="19624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3" name="pt43563"/>
            <p:cNvSpPr/>
            <p:nvPr/>
          </p:nvSpPr>
          <p:spPr>
            <a:xfrm>
              <a:off x="8864906" y="18623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4" name="pt43564"/>
            <p:cNvSpPr/>
            <p:nvPr/>
          </p:nvSpPr>
          <p:spPr>
            <a:xfrm>
              <a:off x="9197089" y="17425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5" name="pt43565"/>
            <p:cNvSpPr/>
            <p:nvPr/>
          </p:nvSpPr>
          <p:spPr>
            <a:xfrm>
              <a:off x="8469500" y="23950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6" name="pt43566"/>
            <p:cNvSpPr/>
            <p:nvPr/>
          </p:nvSpPr>
          <p:spPr>
            <a:xfrm>
              <a:off x="9207674" y="17399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7" name="pt43567"/>
            <p:cNvSpPr/>
            <p:nvPr/>
          </p:nvSpPr>
          <p:spPr>
            <a:xfrm>
              <a:off x="8431181" y="24311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8" name="pt43568"/>
            <p:cNvSpPr/>
            <p:nvPr/>
          </p:nvSpPr>
          <p:spPr>
            <a:xfrm>
              <a:off x="9221993" y="20587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9" name="pt43569"/>
            <p:cNvSpPr/>
            <p:nvPr/>
          </p:nvSpPr>
          <p:spPr>
            <a:xfrm>
              <a:off x="8830827" y="18819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0" name="pt43570"/>
            <p:cNvSpPr/>
            <p:nvPr/>
          </p:nvSpPr>
          <p:spPr>
            <a:xfrm>
              <a:off x="9195593" y="22220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1" name="pt43571"/>
            <p:cNvSpPr/>
            <p:nvPr/>
          </p:nvSpPr>
          <p:spPr>
            <a:xfrm>
              <a:off x="8941268" y="18541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2" name="pt43572"/>
            <p:cNvSpPr/>
            <p:nvPr/>
          </p:nvSpPr>
          <p:spPr>
            <a:xfrm>
              <a:off x="9548435" y="22564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3" name="pt43573"/>
            <p:cNvSpPr/>
            <p:nvPr/>
          </p:nvSpPr>
          <p:spPr>
            <a:xfrm>
              <a:off x="8817779" y="20681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4" name="pt43574"/>
            <p:cNvSpPr/>
            <p:nvPr/>
          </p:nvSpPr>
          <p:spPr>
            <a:xfrm>
              <a:off x="8941268" y="19558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5" name="pt43575"/>
            <p:cNvSpPr/>
            <p:nvPr/>
          </p:nvSpPr>
          <p:spPr>
            <a:xfrm>
              <a:off x="8978704" y="20333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6" name="pt43576"/>
            <p:cNvSpPr/>
            <p:nvPr/>
          </p:nvSpPr>
          <p:spPr>
            <a:xfrm>
              <a:off x="9232403" y="19861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7" name="pt43577"/>
            <p:cNvSpPr/>
            <p:nvPr/>
          </p:nvSpPr>
          <p:spPr>
            <a:xfrm>
              <a:off x="9457237" y="2189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8" name="pt43578"/>
            <p:cNvSpPr/>
            <p:nvPr/>
          </p:nvSpPr>
          <p:spPr>
            <a:xfrm>
              <a:off x="9576430" y="19735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9" name="pt43579"/>
            <p:cNvSpPr/>
            <p:nvPr/>
          </p:nvSpPr>
          <p:spPr>
            <a:xfrm>
              <a:off x="8689465" y="24743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0" name="pt43580"/>
            <p:cNvSpPr/>
            <p:nvPr/>
          </p:nvSpPr>
          <p:spPr>
            <a:xfrm>
              <a:off x="8846813" y="19510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1" name="pt43581"/>
            <p:cNvSpPr/>
            <p:nvPr/>
          </p:nvSpPr>
          <p:spPr>
            <a:xfrm>
              <a:off x="9352440" y="20922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2" name="pt43582"/>
            <p:cNvSpPr/>
            <p:nvPr/>
          </p:nvSpPr>
          <p:spPr>
            <a:xfrm>
              <a:off x="8731558" y="21455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3" name="pt43583"/>
            <p:cNvSpPr/>
            <p:nvPr/>
          </p:nvSpPr>
          <p:spPr>
            <a:xfrm>
              <a:off x="8992313" y="1722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4" name="pt43584"/>
            <p:cNvSpPr/>
            <p:nvPr/>
          </p:nvSpPr>
          <p:spPr>
            <a:xfrm>
              <a:off x="9088645" y="19396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5" name="pt43585"/>
            <p:cNvSpPr/>
            <p:nvPr/>
          </p:nvSpPr>
          <p:spPr>
            <a:xfrm>
              <a:off x="8738867" y="18308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6" name="pt43586"/>
            <p:cNvSpPr/>
            <p:nvPr/>
          </p:nvSpPr>
          <p:spPr>
            <a:xfrm>
              <a:off x="9226651" y="20384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7" name="pt43587"/>
            <p:cNvSpPr/>
            <p:nvPr/>
          </p:nvSpPr>
          <p:spPr>
            <a:xfrm>
              <a:off x="9187914" y="22835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8" name="pt43588"/>
            <p:cNvSpPr/>
            <p:nvPr/>
          </p:nvSpPr>
          <p:spPr>
            <a:xfrm>
              <a:off x="8874912" y="21477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9" name="pt43589"/>
            <p:cNvSpPr/>
            <p:nvPr/>
          </p:nvSpPr>
          <p:spPr>
            <a:xfrm>
              <a:off x="9196592" y="23042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0" name="pt43590"/>
            <p:cNvSpPr/>
            <p:nvPr/>
          </p:nvSpPr>
          <p:spPr>
            <a:xfrm>
              <a:off x="9352440" y="21834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1" name="pt43591"/>
            <p:cNvSpPr/>
            <p:nvPr/>
          </p:nvSpPr>
          <p:spPr>
            <a:xfrm>
              <a:off x="8822239" y="21493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2" name="pt43592"/>
            <p:cNvSpPr/>
            <p:nvPr/>
          </p:nvSpPr>
          <p:spPr>
            <a:xfrm>
              <a:off x="8679650" y="23648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3" name="pt43593"/>
            <p:cNvSpPr/>
            <p:nvPr/>
          </p:nvSpPr>
          <p:spPr>
            <a:xfrm>
              <a:off x="9408344" y="18344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4" name="pt43594"/>
            <p:cNvSpPr/>
            <p:nvPr/>
          </p:nvSpPr>
          <p:spPr>
            <a:xfrm>
              <a:off x="8604896" y="2260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5" name="pt43595"/>
            <p:cNvSpPr/>
            <p:nvPr/>
          </p:nvSpPr>
          <p:spPr>
            <a:xfrm>
              <a:off x="8570436" y="22529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6" name="pt43596"/>
            <p:cNvSpPr/>
            <p:nvPr/>
          </p:nvSpPr>
          <p:spPr>
            <a:xfrm>
              <a:off x="8961983" y="22637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7" name="pt43597"/>
            <p:cNvSpPr/>
            <p:nvPr/>
          </p:nvSpPr>
          <p:spPr>
            <a:xfrm>
              <a:off x="8798679" y="21485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8" name="pt43598"/>
            <p:cNvSpPr/>
            <p:nvPr/>
          </p:nvSpPr>
          <p:spPr>
            <a:xfrm>
              <a:off x="9780637" y="2540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9" name="pt43599"/>
            <p:cNvSpPr/>
            <p:nvPr/>
          </p:nvSpPr>
          <p:spPr>
            <a:xfrm>
              <a:off x="8604896" y="22872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0" name="pt43600"/>
            <p:cNvSpPr/>
            <p:nvPr/>
          </p:nvSpPr>
          <p:spPr>
            <a:xfrm>
              <a:off x="8907297" y="19354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1" name="pt43601"/>
            <p:cNvSpPr/>
            <p:nvPr/>
          </p:nvSpPr>
          <p:spPr>
            <a:xfrm>
              <a:off x="9184210" y="22165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2" name="pt43602"/>
            <p:cNvSpPr/>
            <p:nvPr/>
          </p:nvSpPr>
          <p:spPr>
            <a:xfrm>
              <a:off x="8679650" y="24228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3" name="pt43603"/>
            <p:cNvSpPr/>
            <p:nvPr/>
          </p:nvSpPr>
          <p:spPr>
            <a:xfrm>
              <a:off x="9039244" y="18307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4" name="pt43604"/>
            <p:cNvSpPr/>
            <p:nvPr/>
          </p:nvSpPr>
          <p:spPr>
            <a:xfrm>
              <a:off x="9018082" y="1268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5" name="pt43605"/>
            <p:cNvSpPr/>
            <p:nvPr/>
          </p:nvSpPr>
          <p:spPr>
            <a:xfrm>
              <a:off x="9096846" y="16113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6" name="pt43606"/>
            <p:cNvSpPr/>
            <p:nvPr/>
          </p:nvSpPr>
          <p:spPr>
            <a:xfrm>
              <a:off x="9413347" y="20539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7" name="pt43607"/>
            <p:cNvSpPr/>
            <p:nvPr/>
          </p:nvSpPr>
          <p:spPr>
            <a:xfrm>
              <a:off x="8588529" y="2173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8" name="pt43608"/>
            <p:cNvSpPr/>
            <p:nvPr/>
          </p:nvSpPr>
          <p:spPr>
            <a:xfrm>
              <a:off x="9118548" y="20420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9" name="pt43609"/>
            <p:cNvSpPr/>
            <p:nvPr/>
          </p:nvSpPr>
          <p:spPr>
            <a:xfrm>
              <a:off x="9098616" y="20673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0" name="pt43610"/>
            <p:cNvSpPr/>
            <p:nvPr/>
          </p:nvSpPr>
          <p:spPr>
            <a:xfrm>
              <a:off x="8864906" y="17934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1" name="pt43611"/>
            <p:cNvSpPr/>
            <p:nvPr/>
          </p:nvSpPr>
          <p:spPr>
            <a:xfrm>
              <a:off x="9104672" y="21014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2" name="pt43612"/>
            <p:cNvSpPr/>
            <p:nvPr/>
          </p:nvSpPr>
          <p:spPr>
            <a:xfrm>
              <a:off x="9461227" y="24385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3" name="pt43613"/>
            <p:cNvSpPr/>
            <p:nvPr/>
          </p:nvSpPr>
          <p:spPr>
            <a:xfrm>
              <a:off x="9077064" y="19678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4" name="pt43614"/>
            <p:cNvSpPr/>
            <p:nvPr/>
          </p:nvSpPr>
          <p:spPr>
            <a:xfrm>
              <a:off x="9305101" y="21649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5" name="pt43615"/>
            <p:cNvSpPr/>
            <p:nvPr/>
          </p:nvSpPr>
          <p:spPr>
            <a:xfrm>
              <a:off x="8945616" y="21213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6" name="pt43616"/>
            <p:cNvSpPr/>
            <p:nvPr/>
          </p:nvSpPr>
          <p:spPr>
            <a:xfrm>
              <a:off x="9010896" y="15823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7" name="pt43617"/>
            <p:cNvSpPr/>
            <p:nvPr/>
          </p:nvSpPr>
          <p:spPr>
            <a:xfrm>
              <a:off x="9102103" y="20155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8" name="pt43618"/>
            <p:cNvSpPr/>
            <p:nvPr/>
          </p:nvSpPr>
          <p:spPr>
            <a:xfrm>
              <a:off x="8312152" y="19851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9" name="pt43619"/>
            <p:cNvSpPr/>
            <p:nvPr/>
          </p:nvSpPr>
          <p:spPr>
            <a:xfrm>
              <a:off x="9304571" y="20513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0" name="pt43620"/>
            <p:cNvSpPr/>
            <p:nvPr/>
          </p:nvSpPr>
          <p:spPr>
            <a:xfrm>
              <a:off x="8971473" y="22544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1" name="pt43621"/>
            <p:cNvSpPr/>
            <p:nvPr/>
          </p:nvSpPr>
          <p:spPr>
            <a:xfrm>
              <a:off x="9495513" y="22992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2" name="pt43622"/>
            <p:cNvSpPr/>
            <p:nvPr/>
          </p:nvSpPr>
          <p:spPr>
            <a:xfrm>
              <a:off x="8899053" y="22345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3" name="pt43623"/>
            <p:cNvSpPr/>
            <p:nvPr/>
          </p:nvSpPr>
          <p:spPr>
            <a:xfrm>
              <a:off x="9087709" y="19917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4" name="pt43624"/>
            <p:cNvSpPr/>
            <p:nvPr/>
          </p:nvSpPr>
          <p:spPr>
            <a:xfrm>
              <a:off x="9480563" y="24010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5" name="pt43625"/>
            <p:cNvSpPr/>
            <p:nvPr/>
          </p:nvSpPr>
          <p:spPr>
            <a:xfrm>
              <a:off x="8817779" y="22186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6" name="pt43626"/>
            <p:cNvSpPr/>
            <p:nvPr/>
          </p:nvSpPr>
          <p:spPr>
            <a:xfrm>
              <a:off x="8707558" y="23226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7" name="pt43627"/>
            <p:cNvSpPr/>
            <p:nvPr/>
          </p:nvSpPr>
          <p:spPr>
            <a:xfrm>
              <a:off x="9576430" y="20410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8" name="pt43628"/>
            <p:cNvSpPr/>
            <p:nvPr/>
          </p:nvSpPr>
          <p:spPr>
            <a:xfrm>
              <a:off x="8976925" y="22566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9" name="pt43629"/>
            <p:cNvSpPr/>
            <p:nvPr/>
          </p:nvSpPr>
          <p:spPr>
            <a:xfrm>
              <a:off x="9042937" y="17784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0" name="pt43630"/>
            <p:cNvSpPr/>
            <p:nvPr/>
          </p:nvSpPr>
          <p:spPr>
            <a:xfrm>
              <a:off x="9701667" y="23681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1" name="pt43631"/>
            <p:cNvSpPr/>
            <p:nvPr/>
          </p:nvSpPr>
          <p:spPr>
            <a:xfrm>
              <a:off x="9414750" y="2079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2" name="pt43632"/>
            <p:cNvSpPr/>
            <p:nvPr/>
          </p:nvSpPr>
          <p:spPr>
            <a:xfrm>
              <a:off x="8469500" y="23722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3" name="pt43633"/>
            <p:cNvSpPr/>
            <p:nvPr/>
          </p:nvSpPr>
          <p:spPr>
            <a:xfrm>
              <a:off x="8864906" y="18733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4" name="pt43634"/>
            <p:cNvSpPr/>
            <p:nvPr/>
          </p:nvSpPr>
          <p:spPr>
            <a:xfrm>
              <a:off x="8312152" y="23310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5" name="pt43635"/>
            <p:cNvSpPr/>
            <p:nvPr/>
          </p:nvSpPr>
          <p:spPr>
            <a:xfrm>
              <a:off x="8698750" y="23564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6" name="pt43636"/>
            <p:cNvSpPr/>
            <p:nvPr/>
          </p:nvSpPr>
          <p:spPr>
            <a:xfrm>
              <a:off x="8570436" y="24309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7" name="pt43637"/>
            <p:cNvSpPr/>
            <p:nvPr/>
          </p:nvSpPr>
          <p:spPr>
            <a:xfrm>
              <a:off x="8658156" y="22777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8" name="pt43638"/>
            <p:cNvSpPr/>
            <p:nvPr/>
          </p:nvSpPr>
          <p:spPr>
            <a:xfrm>
              <a:off x="8588529" y="24594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9" name="pt43639"/>
            <p:cNvSpPr/>
            <p:nvPr/>
          </p:nvSpPr>
          <p:spPr>
            <a:xfrm>
              <a:off x="9408344" y="20441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0" name="pt43640"/>
            <p:cNvSpPr/>
            <p:nvPr/>
          </p:nvSpPr>
          <p:spPr>
            <a:xfrm>
              <a:off x="9004922" y="16204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1" name="pt43641"/>
            <p:cNvSpPr/>
            <p:nvPr/>
          </p:nvSpPr>
          <p:spPr>
            <a:xfrm>
              <a:off x="8689465" y="26311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2" name="pt43642"/>
            <p:cNvSpPr/>
            <p:nvPr/>
          </p:nvSpPr>
          <p:spPr>
            <a:xfrm>
              <a:off x="8893328" y="16668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3" name="pt43643"/>
            <p:cNvSpPr/>
            <p:nvPr/>
          </p:nvSpPr>
          <p:spPr>
            <a:xfrm>
              <a:off x="8738867" y="19608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4" name="pt43644"/>
            <p:cNvSpPr/>
            <p:nvPr/>
          </p:nvSpPr>
          <p:spPr>
            <a:xfrm>
              <a:off x="8854280" y="21000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5" name="pt43645"/>
            <p:cNvSpPr/>
            <p:nvPr/>
          </p:nvSpPr>
          <p:spPr>
            <a:xfrm>
              <a:off x="8604896" y="22512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6" name="pt43646"/>
            <p:cNvSpPr/>
            <p:nvPr/>
          </p:nvSpPr>
          <p:spPr>
            <a:xfrm>
              <a:off x="9208605" y="19563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7" name="pt43647"/>
            <p:cNvSpPr/>
            <p:nvPr/>
          </p:nvSpPr>
          <p:spPr>
            <a:xfrm>
              <a:off x="8679650" y="23860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8" name="pt43648"/>
            <p:cNvSpPr/>
            <p:nvPr/>
          </p:nvSpPr>
          <p:spPr>
            <a:xfrm>
              <a:off x="8431181" y="25049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9" name="pt43649"/>
            <p:cNvSpPr/>
            <p:nvPr/>
          </p:nvSpPr>
          <p:spPr>
            <a:xfrm>
              <a:off x="8932228" y="19228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0" name="pt43650"/>
            <p:cNvSpPr/>
            <p:nvPr/>
          </p:nvSpPr>
          <p:spPr>
            <a:xfrm>
              <a:off x="9517293" y="21273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1" name="pt43651"/>
            <p:cNvSpPr/>
            <p:nvPr/>
          </p:nvSpPr>
          <p:spPr>
            <a:xfrm>
              <a:off x="8738867" y="20952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2" name="pt43652"/>
            <p:cNvSpPr/>
            <p:nvPr/>
          </p:nvSpPr>
          <p:spPr>
            <a:xfrm>
              <a:off x="9104672" y="20969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3" name="pt43653"/>
            <p:cNvSpPr/>
            <p:nvPr/>
          </p:nvSpPr>
          <p:spPr>
            <a:xfrm>
              <a:off x="8381780" y="23916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4" name="pt43654"/>
            <p:cNvSpPr/>
            <p:nvPr/>
          </p:nvSpPr>
          <p:spPr>
            <a:xfrm>
              <a:off x="9474060" y="22702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5" name="pt43655"/>
            <p:cNvSpPr/>
            <p:nvPr/>
          </p:nvSpPr>
          <p:spPr>
            <a:xfrm>
              <a:off x="8960020" y="2211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6" name="pt43656"/>
            <p:cNvSpPr/>
            <p:nvPr/>
          </p:nvSpPr>
          <p:spPr>
            <a:xfrm>
              <a:off x="9126216" y="20398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7" name="pt43657"/>
            <p:cNvSpPr/>
            <p:nvPr/>
          </p:nvSpPr>
          <p:spPr>
            <a:xfrm>
              <a:off x="8861436" y="2047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8" name="pt43658"/>
            <p:cNvSpPr/>
            <p:nvPr/>
          </p:nvSpPr>
          <p:spPr>
            <a:xfrm>
              <a:off x="8759093" y="20638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9" name="pt43659"/>
            <p:cNvSpPr/>
            <p:nvPr/>
          </p:nvSpPr>
          <p:spPr>
            <a:xfrm>
              <a:off x="9020874" y="1421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0" name="pt43660"/>
            <p:cNvSpPr/>
            <p:nvPr/>
          </p:nvSpPr>
          <p:spPr>
            <a:xfrm>
              <a:off x="8949856" y="20522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1" name="pt43661"/>
            <p:cNvSpPr/>
            <p:nvPr/>
          </p:nvSpPr>
          <p:spPr>
            <a:xfrm>
              <a:off x="8469500" y="23500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2" name="pt43662"/>
            <p:cNvSpPr/>
            <p:nvPr/>
          </p:nvSpPr>
          <p:spPr>
            <a:xfrm>
              <a:off x="8527280" y="24740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3" name="pt43663"/>
            <p:cNvSpPr/>
            <p:nvPr/>
          </p:nvSpPr>
          <p:spPr>
            <a:xfrm>
              <a:off x="9548628" y="2057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4" name="pt43664"/>
            <p:cNvSpPr/>
            <p:nvPr/>
          </p:nvSpPr>
          <p:spPr>
            <a:xfrm>
              <a:off x="8431181" y="24189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5" name="pt43665"/>
            <p:cNvSpPr/>
            <p:nvPr/>
          </p:nvSpPr>
          <p:spPr>
            <a:xfrm>
              <a:off x="9047741" y="20930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6" name="pt43666"/>
            <p:cNvSpPr/>
            <p:nvPr/>
          </p:nvSpPr>
          <p:spPr>
            <a:xfrm>
              <a:off x="8658156" y="23757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7" name="pt43667"/>
            <p:cNvSpPr/>
            <p:nvPr/>
          </p:nvSpPr>
          <p:spPr>
            <a:xfrm>
              <a:off x="8752612" y="21910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8" name="pt43668"/>
            <p:cNvSpPr/>
            <p:nvPr/>
          </p:nvSpPr>
          <p:spPr>
            <a:xfrm>
              <a:off x="8550210" y="25722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9" name="pt43669"/>
            <p:cNvSpPr/>
            <p:nvPr/>
          </p:nvSpPr>
          <p:spPr>
            <a:xfrm>
              <a:off x="8861436" y="19776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0" name="pt43670"/>
            <p:cNvSpPr/>
            <p:nvPr/>
          </p:nvSpPr>
          <p:spPr>
            <a:xfrm>
              <a:off x="8431181" y="24529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1" name="pt43671"/>
            <p:cNvSpPr/>
            <p:nvPr/>
          </p:nvSpPr>
          <p:spPr>
            <a:xfrm>
              <a:off x="8745877" y="20479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2" name="pt43672"/>
            <p:cNvSpPr/>
            <p:nvPr/>
          </p:nvSpPr>
          <p:spPr>
            <a:xfrm>
              <a:off x="8887406" y="16456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3" name="pt43673"/>
            <p:cNvSpPr/>
            <p:nvPr/>
          </p:nvSpPr>
          <p:spPr>
            <a:xfrm>
              <a:off x="9120109" y="20003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4" name="pt43674"/>
            <p:cNvSpPr/>
            <p:nvPr/>
          </p:nvSpPr>
          <p:spPr>
            <a:xfrm>
              <a:off x="8788268" y="21895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5" name="pt43675"/>
            <p:cNvSpPr/>
            <p:nvPr/>
          </p:nvSpPr>
          <p:spPr>
            <a:xfrm>
              <a:off x="9097733" y="17789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6" name="pt43676"/>
            <p:cNvSpPr/>
            <p:nvPr/>
          </p:nvSpPr>
          <p:spPr>
            <a:xfrm>
              <a:off x="8500809" y="25496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7" name="pt43677"/>
            <p:cNvSpPr/>
            <p:nvPr/>
          </p:nvSpPr>
          <p:spPr>
            <a:xfrm>
              <a:off x="9155766" y="1762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8" name="pt43678"/>
            <p:cNvSpPr/>
            <p:nvPr/>
          </p:nvSpPr>
          <p:spPr>
            <a:xfrm>
              <a:off x="8904593" y="21278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9" name="pt43679"/>
            <p:cNvSpPr/>
            <p:nvPr/>
          </p:nvSpPr>
          <p:spPr>
            <a:xfrm>
              <a:off x="9329710" y="22069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0" name="pt43680"/>
            <p:cNvSpPr/>
            <p:nvPr/>
          </p:nvSpPr>
          <p:spPr>
            <a:xfrm>
              <a:off x="9576430" y="20649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1" name="pt43681"/>
            <p:cNvSpPr/>
            <p:nvPr/>
          </p:nvSpPr>
          <p:spPr>
            <a:xfrm>
              <a:off x="9259623" y="20518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2" name="pt43682"/>
            <p:cNvSpPr/>
            <p:nvPr/>
          </p:nvSpPr>
          <p:spPr>
            <a:xfrm>
              <a:off x="9079049" y="19662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3" name="pt43683"/>
            <p:cNvSpPr/>
            <p:nvPr/>
          </p:nvSpPr>
          <p:spPr>
            <a:xfrm>
              <a:off x="8893328" y="21215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4" name="pt43684"/>
            <p:cNvSpPr/>
            <p:nvPr/>
          </p:nvSpPr>
          <p:spPr>
            <a:xfrm>
              <a:off x="8731558" y="22049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5" name="pt43685"/>
            <p:cNvSpPr/>
            <p:nvPr/>
          </p:nvSpPr>
          <p:spPr>
            <a:xfrm>
              <a:off x="9288151" y="18619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6" name="pt43686"/>
            <p:cNvSpPr/>
            <p:nvPr/>
          </p:nvSpPr>
          <p:spPr>
            <a:xfrm>
              <a:off x="9538601" y="22835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7" name="pt43687"/>
            <p:cNvSpPr/>
            <p:nvPr/>
          </p:nvSpPr>
          <p:spPr>
            <a:xfrm>
              <a:off x="9208605" y="19508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8" name="pt43688"/>
            <p:cNvSpPr/>
            <p:nvPr/>
          </p:nvSpPr>
          <p:spPr>
            <a:xfrm>
              <a:off x="8861436" y="20803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9" name="pt43689"/>
            <p:cNvSpPr/>
            <p:nvPr/>
          </p:nvSpPr>
          <p:spPr>
            <a:xfrm>
              <a:off x="9546889" y="21673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0" name="pt43690"/>
            <p:cNvSpPr/>
            <p:nvPr/>
          </p:nvSpPr>
          <p:spPr>
            <a:xfrm>
              <a:off x="8989011" y="19700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1" name="pt43691"/>
            <p:cNvSpPr/>
            <p:nvPr/>
          </p:nvSpPr>
          <p:spPr>
            <a:xfrm>
              <a:off x="8798679" y="22947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2" name="pt43692"/>
            <p:cNvSpPr/>
            <p:nvPr/>
          </p:nvSpPr>
          <p:spPr>
            <a:xfrm>
              <a:off x="8550210" y="22907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3" name="pt43693"/>
            <p:cNvSpPr/>
            <p:nvPr/>
          </p:nvSpPr>
          <p:spPr>
            <a:xfrm>
              <a:off x="8431181" y="2675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4" name="pt43694"/>
            <p:cNvSpPr/>
            <p:nvPr/>
          </p:nvSpPr>
          <p:spPr>
            <a:xfrm>
              <a:off x="9074042" y="18861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5" name="pt43695"/>
            <p:cNvSpPr/>
            <p:nvPr/>
          </p:nvSpPr>
          <p:spPr>
            <a:xfrm>
              <a:off x="8765338" y="19764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6" name="pt43696"/>
            <p:cNvSpPr/>
            <p:nvPr/>
          </p:nvSpPr>
          <p:spPr>
            <a:xfrm>
              <a:off x="9324827" y="21022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7" name="pt43697"/>
            <p:cNvSpPr/>
            <p:nvPr/>
          </p:nvSpPr>
          <p:spPr>
            <a:xfrm>
              <a:off x="8527280" y="23916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8" name="pt43698"/>
            <p:cNvSpPr/>
            <p:nvPr/>
          </p:nvSpPr>
          <p:spPr>
            <a:xfrm>
              <a:off x="9283113" y="19839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9" name="pt43699"/>
            <p:cNvSpPr/>
            <p:nvPr/>
          </p:nvSpPr>
          <p:spPr>
            <a:xfrm>
              <a:off x="9139903" y="20854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0" name="pt43700"/>
            <p:cNvSpPr/>
            <p:nvPr/>
          </p:nvSpPr>
          <p:spPr>
            <a:xfrm>
              <a:off x="9322929" y="22017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1" name="pt43701"/>
            <p:cNvSpPr/>
            <p:nvPr/>
          </p:nvSpPr>
          <p:spPr>
            <a:xfrm>
              <a:off x="9279466" y="20997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2" name="pt43702"/>
            <p:cNvSpPr/>
            <p:nvPr/>
          </p:nvSpPr>
          <p:spPr>
            <a:xfrm>
              <a:off x="8949856" y="21473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3" name="pt43703"/>
            <p:cNvSpPr/>
            <p:nvPr/>
          </p:nvSpPr>
          <p:spPr>
            <a:xfrm>
              <a:off x="9037995" y="1867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4" name="pt43704"/>
            <p:cNvSpPr/>
            <p:nvPr/>
          </p:nvSpPr>
          <p:spPr>
            <a:xfrm>
              <a:off x="9495513" y="22945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5" name="pt43705"/>
            <p:cNvSpPr/>
            <p:nvPr/>
          </p:nvSpPr>
          <p:spPr>
            <a:xfrm>
              <a:off x="9187914" y="21626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6" name="pt43706"/>
            <p:cNvSpPr/>
            <p:nvPr/>
          </p:nvSpPr>
          <p:spPr>
            <a:xfrm>
              <a:off x="9321732" y="21857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7" name="pt43707"/>
            <p:cNvSpPr/>
            <p:nvPr/>
          </p:nvSpPr>
          <p:spPr>
            <a:xfrm>
              <a:off x="8890393" y="20530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8" name="pt43708"/>
            <p:cNvSpPr/>
            <p:nvPr/>
          </p:nvSpPr>
          <p:spPr>
            <a:xfrm>
              <a:off x="9077064" y="19913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9" name="pt43709"/>
            <p:cNvSpPr/>
            <p:nvPr/>
          </p:nvSpPr>
          <p:spPr>
            <a:xfrm>
              <a:off x="8927523" y="18377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0" name="pt43710"/>
            <p:cNvSpPr/>
            <p:nvPr/>
          </p:nvSpPr>
          <p:spPr>
            <a:xfrm>
              <a:off x="8960020" y="22770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1" name="pt43711"/>
            <p:cNvSpPr/>
            <p:nvPr/>
          </p:nvSpPr>
          <p:spPr>
            <a:xfrm>
              <a:off x="8846813" y="19795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2" name="pt43712"/>
            <p:cNvSpPr/>
            <p:nvPr/>
          </p:nvSpPr>
          <p:spPr>
            <a:xfrm>
              <a:off x="8817779" y="21951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3" name="pt43713"/>
            <p:cNvSpPr/>
            <p:nvPr/>
          </p:nvSpPr>
          <p:spPr>
            <a:xfrm>
              <a:off x="8927523" y="17675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4" name="pt43714"/>
            <p:cNvSpPr/>
            <p:nvPr/>
          </p:nvSpPr>
          <p:spPr>
            <a:xfrm>
              <a:off x="8907297" y="2233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5" name="pt43715"/>
            <p:cNvSpPr/>
            <p:nvPr/>
          </p:nvSpPr>
          <p:spPr>
            <a:xfrm>
              <a:off x="9051257" y="20054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6" name="pt43716"/>
            <p:cNvSpPr/>
            <p:nvPr/>
          </p:nvSpPr>
          <p:spPr>
            <a:xfrm>
              <a:off x="9486369" y="23478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7" name="pt43717"/>
            <p:cNvSpPr/>
            <p:nvPr/>
          </p:nvSpPr>
          <p:spPr>
            <a:xfrm>
              <a:off x="8920215" y="21737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8" name="pt43718"/>
            <p:cNvSpPr/>
            <p:nvPr/>
          </p:nvSpPr>
          <p:spPr>
            <a:xfrm>
              <a:off x="8765338" y="21872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9" name="pt43719"/>
            <p:cNvSpPr/>
            <p:nvPr/>
          </p:nvSpPr>
          <p:spPr>
            <a:xfrm>
              <a:off x="8312152" y="2474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0" name="pt43720"/>
            <p:cNvSpPr/>
            <p:nvPr/>
          </p:nvSpPr>
          <p:spPr>
            <a:xfrm>
              <a:off x="8842954" y="19666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1" name="pt43721"/>
            <p:cNvSpPr/>
            <p:nvPr/>
          </p:nvSpPr>
          <p:spPr>
            <a:xfrm>
              <a:off x="9321732" y="22348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2" name="pt43722"/>
            <p:cNvSpPr/>
            <p:nvPr/>
          </p:nvSpPr>
          <p:spPr>
            <a:xfrm>
              <a:off x="8381780" y="24292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3" name="pt43723"/>
            <p:cNvSpPr/>
            <p:nvPr/>
          </p:nvSpPr>
          <p:spPr>
            <a:xfrm>
              <a:off x="9425448" y="18368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4" name="pt43724"/>
            <p:cNvSpPr/>
            <p:nvPr/>
          </p:nvSpPr>
          <p:spPr>
            <a:xfrm>
              <a:off x="8927523" y="18101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5" name="pt43725"/>
            <p:cNvSpPr/>
            <p:nvPr/>
          </p:nvSpPr>
          <p:spPr>
            <a:xfrm>
              <a:off x="8961983" y="22685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6" name="pt43726"/>
            <p:cNvSpPr/>
            <p:nvPr/>
          </p:nvSpPr>
          <p:spPr>
            <a:xfrm>
              <a:off x="9620546" y="19872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7" name="pt43727"/>
            <p:cNvSpPr/>
            <p:nvPr/>
          </p:nvSpPr>
          <p:spPr>
            <a:xfrm>
              <a:off x="8707558" y="22320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8" name="pt43728"/>
            <p:cNvSpPr/>
            <p:nvPr/>
          </p:nvSpPr>
          <p:spPr>
            <a:xfrm>
              <a:off x="8980466" y="20538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9" name="pt43729"/>
            <p:cNvSpPr/>
            <p:nvPr/>
          </p:nvSpPr>
          <p:spPr>
            <a:xfrm>
              <a:off x="9007935" y="20626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0" name="pt43730"/>
            <p:cNvSpPr/>
            <p:nvPr/>
          </p:nvSpPr>
          <p:spPr>
            <a:xfrm>
              <a:off x="9034193" y="16933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1" name="pt43731"/>
            <p:cNvSpPr/>
            <p:nvPr/>
          </p:nvSpPr>
          <p:spPr>
            <a:xfrm>
              <a:off x="9581160" y="20743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2" name="pt43732"/>
            <p:cNvSpPr/>
            <p:nvPr/>
          </p:nvSpPr>
          <p:spPr>
            <a:xfrm>
              <a:off x="8890393" y="20255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3" name="pt43733"/>
            <p:cNvSpPr/>
            <p:nvPr/>
          </p:nvSpPr>
          <p:spPr>
            <a:xfrm>
              <a:off x="9115383" y="20811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4" name="pt43734"/>
            <p:cNvSpPr/>
            <p:nvPr/>
          </p:nvSpPr>
          <p:spPr>
            <a:xfrm>
              <a:off x="8834965" y="21522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5" name="pt43735"/>
            <p:cNvSpPr/>
            <p:nvPr/>
          </p:nvSpPr>
          <p:spPr>
            <a:xfrm>
              <a:off x="8850587" y="21456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6" name="pt43736"/>
            <p:cNvSpPr/>
            <p:nvPr/>
          </p:nvSpPr>
          <p:spPr>
            <a:xfrm>
              <a:off x="8500809" y="25982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7" name="pt43737"/>
            <p:cNvSpPr/>
            <p:nvPr/>
          </p:nvSpPr>
          <p:spPr>
            <a:xfrm>
              <a:off x="9031610" y="18693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8" name="pt43738"/>
            <p:cNvSpPr/>
            <p:nvPr/>
          </p:nvSpPr>
          <p:spPr>
            <a:xfrm>
              <a:off x="8570436" y="23614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9" name="pt43739"/>
            <p:cNvSpPr/>
            <p:nvPr/>
          </p:nvSpPr>
          <p:spPr>
            <a:xfrm>
              <a:off x="8312152" y="24087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0" name="pt43740"/>
            <p:cNvSpPr/>
            <p:nvPr/>
          </p:nvSpPr>
          <p:spPr>
            <a:xfrm>
              <a:off x="8312152" y="25064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1" name="pt43741"/>
            <p:cNvSpPr/>
            <p:nvPr/>
          </p:nvSpPr>
          <p:spPr>
            <a:xfrm>
              <a:off x="8861436" y="19492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2" name="pt43742"/>
            <p:cNvSpPr/>
            <p:nvPr/>
          </p:nvSpPr>
          <p:spPr>
            <a:xfrm>
              <a:off x="9256140" y="21047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3" name="pt43743"/>
            <p:cNvSpPr/>
            <p:nvPr/>
          </p:nvSpPr>
          <p:spPr>
            <a:xfrm>
              <a:off x="8813199" y="20593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4" name="pt43744"/>
            <p:cNvSpPr/>
            <p:nvPr/>
          </p:nvSpPr>
          <p:spPr>
            <a:xfrm>
              <a:off x="8312152" y="24063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5" name="pt43745"/>
            <p:cNvSpPr/>
            <p:nvPr/>
          </p:nvSpPr>
          <p:spPr>
            <a:xfrm>
              <a:off x="9780637" y="25243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6" name="pt43746"/>
            <p:cNvSpPr/>
            <p:nvPr/>
          </p:nvSpPr>
          <p:spPr>
            <a:xfrm>
              <a:off x="9197584" y="17260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7" name="pt43747"/>
            <p:cNvSpPr/>
            <p:nvPr/>
          </p:nvSpPr>
          <p:spPr>
            <a:xfrm>
              <a:off x="9400632" y="19046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8" name="pt43748"/>
            <p:cNvSpPr/>
            <p:nvPr/>
          </p:nvSpPr>
          <p:spPr>
            <a:xfrm>
              <a:off x="8842954" y="21827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9" name="pt43749"/>
            <p:cNvSpPr/>
            <p:nvPr/>
          </p:nvSpPr>
          <p:spPr>
            <a:xfrm>
              <a:off x="9196592" y="22041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0" name="pt43750"/>
            <p:cNvSpPr/>
            <p:nvPr/>
          </p:nvSpPr>
          <p:spPr>
            <a:xfrm>
              <a:off x="9087709" y="19108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1" name="pt43751"/>
            <p:cNvSpPr/>
            <p:nvPr/>
          </p:nvSpPr>
          <p:spPr>
            <a:xfrm>
              <a:off x="9036737" y="17999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2" name="pt43752"/>
            <p:cNvSpPr/>
            <p:nvPr/>
          </p:nvSpPr>
          <p:spPr>
            <a:xfrm>
              <a:off x="8752612" y="23733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3" name="pt43753"/>
            <p:cNvSpPr/>
            <p:nvPr/>
          </p:nvSpPr>
          <p:spPr>
            <a:xfrm>
              <a:off x="9034193" y="18560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4" name="pt43754"/>
            <p:cNvSpPr/>
            <p:nvPr/>
          </p:nvSpPr>
          <p:spPr>
            <a:xfrm>
              <a:off x="9584728" y="21111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5" name="pt43755"/>
            <p:cNvSpPr/>
            <p:nvPr/>
          </p:nvSpPr>
          <p:spPr>
            <a:xfrm>
              <a:off x="8431181" y="24954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6" name="pt43756"/>
            <p:cNvSpPr/>
            <p:nvPr/>
          </p:nvSpPr>
          <p:spPr>
            <a:xfrm>
              <a:off x="9294459" y="21274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7" name="pt43757"/>
            <p:cNvSpPr/>
            <p:nvPr/>
          </p:nvSpPr>
          <p:spPr>
            <a:xfrm>
              <a:off x="8604896" y="21458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8" name="pt43758"/>
            <p:cNvSpPr/>
            <p:nvPr/>
          </p:nvSpPr>
          <p:spPr>
            <a:xfrm>
              <a:off x="9087709" y="19808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9" name="pt43759"/>
            <p:cNvSpPr/>
            <p:nvPr/>
          </p:nvSpPr>
          <p:spPr>
            <a:xfrm>
              <a:off x="8976925" y="22629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0" name="pt43760"/>
            <p:cNvSpPr/>
            <p:nvPr/>
          </p:nvSpPr>
          <p:spPr>
            <a:xfrm>
              <a:off x="9389022" y="21778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1" name="pt43761"/>
            <p:cNvSpPr/>
            <p:nvPr/>
          </p:nvSpPr>
          <p:spPr>
            <a:xfrm>
              <a:off x="8658156" y="23273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2" name="pt43762"/>
            <p:cNvSpPr/>
            <p:nvPr/>
          </p:nvSpPr>
          <p:spPr>
            <a:xfrm>
              <a:off x="9102103" y="2090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3" name="pt43763"/>
            <p:cNvSpPr/>
            <p:nvPr/>
          </p:nvSpPr>
          <p:spPr>
            <a:xfrm>
              <a:off x="8941268" y="1962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4" name="pt43764"/>
            <p:cNvSpPr/>
            <p:nvPr/>
          </p:nvSpPr>
          <p:spPr>
            <a:xfrm>
              <a:off x="9308507" y="22342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5" name="pt43765"/>
            <p:cNvSpPr/>
            <p:nvPr/>
          </p:nvSpPr>
          <p:spPr>
            <a:xfrm>
              <a:off x="9199552" y="18145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6" name="pt43766"/>
            <p:cNvSpPr/>
            <p:nvPr/>
          </p:nvSpPr>
          <p:spPr>
            <a:xfrm>
              <a:off x="8731558" y="19233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7" name="pt43767"/>
            <p:cNvSpPr/>
            <p:nvPr/>
          </p:nvSpPr>
          <p:spPr>
            <a:xfrm>
              <a:off x="9237969" y="19788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8" name="pt43768"/>
            <p:cNvSpPr/>
            <p:nvPr/>
          </p:nvSpPr>
          <p:spPr>
            <a:xfrm>
              <a:off x="9193072" y="22707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9" name="pt43769"/>
            <p:cNvSpPr/>
            <p:nvPr/>
          </p:nvSpPr>
          <p:spPr>
            <a:xfrm>
              <a:off x="9548628" y="21821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0" name="pt43770"/>
            <p:cNvSpPr/>
            <p:nvPr/>
          </p:nvSpPr>
          <p:spPr>
            <a:xfrm>
              <a:off x="9360483" y="20683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1" name="pt43771"/>
            <p:cNvSpPr/>
            <p:nvPr/>
          </p:nvSpPr>
          <p:spPr>
            <a:xfrm>
              <a:off x="8550210" y="25310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2" name="pt43772"/>
            <p:cNvSpPr/>
            <p:nvPr/>
          </p:nvSpPr>
          <p:spPr>
            <a:xfrm>
              <a:off x="8500809" y="25171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3" name="pt43773"/>
            <p:cNvSpPr/>
            <p:nvPr/>
          </p:nvSpPr>
          <p:spPr>
            <a:xfrm>
              <a:off x="9242219" y="20409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4" name="pt43774"/>
            <p:cNvSpPr/>
            <p:nvPr/>
          </p:nvSpPr>
          <p:spPr>
            <a:xfrm>
              <a:off x="8803657" y="2108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5" name="pt43775"/>
            <p:cNvSpPr/>
            <p:nvPr/>
          </p:nvSpPr>
          <p:spPr>
            <a:xfrm>
              <a:off x="9480563" y="24097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6" name="pt43776"/>
            <p:cNvSpPr/>
            <p:nvPr/>
          </p:nvSpPr>
          <p:spPr>
            <a:xfrm>
              <a:off x="8658156" y="2488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7" name="pt43777"/>
            <p:cNvSpPr/>
            <p:nvPr/>
          </p:nvSpPr>
          <p:spPr>
            <a:xfrm>
              <a:off x="8500809" y="28339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8" name="pt43778"/>
            <p:cNvSpPr/>
            <p:nvPr/>
          </p:nvSpPr>
          <p:spPr>
            <a:xfrm>
              <a:off x="8777185" y="2361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9" name="pt43779"/>
            <p:cNvSpPr/>
            <p:nvPr/>
          </p:nvSpPr>
          <p:spPr>
            <a:xfrm>
              <a:off x="9537100" y="19427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0" name="pt43780"/>
            <p:cNvSpPr/>
            <p:nvPr/>
          </p:nvSpPr>
          <p:spPr>
            <a:xfrm>
              <a:off x="8550210" y="25403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1" name="pt43781"/>
            <p:cNvSpPr/>
            <p:nvPr/>
          </p:nvSpPr>
          <p:spPr>
            <a:xfrm>
              <a:off x="9320769" y="21810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2" name="pt43782"/>
            <p:cNvSpPr/>
            <p:nvPr/>
          </p:nvSpPr>
          <p:spPr>
            <a:xfrm>
              <a:off x="9242219" y="2022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3" name="pt43783"/>
            <p:cNvSpPr/>
            <p:nvPr/>
          </p:nvSpPr>
          <p:spPr>
            <a:xfrm>
              <a:off x="9174300" y="20314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4" name="pt43784"/>
            <p:cNvSpPr/>
            <p:nvPr/>
          </p:nvSpPr>
          <p:spPr>
            <a:xfrm>
              <a:off x="8759093" y="21043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5" name="pt43785"/>
            <p:cNvSpPr/>
            <p:nvPr/>
          </p:nvSpPr>
          <p:spPr>
            <a:xfrm>
              <a:off x="9010896" y="16758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6" name="pt43786"/>
            <p:cNvSpPr/>
            <p:nvPr/>
          </p:nvSpPr>
          <p:spPr>
            <a:xfrm>
              <a:off x="9232403" y="19966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7" name="pt43787"/>
            <p:cNvSpPr/>
            <p:nvPr/>
          </p:nvSpPr>
          <p:spPr>
            <a:xfrm>
              <a:off x="9382404" y="21503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8" name="pt43788"/>
            <p:cNvSpPr/>
            <p:nvPr/>
          </p:nvSpPr>
          <p:spPr>
            <a:xfrm>
              <a:off x="9352841" y="21011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9" name="pt43789"/>
            <p:cNvSpPr/>
            <p:nvPr/>
          </p:nvSpPr>
          <p:spPr>
            <a:xfrm>
              <a:off x="9360483" y="20750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0" name="pt43790"/>
            <p:cNvSpPr/>
            <p:nvPr/>
          </p:nvSpPr>
          <p:spPr>
            <a:xfrm>
              <a:off x="8500809" y="23248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1" name="pt43791"/>
            <p:cNvSpPr/>
            <p:nvPr/>
          </p:nvSpPr>
          <p:spPr>
            <a:xfrm>
              <a:off x="9097733" y="17255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2" name="pt43792"/>
            <p:cNvSpPr/>
            <p:nvPr/>
          </p:nvSpPr>
          <p:spPr>
            <a:xfrm>
              <a:off x="8570436" y="2412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3" name="pt43793"/>
            <p:cNvSpPr/>
            <p:nvPr/>
          </p:nvSpPr>
          <p:spPr>
            <a:xfrm>
              <a:off x="8604896" y="22107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4" name="pt43794"/>
            <p:cNvSpPr/>
            <p:nvPr/>
          </p:nvSpPr>
          <p:spPr>
            <a:xfrm>
              <a:off x="9010896" y="16470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5" name="pt43795"/>
            <p:cNvSpPr/>
            <p:nvPr/>
          </p:nvSpPr>
          <p:spPr>
            <a:xfrm>
              <a:off x="9324827" y="21726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6" name="pt43796"/>
            <p:cNvSpPr/>
            <p:nvPr/>
          </p:nvSpPr>
          <p:spPr>
            <a:xfrm>
              <a:off x="8932228" y="19297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7" name="pt43797"/>
            <p:cNvSpPr/>
            <p:nvPr/>
          </p:nvSpPr>
          <p:spPr>
            <a:xfrm>
              <a:off x="9562708" y="1967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8" name="pt43798"/>
            <p:cNvSpPr/>
            <p:nvPr/>
          </p:nvSpPr>
          <p:spPr>
            <a:xfrm>
              <a:off x="8723925" y="23321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9" name="pt43799"/>
            <p:cNvSpPr/>
            <p:nvPr/>
          </p:nvSpPr>
          <p:spPr>
            <a:xfrm>
              <a:off x="9436506" y="22371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0" name="pt43800"/>
            <p:cNvSpPr/>
            <p:nvPr/>
          </p:nvSpPr>
          <p:spPr>
            <a:xfrm>
              <a:off x="9324827" y="22281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1" name="pt43801"/>
            <p:cNvSpPr/>
            <p:nvPr/>
          </p:nvSpPr>
          <p:spPr>
            <a:xfrm>
              <a:off x="8874912" y="2175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2" name="pt43802"/>
            <p:cNvSpPr/>
            <p:nvPr/>
          </p:nvSpPr>
          <p:spPr>
            <a:xfrm>
              <a:off x="8619838" y="22328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3" name="pt43803"/>
            <p:cNvSpPr/>
            <p:nvPr/>
          </p:nvSpPr>
          <p:spPr>
            <a:xfrm>
              <a:off x="9436013" y="22068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4" name="pt43804"/>
            <p:cNvSpPr/>
            <p:nvPr/>
          </p:nvSpPr>
          <p:spPr>
            <a:xfrm>
              <a:off x="8765338" y="20006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5" name="pt43805"/>
            <p:cNvSpPr/>
            <p:nvPr/>
          </p:nvSpPr>
          <p:spPr>
            <a:xfrm>
              <a:off x="8658156" y="25726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6" name="pt43806"/>
            <p:cNvSpPr/>
            <p:nvPr/>
          </p:nvSpPr>
          <p:spPr>
            <a:xfrm>
              <a:off x="9147356" y="20870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7" name="pt43807"/>
            <p:cNvSpPr/>
            <p:nvPr/>
          </p:nvSpPr>
          <p:spPr>
            <a:xfrm>
              <a:off x="9102103" y="20591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8" name="pt43808"/>
            <p:cNvSpPr/>
            <p:nvPr/>
          </p:nvSpPr>
          <p:spPr>
            <a:xfrm>
              <a:off x="9207674" y="17367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9" name="pt43809"/>
            <p:cNvSpPr/>
            <p:nvPr/>
          </p:nvSpPr>
          <p:spPr>
            <a:xfrm>
              <a:off x="9232403" y="20463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0" name="pt43810"/>
            <p:cNvSpPr/>
            <p:nvPr/>
          </p:nvSpPr>
          <p:spPr>
            <a:xfrm>
              <a:off x="9256140" y="20503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1" name="pt43811"/>
            <p:cNvSpPr/>
            <p:nvPr/>
          </p:nvSpPr>
          <p:spPr>
            <a:xfrm>
              <a:off x="9436013" y="22623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2" name="pt43812"/>
            <p:cNvSpPr/>
            <p:nvPr/>
          </p:nvSpPr>
          <p:spPr>
            <a:xfrm>
              <a:off x="9155766" y="19988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3" name="pt43813"/>
            <p:cNvSpPr/>
            <p:nvPr/>
          </p:nvSpPr>
          <p:spPr>
            <a:xfrm>
              <a:off x="8570436" y="23786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4" name="pt43814"/>
            <p:cNvSpPr/>
            <p:nvPr/>
          </p:nvSpPr>
          <p:spPr>
            <a:xfrm>
              <a:off x="9668168" y="27445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5" name="pt43815"/>
            <p:cNvSpPr/>
            <p:nvPr/>
          </p:nvSpPr>
          <p:spPr>
            <a:xfrm>
              <a:off x="8842954" y="20241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6" name="pt43816"/>
            <p:cNvSpPr/>
            <p:nvPr/>
          </p:nvSpPr>
          <p:spPr>
            <a:xfrm>
              <a:off x="8633583" y="20308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7" name="pt43817"/>
            <p:cNvSpPr/>
            <p:nvPr/>
          </p:nvSpPr>
          <p:spPr>
            <a:xfrm>
              <a:off x="9179876" y="18821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8" name="pt43818"/>
            <p:cNvSpPr/>
            <p:nvPr/>
          </p:nvSpPr>
          <p:spPr>
            <a:xfrm>
              <a:off x="8971473" y="22558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9" name="pt43819"/>
            <p:cNvSpPr/>
            <p:nvPr/>
          </p:nvSpPr>
          <p:spPr>
            <a:xfrm>
              <a:off x="9382404" y="21505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0" name="pt43820"/>
            <p:cNvSpPr/>
            <p:nvPr/>
          </p:nvSpPr>
          <p:spPr>
            <a:xfrm>
              <a:off x="9097733" y="19573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1" name="pt43821"/>
            <p:cNvSpPr/>
            <p:nvPr/>
          </p:nvSpPr>
          <p:spPr>
            <a:xfrm>
              <a:off x="9507319" y="22006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2" name="pt43822"/>
            <p:cNvSpPr/>
            <p:nvPr/>
          </p:nvSpPr>
          <p:spPr>
            <a:xfrm>
              <a:off x="9461227" y="23610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3" name="pt43823"/>
            <p:cNvSpPr/>
            <p:nvPr/>
          </p:nvSpPr>
          <p:spPr>
            <a:xfrm>
              <a:off x="9288151" y="20827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4" name="pt43824"/>
            <p:cNvSpPr/>
            <p:nvPr/>
          </p:nvSpPr>
          <p:spPr>
            <a:xfrm>
              <a:off x="8929892" y="1882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5" name="pt43825"/>
            <p:cNvSpPr/>
            <p:nvPr/>
          </p:nvSpPr>
          <p:spPr>
            <a:xfrm>
              <a:off x="8619838" y="22327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6" name="pt43826"/>
            <p:cNvSpPr/>
            <p:nvPr/>
          </p:nvSpPr>
          <p:spPr>
            <a:xfrm>
              <a:off x="8912581" y="20671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7" name="pt43827"/>
            <p:cNvSpPr/>
            <p:nvPr/>
          </p:nvSpPr>
          <p:spPr>
            <a:xfrm>
              <a:off x="9406741" y="17722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8" name="pt43828"/>
            <p:cNvSpPr/>
            <p:nvPr/>
          </p:nvSpPr>
          <p:spPr>
            <a:xfrm>
              <a:off x="8658156" y="24257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9" name="pt43829"/>
            <p:cNvSpPr/>
            <p:nvPr/>
          </p:nvSpPr>
          <p:spPr>
            <a:xfrm>
              <a:off x="8500809" y="26146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0" name="pt43830"/>
            <p:cNvSpPr/>
            <p:nvPr/>
          </p:nvSpPr>
          <p:spPr>
            <a:xfrm>
              <a:off x="8633583" y="20442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1" name="pt43831"/>
            <p:cNvSpPr/>
            <p:nvPr/>
          </p:nvSpPr>
          <p:spPr>
            <a:xfrm>
              <a:off x="9208605" y="20043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2" name="pt43832"/>
            <p:cNvSpPr/>
            <p:nvPr/>
          </p:nvSpPr>
          <p:spPr>
            <a:xfrm>
              <a:off x="9010896" y="18603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3" name="pt43833"/>
            <p:cNvSpPr/>
            <p:nvPr/>
          </p:nvSpPr>
          <p:spPr>
            <a:xfrm>
              <a:off x="9184210" y="21712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4" name="pt43834"/>
            <p:cNvSpPr/>
            <p:nvPr/>
          </p:nvSpPr>
          <p:spPr>
            <a:xfrm>
              <a:off x="9039244" y="17878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5" name="pt43835"/>
            <p:cNvSpPr/>
            <p:nvPr/>
          </p:nvSpPr>
          <p:spPr>
            <a:xfrm>
              <a:off x="9286390" y="19110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6" name="pt43836"/>
            <p:cNvSpPr/>
            <p:nvPr/>
          </p:nvSpPr>
          <p:spPr>
            <a:xfrm>
              <a:off x="8917708" y="20800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7" name="pt43837"/>
            <p:cNvSpPr/>
            <p:nvPr/>
          </p:nvSpPr>
          <p:spPr>
            <a:xfrm>
              <a:off x="8868306" y="22884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8" name="pt43838"/>
            <p:cNvSpPr/>
            <p:nvPr/>
          </p:nvSpPr>
          <p:spPr>
            <a:xfrm>
              <a:off x="9356410" y="1807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9" name="pt43839"/>
            <p:cNvSpPr/>
            <p:nvPr/>
          </p:nvSpPr>
          <p:spPr>
            <a:xfrm>
              <a:off x="8588529" y="22875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0" name="pt43840"/>
            <p:cNvSpPr/>
            <p:nvPr/>
          </p:nvSpPr>
          <p:spPr>
            <a:xfrm>
              <a:off x="8707558" y="22025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1" name="pt43841"/>
            <p:cNvSpPr/>
            <p:nvPr/>
          </p:nvSpPr>
          <p:spPr>
            <a:xfrm>
              <a:off x="8570436" y="24562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2" name="pt43842"/>
            <p:cNvSpPr/>
            <p:nvPr/>
          </p:nvSpPr>
          <p:spPr>
            <a:xfrm>
              <a:off x="8798679" y="21917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3" name="pt43843"/>
            <p:cNvSpPr/>
            <p:nvPr/>
          </p:nvSpPr>
          <p:spPr>
            <a:xfrm>
              <a:off x="9097733" y="17784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4" name="pt43844"/>
            <p:cNvSpPr/>
            <p:nvPr/>
          </p:nvSpPr>
          <p:spPr>
            <a:xfrm>
              <a:off x="9485353" y="23533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5" name="pt43845"/>
            <p:cNvSpPr/>
            <p:nvPr/>
          </p:nvSpPr>
          <p:spPr>
            <a:xfrm>
              <a:off x="8312152" y="23452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6" name="pt43846"/>
            <p:cNvSpPr/>
            <p:nvPr/>
          </p:nvSpPr>
          <p:spPr>
            <a:xfrm>
              <a:off x="8550210" y="25563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7" name="pt43847"/>
            <p:cNvSpPr/>
            <p:nvPr/>
          </p:nvSpPr>
          <p:spPr>
            <a:xfrm>
              <a:off x="8469500" y="24702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8" name="pt43848"/>
            <p:cNvSpPr/>
            <p:nvPr/>
          </p:nvSpPr>
          <p:spPr>
            <a:xfrm>
              <a:off x="8658156" y="23836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9" name="pt43849"/>
            <p:cNvSpPr/>
            <p:nvPr/>
          </p:nvSpPr>
          <p:spPr>
            <a:xfrm>
              <a:off x="9780422" y="27098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0" name="pt43850"/>
            <p:cNvSpPr/>
            <p:nvPr/>
          </p:nvSpPr>
          <p:spPr>
            <a:xfrm>
              <a:off x="9425448" y="19003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1" name="pt43851"/>
            <p:cNvSpPr/>
            <p:nvPr/>
          </p:nvSpPr>
          <p:spPr>
            <a:xfrm>
              <a:off x="8312152" y="24072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2" name="pt43852"/>
            <p:cNvSpPr/>
            <p:nvPr/>
          </p:nvSpPr>
          <p:spPr>
            <a:xfrm>
              <a:off x="8830827" y="21741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3" name="pt43853"/>
            <p:cNvSpPr/>
            <p:nvPr/>
          </p:nvSpPr>
          <p:spPr>
            <a:xfrm>
              <a:off x="8698750" y="21882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4" name="pt43854"/>
            <p:cNvSpPr/>
            <p:nvPr/>
          </p:nvSpPr>
          <p:spPr>
            <a:xfrm>
              <a:off x="8803657" y="21732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5" name="pt43855"/>
            <p:cNvSpPr/>
            <p:nvPr/>
          </p:nvSpPr>
          <p:spPr>
            <a:xfrm>
              <a:off x="8633583" y="21421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6" name="pt43856"/>
            <p:cNvSpPr/>
            <p:nvPr/>
          </p:nvSpPr>
          <p:spPr>
            <a:xfrm>
              <a:off x="8842954" y="19844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7" name="pt43857"/>
            <p:cNvSpPr/>
            <p:nvPr/>
          </p:nvSpPr>
          <p:spPr>
            <a:xfrm>
              <a:off x="9320769" y="20762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8" name="pt43858"/>
            <p:cNvSpPr/>
            <p:nvPr/>
          </p:nvSpPr>
          <p:spPr>
            <a:xfrm>
              <a:off x="8745877" y="19302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9" name="pt43859"/>
            <p:cNvSpPr/>
            <p:nvPr/>
          </p:nvSpPr>
          <p:spPr>
            <a:xfrm>
              <a:off x="8500809" y="2504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0" name="pt43860"/>
            <p:cNvSpPr/>
            <p:nvPr/>
          </p:nvSpPr>
          <p:spPr>
            <a:xfrm>
              <a:off x="9283113" y="20240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1" name="pt43861"/>
            <p:cNvSpPr/>
            <p:nvPr/>
          </p:nvSpPr>
          <p:spPr>
            <a:xfrm>
              <a:off x="9287859" y="19239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2" name="pt43862"/>
            <p:cNvSpPr/>
            <p:nvPr/>
          </p:nvSpPr>
          <p:spPr>
            <a:xfrm>
              <a:off x="8808494" y="22143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3" name="pt43863"/>
            <p:cNvSpPr/>
            <p:nvPr/>
          </p:nvSpPr>
          <p:spPr>
            <a:xfrm>
              <a:off x="8846813" y="20139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4" name="pt43864"/>
            <p:cNvSpPr/>
            <p:nvPr/>
          </p:nvSpPr>
          <p:spPr>
            <a:xfrm>
              <a:off x="8901845" y="21457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5" name="pt43865"/>
            <p:cNvSpPr/>
            <p:nvPr/>
          </p:nvSpPr>
          <p:spPr>
            <a:xfrm>
              <a:off x="9090502" y="18374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6" name="pt43866"/>
            <p:cNvSpPr/>
            <p:nvPr/>
          </p:nvSpPr>
          <p:spPr>
            <a:xfrm>
              <a:off x="9039244" y="18650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7" name="pt43867"/>
            <p:cNvSpPr/>
            <p:nvPr/>
          </p:nvSpPr>
          <p:spPr>
            <a:xfrm>
              <a:off x="8965842" y="22468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8" name="pt43868"/>
            <p:cNvSpPr/>
            <p:nvPr/>
          </p:nvSpPr>
          <p:spPr>
            <a:xfrm>
              <a:off x="8934533" y="19634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9" name="pt43869"/>
            <p:cNvSpPr/>
            <p:nvPr/>
          </p:nvSpPr>
          <p:spPr>
            <a:xfrm>
              <a:off x="8707558" y="22093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0" name="pt43870"/>
            <p:cNvSpPr/>
            <p:nvPr/>
          </p:nvSpPr>
          <p:spPr>
            <a:xfrm>
              <a:off x="8771364" y="2237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1" name="pt43871"/>
            <p:cNvSpPr/>
            <p:nvPr/>
          </p:nvSpPr>
          <p:spPr>
            <a:xfrm>
              <a:off x="8312152" y="24251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2" name="pt43872"/>
            <p:cNvSpPr/>
            <p:nvPr/>
          </p:nvSpPr>
          <p:spPr>
            <a:xfrm>
              <a:off x="8431181" y="25093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3" name="pt43873"/>
            <p:cNvSpPr/>
            <p:nvPr/>
          </p:nvSpPr>
          <p:spPr>
            <a:xfrm>
              <a:off x="8469500" y="23625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4" name="pt43874"/>
            <p:cNvSpPr/>
            <p:nvPr/>
          </p:nvSpPr>
          <p:spPr>
            <a:xfrm>
              <a:off x="8658156" y="24421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5" name="pt43875"/>
            <p:cNvSpPr/>
            <p:nvPr/>
          </p:nvSpPr>
          <p:spPr>
            <a:xfrm>
              <a:off x="8890393" y="21407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6" name="pt43876"/>
            <p:cNvSpPr/>
            <p:nvPr/>
          </p:nvSpPr>
          <p:spPr>
            <a:xfrm>
              <a:off x="9179876" y="18136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7" name="pt43877"/>
            <p:cNvSpPr/>
            <p:nvPr/>
          </p:nvSpPr>
          <p:spPr>
            <a:xfrm>
              <a:off x="8752612" y="21404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8" name="pt43878"/>
            <p:cNvSpPr/>
            <p:nvPr/>
          </p:nvSpPr>
          <p:spPr>
            <a:xfrm>
              <a:off x="8689465" y="23613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9" name="pt43879"/>
            <p:cNvSpPr/>
            <p:nvPr/>
          </p:nvSpPr>
          <p:spPr>
            <a:xfrm>
              <a:off x="8941268" y="19241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0" name="pt43880"/>
            <p:cNvSpPr/>
            <p:nvPr/>
          </p:nvSpPr>
          <p:spPr>
            <a:xfrm>
              <a:off x="9207674" y="17650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1" name="pt43881"/>
            <p:cNvSpPr/>
            <p:nvPr/>
          </p:nvSpPr>
          <p:spPr>
            <a:xfrm>
              <a:off x="9141283" y="2242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2" name="pt43882"/>
            <p:cNvSpPr/>
            <p:nvPr/>
          </p:nvSpPr>
          <p:spPr>
            <a:xfrm>
              <a:off x="9308507" y="2255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3" name="pt43883"/>
            <p:cNvSpPr/>
            <p:nvPr/>
          </p:nvSpPr>
          <p:spPr>
            <a:xfrm>
              <a:off x="8893328" y="18374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4" name="pt43884"/>
            <p:cNvSpPr/>
            <p:nvPr/>
          </p:nvSpPr>
          <p:spPr>
            <a:xfrm>
              <a:off x="9283113" y="21483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5" name="pt43885"/>
            <p:cNvSpPr/>
            <p:nvPr/>
          </p:nvSpPr>
          <p:spPr>
            <a:xfrm>
              <a:off x="8939053" y="19836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6" name="pt43886"/>
            <p:cNvSpPr/>
            <p:nvPr/>
          </p:nvSpPr>
          <p:spPr>
            <a:xfrm>
              <a:off x="8469500" y="24936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7" name="pt43887"/>
            <p:cNvSpPr/>
            <p:nvPr/>
          </p:nvSpPr>
          <p:spPr>
            <a:xfrm>
              <a:off x="8646309" y="25003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8" name="pt43888"/>
            <p:cNvSpPr/>
            <p:nvPr/>
          </p:nvSpPr>
          <p:spPr>
            <a:xfrm>
              <a:off x="8731558" y="22127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9" name="pt43889"/>
            <p:cNvSpPr/>
            <p:nvPr/>
          </p:nvSpPr>
          <p:spPr>
            <a:xfrm>
              <a:off x="9664325" y="12564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0" name="pt43890"/>
            <p:cNvSpPr/>
            <p:nvPr/>
          </p:nvSpPr>
          <p:spPr>
            <a:xfrm>
              <a:off x="9636399" y="1946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1" name="pt43891"/>
            <p:cNvSpPr/>
            <p:nvPr/>
          </p:nvSpPr>
          <p:spPr>
            <a:xfrm>
              <a:off x="9259278" y="22116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2" name="pt43892"/>
            <p:cNvSpPr/>
            <p:nvPr/>
          </p:nvSpPr>
          <p:spPr>
            <a:xfrm>
              <a:off x="9382404" y="2098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3" name="pt43893"/>
            <p:cNvSpPr/>
            <p:nvPr/>
          </p:nvSpPr>
          <p:spPr>
            <a:xfrm>
              <a:off x="8431181" y="23382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4" name="pt43894"/>
            <p:cNvSpPr/>
            <p:nvPr/>
          </p:nvSpPr>
          <p:spPr>
            <a:xfrm>
              <a:off x="8846813" y="20114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5" name="pt43895"/>
            <p:cNvSpPr/>
            <p:nvPr/>
          </p:nvSpPr>
          <p:spPr>
            <a:xfrm>
              <a:off x="8808494" y="21876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6" name="pt43896"/>
            <p:cNvSpPr/>
            <p:nvPr/>
          </p:nvSpPr>
          <p:spPr>
            <a:xfrm>
              <a:off x="9367432" y="20599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7" name="pt43897"/>
            <p:cNvSpPr/>
            <p:nvPr/>
          </p:nvSpPr>
          <p:spPr>
            <a:xfrm>
              <a:off x="8381780" y="21364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8" name="pt43898"/>
            <p:cNvSpPr/>
            <p:nvPr/>
          </p:nvSpPr>
          <p:spPr>
            <a:xfrm>
              <a:off x="8550210" y="24339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9" name="pt43899"/>
            <p:cNvSpPr/>
            <p:nvPr/>
          </p:nvSpPr>
          <p:spPr>
            <a:xfrm>
              <a:off x="8854280" y="19840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0" name="pt43900"/>
            <p:cNvSpPr/>
            <p:nvPr/>
          </p:nvSpPr>
          <p:spPr>
            <a:xfrm>
              <a:off x="8312152" y="23634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1" name="pt43901"/>
            <p:cNvSpPr/>
            <p:nvPr/>
          </p:nvSpPr>
          <p:spPr>
            <a:xfrm>
              <a:off x="9828342" y="22616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2" name="pt43902"/>
            <p:cNvSpPr/>
            <p:nvPr/>
          </p:nvSpPr>
          <p:spPr>
            <a:xfrm>
              <a:off x="8842954" y="20366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3" name="pt43903"/>
            <p:cNvSpPr/>
            <p:nvPr/>
          </p:nvSpPr>
          <p:spPr>
            <a:xfrm>
              <a:off x="9010896" y="17352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4" name="pt43904"/>
            <p:cNvSpPr/>
            <p:nvPr/>
          </p:nvSpPr>
          <p:spPr>
            <a:xfrm>
              <a:off x="8899053" y="2183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5" name="pt43905"/>
            <p:cNvSpPr/>
            <p:nvPr/>
          </p:nvSpPr>
          <p:spPr>
            <a:xfrm>
              <a:off x="8826587" y="21545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6" name="pt43906"/>
            <p:cNvSpPr/>
            <p:nvPr/>
          </p:nvSpPr>
          <p:spPr>
            <a:xfrm>
              <a:off x="8788268" y="22026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7" name="pt43907"/>
            <p:cNvSpPr/>
            <p:nvPr/>
          </p:nvSpPr>
          <p:spPr>
            <a:xfrm>
              <a:off x="9259278" y="21216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8" name="pt43908"/>
            <p:cNvSpPr/>
            <p:nvPr/>
          </p:nvSpPr>
          <p:spPr>
            <a:xfrm>
              <a:off x="8907297" y="20331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9" name="pt43909"/>
            <p:cNvSpPr/>
            <p:nvPr/>
          </p:nvSpPr>
          <p:spPr>
            <a:xfrm>
              <a:off x="8469500" y="23601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0" name="pt43910"/>
            <p:cNvSpPr/>
            <p:nvPr/>
          </p:nvSpPr>
          <p:spPr>
            <a:xfrm>
              <a:off x="9664325" y="16071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1" name="pt43911"/>
            <p:cNvSpPr/>
            <p:nvPr/>
          </p:nvSpPr>
          <p:spPr>
            <a:xfrm>
              <a:off x="8990670" y="17792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2" name="pt43912"/>
            <p:cNvSpPr/>
            <p:nvPr/>
          </p:nvSpPr>
          <p:spPr>
            <a:xfrm>
              <a:off x="8723925" y="21629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3" name="pt43913"/>
            <p:cNvSpPr/>
            <p:nvPr/>
          </p:nvSpPr>
          <p:spPr>
            <a:xfrm>
              <a:off x="9030305" y="18470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4" name="pt43914"/>
            <p:cNvSpPr/>
            <p:nvPr/>
          </p:nvSpPr>
          <p:spPr>
            <a:xfrm>
              <a:off x="8868306" y="21495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5" name="pt43915"/>
            <p:cNvSpPr/>
            <p:nvPr/>
          </p:nvSpPr>
          <p:spPr>
            <a:xfrm>
              <a:off x="8431181" y="25415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6" name="pt43916"/>
            <p:cNvSpPr/>
            <p:nvPr/>
          </p:nvSpPr>
          <p:spPr>
            <a:xfrm>
              <a:off x="9319557" y="21872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7" name="pt43917"/>
            <p:cNvSpPr/>
            <p:nvPr/>
          </p:nvSpPr>
          <p:spPr>
            <a:xfrm>
              <a:off x="9252225" y="19779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8" name="pt43918"/>
            <p:cNvSpPr/>
            <p:nvPr/>
          </p:nvSpPr>
          <p:spPr>
            <a:xfrm>
              <a:off x="8932228" y="19729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9" name="pt43919"/>
            <p:cNvSpPr/>
            <p:nvPr/>
          </p:nvSpPr>
          <p:spPr>
            <a:xfrm>
              <a:off x="9139903" y="20531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0" name="pt43920"/>
            <p:cNvSpPr/>
            <p:nvPr/>
          </p:nvSpPr>
          <p:spPr>
            <a:xfrm>
              <a:off x="8679650" y="25001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1" name="pt43921"/>
            <p:cNvSpPr/>
            <p:nvPr/>
          </p:nvSpPr>
          <p:spPr>
            <a:xfrm>
              <a:off x="9414750" y="20267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2" name="pt43922"/>
            <p:cNvSpPr/>
            <p:nvPr/>
          </p:nvSpPr>
          <p:spPr>
            <a:xfrm>
              <a:off x="8431181" y="24847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3" name="pt43923"/>
            <p:cNvSpPr/>
            <p:nvPr/>
          </p:nvSpPr>
          <p:spPr>
            <a:xfrm>
              <a:off x="8723925" y="22897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4" name="pt43924"/>
            <p:cNvSpPr/>
            <p:nvPr/>
          </p:nvSpPr>
          <p:spPr>
            <a:xfrm>
              <a:off x="8646309" y="24374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5" name="pt43925"/>
            <p:cNvSpPr/>
            <p:nvPr/>
          </p:nvSpPr>
          <p:spPr>
            <a:xfrm>
              <a:off x="8793552" y="20782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6" name="pt43926"/>
            <p:cNvSpPr/>
            <p:nvPr/>
          </p:nvSpPr>
          <p:spPr>
            <a:xfrm>
              <a:off x="9482363" y="24117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7" name="pt43927"/>
            <p:cNvSpPr/>
            <p:nvPr/>
          </p:nvSpPr>
          <p:spPr>
            <a:xfrm>
              <a:off x="8431181" y="24662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8" name="pt43928"/>
            <p:cNvSpPr/>
            <p:nvPr/>
          </p:nvSpPr>
          <p:spPr>
            <a:xfrm>
              <a:off x="8588529" y="21879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9" name="pt43929"/>
            <p:cNvSpPr/>
            <p:nvPr/>
          </p:nvSpPr>
          <p:spPr>
            <a:xfrm>
              <a:off x="8971473" y="22338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0" name="pt43930"/>
            <p:cNvSpPr/>
            <p:nvPr/>
          </p:nvSpPr>
          <p:spPr>
            <a:xfrm>
              <a:off x="9104672" y="20706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1" name="pt43931"/>
            <p:cNvSpPr/>
            <p:nvPr/>
          </p:nvSpPr>
          <p:spPr>
            <a:xfrm>
              <a:off x="8312152" y="21507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2" name="pt43932"/>
            <p:cNvSpPr/>
            <p:nvPr/>
          </p:nvSpPr>
          <p:spPr>
            <a:xfrm>
              <a:off x="8878122" y="20537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3" name="pt43933"/>
            <p:cNvSpPr/>
            <p:nvPr/>
          </p:nvSpPr>
          <p:spPr>
            <a:xfrm>
              <a:off x="9324827" y="20245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4" name="pt43934"/>
            <p:cNvSpPr/>
            <p:nvPr/>
          </p:nvSpPr>
          <p:spPr>
            <a:xfrm>
              <a:off x="8956027" y="21056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5" name="pt43935"/>
            <p:cNvSpPr/>
            <p:nvPr/>
          </p:nvSpPr>
          <p:spPr>
            <a:xfrm>
              <a:off x="8939053" y="18915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6" name="pt43936"/>
            <p:cNvSpPr/>
            <p:nvPr/>
          </p:nvSpPr>
          <p:spPr>
            <a:xfrm>
              <a:off x="8550210" y="25887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7" name="pt43937"/>
            <p:cNvSpPr/>
            <p:nvPr/>
          </p:nvSpPr>
          <p:spPr>
            <a:xfrm>
              <a:off x="8570436" y="25369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8" name="pt43938"/>
            <p:cNvSpPr/>
            <p:nvPr/>
          </p:nvSpPr>
          <p:spPr>
            <a:xfrm>
              <a:off x="9030305" y="19380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9" name="pt43939"/>
            <p:cNvSpPr/>
            <p:nvPr/>
          </p:nvSpPr>
          <p:spPr>
            <a:xfrm>
              <a:off x="9196592" y="23090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0" name="pt43940"/>
            <p:cNvSpPr/>
            <p:nvPr/>
          </p:nvSpPr>
          <p:spPr>
            <a:xfrm>
              <a:off x="8570436" y="24403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1" name="pt43941"/>
            <p:cNvSpPr/>
            <p:nvPr/>
          </p:nvSpPr>
          <p:spPr>
            <a:xfrm>
              <a:off x="8312152" y="25104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2" name="pt43942"/>
            <p:cNvSpPr/>
            <p:nvPr/>
          </p:nvSpPr>
          <p:spPr>
            <a:xfrm>
              <a:off x="8646309" y="26511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3" name="pt43943"/>
            <p:cNvSpPr/>
            <p:nvPr/>
          </p:nvSpPr>
          <p:spPr>
            <a:xfrm>
              <a:off x="9326470" y="21768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4" name="pt43944"/>
            <p:cNvSpPr/>
            <p:nvPr/>
          </p:nvSpPr>
          <p:spPr>
            <a:xfrm>
              <a:off x="8312152" y="26596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5" name="pt43945"/>
            <p:cNvSpPr/>
            <p:nvPr/>
          </p:nvSpPr>
          <p:spPr>
            <a:xfrm>
              <a:off x="8817779" y="21598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6" name="pt43946"/>
            <p:cNvSpPr/>
            <p:nvPr/>
          </p:nvSpPr>
          <p:spPr>
            <a:xfrm>
              <a:off x="8312152" y="26527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7" name="pt43947"/>
            <p:cNvSpPr/>
            <p:nvPr/>
          </p:nvSpPr>
          <p:spPr>
            <a:xfrm>
              <a:off x="8707558" y="22889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8" name="pt43948"/>
            <p:cNvSpPr/>
            <p:nvPr/>
          </p:nvSpPr>
          <p:spPr>
            <a:xfrm>
              <a:off x="9350622" y="21737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9" name="pt43949"/>
            <p:cNvSpPr/>
            <p:nvPr/>
          </p:nvSpPr>
          <p:spPr>
            <a:xfrm>
              <a:off x="8381780" y="24012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0" name="pt43950"/>
            <p:cNvSpPr/>
            <p:nvPr/>
          </p:nvSpPr>
          <p:spPr>
            <a:xfrm>
              <a:off x="8312152" y="2539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1" name="pt43951"/>
            <p:cNvSpPr/>
            <p:nvPr/>
          </p:nvSpPr>
          <p:spPr>
            <a:xfrm>
              <a:off x="9266385" y="18133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2" name="pt43952"/>
            <p:cNvSpPr/>
            <p:nvPr/>
          </p:nvSpPr>
          <p:spPr>
            <a:xfrm>
              <a:off x="9187914" y="21870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3" name="pt43953"/>
            <p:cNvSpPr/>
            <p:nvPr/>
          </p:nvSpPr>
          <p:spPr>
            <a:xfrm>
              <a:off x="8846813" y="20281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4" name="pt43954"/>
            <p:cNvSpPr/>
            <p:nvPr/>
          </p:nvSpPr>
          <p:spPr>
            <a:xfrm>
              <a:off x="8927523" y="18427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5" name="pt43955"/>
            <p:cNvSpPr/>
            <p:nvPr/>
          </p:nvSpPr>
          <p:spPr>
            <a:xfrm>
              <a:off x="9667785" y="23839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6" name="pt43956"/>
            <p:cNvSpPr/>
            <p:nvPr/>
          </p:nvSpPr>
          <p:spPr>
            <a:xfrm>
              <a:off x="8312152" y="21120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7" name="pt43957"/>
            <p:cNvSpPr/>
            <p:nvPr/>
          </p:nvSpPr>
          <p:spPr>
            <a:xfrm>
              <a:off x="9461227" y="24009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8" name="pt43958"/>
            <p:cNvSpPr/>
            <p:nvPr/>
          </p:nvSpPr>
          <p:spPr>
            <a:xfrm>
              <a:off x="9208605" y="18953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9" name="pt43959"/>
            <p:cNvSpPr/>
            <p:nvPr/>
          </p:nvSpPr>
          <p:spPr>
            <a:xfrm>
              <a:off x="8861436" y="19866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0" name="pt43960"/>
            <p:cNvSpPr/>
            <p:nvPr/>
          </p:nvSpPr>
          <p:spPr>
            <a:xfrm>
              <a:off x="9068885" y="1804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1" name="pt43961"/>
            <p:cNvSpPr/>
            <p:nvPr/>
          </p:nvSpPr>
          <p:spPr>
            <a:xfrm>
              <a:off x="8570436" y="25193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2" name="pt43962"/>
            <p:cNvSpPr/>
            <p:nvPr/>
          </p:nvSpPr>
          <p:spPr>
            <a:xfrm>
              <a:off x="9528241" y="19421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3" name="pt43963"/>
            <p:cNvSpPr/>
            <p:nvPr/>
          </p:nvSpPr>
          <p:spPr>
            <a:xfrm>
              <a:off x="8738867" y="19821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4" name="pt43964"/>
            <p:cNvSpPr/>
            <p:nvPr/>
          </p:nvSpPr>
          <p:spPr>
            <a:xfrm>
              <a:off x="8842954" y="19894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5" name="pt43965"/>
            <p:cNvSpPr/>
            <p:nvPr/>
          </p:nvSpPr>
          <p:spPr>
            <a:xfrm>
              <a:off x="8550210" y="24749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6" name="pt43966"/>
            <p:cNvSpPr/>
            <p:nvPr/>
          </p:nvSpPr>
          <p:spPr>
            <a:xfrm>
              <a:off x="9126216" y="20215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7" name="pt43967"/>
            <p:cNvSpPr/>
            <p:nvPr/>
          </p:nvSpPr>
          <p:spPr>
            <a:xfrm>
              <a:off x="9286979" y="19282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8" name="pt43968"/>
            <p:cNvSpPr/>
            <p:nvPr/>
          </p:nvSpPr>
          <p:spPr>
            <a:xfrm>
              <a:off x="9485353" y="24663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9" name="pt43969"/>
            <p:cNvSpPr/>
            <p:nvPr/>
          </p:nvSpPr>
          <p:spPr>
            <a:xfrm>
              <a:off x="8633583" y="2170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0" name="pt43970"/>
            <p:cNvSpPr/>
            <p:nvPr/>
          </p:nvSpPr>
          <p:spPr>
            <a:xfrm>
              <a:off x="9073023" y="18593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1" name="pt43971"/>
            <p:cNvSpPr/>
            <p:nvPr/>
          </p:nvSpPr>
          <p:spPr>
            <a:xfrm>
              <a:off x="9197584" y="17981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2" name="pt43972"/>
            <p:cNvSpPr/>
            <p:nvPr/>
          </p:nvSpPr>
          <p:spPr>
            <a:xfrm>
              <a:off x="8927523" y="18163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3" name="pt43973"/>
            <p:cNvSpPr/>
            <p:nvPr/>
          </p:nvSpPr>
          <p:spPr>
            <a:xfrm>
              <a:off x="8817779" y="19862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4" name="pt43974"/>
            <p:cNvSpPr/>
            <p:nvPr/>
          </p:nvSpPr>
          <p:spPr>
            <a:xfrm>
              <a:off x="9067835" y="17878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5" name="pt43975"/>
            <p:cNvSpPr/>
            <p:nvPr/>
          </p:nvSpPr>
          <p:spPr>
            <a:xfrm>
              <a:off x="8646309" y="22522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6" name="pt43976"/>
            <p:cNvSpPr/>
            <p:nvPr/>
          </p:nvSpPr>
          <p:spPr>
            <a:xfrm>
              <a:off x="9417384" y="1776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7" name="pt43977"/>
            <p:cNvSpPr/>
            <p:nvPr/>
          </p:nvSpPr>
          <p:spPr>
            <a:xfrm>
              <a:off x="9413347" y="20397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8" name="pt43978"/>
            <p:cNvSpPr/>
            <p:nvPr/>
          </p:nvSpPr>
          <p:spPr>
            <a:xfrm>
              <a:off x="8738867" y="23110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9" name="pt43979"/>
            <p:cNvSpPr/>
            <p:nvPr/>
          </p:nvSpPr>
          <p:spPr>
            <a:xfrm>
              <a:off x="9664325" y="11532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0" name="pt43980"/>
            <p:cNvSpPr/>
            <p:nvPr/>
          </p:nvSpPr>
          <p:spPr>
            <a:xfrm>
              <a:off x="8527280" y="25269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1" name="pt43981"/>
            <p:cNvSpPr/>
            <p:nvPr/>
          </p:nvSpPr>
          <p:spPr>
            <a:xfrm>
              <a:off x="8469500" y="2274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2" name="pt43982"/>
            <p:cNvSpPr/>
            <p:nvPr/>
          </p:nvSpPr>
          <p:spPr>
            <a:xfrm>
              <a:off x="8527280" y="26340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3" name="pt43983"/>
            <p:cNvSpPr/>
            <p:nvPr/>
          </p:nvSpPr>
          <p:spPr>
            <a:xfrm>
              <a:off x="8989011" y="19536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4" name="pt43984"/>
            <p:cNvSpPr/>
            <p:nvPr/>
          </p:nvSpPr>
          <p:spPr>
            <a:xfrm>
              <a:off x="8982209" y="19984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5" name="pt43985"/>
            <p:cNvSpPr/>
            <p:nvPr/>
          </p:nvSpPr>
          <p:spPr>
            <a:xfrm>
              <a:off x="8707558" y="22840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6" name="pt43986"/>
            <p:cNvSpPr/>
            <p:nvPr/>
          </p:nvSpPr>
          <p:spPr>
            <a:xfrm>
              <a:off x="9405714" y="20235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7" name="pt43987"/>
            <p:cNvSpPr/>
            <p:nvPr/>
          </p:nvSpPr>
          <p:spPr>
            <a:xfrm>
              <a:off x="9370170" y="20588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8" name="pt43988"/>
            <p:cNvSpPr/>
            <p:nvPr/>
          </p:nvSpPr>
          <p:spPr>
            <a:xfrm>
              <a:off x="8431181" y="2395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9" name="pt43989"/>
            <p:cNvSpPr/>
            <p:nvPr/>
          </p:nvSpPr>
          <p:spPr>
            <a:xfrm>
              <a:off x="9197089" y="17192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0" name="pt43990"/>
            <p:cNvSpPr/>
            <p:nvPr/>
          </p:nvSpPr>
          <p:spPr>
            <a:xfrm>
              <a:off x="8381780" y="24044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1" name="pt43991"/>
            <p:cNvSpPr/>
            <p:nvPr/>
          </p:nvSpPr>
          <p:spPr>
            <a:xfrm>
              <a:off x="8431181" y="24203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2" name="pt43992"/>
            <p:cNvSpPr/>
            <p:nvPr/>
          </p:nvSpPr>
          <p:spPr>
            <a:xfrm>
              <a:off x="8381780" y="23418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3" name="pt43993"/>
            <p:cNvSpPr/>
            <p:nvPr/>
          </p:nvSpPr>
          <p:spPr>
            <a:xfrm>
              <a:off x="9507319" y="21373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4" name="pt43994"/>
            <p:cNvSpPr/>
            <p:nvPr/>
          </p:nvSpPr>
          <p:spPr>
            <a:xfrm>
              <a:off x="8469500" y="26174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5" name="pt43995"/>
            <p:cNvSpPr/>
            <p:nvPr/>
          </p:nvSpPr>
          <p:spPr>
            <a:xfrm>
              <a:off x="8842954" y="21087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6" name="pt43996"/>
            <p:cNvSpPr/>
            <p:nvPr/>
          </p:nvSpPr>
          <p:spPr>
            <a:xfrm>
              <a:off x="9090502" y="17520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7" name="pt43997"/>
            <p:cNvSpPr/>
            <p:nvPr/>
          </p:nvSpPr>
          <p:spPr>
            <a:xfrm>
              <a:off x="8381780" y="24687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8" name="pt43998"/>
            <p:cNvSpPr/>
            <p:nvPr/>
          </p:nvSpPr>
          <p:spPr>
            <a:xfrm>
              <a:off x="8941268" y="19162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9" name="pt43999"/>
            <p:cNvSpPr/>
            <p:nvPr/>
          </p:nvSpPr>
          <p:spPr>
            <a:xfrm>
              <a:off x="8813199" y="20411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0" name="pt44000"/>
            <p:cNvSpPr/>
            <p:nvPr/>
          </p:nvSpPr>
          <p:spPr>
            <a:xfrm>
              <a:off x="8381780" y="23178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1" name="pt44001"/>
            <p:cNvSpPr/>
            <p:nvPr/>
          </p:nvSpPr>
          <p:spPr>
            <a:xfrm>
              <a:off x="9010896" y="18091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2" name="pt44002"/>
            <p:cNvSpPr/>
            <p:nvPr/>
          </p:nvSpPr>
          <p:spPr>
            <a:xfrm>
              <a:off x="8381780" y="24352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3" name="pt44003"/>
            <p:cNvSpPr/>
            <p:nvPr/>
          </p:nvSpPr>
          <p:spPr>
            <a:xfrm>
              <a:off x="8798679" y="23466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4" name="pt44004"/>
            <p:cNvSpPr/>
            <p:nvPr/>
          </p:nvSpPr>
          <p:spPr>
            <a:xfrm>
              <a:off x="9031610" y="18683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5" name="pt44005"/>
            <p:cNvSpPr/>
            <p:nvPr/>
          </p:nvSpPr>
          <p:spPr>
            <a:xfrm>
              <a:off x="8965842" y="2272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6" name="pt44006"/>
            <p:cNvSpPr/>
            <p:nvPr/>
          </p:nvSpPr>
          <p:spPr>
            <a:xfrm>
              <a:off x="8619838" y="22447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7" name="pt44007"/>
            <p:cNvSpPr/>
            <p:nvPr/>
          </p:nvSpPr>
          <p:spPr>
            <a:xfrm>
              <a:off x="9022254" y="17375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8" name="pt44008"/>
            <p:cNvSpPr/>
            <p:nvPr/>
          </p:nvSpPr>
          <p:spPr>
            <a:xfrm>
              <a:off x="8752612" y="23570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9" name="pt44009"/>
            <p:cNvSpPr/>
            <p:nvPr/>
          </p:nvSpPr>
          <p:spPr>
            <a:xfrm>
              <a:off x="8431181" y="23911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0" name="pt44010"/>
            <p:cNvSpPr/>
            <p:nvPr/>
          </p:nvSpPr>
          <p:spPr>
            <a:xfrm>
              <a:off x="8899053" y="22310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1" name="pt44011"/>
            <p:cNvSpPr/>
            <p:nvPr/>
          </p:nvSpPr>
          <p:spPr>
            <a:xfrm>
              <a:off x="8765338" y="20236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2" name="pt44012"/>
            <p:cNvSpPr/>
            <p:nvPr/>
          </p:nvSpPr>
          <p:spPr>
            <a:xfrm>
              <a:off x="9047741" y="22015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3" name="pt44013"/>
            <p:cNvSpPr/>
            <p:nvPr/>
          </p:nvSpPr>
          <p:spPr>
            <a:xfrm>
              <a:off x="8500809" y="25807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4" name="pt44014"/>
            <p:cNvSpPr/>
            <p:nvPr/>
          </p:nvSpPr>
          <p:spPr>
            <a:xfrm>
              <a:off x="8971473" y="22662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5" name="pt44015"/>
            <p:cNvSpPr/>
            <p:nvPr/>
          </p:nvSpPr>
          <p:spPr>
            <a:xfrm>
              <a:off x="9308507" y="21155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6" name="pt44016"/>
            <p:cNvSpPr/>
            <p:nvPr/>
          </p:nvSpPr>
          <p:spPr>
            <a:xfrm>
              <a:off x="8669239" y="22959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7" name="pt44017"/>
            <p:cNvSpPr/>
            <p:nvPr/>
          </p:nvSpPr>
          <p:spPr>
            <a:xfrm>
              <a:off x="9054703" y="20929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8" name="pt44018"/>
            <p:cNvSpPr/>
            <p:nvPr/>
          </p:nvSpPr>
          <p:spPr>
            <a:xfrm>
              <a:off x="8752612" y="21589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9" name="pt44019"/>
            <p:cNvSpPr/>
            <p:nvPr/>
          </p:nvSpPr>
          <p:spPr>
            <a:xfrm>
              <a:off x="9507319" y="20519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0" name="pt44020"/>
            <p:cNvSpPr/>
            <p:nvPr/>
          </p:nvSpPr>
          <p:spPr>
            <a:xfrm>
              <a:off x="8469500" y="22291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1" name="pt44021"/>
            <p:cNvSpPr/>
            <p:nvPr/>
          </p:nvSpPr>
          <p:spPr>
            <a:xfrm>
              <a:off x="9227900" y="20171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2" name="pt44022"/>
            <p:cNvSpPr/>
            <p:nvPr/>
          </p:nvSpPr>
          <p:spPr>
            <a:xfrm>
              <a:off x="9227900" y="20971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3" name="pt44023"/>
            <p:cNvSpPr/>
            <p:nvPr/>
          </p:nvSpPr>
          <p:spPr>
            <a:xfrm>
              <a:off x="8312152" y="26182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4" name="pt44024"/>
            <p:cNvSpPr/>
            <p:nvPr/>
          </p:nvSpPr>
          <p:spPr>
            <a:xfrm>
              <a:off x="8987335" y="20719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5" name="pt44025"/>
            <p:cNvSpPr/>
            <p:nvPr/>
          </p:nvSpPr>
          <p:spPr>
            <a:xfrm>
              <a:off x="8731558" y="23203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6" name="pt44026"/>
            <p:cNvSpPr/>
            <p:nvPr/>
          </p:nvSpPr>
          <p:spPr>
            <a:xfrm>
              <a:off x="9434026" y="18539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7" name="pt44027"/>
            <p:cNvSpPr/>
            <p:nvPr/>
          </p:nvSpPr>
          <p:spPr>
            <a:xfrm>
              <a:off x="9056963" y="20503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8" name="pt44028"/>
            <p:cNvSpPr/>
            <p:nvPr/>
          </p:nvSpPr>
          <p:spPr>
            <a:xfrm>
              <a:off x="8381780" y="23342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9" name="pt44029"/>
            <p:cNvSpPr/>
            <p:nvPr/>
          </p:nvSpPr>
          <p:spPr>
            <a:xfrm>
              <a:off x="8707558" y="23343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0" name="pt44030"/>
            <p:cNvSpPr/>
            <p:nvPr/>
          </p:nvSpPr>
          <p:spPr>
            <a:xfrm>
              <a:off x="9004922" y="17218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1" name="pt44031"/>
            <p:cNvSpPr/>
            <p:nvPr/>
          </p:nvSpPr>
          <p:spPr>
            <a:xfrm>
              <a:off x="8861436" y="20434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2" name="pt44032"/>
            <p:cNvSpPr/>
            <p:nvPr/>
          </p:nvSpPr>
          <p:spPr>
            <a:xfrm>
              <a:off x="8469500" y="21996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3" name="pt44033"/>
            <p:cNvSpPr/>
            <p:nvPr/>
          </p:nvSpPr>
          <p:spPr>
            <a:xfrm>
              <a:off x="8971473" y="22856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4" name="pt44034"/>
            <p:cNvSpPr/>
            <p:nvPr/>
          </p:nvSpPr>
          <p:spPr>
            <a:xfrm>
              <a:off x="9457237" y="21339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5" name="pt44035"/>
            <p:cNvSpPr/>
            <p:nvPr/>
          </p:nvSpPr>
          <p:spPr>
            <a:xfrm>
              <a:off x="8619838" y="2312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6" name="pt44036"/>
            <p:cNvSpPr/>
            <p:nvPr/>
          </p:nvSpPr>
          <p:spPr>
            <a:xfrm>
              <a:off x="9068885" y="19181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7" name="pt44037"/>
            <p:cNvSpPr/>
            <p:nvPr/>
          </p:nvSpPr>
          <p:spPr>
            <a:xfrm>
              <a:off x="8570436" y="25783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8" name="pt44038"/>
            <p:cNvSpPr/>
            <p:nvPr/>
          </p:nvSpPr>
          <p:spPr>
            <a:xfrm>
              <a:off x="9286390" y="18700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9" name="pt44039"/>
            <p:cNvSpPr/>
            <p:nvPr/>
          </p:nvSpPr>
          <p:spPr>
            <a:xfrm>
              <a:off x="8312152" y="24219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0" name="pt44040"/>
            <p:cNvSpPr/>
            <p:nvPr/>
          </p:nvSpPr>
          <p:spPr>
            <a:xfrm>
              <a:off x="8381780" y="22136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1" name="pt44041"/>
            <p:cNvSpPr/>
            <p:nvPr/>
          </p:nvSpPr>
          <p:spPr>
            <a:xfrm>
              <a:off x="9482363" y="22886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2" name="pt44042"/>
            <p:cNvSpPr/>
            <p:nvPr/>
          </p:nvSpPr>
          <p:spPr>
            <a:xfrm>
              <a:off x="8527280" y="2677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3" name="pt44043"/>
            <p:cNvSpPr/>
            <p:nvPr/>
          </p:nvSpPr>
          <p:spPr>
            <a:xfrm>
              <a:off x="9525110" y="17066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4" name="pt44044"/>
            <p:cNvSpPr/>
            <p:nvPr/>
          </p:nvSpPr>
          <p:spPr>
            <a:xfrm>
              <a:off x="9097733" y="19970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5" name="pt44045"/>
            <p:cNvSpPr/>
            <p:nvPr/>
          </p:nvSpPr>
          <p:spPr>
            <a:xfrm>
              <a:off x="8550210" y="25369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6" name="pt44046"/>
            <p:cNvSpPr/>
            <p:nvPr/>
          </p:nvSpPr>
          <p:spPr>
            <a:xfrm>
              <a:off x="8864906" y="1884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7" name="pt44047"/>
            <p:cNvSpPr/>
            <p:nvPr/>
          </p:nvSpPr>
          <p:spPr>
            <a:xfrm>
              <a:off x="8431181" y="25162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8" name="pt44048"/>
            <p:cNvSpPr/>
            <p:nvPr/>
          </p:nvSpPr>
          <p:spPr>
            <a:xfrm>
              <a:off x="8381780" y="2413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9" name="pt44049"/>
            <p:cNvSpPr/>
            <p:nvPr/>
          </p:nvSpPr>
          <p:spPr>
            <a:xfrm>
              <a:off x="9007935" y="20368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0" name="pt44050"/>
            <p:cNvSpPr/>
            <p:nvPr/>
          </p:nvSpPr>
          <p:spPr>
            <a:xfrm>
              <a:off x="9079049" y="19709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1" name="pt44051"/>
            <p:cNvSpPr/>
            <p:nvPr/>
          </p:nvSpPr>
          <p:spPr>
            <a:xfrm>
              <a:off x="8689465" y="2395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2" name="pt44052"/>
            <p:cNvSpPr/>
            <p:nvPr/>
          </p:nvSpPr>
          <p:spPr>
            <a:xfrm>
              <a:off x="8312152" y="25611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3" name="pt44053"/>
            <p:cNvSpPr/>
            <p:nvPr/>
          </p:nvSpPr>
          <p:spPr>
            <a:xfrm>
              <a:off x="8500809" y="25405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4" name="pt44054"/>
            <p:cNvSpPr/>
            <p:nvPr/>
          </p:nvSpPr>
          <p:spPr>
            <a:xfrm>
              <a:off x="9148018" y="2084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5" name="pt44055"/>
            <p:cNvSpPr/>
            <p:nvPr/>
          </p:nvSpPr>
          <p:spPr>
            <a:xfrm>
              <a:off x="8588529" y="2277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6" name="pt44056"/>
            <p:cNvSpPr/>
            <p:nvPr/>
          </p:nvSpPr>
          <p:spPr>
            <a:xfrm>
              <a:off x="8971473" y="21229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7" name="pt44057"/>
            <p:cNvSpPr/>
            <p:nvPr/>
          </p:nvSpPr>
          <p:spPr>
            <a:xfrm>
              <a:off x="9010896" y="16601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8" name="pt44058"/>
            <p:cNvSpPr/>
            <p:nvPr/>
          </p:nvSpPr>
          <p:spPr>
            <a:xfrm>
              <a:off x="8500809" y="24702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9" name="pt44059"/>
            <p:cNvSpPr/>
            <p:nvPr/>
          </p:nvSpPr>
          <p:spPr>
            <a:xfrm>
              <a:off x="8469500" y="22593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0" name="pt44060"/>
            <p:cNvSpPr/>
            <p:nvPr/>
          </p:nvSpPr>
          <p:spPr>
            <a:xfrm>
              <a:off x="9185276" y="22027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1" name="pt44061"/>
            <p:cNvSpPr/>
            <p:nvPr/>
          </p:nvSpPr>
          <p:spPr>
            <a:xfrm>
              <a:off x="8312152" y="2443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2" name="pt44062"/>
            <p:cNvSpPr/>
            <p:nvPr/>
          </p:nvSpPr>
          <p:spPr>
            <a:xfrm>
              <a:off x="9044150" y="18974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3" name="pt44063"/>
            <p:cNvSpPr/>
            <p:nvPr/>
          </p:nvSpPr>
          <p:spPr>
            <a:xfrm>
              <a:off x="8633583" y="21662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4" name="pt44064"/>
            <p:cNvSpPr/>
            <p:nvPr/>
          </p:nvSpPr>
          <p:spPr>
            <a:xfrm>
              <a:off x="9324827" y="22146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5" name="pt44065"/>
            <p:cNvSpPr/>
            <p:nvPr/>
          </p:nvSpPr>
          <p:spPr>
            <a:xfrm>
              <a:off x="8527280" y="26354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6" name="pt44066"/>
            <p:cNvSpPr/>
            <p:nvPr/>
          </p:nvSpPr>
          <p:spPr>
            <a:xfrm>
              <a:off x="8899053" y="21789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7" name="pt44067"/>
            <p:cNvSpPr/>
            <p:nvPr/>
          </p:nvSpPr>
          <p:spPr>
            <a:xfrm>
              <a:off x="9680997" y="25345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8" name="pt44068"/>
            <p:cNvSpPr/>
            <p:nvPr/>
          </p:nvSpPr>
          <p:spPr>
            <a:xfrm>
              <a:off x="9750516" y="23356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9" name="pt44069"/>
            <p:cNvSpPr/>
            <p:nvPr/>
          </p:nvSpPr>
          <p:spPr>
            <a:xfrm>
              <a:off x="8469500" y="25535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0" name="pt44070"/>
            <p:cNvSpPr/>
            <p:nvPr/>
          </p:nvSpPr>
          <p:spPr>
            <a:xfrm>
              <a:off x="8956027" y="21341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1" name="pt44071"/>
            <p:cNvSpPr/>
            <p:nvPr/>
          </p:nvSpPr>
          <p:spPr>
            <a:xfrm>
              <a:off x="8949856" y="2052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2" name="pt44072"/>
            <p:cNvSpPr/>
            <p:nvPr/>
          </p:nvSpPr>
          <p:spPr>
            <a:xfrm>
              <a:off x="9382741" y="20686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3" name="pt44073"/>
            <p:cNvSpPr/>
            <p:nvPr/>
          </p:nvSpPr>
          <p:spPr>
            <a:xfrm>
              <a:off x="8759093" y="21627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4" name="pt44074"/>
            <p:cNvSpPr/>
            <p:nvPr/>
          </p:nvSpPr>
          <p:spPr>
            <a:xfrm>
              <a:off x="8469500" y="24157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5" name="pt44075"/>
            <p:cNvSpPr/>
            <p:nvPr/>
          </p:nvSpPr>
          <p:spPr>
            <a:xfrm>
              <a:off x="9064645" y="19837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6" name="pt44076"/>
            <p:cNvSpPr/>
            <p:nvPr/>
          </p:nvSpPr>
          <p:spPr>
            <a:xfrm>
              <a:off x="8752612" y="20897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7" name="pt44077"/>
            <p:cNvSpPr/>
            <p:nvPr/>
          </p:nvSpPr>
          <p:spPr>
            <a:xfrm>
              <a:off x="8500809" y="26042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8" name="pt44078"/>
            <p:cNvSpPr/>
            <p:nvPr/>
          </p:nvSpPr>
          <p:spPr>
            <a:xfrm>
              <a:off x="8469500" y="23523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9" name="pt44079"/>
            <p:cNvSpPr/>
            <p:nvPr/>
          </p:nvSpPr>
          <p:spPr>
            <a:xfrm>
              <a:off x="8864906" y="20404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0" name="pt44080"/>
            <p:cNvSpPr/>
            <p:nvPr/>
          </p:nvSpPr>
          <p:spPr>
            <a:xfrm>
              <a:off x="8980466" y="19633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1" name="pt44081"/>
            <p:cNvSpPr/>
            <p:nvPr/>
          </p:nvSpPr>
          <p:spPr>
            <a:xfrm>
              <a:off x="8619838" y="22657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2" name="pt44082"/>
            <p:cNvSpPr/>
            <p:nvPr/>
          </p:nvSpPr>
          <p:spPr>
            <a:xfrm>
              <a:off x="8907297" y="20773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3" name="pt44083"/>
            <p:cNvSpPr/>
            <p:nvPr/>
          </p:nvSpPr>
          <p:spPr>
            <a:xfrm>
              <a:off x="9232403" y="1960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4" name="pt44084"/>
            <p:cNvSpPr/>
            <p:nvPr/>
          </p:nvSpPr>
          <p:spPr>
            <a:xfrm>
              <a:off x="8312152" y="24406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5" name="pt44085"/>
            <p:cNvSpPr/>
            <p:nvPr/>
          </p:nvSpPr>
          <p:spPr>
            <a:xfrm>
              <a:off x="8759093" y="21266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6" name="pt44086"/>
            <p:cNvSpPr/>
            <p:nvPr/>
          </p:nvSpPr>
          <p:spPr>
            <a:xfrm>
              <a:off x="9141283" y="20388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7" name="pt44087"/>
            <p:cNvSpPr/>
            <p:nvPr/>
          </p:nvSpPr>
          <p:spPr>
            <a:xfrm>
              <a:off x="9356410" y="20820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8" name="pt44088"/>
            <p:cNvSpPr/>
            <p:nvPr/>
          </p:nvSpPr>
          <p:spPr>
            <a:xfrm>
              <a:off x="8963923" y="2262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9" name="pt44089"/>
            <p:cNvSpPr/>
            <p:nvPr/>
          </p:nvSpPr>
          <p:spPr>
            <a:xfrm>
              <a:off x="8850587" y="20979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0" name="pt44090"/>
            <p:cNvSpPr/>
            <p:nvPr/>
          </p:nvSpPr>
          <p:spPr>
            <a:xfrm>
              <a:off x="8752612" y="2182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1" name="pt44091"/>
            <p:cNvSpPr/>
            <p:nvPr/>
          </p:nvSpPr>
          <p:spPr>
            <a:xfrm>
              <a:off x="9064645" y="18885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2" name="pt44092"/>
            <p:cNvSpPr/>
            <p:nvPr/>
          </p:nvSpPr>
          <p:spPr>
            <a:xfrm>
              <a:off x="9003396" y="20003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3" name="pt44093"/>
            <p:cNvSpPr/>
            <p:nvPr/>
          </p:nvSpPr>
          <p:spPr>
            <a:xfrm>
              <a:off x="8738867" y="22711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4" name="pt44094"/>
            <p:cNvSpPr/>
            <p:nvPr/>
          </p:nvSpPr>
          <p:spPr>
            <a:xfrm>
              <a:off x="9007935" y="20120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5" name="pt44095"/>
            <p:cNvSpPr/>
            <p:nvPr/>
          </p:nvSpPr>
          <p:spPr>
            <a:xfrm>
              <a:off x="9037995" y="19076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6" name="pt44096"/>
            <p:cNvSpPr/>
            <p:nvPr/>
          </p:nvSpPr>
          <p:spPr>
            <a:xfrm>
              <a:off x="9898409" y="28422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7" name="pt44097"/>
            <p:cNvSpPr/>
            <p:nvPr/>
          </p:nvSpPr>
          <p:spPr>
            <a:xfrm>
              <a:off x="9177111" y="1952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8" name="pt44098"/>
            <p:cNvSpPr/>
            <p:nvPr/>
          </p:nvSpPr>
          <p:spPr>
            <a:xfrm>
              <a:off x="8619838" y="22415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9" name="pt44099"/>
            <p:cNvSpPr/>
            <p:nvPr/>
          </p:nvSpPr>
          <p:spPr>
            <a:xfrm>
              <a:off x="8312152" y="26346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0" name="pt44100"/>
            <p:cNvSpPr/>
            <p:nvPr/>
          </p:nvSpPr>
          <p:spPr>
            <a:xfrm>
              <a:off x="8381780" y="21637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1" name="pt44101"/>
            <p:cNvSpPr/>
            <p:nvPr/>
          </p:nvSpPr>
          <p:spPr>
            <a:xfrm>
              <a:off x="8431181" y="25624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2" name="pt44102"/>
            <p:cNvSpPr/>
            <p:nvPr/>
          </p:nvSpPr>
          <p:spPr>
            <a:xfrm>
              <a:off x="8846813" y="19490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3" name="pt44103"/>
            <p:cNvSpPr/>
            <p:nvPr/>
          </p:nvSpPr>
          <p:spPr>
            <a:xfrm>
              <a:off x="8960020" y="20570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4" name="pt44104"/>
            <p:cNvSpPr/>
            <p:nvPr/>
          </p:nvSpPr>
          <p:spPr>
            <a:xfrm>
              <a:off x="8864906" y="17480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5" name="pt44105"/>
            <p:cNvSpPr/>
            <p:nvPr/>
          </p:nvSpPr>
          <p:spPr>
            <a:xfrm>
              <a:off x="9123951" y="20891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6" name="pt44106"/>
            <p:cNvSpPr/>
            <p:nvPr/>
          </p:nvSpPr>
          <p:spPr>
            <a:xfrm>
              <a:off x="8793552" y="21548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7" name="pt44107"/>
            <p:cNvSpPr/>
            <p:nvPr/>
          </p:nvSpPr>
          <p:spPr>
            <a:xfrm>
              <a:off x="8846813" y="2033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8" name="pt44108"/>
            <p:cNvSpPr/>
            <p:nvPr/>
          </p:nvSpPr>
          <p:spPr>
            <a:xfrm>
              <a:off x="8731558" y="22550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9" name="pt44109"/>
            <p:cNvSpPr/>
            <p:nvPr/>
          </p:nvSpPr>
          <p:spPr>
            <a:xfrm>
              <a:off x="8956027" y="20108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0" name="pt44110"/>
            <p:cNvSpPr/>
            <p:nvPr/>
          </p:nvSpPr>
          <p:spPr>
            <a:xfrm>
              <a:off x="8881273" y="21616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1" name="pt44111"/>
            <p:cNvSpPr/>
            <p:nvPr/>
          </p:nvSpPr>
          <p:spPr>
            <a:xfrm>
              <a:off x="8745877" y="20948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2" name="pt44112"/>
            <p:cNvSpPr/>
            <p:nvPr/>
          </p:nvSpPr>
          <p:spPr>
            <a:xfrm>
              <a:off x="8431181" y="22467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3" name="pt44113"/>
            <p:cNvSpPr/>
            <p:nvPr/>
          </p:nvSpPr>
          <p:spPr>
            <a:xfrm>
              <a:off x="9184210" y="21095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4" name="pt44114"/>
            <p:cNvSpPr/>
            <p:nvPr/>
          </p:nvSpPr>
          <p:spPr>
            <a:xfrm>
              <a:off x="9079049" y="1984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5" name="pt44115"/>
            <p:cNvSpPr/>
            <p:nvPr/>
          </p:nvSpPr>
          <p:spPr>
            <a:xfrm>
              <a:off x="8822239" y="20609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6" name="pt44116"/>
            <p:cNvSpPr/>
            <p:nvPr/>
          </p:nvSpPr>
          <p:spPr>
            <a:xfrm>
              <a:off x="9294459" y="19651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7" name="pt44117"/>
            <p:cNvSpPr/>
            <p:nvPr/>
          </p:nvSpPr>
          <p:spPr>
            <a:xfrm>
              <a:off x="9126964" y="20197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8" name="pt44118"/>
            <p:cNvSpPr/>
            <p:nvPr/>
          </p:nvSpPr>
          <p:spPr>
            <a:xfrm>
              <a:off x="8312152" y="22855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9" name="pt44119"/>
            <p:cNvSpPr/>
            <p:nvPr/>
          </p:nvSpPr>
          <p:spPr>
            <a:xfrm>
              <a:off x="8893328" y="19338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0" name="pt44120"/>
            <p:cNvSpPr/>
            <p:nvPr/>
          </p:nvSpPr>
          <p:spPr>
            <a:xfrm>
              <a:off x="9044150" y="17709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1" name="pt44121"/>
            <p:cNvSpPr/>
            <p:nvPr/>
          </p:nvSpPr>
          <p:spPr>
            <a:xfrm>
              <a:off x="8570436" y="24857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2" name="pt44122"/>
            <p:cNvSpPr/>
            <p:nvPr/>
          </p:nvSpPr>
          <p:spPr>
            <a:xfrm>
              <a:off x="8646309" y="24331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3" name="pt44123"/>
            <p:cNvSpPr/>
            <p:nvPr/>
          </p:nvSpPr>
          <p:spPr>
            <a:xfrm>
              <a:off x="9141283" y="21120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4" name="pt44124"/>
            <p:cNvSpPr/>
            <p:nvPr/>
          </p:nvSpPr>
          <p:spPr>
            <a:xfrm>
              <a:off x="8604896" y="2349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5" name="pt44125"/>
            <p:cNvSpPr/>
            <p:nvPr/>
          </p:nvSpPr>
          <p:spPr>
            <a:xfrm>
              <a:off x="8881273" y="21941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6" name="pt44126"/>
            <p:cNvSpPr/>
            <p:nvPr/>
          </p:nvSpPr>
          <p:spPr>
            <a:xfrm>
              <a:off x="9304571" y="21533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7" name="pt44127"/>
            <p:cNvSpPr/>
            <p:nvPr/>
          </p:nvSpPr>
          <p:spPr>
            <a:xfrm>
              <a:off x="9042937" y="18017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8" name="pt44128"/>
            <p:cNvSpPr/>
            <p:nvPr/>
          </p:nvSpPr>
          <p:spPr>
            <a:xfrm>
              <a:off x="9100368" y="20722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9" name="pt44129"/>
            <p:cNvSpPr/>
            <p:nvPr/>
          </p:nvSpPr>
          <p:spPr>
            <a:xfrm>
              <a:off x="8604896" y="20195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0" name="pt44130"/>
            <p:cNvSpPr/>
            <p:nvPr/>
          </p:nvSpPr>
          <p:spPr>
            <a:xfrm>
              <a:off x="8431181" y="23431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1" name="pt44131"/>
            <p:cNvSpPr/>
            <p:nvPr/>
          </p:nvSpPr>
          <p:spPr>
            <a:xfrm>
              <a:off x="8658156" y="22896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2" name="pt44132"/>
            <p:cNvSpPr/>
            <p:nvPr/>
          </p:nvSpPr>
          <p:spPr>
            <a:xfrm>
              <a:off x="8980466" y="20922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3" name="pt44133"/>
            <p:cNvSpPr/>
            <p:nvPr/>
          </p:nvSpPr>
          <p:spPr>
            <a:xfrm>
              <a:off x="8604896" y="22643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4" name="pt44134"/>
            <p:cNvSpPr/>
            <p:nvPr/>
          </p:nvSpPr>
          <p:spPr>
            <a:xfrm>
              <a:off x="9199552" y="18233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5" name="pt44135"/>
            <p:cNvSpPr/>
            <p:nvPr/>
          </p:nvSpPr>
          <p:spPr>
            <a:xfrm>
              <a:off x="8570436" y="24000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6" name="pt44136"/>
            <p:cNvSpPr/>
            <p:nvPr/>
          </p:nvSpPr>
          <p:spPr>
            <a:xfrm>
              <a:off x="8550210" y="25550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7" name="pt44137"/>
            <p:cNvSpPr/>
            <p:nvPr/>
          </p:nvSpPr>
          <p:spPr>
            <a:xfrm>
              <a:off x="9044150" y="17905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8" name="pt44138"/>
            <p:cNvSpPr/>
            <p:nvPr/>
          </p:nvSpPr>
          <p:spPr>
            <a:xfrm>
              <a:off x="8731558" y="23904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9" name="pt44139"/>
            <p:cNvSpPr/>
            <p:nvPr/>
          </p:nvSpPr>
          <p:spPr>
            <a:xfrm>
              <a:off x="8826587" y="21651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0" name="pt44140"/>
            <p:cNvSpPr/>
            <p:nvPr/>
          </p:nvSpPr>
          <p:spPr>
            <a:xfrm>
              <a:off x="8907297" y="21442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1" name="pt44141"/>
            <p:cNvSpPr/>
            <p:nvPr/>
          </p:nvSpPr>
          <p:spPr>
            <a:xfrm>
              <a:off x="9359136" y="20654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2" name="pt44142"/>
            <p:cNvSpPr/>
            <p:nvPr/>
          </p:nvSpPr>
          <p:spPr>
            <a:xfrm>
              <a:off x="9216319" y="20295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3" name="pt44143"/>
            <p:cNvSpPr/>
            <p:nvPr/>
          </p:nvSpPr>
          <p:spPr>
            <a:xfrm>
              <a:off x="8570436" y="24772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4" name="pt44144"/>
            <p:cNvSpPr/>
            <p:nvPr/>
          </p:nvSpPr>
          <p:spPr>
            <a:xfrm>
              <a:off x="8808494" y="21800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5" name="pt44145"/>
            <p:cNvSpPr/>
            <p:nvPr/>
          </p:nvSpPr>
          <p:spPr>
            <a:xfrm>
              <a:off x="9155133" y="21263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6" name="pt44146"/>
            <p:cNvSpPr/>
            <p:nvPr/>
          </p:nvSpPr>
          <p:spPr>
            <a:xfrm>
              <a:off x="8633583" y="21627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7" name="pt44147"/>
            <p:cNvSpPr/>
            <p:nvPr/>
          </p:nvSpPr>
          <p:spPr>
            <a:xfrm>
              <a:off x="8633583" y="20396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8" name="pt44148"/>
            <p:cNvSpPr/>
            <p:nvPr/>
          </p:nvSpPr>
          <p:spPr>
            <a:xfrm>
              <a:off x="8907297" y="20835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9" name="pt44149"/>
            <p:cNvSpPr/>
            <p:nvPr/>
          </p:nvSpPr>
          <p:spPr>
            <a:xfrm>
              <a:off x="8987335" y="1998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0" name="pt44150"/>
            <p:cNvSpPr/>
            <p:nvPr/>
          </p:nvSpPr>
          <p:spPr>
            <a:xfrm>
              <a:off x="9550412" y="20813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1" name="pt44151"/>
            <p:cNvSpPr/>
            <p:nvPr/>
          </p:nvSpPr>
          <p:spPr>
            <a:xfrm>
              <a:off x="8803657" y="20216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2" name="pt44152"/>
            <p:cNvSpPr/>
            <p:nvPr/>
          </p:nvSpPr>
          <p:spPr>
            <a:xfrm>
              <a:off x="8945616" y="21322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3" name="pt44153"/>
            <p:cNvSpPr/>
            <p:nvPr/>
          </p:nvSpPr>
          <p:spPr>
            <a:xfrm>
              <a:off x="8922686" y="18049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4" name="pt44154"/>
            <p:cNvSpPr/>
            <p:nvPr/>
          </p:nvSpPr>
          <p:spPr>
            <a:xfrm>
              <a:off x="9304571" y="21563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5" name="pt44155"/>
            <p:cNvSpPr/>
            <p:nvPr/>
          </p:nvSpPr>
          <p:spPr>
            <a:xfrm>
              <a:off x="9048921" y="20996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6" name="pt44156"/>
            <p:cNvSpPr/>
            <p:nvPr/>
          </p:nvSpPr>
          <p:spPr>
            <a:xfrm>
              <a:off x="9352440" y="21045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7" name="pt44157"/>
            <p:cNvSpPr/>
            <p:nvPr/>
          </p:nvSpPr>
          <p:spPr>
            <a:xfrm>
              <a:off x="8500809" y="27720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8" name="pt44158"/>
            <p:cNvSpPr/>
            <p:nvPr/>
          </p:nvSpPr>
          <p:spPr>
            <a:xfrm>
              <a:off x="9321732" y="22024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9" name="pt44159"/>
            <p:cNvSpPr/>
            <p:nvPr/>
          </p:nvSpPr>
          <p:spPr>
            <a:xfrm>
              <a:off x="9174300" y="20044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0" name="pt44160"/>
            <p:cNvSpPr/>
            <p:nvPr/>
          </p:nvSpPr>
          <p:spPr>
            <a:xfrm>
              <a:off x="8381780" y="24065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1" name="pt44161"/>
            <p:cNvSpPr/>
            <p:nvPr/>
          </p:nvSpPr>
          <p:spPr>
            <a:xfrm>
              <a:off x="9389022" y="21904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2" name="pt44162"/>
            <p:cNvSpPr/>
            <p:nvPr/>
          </p:nvSpPr>
          <p:spPr>
            <a:xfrm>
              <a:off x="9104672" y="20501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3" name="pt44163"/>
            <p:cNvSpPr/>
            <p:nvPr/>
          </p:nvSpPr>
          <p:spPr>
            <a:xfrm>
              <a:off x="8500809" y="25770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4" name="pt44164"/>
            <p:cNvSpPr/>
            <p:nvPr/>
          </p:nvSpPr>
          <p:spPr>
            <a:xfrm>
              <a:off x="8469500" y="25055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5" name="pt44165"/>
            <p:cNvSpPr/>
            <p:nvPr/>
          </p:nvSpPr>
          <p:spPr>
            <a:xfrm>
              <a:off x="9010896" y="17130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6" name="pt44166"/>
            <p:cNvSpPr/>
            <p:nvPr/>
          </p:nvSpPr>
          <p:spPr>
            <a:xfrm>
              <a:off x="8771364" y="21745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7" name="pt44167"/>
            <p:cNvSpPr/>
            <p:nvPr/>
          </p:nvSpPr>
          <p:spPr>
            <a:xfrm>
              <a:off x="8947749" y="21457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8" name="pt44168"/>
            <p:cNvSpPr/>
            <p:nvPr/>
          </p:nvSpPr>
          <p:spPr>
            <a:xfrm>
              <a:off x="9123951" y="19962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9" name="pt44169"/>
            <p:cNvSpPr/>
            <p:nvPr/>
          </p:nvSpPr>
          <p:spPr>
            <a:xfrm>
              <a:off x="8312152" y="2373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0" name="pt44170"/>
            <p:cNvSpPr/>
            <p:nvPr/>
          </p:nvSpPr>
          <p:spPr>
            <a:xfrm>
              <a:off x="8431181" y="23834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1" name="pt44171"/>
            <p:cNvSpPr/>
            <p:nvPr/>
          </p:nvSpPr>
          <p:spPr>
            <a:xfrm>
              <a:off x="8878122" y="20562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2" name="pt44172"/>
            <p:cNvSpPr/>
            <p:nvPr/>
          </p:nvSpPr>
          <p:spPr>
            <a:xfrm>
              <a:off x="8817779" y="21185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3" name="pt44173"/>
            <p:cNvSpPr/>
            <p:nvPr/>
          </p:nvSpPr>
          <p:spPr>
            <a:xfrm>
              <a:off x="8646309" y="23949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4" name="pt44174"/>
            <p:cNvSpPr/>
            <p:nvPr/>
          </p:nvSpPr>
          <p:spPr>
            <a:xfrm>
              <a:off x="8431181" y="23180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5" name="pt44175"/>
            <p:cNvSpPr/>
            <p:nvPr/>
          </p:nvSpPr>
          <p:spPr>
            <a:xfrm>
              <a:off x="9259623" y="1988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6" name="pt44176"/>
            <p:cNvSpPr/>
            <p:nvPr/>
          </p:nvSpPr>
          <p:spPr>
            <a:xfrm>
              <a:off x="8945616" y="21186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7" name="pt44177"/>
            <p:cNvSpPr/>
            <p:nvPr/>
          </p:nvSpPr>
          <p:spPr>
            <a:xfrm>
              <a:off x="8793552" y="20712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8" name="pt44178"/>
            <p:cNvSpPr/>
            <p:nvPr/>
          </p:nvSpPr>
          <p:spPr>
            <a:xfrm>
              <a:off x="8971473" y="22479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9" name="pt44179"/>
            <p:cNvSpPr/>
            <p:nvPr/>
          </p:nvSpPr>
          <p:spPr>
            <a:xfrm>
              <a:off x="8469500" y="24066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0" name="pt44180"/>
            <p:cNvSpPr/>
            <p:nvPr/>
          </p:nvSpPr>
          <p:spPr>
            <a:xfrm>
              <a:off x="8469500" y="25153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1" name="pt44181"/>
            <p:cNvSpPr/>
            <p:nvPr/>
          </p:nvSpPr>
          <p:spPr>
            <a:xfrm>
              <a:off x="9283113" y="19807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2" name="pt44182"/>
            <p:cNvSpPr/>
            <p:nvPr/>
          </p:nvSpPr>
          <p:spPr>
            <a:xfrm>
              <a:off x="8842954" y="19634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3" name="pt44183"/>
            <p:cNvSpPr/>
            <p:nvPr/>
          </p:nvSpPr>
          <p:spPr>
            <a:xfrm>
              <a:off x="8619838" y="21794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4" name="pt44184"/>
            <p:cNvSpPr/>
            <p:nvPr/>
          </p:nvSpPr>
          <p:spPr>
            <a:xfrm>
              <a:off x="8698750" y="2318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5" name="pt44185"/>
            <p:cNvSpPr/>
            <p:nvPr/>
          </p:nvSpPr>
          <p:spPr>
            <a:xfrm>
              <a:off x="8431181" y="22491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6" name="pt44186"/>
            <p:cNvSpPr/>
            <p:nvPr/>
          </p:nvSpPr>
          <p:spPr>
            <a:xfrm>
              <a:off x="8550210" y="25277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7" name="pt44187"/>
            <p:cNvSpPr/>
            <p:nvPr/>
          </p:nvSpPr>
          <p:spPr>
            <a:xfrm>
              <a:off x="9286979" y="20814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8" name="pt44188"/>
            <p:cNvSpPr/>
            <p:nvPr/>
          </p:nvSpPr>
          <p:spPr>
            <a:xfrm>
              <a:off x="8893328" y="19754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9" name="pt44189"/>
            <p:cNvSpPr/>
            <p:nvPr/>
          </p:nvSpPr>
          <p:spPr>
            <a:xfrm>
              <a:off x="8588529" y="21941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0" name="pt44190"/>
            <p:cNvSpPr/>
            <p:nvPr/>
          </p:nvSpPr>
          <p:spPr>
            <a:xfrm>
              <a:off x="8854280" y="20309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1" name="pt44191"/>
            <p:cNvSpPr/>
            <p:nvPr/>
          </p:nvSpPr>
          <p:spPr>
            <a:xfrm>
              <a:off x="8813199" y="22258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2" name="pt44192"/>
            <p:cNvSpPr/>
            <p:nvPr/>
          </p:nvSpPr>
          <p:spPr>
            <a:xfrm>
              <a:off x="9319557" y="21731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3" name="pt44193"/>
            <p:cNvSpPr/>
            <p:nvPr/>
          </p:nvSpPr>
          <p:spPr>
            <a:xfrm>
              <a:off x="8500809" y="26398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4" name="pt44194"/>
            <p:cNvSpPr/>
            <p:nvPr/>
          </p:nvSpPr>
          <p:spPr>
            <a:xfrm>
              <a:off x="8989011" y="19835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5" name="pt44195"/>
            <p:cNvSpPr/>
            <p:nvPr/>
          </p:nvSpPr>
          <p:spPr>
            <a:xfrm>
              <a:off x="8588529" y="2214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6" name="pt44196"/>
            <p:cNvSpPr/>
            <p:nvPr/>
          </p:nvSpPr>
          <p:spPr>
            <a:xfrm>
              <a:off x="9076063" y="19176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7" name="pt44197"/>
            <p:cNvSpPr/>
            <p:nvPr/>
          </p:nvSpPr>
          <p:spPr>
            <a:xfrm>
              <a:off x="8431181" y="23461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8" name="pt44198"/>
            <p:cNvSpPr/>
            <p:nvPr/>
          </p:nvSpPr>
          <p:spPr>
            <a:xfrm>
              <a:off x="8588529" y="22566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9" name="pt44199"/>
            <p:cNvSpPr/>
            <p:nvPr/>
          </p:nvSpPr>
          <p:spPr>
            <a:xfrm>
              <a:off x="8922686" y="19084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0" name="pt44200"/>
            <p:cNvSpPr/>
            <p:nvPr/>
          </p:nvSpPr>
          <p:spPr>
            <a:xfrm>
              <a:off x="9110522" y="21825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1" name="pt44201"/>
            <p:cNvSpPr/>
            <p:nvPr/>
          </p:nvSpPr>
          <p:spPr>
            <a:xfrm>
              <a:off x="8312152" y="21879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2" name="pt44202"/>
            <p:cNvSpPr/>
            <p:nvPr/>
          </p:nvSpPr>
          <p:spPr>
            <a:xfrm>
              <a:off x="8658156" y="24936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3" name="pt44203"/>
            <p:cNvSpPr/>
            <p:nvPr/>
          </p:nvSpPr>
          <p:spPr>
            <a:xfrm>
              <a:off x="8658156" y="2448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4" name="pt44204"/>
            <p:cNvSpPr/>
            <p:nvPr/>
          </p:nvSpPr>
          <p:spPr>
            <a:xfrm>
              <a:off x="9230780" y="19952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5" name="pt44205"/>
            <p:cNvSpPr/>
            <p:nvPr/>
          </p:nvSpPr>
          <p:spPr>
            <a:xfrm>
              <a:off x="8765338" y="20157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6" name="pt44206"/>
            <p:cNvSpPr/>
            <p:nvPr/>
          </p:nvSpPr>
          <p:spPr>
            <a:xfrm>
              <a:off x="9178775" y="18890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7" name="pt44207"/>
            <p:cNvSpPr/>
            <p:nvPr/>
          </p:nvSpPr>
          <p:spPr>
            <a:xfrm>
              <a:off x="9087709" y="19225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8" name="pt44208"/>
            <p:cNvSpPr/>
            <p:nvPr/>
          </p:nvSpPr>
          <p:spPr>
            <a:xfrm>
              <a:off x="8707558" y="22690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9" name="pt44209"/>
            <p:cNvSpPr/>
            <p:nvPr/>
          </p:nvSpPr>
          <p:spPr>
            <a:xfrm>
              <a:off x="8893328" y="18237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0" name="pt44210"/>
            <p:cNvSpPr/>
            <p:nvPr/>
          </p:nvSpPr>
          <p:spPr>
            <a:xfrm>
              <a:off x="8874912" y="21077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1" name="pt44211"/>
            <p:cNvSpPr/>
            <p:nvPr/>
          </p:nvSpPr>
          <p:spPr>
            <a:xfrm>
              <a:off x="8646309" y="25112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2" name="pt44212"/>
            <p:cNvSpPr/>
            <p:nvPr/>
          </p:nvSpPr>
          <p:spPr>
            <a:xfrm>
              <a:off x="8941268" y="18502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3" name="pt44213"/>
            <p:cNvSpPr/>
            <p:nvPr/>
          </p:nvSpPr>
          <p:spPr>
            <a:xfrm>
              <a:off x="9350622" y="22150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4" name="pt44214"/>
            <p:cNvSpPr/>
            <p:nvPr/>
          </p:nvSpPr>
          <p:spPr>
            <a:xfrm>
              <a:off x="8715936" y="22529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5" name="pt44215"/>
            <p:cNvSpPr/>
            <p:nvPr/>
          </p:nvSpPr>
          <p:spPr>
            <a:xfrm>
              <a:off x="8961983" y="22429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6" name="pt44216"/>
            <p:cNvSpPr/>
            <p:nvPr/>
          </p:nvSpPr>
          <p:spPr>
            <a:xfrm>
              <a:off x="8679650" y="23698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7" name="pt44217"/>
            <p:cNvSpPr/>
            <p:nvPr/>
          </p:nvSpPr>
          <p:spPr>
            <a:xfrm>
              <a:off x="8969616" y="22264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8" name="pt44218"/>
            <p:cNvSpPr/>
            <p:nvPr/>
          </p:nvSpPr>
          <p:spPr>
            <a:xfrm>
              <a:off x="8431181" y="24465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9" name="pt44219"/>
            <p:cNvSpPr/>
            <p:nvPr/>
          </p:nvSpPr>
          <p:spPr>
            <a:xfrm>
              <a:off x="8689465" y="23631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0" name="pt44220"/>
            <p:cNvSpPr/>
            <p:nvPr/>
          </p:nvSpPr>
          <p:spPr>
            <a:xfrm>
              <a:off x="8907297" y="20055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1" name="pt44221"/>
            <p:cNvSpPr/>
            <p:nvPr/>
          </p:nvSpPr>
          <p:spPr>
            <a:xfrm>
              <a:off x="8312152" y="24984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2" name="pt44222"/>
            <p:cNvSpPr/>
            <p:nvPr/>
          </p:nvSpPr>
          <p:spPr>
            <a:xfrm>
              <a:off x="8793552" y="20336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3" name="pt44223"/>
            <p:cNvSpPr/>
            <p:nvPr/>
          </p:nvSpPr>
          <p:spPr>
            <a:xfrm>
              <a:off x="9102103" y="20472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4" name="pt44224"/>
            <p:cNvSpPr/>
            <p:nvPr/>
          </p:nvSpPr>
          <p:spPr>
            <a:xfrm>
              <a:off x="8658156" y="24889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5" name="pt44225"/>
            <p:cNvSpPr/>
            <p:nvPr/>
          </p:nvSpPr>
          <p:spPr>
            <a:xfrm>
              <a:off x="8669239" y="22472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6" name="pt44226"/>
            <p:cNvSpPr/>
            <p:nvPr/>
          </p:nvSpPr>
          <p:spPr>
            <a:xfrm>
              <a:off x="8980466" y="20154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7" name="pt44227"/>
            <p:cNvSpPr/>
            <p:nvPr/>
          </p:nvSpPr>
          <p:spPr>
            <a:xfrm>
              <a:off x="8989011" y="19684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8" name="pt44228"/>
            <p:cNvSpPr/>
            <p:nvPr/>
          </p:nvSpPr>
          <p:spPr>
            <a:xfrm>
              <a:off x="8813199" y="20456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9" name="pt44229"/>
            <p:cNvSpPr/>
            <p:nvPr/>
          </p:nvSpPr>
          <p:spPr>
            <a:xfrm>
              <a:off x="8723925" y="1971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0" name="pt44230"/>
            <p:cNvSpPr/>
            <p:nvPr/>
          </p:nvSpPr>
          <p:spPr>
            <a:xfrm>
              <a:off x="9417384" y="18304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1" name="pt44231"/>
            <p:cNvSpPr/>
            <p:nvPr/>
          </p:nvSpPr>
          <p:spPr>
            <a:xfrm>
              <a:off x="9056963" y="22024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2" name="pt44232"/>
            <p:cNvSpPr/>
            <p:nvPr/>
          </p:nvSpPr>
          <p:spPr>
            <a:xfrm>
              <a:off x="8765338" y="20018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3" name="pt44233"/>
            <p:cNvSpPr/>
            <p:nvPr/>
          </p:nvSpPr>
          <p:spPr>
            <a:xfrm>
              <a:off x="8759093" y="20713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4" name="pt44234"/>
            <p:cNvSpPr/>
            <p:nvPr/>
          </p:nvSpPr>
          <p:spPr>
            <a:xfrm>
              <a:off x="9259623" y="19419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5" name="pt44235"/>
            <p:cNvSpPr/>
            <p:nvPr/>
          </p:nvSpPr>
          <p:spPr>
            <a:xfrm>
              <a:off x="9564411" y="2020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6" name="pt44236"/>
            <p:cNvSpPr/>
            <p:nvPr/>
          </p:nvSpPr>
          <p:spPr>
            <a:xfrm>
              <a:off x="8689465" y="24792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7" name="pt44237"/>
            <p:cNvSpPr/>
            <p:nvPr/>
          </p:nvSpPr>
          <p:spPr>
            <a:xfrm>
              <a:off x="8917708" y="20062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8" name="pt44238"/>
            <p:cNvSpPr/>
            <p:nvPr/>
          </p:nvSpPr>
          <p:spPr>
            <a:xfrm>
              <a:off x="9174300" y="19873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9" name="pt44239"/>
            <p:cNvSpPr/>
            <p:nvPr/>
          </p:nvSpPr>
          <p:spPr>
            <a:xfrm>
              <a:off x="9780637" y="2516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0" name="pt44240"/>
            <p:cNvSpPr/>
            <p:nvPr/>
          </p:nvSpPr>
          <p:spPr>
            <a:xfrm>
              <a:off x="9123951" y="20854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1" name="pt44241"/>
            <p:cNvSpPr/>
            <p:nvPr/>
          </p:nvSpPr>
          <p:spPr>
            <a:xfrm>
              <a:off x="9405714" y="19869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2" name="pt44242"/>
            <p:cNvSpPr/>
            <p:nvPr/>
          </p:nvSpPr>
          <p:spPr>
            <a:xfrm>
              <a:off x="9060297" y="20156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3" name="pt44243"/>
            <p:cNvSpPr/>
            <p:nvPr/>
          </p:nvSpPr>
          <p:spPr>
            <a:xfrm>
              <a:off x="9174300" y="19360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4" name="pt44244"/>
            <p:cNvSpPr/>
            <p:nvPr/>
          </p:nvSpPr>
          <p:spPr>
            <a:xfrm>
              <a:off x="8588529" y="22076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5" name="pt44245"/>
            <p:cNvSpPr/>
            <p:nvPr/>
          </p:nvSpPr>
          <p:spPr>
            <a:xfrm>
              <a:off x="8990670" y="18612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6" name="pt44246"/>
            <p:cNvSpPr/>
            <p:nvPr/>
          </p:nvSpPr>
          <p:spPr>
            <a:xfrm>
              <a:off x="8633583" y="1875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7" name="pt44247"/>
            <p:cNvSpPr/>
            <p:nvPr/>
          </p:nvSpPr>
          <p:spPr>
            <a:xfrm>
              <a:off x="8669239" y="22955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8" name="pt44248"/>
            <p:cNvSpPr/>
            <p:nvPr/>
          </p:nvSpPr>
          <p:spPr>
            <a:xfrm>
              <a:off x="8431181" y="24386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9" name="pt44249"/>
            <p:cNvSpPr/>
            <p:nvPr/>
          </p:nvSpPr>
          <p:spPr>
            <a:xfrm>
              <a:off x="8500809" y="24319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0" name="pt44250"/>
            <p:cNvSpPr/>
            <p:nvPr/>
          </p:nvSpPr>
          <p:spPr>
            <a:xfrm>
              <a:off x="9227900" y="2191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1" name="pt44251"/>
            <p:cNvSpPr/>
            <p:nvPr/>
          </p:nvSpPr>
          <p:spPr>
            <a:xfrm>
              <a:off x="8431181" y="24443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2" name="pt44252"/>
            <p:cNvSpPr/>
            <p:nvPr/>
          </p:nvSpPr>
          <p:spPr>
            <a:xfrm>
              <a:off x="8500809" y="26270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3" name="pt44253"/>
            <p:cNvSpPr/>
            <p:nvPr/>
          </p:nvSpPr>
          <p:spPr>
            <a:xfrm>
              <a:off x="8798679" y="22314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4" name="pt44254"/>
            <p:cNvSpPr/>
            <p:nvPr/>
          </p:nvSpPr>
          <p:spPr>
            <a:xfrm>
              <a:off x="8679650" y="24764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5" name="pt44255"/>
            <p:cNvSpPr/>
            <p:nvPr/>
          </p:nvSpPr>
          <p:spPr>
            <a:xfrm>
              <a:off x="9222422" y="19963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6" name="pt44256"/>
            <p:cNvSpPr/>
            <p:nvPr/>
          </p:nvSpPr>
          <p:spPr>
            <a:xfrm>
              <a:off x="9088645" y="19699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7" name="pt44257"/>
            <p:cNvSpPr/>
            <p:nvPr/>
          </p:nvSpPr>
          <p:spPr>
            <a:xfrm>
              <a:off x="9218524" y="20043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8" name="pt44258"/>
            <p:cNvSpPr/>
            <p:nvPr/>
          </p:nvSpPr>
          <p:spPr>
            <a:xfrm>
              <a:off x="9010896" y="17828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9" name="pt44259"/>
            <p:cNvSpPr/>
            <p:nvPr/>
          </p:nvSpPr>
          <p:spPr>
            <a:xfrm>
              <a:off x="9090502" y="17397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0" name="pt44260"/>
            <p:cNvSpPr/>
            <p:nvPr/>
          </p:nvSpPr>
          <p:spPr>
            <a:xfrm>
              <a:off x="8588529" y="22437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1" name="pt44261"/>
            <p:cNvSpPr/>
            <p:nvPr/>
          </p:nvSpPr>
          <p:spPr>
            <a:xfrm>
              <a:off x="8782816" y="21646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2" name="pt44262"/>
            <p:cNvSpPr/>
            <p:nvPr/>
          </p:nvSpPr>
          <p:spPr>
            <a:xfrm>
              <a:off x="9186336" y="22598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3" name="pt44263"/>
            <p:cNvSpPr/>
            <p:nvPr/>
          </p:nvSpPr>
          <p:spPr>
            <a:xfrm>
              <a:off x="9067835" y="18438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4" name="pt44264"/>
            <p:cNvSpPr/>
            <p:nvPr/>
          </p:nvSpPr>
          <p:spPr>
            <a:xfrm>
              <a:off x="9594370" y="23135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5" name="pt44265"/>
            <p:cNvSpPr/>
            <p:nvPr/>
          </p:nvSpPr>
          <p:spPr>
            <a:xfrm>
              <a:off x="8956027" y="20557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6" name="pt44266"/>
            <p:cNvSpPr/>
            <p:nvPr/>
          </p:nvSpPr>
          <p:spPr>
            <a:xfrm>
              <a:off x="9636399" y="20779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7" name="pt44267"/>
            <p:cNvSpPr/>
            <p:nvPr/>
          </p:nvSpPr>
          <p:spPr>
            <a:xfrm>
              <a:off x="8431181" y="24799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8" name="pt44268"/>
            <p:cNvSpPr/>
            <p:nvPr/>
          </p:nvSpPr>
          <p:spPr>
            <a:xfrm>
              <a:off x="8723925" y="21883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9" name="pt44269"/>
            <p:cNvSpPr/>
            <p:nvPr/>
          </p:nvSpPr>
          <p:spPr>
            <a:xfrm>
              <a:off x="9207674" y="1817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0" name="pt44270"/>
            <p:cNvSpPr/>
            <p:nvPr/>
          </p:nvSpPr>
          <p:spPr>
            <a:xfrm>
              <a:off x="9367432" y="20892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1" name="pt44271"/>
            <p:cNvSpPr/>
            <p:nvPr/>
          </p:nvSpPr>
          <p:spPr>
            <a:xfrm>
              <a:off x="8431181" y="2545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2" name="pt44272"/>
            <p:cNvSpPr/>
            <p:nvPr/>
          </p:nvSpPr>
          <p:spPr>
            <a:xfrm>
              <a:off x="9044150" y="1790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3" name="pt44273"/>
            <p:cNvSpPr/>
            <p:nvPr/>
          </p:nvSpPr>
          <p:spPr>
            <a:xfrm>
              <a:off x="9034193" y="18044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4" name="pt44274"/>
            <p:cNvSpPr/>
            <p:nvPr/>
          </p:nvSpPr>
          <p:spPr>
            <a:xfrm>
              <a:off x="8887406" y="1634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5" name="pt44275"/>
            <p:cNvSpPr/>
            <p:nvPr/>
          </p:nvSpPr>
          <p:spPr>
            <a:xfrm>
              <a:off x="8830827" y="20203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6" name="pt44276"/>
            <p:cNvSpPr/>
            <p:nvPr/>
          </p:nvSpPr>
          <p:spPr>
            <a:xfrm>
              <a:off x="9001856" y="20931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7" name="pt44277"/>
            <p:cNvSpPr/>
            <p:nvPr/>
          </p:nvSpPr>
          <p:spPr>
            <a:xfrm>
              <a:off x="8854280" y="1930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8" name="pt44278"/>
            <p:cNvSpPr/>
            <p:nvPr/>
          </p:nvSpPr>
          <p:spPr>
            <a:xfrm>
              <a:off x="9076063" y="17877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9" name="pt44279"/>
            <p:cNvSpPr/>
            <p:nvPr/>
          </p:nvSpPr>
          <p:spPr>
            <a:xfrm>
              <a:off x="8431181" y="24108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0" name="pt44280"/>
            <p:cNvSpPr/>
            <p:nvPr/>
          </p:nvSpPr>
          <p:spPr>
            <a:xfrm>
              <a:off x="8929892" y="17647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1" name="pt44281"/>
            <p:cNvSpPr/>
            <p:nvPr/>
          </p:nvSpPr>
          <p:spPr>
            <a:xfrm>
              <a:off x="9389022" y="21660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2" name="pt44282"/>
            <p:cNvSpPr/>
            <p:nvPr/>
          </p:nvSpPr>
          <p:spPr>
            <a:xfrm>
              <a:off x="8570436" y="22845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3" name="pt44283"/>
            <p:cNvSpPr/>
            <p:nvPr/>
          </p:nvSpPr>
          <p:spPr>
            <a:xfrm>
              <a:off x="8431181" y="25311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4" name="pt44284"/>
            <p:cNvSpPr/>
            <p:nvPr/>
          </p:nvSpPr>
          <p:spPr>
            <a:xfrm>
              <a:off x="8826587" y="21978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5" name="pt44285"/>
            <p:cNvSpPr/>
            <p:nvPr/>
          </p:nvSpPr>
          <p:spPr>
            <a:xfrm>
              <a:off x="9321732" y="20550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6" name="pt44286"/>
            <p:cNvSpPr/>
            <p:nvPr/>
          </p:nvSpPr>
          <p:spPr>
            <a:xfrm>
              <a:off x="9507319" y="22035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7" name="pt44287"/>
            <p:cNvSpPr/>
            <p:nvPr/>
          </p:nvSpPr>
          <p:spPr>
            <a:xfrm>
              <a:off x="9044150" y="19254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8" name="pt44288"/>
            <p:cNvSpPr/>
            <p:nvPr/>
          </p:nvSpPr>
          <p:spPr>
            <a:xfrm>
              <a:off x="8738867" y="21540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9" name="pt44289"/>
            <p:cNvSpPr/>
            <p:nvPr/>
          </p:nvSpPr>
          <p:spPr>
            <a:xfrm>
              <a:off x="8312152" y="25394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0" name="pt44290"/>
            <p:cNvSpPr/>
            <p:nvPr/>
          </p:nvSpPr>
          <p:spPr>
            <a:xfrm>
              <a:off x="9828342" y="22482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1" name="pt44291"/>
            <p:cNvSpPr/>
            <p:nvPr/>
          </p:nvSpPr>
          <p:spPr>
            <a:xfrm>
              <a:off x="9187914" y="22221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2" name="pt44292"/>
            <p:cNvSpPr/>
            <p:nvPr/>
          </p:nvSpPr>
          <p:spPr>
            <a:xfrm>
              <a:off x="9052414" y="21789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3" name="pt44293"/>
            <p:cNvSpPr/>
            <p:nvPr/>
          </p:nvSpPr>
          <p:spPr>
            <a:xfrm>
              <a:off x="9230780" y="20019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4" name="pt44294"/>
            <p:cNvSpPr/>
            <p:nvPr/>
          </p:nvSpPr>
          <p:spPr>
            <a:xfrm>
              <a:off x="8633583" y="2232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5" name="pt44295"/>
            <p:cNvSpPr/>
            <p:nvPr/>
          </p:nvSpPr>
          <p:spPr>
            <a:xfrm>
              <a:off x="9326470" y="2206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6" name="pt44296"/>
            <p:cNvSpPr/>
            <p:nvPr/>
          </p:nvSpPr>
          <p:spPr>
            <a:xfrm>
              <a:off x="8312152" y="24102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7" name="pt44297"/>
            <p:cNvSpPr/>
            <p:nvPr/>
          </p:nvSpPr>
          <p:spPr>
            <a:xfrm>
              <a:off x="9088645" y="19620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8" name="pt44298"/>
            <p:cNvSpPr/>
            <p:nvPr/>
          </p:nvSpPr>
          <p:spPr>
            <a:xfrm>
              <a:off x="8917708" y="20570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9" name="pt44299"/>
            <p:cNvSpPr/>
            <p:nvPr/>
          </p:nvSpPr>
          <p:spPr>
            <a:xfrm>
              <a:off x="9111342" y="20629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0" name="pt44300"/>
            <p:cNvSpPr/>
            <p:nvPr/>
          </p:nvSpPr>
          <p:spPr>
            <a:xfrm>
              <a:off x="8588529" y="21946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1" name="pt44301"/>
            <p:cNvSpPr/>
            <p:nvPr/>
          </p:nvSpPr>
          <p:spPr>
            <a:xfrm>
              <a:off x="9030305" y="19551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2" name="pt44302"/>
            <p:cNvSpPr/>
            <p:nvPr/>
          </p:nvSpPr>
          <p:spPr>
            <a:xfrm>
              <a:off x="8588529" y="23875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3" name="pt44303"/>
            <p:cNvSpPr/>
            <p:nvPr/>
          </p:nvSpPr>
          <p:spPr>
            <a:xfrm>
              <a:off x="8500809" y="26152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4" name="pt44304"/>
            <p:cNvSpPr/>
            <p:nvPr/>
          </p:nvSpPr>
          <p:spPr>
            <a:xfrm>
              <a:off x="9084871" y="20325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5" name="pt44305"/>
            <p:cNvSpPr/>
            <p:nvPr/>
          </p:nvSpPr>
          <p:spPr>
            <a:xfrm>
              <a:off x="9652073" y="21456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6" name="pt44306"/>
            <p:cNvSpPr/>
            <p:nvPr/>
          </p:nvSpPr>
          <p:spPr>
            <a:xfrm>
              <a:off x="8842954" y="21419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7" name="pt44307"/>
            <p:cNvSpPr/>
            <p:nvPr/>
          </p:nvSpPr>
          <p:spPr>
            <a:xfrm>
              <a:off x="8312152" y="24549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8" name="pt44308"/>
            <p:cNvSpPr/>
            <p:nvPr/>
          </p:nvSpPr>
          <p:spPr>
            <a:xfrm>
              <a:off x="8987335" y="1965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9" name="pt44309"/>
            <p:cNvSpPr/>
            <p:nvPr/>
          </p:nvSpPr>
          <p:spPr>
            <a:xfrm>
              <a:off x="8633583" y="22158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0" name="pt44310"/>
            <p:cNvSpPr/>
            <p:nvPr/>
          </p:nvSpPr>
          <p:spPr>
            <a:xfrm>
              <a:off x="8633583" y="2098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1" name="pt44311"/>
            <p:cNvSpPr/>
            <p:nvPr/>
          </p:nvSpPr>
          <p:spPr>
            <a:xfrm>
              <a:off x="8842954" y="19593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2" name="pt44312"/>
            <p:cNvSpPr/>
            <p:nvPr/>
          </p:nvSpPr>
          <p:spPr>
            <a:xfrm>
              <a:off x="8500809" y="24998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3" name="pt44313"/>
            <p:cNvSpPr/>
            <p:nvPr/>
          </p:nvSpPr>
          <p:spPr>
            <a:xfrm>
              <a:off x="8765338" y="21699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4" name="pt44314"/>
            <p:cNvSpPr/>
            <p:nvPr/>
          </p:nvSpPr>
          <p:spPr>
            <a:xfrm>
              <a:off x="8646309" y="25448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5" name="pt44315"/>
            <p:cNvSpPr/>
            <p:nvPr/>
          </p:nvSpPr>
          <p:spPr>
            <a:xfrm>
              <a:off x="8813199" y="19420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6" name="pt44316"/>
            <p:cNvSpPr/>
            <p:nvPr/>
          </p:nvSpPr>
          <p:spPr>
            <a:xfrm>
              <a:off x="9591848" y="2350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7" name="pt44317"/>
            <p:cNvSpPr/>
            <p:nvPr/>
          </p:nvSpPr>
          <p:spPr>
            <a:xfrm>
              <a:off x="9039244" y="18793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8" name="pt44318"/>
            <p:cNvSpPr/>
            <p:nvPr/>
          </p:nvSpPr>
          <p:spPr>
            <a:xfrm>
              <a:off x="8312152" y="25129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9" name="pt44319"/>
            <p:cNvSpPr/>
            <p:nvPr/>
          </p:nvSpPr>
          <p:spPr>
            <a:xfrm>
              <a:off x="8798679" y="21569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0" name="pt44320"/>
            <p:cNvSpPr/>
            <p:nvPr/>
          </p:nvSpPr>
          <p:spPr>
            <a:xfrm>
              <a:off x="8500809" y="27357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1" name="pt44321"/>
            <p:cNvSpPr/>
            <p:nvPr/>
          </p:nvSpPr>
          <p:spPr>
            <a:xfrm>
              <a:off x="8842954" y="21563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2" name="pt44322"/>
            <p:cNvSpPr/>
            <p:nvPr/>
          </p:nvSpPr>
          <p:spPr>
            <a:xfrm>
              <a:off x="9756959" y="21849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3" name="pt44323"/>
            <p:cNvSpPr/>
            <p:nvPr/>
          </p:nvSpPr>
          <p:spPr>
            <a:xfrm>
              <a:off x="9340807" y="21897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4" name="pt44324"/>
            <p:cNvSpPr/>
            <p:nvPr/>
          </p:nvSpPr>
          <p:spPr>
            <a:xfrm>
              <a:off x="8707558" y="23246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5" name="pt44325"/>
            <p:cNvSpPr/>
            <p:nvPr/>
          </p:nvSpPr>
          <p:spPr>
            <a:xfrm>
              <a:off x="8312152" y="24799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6" name="pt44326"/>
            <p:cNvSpPr/>
            <p:nvPr/>
          </p:nvSpPr>
          <p:spPr>
            <a:xfrm>
              <a:off x="8752612" y="22336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7" name="pt44327"/>
            <p:cNvSpPr/>
            <p:nvPr/>
          </p:nvSpPr>
          <p:spPr>
            <a:xfrm>
              <a:off x="8707558" y="22443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8" name="pt44328"/>
            <p:cNvSpPr/>
            <p:nvPr/>
          </p:nvSpPr>
          <p:spPr>
            <a:xfrm>
              <a:off x="8738867" y="21211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9" name="pt44329"/>
            <p:cNvSpPr/>
            <p:nvPr/>
          </p:nvSpPr>
          <p:spPr>
            <a:xfrm>
              <a:off x="9141283" y="21828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0" name="pt44330"/>
            <p:cNvSpPr/>
            <p:nvPr/>
          </p:nvSpPr>
          <p:spPr>
            <a:xfrm>
              <a:off x="8782816" y="21343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1" name="pt44331"/>
            <p:cNvSpPr/>
            <p:nvPr/>
          </p:nvSpPr>
          <p:spPr>
            <a:xfrm>
              <a:off x="8874912" y="21644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2" name="pt44332"/>
            <p:cNvSpPr/>
            <p:nvPr/>
          </p:nvSpPr>
          <p:spPr>
            <a:xfrm>
              <a:off x="9048921" y="21904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3" name="pt44333"/>
            <p:cNvSpPr/>
            <p:nvPr/>
          </p:nvSpPr>
          <p:spPr>
            <a:xfrm>
              <a:off x="8793552" y="22560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4" name="pt44334"/>
            <p:cNvSpPr/>
            <p:nvPr/>
          </p:nvSpPr>
          <p:spPr>
            <a:xfrm>
              <a:off x="9111342" y="20944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5" name="pt44335"/>
            <p:cNvSpPr/>
            <p:nvPr/>
          </p:nvSpPr>
          <p:spPr>
            <a:xfrm>
              <a:off x="9321732" y="22572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6" name="pt44336"/>
            <p:cNvSpPr/>
            <p:nvPr/>
          </p:nvSpPr>
          <p:spPr>
            <a:xfrm>
              <a:off x="8669239" y="23061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7" name="pt44337"/>
            <p:cNvSpPr/>
            <p:nvPr/>
          </p:nvSpPr>
          <p:spPr>
            <a:xfrm>
              <a:off x="8679650" y="24861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8" name="pt44338"/>
            <p:cNvSpPr/>
            <p:nvPr/>
          </p:nvSpPr>
          <p:spPr>
            <a:xfrm>
              <a:off x="9756959" y="23074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9" name="pt44339"/>
            <p:cNvSpPr/>
            <p:nvPr/>
          </p:nvSpPr>
          <p:spPr>
            <a:xfrm>
              <a:off x="8646309" y="23412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0" name="pt44340"/>
            <p:cNvSpPr/>
            <p:nvPr/>
          </p:nvSpPr>
          <p:spPr>
            <a:xfrm>
              <a:off x="9226651" y="20745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1" name="pt44341"/>
            <p:cNvSpPr/>
            <p:nvPr/>
          </p:nvSpPr>
          <p:spPr>
            <a:xfrm>
              <a:off x="8381780" y="25390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2" name="pt44342"/>
            <p:cNvSpPr/>
            <p:nvPr/>
          </p:nvSpPr>
          <p:spPr>
            <a:xfrm>
              <a:off x="9022254" y="17002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3" name="pt44343"/>
            <p:cNvSpPr/>
            <p:nvPr/>
          </p:nvSpPr>
          <p:spPr>
            <a:xfrm>
              <a:off x="8619838" y="22719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4" name="pt44344"/>
            <p:cNvSpPr/>
            <p:nvPr/>
          </p:nvSpPr>
          <p:spPr>
            <a:xfrm>
              <a:off x="8619838" y="21453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5" name="pt44345"/>
            <p:cNvSpPr/>
            <p:nvPr/>
          </p:nvSpPr>
          <p:spPr>
            <a:xfrm>
              <a:off x="8381780" y="21706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6" name="pt44346"/>
            <p:cNvSpPr/>
            <p:nvPr/>
          </p:nvSpPr>
          <p:spPr>
            <a:xfrm>
              <a:off x="8646309" y="23883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7" name="pt44347"/>
            <p:cNvSpPr/>
            <p:nvPr/>
          </p:nvSpPr>
          <p:spPr>
            <a:xfrm>
              <a:off x="9179876" y="18338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8" name="pt44348"/>
            <p:cNvSpPr/>
            <p:nvPr/>
          </p:nvSpPr>
          <p:spPr>
            <a:xfrm>
              <a:off x="9030305" y="20340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9" name="pt44349"/>
            <p:cNvSpPr/>
            <p:nvPr/>
          </p:nvSpPr>
          <p:spPr>
            <a:xfrm>
              <a:off x="8793552" y="23870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0" name="pt44350"/>
            <p:cNvSpPr/>
            <p:nvPr/>
          </p:nvSpPr>
          <p:spPr>
            <a:xfrm>
              <a:off x="8980466" y="20070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1" name="pt44351"/>
            <p:cNvSpPr/>
            <p:nvPr/>
          </p:nvSpPr>
          <p:spPr>
            <a:xfrm>
              <a:off x="8431181" y="21818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2" name="pt44352"/>
            <p:cNvSpPr/>
            <p:nvPr/>
          </p:nvSpPr>
          <p:spPr>
            <a:xfrm>
              <a:off x="8707558" y="20795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3" name="pt44353"/>
            <p:cNvSpPr/>
            <p:nvPr/>
          </p:nvSpPr>
          <p:spPr>
            <a:xfrm>
              <a:off x="9231999" y="19916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4" name="pt44354"/>
            <p:cNvSpPr/>
            <p:nvPr/>
          </p:nvSpPr>
          <p:spPr>
            <a:xfrm>
              <a:off x="9324827" y="21237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5" name="pt44355"/>
            <p:cNvSpPr/>
            <p:nvPr/>
          </p:nvSpPr>
          <p:spPr>
            <a:xfrm>
              <a:off x="9027663" y="19012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6" name="pt44356"/>
            <p:cNvSpPr/>
            <p:nvPr/>
          </p:nvSpPr>
          <p:spPr>
            <a:xfrm>
              <a:off x="8312152" y="2519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7" name="pt44357"/>
            <p:cNvSpPr/>
            <p:nvPr/>
          </p:nvSpPr>
          <p:spPr>
            <a:xfrm>
              <a:off x="8850587" y="21881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8" name="pt44358"/>
            <p:cNvSpPr/>
            <p:nvPr/>
          </p:nvSpPr>
          <p:spPr>
            <a:xfrm>
              <a:off x="9004922" y="15586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9" name="pt44359"/>
            <p:cNvSpPr/>
            <p:nvPr/>
          </p:nvSpPr>
          <p:spPr>
            <a:xfrm>
              <a:off x="9098616" y="20633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0" name="pt44360"/>
            <p:cNvSpPr/>
            <p:nvPr/>
          </p:nvSpPr>
          <p:spPr>
            <a:xfrm>
              <a:off x="8500809" y="2713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1" name="pt44361"/>
            <p:cNvSpPr/>
            <p:nvPr/>
          </p:nvSpPr>
          <p:spPr>
            <a:xfrm>
              <a:off x="8842954" y="21954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2" name="pt44362"/>
            <p:cNvSpPr/>
            <p:nvPr/>
          </p:nvSpPr>
          <p:spPr>
            <a:xfrm>
              <a:off x="8861436" y="20281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3" name="pt44363"/>
            <p:cNvSpPr/>
            <p:nvPr/>
          </p:nvSpPr>
          <p:spPr>
            <a:xfrm>
              <a:off x="8633583" y="20992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4" name="pt44364"/>
            <p:cNvSpPr/>
            <p:nvPr/>
          </p:nvSpPr>
          <p:spPr>
            <a:xfrm>
              <a:off x="8842954" y="21222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5" name="pt44365"/>
            <p:cNvSpPr/>
            <p:nvPr/>
          </p:nvSpPr>
          <p:spPr>
            <a:xfrm>
              <a:off x="8826587" y="22966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6" name="pt44366"/>
            <p:cNvSpPr/>
            <p:nvPr/>
          </p:nvSpPr>
          <p:spPr>
            <a:xfrm>
              <a:off x="8500809" y="24900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7" name="pt44367"/>
            <p:cNvSpPr/>
            <p:nvPr/>
          </p:nvSpPr>
          <p:spPr>
            <a:xfrm>
              <a:off x="8550210" y="24846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8" name="pt44368"/>
            <p:cNvSpPr/>
            <p:nvPr/>
          </p:nvSpPr>
          <p:spPr>
            <a:xfrm>
              <a:off x="9277923" y="20774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9" name="pt44369"/>
            <p:cNvSpPr/>
            <p:nvPr/>
          </p:nvSpPr>
          <p:spPr>
            <a:xfrm>
              <a:off x="8971473" y="22870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0" name="pt44370"/>
            <p:cNvSpPr/>
            <p:nvPr/>
          </p:nvSpPr>
          <p:spPr>
            <a:xfrm>
              <a:off x="9538601" y="19872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1" name="pt44371"/>
            <p:cNvSpPr/>
            <p:nvPr/>
          </p:nvSpPr>
          <p:spPr>
            <a:xfrm>
              <a:off x="8834965" y="21987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2" name="pt44372"/>
            <p:cNvSpPr/>
            <p:nvPr/>
          </p:nvSpPr>
          <p:spPr>
            <a:xfrm>
              <a:off x="8738867" y="21082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3" name="pt44373"/>
            <p:cNvSpPr/>
            <p:nvPr/>
          </p:nvSpPr>
          <p:spPr>
            <a:xfrm>
              <a:off x="8945616" y="21272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4" name="pt44374"/>
            <p:cNvSpPr/>
            <p:nvPr/>
          </p:nvSpPr>
          <p:spPr>
            <a:xfrm>
              <a:off x="8990670" y="17732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5" name="pt44375"/>
            <p:cNvSpPr/>
            <p:nvPr/>
          </p:nvSpPr>
          <p:spPr>
            <a:xfrm>
              <a:off x="9548435" y="19956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6" name="pt44376"/>
            <p:cNvSpPr/>
            <p:nvPr/>
          </p:nvSpPr>
          <p:spPr>
            <a:xfrm>
              <a:off x="8469500" y="22573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7" name="pt44377"/>
            <p:cNvSpPr/>
            <p:nvPr/>
          </p:nvSpPr>
          <p:spPr>
            <a:xfrm>
              <a:off x="8312152" y="24058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8" name="pt44378"/>
            <p:cNvSpPr/>
            <p:nvPr/>
          </p:nvSpPr>
          <p:spPr>
            <a:xfrm>
              <a:off x="9550412" y="21209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9" name="pt44379"/>
            <p:cNvSpPr/>
            <p:nvPr/>
          </p:nvSpPr>
          <p:spPr>
            <a:xfrm>
              <a:off x="8633583" y="21161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0" name="pt44380"/>
            <p:cNvSpPr/>
            <p:nvPr/>
          </p:nvSpPr>
          <p:spPr>
            <a:xfrm>
              <a:off x="9037995" y="16286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1" name="pt44381"/>
            <p:cNvSpPr/>
            <p:nvPr/>
          </p:nvSpPr>
          <p:spPr>
            <a:xfrm>
              <a:off x="9037995" y="18207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2" name="pt44382"/>
            <p:cNvSpPr/>
            <p:nvPr/>
          </p:nvSpPr>
          <p:spPr>
            <a:xfrm>
              <a:off x="8715936" y="22260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3" name="pt44383"/>
            <p:cNvSpPr/>
            <p:nvPr/>
          </p:nvSpPr>
          <p:spPr>
            <a:xfrm>
              <a:off x="8312152" y="25161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4" name="pt44384"/>
            <p:cNvSpPr/>
            <p:nvPr/>
          </p:nvSpPr>
          <p:spPr>
            <a:xfrm>
              <a:off x="9482363" y="23066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5" name="pt44385"/>
            <p:cNvSpPr/>
            <p:nvPr/>
          </p:nvSpPr>
          <p:spPr>
            <a:xfrm>
              <a:off x="8312152" y="22770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6" name="pt44386"/>
            <p:cNvSpPr/>
            <p:nvPr/>
          </p:nvSpPr>
          <p:spPr>
            <a:xfrm>
              <a:off x="9001856" y="2032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7" name="pt44387"/>
            <p:cNvSpPr/>
            <p:nvPr/>
          </p:nvSpPr>
          <p:spPr>
            <a:xfrm>
              <a:off x="8381780" y="23907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8" name="pt44388"/>
            <p:cNvSpPr/>
            <p:nvPr/>
          </p:nvSpPr>
          <p:spPr>
            <a:xfrm>
              <a:off x="9461227" y="23038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9" name="pt44389"/>
            <p:cNvSpPr/>
            <p:nvPr/>
          </p:nvSpPr>
          <p:spPr>
            <a:xfrm>
              <a:off x="9102103" y="21631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0" name="pt44390"/>
            <p:cNvSpPr/>
            <p:nvPr/>
          </p:nvSpPr>
          <p:spPr>
            <a:xfrm>
              <a:off x="8813199" y="20008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1" name="pt44391"/>
            <p:cNvSpPr/>
            <p:nvPr/>
          </p:nvSpPr>
          <p:spPr>
            <a:xfrm>
              <a:off x="9051257" y="20573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2" name="pt44392"/>
            <p:cNvSpPr/>
            <p:nvPr/>
          </p:nvSpPr>
          <p:spPr>
            <a:xfrm>
              <a:off x="9207674" y="17512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3" name="pt44393"/>
            <p:cNvSpPr/>
            <p:nvPr/>
          </p:nvSpPr>
          <p:spPr>
            <a:xfrm>
              <a:off x="9425448" y="1896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4" name="pt44394"/>
            <p:cNvSpPr/>
            <p:nvPr/>
          </p:nvSpPr>
          <p:spPr>
            <a:xfrm>
              <a:off x="8857896" y="1991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5" name="pt44395"/>
            <p:cNvSpPr/>
            <p:nvPr/>
          </p:nvSpPr>
          <p:spPr>
            <a:xfrm>
              <a:off x="9756959" y="23488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6" name="pt44396"/>
            <p:cNvSpPr/>
            <p:nvPr/>
          </p:nvSpPr>
          <p:spPr>
            <a:xfrm>
              <a:off x="8431181" y="25199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7" name="pt44397"/>
            <p:cNvSpPr/>
            <p:nvPr/>
          </p:nvSpPr>
          <p:spPr>
            <a:xfrm>
              <a:off x="9215429" y="19895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8" name="pt44398"/>
            <p:cNvSpPr/>
            <p:nvPr/>
          </p:nvSpPr>
          <p:spPr>
            <a:xfrm>
              <a:off x="9077064" y="18886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9" name="pt44399"/>
            <p:cNvSpPr/>
            <p:nvPr/>
          </p:nvSpPr>
          <p:spPr>
            <a:xfrm>
              <a:off x="9389022" y="20382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0" name="pt44400"/>
            <p:cNvSpPr/>
            <p:nvPr/>
          </p:nvSpPr>
          <p:spPr>
            <a:xfrm>
              <a:off x="8500809" y="26256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1" name="pt44401"/>
            <p:cNvSpPr/>
            <p:nvPr/>
          </p:nvSpPr>
          <p:spPr>
            <a:xfrm>
              <a:off x="8817779" y="22554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2" name="pt44402"/>
            <p:cNvSpPr/>
            <p:nvPr/>
          </p:nvSpPr>
          <p:spPr>
            <a:xfrm>
              <a:off x="8527280" y="26456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3" name="pt44403"/>
            <p:cNvSpPr/>
            <p:nvPr/>
          </p:nvSpPr>
          <p:spPr>
            <a:xfrm>
              <a:off x="9325298" y="21975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4" name="pt44404"/>
            <p:cNvSpPr/>
            <p:nvPr/>
          </p:nvSpPr>
          <p:spPr>
            <a:xfrm>
              <a:off x="9370170" y="20339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5" name="pt44405"/>
            <p:cNvSpPr/>
            <p:nvPr/>
          </p:nvSpPr>
          <p:spPr>
            <a:xfrm>
              <a:off x="8469500" y="2408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6" name="pt44406"/>
            <p:cNvSpPr/>
            <p:nvPr/>
          </p:nvSpPr>
          <p:spPr>
            <a:xfrm>
              <a:off x="9001856" y="1993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7" name="pt44407"/>
            <p:cNvSpPr/>
            <p:nvPr/>
          </p:nvSpPr>
          <p:spPr>
            <a:xfrm>
              <a:off x="9382404" y="19805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8" name="pt44408"/>
            <p:cNvSpPr/>
            <p:nvPr/>
          </p:nvSpPr>
          <p:spPr>
            <a:xfrm>
              <a:off x="9329710" y="21714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9" name="pt44409"/>
            <p:cNvSpPr/>
            <p:nvPr/>
          </p:nvSpPr>
          <p:spPr>
            <a:xfrm>
              <a:off x="8381780" y="23096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0" name="pt44410"/>
            <p:cNvSpPr/>
            <p:nvPr/>
          </p:nvSpPr>
          <p:spPr>
            <a:xfrm>
              <a:off x="9268690" y="19078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1" name="pt44411"/>
            <p:cNvSpPr/>
            <p:nvPr/>
          </p:nvSpPr>
          <p:spPr>
            <a:xfrm>
              <a:off x="8963923" y="22753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2" name="pt44412"/>
            <p:cNvSpPr/>
            <p:nvPr/>
          </p:nvSpPr>
          <p:spPr>
            <a:xfrm>
              <a:off x="8917708" y="20891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3" name="pt44413"/>
            <p:cNvSpPr/>
            <p:nvPr/>
          </p:nvSpPr>
          <p:spPr>
            <a:xfrm>
              <a:off x="8312152" y="24365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4" name="pt44414"/>
            <p:cNvSpPr/>
            <p:nvPr/>
          </p:nvSpPr>
          <p:spPr>
            <a:xfrm>
              <a:off x="8884367" y="20224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5" name="pt44415"/>
            <p:cNvSpPr/>
            <p:nvPr/>
          </p:nvSpPr>
          <p:spPr>
            <a:xfrm>
              <a:off x="8707558" y="2164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6" name="pt44416"/>
            <p:cNvSpPr/>
            <p:nvPr/>
          </p:nvSpPr>
          <p:spPr>
            <a:xfrm>
              <a:off x="8834965" y="20402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7" name="pt44417"/>
            <p:cNvSpPr/>
            <p:nvPr/>
          </p:nvSpPr>
          <p:spPr>
            <a:xfrm>
              <a:off x="9606545" y="20852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8" name="pt44418"/>
            <p:cNvSpPr/>
            <p:nvPr/>
          </p:nvSpPr>
          <p:spPr>
            <a:xfrm>
              <a:off x="8689465" y="23864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9" name="pt44419"/>
            <p:cNvSpPr/>
            <p:nvPr/>
          </p:nvSpPr>
          <p:spPr>
            <a:xfrm>
              <a:off x="9606545" y="21872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0" name="pt44420"/>
            <p:cNvSpPr/>
            <p:nvPr/>
          </p:nvSpPr>
          <p:spPr>
            <a:xfrm>
              <a:off x="9097733" y="16573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1" name="pt44421"/>
            <p:cNvSpPr/>
            <p:nvPr/>
          </p:nvSpPr>
          <p:spPr>
            <a:xfrm>
              <a:off x="9074042" y="21092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2" name="pt44422"/>
            <p:cNvSpPr/>
            <p:nvPr/>
          </p:nvSpPr>
          <p:spPr>
            <a:xfrm>
              <a:off x="8932228" y="17926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3" name="pt44423"/>
            <p:cNvSpPr/>
            <p:nvPr/>
          </p:nvSpPr>
          <p:spPr>
            <a:xfrm>
              <a:off x="8813199" y="20820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4" name="pt44424"/>
            <p:cNvSpPr/>
            <p:nvPr/>
          </p:nvSpPr>
          <p:spPr>
            <a:xfrm>
              <a:off x="8646309" y="24802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5" name="pt44425"/>
            <p:cNvSpPr/>
            <p:nvPr/>
          </p:nvSpPr>
          <p:spPr>
            <a:xfrm>
              <a:off x="8431181" y="25168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6" name="pt44426"/>
            <p:cNvSpPr/>
            <p:nvPr/>
          </p:nvSpPr>
          <p:spPr>
            <a:xfrm>
              <a:off x="8834965" y="20862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7" name="pt44427"/>
            <p:cNvSpPr/>
            <p:nvPr/>
          </p:nvSpPr>
          <p:spPr>
            <a:xfrm>
              <a:off x="8901845" y="21394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8" name="pt44428"/>
            <p:cNvSpPr/>
            <p:nvPr/>
          </p:nvSpPr>
          <p:spPr>
            <a:xfrm>
              <a:off x="8669239" y="22880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9" name="pt44429"/>
            <p:cNvSpPr/>
            <p:nvPr/>
          </p:nvSpPr>
          <p:spPr>
            <a:xfrm>
              <a:off x="8633583" y="22053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0" name="pt44430"/>
            <p:cNvSpPr/>
            <p:nvPr/>
          </p:nvSpPr>
          <p:spPr>
            <a:xfrm>
              <a:off x="8939053" y="20023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1" name="pt44431"/>
            <p:cNvSpPr/>
            <p:nvPr/>
          </p:nvSpPr>
          <p:spPr>
            <a:xfrm>
              <a:off x="9564411" y="22079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2" name="pt44432"/>
            <p:cNvSpPr/>
            <p:nvPr/>
          </p:nvSpPr>
          <p:spPr>
            <a:xfrm>
              <a:off x="8920215" y="20620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3" name="pt44433"/>
            <p:cNvSpPr/>
            <p:nvPr/>
          </p:nvSpPr>
          <p:spPr>
            <a:xfrm>
              <a:off x="8312152" y="24460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4" name="pt44434"/>
            <p:cNvSpPr/>
            <p:nvPr/>
          </p:nvSpPr>
          <p:spPr>
            <a:xfrm>
              <a:off x="8469500" y="23530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5" name="pt44435"/>
            <p:cNvSpPr/>
            <p:nvPr/>
          </p:nvSpPr>
          <p:spPr>
            <a:xfrm>
              <a:off x="8874912" y="21817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6" name="pt44436"/>
            <p:cNvSpPr/>
            <p:nvPr/>
          </p:nvSpPr>
          <p:spPr>
            <a:xfrm>
              <a:off x="9359136" y="18748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7" name="pt44437"/>
            <p:cNvSpPr/>
            <p:nvPr/>
          </p:nvSpPr>
          <p:spPr>
            <a:xfrm>
              <a:off x="9382741" y="20541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8" name="pt44438"/>
            <p:cNvSpPr/>
            <p:nvPr/>
          </p:nvSpPr>
          <p:spPr>
            <a:xfrm>
              <a:off x="9104672" y="20735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9" name="pt44439"/>
            <p:cNvSpPr/>
            <p:nvPr/>
          </p:nvSpPr>
          <p:spPr>
            <a:xfrm>
              <a:off x="9305101" y="21520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0" name="pt44440"/>
            <p:cNvSpPr/>
            <p:nvPr/>
          </p:nvSpPr>
          <p:spPr>
            <a:xfrm>
              <a:off x="8669239" y="23218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1" name="pt44441"/>
            <p:cNvSpPr/>
            <p:nvPr/>
          </p:nvSpPr>
          <p:spPr>
            <a:xfrm>
              <a:off x="9828342" y="22994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2" name="pt44442"/>
            <p:cNvSpPr/>
            <p:nvPr/>
          </p:nvSpPr>
          <p:spPr>
            <a:xfrm>
              <a:off x="8431181" y="22565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3" name="pt44443"/>
            <p:cNvSpPr/>
            <p:nvPr/>
          </p:nvSpPr>
          <p:spPr>
            <a:xfrm>
              <a:off x="9187914" y="24254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4" name="pt44444"/>
            <p:cNvSpPr/>
            <p:nvPr/>
          </p:nvSpPr>
          <p:spPr>
            <a:xfrm>
              <a:off x="8500809" y="26458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5" name="pt44445"/>
            <p:cNvSpPr/>
            <p:nvPr/>
          </p:nvSpPr>
          <p:spPr>
            <a:xfrm>
              <a:off x="9196592" y="23525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6" name="pt44446"/>
            <p:cNvSpPr/>
            <p:nvPr/>
          </p:nvSpPr>
          <p:spPr>
            <a:xfrm>
              <a:off x="8469500" y="24313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7" name="pt44447"/>
            <p:cNvSpPr/>
            <p:nvPr/>
          </p:nvSpPr>
          <p:spPr>
            <a:xfrm>
              <a:off x="9077064" y="1902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8" name="pt44448"/>
            <p:cNvSpPr/>
            <p:nvPr/>
          </p:nvSpPr>
          <p:spPr>
            <a:xfrm>
              <a:off x="8961983" y="21434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9" name="pt44449"/>
            <p:cNvSpPr/>
            <p:nvPr/>
          </p:nvSpPr>
          <p:spPr>
            <a:xfrm>
              <a:off x="9020874" y="15585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0" name="pt44450"/>
            <p:cNvSpPr/>
            <p:nvPr/>
          </p:nvSpPr>
          <p:spPr>
            <a:xfrm>
              <a:off x="8932228" y="18453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1" name="pt44451"/>
            <p:cNvSpPr/>
            <p:nvPr/>
          </p:nvSpPr>
          <p:spPr>
            <a:xfrm>
              <a:off x="8381780" y="2418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2" name="pt44452"/>
            <p:cNvSpPr/>
            <p:nvPr/>
          </p:nvSpPr>
          <p:spPr>
            <a:xfrm>
              <a:off x="9360483" y="2093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3" name="pt44453"/>
            <p:cNvSpPr/>
            <p:nvPr/>
          </p:nvSpPr>
          <p:spPr>
            <a:xfrm>
              <a:off x="8469500" y="21495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4" name="pt44454"/>
            <p:cNvSpPr/>
            <p:nvPr/>
          </p:nvSpPr>
          <p:spPr>
            <a:xfrm>
              <a:off x="9286979" y="20299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5" name="pt44455"/>
            <p:cNvSpPr/>
            <p:nvPr/>
          </p:nvSpPr>
          <p:spPr>
            <a:xfrm>
              <a:off x="8874912" y="21228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6" name="pt44456"/>
            <p:cNvSpPr/>
            <p:nvPr/>
          </p:nvSpPr>
          <p:spPr>
            <a:xfrm>
              <a:off x="9259623" y="19414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7" name="pt44457"/>
            <p:cNvSpPr/>
            <p:nvPr/>
          </p:nvSpPr>
          <p:spPr>
            <a:xfrm>
              <a:off x="8965842" y="22055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8" name="pt44458"/>
            <p:cNvSpPr/>
            <p:nvPr/>
          </p:nvSpPr>
          <p:spPr>
            <a:xfrm>
              <a:off x="9003396" y="20779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9" name="pt44459"/>
            <p:cNvSpPr/>
            <p:nvPr/>
          </p:nvSpPr>
          <p:spPr>
            <a:xfrm>
              <a:off x="8312152" y="24945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0" name="pt44460"/>
            <p:cNvSpPr/>
            <p:nvPr/>
          </p:nvSpPr>
          <p:spPr>
            <a:xfrm>
              <a:off x="8550210" y="25461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1" name="pt44461"/>
            <p:cNvSpPr/>
            <p:nvPr/>
          </p:nvSpPr>
          <p:spPr>
            <a:xfrm>
              <a:off x="9034193" y="17421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2" name="pt44462"/>
            <p:cNvSpPr/>
            <p:nvPr/>
          </p:nvSpPr>
          <p:spPr>
            <a:xfrm>
              <a:off x="8689465" y="23715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3" name="pt44463"/>
            <p:cNvSpPr/>
            <p:nvPr/>
          </p:nvSpPr>
          <p:spPr>
            <a:xfrm>
              <a:off x="8934533" y="19079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4" name="pt44464"/>
            <p:cNvSpPr/>
            <p:nvPr/>
          </p:nvSpPr>
          <p:spPr>
            <a:xfrm>
              <a:off x="8633583" y="19812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5" name="pt44465"/>
            <p:cNvSpPr/>
            <p:nvPr/>
          </p:nvSpPr>
          <p:spPr>
            <a:xfrm>
              <a:off x="8980466" y="20353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6" name="pt44466"/>
            <p:cNvSpPr/>
            <p:nvPr/>
          </p:nvSpPr>
          <p:spPr>
            <a:xfrm>
              <a:off x="8381780" y="24255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7" name="pt44467"/>
            <p:cNvSpPr/>
            <p:nvPr/>
          </p:nvSpPr>
          <p:spPr>
            <a:xfrm>
              <a:off x="9262699" y="18283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8" name="pt44468"/>
            <p:cNvSpPr/>
            <p:nvPr/>
          </p:nvSpPr>
          <p:spPr>
            <a:xfrm>
              <a:off x="8469500" y="2385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9" name="pt44469"/>
            <p:cNvSpPr/>
            <p:nvPr/>
          </p:nvSpPr>
          <p:spPr>
            <a:xfrm>
              <a:off x="8745877" y="21649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0" name="pt44470"/>
            <p:cNvSpPr/>
            <p:nvPr/>
          </p:nvSpPr>
          <p:spPr>
            <a:xfrm>
              <a:off x="8798679" y="21059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1" name="pt44471"/>
            <p:cNvSpPr/>
            <p:nvPr/>
          </p:nvSpPr>
          <p:spPr>
            <a:xfrm>
              <a:off x="9360483" y="20601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2" name="pt44472"/>
            <p:cNvSpPr/>
            <p:nvPr/>
          </p:nvSpPr>
          <p:spPr>
            <a:xfrm>
              <a:off x="9457237" y="20598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3" name="pt44473"/>
            <p:cNvSpPr/>
            <p:nvPr/>
          </p:nvSpPr>
          <p:spPr>
            <a:xfrm>
              <a:off x="9018082" y="14749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4" name="pt44474"/>
            <p:cNvSpPr/>
            <p:nvPr/>
          </p:nvSpPr>
          <p:spPr>
            <a:xfrm>
              <a:off x="9340807" y="21080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5" name="pt44475"/>
            <p:cNvSpPr/>
            <p:nvPr/>
          </p:nvSpPr>
          <p:spPr>
            <a:xfrm>
              <a:off x="9123951" y="21696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6" name="pt44476"/>
            <p:cNvSpPr/>
            <p:nvPr/>
          </p:nvSpPr>
          <p:spPr>
            <a:xfrm>
              <a:off x="8731558" y="2436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7" name="pt44477"/>
            <p:cNvSpPr/>
            <p:nvPr/>
          </p:nvSpPr>
          <p:spPr>
            <a:xfrm>
              <a:off x="8881273" y="23509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8" name="pt44478"/>
            <p:cNvSpPr/>
            <p:nvPr/>
          </p:nvSpPr>
          <p:spPr>
            <a:xfrm>
              <a:off x="8842954" y="21230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9" name="pt44479"/>
            <p:cNvSpPr/>
            <p:nvPr/>
          </p:nvSpPr>
          <p:spPr>
            <a:xfrm>
              <a:off x="8846813" y="21204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0" name="pt44480"/>
            <p:cNvSpPr/>
            <p:nvPr/>
          </p:nvSpPr>
          <p:spPr>
            <a:xfrm>
              <a:off x="8646309" y="23143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1" name="pt44481"/>
            <p:cNvSpPr/>
            <p:nvPr/>
          </p:nvSpPr>
          <p:spPr>
            <a:xfrm>
              <a:off x="8738867" y="2164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2" name="pt44482"/>
            <p:cNvSpPr/>
            <p:nvPr/>
          </p:nvSpPr>
          <p:spPr>
            <a:xfrm>
              <a:off x="8619838" y="21857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3" name="pt44483"/>
            <p:cNvSpPr/>
            <p:nvPr/>
          </p:nvSpPr>
          <p:spPr>
            <a:xfrm>
              <a:off x="8965842" y="22341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4" name="pt44484"/>
            <p:cNvSpPr/>
            <p:nvPr/>
          </p:nvSpPr>
          <p:spPr>
            <a:xfrm>
              <a:off x="9356410" y="20781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5" name="pt44485"/>
            <p:cNvSpPr/>
            <p:nvPr/>
          </p:nvSpPr>
          <p:spPr>
            <a:xfrm>
              <a:off x="9978328" y="25124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6" name="pt44486"/>
            <p:cNvSpPr/>
            <p:nvPr/>
          </p:nvSpPr>
          <p:spPr>
            <a:xfrm>
              <a:off x="8312152" y="2537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7" name="pt44487"/>
            <p:cNvSpPr/>
            <p:nvPr/>
          </p:nvSpPr>
          <p:spPr>
            <a:xfrm>
              <a:off x="8731558" y="22705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8" name="pt44488"/>
            <p:cNvSpPr/>
            <p:nvPr/>
          </p:nvSpPr>
          <p:spPr>
            <a:xfrm>
              <a:off x="9780637" y="25690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9" name="pt44489"/>
            <p:cNvSpPr/>
            <p:nvPr/>
          </p:nvSpPr>
          <p:spPr>
            <a:xfrm>
              <a:off x="9034193" y="17164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0" name="pt44490"/>
            <p:cNvSpPr/>
            <p:nvPr/>
          </p:nvSpPr>
          <p:spPr>
            <a:xfrm>
              <a:off x="9056963" y="21481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1" name="pt44491"/>
            <p:cNvSpPr/>
            <p:nvPr/>
          </p:nvSpPr>
          <p:spPr>
            <a:xfrm>
              <a:off x="8971473" y="2213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2" name="pt44492"/>
            <p:cNvSpPr/>
            <p:nvPr/>
          </p:nvSpPr>
          <p:spPr>
            <a:xfrm>
              <a:off x="9044150" y="18071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3" name="pt44493"/>
            <p:cNvSpPr/>
            <p:nvPr/>
          </p:nvSpPr>
          <p:spPr>
            <a:xfrm>
              <a:off x="9169122" y="19451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4" name="pt44494"/>
            <p:cNvSpPr/>
            <p:nvPr/>
          </p:nvSpPr>
          <p:spPr>
            <a:xfrm>
              <a:off x="8920215" y="20161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5" name="pt44495"/>
            <p:cNvSpPr/>
            <p:nvPr/>
          </p:nvSpPr>
          <p:spPr>
            <a:xfrm>
              <a:off x="8707558" y="22540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6" name="pt44496"/>
            <p:cNvSpPr/>
            <p:nvPr/>
          </p:nvSpPr>
          <p:spPr>
            <a:xfrm>
              <a:off x="8932228" y="19878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7" name="pt44497"/>
            <p:cNvSpPr/>
            <p:nvPr/>
          </p:nvSpPr>
          <p:spPr>
            <a:xfrm>
              <a:off x="9367432" y="20640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8" name="pt44498"/>
            <p:cNvSpPr/>
            <p:nvPr/>
          </p:nvSpPr>
          <p:spPr>
            <a:xfrm>
              <a:off x="9035469" y="17060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9" name="pt44499"/>
            <p:cNvSpPr/>
            <p:nvPr/>
          </p:nvSpPr>
          <p:spPr>
            <a:xfrm>
              <a:off x="9324827" y="21710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0" name="pt44500"/>
            <p:cNvSpPr/>
            <p:nvPr/>
          </p:nvSpPr>
          <p:spPr>
            <a:xfrm>
              <a:off x="9044150" y="17845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1" name="pt44501"/>
            <p:cNvSpPr/>
            <p:nvPr/>
          </p:nvSpPr>
          <p:spPr>
            <a:xfrm>
              <a:off x="8619838" y="21822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2" name="pt44502"/>
            <p:cNvSpPr/>
            <p:nvPr/>
          </p:nvSpPr>
          <p:spPr>
            <a:xfrm>
              <a:off x="8588529" y="22313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3" name="pt44503"/>
            <p:cNvSpPr/>
            <p:nvPr/>
          </p:nvSpPr>
          <p:spPr>
            <a:xfrm>
              <a:off x="9485353" y="2496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4" name="pt44504"/>
            <p:cNvSpPr/>
            <p:nvPr/>
          </p:nvSpPr>
          <p:spPr>
            <a:xfrm>
              <a:off x="8500809" y="25714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5" name="pt44505"/>
            <p:cNvSpPr/>
            <p:nvPr/>
          </p:nvSpPr>
          <p:spPr>
            <a:xfrm>
              <a:off x="8588529" y="25254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6" name="pt44506"/>
            <p:cNvSpPr/>
            <p:nvPr/>
          </p:nvSpPr>
          <p:spPr>
            <a:xfrm>
              <a:off x="8899053" y="22098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7" name="pt44507"/>
            <p:cNvSpPr/>
            <p:nvPr/>
          </p:nvSpPr>
          <p:spPr>
            <a:xfrm>
              <a:off x="9126216" y="21045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8" name="pt44508"/>
            <p:cNvSpPr/>
            <p:nvPr/>
          </p:nvSpPr>
          <p:spPr>
            <a:xfrm>
              <a:off x="8500809" y="27474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9" name="pt44509"/>
            <p:cNvSpPr/>
            <p:nvPr/>
          </p:nvSpPr>
          <p:spPr>
            <a:xfrm>
              <a:off x="8854280" y="19617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0" name="pt44510"/>
            <p:cNvSpPr/>
            <p:nvPr/>
          </p:nvSpPr>
          <p:spPr>
            <a:xfrm>
              <a:off x="9064645" y="18669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1" name="pt44511"/>
            <p:cNvSpPr/>
            <p:nvPr/>
          </p:nvSpPr>
          <p:spPr>
            <a:xfrm>
              <a:off x="8922686" y="17478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2" name="pt44512"/>
            <p:cNvSpPr/>
            <p:nvPr/>
          </p:nvSpPr>
          <p:spPr>
            <a:xfrm>
              <a:off x="9732410" y="21204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3" name="pt44513"/>
            <p:cNvSpPr/>
            <p:nvPr/>
          </p:nvSpPr>
          <p:spPr>
            <a:xfrm>
              <a:off x="8500809" y="26286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4" name="pt44514"/>
            <p:cNvSpPr/>
            <p:nvPr/>
          </p:nvSpPr>
          <p:spPr>
            <a:xfrm>
              <a:off x="8752612" y="2308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5" name="pt44515"/>
            <p:cNvSpPr/>
            <p:nvPr/>
          </p:nvSpPr>
          <p:spPr>
            <a:xfrm>
              <a:off x="9076063" y="19125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6" name="pt44516"/>
            <p:cNvSpPr/>
            <p:nvPr/>
          </p:nvSpPr>
          <p:spPr>
            <a:xfrm>
              <a:off x="8500809" y="25911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7" name="pt44517"/>
            <p:cNvSpPr/>
            <p:nvPr/>
          </p:nvSpPr>
          <p:spPr>
            <a:xfrm>
              <a:off x="8874912" y="21933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8" name="pt44518"/>
            <p:cNvSpPr/>
            <p:nvPr/>
          </p:nvSpPr>
          <p:spPr>
            <a:xfrm>
              <a:off x="8965842" y="23248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9" name="pt44519"/>
            <p:cNvSpPr/>
            <p:nvPr/>
          </p:nvSpPr>
          <p:spPr>
            <a:xfrm>
              <a:off x="8469500" y="2421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0" name="pt44520"/>
            <p:cNvSpPr/>
            <p:nvPr/>
          </p:nvSpPr>
          <p:spPr>
            <a:xfrm>
              <a:off x="8658156" y="24505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1" name="pt44521"/>
            <p:cNvSpPr/>
            <p:nvPr/>
          </p:nvSpPr>
          <p:spPr>
            <a:xfrm>
              <a:off x="9550412" y="21587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2" name="pt44522"/>
            <p:cNvSpPr/>
            <p:nvPr/>
          </p:nvSpPr>
          <p:spPr>
            <a:xfrm>
              <a:off x="8731558" y="2264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3" name="pt44523"/>
            <p:cNvSpPr/>
            <p:nvPr/>
          </p:nvSpPr>
          <p:spPr>
            <a:xfrm>
              <a:off x="9360483" y="20168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4" name="pt44524"/>
            <p:cNvSpPr/>
            <p:nvPr/>
          </p:nvSpPr>
          <p:spPr>
            <a:xfrm>
              <a:off x="8707558" y="22737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5" name="pt44525"/>
            <p:cNvSpPr/>
            <p:nvPr/>
          </p:nvSpPr>
          <p:spPr>
            <a:xfrm>
              <a:off x="8312152" y="24075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6" name="pt44526"/>
            <p:cNvSpPr/>
            <p:nvPr/>
          </p:nvSpPr>
          <p:spPr>
            <a:xfrm>
              <a:off x="8550210" y="25294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7" name="pt44527"/>
            <p:cNvSpPr/>
            <p:nvPr/>
          </p:nvSpPr>
          <p:spPr>
            <a:xfrm>
              <a:off x="8890393" y="20020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8" name="pt44528"/>
            <p:cNvSpPr/>
            <p:nvPr/>
          </p:nvSpPr>
          <p:spPr>
            <a:xfrm>
              <a:off x="8588529" y="22430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9" name="pt44529"/>
            <p:cNvSpPr/>
            <p:nvPr/>
          </p:nvSpPr>
          <p:spPr>
            <a:xfrm>
              <a:off x="8963923" y="22857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0" name="pt44530"/>
            <p:cNvSpPr/>
            <p:nvPr/>
          </p:nvSpPr>
          <p:spPr>
            <a:xfrm>
              <a:off x="8707558" y="22468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1" name="pt44531"/>
            <p:cNvSpPr/>
            <p:nvPr/>
          </p:nvSpPr>
          <p:spPr>
            <a:xfrm>
              <a:off x="9199552" y="18776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2" name="pt44532"/>
            <p:cNvSpPr/>
            <p:nvPr/>
          </p:nvSpPr>
          <p:spPr>
            <a:xfrm>
              <a:off x="8846813" y="21840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3" name="pt44533"/>
            <p:cNvSpPr/>
            <p:nvPr/>
          </p:nvSpPr>
          <p:spPr>
            <a:xfrm>
              <a:off x="9287859" y="1996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4" name="pt44534"/>
            <p:cNvSpPr/>
            <p:nvPr/>
          </p:nvSpPr>
          <p:spPr>
            <a:xfrm>
              <a:off x="9077064" y="19649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5" name="pt44535"/>
            <p:cNvSpPr/>
            <p:nvPr/>
          </p:nvSpPr>
          <p:spPr>
            <a:xfrm>
              <a:off x="8431181" y="23350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6" name="pt44536"/>
            <p:cNvSpPr/>
            <p:nvPr/>
          </p:nvSpPr>
          <p:spPr>
            <a:xfrm>
              <a:off x="9528241" y="18724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7" name="pt44537"/>
            <p:cNvSpPr/>
            <p:nvPr/>
          </p:nvSpPr>
          <p:spPr>
            <a:xfrm>
              <a:off x="9077064" y="20389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8" name="pt44538"/>
            <p:cNvSpPr/>
            <p:nvPr/>
          </p:nvSpPr>
          <p:spPr>
            <a:xfrm>
              <a:off x="8500809" y="25915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9" name="pt44539"/>
            <p:cNvSpPr/>
            <p:nvPr/>
          </p:nvSpPr>
          <p:spPr>
            <a:xfrm>
              <a:off x="8723925" y="23130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0" name="pt44540"/>
            <p:cNvSpPr/>
            <p:nvPr/>
          </p:nvSpPr>
          <p:spPr>
            <a:xfrm>
              <a:off x="9187390" y="22283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1" name="pt44541"/>
            <p:cNvSpPr/>
            <p:nvPr/>
          </p:nvSpPr>
          <p:spPr>
            <a:xfrm>
              <a:off x="9034193" y="17173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2" name="pt44542"/>
            <p:cNvSpPr/>
            <p:nvPr/>
          </p:nvSpPr>
          <p:spPr>
            <a:xfrm>
              <a:off x="9701667" y="24893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3" name="pt44543"/>
            <p:cNvSpPr/>
            <p:nvPr/>
          </p:nvSpPr>
          <p:spPr>
            <a:xfrm>
              <a:off x="9325298" y="21466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4" name="pt44544"/>
            <p:cNvSpPr/>
            <p:nvPr/>
          </p:nvSpPr>
          <p:spPr>
            <a:xfrm>
              <a:off x="9027663" y="1762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5" name="pt44545"/>
            <p:cNvSpPr/>
            <p:nvPr/>
          </p:nvSpPr>
          <p:spPr>
            <a:xfrm>
              <a:off x="8381780" y="23912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6" name="pt44546"/>
            <p:cNvSpPr/>
            <p:nvPr/>
          </p:nvSpPr>
          <p:spPr>
            <a:xfrm>
              <a:off x="8890393" y="2081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7" name="pt44547"/>
            <p:cNvSpPr/>
            <p:nvPr/>
          </p:nvSpPr>
          <p:spPr>
            <a:xfrm>
              <a:off x="9227900" y="20498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8" name="pt44548"/>
            <p:cNvSpPr/>
            <p:nvPr/>
          </p:nvSpPr>
          <p:spPr>
            <a:xfrm>
              <a:off x="8469500" y="23966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9" name="pt44549"/>
            <p:cNvSpPr/>
            <p:nvPr/>
          </p:nvSpPr>
          <p:spPr>
            <a:xfrm>
              <a:off x="9370170" y="20961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0" name="pt44550"/>
            <p:cNvSpPr/>
            <p:nvPr/>
          </p:nvSpPr>
          <p:spPr>
            <a:xfrm>
              <a:off x="9062485" y="19579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1" name="pt44551"/>
            <p:cNvSpPr/>
            <p:nvPr/>
          </p:nvSpPr>
          <p:spPr>
            <a:xfrm>
              <a:off x="8550210" y="25367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2" name="pt44552"/>
            <p:cNvSpPr/>
            <p:nvPr/>
          </p:nvSpPr>
          <p:spPr>
            <a:xfrm>
              <a:off x="9047741" y="21069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3" name="pt44553"/>
            <p:cNvSpPr/>
            <p:nvPr/>
          </p:nvSpPr>
          <p:spPr>
            <a:xfrm>
              <a:off x="8431181" y="24939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4" name="pt44554"/>
            <p:cNvSpPr/>
            <p:nvPr/>
          </p:nvSpPr>
          <p:spPr>
            <a:xfrm>
              <a:off x="8707558" y="22481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5" name="pt44555"/>
            <p:cNvSpPr/>
            <p:nvPr/>
          </p:nvSpPr>
          <p:spPr>
            <a:xfrm>
              <a:off x="8570436" y="23821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6" name="pt44556"/>
            <p:cNvSpPr/>
            <p:nvPr/>
          </p:nvSpPr>
          <p:spPr>
            <a:xfrm>
              <a:off x="9068885" y="18353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7" name="pt44557"/>
            <p:cNvSpPr/>
            <p:nvPr/>
          </p:nvSpPr>
          <p:spPr>
            <a:xfrm>
              <a:off x="8798679" y="20815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8" name="pt44558"/>
            <p:cNvSpPr/>
            <p:nvPr/>
          </p:nvSpPr>
          <p:spPr>
            <a:xfrm>
              <a:off x="8907297" y="20956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9" name="pt44559"/>
            <p:cNvSpPr/>
            <p:nvPr/>
          </p:nvSpPr>
          <p:spPr>
            <a:xfrm>
              <a:off x="8431181" y="25164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0" name="pt44560"/>
            <p:cNvSpPr/>
            <p:nvPr/>
          </p:nvSpPr>
          <p:spPr>
            <a:xfrm>
              <a:off x="9548435" y="21841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1" name="pt44561"/>
            <p:cNvSpPr/>
            <p:nvPr/>
          </p:nvSpPr>
          <p:spPr>
            <a:xfrm>
              <a:off x="9048921" y="20449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2" name="pt44562"/>
            <p:cNvSpPr/>
            <p:nvPr/>
          </p:nvSpPr>
          <p:spPr>
            <a:xfrm>
              <a:off x="9480563" y="23833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3" name="pt44563"/>
            <p:cNvSpPr/>
            <p:nvPr/>
          </p:nvSpPr>
          <p:spPr>
            <a:xfrm>
              <a:off x="9522221" y="18902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4" name="pt44564"/>
            <p:cNvSpPr/>
            <p:nvPr/>
          </p:nvSpPr>
          <p:spPr>
            <a:xfrm>
              <a:off x="8431181" y="24535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5" name="pt44565"/>
            <p:cNvSpPr/>
            <p:nvPr/>
          </p:nvSpPr>
          <p:spPr>
            <a:xfrm>
              <a:off x="9111342" y="21115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6" name="pt44566"/>
            <p:cNvSpPr/>
            <p:nvPr/>
          </p:nvSpPr>
          <p:spPr>
            <a:xfrm>
              <a:off x="9090502" y="17608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7" name="pt44567"/>
            <p:cNvSpPr/>
            <p:nvPr/>
          </p:nvSpPr>
          <p:spPr>
            <a:xfrm>
              <a:off x="9421732" y="20401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8" name="pt44568"/>
            <p:cNvSpPr/>
            <p:nvPr/>
          </p:nvSpPr>
          <p:spPr>
            <a:xfrm>
              <a:off x="9316366" y="21941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9" name="pt44569"/>
            <p:cNvSpPr/>
            <p:nvPr/>
          </p:nvSpPr>
          <p:spPr>
            <a:xfrm>
              <a:off x="8941268" y="19684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0" name="pt44570"/>
            <p:cNvSpPr/>
            <p:nvPr/>
          </p:nvSpPr>
          <p:spPr>
            <a:xfrm>
              <a:off x="9067835" y="18213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1" name="pt44571"/>
            <p:cNvSpPr/>
            <p:nvPr/>
          </p:nvSpPr>
          <p:spPr>
            <a:xfrm>
              <a:off x="8500809" y="26276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2" name="pt44572"/>
            <p:cNvSpPr/>
            <p:nvPr/>
          </p:nvSpPr>
          <p:spPr>
            <a:xfrm>
              <a:off x="8550210" y="24110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3" name="pt44573"/>
            <p:cNvSpPr/>
            <p:nvPr/>
          </p:nvSpPr>
          <p:spPr>
            <a:xfrm>
              <a:off x="8961983" y="23056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4" name="pt44574"/>
            <p:cNvSpPr/>
            <p:nvPr/>
          </p:nvSpPr>
          <p:spPr>
            <a:xfrm>
              <a:off x="8934533" y="19802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5" name="pt44575"/>
            <p:cNvSpPr/>
            <p:nvPr/>
          </p:nvSpPr>
          <p:spPr>
            <a:xfrm>
              <a:off x="8932228" y="18916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6" name="pt44576"/>
            <p:cNvSpPr/>
            <p:nvPr/>
          </p:nvSpPr>
          <p:spPr>
            <a:xfrm>
              <a:off x="8817779" y="21594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7" name="pt44577"/>
            <p:cNvSpPr/>
            <p:nvPr/>
          </p:nvSpPr>
          <p:spPr>
            <a:xfrm>
              <a:off x="9350622" y="21839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8" name="pt44578"/>
            <p:cNvSpPr/>
            <p:nvPr/>
          </p:nvSpPr>
          <p:spPr>
            <a:xfrm>
              <a:off x="9898409" y="27386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9" name="pt44579"/>
            <p:cNvSpPr/>
            <p:nvPr/>
          </p:nvSpPr>
          <p:spPr>
            <a:xfrm>
              <a:off x="8752612" y="20259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0" name="pt44580"/>
            <p:cNvSpPr/>
            <p:nvPr/>
          </p:nvSpPr>
          <p:spPr>
            <a:xfrm>
              <a:off x="9116180" y="20123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1" name="pt44581"/>
            <p:cNvSpPr/>
            <p:nvPr/>
          </p:nvSpPr>
          <p:spPr>
            <a:xfrm>
              <a:off x="9185276" y="22366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2" name="pt44582"/>
            <p:cNvSpPr/>
            <p:nvPr/>
          </p:nvSpPr>
          <p:spPr>
            <a:xfrm>
              <a:off x="9044150" y="18099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3" name="pt44583"/>
            <p:cNvSpPr/>
            <p:nvPr/>
          </p:nvSpPr>
          <p:spPr>
            <a:xfrm>
              <a:off x="8850587" y="20639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4" name="pt44584"/>
            <p:cNvSpPr/>
            <p:nvPr/>
          </p:nvSpPr>
          <p:spPr>
            <a:xfrm>
              <a:off x="8527280" y="26671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5" name="pt44585"/>
            <p:cNvSpPr/>
            <p:nvPr/>
          </p:nvSpPr>
          <p:spPr>
            <a:xfrm>
              <a:off x="8312152" y="23680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6" name="pt44586"/>
            <p:cNvSpPr/>
            <p:nvPr/>
          </p:nvSpPr>
          <p:spPr>
            <a:xfrm>
              <a:off x="9266385" y="16118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7" name="pt44587"/>
            <p:cNvSpPr/>
            <p:nvPr/>
          </p:nvSpPr>
          <p:spPr>
            <a:xfrm>
              <a:off x="9591848" y="22612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8" name="pt44588"/>
            <p:cNvSpPr/>
            <p:nvPr/>
          </p:nvSpPr>
          <p:spPr>
            <a:xfrm>
              <a:off x="8947749" y="20619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9" name="pt44589"/>
            <p:cNvSpPr/>
            <p:nvPr/>
          </p:nvSpPr>
          <p:spPr>
            <a:xfrm>
              <a:off x="8604896" y="19519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0" name="pt44590"/>
            <p:cNvSpPr/>
            <p:nvPr/>
          </p:nvSpPr>
          <p:spPr>
            <a:xfrm>
              <a:off x="8698750" y="22872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1" name="pt44591"/>
            <p:cNvSpPr/>
            <p:nvPr/>
          </p:nvSpPr>
          <p:spPr>
            <a:xfrm>
              <a:off x="9126216" y="20963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2" name="pt44592"/>
            <p:cNvSpPr/>
            <p:nvPr/>
          </p:nvSpPr>
          <p:spPr>
            <a:xfrm>
              <a:off x="9584728" y="22235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3" name="pt44593"/>
            <p:cNvSpPr/>
            <p:nvPr/>
          </p:nvSpPr>
          <p:spPr>
            <a:xfrm>
              <a:off x="9115383" y="20893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4" name="pt44594"/>
            <p:cNvSpPr/>
            <p:nvPr/>
          </p:nvSpPr>
          <p:spPr>
            <a:xfrm>
              <a:off x="9123951" y="20532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5" name="pt44595"/>
            <p:cNvSpPr/>
            <p:nvPr/>
          </p:nvSpPr>
          <p:spPr>
            <a:xfrm>
              <a:off x="9382741" y="21123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6" name="pt44596"/>
            <p:cNvSpPr/>
            <p:nvPr/>
          </p:nvSpPr>
          <p:spPr>
            <a:xfrm>
              <a:off x="8850587" y="20953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7" name="pt44597"/>
            <p:cNvSpPr/>
            <p:nvPr/>
          </p:nvSpPr>
          <p:spPr>
            <a:xfrm>
              <a:off x="8887406" y="18924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8" name="pt44598"/>
            <p:cNvSpPr/>
            <p:nvPr/>
          </p:nvSpPr>
          <p:spPr>
            <a:xfrm>
              <a:off x="8922686" y="18581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9" name="pt44599"/>
            <p:cNvSpPr/>
            <p:nvPr/>
          </p:nvSpPr>
          <p:spPr>
            <a:xfrm>
              <a:off x="9076063" y="20488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0" name="pt44600"/>
            <p:cNvSpPr/>
            <p:nvPr/>
          </p:nvSpPr>
          <p:spPr>
            <a:xfrm>
              <a:off x="9003396" y="19125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1" name="pt44601"/>
            <p:cNvSpPr/>
            <p:nvPr/>
          </p:nvSpPr>
          <p:spPr>
            <a:xfrm>
              <a:off x="8945616" y="20915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2" name="pt44602"/>
            <p:cNvSpPr/>
            <p:nvPr/>
          </p:nvSpPr>
          <p:spPr>
            <a:xfrm>
              <a:off x="9115383" y="22740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3" name="pt44603"/>
            <p:cNvSpPr/>
            <p:nvPr/>
          </p:nvSpPr>
          <p:spPr>
            <a:xfrm>
              <a:off x="9474060" y="22569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4" name="pt44604"/>
            <p:cNvSpPr/>
            <p:nvPr/>
          </p:nvSpPr>
          <p:spPr>
            <a:xfrm>
              <a:off x="8782816" y="21283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5" name="pt44605"/>
            <p:cNvSpPr/>
            <p:nvPr/>
          </p:nvSpPr>
          <p:spPr>
            <a:xfrm>
              <a:off x="8500809" y="27784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6" name="pt44606"/>
            <p:cNvSpPr/>
            <p:nvPr/>
          </p:nvSpPr>
          <p:spPr>
            <a:xfrm>
              <a:off x="8312152" y="24565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7" name="pt44607"/>
            <p:cNvSpPr/>
            <p:nvPr/>
          </p:nvSpPr>
          <p:spPr>
            <a:xfrm>
              <a:off x="8500809" y="25822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8" name="pt44608"/>
            <p:cNvSpPr/>
            <p:nvPr/>
          </p:nvSpPr>
          <p:spPr>
            <a:xfrm>
              <a:off x="9001856" y="20796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9" name="pt44609"/>
            <p:cNvSpPr/>
            <p:nvPr/>
          </p:nvSpPr>
          <p:spPr>
            <a:xfrm>
              <a:off x="9052414" y="21043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0" name="pt44610"/>
            <p:cNvSpPr/>
            <p:nvPr/>
          </p:nvSpPr>
          <p:spPr>
            <a:xfrm>
              <a:off x="8312152" y="23252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1" name="pt44611"/>
            <p:cNvSpPr/>
            <p:nvPr/>
          </p:nvSpPr>
          <p:spPr>
            <a:xfrm>
              <a:off x="8633583" y="2287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2" name="pt44612"/>
            <p:cNvSpPr/>
            <p:nvPr/>
          </p:nvSpPr>
          <p:spPr>
            <a:xfrm>
              <a:off x="9750516" y="22065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3" name="pt44613"/>
            <p:cNvSpPr/>
            <p:nvPr/>
          </p:nvSpPr>
          <p:spPr>
            <a:xfrm>
              <a:off x="9495513" y="22965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4" name="pt44614"/>
            <p:cNvSpPr/>
            <p:nvPr/>
          </p:nvSpPr>
          <p:spPr>
            <a:xfrm>
              <a:off x="8731558" y="2277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5" name="pt44615"/>
            <p:cNvSpPr/>
            <p:nvPr/>
          </p:nvSpPr>
          <p:spPr>
            <a:xfrm>
              <a:off x="8901845" y="2055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6" name="pt44616"/>
            <p:cNvSpPr/>
            <p:nvPr/>
          </p:nvSpPr>
          <p:spPr>
            <a:xfrm>
              <a:off x="9104672" y="20312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7" name="pt44617"/>
            <p:cNvSpPr/>
            <p:nvPr/>
          </p:nvSpPr>
          <p:spPr>
            <a:xfrm>
              <a:off x="8679650" y="24205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8" name="pt44618"/>
            <p:cNvSpPr/>
            <p:nvPr/>
          </p:nvSpPr>
          <p:spPr>
            <a:xfrm>
              <a:off x="9031610" y="1797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9" name="pt44619"/>
            <p:cNvSpPr/>
            <p:nvPr/>
          </p:nvSpPr>
          <p:spPr>
            <a:xfrm>
              <a:off x="8679650" y="25385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0" name="pt44620"/>
            <p:cNvSpPr/>
            <p:nvPr/>
          </p:nvSpPr>
          <p:spPr>
            <a:xfrm>
              <a:off x="8646309" y="24780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1" name="pt44621"/>
            <p:cNvSpPr/>
            <p:nvPr/>
          </p:nvSpPr>
          <p:spPr>
            <a:xfrm>
              <a:off x="9169122" y="19336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2" name="pt44622"/>
            <p:cNvSpPr/>
            <p:nvPr/>
          </p:nvSpPr>
          <p:spPr>
            <a:xfrm>
              <a:off x="9010896" y="1721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3" name="pt44623"/>
            <p:cNvSpPr/>
            <p:nvPr/>
          </p:nvSpPr>
          <p:spPr>
            <a:xfrm>
              <a:off x="8980466" y="21147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4" name="pt44624"/>
            <p:cNvSpPr/>
            <p:nvPr/>
          </p:nvSpPr>
          <p:spPr>
            <a:xfrm>
              <a:off x="8550210" y="23847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5" name="pt44625"/>
            <p:cNvSpPr/>
            <p:nvPr/>
          </p:nvSpPr>
          <p:spPr>
            <a:xfrm>
              <a:off x="9158273" y="19736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6" name="pt44626"/>
            <p:cNvSpPr/>
            <p:nvPr/>
          </p:nvSpPr>
          <p:spPr>
            <a:xfrm>
              <a:off x="9020874" y="15579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7" name="pt44627"/>
            <p:cNvSpPr/>
            <p:nvPr/>
          </p:nvSpPr>
          <p:spPr>
            <a:xfrm>
              <a:off x="9457237" y="20989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8" name="pt44628"/>
            <p:cNvSpPr/>
            <p:nvPr/>
          </p:nvSpPr>
          <p:spPr>
            <a:xfrm>
              <a:off x="9550412" y="19838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9" name="pt44629"/>
            <p:cNvSpPr/>
            <p:nvPr/>
          </p:nvSpPr>
          <p:spPr>
            <a:xfrm>
              <a:off x="8431181" y="25235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0" name="pt44630"/>
            <p:cNvSpPr/>
            <p:nvPr/>
          </p:nvSpPr>
          <p:spPr>
            <a:xfrm>
              <a:off x="8854280" y="19776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1" name="pt44631"/>
            <p:cNvSpPr/>
            <p:nvPr/>
          </p:nvSpPr>
          <p:spPr>
            <a:xfrm>
              <a:off x="9453041" y="22815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2" name="pt44632"/>
            <p:cNvSpPr/>
            <p:nvPr/>
          </p:nvSpPr>
          <p:spPr>
            <a:xfrm>
              <a:off x="8854280" y="21667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3" name="pt44633"/>
            <p:cNvSpPr/>
            <p:nvPr/>
          </p:nvSpPr>
          <p:spPr>
            <a:xfrm>
              <a:off x="8312152" y="25634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4" name="pt44634"/>
            <p:cNvSpPr/>
            <p:nvPr/>
          </p:nvSpPr>
          <p:spPr>
            <a:xfrm>
              <a:off x="8570436" y="24592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5" name="pt44635"/>
            <p:cNvSpPr/>
            <p:nvPr/>
          </p:nvSpPr>
          <p:spPr>
            <a:xfrm>
              <a:off x="8469500" y="25030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6" name="pt44636"/>
            <p:cNvSpPr/>
            <p:nvPr/>
          </p:nvSpPr>
          <p:spPr>
            <a:xfrm>
              <a:off x="8619838" y="22141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7" name="pt44637"/>
            <p:cNvSpPr/>
            <p:nvPr/>
          </p:nvSpPr>
          <p:spPr>
            <a:xfrm>
              <a:off x="8759093" y="21233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8" name="pt44638"/>
            <p:cNvSpPr/>
            <p:nvPr/>
          </p:nvSpPr>
          <p:spPr>
            <a:xfrm>
              <a:off x="8868306" y="21685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9" name="pt44639"/>
            <p:cNvSpPr/>
            <p:nvPr/>
          </p:nvSpPr>
          <p:spPr>
            <a:xfrm>
              <a:off x="8934533" y="18438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0" name="pt44640"/>
            <p:cNvSpPr/>
            <p:nvPr/>
          </p:nvSpPr>
          <p:spPr>
            <a:xfrm>
              <a:off x="8588529" y="24034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1" name="pt44641"/>
            <p:cNvSpPr/>
            <p:nvPr/>
          </p:nvSpPr>
          <p:spPr>
            <a:xfrm>
              <a:off x="9104672" y="22244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2" name="pt44642"/>
            <p:cNvSpPr/>
            <p:nvPr/>
          </p:nvSpPr>
          <p:spPr>
            <a:xfrm>
              <a:off x="9196592" y="22080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3" name="pt44643"/>
            <p:cNvSpPr/>
            <p:nvPr/>
          </p:nvSpPr>
          <p:spPr>
            <a:xfrm>
              <a:off x="8312152" y="21893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4" name="pt44644"/>
            <p:cNvSpPr/>
            <p:nvPr/>
          </p:nvSpPr>
          <p:spPr>
            <a:xfrm>
              <a:off x="9266385" y="17058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5" name="pt44645"/>
            <p:cNvSpPr/>
            <p:nvPr/>
          </p:nvSpPr>
          <p:spPr>
            <a:xfrm>
              <a:off x="8500809" y="24616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6" name="pt44646"/>
            <p:cNvSpPr/>
            <p:nvPr/>
          </p:nvSpPr>
          <p:spPr>
            <a:xfrm>
              <a:off x="9034193" y="17955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7" name="pt44647"/>
            <p:cNvSpPr/>
            <p:nvPr/>
          </p:nvSpPr>
          <p:spPr>
            <a:xfrm>
              <a:off x="8731558" y="24231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8" name="pt44648"/>
            <p:cNvSpPr/>
            <p:nvPr/>
          </p:nvSpPr>
          <p:spPr>
            <a:xfrm>
              <a:off x="8961983" y="22494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9" name="pt44649"/>
            <p:cNvSpPr/>
            <p:nvPr/>
          </p:nvSpPr>
          <p:spPr>
            <a:xfrm>
              <a:off x="8788268" y="22021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0" name="pt44650"/>
            <p:cNvSpPr/>
            <p:nvPr/>
          </p:nvSpPr>
          <p:spPr>
            <a:xfrm>
              <a:off x="8604896" y="22917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1" name="pt44651"/>
            <p:cNvSpPr/>
            <p:nvPr/>
          </p:nvSpPr>
          <p:spPr>
            <a:xfrm>
              <a:off x="9667785" y="21097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2" name="pt44652"/>
            <p:cNvSpPr/>
            <p:nvPr/>
          </p:nvSpPr>
          <p:spPr>
            <a:xfrm>
              <a:off x="9010896" y="18295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3" name="pt44653"/>
            <p:cNvSpPr/>
            <p:nvPr/>
          </p:nvSpPr>
          <p:spPr>
            <a:xfrm>
              <a:off x="9294459" y="1915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4" name="pt44654"/>
            <p:cNvSpPr/>
            <p:nvPr/>
          </p:nvSpPr>
          <p:spPr>
            <a:xfrm>
              <a:off x="8980466" y="20426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5" name="pt44655"/>
            <p:cNvSpPr/>
            <p:nvPr/>
          </p:nvSpPr>
          <p:spPr>
            <a:xfrm>
              <a:off x="9564411" y="22162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6" name="pt44656"/>
            <p:cNvSpPr/>
            <p:nvPr/>
          </p:nvSpPr>
          <p:spPr>
            <a:xfrm>
              <a:off x="8469500" y="24850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7" name="pt44657"/>
            <p:cNvSpPr/>
            <p:nvPr/>
          </p:nvSpPr>
          <p:spPr>
            <a:xfrm>
              <a:off x="9242219" y="20840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8" name="pt44658"/>
            <p:cNvSpPr/>
            <p:nvPr/>
          </p:nvSpPr>
          <p:spPr>
            <a:xfrm>
              <a:off x="9034193" y="17272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9" name="pt44659"/>
            <p:cNvSpPr/>
            <p:nvPr/>
          </p:nvSpPr>
          <p:spPr>
            <a:xfrm>
              <a:off x="9252225" y="20786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0" name="pt44660"/>
            <p:cNvSpPr/>
            <p:nvPr/>
          </p:nvSpPr>
          <p:spPr>
            <a:xfrm>
              <a:off x="9074042" y="21021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1" name="pt44661"/>
            <p:cNvSpPr/>
            <p:nvPr/>
          </p:nvSpPr>
          <p:spPr>
            <a:xfrm>
              <a:off x="8731558" y="22133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2" name="pt44662"/>
            <p:cNvSpPr/>
            <p:nvPr/>
          </p:nvSpPr>
          <p:spPr>
            <a:xfrm>
              <a:off x="8381780" y="25505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3" name="pt44663"/>
            <p:cNvSpPr/>
            <p:nvPr/>
          </p:nvSpPr>
          <p:spPr>
            <a:xfrm>
              <a:off x="8570436" y="24058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4" name="pt44664"/>
            <p:cNvSpPr/>
            <p:nvPr/>
          </p:nvSpPr>
          <p:spPr>
            <a:xfrm>
              <a:off x="9197584" y="17527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5" name="pt44665"/>
            <p:cNvSpPr/>
            <p:nvPr/>
          </p:nvSpPr>
          <p:spPr>
            <a:xfrm>
              <a:off x="9102103" y="22206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6" name="pt44666"/>
            <p:cNvSpPr/>
            <p:nvPr/>
          </p:nvSpPr>
          <p:spPr>
            <a:xfrm>
              <a:off x="8679650" y="26418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7" name="pt44667"/>
            <p:cNvSpPr/>
            <p:nvPr/>
          </p:nvSpPr>
          <p:spPr>
            <a:xfrm>
              <a:off x="8527280" y="24568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8" name="pt44668"/>
            <p:cNvSpPr/>
            <p:nvPr/>
          </p:nvSpPr>
          <p:spPr>
            <a:xfrm>
              <a:off x="9215429" y="22346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9" name="pt44669"/>
            <p:cNvSpPr/>
            <p:nvPr/>
          </p:nvSpPr>
          <p:spPr>
            <a:xfrm>
              <a:off x="8550210" y="24984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0" name="pt44670"/>
            <p:cNvSpPr/>
            <p:nvPr/>
          </p:nvSpPr>
          <p:spPr>
            <a:xfrm>
              <a:off x="9030305" y="1960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1" name="pt44671"/>
            <p:cNvSpPr/>
            <p:nvPr/>
          </p:nvSpPr>
          <p:spPr>
            <a:xfrm>
              <a:off x="8658156" y="24016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2" name="pt44672"/>
            <p:cNvSpPr/>
            <p:nvPr/>
          </p:nvSpPr>
          <p:spPr>
            <a:xfrm>
              <a:off x="8431181" y="24148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3" name="pt44673"/>
            <p:cNvSpPr/>
            <p:nvPr/>
          </p:nvSpPr>
          <p:spPr>
            <a:xfrm>
              <a:off x="8932228" y="1970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4" name="pt44674"/>
            <p:cNvSpPr/>
            <p:nvPr/>
          </p:nvSpPr>
          <p:spPr>
            <a:xfrm>
              <a:off x="9174300" y="20024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5" name="pt44675"/>
            <p:cNvSpPr/>
            <p:nvPr/>
          </p:nvSpPr>
          <p:spPr>
            <a:xfrm>
              <a:off x="8312152" y="20689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6" name="pt44676"/>
            <p:cNvSpPr/>
            <p:nvPr/>
          </p:nvSpPr>
          <p:spPr>
            <a:xfrm>
              <a:off x="9034193" y="18160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7" name="pt44677"/>
            <p:cNvSpPr/>
            <p:nvPr/>
          </p:nvSpPr>
          <p:spPr>
            <a:xfrm>
              <a:off x="9179876" y="19165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8" name="pt44678"/>
            <p:cNvSpPr/>
            <p:nvPr/>
          </p:nvSpPr>
          <p:spPr>
            <a:xfrm>
              <a:off x="8971473" y="22859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9" name="pt44679"/>
            <p:cNvSpPr/>
            <p:nvPr/>
          </p:nvSpPr>
          <p:spPr>
            <a:xfrm>
              <a:off x="8854280" y="20549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0" name="pt44680"/>
            <p:cNvSpPr/>
            <p:nvPr/>
          </p:nvSpPr>
          <p:spPr>
            <a:xfrm>
              <a:off x="8854280" y="19283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1" name="pt44681"/>
            <p:cNvSpPr/>
            <p:nvPr/>
          </p:nvSpPr>
          <p:spPr>
            <a:xfrm>
              <a:off x="8771364" y="23845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2" name="pt44682"/>
            <p:cNvSpPr/>
            <p:nvPr/>
          </p:nvSpPr>
          <p:spPr>
            <a:xfrm>
              <a:off x="8500809" y="24654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3" name="pt44683"/>
            <p:cNvSpPr/>
            <p:nvPr/>
          </p:nvSpPr>
          <p:spPr>
            <a:xfrm>
              <a:off x="9067835" y="18426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4" name="pt44684"/>
            <p:cNvSpPr/>
            <p:nvPr/>
          </p:nvSpPr>
          <p:spPr>
            <a:xfrm>
              <a:off x="9474060" y="22853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5" name="pt44685"/>
            <p:cNvSpPr/>
            <p:nvPr/>
          </p:nvSpPr>
          <p:spPr>
            <a:xfrm>
              <a:off x="9287859" y="19793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6" name="pt44686"/>
            <p:cNvSpPr/>
            <p:nvPr/>
          </p:nvSpPr>
          <p:spPr>
            <a:xfrm>
              <a:off x="8312152" y="2515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7" name="pt44687"/>
            <p:cNvSpPr/>
            <p:nvPr/>
          </p:nvSpPr>
          <p:spPr>
            <a:xfrm>
              <a:off x="8588529" y="23203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8" name="pt44688"/>
            <p:cNvSpPr/>
            <p:nvPr/>
          </p:nvSpPr>
          <p:spPr>
            <a:xfrm>
              <a:off x="9084871" y="19320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9" name="pt44689"/>
            <p:cNvSpPr/>
            <p:nvPr/>
          </p:nvSpPr>
          <p:spPr>
            <a:xfrm>
              <a:off x="8976925" y="2211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0" name="pt44690"/>
            <p:cNvSpPr/>
            <p:nvPr/>
          </p:nvSpPr>
          <p:spPr>
            <a:xfrm>
              <a:off x="8619838" y="23280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1" name="pt44691"/>
            <p:cNvSpPr/>
            <p:nvPr/>
          </p:nvSpPr>
          <p:spPr>
            <a:xfrm>
              <a:off x="8993941" y="19775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2" name="pt44692"/>
            <p:cNvSpPr/>
            <p:nvPr/>
          </p:nvSpPr>
          <p:spPr>
            <a:xfrm>
              <a:off x="8939053" y="18282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3" name="pt44693"/>
            <p:cNvSpPr/>
            <p:nvPr/>
          </p:nvSpPr>
          <p:spPr>
            <a:xfrm>
              <a:off x="9037995" y="1820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4" name="pt44694"/>
            <p:cNvSpPr/>
            <p:nvPr/>
          </p:nvSpPr>
          <p:spPr>
            <a:xfrm>
              <a:off x="9701667" y="21507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5" name="pt44695"/>
            <p:cNvSpPr/>
            <p:nvPr/>
          </p:nvSpPr>
          <p:spPr>
            <a:xfrm>
              <a:off x="9079049" y="21397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6" name="pt44696"/>
            <p:cNvSpPr/>
            <p:nvPr/>
          </p:nvSpPr>
          <p:spPr>
            <a:xfrm>
              <a:off x="9052414" y="1994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7" name="pt44697"/>
            <p:cNvSpPr/>
            <p:nvPr/>
          </p:nvSpPr>
          <p:spPr>
            <a:xfrm>
              <a:off x="9466476" y="23924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8" name="pt44698"/>
            <p:cNvSpPr/>
            <p:nvPr/>
          </p:nvSpPr>
          <p:spPr>
            <a:xfrm>
              <a:off x="8932228" y="19901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9" name="pt44699"/>
            <p:cNvSpPr/>
            <p:nvPr/>
          </p:nvSpPr>
          <p:spPr>
            <a:xfrm>
              <a:off x="8868306" y="21756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0" name="pt44700"/>
            <p:cNvSpPr/>
            <p:nvPr/>
          </p:nvSpPr>
          <p:spPr>
            <a:xfrm>
              <a:off x="8527280" y="2705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1" name="pt44701"/>
            <p:cNvSpPr/>
            <p:nvPr/>
          </p:nvSpPr>
          <p:spPr>
            <a:xfrm>
              <a:off x="8431181" y="25806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2" name="pt44702"/>
            <p:cNvSpPr/>
            <p:nvPr/>
          </p:nvSpPr>
          <p:spPr>
            <a:xfrm>
              <a:off x="8312152" y="2398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3" name="pt44703"/>
            <p:cNvSpPr/>
            <p:nvPr/>
          </p:nvSpPr>
          <p:spPr>
            <a:xfrm>
              <a:off x="8839006" y="19089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4" name="pt44704"/>
            <p:cNvSpPr/>
            <p:nvPr/>
          </p:nvSpPr>
          <p:spPr>
            <a:xfrm>
              <a:off x="9636399" y="1976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5" name="pt44705"/>
            <p:cNvSpPr/>
            <p:nvPr/>
          </p:nvSpPr>
          <p:spPr>
            <a:xfrm>
              <a:off x="9389022" y="20921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6" name="pt44706"/>
            <p:cNvSpPr/>
            <p:nvPr/>
          </p:nvSpPr>
          <p:spPr>
            <a:xfrm>
              <a:off x="8469500" y="23671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7" name="pt44707"/>
            <p:cNvSpPr/>
            <p:nvPr/>
          </p:nvSpPr>
          <p:spPr>
            <a:xfrm>
              <a:off x="8961983" y="22907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8" name="pt44708"/>
            <p:cNvSpPr/>
            <p:nvPr/>
          </p:nvSpPr>
          <p:spPr>
            <a:xfrm>
              <a:off x="9247109" y="19384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9" name="pt44709"/>
            <p:cNvSpPr/>
            <p:nvPr/>
          </p:nvSpPr>
          <p:spPr>
            <a:xfrm>
              <a:off x="8570436" y="22774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0" name="pt44710"/>
            <p:cNvSpPr/>
            <p:nvPr/>
          </p:nvSpPr>
          <p:spPr>
            <a:xfrm>
              <a:off x="8550210" y="24743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1" name="pt44711"/>
            <p:cNvSpPr/>
            <p:nvPr/>
          </p:nvSpPr>
          <p:spPr>
            <a:xfrm>
              <a:off x="8854280" y="21889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2" name="pt44712"/>
            <p:cNvSpPr/>
            <p:nvPr/>
          </p:nvSpPr>
          <p:spPr>
            <a:xfrm>
              <a:off x="8817779" y="20476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3" name="pt44713"/>
            <p:cNvSpPr/>
            <p:nvPr/>
          </p:nvSpPr>
          <p:spPr>
            <a:xfrm>
              <a:off x="8689465" y="24099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4" name="pt44714"/>
            <p:cNvSpPr/>
            <p:nvPr/>
          </p:nvSpPr>
          <p:spPr>
            <a:xfrm>
              <a:off x="8312152" y="2564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5" name="pt44715"/>
            <p:cNvSpPr/>
            <p:nvPr/>
          </p:nvSpPr>
          <p:spPr>
            <a:xfrm>
              <a:off x="9898409" y="27656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6" name="pt44716"/>
            <p:cNvSpPr/>
            <p:nvPr/>
          </p:nvSpPr>
          <p:spPr>
            <a:xfrm>
              <a:off x="8850587" y="20887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7" name="pt44717"/>
            <p:cNvSpPr/>
            <p:nvPr/>
          </p:nvSpPr>
          <p:spPr>
            <a:xfrm>
              <a:off x="8500809" y="27622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8" name="pt44718"/>
            <p:cNvSpPr/>
            <p:nvPr/>
          </p:nvSpPr>
          <p:spPr>
            <a:xfrm>
              <a:off x="9453041" y="2308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9" name="pt44719"/>
            <p:cNvSpPr/>
            <p:nvPr/>
          </p:nvSpPr>
          <p:spPr>
            <a:xfrm>
              <a:off x="8689465" y="23358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0" name="pt44720"/>
            <p:cNvSpPr/>
            <p:nvPr/>
          </p:nvSpPr>
          <p:spPr>
            <a:xfrm>
              <a:off x="9898409" y="28244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1" name="pt44721"/>
            <p:cNvSpPr/>
            <p:nvPr/>
          </p:nvSpPr>
          <p:spPr>
            <a:xfrm>
              <a:off x="9274162" y="1877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2" name="pt44722"/>
            <p:cNvSpPr/>
            <p:nvPr/>
          </p:nvSpPr>
          <p:spPr>
            <a:xfrm>
              <a:off x="8500809" y="25909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3" name="pt44723"/>
            <p:cNvSpPr/>
            <p:nvPr/>
          </p:nvSpPr>
          <p:spPr>
            <a:xfrm>
              <a:off x="9370170" y="21494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4" name="pt44724"/>
            <p:cNvSpPr/>
            <p:nvPr/>
          </p:nvSpPr>
          <p:spPr>
            <a:xfrm>
              <a:off x="8738867" y="18102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5" name="pt44725"/>
            <p:cNvSpPr/>
            <p:nvPr/>
          </p:nvSpPr>
          <p:spPr>
            <a:xfrm>
              <a:off x="8469500" y="23073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6" name="pt44726"/>
            <p:cNvSpPr/>
            <p:nvPr/>
          </p:nvSpPr>
          <p:spPr>
            <a:xfrm>
              <a:off x="8777185" y="24059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7" name="pt44727"/>
            <p:cNvSpPr/>
            <p:nvPr/>
          </p:nvSpPr>
          <p:spPr>
            <a:xfrm>
              <a:off x="9548435" y="21972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8" name="pt44728"/>
            <p:cNvSpPr/>
            <p:nvPr/>
          </p:nvSpPr>
          <p:spPr>
            <a:xfrm>
              <a:off x="9155766" y="18645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9" name="pt44729"/>
            <p:cNvSpPr/>
            <p:nvPr/>
          </p:nvSpPr>
          <p:spPr>
            <a:xfrm>
              <a:off x="9050093" y="23178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0" name="pt44730"/>
            <p:cNvSpPr/>
            <p:nvPr/>
          </p:nvSpPr>
          <p:spPr>
            <a:xfrm>
              <a:off x="8381780" y="23522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1" name="pt44731"/>
            <p:cNvSpPr/>
            <p:nvPr/>
          </p:nvSpPr>
          <p:spPr>
            <a:xfrm>
              <a:off x="8312152" y="2435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2" name="pt44732"/>
            <p:cNvSpPr/>
            <p:nvPr/>
          </p:nvSpPr>
          <p:spPr>
            <a:xfrm>
              <a:off x="9010896" y="1602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3" name="pt44733"/>
            <p:cNvSpPr/>
            <p:nvPr/>
          </p:nvSpPr>
          <p:spPr>
            <a:xfrm>
              <a:off x="9068885" y="17093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4" name="pt44734"/>
            <p:cNvSpPr/>
            <p:nvPr/>
          </p:nvSpPr>
          <p:spPr>
            <a:xfrm>
              <a:off x="9123951" y="21382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5" name="pt44735"/>
            <p:cNvSpPr/>
            <p:nvPr/>
          </p:nvSpPr>
          <p:spPr>
            <a:xfrm>
              <a:off x="8771364" y="23599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6" name="pt44736"/>
            <p:cNvSpPr/>
            <p:nvPr/>
          </p:nvSpPr>
          <p:spPr>
            <a:xfrm>
              <a:off x="9404531" y="18631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7" name="pt44737"/>
            <p:cNvSpPr/>
            <p:nvPr/>
          </p:nvSpPr>
          <p:spPr>
            <a:xfrm>
              <a:off x="8431181" y="23897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8" name="pt44738"/>
            <p:cNvSpPr/>
            <p:nvPr/>
          </p:nvSpPr>
          <p:spPr>
            <a:xfrm>
              <a:off x="9088645" y="18975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9" name="pt44739"/>
            <p:cNvSpPr/>
            <p:nvPr/>
          </p:nvSpPr>
          <p:spPr>
            <a:xfrm>
              <a:off x="9594370" y="22999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0" name="pt44740"/>
            <p:cNvSpPr/>
            <p:nvPr/>
          </p:nvSpPr>
          <p:spPr>
            <a:xfrm>
              <a:off x="8633583" y="2022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1" name="pt44741"/>
            <p:cNvSpPr/>
            <p:nvPr/>
          </p:nvSpPr>
          <p:spPr>
            <a:xfrm>
              <a:off x="9187390" y="21879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2" name="pt44742"/>
            <p:cNvSpPr/>
            <p:nvPr/>
          </p:nvSpPr>
          <p:spPr>
            <a:xfrm>
              <a:off x="9068885" y="18634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3" name="pt44743"/>
            <p:cNvSpPr/>
            <p:nvPr/>
          </p:nvSpPr>
          <p:spPr>
            <a:xfrm>
              <a:off x="8619838" y="21867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4" name="pt44744"/>
            <p:cNvSpPr/>
            <p:nvPr/>
          </p:nvSpPr>
          <p:spPr>
            <a:xfrm>
              <a:off x="8884367" y="21222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5" name="pt44745"/>
            <p:cNvSpPr/>
            <p:nvPr/>
          </p:nvSpPr>
          <p:spPr>
            <a:xfrm>
              <a:off x="8887406" y="19668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6" name="pt44746"/>
            <p:cNvSpPr/>
            <p:nvPr/>
          </p:nvSpPr>
          <p:spPr>
            <a:xfrm>
              <a:off x="9461227" y="24447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7" name="pt44747"/>
            <p:cNvSpPr/>
            <p:nvPr/>
          </p:nvSpPr>
          <p:spPr>
            <a:xfrm>
              <a:off x="8899053" y="21712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8" name="pt44748"/>
            <p:cNvSpPr/>
            <p:nvPr/>
          </p:nvSpPr>
          <p:spPr>
            <a:xfrm>
              <a:off x="8312152" y="24612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9" name="pt44749"/>
            <p:cNvSpPr/>
            <p:nvPr/>
          </p:nvSpPr>
          <p:spPr>
            <a:xfrm>
              <a:off x="8782816" y="2106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0" name="pt44750"/>
            <p:cNvSpPr/>
            <p:nvPr/>
          </p:nvSpPr>
          <p:spPr>
            <a:xfrm>
              <a:off x="8759093" y="20970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1" name="pt44751"/>
            <p:cNvSpPr/>
            <p:nvPr/>
          </p:nvSpPr>
          <p:spPr>
            <a:xfrm>
              <a:off x="9007935" y="19603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2" name="pt44752"/>
            <p:cNvSpPr/>
            <p:nvPr/>
          </p:nvSpPr>
          <p:spPr>
            <a:xfrm>
              <a:off x="8604896" y="23207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3" name="pt44753"/>
            <p:cNvSpPr/>
            <p:nvPr/>
          </p:nvSpPr>
          <p:spPr>
            <a:xfrm>
              <a:off x="9573129" y="22035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4" name="pt44754"/>
            <p:cNvSpPr/>
            <p:nvPr/>
          </p:nvSpPr>
          <p:spPr>
            <a:xfrm>
              <a:off x="9124709" y="20604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5" name="pt44755"/>
            <p:cNvSpPr/>
            <p:nvPr/>
          </p:nvSpPr>
          <p:spPr>
            <a:xfrm>
              <a:off x="9274162" y="1933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6" name="pt44756"/>
            <p:cNvSpPr/>
            <p:nvPr/>
          </p:nvSpPr>
          <p:spPr>
            <a:xfrm>
              <a:off x="9252225" y="21204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7" name="pt44757"/>
            <p:cNvSpPr/>
            <p:nvPr/>
          </p:nvSpPr>
          <p:spPr>
            <a:xfrm>
              <a:off x="9102103" y="20933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8" name="pt44758"/>
            <p:cNvSpPr/>
            <p:nvPr/>
          </p:nvSpPr>
          <p:spPr>
            <a:xfrm>
              <a:off x="9828342" y="27435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9" name="pt44759"/>
            <p:cNvSpPr/>
            <p:nvPr/>
          </p:nvSpPr>
          <p:spPr>
            <a:xfrm>
              <a:off x="9031610" y="18235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0" name="pt44760"/>
            <p:cNvSpPr/>
            <p:nvPr/>
          </p:nvSpPr>
          <p:spPr>
            <a:xfrm>
              <a:off x="8834965" y="20318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1" name="pt44761"/>
            <p:cNvSpPr/>
            <p:nvPr/>
          </p:nvSpPr>
          <p:spPr>
            <a:xfrm>
              <a:off x="9155133" y="20728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2" name="pt44762"/>
            <p:cNvSpPr/>
            <p:nvPr/>
          </p:nvSpPr>
          <p:spPr>
            <a:xfrm>
              <a:off x="9715521" y="20941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3" name="pt44763"/>
            <p:cNvSpPr/>
            <p:nvPr/>
          </p:nvSpPr>
          <p:spPr>
            <a:xfrm>
              <a:off x="8550210" y="25387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4" name="pt44764"/>
            <p:cNvSpPr/>
            <p:nvPr/>
          </p:nvSpPr>
          <p:spPr>
            <a:xfrm>
              <a:off x="9427665" y="18364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5" name="pt44765"/>
            <p:cNvSpPr/>
            <p:nvPr/>
          </p:nvSpPr>
          <p:spPr>
            <a:xfrm>
              <a:off x="9262020" y="18363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6" name="pt44766"/>
            <p:cNvSpPr/>
            <p:nvPr/>
          </p:nvSpPr>
          <p:spPr>
            <a:xfrm>
              <a:off x="8312152" y="26053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7" name="pt44767"/>
            <p:cNvSpPr/>
            <p:nvPr/>
          </p:nvSpPr>
          <p:spPr>
            <a:xfrm>
              <a:off x="8813199" y="21477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8" name="pt44768"/>
            <p:cNvSpPr/>
            <p:nvPr/>
          </p:nvSpPr>
          <p:spPr>
            <a:xfrm>
              <a:off x="8932228" y="19392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9" name="pt44769"/>
            <p:cNvSpPr/>
            <p:nvPr/>
          </p:nvSpPr>
          <p:spPr>
            <a:xfrm>
              <a:off x="8893328" y="18728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0" name="pt44770"/>
            <p:cNvSpPr/>
            <p:nvPr/>
          </p:nvSpPr>
          <p:spPr>
            <a:xfrm>
              <a:off x="8765338" y="20448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1" name="pt44771"/>
            <p:cNvSpPr/>
            <p:nvPr/>
          </p:nvSpPr>
          <p:spPr>
            <a:xfrm>
              <a:off x="9096846" y="1590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2" name="pt44772"/>
            <p:cNvSpPr/>
            <p:nvPr/>
          </p:nvSpPr>
          <p:spPr>
            <a:xfrm>
              <a:off x="8826587" y="21459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3" name="pt44773"/>
            <p:cNvSpPr/>
            <p:nvPr/>
          </p:nvSpPr>
          <p:spPr>
            <a:xfrm>
              <a:off x="9517293" y="22208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4" name="pt44774"/>
            <p:cNvSpPr/>
            <p:nvPr/>
          </p:nvSpPr>
          <p:spPr>
            <a:xfrm>
              <a:off x="8965842" y="2190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5" name="pt44775"/>
            <p:cNvSpPr/>
            <p:nvPr/>
          </p:nvSpPr>
          <p:spPr>
            <a:xfrm>
              <a:off x="8469500" y="25011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6" name="pt44776"/>
            <p:cNvSpPr/>
            <p:nvPr/>
          </p:nvSpPr>
          <p:spPr>
            <a:xfrm>
              <a:off x="8850587" y="21539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7" name="pt44777"/>
            <p:cNvSpPr/>
            <p:nvPr/>
          </p:nvSpPr>
          <p:spPr>
            <a:xfrm>
              <a:off x="9400632" y="19187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8" name="pt44778"/>
            <p:cNvSpPr/>
            <p:nvPr/>
          </p:nvSpPr>
          <p:spPr>
            <a:xfrm>
              <a:off x="9052414" y="22343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9" name="pt44779"/>
            <p:cNvSpPr/>
            <p:nvPr/>
          </p:nvSpPr>
          <p:spPr>
            <a:xfrm>
              <a:off x="9382404" y="20937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0" name="pt44780"/>
            <p:cNvSpPr/>
            <p:nvPr/>
          </p:nvSpPr>
          <p:spPr>
            <a:xfrm>
              <a:off x="9051257" y="20506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1" name="pt44781"/>
            <p:cNvSpPr/>
            <p:nvPr/>
          </p:nvSpPr>
          <p:spPr>
            <a:xfrm>
              <a:off x="8312152" y="24618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2" name="pt44782"/>
            <p:cNvSpPr/>
            <p:nvPr/>
          </p:nvSpPr>
          <p:spPr>
            <a:xfrm>
              <a:off x="9406741" y="16925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3" name="pt44783"/>
            <p:cNvSpPr/>
            <p:nvPr/>
          </p:nvSpPr>
          <p:spPr>
            <a:xfrm>
              <a:off x="9148018" y="20706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4" name="pt44784"/>
            <p:cNvSpPr/>
            <p:nvPr/>
          </p:nvSpPr>
          <p:spPr>
            <a:xfrm>
              <a:off x="9123951" y="20981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5" name="pt44785"/>
            <p:cNvSpPr/>
            <p:nvPr/>
          </p:nvSpPr>
          <p:spPr>
            <a:xfrm>
              <a:off x="8738867" y="23251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6" name="pt44786"/>
            <p:cNvSpPr/>
            <p:nvPr/>
          </p:nvSpPr>
          <p:spPr>
            <a:xfrm>
              <a:off x="8570436" y="24381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7" name="pt44787"/>
            <p:cNvSpPr/>
            <p:nvPr/>
          </p:nvSpPr>
          <p:spPr>
            <a:xfrm>
              <a:off x="9218961" y="20138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8" name="pt44788"/>
            <p:cNvSpPr/>
            <p:nvPr/>
          </p:nvSpPr>
          <p:spPr>
            <a:xfrm>
              <a:off x="8381780" y="21697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9" name="pt44789"/>
            <p:cNvSpPr/>
            <p:nvPr/>
          </p:nvSpPr>
          <p:spPr>
            <a:xfrm>
              <a:off x="8679650" y="24303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0" name="pt44790"/>
            <p:cNvSpPr/>
            <p:nvPr/>
          </p:nvSpPr>
          <p:spPr>
            <a:xfrm>
              <a:off x="9068885" y="18221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1" name="pt44791"/>
            <p:cNvSpPr/>
            <p:nvPr/>
          </p:nvSpPr>
          <p:spPr>
            <a:xfrm>
              <a:off x="9360483" y="20866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2" name="pt44792"/>
            <p:cNvSpPr/>
            <p:nvPr/>
          </p:nvSpPr>
          <p:spPr>
            <a:xfrm>
              <a:off x="9562708" y="20598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3" name="pt44793"/>
            <p:cNvSpPr/>
            <p:nvPr/>
          </p:nvSpPr>
          <p:spPr>
            <a:xfrm>
              <a:off x="9177111" y="18855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4" name="pt44794"/>
            <p:cNvSpPr/>
            <p:nvPr/>
          </p:nvSpPr>
          <p:spPr>
            <a:xfrm>
              <a:off x="8550210" y="25795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5" name="pt44795"/>
            <p:cNvSpPr/>
            <p:nvPr/>
          </p:nvSpPr>
          <p:spPr>
            <a:xfrm>
              <a:off x="8431181" y="25875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6" name="pt44796"/>
            <p:cNvSpPr/>
            <p:nvPr/>
          </p:nvSpPr>
          <p:spPr>
            <a:xfrm>
              <a:off x="8312152" y="2399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7" name="pt44797"/>
            <p:cNvSpPr/>
            <p:nvPr/>
          </p:nvSpPr>
          <p:spPr>
            <a:xfrm>
              <a:off x="9495513" y="22098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8" name="pt44798"/>
            <p:cNvSpPr/>
            <p:nvPr/>
          </p:nvSpPr>
          <p:spPr>
            <a:xfrm>
              <a:off x="9874745" y="26583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9" name="pt44799"/>
            <p:cNvSpPr/>
            <p:nvPr/>
          </p:nvSpPr>
          <p:spPr>
            <a:xfrm>
              <a:off x="9048921" y="20668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0" name="pt44800"/>
            <p:cNvSpPr/>
            <p:nvPr/>
          </p:nvSpPr>
          <p:spPr>
            <a:xfrm>
              <a:off x="9382741" y="20366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1" name="pt44801"/>
            <p:cNvSpPr/>
            <p:nvPr/>
          </p:nvSpPr>
          <p:spPr>
            <a:xfrm>
              <a:off x="8830827" y="20548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2" name="pt44802"/>
            <p:cNvSpPr/>
            <p:nvPr/>
          </p:nvSpPr>
          <p:spPr>
            <a:xfrm>
              <a:off x="8771364" y="22859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3" name="pt44803"/>
            <p:cNvSpPr/>
            <p:nvPr/>
          </p:nvSpPr>
          <p:spPr>
            <a:xfrm>
              <a:off x="9044150" y="17645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4" name="pt44804"/>
            <p:cNvSpPr/>
            <p:nvPr/>
          </p:nvSpPr>
          <p:spPr>
            <a:xfrm>
              <a:off x="9060297" y="20368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5" name="pt44805"/>
            <p:cNvSpPr/>
            <p:nvPr/>
          </p:nvSpPr>
          <p:spPr>
            <a:xfrm>
              <a:off x="8771364" y="23550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6" name="pt44806"/>
            <p:cNvSpPr/>
            <p:nvPr/>
          </p:nvSpPr>
          <p:spPr>
            <a:xfrm>
              <a:off x="9001856" y="20194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7" name="pt44807"/>
            <p:cNvSpPr/>
            <p:nvPr/>
          </p:nvSpPr>
          <p:spPr>
            <a:xfrm>
              <a:off x="9633844" y="19934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8" name="pt44808"/>
            <p:cNvSpPr/>
            <p:nvPr/>
          </p:nvSpPr>
          <p:spPr>
            <a:xfrm>
              <a:off x="8500809" y="25071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9" name="pt44809"/>
            <p:cNvSpPr/>
            <p:nvPr/>
          </p:nvSpPr>
          <p:spPr>
            <a:xfrm>
              <a:off x="8731558" y="22362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0" name="pt44810"/>
            <p:cNvSpPr/>
            <p:nvPr/>
          </p:nvSpPr>
          <p:spPr>
            <a:xfrm>
              <a:off x="9179876" y="18886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1" name="pt44811"/>
            <p:cNvSpPr/>
            <p:nvPr/>
          </p:nvSpPr>
          <p:spPr>
            <a:xfrm>
              <a:off x="9155133" y="21264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2" name="pt44812"/>
            <p:cNvSpPr/>
            <p:nvPr/>
          </p:nvSpPr>
          <p:spPr>
            <a:xfrm>
              <a:off x="8381780" y="25408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3" name="pt44813"/>
            <p:cNvSpPr/>
            <p:nvPr/>
          </p:nvSpPr>
          <p:spPr>
            <a:xfrm>
              <a:off x="9027663" y="1727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4" name="pt44814"/>
            <p:cNvSpPr/>
            <p:nvPr/>
          </p:nvSpPr>
          <p:spPr>
            <a:xfrm>
              <a:off x="8658156" y="23184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5" name="pt44815"/>
            <p:cNvSpPr/>
            <p:nvPr/>
          </p:nvSpPr>
          <p:spPr>
            <a:xfrm>
              <a:off x="9010896" y="17348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6" name="pt44816"/>
            <p:cNvSpPr/>
            <p:nvPr/>
          </p:nvSpPr>
          <p:spPr>
            <a:xfrm>
              <a:off x="8752612" y="21799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7" name="pt44817"/>
            <p:cNvSpPr/>
            <p:nvPr/>
          </p:nvSpPr>
          <p:spPr>
            <a:xfrm>
              <a:off x="8689465" y="2382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8" name="pt44818"/>
            <p:cNvSpPr/>
            <p:nvPr/>
          </p:nvSpPr>
          <p:spPr>
            <a:xfrm>
              <a:off x="8884367" y="21243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9" name="pt44819"/>
            <p:cNvSpPr/>
            <p:nvPr/>
          </p:nvSpPr>
          <p:spPr>
            <a:xfrm>
              <a:off x="9898409" y="27177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0" name="pt44820"/>
            <p:cNvSpPr/>
            <p:nvPr/>
          </p:nvSpPr>
          <p:spPr>
            <a:xfrm>
              <a:off x="8707558" y="22687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1" name="pt44821"/>
            <p:cNvSpPr/>
            <p:nvPr/>
          </p:nvSpPr>
          <p:spPr>
            <a:xfrm>
              <a:off x="8679650" y="23715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2" name="pt44822"/>
            <p:cNvSpPr/>
            <p:nvPr/>
          </p:nvSpPr>
          <p:spPr>
            <a:xfrm>
              <a:off x="9126964" y="20653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3" name="pt44823"/>
            <p:cNvSpPr/>
            <p:nvPr/>
          </p:nvSpPr>
          <p:spPr>
            <a:xfrm>
              <a:off x="8826587" y="21308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4" name="pt44824"/>
            <p:cNvSpPr/>
            <p:nvPr/>
          </p:nvSpPr>
          <p:spPr>
            <a:xfrm>
              <a:off x="9548435" y="21441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5" name="pt44825"/>
            <p:cNvSpPr/>
            <p:nvPr/>
          </p:nvSpPr>
          <p:spPr>
            <a:xfrm>
              <a:off x="8500809" y="26972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6" name="pt44826"/>
            <p:cNvSpPr/>
            <p:nvPr/>
          </p:nvSpPr>
          <p:spPr>
            <a:xfrm>
              <a:off x="8884367" y="19456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7" name="pt44827"/>
            <p:cNvSpPr/>
            <p:nvPr/>
          </p:nvSpPr>
          <p:spPr>
            <a:xfrm>
              <a:off x="8550210" y="24371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8" name="pt44828"/>
            <p:cNvSpPr/>
            <p:nvPr/>
          </p:nvSpPr>
          <p:spPr>
            <a:xfrm>
              <a:off x="8960020" y="21832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9" name="pt44829"/>
            <p:cNvSpPr/>
            <p:nvPr/>
          </p:nvSpPr>
          <p:spPr>
            <a:xfrm>
              <a:off x="8588529" y="22617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0" name="pt44830"/>
            <p:cNvSpPr/>
            <p:nvPr/>
          </p:nvSpPr>
          <p:spPr>
            <a:xfrm>
              <a:off x="8976925" y="22875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1" name="pt44831"/>
            <p:cNvSpPr/>
            <p:nvPr/>
          </p:nvSpPr>
          <p:spPr>
            <a:xfrm>
              <a:off x="9461227" y="22859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2" name="pt44832"/>
            <p:cNvSpPr/>
            <p:nvPr/>
          </p:nvSpPr>
          <p:spPr>
            <a:xfrm>
              <a:off x="9090502" y="18626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3" name="pt44833"/>
            <p:cNvSpPr/>
            <p:nvPr/>
          </p:nvSpPr>
          <p:spPr>
            <a:xfrm>
              <a:off x="8469500" y="22601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4" name="pt44834"/>
            <p:cNvSpPr/>
            <p:nvPr/>
          </p:nvSpPr>
          <p:spPr>
            <a:xfrm>
              <a:off x="8658156" y="22626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5" name="pt44835"/>
            <p:cNvSpPr/>
            <p:nvPr/>
          </p:nvSpPr>
          <p:spPr>
            <a:xfrm>
              <a:off x="9457237" y="20847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6" name="pt44836"/>
            <p:cNvSpPr/>
            <p:nvPr/>
          </p:nvSpPr>
          <p:spPr>
            <a:xfrm>
              <a:off x="9123951" y="20943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7" name="pt44837"/>
            <p:cNvSpPr/>
            <p:nvPr/>
          </p:nvSpPr>
          <p:spPr>
            <a:xfrm>
              <a:off x="8619838" y="21281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8" name="pt44838"/>
            <p:cNvSpPr/>
            <p:nvPr/>
          </p:nvSpPr>
          <p:spPr>
            <a:xfrm>
              <a:off x="9087709" y="20591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9" name="pt44839"/>
            <p:cNvSpPr/>
            <p:nvPr/>
          </p:nvSpPr>
          <p:spPr>
            <a:xfrm>
              <a:off x="8887406" y="19382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0" name="pt44840"/>
            <p:cNvSpPr/>
            <p:nvPr/>
          </p:nvSpPr>
          <p:spPr>
            <a:xfrm>
              <a:off x="9576430" y="20291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1" name="pt44841"/>
            <p:cNvSpPr/>
            <p:nvPr/>
          </p:nvSpPr>
          <p:spPr>
            <a:xfrm>
              <a:off x="8658156" y="24516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2" name="pt44842"/>
            <p:cNvSpPr/>
            <p:nvPr/>
          </p:nvSpPr>
          <p:spPr>
            <a:xfrm>
              <a:off x="9325298" y="21967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3" name="pt44843"/>
            <p:cNvSpPr/>
            <p:nvPr/>
          </p:nvSpPr>
          <p:spPr>
            <a:xfrm>
              <a:off x="8679650" y="24866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4" name="pt44844"/>
            <p:cNvSpPr/>
            <p:nvPr/>
          </p:nvSpPr>
          <p:spPr>
            <a:xfrm>
              <a:off x="8830827" y="19272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5" name="pt44845"/>
            <p:cNvSpPr/>
            <p:nvPr/>
          </p:nvSpPr>
          <p:spPr>
            <a:xfrm>
              <a:off x="9320769" y="21309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6" name="pt44846"/>
            <p:cNvSpPr/>
            <p:nvPr/>
          </p:nvSpPr>
          <p:spPr>
            <a:xfrm>
              <a:off x="9324827" y="22297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7" name="pt44847"/>
            <p:cNvSpPr/>
            <p:nvPr/>
          </p:nvSpPr>
          <p:spPr>
            <a:xfrm>
              <a:off x="9359136" y="19844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8" name="pt44848"/>
            <p:cNvSpPr/>
            <p:nvPr/>
          </p:nvSpPr>
          <p:spPr>
            <a:xfrm>
              <a:off x="8669239" y="22363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9" name="pt44849"/>
            <p:cNvSpPr/>
            <p:nvPr/>
          </p:nvSpPr>
          <p:spPr>
            <a:xfrm>
              <a:off x="9037995" y="18156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0" name="pt44850"/>
            <p:cNvSpPr/>
            <p:nvPr/>
          </p:nvSpPr>
          <p:spPr>
            <a:xfrm>
              <a:off x="8588529" y="21526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1" name="pt44851"/>
            <p:cNvSpPr/>
            <p:nvPr/>
          </p:nvSpPr>
          <p:spPr>
            <a:xfrm>
              <a:off x="8381780" y="24823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2" name="pt44852"/>
            <p:cNvSpPr/>
            <p:nvPr/>
          </p:nvSpPr>
          <p:spPr>
            <a:xfrm>
              <a:off x="8765338" y="20210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3" name="pt44853"/>
            <p:cNvSpPr/>
            <p:nvPr/>
          </p:nvSpPr>
          <p:spPr>
            <a:xfrm>
              <a:off x="8978704" y="19208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4" name="pt44854"/>
            <p:cNvSpPr/>
            <p:nvPr/>
          </p:nvSpPr>
          <p:spPr>
            <a:xfrm>
              <a:off x="9120109" y="19978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5" name="pt44855"/>
            <p:cNvSpPr/>
            <p:nvPr/>
          </p:nvSpPr>
          <p:spPr>
            <a:xfrm>
              <a:off x="8963923" y="22551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6" name="pt44856"/>
            <p:cNvSpPr/>
            <p:nvPr/>
          </p:nvSpPr>
          <p:spPr>
            <a:xfrm>
              <a:off x="8920215" y="20938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7" name="pt44857"/>
            <p:cNvSpPr/>
            <p:nvPr/>
          </p:nvSpPr>
          <p:spPr>
            <a:xfrm>
              <a:off x="8723925" y="22581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8" name="pt44858"/>
            <p:cNvSpPr/>
            <p:nvPr/>
          </p:nvSpPr>
          <p:spPr>
            <a:xfrm>
              <a:off x="8500809" y="26891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9" name="pt44859"/>
            <p:cNvSpPr/>
            <p:nvPr/>
          </p:nvSpPr>
          <p:spPr>
            <a:xfrm>
              <a:off x="8550210" y="23362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0" name="pt44860"/>
            <p:cNvSpPr/>
            <p:nvPr/>
          </p:nvSpPr>
          <p:spPr>
            <a:xfrm>
              <a:off x="8842954" y="21623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1" name="pt44861"/>
            <p:cNvSpPr/>
            <p:nvPr/>
          </p:nvSpPr>
          <p:spPr>
            <a:xfrm>
              <a:off x="9287859" y="20141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2" name="pt44862"/>
            <p:cNvSpPr/>
            <p:nvPr/>
          </p:nvSpPr>
          <p:spPr>
            <a:xfrm>
              <a:off x="9242219" y="19715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3" name="pt44863"/>
            <p:cNvSpPr/>
            <p:nvPr/>
          </p:nvSpPr>
          <p:spPr>
            <a:xfrm>
              <a:off x="9058082" y="19372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4" name="pt44864"/>
            <p:cNvSpPr/>
            <p:nvPr/>
          </p:nvSpPr>
          <p:spPr>
            <a:xfrm>
              <a:off x="8939053" y="1883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5" name="pt44865"/>
            <p:cNvSpPr/>
            <p:nvPr/>
          </p:nvSpPr>
          <p:spPr>
            <a:xfrm>
              <a:off x="8381780" y="23284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6" name="pt44866"/>
            <p:cNvSpPr/>
            <p:nvPr/>
          </p:nvSpPr>
          <p:spPr>
            <a:xfrm>
              <a:off x="8469500" y="24107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7" name="pt44867"/>
            <p:cNvSpPr/>
            <p:nvPr/>
          </p:nvSpPr>
          <p:spPr>
            <a:xfrm>
              <a:off x="9898409" y="25289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8" name="pt44868"/>
            <p:cNvSpPr/>
            <p:nvPr/>
          </p:nvSpPr>
          <p:spPr>
            <a:xfrm>
              <a:off x="9087709" y="18835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9" name="pt44869"/>
            <p:cNvSpPr/>
            <p:nvPr/>
          </p:nvSpPr>
          <p:spPr>
            <a:xfrm>
              <a:off x="8932228" y="18831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0" name="pt44870"/>
            <p:cNvSpPr/>
            <p:nvPr/>
          </p:nvSpPr>
          <p:spPr>
            <a:xfrm>
              <a:off x="8788268" y="22432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1" name="pt44871"/>
            <p:cNvSpPr/>
            <p:nvPr/>
          </p:nvSpPr>
          <p:spPr>
            <a:xfrm>
              <a:off x="8698750" y="22971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2" name="pt44872"/>
            <p:cNvSpPr/>
            <p:nvPr/>
          </p:nvSpPr>
          <p:spPr>
            <a:xfrm>
              <a:off x="8723925" y="22696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3" name="pt44873"/>
            <p:cNvSpPr/>
            <p:nvPr/>
          </p:nvSpPr>
          <p:spPr>
            <a:xfrm>
              <a:off x="8431181" y="25769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4" name="pt44874"/>
            <p:cNvSpPr/>
            <p:nvPr/>
          </p:nvSpPr>
          <p:spPr>
            <a:xfrm>
              <a:off x="8658156" y="24326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5" name="pt44875"/>
            <p:cNvSpPr/>
            <p:nvPr/>
          </p:nvSpPr>
          <p:spPr>
            <a:xfrm>
              <a:off x="8381780" y="22952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6" name="pt44876"/>
            <p:cNvSpPr/>
            <p:nvPr/>
          </p:nvSpPr>
          <p:spPr>
            <a:xfrm>
              <a:off x="8312152" y="26089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7" name="pt44877"/>
            <p:cNvSpPr/>
            <p:nvPr/>
          </p:nvSpPr>
          <p:spPr>
            <a:xfrm>
              <a:off x="8738867" y="23139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8" name="pt44878"/>
            <p:cNvSpPr/>
            <p:nvPr/>
          </p:nvSpPr>
          <p:spPr>
            <a:xfrm>
              <a:off x="8646309" y="2377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9" name="pt44879"/>
            <p:cNvSpPr/>
            <p:nvPr/>
          </p:nvSpPr>
          <p:spPr>
            <a:xfrm>
              <a:off x="8604896" y="22393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0" name="pt44880"/>
            <p:cNvSpPr/>
            <p:nvPr/>
          </p:nvSpPr>
          <p:spPr>
            <a:xfrm>
              <a:off x="9436506" y="23961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1" name="pt44881"/>
            <p:cNvSpPr/>
            <p:nvPr/>
          </p:nvSpPr>
          <p:spPr>
            <a:xfrm>
              <a:off x="9037995" y="17676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2" name="pt44882"/>
            <p:cNvSpPr/>
            <p:nvPr/>
          </p:nvSpPr>
          <p:spPr>
            <a:xfrm>
              <a:off x="9247109" y="19501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3" name="pt44883"/>
            <p:cNvSpPr/>
            <p:nvPr/>
          </p:nvSpPr>
          <p:spPr>
            <a:xfrm>
              <a:off x="9030305" y="20299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4" name="pt44884"/>
            <p:cNvSpPr/>
            <p:nvPr/>
          </p:nvSpPr>
          <p:spPr>
            <a:xfrm>
              <a:off x="8771364" y="22553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5" name="pt44885"/>
            <p:cNvSpPr/>
            <p:nvPr/>
          </p:nvSpPr>
          <p:spPr>
            <a:xfrm>
              <a:off x="8861436" y="18982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6" name="pt44886"/>
            <p:cNvSpPr/>
            <p:nvPr/>
          </p:nvSpPr>
          <p:spPr>
            <a:xfrm>
              <a:off x="9124709" y="22316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7" name="pt44887"/>
            <p:cNvSpPr/>
            <p:nvPr/>
          </p:nvSpPr>
          <p:spPr>
            <a:xfrm>
              <a:off x="8989011" y="20123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8" name="pt44888"/>
            <p:cNvSpPr/>
            <p:nvPr/>
          </p:nvSpPr>
          <p:spPr>
            <a:xfrm>
              <a:off x="9226651" y="21389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9" name="pt44889"/>
            <p:cNvSpPr/>
            <p:nvPr/>
          </p:nvSpPr>
          <p:spPr>
            <a:xfrm>
              <a:off x="8958035" y="21330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0" name="pt44890"/>
            <p:cNvSpPr/>
            <p:nvPr/>
          </p:nvSpPr>
          <p:spPr>
            <a:xfrm>
              <a:off x="9370170" y="20761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1" name="pt44891"/>
            <p:cNvSpPr/>
            <p:nvPr/>
          </p:nvSpPr>
          <p:spPr>
            <a:xfrm>
              <a:off x="9266385" y="17787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2" name="pt44892"/>
            <p:cNvSpPr/>
            <p:nvPr/>
          </p:nvSpPr>
          <p:spPr>
            <a:xfrm>
              <a:off x="9654477" y="17112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3" name="pt44893"/>
            <p:cNvSpPr/>
            <p:nvPr/>
          </p:nvSpPr>
          <p:spPr>
            <a:xfrm>
              <a:off x="9051257" y="21138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4" name="pt44894"/>
            <p:cNvSpPr/>
            <p:nvPr/>
          </p:nvSpPr>
          <p:spPr>
            <a:xfrm>
              <a:off x="8312152" y="23330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5" name="pt44895"/>
            <p:cNvSpPr/>
            <p:nvPr/>
          </p:nvSpPr>
          <p:spPr>
            <a:xfrm>
              <a:off x="9179876" y="19992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6" name="pt44896"/>
            <p:cNvSpPr/>
            <p:nvPr/>
          </p:nvSpPr>
          <p:spPr>
            <a:xfrm>
              <a:off x="9548628" y="21222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7" name="pt44897"/>
            <p:cNvSpPr/>
            <p:nvPr/>
          </p:nvSpPr>
          <p:spPr>
            <a:xfrm>
              <a:off x="9485353" y="22276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8" name="pt44898"/>
            <p:cNvSpPr/>
            <p:nvPr/>
          </p:nvSpPr>
          <p:spPr>
            <a:xfrm>
              <a:off x="9108871" y="20746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9" name="pt44899"/>
            <p:cNvSpPr/>
            <p:nvPr/>
          </p:nvSpPr>
          <p:spPr>
            <a:xfrm>
              <a:off x="9370170" y="21433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0" name="pt44900"/>
            <p:cNvSpPr/>
            <p:nvPr/>
          </p:nvSpPr>
          <p:spPr>
            <a:xfrm>
              <a:off x="9326470" y="21990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1" name="pt44901"/>
            <p:cNvSpPr/>
            <p:nvPr/>
          </p:nvSpPr>
          <p:spPr>
            <a:xfrm>
              <a:off x="8633583" y="20917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2" name="pt44902"/>
            <p:cNvSpPr/>
            <p:nvPr/>
          </p:nvSpPr>
          <p:spPr>
            <a:xfrm>
              <a:off x="9453041" y="22188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3" name="pt44903"/>
            <p:cNvSpPr/>
            <p:nvPr/>
          </p:nvSpPr>
          <p:spPr>
            <a:xfrm>
              <a:off x="9359136" y="20813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4" name="pt44904"/>
            <p:cNvSpPr/>
            <p:nvPr/>
          </p:nvSpPr>
          <p:spPr>
            <a:xfrm>
              <a:off x="9087709" y="20074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5" name="pt44905"/>
            <p:cNvSpPr/>
            <p:nvPr/>
          </p:nvSpPr>
          <p:spPr>
            <a:xfrm>
              <a:off x="8312152" y="26065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6" name="pt44906"/>
            <p:cNvSpPr/>
            <p:nvPr/>
          </p:nvSpPr>
          <p:spPr>
            <a:xfrm>
              <a:off x="8971473" y="21368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7" name="pt44907"/>
            <p:cNvSpPr/>
            <p:nvPr/>
          </p:nvSpPr>
          <p:spPr>
            <a:xfrm>
              <a:off x="8381780" y="20981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8" name="pt44908"/>
            <p:cNvSpPr/>
            <p:nvPr/>
          </p:nvSpPr>
          <p:spPr>
            <a:xfrm>
              <a:off x="8381780" y="22849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9" name="pt44909"/>
            <p:cNvSpPr/>
            <p:nvPr/>
          </p:nvSpPr>
          <p:spPr>
            <a:xfrm>
              <a:off x="8978704" y="20105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0" name="pt44910"/>
            <p:cNvSpPr/>
            <p:nvPr/>
          </p:nvSpPr>
          <p:spPr>
            <a:xfrm>
              <a:off x="8707558" y="2282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1" name="pt44911"/>
            <p:cNvSpPr/>
            <p:nvPr/>
          </p:nvSpPr>
          <p:spPr>
            <a:xfrm>
              <a:off x="8570436" y="24005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2" name="pt44912"/>
            <p:cNvSpPr/>
            <p:nvPr/>
          </p:nvSpPr>
          <p:spPr>
            <a:xfrm>
              <a:off x="8619838" y="22055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3" name="pt44913"/>
            <p:cNvSpPr/>
            <p:nvPr/>
          </p:nvSpPr>
          <p:spPr>
            <a:xfrm>
              <a:off x="8782816" y="22295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4" name="pt44914"/>
            <p:cNvSpPr/>
            <p:nvPr/>
          </p:nvSpPr>
          <p:spPr>
            <a:xfrm>
              <a:off x="8723925" y="21555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5" name="pt44915"/>
            <p:cNvSpPr/>
            <p:nvPr/>
          </p:nvSpPr>
          <p:spPr>
            <a:xfrm>
              <a:off x="9193072" y="22733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6" name="pt44916"/>
            <p:cNvSpPr/>
            <p:nvPr/>
          </p:nvSpPr>
          <p:spPr>
            <a:xfrm>
              <a:off x="8689465" y="23693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7" name="pt44917"/>
            <p:cNvSpPr/>
            <p:nvPr/>
          </p:nvSpPr>
          <p:spPr>
            <a:xfrm>
              <a:off x="9115383" y="19810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8" name="pt44918"/>
            <p:cNvSpPr/>
            <p:nvPr/>
          </p:nvSpPr>
          <p:spPr>
            <a:xfrm>
              <a:off x="9037995" y="17580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9" name="pt44919"/>
            <p:cNvSpPr/>
            <p:nvPr/>
          </p:nvSpPr>
          <p:spPr>
            <a:xfrm>
              <a:off x="9087709" y="21449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0" name="pt44920"/>
            <p:cNvSpPr/>
            <p:nvPr/>
          </p:nvSpPr>
          <p:spPr>
            <a:xfrm>
              <a:off x="8874912" y="22639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1" name="pt44921"/>
            <p:cNvSpPr/>
            <p:nvPr/>
          </p:nvSpPr>
          <p:spPr>
            <a:xfrm>
              <a:off x="9222422" y="1918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2" name="pt44922"/>
            <p:cNvSpPr/>
            <p:nvPr/>
          </p:nvSpPr>
          <p:spPr>
            <a:xfrm>
              <a:off x="9461227" y="24588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3" name="pt44923"/>
            <p:cNvSpPr/>
            <p:nvPr/>
          </p:nvSpPr>
          <p:spPr>
            <a:xfrm>
              <a:off x="9242219" y="19316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4" name="pt44924"/>
            <p:cNvSpPr/>
            <p:nvPr/>
          </p:nvSpPr>
          <p:spPr>
            <a:xfrm>
              <a:off x="8941268" y="18739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5" name="pt44925"/>
            <p:cNvSpPr/>
            <p:nvPr/>
          </p:nvSpPr>
          <p:spPr>
            <a:xfrm>
              <a:off x="9179876" y="19001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6" name="pt44926"/>
            <p:cNvSpPr/>
            <p:nvPr/>
          </p:nvSpPr>
          <p:spPr>
            <a:xfrm>
              <a:off x="8500809" y="26878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7" name="pt44927"/>
            <p:cNvSpPr/>
            <p:nvPr/>
          </p:nvSpPr>
          <p:spPr>
            <a:xfrm>
              <a:off x="8381780" y="24211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8" name="pt44928"/>
            <p:cNvSpPr/>
            <p:nvPr/>
          </p:nvSpPr>
          <p:spPr>
            <a:xfrm>
              <a:off x="8550210" y="23737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9" name="pt44929"/>
            <p:cNvSpPr/>
            <p:nvPr/>
          </p:nvSpPr>
          <p:spPr>
            <a:xfrm>
              <a:off x="9218961" y="20246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0" name="pt44930"/>
            <p:cNvSpPr/>
            <p:nvPr/>
          </p:nvSpPr>
          <p:spPr>
            <a:xfrm>
              <a:off x="9237969" y="20044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1" name="pt44931"/>
            <p:cNvSpPr/>
            <p:nvPr/>
          </p:nvSpPr>
          <p:spPr>
            <a:xfrm>
              <a:off x="9206269" y="18601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2" name="pt44932"/>
            <p:cNvSpPr/>
            <p:nvPr/>
          </p:nvSpPr>
          <p:spPr>
            <a:xfrm>
              <a:off x="9279466" y="19723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3" name="pt44933"/>
            <p:cNvSpPr/>
            <p:nvPr/>
          </p:nvSpPr>
          <p:spPr>
            <a:xfrm>
              <a:off x="8864906" y="18310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4" name="pt44934"/>
            <p:cNvSpPr/>
            <p:nvPr/>
          </p:nvSpPr>
          <p:spPr>
            <a:xfrm>
              <a:off x="9044150" y="17071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5" name="pt44935"/>
            <p:cNvSpPr/>
            <p:nvPr/>
          </p:nvSpPr>
          <p:spPr>
            <a:xfrm>
              <a:off x="9087709" y="21320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6" name="pt44936"/>
            <p:cNvSpPr/>
            <p:nvPr/>
          </p:nvSpPr>
          <p:spPr>
            <a:xfrm>
              <a:off x="8731558" y="23272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7" name="pt44937"/>
            <p:cNvSpPr/>
            <p:nvPr/>
          </p:nvSpPr>
          <p:spPr>
            <a:xfrm>
              <a:off x="8500809" y="26428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8" name="pt44938"/>
            <p:cNvSpPr/>
            <p:nvPr/>
          </p:nvSpPr>
          <p:spPr>
            <a:xfrm>
              <a:off x="8759093" y="2090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9" name="pt44939"/>
            <p:cNvSpPr/>
            <p:nvPr/>
          </p:nvSpPr>
          <p:spPr>
            <a:xfrm>
              <a:off x="9633844" y="21573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0" name="pt44940"/>
            <p:cNvSpPr/>
            <p:nvPr/>
          </p:nvSpPr>
          <p:spPr>
            <a:xfrm>
              <a:off x="9305101" y="22011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1" name="pt44941"/>
            <p:cNvSpPr/>
            <p:nvPr/>
          </p:nvSpPr>
          <p:spPr>
            <a:xfrm>
              <a:off x="9001856" y="20637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2" name="pt44942"/>
            <p:cNvSpPr/>
            <p:nvPr/>
          </p:nvSpPr>
          <p:spPr>
            <a:xfrm>
              <a:off x="8312152" y="24237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3" name="pt44943"/>
            <p:cNvSpPr/>
            <p:nvPr/>
          </p:nvSpPr>
          <p:spPr>
            <a:xfrm>
              <a:off x="9701667" y="2112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4" name="pt44944"/>
            <p:cNvSpPr/>
            <p:nvPr/>
          </p:nvSpPr>
          <p:spPr>
            <a:xfrm>
              <a:off x="8707558" y="22642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5" name="pt44945"/>
            <p:cNvSpPr/>
            <p:nvPr/>
          </p:nvSpPr>
          <p:spPr>
            <a:xfrm>
              <a:off x="8868306" y="22182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6" name="pt44946"/>
            <p:cNvSpPr/>
            <p:nvPr/>
          </p:nvSpPr>
          <p:spPr>
            <a:xfrm>
              <a:off x="9320769" y="21941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7" name="pt44947"/>
            <p:cNvSpPr/>
            <p:nvPr/>
          </p:nvSpPr>
          <p:spPr>
            <a:xfrm>
              <a:off x="8431181" y="23954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8" name="pt44948"/>
            <p:cNvSpPr/>
            <p:nvPr/>
          </p:nvSpPr>
          <p:spPr>
            <a:xfrm>
              <a:off x="9179876" y="18669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9" name="pt44949"/>
            <p:cNvSpPr/>
            <p:nvPr/>
          </p:nvSpPr>
          <p:spPr>
            <a:xfrm>
              <a:off x="8658156" y="24425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0" name="pt44950"/>
            <p:cNvSpPr/>
            <p:nvPr/>
          </p:nvSpPr>
          <p:spPr>
            <a:xfrm>
              <a:off x="8850587" y="2004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1" name="pt44951"/>
            <p:cNvSpPr/>
            <p:nvPr/>
          </p:nvSpPr>
          <p:spPr>
            <a:xfrm>
              <a:off x="8698750" y="22710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2" name="pt44952"/>
            <p:cNvSpPr/>
            <p:nvPr/>
          </p:nvSpPr>
          <p:spPr>
            <a:xfrm>
              <a:off x="9756959" y="24654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3" name="pt44953"/>
            <p:cNvSpPr/>
            <p:nvPr/>
          </p:nvSpPr>
          <p:spPr>
            <a:xfrm>
              <a:off x="8570436" y="24906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4" name="pt44954"/>
            <p:cNvSpPr/>
            <p:nvPr/>
          </p:nvSpPr>
          <p:spPr>
            <a:xfrm>
              <a:off x="9102103" y="20487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5" name="pt44955"/>
            <p:cNvSpPr/>
            <p:nvPr/>
          </p:nvSpPr>
          <p:spPr>
            <a:xfrm>
              <a:off x="9007935" y="17793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6" name="pt44956"/>
            <p:cNvSpPr/>
            <p:nvPr/>
          </p:nvSpPr>
          <p:spPr>
            <a:xfrm>
              <a:off x="9288151" y="18185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7" name="pt44957"/>
            <p:cNvSpPr/>
            <p:nvPr/>
          </p:nvSpPr>
          <p:spPr>
            <a:xfrm>
              <a:off x="9169122" y="1965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8" name="pt44958"/>
            <p:cNvSpPr/>
            <p:nvPr/>
          </p:nvSpPr>
          <p:spPr>
            <a:xfrm>
              <a:off x="8312152" y="2503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9" name="pt44959"/>
            <p:cNvSpPr/>
            <p:nvPr/>
          </p:nvSpPr>
          <p:spPr>
            <a:xfrm>
              <a:off x="8500809" y="25947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0" name="pt44960"/>
            <p:cNvSpPr/>
            <p:nvPr/>
          </p:nvSpPr>
          <p:spPr>
            <a:xfrm>
              <a:off x="8738867" y="20645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1" name="pt44961"/>
            <p:cNvSpPr/>
            <p:nvPr/>
          </p:nvSpPr>
          <p:spPr>
            <a:xfrm>
              <a:off x="8920215" y="21179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2" name="pt44962"/>
            <p:cNvSpPr/>
            <p:nvPr/>
          </p:nvSpPr>
          <p:spPr>
            <a:xfrm>
              <a:off x="8976925" y="20920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3" name="pt44963"/>
            <p:cNvSpPr/>
            <p:nvPr/>
          </p:nvSpPr>
          <p:spPr>
            <a:xfrm>
              <a:off x="9277923" y="21121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4" name="pt44964"/>
            <p:cNvSpPr/>
            <p:nvPr/>
          </p:nvSpPr>
          <p:spPr>
            <a:xfrm>
              <a:off x="8850587" y="21212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5" name="pt44965"/>
            <p:cNvSpPr/>
            <p:nvPr/>
          </p:nvSpPr>
          <p:spPr>
            <a:xfrm>
              <a:off x="8830827" y="21445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6" name="pt44966"/>
            <p:cNvSpPr/>
            <p:nvPr/>
          </p:nvSpPr>
          <p:spPr>
            <a:xfrm>
              <a:off x="9576430" y="21016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7" name="pt44967"/>
            <p:cNvSpPr/>
            <p:nvPr/>
          </p:nvSpPr>
          <p:spPr>
            <a:xfrm>
              <a:off x="9104672" y="22069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8" name="pt44968"/>
            <p:cNvSpPr/>
            <p:nvPr/>
          </p:nvSpPr>
          <p:spPr>
            <a:xfrm>
              <a:off x="8932228" y="18774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9" name="pt44969"/>
            <p:cNvSpPr/>
            <p:nvPr/>
          </p:nvSpPr>
          <p:spPr>
            <a:xfrm>
              <a:off x="8745877" y="22587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0" name="pt44970"/>
            <p:cNvSpPr/>
            <p:nvPr/>
          </p:nvSpPr>
          <p:spPr>
            <a:xfrm>
              <a:off x="9423467" y="20178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1" name="pt44971"/>
            <p:cNvSpPr/>
            <p:nvPr/>
          </p:nvSpPr>
          <p:spPr>
            <a:xfrm>
              <a:off x="8550210" y="25062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2" name="pt44972"/>
            <p:cNvSpPr/>
            <p:nvPr/>
          </p:nvSpPr>
          <p:spPr>
            <a:xfrm>
              <a:off x="8793552" y="21082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3" name="pt44973"/>
            <p:cNvSpPr/>
            <p:nvPr/>
          </p:nvSpPr>
          <p:spPr>
            <a:xfrm>
              <a:off x="9756959" y="22317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4" name="pt44974"/>
            <p:cNvSpPr/>
            <p:nvPr/>
          </p:nvSpPr>
          <p:spPr>
            <a:xfrm>
              <a:off x="8798679" y="22717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5" name="pt44975"/>
            <p:cNvSpPr/>
            <p:nvPr/>
          </p:nvSpPr>
          <p:spPr>
            <a:xfrm>
              <a:off x="9417384" y="18909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6" name="pt44976"/>
            <p:cNvSpPr/>
            <p:nvPr/>
          </p:nvSpPr>
          <p:spPr>
            <a:xfrm>
              <a:off x="9037995" y="17460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7" name="pt44977"/>
            <p:cNvSpPr/>
            <p:nvPr/>
          </p:nvSpPr>
          <p:spPr>
            <a:xfrm>
              <a:off x="9482363" y="22852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8" name="pt44978"/>
            <p:cNvSpPr/>
            <p:nvPr/>
          </p:nvSpPr>
          <p:spPr>
            <a:xfrm>
              <a:off x="9199552" y="17485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9" name="pt44979"/>
            <p:cNvSpPr/>
            <p:nvPr/>
          </p:nvSpPr>
          <p:spPr>
            <a:xfrm>
              <a:off x="8971473" y="22048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0" name="pt44980"/>
            <p:cNvSpPr/>
            <p:nvPr/>
          </p:nvSpPr>
          <p:spPr>
            <a:xfrm>
              <a:off x="8723925" y="22101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1" name="pt44981"/>
            <p:cNvSpPr/>
            <p:nvPr/>
          </p:nvSpPr>
          <p:spPr>
            <a:xfrm>
              <a:off x="8312152" y="25879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2" name="pt44982"/>
            <p:cNvSpPr/>
            <p:nvPr/>
          </p:nvSpPr>
          <p:spPr>
            <a:xfrm>
              <a:off x="9007935" y="18660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3" name="pt44983"/>
            <p:cNvSpPr/>
            <p:nvPr/>
          </p:nvSpPr>
          <p:spPr>
            <a:xfrm>
              <a:off x="9231999" y="20774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4" name="pt44984"/>
            <p:cNvSpPr/>
            <p:nvPr/>
          </p:nvSpPr>
          <p:spPr>
            <a:xfrm>
              <a:off x="9237969" y="18551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5" name="pt44985"/>
            <p:cNvSpPr/>
            <p:nvPr/>
          </p:nvSpPr>
          <p:spPr>
            <a:xfrm>
              <a:off x="9076063" y="18936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6" name="pt44986"/>
            <p:cNvSpPr/>
            <p:nvPr/>
          </p:nvSpPr>
          <p:spPr>
            <a:xfrm>
              <a:off x="8989011" y="20239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7" name="pt44987"/>
            <p:cNvSpPr/>
            <p:nvPr/>
          </p:nvSpPr>
          <p:spPr>
            <a:xfrm>
              <a:off x="9010896" y="17095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8" name="pt44988"/>
            <p:cNvSpPr/>
            <p:nvPr/>
          </p:nvSpPr>
          <p:spPr>
            <a:xfrm>
              <a:off x="9434026" y="18587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9" name="pt44989"/>
            <p:cNvSpPr/>
            <p:nvPr/>
          </p:nvSpPr>
          <p:spPr>
            <a:xfrm>
              <a:off x="8312152" y="23684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0" name="pt44990"/>
            <p:cNvSpPr/>
            <p:nvPr/>
          </p:nvSpPr>
          <p:spPr>
            <a:xfrm>
              <a:off x="9828342" y="25101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1" name="pt44991"/>
            <p:cNvSpPr/>
            <p:nvPr/>
          </p:nvSpPr>
          <p:spPr>
            <a:xfrm>
              <a:off x="9184210" y="22522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2" name="pt44992"/>
            <p:cNvSpPr/>
            <p:nvPr/>
          </p:nvSpPr>
          <p:spPr>
            <a:xfrm>
              <a:off x="9187390" y="22561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3" name="pt44993"/>
            <p:cNvSpPr/>
            <p:nvPr/>
          </p:nvSpPr>
          <p:spPr>
            <a:xfrm>
              <a:off x="9158273" y="1814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4" name="pt44994"/>
            <p:cNvSpPr/>
            <p:nvPr/>
          </p:nvSpPr>
          <p:spPr>
            <a:xfrm>
              <a:off x="8570436" y="25419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5" name="pt44995"/>
            <p:cNvSpPr/>
            <p:nvPr/>
          </p:nvSpPr>
          <p:spPr>
            <a:xfrm>
              <a:off x="9259623" y="19711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6" name="pt44996"/>
            <p:cNvSpPr/>
            <p:nvPr/>
          </p:nvSpPr>
          <p:spPr>
            <a:xfrm>
              <a:off x="8469500" y="24971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7" name="pt44997"/>
            <p:cNvSpPr/>
            <p:nvPr/>
          </p:nvSpPr>
          <p:spPr>
            <a:xfrm>
              <a:off x="8813199" y="2193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8" name="pt44998"/>
            <p:cNvSpPr/>
            <p:nvPr/>
          </p:nvSpPr>
          <p:spPr>
            <a:xfrm>
              <a:off x="9550412" y="21736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9" name="pt44999"/>
            <p:cNvSpPr/>
            <p:nvPr/>
          </p:nvSpPr>
          <p:spPr>
            <a:xfrm>
              <a:off x="8527280" y="25300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0" name="pt45000"/>
            <p:cNvSpPr/>
            <p:nvPr/>
          </p:nvSpPr>
          <p:spPr>
            <a:xfrm>
              <a:off x="8945616" y="21913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1" name="pt45001"/>
            <p:cNvSpPr/>
            <p:nvPr/>
          </p:nvSpPr>
          <p:spPr>
            <a:xfrm>
              <a:off x="9308507" y="22349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2" name="pt45002"/>
            <p:cNvSpPr/>
            <p:nvPr/>
          </p:nvSpPr>
          <p:spPr>
            <a:xfrm>
              <a:off x="8798679" y="22020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3" name="pt45003"/>
            <p:cNvSpPr/>
            <p:nvPr/>
          </p:nvSpPr>
          <p:spPr>
            <a:xfrm>
              <a:off x="8731558" y="21862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4" name="pt45004"/>
            <p:cNvSpPr/>
            <p:nvPr/>
          </p:nvSpPr>
          <p:spPr>
            <a:xfrm>
              <a:off x="9289315" y="20369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5" name="pt45005"/>
            <p:cNvSpPr/>
            <p:nvPr/>
          </p:nvSpPr>
          <p:spPr>
            <a:xfrm>
              <a:off x="8707558" y="21932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6" name="pt45006"/>
            <p:cNvSpPr/>
            <p:nvPr/>
          </p:nvSpPr>
          <p:spPr>
            <a:xfrm>
              <a:off x="9326470" y="21864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7" name="pt45007"/>
            <p:cNvSpPr/>
            <p:nvPr/>
          </p:nvSpPr>
          <p:spPr>
            <a:xfrm>
              <a:off x="8312152" y="24259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8" name="pt45008"/>
            <p:cNvSpPr/>
            <p:nvPr/>
          </p:nvSpPr>
          <p:spPr>
            <a:xfrm>
              <a:off x="9123951" y="20511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9" name="pt45009"/>
            <p:cNvSpPr/>
            <p:nvPr/>
          </p:nvSpPr>
          <p:spPr>
            <a:xfrm>
              <a:off x="9329710" y="21914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0" name="pt45010"/>
            <p:cNvSpPr/>
            <p:nvPr/>
          </p:nvSpPr>
          <p:spPr>
            <a:xfrm>
              <a:off x="9326470" y="20950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1" name="pt45011"/>
            <p:cNvSpPr/>
            <p:nvPr/>
          </p:nvSpPr>
          <p:spPr>
            <a:xfrm>
              <a:off x="8738867" y="21408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2" name="pt45012"/>
            <p:cNvSpPr/>
            <p:nvPr/>
          </p:nvSpPr>
          <p:spPr>
            <a:xfrm>
              <a:off x="8765338" y="20234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3" name="pt45013"/>
            <p:cNvSpPr/>
            <p:nvPr/>
          </p:nvSpPr>
          <p:spPr>
            <a:xfrm>
              <a:off x="8588529" y="21967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4" name="pt45014"/>
            <p:cNvSpPr/>
            <p:nvPr/>
          </p:nvSpPr>
          <p:spPr>
            <a:xfrm>
              <a:off x="8893328" y="2164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5" name="pt45015"/>
            <p:cNvSpPr/>
            <p:nvPr/>
          </p:nvSpPr>
          <p:spPr>
            <a:xfrm>
              <a:off x="8752612" y="21553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6" name="pt45016"/>
            <p:cNvSpPr/>
            <p:nvPr/>
          </p:nvSpPr>
          <p:spPr>
            <a:xfrm>
              <a:off x="9322929" y="21655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7" name="pt45017"/>
            <p:cNvSpPr/>
            <p:nvPr/>
          </p:nvSpPr>
          <p:spPr>
            <a:xfrm>
              <a:off x="9123951" y="21363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8" name="pt45018"/>
            <p:cNvSpPr/>
            <p:nvPr/>
          </p:nvSpPr>
          <p:spPr>
            <a:xfrm>
              <a:off x="8679650" y="25277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9" name="pt45019"/>
            <p:cNvSpPr/>
            <p:nvPr/>
          </p:nvSpPr>
          <p:spPr>
            <a:xfrm>
              <a:off x="8646309" y="24788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0" name="pt45020"/>
            <p:cNvSpPr/>
            <p:nvPr/>
          </p:nvSpPr>
          <p:spPr>
            <a:xfrm>
              <a:off x="9146692" y="21499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1" name="pt45021"/>
            <p:cNvSpPr/>
            <p:nvPr/>
          </p:nvSpPr>
          <p:spPr>
            <a:xfrm>
              <a:off x="8312152" y="23881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2" name="pt45022"/>
            <p:cNvSpPr/>
            <p:nvPr/>
          </p:nvSpPr>
          <p:spPr>
            <a:xfrm>
              <a:off x="8765338" y="20168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3" name="pt45023"/>
            <p:cNvSpPr/>
            <p:nvPr/>
          </p:nvSpPr>
          <p:spPr>
            <a:xfrm>
              <a:off x="8500809" y="25492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4" name="pt45024"/>
            <p:cNvSpPr/>
            <p:nvPr/>
          </p:nvSpPr>
          <p:spPr>
            <a:xfrm>
              <a:off x="8588529" y="21770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5" name="pt45025"/>
            <p:cNvSpPr/>
            <p:nvPr/>
          </p:nvSpPr>
          <p:spPr>
            <a:xfrm>
              <a:off x="8973309" y="22655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6" name="pt45026"/>
            <p:cNvSpPr/>
            <p:nvPr/>
          </p:nvSpPr>
          <p:spPr>
            <a:xfrm>
              <a:off x="8901845" y="21718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7" name="pt45027"/>
            <p:cNvSpPr/>
            <p:nvPr/>
          </p:nvSpPr>
          <p:spPr>
            <a:xfrm>
              <a:off x="8861436" y="20303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8" name="pt45028"/>
            <p:cNvSpPr/>
            <p:nvPr/>
          </p:nvSpPr>
          <p:spPr>
            <a:xfrm>
              <a:off x="8550210" y="25438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9" name="pt45029"/>
            <p:cNvSpPr/>
            <p:nvPr/>
          </p:nvSpPr>
          <p:spPr>
            <a:xfrm>
              <a:off x="8312152" y="25017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0" name="pt45030"/>
            <p:cNvSpPr/>
            <p:nvPr/>
          </p:nvSpPr>
          <p:spPr>
            <a:xfrm>
              <a:off x="9247109" y="20345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1" name="pt45031"/>
            <p:cNvSpPr/>
            <p:nvPr/>
          </p:nvSpPr>
          <p:spPr>
            <a:xfrm>
              <a:off x="9413347" y="20434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2" name="pt45032"/>
            <p:cNvSpPr/>
            <p:nvPr/>
          </p:nvSpPr>
          <p:spPr>
            <a:xfrm>
              <a:off x="8777185" y="22054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3" name="pt45033"/>
            <p:cNvSpPr/>
            <p:nvPr/>
          </p:nvSpPr>
          <p:spPr>
            <a:xfrm>
              <a:off x="8312152" y="25105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4" name="pt45034"/>
            <p:cNvSpPr/>
            <p:nvPr/>
          </p:nvSpPr>
          <p:spPr>
            <a:xfrm>
              <a:off x="8500809" y="26301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5" name="pt45035"/>
            <p:cNvSpPr/>
            <p:nvPr/>
          </p:nvSpPr>
          <p:spPr>
            <a:xfrm>
              <a:off x="8927523" y="20023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6" name="pt45036"/>
            <p:cNvSpPr/>
            <p:nvPr/>
          </p:nvSpPr>
          <p:spPr>
            <a:xfrm>
              <a:off x="9222422" y="19902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7" name="pt45037"/>
            <p:cNvSpPr/>
            <p:nvPr/>
          </p:nvSpPr>
          <p:spPr>
            <a:xfrm>
              <a:off x="9102103" y="22239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8" name="pt45038"/>
            <p:cNvSpPr/>
            <p:nvPr/>
          </p:nvSpPr>
          <p:spPr>
            <a:xfrm>
              <a:off x="8312152" y="23090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9" name="pt45039"/>
            <p:cNvSpPr/>
            <p:nvPr/>
          </p:nvSpPr>
          <p:spPr>
            <a:xfrm>
              <a:off x="8861436" y="20514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0" name="pt45040"/>
            <p:cNvSpPr/>
            <p:nvPr/>
          </p:nvSpPr>
          <p:spPr>
            <a:xfrm>
              <a:off x="9052414" y="20584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1" name="pt45041"/>
            <p:cNvSpPr/>
            <p:nvPr/>
          </p:nvSpPr>
          <p:spPr>
            <a:xfrm>
              <a:off x="9178222" y="19115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2" name="pt45042"/>
            <p:cNvSpPr/>
            <p:nvPr/>
          </p:nvSpPr>
          <p:spPr>
            <a:xfrm>
              <a:off x="8550210" y="2548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3" name="pt45043"/>
            <p:cNvSpPr/>
            <p:nvPr/>
          </p:nvSpPr>
          <p:spPr>
            <a:xfrm>
              <a:off x="9090502" y="17767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4" name="pt45044"/>
            <p:cNvSpPr/>
            <p:nvPr/>
          </p:nvSpPr>
          <p:spPr>
            <a:xfrm>
              <a:off x="9226651" y="1958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5" name="pt45045"/>
            <p:cNvSpPr/>
            <p:nvPr/>
          </p:nvSpPr>
          <p:spPr>
            <a:xfrm>
              <a:off x="8570436" y="2412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6" name="pt45046"/>
            <p:cNvSpPr/>
            <p:nvPr/>
          </p:nvSpPr>
          <p:spPr>
            <a:xfrm>
              <a:off x="8619838" y="23340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7" name="pt45047"/>
            <p:cNvSpPr/>
            <p:nvPr/>
          </p:nvSpPr>
          <p:spPr>
            <a:xfrm>
              <a:off x="8431181" y="26483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8" name="pt45048"/>
            <p:cNvSpPr/>
            <p:nvPr/>
          </p:nvSpPr>
          <p:spPr>
            <a:xfrm>
              <a:off x="9287859" y="19035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9" name="pt45049"/>
            <p:cNvSpPr/>
            <p:nvPr/>
          </p:nvSpPr>
          <p:spPr>
            <a:xfrm>
              <a:off x="8782816" y="21631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0" name="pt45050"/>
            <p:cNvSpPr/>
            <p:nvPr/>
          </p:nvSpPr>
          <p:spPr>
            <a:xfrm>
              <a:off x="8431181" y="25778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1" name="pt45051"/>
            <p:cNvSpPr/>
            <p:nvPr/>
          </p:nvSpPr>
          <p:spPr>
            <a:xfrm>
              <a:off x="8901845" y="22424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2" name="pt45052"/>
            <p:cNvSpPr/>
            <p:nvPr/>
          </p:nvSpPr>
          <p:spPr>
            <a:xfrm>
              <a:off x="8431181" y="2473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3" name="pt45053"/>
            <p:cNvSpPr/>
            <p:nvPr/>
          </p:nvSpPr>
          <p:spPr>
            <a:xfrm>
              <a:off x="8765338" y="20288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4" name="pt45054"/>
            <p:cNvSpPr/>
            <p:nvPr/>
          </p:nvSpPr>
          <p:spPr>
            <a:xfrm>
              <a:off x="8887406" y="1654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5" name="pt45055"/>
            <p:cNvSpPr/>
            <p:nvPr/>
          </p:nvSpPr>
          <p:spPr>
            <a:xfrm>
              <a:off x="9004922" y="15682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6" name="pt45056"/>
            <p:cNvSpPr/>
            <p:nvPr/>
          </p:nvSpPr>
          <p:spPr>
            <a:xfrm>
              <a:off x="8500809" y="24321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7" name="pt45057"/>
            <p:cNvSpPr/>
            <p:nvPr/>
          </p:nvSpPr>
          <p:spPr>
            <a:xfrm>
              <a:off x="9123951" y="21134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8" name="pt45058"/>
            <p:cNvSpPr/>
            <p:nvPr/>
          </p:nvSpPr>
          <p:spPr>
            <a:xfrm>
              <a:off x="8752612" y="2150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9" name="pt45059"/>
            <p:cNvSpPr/>
            <p:nvPr/>
          </p:nvSpPr>
          <p:spPr>
            <a:xfrm>
              <a:off x="9425448" y="18629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0" name="pt45060"/>
            <p:cNvSpPr/>
            <p:nvPr/>
          </p:nvSpPr>
          <p:spPr>
            <a:xfrm>
              <a:off x="8633583" y="20982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1" name="pt45061"/>
            <p:cNvSpPr/>
            <p:nvPr/>
          </p:nvSpPr>
          <p:spPr>
            <a:xfrm>
              <a:off x="9237969" y="19401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2" name="pt45062"/>
            <p:cNvSpPr/>
            <p:nvPr/>
          </p:nvSpPr>
          <p:spPr>
            <a:xfrm>
              <a:off x="8980466" y="20277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3" name="pt45063"/>
            <p:cNvSpPr/>
            <p:nvPr/>
          </p:nvSpPr>
          <p:spPr>
            <a:xfrm>
              <a:off x="9370170" y="21357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4" name="pt45064"/>
            <p:cNvSpPr/>
            <p:nvPr/>
          </p:nvSpPr>
          <p:spPr>
            <a:xfrm>
              <a:off x="9076063" y="18518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5" name="pt45065"/>
            <p:cNvSpPr/>
            <p:nvPr/>
          </p:nvSpPr>
          <p:spPr>
            <a:xfrm>
              <a:off x="9382741" y="21088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6" name="pt45066"/>
            <p:cNvSpPr/>
            <p:nvPr/>
          </p:nvSpPr>
          <p:spPr>
            <a:xfrm>
              <a:off x="8899053" y="21516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7" name="pt45067"/>
            <p:cNvSpPr/>
            <p:nvPr/>
          </p:nvSpPr>
          <p:spPr>
            <a:xfrm>
              <a:off x="9259278" y="20260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8" name="pt45068"/>
            <p:cNvSpPr/>
            <p:nvPr/>
          </p:nvSpPr>
          <p:spPr>
            <a:xfrm>
              <a:off x="8765338" y="20352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9" name="pt45069"/>
            <p:cNvSpPr/>
            <p:nvPr/>
          </p:nvSpPr>
          <p:spPr>
            <a:xfrm>
              <a:off x="9546889" y="20632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0" name="pt45070"/>
            <p:cNvSpPr/>
            <p:nvPr/>
          </p:nvSpPr>
          <p:spPr>
            <a:xfrm>
              <a:off x="8971473" y="22495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1" name="pt45071"/>
            <p:cNvSpPr/>
            <p:nvPr/>
          </p:nvSpPr>
          <p:spPr>
            <a:xfrm>
              <a:off x="8777185" y="22422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2" name="pt45072"/>
            <p:cNvSpPr/>
            <p:nvPr/>
          </p:nvSpPr>
          <p:spPr>
            <a:xfrm>
              <a:off x="9193072" y="23726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3" name="pt45073"/>
            <p:cNvSpPr/>
            <p:nvPr/>
          </p:nvSpPr>
          <p:spPr>
            <a:xfrm>
              <a:off x="8570436" y="2334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4" name="pt45074"/>
            <p:cNvSpPr/>
            <p:nvPr/>
          </p:nvSpPr>
          <p:spPr>
            <a:xfrm>
              <a:off x="9079049" y="19392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5" name="pt45075"/>
            <p:cNvSpPr/>
            <p:nvPr/>
          </p:nvSpPr>
          <p:spPr>
            <a:xfrm>
              <a:off x="9286390" y="18576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6" name="pt45076"/>
            <p:cNvSpPr/>
            <p:nvPr/>
          </p:nvSpPr>
          <p:spPr>
            <a:xfrm>
              <a:off x="8723925" y="22497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7" name="pt45077"/>
            <p:cNvSpPr/>
            <p:nvPr/>
          </p:nvSpPr>
          <p:spPr>
            <a:xfrm>
              <a:off x="9169122" y="18857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8" name="pt45078"/>
            <p:cNvSpPr/>
            <p:nvPr/>
          </p:nvSpPr>
          <p:spPr>
            <a:xfrm>
              <a:off x="8469500" y="23906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9" name="pt45079"/>
            <p:cNvSpPr/>
            <p:nvPr/>
          </p:nvSpPr>
          <p:spPr>
            <a:xfrm>
              <a:off x="8707558" y="23626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0" name="pt45080"/>
            <p:cNvSpPr/>
            <p:nvPr/>
          </p:nvSpPr>
          <p:spPr>
            <a:xfrm>
              <a:off x="8570436" y="25509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1" name="pt45081"/>
            <p:cNvSpPr/>
            <p:nvPr/>
          </p:nvSpPr>
          <p:spPr>
            <a:xfrm>
              <a:off x="8500809" y="26085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2" name="pt45082"/>
            <p:cNvSpPr/>
            <p:nvPr/>
          </p:nvSpPr>
          <p:spPr>
            <a:xfrm>
              <a:off x="8500809" y="2659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3" name="pt45083"/>
            <p:cNvSpPr/>
            <p:nvPr/>
          </p:nvSpPr>
          <p:spPr>
            <a:xfrm>
              <a:off x="9756959" y="24897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4" name="pt45084"/>
            <p:cNvSpPr/>
            <p:nvPr/>
          </p:nvSpPr>
          <p:spPr>
            <a:xfrm>
              <a:off x="8669239" y="22894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5" name="pt45085"/>
            <p:cNvSpPr/>
            <p:nvPr/>
          </p:nvSpPr>
          <p:spPr>
            <a:xfrm>
              <a:off x="8861436" y="19053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6" name="pt45086"/>
            <p:cNvSpPr/>
            <p:nvPr/>
          </p:nvSpPr>
          <p:spPr>
            <a:xfrm>
              <a:off x="8846813" y="19292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7" name="pt45087"/>
            <p:cNvSpPr/>
            <p:nvPr/>
          </p:nvSpPr>
          <p:spPr>
            <a:xfrm>
              <a:off x="8868306" y="20675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8" name="pt45088"/>
            <p:cNvSpPr/>
            <p:nvPr/>
          </p:nvSpPr>
          <p:spPr>
            <a:xfrm>
              <a:off x="8793552" y="22789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9" name="pt45089"/>
            <p:cNvSpPr/>
            <p:nvPr/>
          </p:nvSpPr>
          <p:spPr>
            <a:xfrm>
              <a:off x="8731558" y="20913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0" name="pt45090"/>
            <p:cNvSpPr/>
            <p:nvPr/>
          </p:nvSpPr>
          <p:spPr>
            <a:xfrm>
              <a:off x="8698750" y="22664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1" name="pt45091"/>
            <p:cNvSpPr/>
            <p:nvPr/>
          </p:nvSpPr>
          <p:spPr>
            <a:xfrm>
              <a:off x="8619838" y="21806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2" name="pt45092"/>
            <p:cNvSpPr/>
            <p:nvPr/>
          </p:nvSpPr>
          <p:spPr>
            <a:xfrm>
              <a:off x="8431181" y="24568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3" name="pt45093"/>
            <p:cNvSpPr/>
            <p:nvPr/>
          </p:nvSpPr>
          <p:spPr>
            <a:xfrm>
              <a:off x="8920215" y="20942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4" name="pt45094"/>
            <p:cNvSpPr/>
            <p:nvPr/>
          </p:nvSpPr>
          <p:spPr>
            <a:xfrm>
              <a:off x="8633583" y="20691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5" name="pt45095"/>
            <p:cNvSpPr/>
            <p:nvPr/>
          </p:nvSpPr>
          <p:spPr>
            <a:xfrm>
              <a:off x="9356998" y="20972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6" name="pt45096"/>
            <p:cNvSpPr/>
            <p:nvPr/>
          </p:nvSpPr>
          <p:spPr>
            <a:xfrm>
              <a:off x="9425448" y="18701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7" name="pt45097"/>
            <p:cNvSpPr/>
            <p:nvPr/>
          </p:nvSpPr>
          <p:spPr>
            <a:xfrm>
              <a:off x="9404531" y="19246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8" name="pt45098"/>
            <p:cNvSpPr/>
            <p:nvPr/>
          </p:nvSpPr>
          <p:spPr>
            <a:xfrm>
              <a:off x="8752612" y="23172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9" name="pt45099"/>
            <p:cNvSpPr/>
            <p:nvPr/>
          </p:nvSpPr>
          <p:spPr>
            <a:xfrm>
              <a:off x="8500809" y="24222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0" name="pt45100"/>
            <p:cNvSpPr/>
            <p:nvPr/>
          </p:nvSpPr>
          <p:spPr>
            <a:xfrm>
              <a:off x="8874912" y="23536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1" name="pt45101"/>
            <p:cNvSpPr/>
            <p:nvPr/>
          </p:nvSpPr>
          <p:spPr>
            <a:xfrm>
              <a:off x="8927523" y="18186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2" name="pt45102"/>
            <p:cNvSpPr/>
            <p:nvPr/>
          </p:nvSpPr>
          <p:spPr>
            <a:xfrm>
              <a:off x="9278233" y="17669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3" name="pt45103"/>
            <p:cNvSpPr/>
            <p:nvPr/>
          </p:nvSpPr>
          <p:spPr>
            <a:xfrm>
              <a:off x="8312152" y="20606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4" name="pt45104"/>
            <p:cNvSpPr/>
            <p:nvPr/>
          </p:nvSpPr>
          <p:spPr>
            <a:xfrm>
              <a:off x="9044150" y="1762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5" name="pt45105"/>
            <p:cNvSpPr/>
            <p:nvPr/>
          </p:nvSpPr>
          <p:spPr>
            <a:xfrm>
              <a:off x="9197584" y="1625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6" name="pt45106"/>
            <p:cNvSpPr/>
            <p:nvPr/>
          </p:nvSpPr>
          <p:spPr>
            <a:xfrm>
              <a:off x="9522221" y="1602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7" name="pt45107"/>
            <p:cNvSpPr/>
            <p:nvPr/>
          </p:nvSpPr>
          <p:spPr>
            <a:xfrm>
              <a:off x="9517293" y="20019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8" name="pt45108"/>
            <p:cNvSpPr/>
            <p:nvPr/>
          </p:nvSpPr>
          <p:spPr>
            <a:xfrm>
              <a:off x="8588529" y="21777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9" name="pt45109"/>
            <p:cNvSpPr/>
            <p:nvPr/>
          </p:nvSpPr>
          <p:spPr>
            <a:xfrm>
              <a:off x="8633583" y="20349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0" name="pt45110"/>
            <p:cNvSpPr/>
            <p:nvPr/>
          </p:nvSpPr>
          <p:spPr>
            <a:xfrm>
              <a:off x="8312152" y="23818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1" name="pt45111"/>
            <p:cNvSpPr/>
            <p:nvPr/>
          </p:nvSpPr>
          <p:spPr>
            <a:xfrm>
              <a:off x="8874912" y="22166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2" name="pt45112"/>
            <p:cNvSpPr/>
            <p:nvPr/>
          </p:nvSpPr>
          <p:spPr>
            <a:xfrm>
              <a:off x="8669239" y="23202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3" name="pt45113"/>
            <p:cNvSpPr/>
            <p:nvPr/>
          </p:nvSpPr>
          <p:spPr>
            <a:xfrm>
              <a:off x="8550210" y="25782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4" name="pt45114"/>
            <p:cNvSpPr/>
            <p:nvPr/>
          </p:nvSpPr>
          <p:spPr>
            <a:xfrm>
              <a:off x="9167950" y="18003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5" name="pt45115"/>
            <p:cNvSpPr/>
            <p:nvPr/>
          </p:nvSpPr>
          <p:spPr>
            <a:xfrm>
              <a:off x="9036737" y="17840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6" name="pt45116"/>
            <p:cNvSpPr/>
            <p:nvPr/>
          </p:nvSpPr>
          <p:spPr>
            <a:xfrm>
              <a:off x="8570436" y="24677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7" name="pt45117"/>
            <p:cNvSpPr/>
            <p:nvPr/>
          </p:nvSpPr>
          <p:spPr>
            <a:xfrm>
              <a:off x="9417384" y="18985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8" name="pt45118"/>
            <p:cNvSpPr/>
            <p:nvPr/>
          </p:nvSpPr>
          <p:spPr>
            <a:xfrm>
              <a:off x="8689465" y="24467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9" name="pt45119"/>
            <p:cNvSpPr/>
            <p:nvPr/>
          </p:nvSpPr>
          <p:spPr>
            <a:xfrm>
              <a:off x="9546889" y="21122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0" name="pt45120"/>
            <p:cNvSpPr/>
            <p:nvPr/>
          </p:nvSpPr>
          <p:spPr>
            <a:xfrm>
              <a:off x="9123951" y="22591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1" name="pt45121"/>
            <p:cNvSpPr/>
            <p:nvPr/>
          </p:nvSpPr>
          <p:spPr>
            <a:xfrm>
              <a:off x="8878122" y="21578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2" name="pt45122"/>
            <p:cNvSpPr/>
            <p:nvPr/>
          </p:nvSpPr>
          <p:spPr>
            <a:xfrm>
              <a:off x="8469500" y="24372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3" name="pt45123"/>
            <p:cNvSpPr/>
            <p:nvPr/>
          </p:nvSpPr>
          <p:spPr>
            <a:xfrm>
              <a:off x="8777185" y="22471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4" name="pt45124"/>
            <p:cNvSpPr/>
            <p:nvPr/>
          </p:nvSpPr>
          <p:spPr>
            <a:xfrm>
              <a:off x="8826587" y="23018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5" name="pt45125"/>
            <p:cNvSpPr/>
            <p:nvPr/>
          </p:nvSpPr>
          <p:spPr>
            <a:xfrm>
              <a:off x="8312152" y="23098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6" name="pt45126"/>
            <p:cNvSpPr/>
            <p:nvPr/>
          </p:nvSpPr>
          <p:spPr>
            <a:xfrm>
              <a:off x="9187390" y="22664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7" name="pt45127"/>
            <p:cNvSpPr/>
            <p:nvPr/>
          </p:nvSpPr>
          <p:spPr>
            <a:xfrm>
              <a:off x="8868306" y="21301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8" name="pt45128"/>
            <p:cNvSpPr/>
            <p:nvPr/>
          </p:nvSpPr>
          <p:spPr>
            <a:xfrm>
              <a:off x="8782816" y="20998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9" name="pt45129"/>
            <p:cNvSpPr/>
            <p:nvPr/>
          </p:nvSpPr>
          <p:spPr>
            <a:xfrm>
              <a:off x="8813199" y="20929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0" name="pt45130"/>
            <p:cNvSpPr/>
            <p:nvPr/>
          </p:nvSpPr>
          <p:spPr>
            <a:xfrm>
              <a:off x="8500809" y="26194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1" name="pt45131"/>
            <p:cNvSpPr/>
            <p:nvPr/>
          </p:nvSpPr>
          <p:spPr>
            <a:xfrm>
              <a:off x="8846813" y="20454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2" name="pt45132"/>
            <p:cNvSpPr/>
            <p:nvPr/>
          </p:nvSpPr>
          <p:spPr>
            <a:xfrm>
              <a:off x="8899053" y="22317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3" name="pt45133"/>
            <p:cNvSpPr/>
            <p:nvPr/>
          </p:nvSpPr>
          <p:spPr>
            <a:xfrm>
              <a:off x="8723925" y="21769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4" name="pt45134"/>
            <p:cNvSpPr/>
            <p:nvPr/>
          </p:nvSpPr>
          <p:spPr>
            <a:xfrm>
              <a:off x="9518367" y="22594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5" name="pt45135"/>
            <p:cNvSpPr/>
            <p:nvPr/>
          </p:nvSpPr>
          <p:spPr>
            <a:xfrm>
              <a:off x="9780637" y="25919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6" name="pt45136"/>
            <p:cNvSpPr/>
            <p:nvPr/>
          </p:nvSpPr>
          <p:spPr>
            <a:xfrm>
              <a:off x="8798679" y="2173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7" name="pt45137"/>
            <p:cNvSpPr/>
            <p:nvPr/>
          </p:nvSpPr>
          <p:spPr>
            <a:xfrm>
              <a:off x="8817779" y="20267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8" name="pt45138"/>
            <p:cNvSpPr/>
            <p:nvPr/>
          </p:nvSpPr>
          <p:spPr>
            <a:xfrm>
              <a:off x="9044150" y="17780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9" name="pt45139"/>
            <p:cNvSpPr/>
            <p:nvPr/>
          </p:nvSpPr>
          <p:spPr>
            <a:xfrm>
              <a:off x="8500809" y="25740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0" name="pt45140"/>
            <p:cNvSpPr/>
            <p:nvPr/>
          </p:nvSpPr>
          <p:spPr>
            <a:xfrm>
              <a:off x="9187390" y="22476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1" name="pt45141"/>
            <p:cNvSpPr/>
            <p:nvPr/>
          </p:nvSpPr>
          <p:spPr>
            <a:xfrm>
              <a:off x="9474060" y="22858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2" name="pt45142"/>
            <p:cNvSpPr/>
            <p:nvPr/>
          </p:nvSpPr>
          <p:spPr>
            <a:xfrm>
              <a:off x="8570436" y="22228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3" name="pt45143"/>
            <p:cNvSpPr/>
            <p:nvPr/>
          </p:nvSpPr>
          <p:spPr>
            <a:xfrm>
              <a:off x="8500809" y="25470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4" name="pt45144"/>
            <p:cNvSpPr/>
            <p:nvPr/>
          </p:nvSpPr>
          <p:spPr>
            <a:xfrm>
              <a:off x="9087709" y="19281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5" name="pt45145"/>
            <p:cNvSpPr/>
            <p:nvPr/>
          </p:nvSpPr>
          <p:spPr>
            <a:xfrm>
              <a:off x="8846813" y="20168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6" name="pt45146"/>
            <p:cNvSpPr/>
            <p:nvPr/>
          </p:nvSpPr>
          <p:spPr>
            <a:xfrm>
              <a:off x="9001856" y="20416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7" name="pt45147"/>
            <p:cNvSpPr/>
            <p:nvPr/>
          </p:nvSpPr>
          <p:spPr>
            <a:xfrm>
              <a:off x="9356998" y="2088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8" name="pt45148"/>
            <p:cNvSpPr/>
            <p:nvPr/>
          </p:nvSpPr>
          <p:spPr>
            <a:xfrm>
              <a:off x="8469500" y="23051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9" name="pt45149"/>
            <p:cNvSpPr/>
            <p:nvPr/>
          </p:nvSpPr>
          <p:spPr>
            <a:xfrm>
              <a:off x="9102103" y="23240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0" name="pt45150"/>
            <p:cNvSpPr/>
            <p:nvPr/>
          </p:nvSpPr>
          <p:spPr>
            <a:xfrm>
              <a:off x="8899053" y="21555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1" name="pt45151"/>
            <p:cNvSpPr/>
            <p:nvPr/>
          </p:nvSpPr>
          <p:spPr>
            <a:xfrm>
              <a:off x="9259278" y="21439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2" name="pt45152"/>
            <p:cNvSpPr/>
            <p:nvPr/>
          </p:nvSpPr>
          <p:spPr>
            <a:xfrm>
              <a:off x="8723925" y="21673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3" name="pt45153"/>
            <p:cNvSpPr/>
            <p:nvPr/>
          </p:nvSpPr>
          <p:spPr>
            <a:xfrm>
              <a:off x="8965842" y="22938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4" name="pt45154"/>
            <p:cNvSpPr/>
            <p:nvPr/>
          </p:nvSpPr>
          <p:spPr>
            <a:xfrm>
              <a:off x="9316366" y="2249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5" name="pt45155"/>
            <p:cNvSpPr/>
            <p:nvPr/>
          </p:nvSpPr>
          <p:spPr>
            <a:xfrm>
              <a:off x="8500809" y="26878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6" name="pt45156"/>
            <p:cNvSpPr/>
            <p:nvPr/>
          </p:nvSpPr>
          <p:spPr>
            <a:xfrm>
              <a:off x="8971473" y="2214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7" name="pt45157"/>
            <p:cNvSpPr/>
            <p:nvPr/>
          </p:nvSpPr>
          <p:spPr>
            <a:xfrm>
              <a:off x="9100368" y="19712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8" name="pt45158"/>
            <p:cNvSpPr/>
            <p:nvPr/>
          </p:nvSpPr>
          <p:spPr>
            <a:xfrm>
              <a:off x="8798679" y="2181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9" name="pt45159"/>
            <p:cNvSpPr/>
            <p:nvPr/>
          </p:nvSpPr>
          <p:spPr>
            <a:xfrm>
              <a:off x="8980466" y="1980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0" name="pt45160"/>
            <p:cNvSpPr/>
            <p:nvPr/>
          </p:nvSpPr>
          <p:spPr>
            <a:xfrm>
              <a:off x="8500809" y="25959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1" name="pt45161"/>
            <p:cNvSpPr/>
            <p:nvPr/>
          </p:nvSpPr>
          <p:spPr>
            <a:xfrm>
              <a:off x="9382404" y="20946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2" name="pt45162"/>
            <p:cNvSpPr/>
            <p:nvPr/>
          </p:nvSpPr>
          <p:spPr>
            <a:xfrm>
              <a:off x="8759093" y="20469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3" name="pt45163"/>
            <p:cNvSpPr/>
            <p:nvPr/>
          </p:nvSpPr>
          <p:spPr>
            <a:xfrm>
              <a:off x="9151289" y="20274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4" name="pt45164"/>
            <p:cNvSpPr/>
            <p:nvPr/>
          </p:nvSpPr>
          <p:spPr>
            <a:xfrm>
              <a:off x="8588529" y="22556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5" name="pt45165"/>
            <p:cNvSpPr/>
            <p:nvPr/>
          </p:nvSpPr>
          <p:spPr>
            <a:xfrm>
              <a:off x="8723925" y="21298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6" name="pt45166"/>
            <p:cNvSpPr/>
            <p:nvPr/>
          </p:nvSpPr>
          <p:spPr>
            <a:xfrm>
              <a:off x="9495513" y="2164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7" name="pt45167"/>
            <p:cNvSpPr/>
            <p:nvPr/>
          </p:nvSpPr>
          <p:spPr>
            <a:xfrm>
              <a:off x="8570436" y="22063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8" name="pt45168"/>
            <p:cNvSpPr/>
            <p:nvPr/>
          </p:nvSpPr>
          <p:spPr>
            <a:xfrm>
              <a:off x="9064645" y="20374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9" name="pt45169"/>
            <p:cNvSpPr/>
            <p:nvPr/>
          </p:nvSpPr>
          <p:spPr>
            <a:xfrm>
              <a:off x="8759093" y="21121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0" name="pt45170"/>
            <p:cNvSpPr/>
            <p:nvPr/>
          </p:nvSpPr>
          <p:spPr>
            <a:xfrm>
              <a:off x="8868306" y="22331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1" name="pt45171"/>
            <p:cNvSpPr/>
            <p:nvPr/>
          </p:nvSpPr>
          <p:spPr>
            <a:xfrm>
              <a:off x="8965842" y="21943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2" name="pt45172"/>
            <p:cNvSpPr/>
            <p:nvPr/>
          </p:nvSpPr>
          <p:spPr>
            <a:xfrm>
              <a:off x="9584728" y="21708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3" name="pt45173"/>
            <p:cNvSpPr/>
            <p:nvPr/>
          </p:nvSpPr>
          <p:spPr>
            <a:xfrm>
              <a:off x="8826587" y="22534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4" name="pt45174"/>
            <p:cNvSpPr/>
            <p:nvPr/>
          </p:nvSpPr>
          <p:spPr>
            <a:xfrm>
              <a:off x="8679650" y="23631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5" name="pt45175"/>
            <p:cNvSpPr/>
            <p:nvPr/>
          </p:nvSpPr>
          <p:spPr>
            <a:xfrm>
              <a:off x="9030305" y="17999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6" name="pt45176"/>
            <p:cNvSpPr/>
            <p:nvPr/>
          </p:nvSpPr>
          <p:spPr>
            <a:xfrm>
              <a:off x="8550210" y="25420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7" name="pt45177"/>
            <p:cNvSpPr/>
            <p:nvPr/>
          </p:nvSpPr>
          <p:spPr>
            <a:xfrm>
              <a:off x="9196592" y="21712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8" name="pt45178"/>
            <p:cNvSpPr/>
            <p:nvPr/>
          </p:nvSpPr>
          <p:spPr>
            <a:xfrm>
              <a:off x="9509103" y="20698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9" name="pt45179"/>
            <p:cNvSpPr/>
            <p:nvPr/>
          </p:nvSpPr>
          <p:spPr>
            <a:xfrm>
              <a:off x="9294459" y="19095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0" name="pt45180"/>
            <p:cNvSpPr/>
            <p:nvPr/>
          </p:nvSpPr>
          <p:spPr>
            <a:xfrm>
              <a:off x="8312152" y="24945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1" name="pt45181"/>
            <p:cNvSpPr/>
            <p:nvPr/>
          </p:nvSpPr>
          <p:spPr>
            <a:xfrm>
              <a:off x="9218524" y="20972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2" name="pt45182"/>
            <p:cNvSpPr/>
            <p:nvPr/>
          </p:nvSpPr>
          <p:spPr>
            <a:xfrm>
              <a:off x="8993941" y="21028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3" name="pt45183"/>
            <p:cNvSpPr/>
            <p:nvPr/>
          </p:nvSpPr>
          <p:spPr>
            <a:xfrm>
              <a:off x="9324827" y="21525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4" name="pt45184"/>
            <p:cNvSpPr/>
            <p:nvPr/>
          </p:nvSpPr>
          <p:spPr>
            <a:xfrm>
              <a:off x="8745877" y="22325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5" name="pt45185"/>
            <p:cNvSpPr/>
            <p:nvPr/>
          </p:nvSpPr>
          <p:spPr>
            <a:xfrm>
              <a:off x="9550412" y="2127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6" name="pt45186"/>
            <p:cNvSpPr/>
            <p:nvPr/>
          </p:nvSpPr>
          <p:spPr>
            <a:xfrm>
              <a:off x="8723925" y="2106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7" name="pt45187"/>
            <p:cNvSpPr/>
            <p:nvPr/>
          </p:nvSpPr>
          <p:spPr>
            <a:xfrm>
              <a:off x="8469500" y="2143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8" name="pt45188"/>
            <p:cNvSpPr/>
            <p:nvPr/>
          </p:nvSpPr>
          <p:spPr>
            <a:xfrm>
              <a:off x="8604896" y="21577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9" name="pt45189"/>
            <p:cNvSpPr/>
            <p:nvPr/>
          </p:nvSpPr>
          <p:spPr>
            <a:xfrm>
              <a:off x="8669239" y="23203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0" name="pt45190"/>
            <p:cNvSpPr/>
            <p:nvPr/>
          </p:nvSpPr>
          <p:spPr>
            <a:xfrm>
              <a:off x="8431181" y="23919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1" name="pt45191"/>
            <p:cNvSpPr/>
            <p:nvPr/>
          </p:nvSpPr>
          <p:spPr>
            <a:xfrm>
              <a:off x="8850587" y="19511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2" name="pt45192"/>
            <p:cNvSpPr/>
            <p:nvPr/>
          </p:nvSpPr>
          <p:spPr>
            <a:xfrm>
              <a:off x="8961983" y="23165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3" name="pt45193"/>
            <p:cNvSpPr/>
            <p:nvPr/>
          </p:nvSpPr>
          <p:spPr>
            <a:xfrm>
              <a:off x="9453041" y="22090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4" name="pt45194"/>
            <p:cNvSpPr/>
            <p:nvPr/>
          </p:nvSpPr>
          <p:spPr>
            <a:xfrm>
              <a:off x="9606545" y="2414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5" name="pt45195"/>
            <p:cNvSpPr/>
            <p:nvPr/>
          </p:nvSpPr>
          <p:spPr>
            <a:xfrm>
              <a:off x="8312152" y="24370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6" name="pt45196"/>
            <p:cNvSpPr/>
            <p:nvPr/>
          </p:nvSpPr>
          <p:spPr>
            <a:xfrm>
              <a:off x="8431181" y="22495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7" name="pt45197"/>
            <p:cNvSpPr/>
            <p:nvPr/>
          </p:nvSpPr>
          <p:spPr>
            <a:xfrm>
              <a:off x="9102103" y="21815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8" name="pt45198"/>
            <p:cNvSpPr/>
            <p:nvPr/>
          </p:nvSpPr>
          <p:spPr>
            <a:xfrm>
              <a:off x="9756959" y="22251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9" name="pt45199"/>
            <p:cNvSpPr/>
            <p:nvPr/>
          </p:nvSpPr>
          <p:spPr>
            <a:xfrm>
              <a:off x="8798679" y="21071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0" name="pt45200"/>
            <p:cNvSpPr/>
            <p:nvPr/>
          </p:nvSpPr>
          <p:spPr>
            <a:xfrm>
              <a:off x="9517293" y="20501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1" name="pt45201"/>
            <p:cNvSpPr/>
            <p:nvPr/>
          </p:nvSpPr>
          <p:spPr>
            <a:xfrm>
              <a:off x="8431181" y="23091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2" name="pt45202"/>
            <p:cNvSpPr/>
            <p:nvPr/>
          </p:nvSpPr>
          <p:spPr>
            <a:xfrm>
              <a:off x="9034193" y="16683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3" name="pt45203"/>
            <p:cNvSpPr/>
            <p:nvPr/>
          </p:nvSpPr>
          <p:spPr>
            <a:xfrm>
              <a:off x="8980466" y="19775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4" name="pt45204"/>
            <p:cNvSpPr/>
            <p:nvPr/>
          </p:nvSpPr>
          <p:spPr>
            <a:xfrm>
              <a:off x="8922686" y="19102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5" name="pt45205"/>
            <p:cNvSpPr/>
            <p:nvPr/>
          </p:nvSpPr>
          <p:spPr>
            <a:xfrm>
              <a:off x="8469500" y="22955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6" name="pt45206"/>
            <p:cNvSpPr/>
            <p:nvPr/>
          </p:nvSpPr>
          <p:spPr>
            <a:xfrm>
              <a:off x="8588529" y="2195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7" name="pt45207"/>
            <p:cNvSpPr/>
            <p:nvPr/>
          </p:nvSpPr>
          <p:spPr>
            <a:xfrm>
              <a:off x="9828342" y="25155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8" name="pt45208"/>
            <p:cNvSpPr/>
            <p:nvPr/>
          </p:nvSpPr>
          <p:spPr>
            <a:xfrm>
              <a:off x="9158273" y="18091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9" name="pt45209"/>
            <p:cNvSpPr/>
            <p:nvPr/>
          </p:nvSpPr>
          <p:spPr>
            <a:xfrm>
              <a:off x="9221993" y="20850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0" name="pt45210"/>
            <p:cNvSpPr/>
            <p:nvPr/>
          </p:nvSpPr>
          <p:spPr>
            <a:xfrm>
              <a:off x="8929892" y="16779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1" name="pt45211"/>
            <p:cNvSpPr/>
            <p:nvPr/>
          </p:nvSpPr>
          <p:spPr>
            <a:xfrm>
              <a:off x="9213636" y="19706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2" name="pt45212"/>
            <p:cNvSpPr/>
            <p:nvPr/>
          </p:nvSpPr>
          <p:spPr>
            <a:xfrm>
              <a:off x="8884367" y="20748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3" name="pt45213"/>
            <p:cNvSpPr/>
            <p:nvPr/>
          </p:nvSpPr>
          <p:spPr>
            <a:xfrm>
              <a:off x="8619838" y="22674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4" name="pt45214"/>
            <p:cNvSpPr/>
            <p:nvPr/>
          </p:nvSpPr>
          <p:spPr>
            <a:xfrm>
              <a:off x="9178775" y="19882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5" name="pt45215"/>
            <p:cNvSpPr/>
            <p:nvPr/>
          </p:nvSpPr>
          <p:spPr>
            <a:xfrm>
              <a:off x="8993941" y="20849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6" name="pt45216"/>
            <p:cNvSpPr/>
            <p:nvPr/>
          </p:nvSpPr>
          <p:spPr>
            <a:xfrm>
              <a:off x="8500809" y="26211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7" name="pt45217"/>
            <p:cNvSpPr/>
            <p:nvPr/>
          </p:nvSpPr>
          <p:spPr>
            <a:xfrm>
              <a:off x="9035469" y="17788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8" name="pt45218"/>
            <p:cNvSpPr/>
            <p:nvPr/>
          </p:nvSpPr>
          <p:spPr>
            <a:xfrm>
              <a:off x="8899053" y="20779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9" name="pt45219"/>
            <p:cNvSpPr/>
            <p:nvPr/>
          </p:nvSpPr>
          <p:spPr>
            <a:xfrm>
              <a:off x="8500809" y="25488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0" name="pt45220"/>
            <p:cNvSpPr/>
            <p:nvPr/>
          </p:nvSpPr>
          <p:spPr>
            <a:xfrm>
              <a:off x="8570436" y="25446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1" name="pt45221"/>
            <p:cNvSpPr/>
            <p:nvPr/>
          </p:nvSpPr>
          <p:spPr>
            <a:xfrm>
              <a:off x="9047741" y="21756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2" name="pt45222"/>
            <p:cNvSpPr/>
            <p:nvPr/>
          </p:nvSpPr>
          <p:spPr>
            <a:xfrm>
              <a:off x="9277923" y="19057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3" name="pt45223"/>
            <p:cNvSpPr/>
            <p:nvPr/>
          </p:nvSpPr>
          <p:spPr>
            <a:xfrm>
              <a:off x="8971473" y="22848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4" name="pt45224"/>
            <p:cNvSpPr/>
            <p:nvPr/>
          </p:nvSpPr>
          <p:spPr>
            <a:xfrm>
              <a:off x="9102103" y="20819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5" name="pt45225"/>
            <p:cNvSpPr/>
            <p:nvPr/>
          </p:nvSpPr>
          <p:spPr>
            <a:xfrm>
              <a:off x="8884367" y="20512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6" name="pt45226"/>
            <p:cNvSpPr/>
            <p:nvPr/>
          </p:nvSpPr>
          <p:spPr>
            <a:xfrm>
              <a:off x="9417384" y="19155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7" name="pt45227"/>
            <p:cNvSpPr/>
            <p:nvPr/>
          </p:nvSpPr>
          <p:spPr>
            <a:xfrm>
              <a:off x="9003396" y="20951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8" name="pt45228"/>
            <p:cNvSpPr/>
            <p:nvPr/>
          </p:nvSpPr>
          <p:spPr>
            <a:xfrm>
              <a:off x="9642404" y="21879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9" name="pt45229"/>
            <p:cNvSpPr/>
            <p:nvPr/>
          </p:nvSpPr>
          <p:spPr>
            <a:xfrm>
              <a:off x="8431181" y="22808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0" name="pt45230"/>
            <p:cNvSpPr/>
            <p:nvPr/>
          </p:nvSpPr>
          <p:spPr>
            <a:xfrm>
              <a:off x="9279466" y="20077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1" name="pt45231"/>
            <p:cNvSpPr/>
            <p:nvPr/>
          </p:nvSpPr>
          <p:spPr>
            <a:xfrm>
              <a:off x="8822239" y="22462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2" name="pt45232"/>
            <p:cNvSpPr/>
            <p:nvPr/>
          </p:nvSpPr>
          <p:spPr>
            <a:xfrm>
              <a:off x="9591848" y="21256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3" name="pt45233"/>
            <p:cNvSpPr/>
            <p:nvPr/>
          </p:nvSpPr>
          <p:spPr>
            <a:xfrm>
              <a:off x="9044150" y="17742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4" name="pt45234"/>
            <p:cNvSpPr/>
            <p:nvPr/>
          </p:nvSpPr>
          <p:spPr>
            <a:xfrm>
              <a:off x="8941268" y="18361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5" name="pt45235"/>
            <p:cNvSpPr/>
            <p:nvPr/>
          </p:nvSpPr>
          <p:spPr>
            <a:xfrm>
              <a:off x="8854280" y="19823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6" name="pt45236"/>
            <p:cNvSpPr/>
            <p:nvPr/>
          </p:nvSpPr>
          <p:spPr>
            <a:xfrm>
              <a:off x="9230780" y="20004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7" name="pt45237"/>
            <p:cNvSpPr/>
            <p:nvPr/>
          </p:nvSpPr>
          <p:spPr>
            <a:xfrm>
              <a:off x="8834965" y="22158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8" name="pt45238"/>
            <p:cNvSpPr/>
            <p:nvPr/>
          </p:nvSpPr>
          <p:spPr>
            <a:xfrm>
              <a:off x="8826587" y="21081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9" name="pt45239"/>
            <p:cNvSpPr/>
            <p:nvPr/>
          </p:nvSpPr>
          <p:spPr>
            <a:xfrm>
              <a:off x="8961983" y="22103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0" name="pt45240"/>
            <p:cNvSpPr/>
            <p:nvPr/>
          </p:nvSpPr>
          <p:spPr>
            <a:xfrm>
              <a:off x="8381780" y="22688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1" name="pt45241"/>
            <p:cNvSpPr/>
            <p:nvPr/>
          </p:nvSpPr>
          <p:spPr>
            <a:xfrm>
              <a:off x="8588529" y="24713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2" name="pt45242"/>
            <p:cNvSpPr/>
            <p:nvPr/>
          </p:nvSpPr>
          <p:spPr>
            <a:xfrm>
              <a:off x="9436506" y="21561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3" name="pt45243"/>
            <p:cNvSpPr/>
            <p:nvPr/>
          </p:nvSpPr>
          <p:spPr>
            <a:xfrm>
              <a:off x="8381780" y="24544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4" name="pt45244"/>
            <p:cNvSpPr/>
            <p:nvPr/>
          </p:nvSpPr>
          <p:spPr>
            <a:xfrm>
              <a:off x="8312152" y="24697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5" name="pt45245"/>
            <p:cNvSpPr/>
            <p:nvPr/>
          </p:nvSpPr>
          <p:spPr>
            <a:xfrm>
              <a:off x="9525110" y="19095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6" name="pt45246"/>
            <p:cNvSpPr/>
            <p:nvPr/>
          </p:nvSpPr>
          <p:spPr>
            <a:xfrm>
              <a:off x="8707558" y="22928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7" name="pt45247"/>
            <p:cNvSpPr/>
            <p:nvPr/>
          </p:nvSpPr>
          <p:spPr>
            <a:xfrm>
              <a:off x="9288151" y="19189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8" name="pt45248"/>
            <p:cNvSpPr/>
            <p:nvPr/>
          </p:nvSpPr>
          <p:spPr>
            <a:xfrm>
              <a:off x="8881273" y="23449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9" name="pt45249"/>
            <p:cNvSpPr/>
            <p:nvPr/>
          </p:nvSpPr>
          <p:spPr>
            <a:xfrm>
              <a:off x="9098616" y="21467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0" name="pt45250"/>
            <p:cNvSpPr/>
            <p:nvPr/>
          </p:nvSpPr>
          <p:spPr>
            <a:xfrm>
              <a:off x="9227900" y="21680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1" name="pt45251"/>
            <p:cNvSpPr/>
            <p:nvPr/>
          </p:nvSpPr>
          <p:spPr>
            <a:xfrm>
              <a:off x="8817779" y="20988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2" name="pt45252"/>
            <p:cNvSpPr/>
            <p:nvPr/>
          </p:nvSpPr>
          <p:spPr>
            <a:xfrm>
              <a:off x="9321732" y="2137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3" name="pt45253"/>
            <p:cNvSpPr/>
            <p:nvPr/>
          </p:nvSpPr>
          <p:spPr>
            <a:xfrm>
              <a:off x="9329710" y="21540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4" name="pt45254"/>
            <p:cNvSpPr/>
            <p:nvPr/>
          </p:nvSpPr>
          <p:spPr>
            <a:xfrm>
              <a:off x="9020874" y="16820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5" name="pt45255"/>
            <p:cNvSpPr/>
            <p:nvPr/>
          </p:nvSpPr>
          <p:spPr>
            <a:xfrm>
              <a:off x="8381780" y="22823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6" name="pt45256"/>
            <p:cNvSpPr/>
            <p:nvPr/>
          </p:nvSpPr>
          <p:spPr>
            <a:xfrm>
              <a:off x="8777185" y="22138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7" name="pt45257"/>
            <p:cNvSpPr/>
            <p:nvPr/>
          </p:nvSpPr>
          <p:spPr>
            <a:xfrm>
              <a:off x="9326470" y="21398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8" name="pt45258"/>
            <p:cNvSpPr/>
            <p:nvPr/>
          </p:nvSpPr>
          <p:spPr>
            <a:xfrm>
              <a:off x="9518367" y="20661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9" name="pt45259"/>
            <p:cNvSpPr/>
            <p:nvPr/>
          </p:nvSpPr>
          <p:spPr>
            <a:xfrm>
              <a:off x="9359136" y="20974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0" name="pt45260"/>
            <p:cNvSpPr/>
            <p:nvPr/>
          </p:nvSpPr>
          <p:spPr>
            <a:xfrm>
              <a:off x="9501180" y="22085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1" name="pt45261"/>
            <p:cNvSpPr/>
            <p:nvPr/>
          </p:nvSpPr>
          <p:spPr>
            <a:xfrm>
              <a:off x="8798679" y="22006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2" name="pt45262"/>
            <p:cNvSpPr/>
            <p:nvPr/>
          </p:nvSpPr>
          <p:spPr>
            <a:xfrm>
              <a:off x="9030305" y="18697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3" name="pt45263"/>
            <p:cNvSpPr/>
            <p:nvPr/>
          </p:nvSpPr>
          <p:spPr>
            <a:xfrm>
              <a:off x="9207674" y="18036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4" name="pt45264"/>
            <p:cNvSpPr/>
            <p:nvPr/>
          </p:nvSpPr>
          <p:spPr>
            <a:xfrm>
              <a:off x="8669239" y="22219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5" name="pt45265"/>
            <p:cNvSpPr/>
            <p:nvPr/>
          </p:nvSpPr>
          <p:spPr>
            <a:xfrm>
              <a:off x="8431181" y="23879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6" name="pt45266"/>
            <p:cNvSpPr/>
            <p:nvPr/>
          </p:nvSpPr>
          <p:spPr>
            <a:xfrm>
              <a:off x="8550210" y="25214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7" name="pt45267"/>
            <p:cNvSpPr/>
            <p:nvPr/>
          </p:nvSpPr>
          <p:spPr>
            <a:xfrm>
              <a:off x="9126964" y="2126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8" name="pt45268"/>
            <p:cNvSpPr/>
            <p:nvPr/>
          </p:nvSpPr>
          <p:spPr>
            <a:xfrm>
              <a:off x="8527280" y="24292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9" name="pt45269"/>
            <p:cNvSpPr/>
            <p:nvPr/>
          </p:nvSpPr>
          <p:spPr>
            <a:xfrm>
              <a:off x="9048921" y="20967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0" name="pt45270"/>
            <p:cNvSpPr/>
            <p:nvPr/>
          </p:nvSpPr>
          <p:spPr>
            <a:xfrm>
              <a:off x="9324827" y="2176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1" name="pt45271"/>
            <p:cNvSpPr/>
            <p:nvPr/>
          </p:nvSpPr>
          <p:spPr>
            <a:xfrm>
              <a:off x="8588529" y="23178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2" name="pt45272"/>
            <p:cNvSpPr/>
            <p:nvPr/>
          </p:nvSpPr>
          <p:spPr>
            <a:xfrm>
              <a:off x="8798679" y="20830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3" name="pt45273"/>
            <p:cNvSpPr/>
            <p:nvPr/>
          </p:nvSpPr>
          <p:spPr>
            <a:xfrm>
              <a:off x="8619838" y="22586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4" name="pt45274"/>
            <p:cNvSpPr/>
            <p:nvPr/>
          </p:nvSpPr>
          <p:spPr>
            <a:xfrm>
              <a:off x="9360483" y="20635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5" name="pt45275"/>
            <p:cNvSpPr/>
            <p:nvPr/>
          </p:nvSpPr>
          <p:spPr>
            <a:xfrm>
              <a:off x="8646309" y="23618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6" name="pt45276"/>
            <p:cNvSpPr/>
            <p:nvPr/>
          </p:nvSpPr>
          <p:spPr>
            <a:xfrm>
              <a:off x="8312152" y="25948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7" name="pt45277"/>
            <p:cNvSpPr/>
            <p:nvPr/>
          </p:nvSpPr>
          <p:spPr>
            <a:xfrm>
              <a:off x="8731558" y="24399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8" name="pt45278"/>
            <p:cNvSpPr/>
            <p:nvPr/>
          </p:nvSpPr>
          <p:spPr>
            <a:xfrm>
              <a:off x="9034193" y="18653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9" name="pt45279"/>
            <p:cNvSpPr/>
            <p:nvPr/>
          </p:nvSpPr>
          <p:spPr>
            <a:xfrm>
              <a:off x="8887406" y="18200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0" name="pt45280"/>
            <p:cNvSpPr/>
            <p:nvPr/>
          </p:nvSpPr>
          <p:spPr>
            <a:xfrm>
              <a:off x="9185276" y="22529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1" name="pt45281"/>
            <p:cNvSpPr/>
            <p:nvPr/>
          </p:nvSpPr>
          <p:spPr>
            <a:xfrm>
              <a:off x="8500809" y="24193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2" name="pt45282"/>
            <p:cNvSpPr/>
            <p:nvPr/>
          </p:nvSpPr>
          <p:spPr>
            <a:xfrm>
              <a:off x="9550412" y="20608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3" name="pt45283"/>
            <p:cNvSpPr/>
            <p:nvPr/>
          </p:nvSpPr>
          <p:spPr>
            <a:xfrm>
              <a:off x="8500809" y="2733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4" name="pt45284"/>
            <p:cNvSpPr/>
            <p:nvPr/>
          </p:nvSpPr>
          <p:spPr>
            <a:xfrm>
              <a:off x="9123951" y="20943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5" name="pt45285"/>
            <p:cNvSpPr/>
            <p:nvPr/>
          </p:nvSpPr>
          <p:spPr>
            <a:xfrm>
              <a:off x="8570436" y="23812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6" name="pt45286"/>
            <p:cNvSpPr/>
            <p:nvPr/>
          </p:nvSpPr>
          <p:spPr>
            <a:xfrm>
              <a:off x="8904593" y="21921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7" name="pt45287"/>
            <p:cNvSpPr/>
            <p:nvPr/>
          </p:nvSpPr>
          <p:spPr>
            <a:xfrm>
              <a:off x="8679650" y="23076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8" name="pt45288"/>
            <p:cNvSpPr/>
            <p:nvPr/>
          </p:nvSpPr>
          <p:spPr>
            <a:xfrm>
              <a:off x="9528241" y="19943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9" name="pt45289"/>
            <p:cNvSpPr/>
            <p:nvPr/>
          </p:nvSpPr>
          <p:spPr>
            <a:xfrm>
              <a:off x="8963923" y="21630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0" name="pt45290"/>
            <p:cNvSpPr/>
            <p:nvPr/>
          </p:nvSpPr>
          <p:spPr>
            <a:xfrm>
              <a:off x="9187390" y="2295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1" name="pt45291"/>
            <p:cNvSpPr/>
            <p:nvPr/>
          </p:nvSpPr>
          <p:spPr>
            <a:xfrm>
              <a:off x="9044150" y="17529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2" name="pt45292"/>
            <p:cNvSpPr/>
            <p:nvPr/>
          </p:nvSpPr>
          <p:spPr>
            <a:xfrm>
              <a:off x="8550210" y="25711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3" name="pt45293"/>
            <p:cNvSpPr/>
            <p:nvPr/>
          </p:nvSpPr>
          <p:spPr>
            <a:xfrm>
              <a:off x="8817779" y="2106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4" name="pt45294"/>
            <p:cNvSpPr/>
            <p:nvPr/>
          </p:nvSpPr>
          <p:spPr>
            <a:xfrm>
              <a:off x="9324827" y="20457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5" name="pt45295"/>
            <p:cNvSpPr/>
            <p:nvPr/>
          </p:nvSpPr>
          <p:spPr>
            <a:xfrm>
              <a:off x="9466476" y="24893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6" name="pt45296"/>
            <p:cNvSpPr/>
            <p:nvPr/>
          </p:nvSpPr>
          <p:spPr>
            <a:xfrm>
              <a:off x="8500809" y="26652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7" name="pt45297"/>
            <p:cNvSpPr/>
            <p:nvPr/>
          </p:nvSpPr>
          <p:spPr>
            <a:xfrm>
              <a:off x="8312152" y="24788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8" name="pt45298"/>
            <p:cNvSpPr/>
            <p:nvPr/>
          </p:nvSpPr>
          <p:spPr>
            <a:xfrm>
              <a:off x="8698750" y="22473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9" name="pt45299"/>
            <p:cNvSpPr/>
            <p:nvPr/>
          </p:nvSpPr>
          <p:spPr>
            <a:xfrm>
              <a:off x="9898409" y="26783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0" name="pt45300"/>
            <p:cNvSpPr/>
            <p:nvPr/>
          </p:nvSpPr>
          <p:spPr>
            <a:xfrm>
              <a:off x="8793552" y="21744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1" name="pt45301"/>
            <p:cNvSpPr/>
            <p:nvPr/>
          </p:nvSpPr>
          <p:spPr>
            <a:xfrm>
              <a:off x="8707558" y="20693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2" name="pt45302"/>
            <p:cNvSpPr/>
            <p:nvPr/>
          </p:nvSpPr>
          <p:spPr>
            <a:xfrm>
              <a:off x="9404531" y="19787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3" name="pt45303"/>
            <p:cNvSpPr/>
            <p:nvPr/>
          </p:nvSpPr>
          <p:spPr>
            <a:xfrm>
              <a:off x="8738867" y="22908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4" name="pt45304"/>
            <p:cNvSpPr/>
            <p:nvPr/>
          </p:nvSpPr>
          <p:spPr>
            <a:xfrm>
              <a:off x="9193072" y="22299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5" name="pt45305"/>
            <p:cNvSpPr/>
            <p:nvPr/>
          </p:nvSpPr>
          <p:spPr>
            <a:xfrm>
              <a:off x="8527280" y="25843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6" name="pt45306"/>
            <p:cNvSpPr/>
            <p:nvPr/>
          </p:nvSpPr>
          <p:spPr>
            <a:xfrm>
              <a:off x="9356410" y="20986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7" name="pt45307"/>
            <p:cNvSpPr/>
            <p:nvPr/>
          </p:nvSpPr>
          <p:spPr>
            <a:xfrm>
              <a:off x="8956027" y="21799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8" name="pt45308"/>
            <p:cNvSpPr/>
            <p:nvPr/>
          </p:nvSpPr>
          <p:spPr>
            <a:xfrm>
              <a:off x="8899053" y="21851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9" name="pt45309"/>
            <p:cNvSpPr/>
            <p:nvPr/>
          </p:nvSpPr>
          <p:spPr>
            <a:xfrm>
              <a:off x="9087709" y="19250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0" name="pt45310"/>
            <p:cNvSpPr/>
            <p:nvPr/>
          </p:nvSpPr>
          <p:spPr>
            <a:xfrm>
              <a:off x="8715936" y="23237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1" name="pt45311"/>
            <p:cNvSpPr/>
            <p:nvPr/>
          </p:nvSpPr>
          <p:spPr>
            <a:xfrm>
              <a:off x="8945616" y="20920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2" name="pt45312"/>
            <p:cNvSpPr/>
            <p:nvPr/>
          </p:nvSpPr>
          <p:spPr>
            <a:xfrm>
              <a:off x="8550210" y="25009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3" name="pt45313"/>
            <p:cNvSpPr/>
            <p:nvPr/>
          </p:nvSpPr>
          <p:spPr>
            <a:xfrm>
              <a:off x="8312152" y="24605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4" name="pt45314"/>
            <p:cNvSpPr/>
            <p:nvPr/>
          </p:nvSpPr>
          <p:spPr>
            <a:xfrm>
              <a:off x="9259623" y="19803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5" name="pt45315"/>
            <p:cNvSpPr/>
            <p:nvPr/>
          </p:nvSpPr>
          <p:spPr>
            <a:xfrm>
              <a:off x="8646309" y="22649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6" name="pt45316"/>
            <p:cNvSpPr/>
            <p:nvPr/>
          </p:nvSpPr>
          <p:spPr>
            <a:xfrm>
              <a:off x="9042937" y="16174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7" name="pt45317"/>
            <p:cNvSpPr/>
            <p:nvPr/>
          </p:nvSpPr>
          <p:spPr>
            <a:xfrm>
              <a:off x="8669239" y="22445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8" name="pt45318"/>
            <p:cNvSpPr/>
            <p:nvPr/>
          </p:nvSpPr>
          <p:spPr>
            <a:xfrm>
              <a:off x="8839006" y="2061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9" name="pt45319"/>
            <p:cNvSpPr/>
            <p:nvPr/>
          </p:nvSpPr>
          <p:spPr>
            <a:xfrm>
              <a:off x="8956027" y="21606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0" name="pt45320"/>
            <p:cNvSpPr/>
            <p:nvPr/>
          </p:nvSpPr>
          <p:spPr>
            <a:xfrm>
              <a:off x="8731558" y="23462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1" name="pt45321"/>
            <p:cNvSpPr/>
            <p:nvPr/>
          </p:nvSpPr>
          <p:spPr>
            <a:xfrm>
              <a:off x="9262020" y="17281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2" name="pt45322"/>
            <p:cNvSpPr/>
            <p:nvPr/>
          </p:nvSpPr>
          <p:spPr>
            <a:xfrm>
              <a:off x="9022254" y="17603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3" name="pt45323"/>
            <p:cNvSpPr/>
            <p:nvPr/>
          </p:nvSpPr>
          <p:spPr>
            <a:xfrm>
              <a:off x="8731558" y="22176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4" name="pt45324"/>
            <p:cNvSpPr/>
            <p:nvPr/>
          </p:nvSpPr>
          <p:spPr>
            <a:xfrm>
              <a:off x="9780422" y="25582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5" name="pt45325"/>
            <p:cNvSpPr/>
            <p:nvPr/>
          </p:nvSpPr>
          <p:spPr>
            <a:xfrm>
              <a:off x="8731558" y="23337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6" name="pt45326"/>
            <p:cNvSpPr/>
            <p:nvPr/>
          </p:nvSpPr>
          <p:spPr>
            <a:xfrm>
              <a:off x="8961983" y="2282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7" name="pt45327"/>
            <p:cNvSpPr/>
            <p:nvPr/>
          </p:nvSpPr>
          <p:spPr>
            <a:xfrm>
              <a:off x="8588529" y="21685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8" name="pt45328"/>
            <p:cNvSpPr/>
            <p:nvPr/>
          </p:nvSpPr>
          <p:spPr>
            <a:xfrm>
              <a:off x="8731558" y="22653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9" name="pt45329"/>
            <p:cNvSpPr/>
            <p:nvPr/>
          </p:nvSpPr>
          <p:spPr>
            <a:xfrm>
              <a:off x="9414750" y="21052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0" name="pt45330"/>
            <p:cNvSpPr/>
            <p:nvPr/>
          </p:nvSpPr>
          <p:spPr>
            <a:xfrm>
              <a:off x="9668168" y="26482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1" name="pt45331"/>
            <p:cNvSpPr/>
            <p:nvPr/>
          </p:nvSpPr>
          <p:spPr>
            <a:xfrm>
              <a:off x="8658156" y="23156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2" name="pt45332"/>
            <p:cNvSpPr/>
            <p:nvPr/>
          </p:nvSpPr>
          <p:spPr>
            <a:xfrm>
              <a:off x="8619838" y="23121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3" name="pt45333"/>
            <p:cNvSpPr/>
            <p:nvPr/>
          </p:nvSpPr>
          <p:spPr>
            <a:xfrm>
              <a:off x="8381780" y="22811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4" name="pt45334"/>
            <p:cNvSpPr/>
            <p:nvPr/>
          </p:nvSpPr>
          <p:spPr>
            <a:xfrm>
              <a:off x="8312152" y="23220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5" name="pt45335"/>
            <p:cNvSpPr/>
            <p:nvPr/>
          </p:nvSpPr>
          <p:spPr>
            <a:xfrm>
              <a:off x="8669239" y="23127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6" name="pt45336"/>
            <p:cNvSpPr/>
            <p:nvPr/>
          </p:nvSpPr>
          <p:spPr>
            <a:xfrm>
              <a:off x="8500809" y="27228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7" name="pt45337"/>
            <p:cNvSpPr/>
            <p:nvPr/>
          </p:nvSpPr>
          <p:spPr>
            <a:xfrm>
              <a:off x="8963923" y="22766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8" name="pt45338"/>
            <p:cNvSpPr/>
            <p:nvPr/>
          </p:nvSpPr>
          <p:spPr>
            <a:xfrm>
              <a:off x="9007935" y="21278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9" name="pt45339"/>
            <p:cNvSpPr/>
            <p:nvPr/>
          </p:nvSpPr>
          <p:spPr>
            <a:xfrm>
              <a:off x="9316366" y="2263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0" name="pt45340"/>
            <p:cNvSpPr/>
            <p:nvPr/>
          </p:nvSpPr>
          <p:spPr>
            <a:xfrm>
              <a:off x="9179876" y="19020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1" name="pt45341"/>
            <p:cNvSpPr/>
            <p:nvPr/>
          </p:nvSpPr>
          <p:spPr>
            <a:xfrm>
              <a:off x="8619838" y="22031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2" name="pt45342"/>
            <p:cNvSpPr/>
            <p:nvPr/>
          </p:nvSpPr>
          <p:spPr>
            <a:xfrm>
              <a:off x="9197584" y="17626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3" name="pt45343"/>
            <p:cNvSpPr/>
            <p:nvPr/>
          </p:nvSpPr>
          <p:spPr>
            <a:xfrm>
              <a:off x="8633583" y="22137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4" name="pt45344"/>
            <p:cNvSpPr/>
            <p:nvPr/>
          </p:nvSpPr>
          <p:spPr>
            <a:xfrm>
              <a:off x="9262020" y="1770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5" name="pt45345"/>
            <p:cNvSpPr/>
            <p:nvPr/>
          </p:nvSpPr>
          <p:spPr>
            <a:xfrm>
              <a:off x="9517293" y="21721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6" name="pt45346"/>
            <p:cNvSpPr/>
            <p:nvPr/>
          </p:nvSpPr>
          <p:spPr>
            <a:xfrm>
              <a:off x="8752612" y="20708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7" name="pt45347"/>
            <p:cNvSpPr/>
            <p:nvPr/>
          </p:nvSpPr>
          <p:spPr>
            <a:xfrm>
              <a:off x="8826587" y="21713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8" name="pt45348"/>
            <p:cNvSpPr/>
            <p:nvPr/>
          </p:nvSpPr>
          <p:spPr>
            <a:xfrm>
              <a:off x="9108871" y="20109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9" name="pt45349"/>
            <p:cNvSpPr/>
            <p:nvPr/>
          </p:nvSpPr>
          <p:spPr>
            <a:xfrm>
              <a:off x="9557615" y="22985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0" name="pt45350"/>
            <p:cNvSpPr/>
            <p:nvPr/>
          </p:nvSpPr>
          <p:spPr>
            <a:xfrm>
              <a:off x="9102103" y="2236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1" name="pt45351"/>
            <p:cNvSpPr/>
            <p:nvPr/>
          </p:nvSpPr>
          <p:spPr>
            <a:xfrm>
              <a:off x="8698750" y="21571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2" name="pt45352"/>
            <p:cNvSpPr/>
            <p:nvPr/>
          </p:nvSpPr>
          <p:spPr>
            <a:xfrm>
              <a:off x="9010896" y="17939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3" name="pt45353"/>
            <p:cNvSpPr/>
            <p:nvPr/>
          </p:nvSpPr>
          <p:spPr>
            <a:xfrm>
              <a:off x="9400632" y="19438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4" name="pt45354"/>
            <p:cNvSpPr/>
            <p:nvPr/>
          </p:nvSpPr>
          <p:spPr>
            <a:xfrm>
              <a:off x="8312152" y="23869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5" name="pt45355"/>
            <p:cNvSpPr/>
            <p:nvPr/>
          </p:nvSpPr>
          <p:spPr>
            <a:xfrm>
              <a:off x="9039244" y="17584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6" name="pt45356"/>
            <p:cNvSpPr/>
            <p:nvPr/>
          </p:nvSpPr>
          <p:spPr>
            <a:xfrm>
              <a:off x="8846813" y="20349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7" name="pt45357"/>
            <p:cNvSpPr/>
            <p:nvPr/>
          </p:nvSpPr>
          <p:spPr>
            <a:xfrm>
              <a:off x="8813199" y="20173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8" name="pt45358"/>
            <p:cNvSpPr/>
            <p:nvPr/>
          </p:nvSpPr>
          <p:spPr>
            <a:xfrm>
              <a:off x="8771364" y="23523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9" name="pt45359"/>
            <p:cNvSpPr/>
            <p:nvPr/>
          </p:nvSpPr>
          <p:spPr>
            <a:xfrm>
              <a:off x="8658156" y="24839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0" name="pt45360"/>
            <p:cNvSpPr/>
            <p:nvPr/>
          </p:nvSpPr>
          <p:spPr>
            <a:xfrm>
              <a:off x="8500809" y="25268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1" name="pt45361"/>
            <p:cNvSpPr/>
            <p:nvPr/>
          </p:nvSpPr>
          <p:spPr>
            <a:xfrm>
              <a:off x="8500809" y="2539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2" name="pt45362"/>
            <p:cNvSpPr/>
            <p:nvPr/>
          </p:nvSpPr>
          <p:spPr>
            <a:xfrm>
              <a:off x="9097733" y="17695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3" name="pt45363"/>
            <p:cNvSpPr/>
            <p:nvPr/>
          </p:nvSpPr>
          <p:spPr>
            <a:xfrm>
              <a:off x="9216319" y="19992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4" name="pt45364"/>
            <p:cNvSpPr/>
            <p:nvPr/>
          </p:nvSpPr>
          <p:spPr>
            <a:xfrm>
              <a:off x="8943456" y="19944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5" name="pt45365"/>
            <p:cNvSpPr/>
            <p:nvPr/>
          </p:nvSpPr>
          <p:spPr>
            <a:xfrm>
              <a:off x="9259623" y="19714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6" name="pt45366"/>
            <p:cNvSpPr/>
            <p:nvPr/>
          </p:nvSpPr>
          <p:spPr>
            <a:xfrm>
              <a:off x="9079049" y="19779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7" name="pt45367"/>
            <p:cNvSpPr/>
            <p:nvPr/>
          </p:nvSpPr>
          <p:spPr>
            <a:xfrm>
              <a:off x="8646309" y="25088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8" name="pt45368"/>
            <p:cNvSpPr/>
            <p:nvPr/>
          </p:nvSpPr>
          <p:spPr>
            <a:xfrm>
              <a:off x="9828342" y="22340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9" name="pt45369"/>
            <p:cNvSpPr/>
            <p:nvPr/>
          </p:nvSpPr>
          <p:spPr>
            <a:xfrm>
              <a:off x="9031610" y="18325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0" name="pt45370"/>
            <p:cNvSpPr/>
            <p:nvPr/>
          </p:nvSpPr>
          <p:spPr>
            <a:xfrm>
              <a:off x="8771364" y="2377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1" name="pt45371"/>
            <p:cNvSpPr/>
            <p:nvPr/>
          </p:nvSpPr>
          <p:spPr>
            <a:xfrm>
              <a:off x="9215429" y="20552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2" name="pt45372"/>
            <p:cNvSpPr/>
            <p:nvPr/>
          </p:nvSpPr>
          <p:spPr>
            <a:xfrm>
              <a:off x="8731558" y="22110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3" name="pt45373"/>
            <p:cNvSpPr/>
            <p:nvPr/>
          </p:nvSpPr>
          <p:spPr>
            <a:xfrm>
              <a:off x="9037995" y="1845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4" name="pt45374"/>
            <p:cNvSpPr/>
            <p:nvPr/>
          </p:nvSpPr>
          <p:spPr>
            <a:xfrm>
              <a:off x="9104672" y="20774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5" name="pt45375"/>
            <p:cNvSpPr/>
            <p:nvPr/>
          </p:nvSpPr>
          <p:spPr>
            <a:xfrm>
              <a:off x="8759093" y="20362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6" name="pt45376"/>
            <p:cNvSpPr/>
            <p:nvPr/>
          </p:nvSpPr>
          <p:spPr>
            <a:xfrm>
              <a:off x="8431181" y="24599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7" name="pt45377"/>
            <p:cNvSpPr/>
            <p:nvPr/>
          </p:nvSpPr>
          <p:spPr>
            <a:xfrm>
              <a:off x="9316366" y="22678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8" name="pt45378"/>
            <p:cNvSpPr/>
            <p:nvPr/>
          </p:nvSpPr>
          <p:spPr>
            <a:xfrm>
              <a:off x="8752612" y="23733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9" name="pt45379"/>
            <p:cNvSpPr/>
            <p:nvPr/>
          </p:nvSpPr>
          <p:spPr>
            <a:xfrm>
              <a:off x="8431181" y="26504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0" name="pt45380"/>
            <p:cNvSpPr/>
            <p:nvPr/>
          </p:nvSpPr>
          <p:spPr>
            <a:xfrm>
              <a:off x="8980466" y="2008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1" name="pt45381"/>
            <p:cNvSpPr/>
            <p:nvPr/>
          </p:nvSpPr>
          <p:spPr>
            <a:xfrm>
              <a:off x="9216319" y="20069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2" name="pt45382"/>
            <p:cNvSpPr/>
            <p:nvPr/>
          </p:nvSpPr>
          <p:spPr>
            <a:xfrm>
              <a:off x="8588529" y="21588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3" name="pt45383"/>
            <p:cNvSpPr/>
            <p:nvPr/>
          </p:nvSpPr>
          <p:spPr>
            <a:xfrm>
              <a:off x="8633583" y="20993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4" name="pt45384"/>
            <p:cNvSpPr/>
            <p:nvPr/>
          </p:nvSpPr>
          <p:spPr>
            <a:xfrm>
              <a:off x="9068885" y="18042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5" name="pt45385"/>
            <p:cNvSpPr/>
            <p:nvPr/>
          </p:nvSpPr>
          <p:spPr>
            <a:xfrm>
              <a:off x="8826587" y="21580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6" name="pt45386"/>
            <p:cNvSpPr/>
            <p:nvPr/>
          </p:nvSpPr>
          <p:spPr>
            <a:xfrm>
              <a:off x="9084871" y="20158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7" name="pt45387"/>
            <p:cNvSpPr/>
            <p:nvPr/>
          </p:nvSpPr>
          <p:spPr>
            <a:xfrm>
              <a:off x="8759093" y="21192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8" name="pt45388"/>
            <p:cNvSpPr/>
            <p:nvPr/>
          </p:nvSpPr>
          <p:spPr>
            <a:xfrm>
              <a:off x="8817779" y="20856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9" name="pt45389"/>
            <p:cNvSpPr/>
            <p:nvPr/>
          </p:nvSpPr>
          <p:spPr>
            <a:xfrm>
              <a:off x="8431181" y="24116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0" name="pt45390"/>
            <p:cNvSpPr/>
            <p:nvPr/>
          </p:nvSpPr>
          <p:spPr>
            <a:xfrm>
              <a:off x="9226651" y="19986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1" name="pt45391"/>
            <p:cNvSpPr/>
            <p:nvPr/>
          </p:nvSpPr>
          <p:spPr>
            <a:xfrm>
              <a:off x="8987335" y="20754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2" name="pt45392"/>
            <p:cNvSpPr/>
            <p:nvPr/>
          </p:nvSpPr>
          <p:spPr>
            <a:xfrm>
              <a:off x="9457237" y="22250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3" name="pt45393"/>
            <p:cNvSpPr/>
            <p:nvPr/>
          </p:nvSpPr>
          <p:spPr>
            <a:xfrm>
              <a:off x="9301626" y="2110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4" name="pt45394"/>
            <p:cNvSpPr/>
            <p:nvPr/>
          </p:nvSpPr>
          <p:spPr>
            <a:xfrm>
              <a:off x="8658156" y="24716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5" name="pt45395"/>
            <p:cNvSpPr/>
            <p:nvPr/>
          </p:nvSpPr>
          <p:spPr>
            <a:xfrm>
              <a:off x="8834965" y="20754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6" name="pt45396"/>
            <p:cNvSpPr/>
            <p:nvPr/>
          </p:nvSpPr>
          <p:spPr>
            <a:xfrm>
              <a:off x="8846813" y="20010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7" name="pt45397"/>
            <p:cNvSpPr/>
            <p:nvPr/>
          </p:nvSpPr>
          <p:spPr>
            <a:xfrm>
              <a:off x="8381780" y="23475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8" name="pt45398"/>
            <p:cNvSpPr/>
            <p:nvPr/>
          </p:nvSpPr>
          <p:spPr>
            <a:xfrm>
              <a:off x="9115383" y="20728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9" name="pt45399"/>
            <p:cNvSpPr/>
            <p:nvPr/>
          </p:nvSpPr>
          <p:spPr>
            <a:xfrm>
              <a:off x="9557615" y="21793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0" name="pt45400"/>
            <p:cNvSpPr/>
            <p:nvPr/>
          </p:nvSpPr>
          <p:spPr>
            <a:xfrm>
              <a:off x="9218961" y="20283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1" name="pt45401"/>
            <p:cNvSpPr/>
            <p:nvPr/>
          </p:nvSpPr>
          <p:spPr>
            <a:xfrm>
              <a:off x="8469500" y="21075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2" name="pt45402"/>
            <p:cNvSpPr/>
            <p:nvPr/>
          </p:nvSpPr>
          <p:spPr>
            <a:xfrm>
              <a:off x="9097733" y="19310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3" name="pt45403"/>
            <p:cNvSpPr/>
            <p:nvPr/>
          </p:nvSpPr>
          <p:spPr>
            <a:xfrm>
              <a:off x="9126964" y="20953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4" name="pt45404"/>
            <p:cNvSpPr/>
            <p:nvPr/>
          </p:nvSpPr>
          <p:spPr>
            <a:xfrm>
              <a:off x="9076063" y="18765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5" name="pt45405"/>
            <p:cNvSpPr/>
            <p:nvPr/>
          </p:nvSpPr>
          <p:spPr>
            <a:xfrm>
              <a:off x="8803657" y="21705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6" name="pt45406"/>
            <p:cNvSpPr/>
            <p:nvPr/>
          </p:nvSpPr>
          <p:spPr>
            <a:xfrm>
              <a:off x="9208605" y="18581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7" name="pt45407"/>
            <p:cNvSpPr/>
            <p:nvPr/>
          </p:nvSpPr>
          <p:spPr>
            <a:xfrm>
              <a:off x="8830827" y="19987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8" name="pt45408"/>
            <p:cNvSpPr/>
            <p:nvPr/>
          </p:nvSpPr>
          <p:spPr>
            <a:xfrm>
              <a:off x="8431181" y="25263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9" name="pt45409"/>
            <p:cNvSpPr/>
            <p:nvPr/>
          </p:nvSpPr>
          <p:spPr>
            <a:xfrm>
              <a:off x="9116180" y="20244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0" name="pt45410"/>
            <p:cNvSpPr/>
            <p:nvPr/>
          </p:nvSpPr>
          <p:spPr>
            <a:xfrm>
              <a:off x="8669239" y="22693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1" name="pt45411"/>
            <p:cNvSpPr/>
            <p:nvPr/>
          </p:nvSpPr>
          <p:spPr>
            <a:xfrm>
              <a:off x="8788268" y="21993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2" name="pt45412"/>
            <p:cNvSpPr/>
            <p:nvPr/>
          </p:nvSpPr>
          <p:spPr>
            <a:xfrm>
              <a:off x="8834965" y="22499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3" name="pt45413"/>
            <p:cNvSpPr/>
            <p:nvPr/>
          </p:nvSpPr>
          <p:spPr>
            <a:xfrm>
              <a:off x="8745877" y="21703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4" name="pt45414"/>
            <p:cNvSpPr/>
            <p:nvPr/>
          </p:nvSpPr>
          <p:spPr>
            <a:xfrm>
              <a:off x="8752612" y="23958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5" name="pt45415"/>
            <p:cNvSpPr/>
            <p:nvPr/>
          </p:nvSpPr>
          <p:spPr>
            <a:xfrm>
              <a:off x="8723925" y="2198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6" name="pt45416"/>
            <p:cNvSpPr/>
            <p:nvPr/>
          </p:nvSpPr>
          <p:spPr>
            <a:xfrm>
              <a:off x="8868306" y="21945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7" name="pt45417"/>
            <p:cNvSpPr/>
            <p:nvPr/>
          </p:nvSpPr>
          <p:spPr>
            <a:xfrm>
              <a:off x="9141283" y="21482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8" name="pt45418"/>
            <p:cNvSpPr/>
            <p:nvPr/>
          </p:nvSpPr>
          <p:spPr>
            <a:xfrm>
              <a:off x="8550210" y="23465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9" name="pt45419"/>
            <p:cNvSpPr/>
            <p:nvPr/>
          </p:nvSpPr>
          <p:spPr>
            <a:xfrm>
              <a:off x="9370170" y="21243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0" name="pt45420"/>
            <p:cNvSpPr/>
            <p:nvPr/>
          </p:nvSpPr>
          <p:spPr>
            <a:xfrm>
              <a:off x="8658156" y="24371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1" name="pt45421"/>
            <p:cNvSpPr/>
            <p:nvPr/>
          </p:nvSpPr>
          <p:spPr>
            <a:xfrm>
              <a:off x="8604896" y="22241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2" name="pt45422"/>
            <p:cNvSpPr/>
            <p:nvPr/>
          </p:nvSpPr>
          <p:spPr>
            <a:xfrm>
              <a:off x="8731558" y="24077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3" name="pt45423"/>
            <p:cNvSpPr/>
            <p:nvPr/>
          </p:nvSpPr>
          <p:spPr>
            <a:xfrm>
              <a:off x="8312152" y="2547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4" name="pt45424"/>
            <p:cNvSpPr/>
            <p:nvPr/>
          </p:nvSpPr>
          <p:spPr>
            <a:xfrm>
              <a:off x="8745877" y="21815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5" name="pt45425"/>
            <p:cNvSpPr/>
            <p:nvPr/>
          </p:nvSpPr>
          <p:spPr>
            <a:xfrm>
              <a:off x="9352440" y="21045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6" name="pt45426"/>
            <p:cNvSpPr/>
            <p:nvPr/>
          </p:nvSpPr>
          <p:spPr>
            <a:xfrm>
              <a:off x="8312152" y="24973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7" name="pt45427"/>
            <p:cNvSpPr/>
            <p:nvPr/>
          </p:nvSpPr>
          <p:spPr>
            <a:xfrm>
              <a:off x="9636399" y="21129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8" name="pt45428"/>
            <p:cNvSpPr/>
            <p:nvPr/>
          </p:nvSpPr>
          <p:spPr>
            <a:xfrm>
              <a:off x="8782816" y="20455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9" name="pt45429"/>
            <p:cNvSpPr/>
            <p:nvPr/>
          </p:nvSpPr>
          <p:spPr>
            <a:xfrm>
              <a:off x="8500809" y="27120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0" name="pt45430"/>
            <p:cNvSpPr/>
            <p:nvPr/>
          </p:nvSpPr>
          <p:spPr>
            <a:xfrm>
              <a:off x="8759093" y="20695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1" name="pt45431"/>
            <p:cNvSpPr/>
            <p:nvPr/>
          </p:nvSpPr>
          <p:spPr>
            <a:xfrm>
              <a:off x="8550210" y="24879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2" name="pt45432"/>
            <p:cNvSpPr/>
            <p:nvPr/>
          </p:nvSpPr>
          <p:spPr>
            <a:xfrm>
              <a:off x="9199552" y="17975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3" name="pt45433"/>
            <p:cNvSpPr/>
            <p:nvPr/>
          </p:nvSpPr>
          <p:spPr>
            <a:xfrm>
              <a:off x="8658156" y="24868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4" name="pt45434"/>
            <p:cNvSpPr/>
            <p:nvPr/>
          </p:nvSpPr>
          <p:spPr>
            <a:xfrm>
              <a:off x="8793552" y="20437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5" name="pt45435"/>
            <p:cNvSpPr/>
            <p:nvPr/>
          </p:nvSpPr>
          <p:spPr>
            <a:xfrm>
              <a:off x="8813199" y="20569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6" name="pt45436"/>
            <p:cNvSpPr/>
            <p:nvPr/>
          </p:nvSpPr>
          <p:spPr>
            <a:xfrm>
              <a:off x="8619838" y="23591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7" name="pt45437"/>
            <p:cNvSpPr/>
            <p:nvPr/>
          </p:nvSpPr>
          <p:spPr>
            <a:xfrm>
              <a:off x="8381780" y="23515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8" name="pt45438"/>
            <p:cNvSpPr/>
            <p:nvPr/>
          </p:nvSpPr>
          <p:spPr>
            <a:xfrm>
              <a:off x="8312152" y="2203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9" name="pt45439"/>
            <p:cNvSpPr/>
            <p:nvPr/>
          </p:nvSpPr>
          <p:spPr>
            <a:xfrm>
              <a:off x="9123951" y="20324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0" name="pt45440"/>
            <p:cNvSpPr/>
            <p:nvPr/>
          </p:nvSpPr>
          <p:spPr>
            <a:xfrm>
              <a:off x="8887406" y="19719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1" name="pt45441"/>
            <p:cNvSpPr/>
            <p:nvPr/>
          </p:nvSpPr>
          <p:spPr>
            <a:xfrm>
              <a:off x="8759093" y="20075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2" name="pt45442"/>
            <p:cNvSpPr/>
            <p:nvPr/>
          </p:nvSpPr>
          <p:spPr>
            <a:xfrm>
              <a:off x="9104672" y="20939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3" name="pt45443"/>
            <p:cNvSpPr/>
            <p:nvPr/>
          </p:nvSpPr>
          <p:spPr>
            <a:xfrm>
              <a:off x="8500809" y="25902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4" name="pt45444"/>
            <p:cNvSpPr/>
            <p:nvPr/>
          </p:nvSpPr>
          <p:spPr>
            <a:xfrm>
              <a:off x="8500809" y="25539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5" name="pt45445"/>
            <p:cNvSpPr/>
            <p:nvPr/>
          </p:nvSpPr>
          <p:spPr>
            <a:xfrm>
              <a:off x="8945616" y="21610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6" name="pt45446"/>
            <p:cNvSpPr/>
            <p:nvPr/>
          </p:nvSpPr>
          <p:spPr>
            <a:xfrm>
              <a:off x="9350622" y="21144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7" name="pt45447"/>
            <p:cNvSpPr/>
            <p:nvPr/>
          </p:nvSpPr>
          <p:spPr>
            <a:xfrm>
              <a:off x="9466476" y="23959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8" name="pt45448"/>
            <p:cNvSpPr/>
            <p:nvPr/>
          </p:nvSpPr>
          <p:spPr>
            <a:xfrm>
              <a:off x="9400632" y="18697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9" name="pt45449"/>
            <p:cNvSpPr/>
            <p:nvPr/>
          </p:nvSpPr>
          <p:spPr>
            <a:xfrm>
              <a:off x="8868306" y="22179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0" name="pt45450"/>
            <p:cNvSpPr/>
            <p:nvPr/>
          </p:nvSpPr>
          <p:spPr>
            <a:xfrm>
              <a:off x="8679650" y="2428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1" name="pt45451"/>
            <p:cNvSpPr/>
            <p:nvPr/>
          </p:nvSpPr>
          <p:spPr>
            <a:xfrm>
              <a:off x="8864906" y="19679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2" name="pt45452"/>
            <p:cNvSpPr/>
            <p:nvPr/>
          </p:nvSpPr>
          <p:spPr>
            <a:xfrm>
              <a:off x="9352440" y="22205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3" name="pt45453"/>
            <p:cNvSpPr/>
            <p:nvPr/>
          </p:nvSpPr>
          <p:spPr>
            <a:xfrm>
              <a:off x="8312152" y="23571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4" name="pt45454"/>
            <p:cNvSpPr/>
            <p:nvPr/>
          </p:nvSpPr>
          <p:spPr>
            <a:xfrm>
              <a:off x="8963923" y="22195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5" name="pt45455"/>
            <p:cNvSpPr/>
            <p:nvPr/>
          </p:nvSpPr>
          <p:spPr>
            <a:xfrm>
              <a:off x="8570436" y="22068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6" name="pt45456"/>
            <p:cNvSpPr/>
            <p:nvPr/>
          </p:nvSpPr>
          <p:spPr>
            <a:xfrm>
              <a:off x="8808494" y="21420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7" name="pt45457"/>
            <p:cNvSpPr/>
            <p:nvPr/>
          </p:nvSpPr>
          <p:spPr>
            <a:xfrm>
              <a:off x="9187914" y="21694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8" name="pt45458"/>
            <p:cNvSpPr/>
            <p:nvPr/>
          </p:nvSpPr>
          <p:spPr>
            <a:xfrm>
              <a:off x="8550210" y="25458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9" name="pt45459"/>
            <p:cNvSpPr/>
            <p:nvPr/>
          </p:nvSpPr>
          <p:spPr>
            <a:xfrm>
              <a:off x="8707558" y="21903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0" name="pt45460"/>
            <p:cNvSpPr/>
            <p:nvPr/>
          </p:nvSpPr>
          <p:spPr>
            <a:xfrm>
              <a:off x="8312152" y="24618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1" name="pt45461"/>
            <p:cNvSpPr/>
            <p:nvPr/>
          </p:nvSpPr>
          <p:spPr>
            <a:xfrm>
              <a:off x="9356998" y="20881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2" name="pt45462"/>
            <p:cNvSpPr/>
            <p:nvPr/>
          </p:nvSpPr>
          <p:spPr>
            <a:xfrm>
              <a:off x="9370170" y="19782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3" name="pt45463"/>
            <p:cNvSpPr/>
            <p:nvPr/>
          </p:nvSpPr>
          <p:spPr>
            <a:xfrm>
              <a:off x="8932228" y="17746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4" name="pt45464"/>
            <p:cNvSpPr/>
            <p:nvPr/>
          </p:nvSpPr>
          <p:spPr>
            <a:xfrm>
              <a:off x="8312152" y="25715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5" name="pt45465"/>
            <p:cNvSpPr/>
            <p:nvPr/>
          </p:nvSpPr>
          <p:spPr>
            <a:xfrm>
              <a:off x="9056963" y="20235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6" name="pt45466"/>
            <p:cNvSpPr/>
            <p:nvPr/>
          </p:nvSpPr>
          <p:spPr>
            <a:xfrm>
              <a:off x="8550210" y="26099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7" name="pt45467"/>
            <p:cNvSpPr/>
            <p:nvPr/>
          </p:nvSpPr>
          <p:spPr>
            <a:xfrm>
              <a:off x="8899053" y="22021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8" name="pt45468"/>
            <p:cNvSpPr/>
            <p:nvPr/>
          </p:nvSpPr>
          <p:spPr>
            <a:xfrm>
              <a:off x="9322929" y="20907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9" name="pt45469"/>
            <p:cNvSpPr/>
            <p:nvPr/>
          </p:nvSpPr>
          <p:spPr>
            <a:xfrm>
              <a:off x="8861436" y="20112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0" name="pt45470"/>
            <p:cNvSpPr/>
            <p:nvPr/>
          </p:nvSpPr>
          <p:spPr>
            <a:xfrm>
              <a:off x="8312152" y="25517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1" name="pt45471"/>
            <p:cNvSpPr/>
            <p:nvPr/>
          </p:nvSpPr>
          <p:spPr>
            <a:xfrm>
              <a:off x="8899053" y="23662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2" name="pt45472"/>
            <p:cNvSpPr/>
            <p:nvPr/>
          </p:nvSpPr>
          <p:spPr>
            <a:xfrm>
              <a:off x="8469500" y="23714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3" name="pt45473"/>
            <p:cNvSpPr/>
            <p:nvPr/>
          </p:nvSpPr>
          <p:spPr>
            <a:xfrm>
              <a:off x="8570436" y="24063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4" name="pt45474"/>
            <p:cNvSpPr/>
            <p:nvPr/>
          </p:nvSpPr>
          <p:spPr>
            <a:xfrm>
              <a:off x="9197089" y="18166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5" name="pt45475"/>
            <p:cNvSpPr/>
            <p:nvPr/>
          </p:nvSpPr>
          <p:spPr>
            <a:xfrm>
              <a:off x="9058082" y="21531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6" name="pt45476"/>
            <p:cNvSpPr/>
            <p:nvPr/>
          </p:nvSpPr>
          <p:spPr>
            <a:xfrm>
              <a:off x="8884367" y="20151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7" name="pt45477"/>
            <p:cNvSpPr/>
            <p:nvPr/>
          </p:nvSpPr>
          <p:spPr>
            <a:xfrm>
              <a:off x="9350622" y="21644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8" name="pt45478"/>
            <p:cNvSpPr/>
            <p:nvPr/>
          </p:nvSpPr>
          <p:spPr>
            <a:xfrm>
              <a:off x="8679650" y="24712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9" name="pt45479"/>
            <p:cNvSpPr/>
            <p:nvPr/>
          </p:nvSpPr>
          <p:spPr>
            <a:xfrm>
              <a:off x="8679650" y="23212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0" name="pt45480"/>
            <p:cNvSpPr/>
            <p:nvPr/>
          </p:nvSpPr>
          <p:spPr>
            <a:xfrm>
              <a:off x="8381780" y="23958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1" name="pt45481"/>
            <p:cNvSpPr/>
            <p:nvPr/>
          </p:nvSpPr>
          <p:spPr>
            <a:xfrm>
              <a:off x="8381780" y="24501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2" name="pt45482"/>
            <p:cNvSpPr/>
            <p:nvPr/>
          </p:nvSpPr>
          <p:spPr>
            <a:xfrm>
              <a:off x="9007935" y="2034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3" name="pt45483"/>
            <p:cNvSpPr/>
            <p:nvPr/>
          </p:nvSpPr>
          <p:spPr>
            <a:xfrm>
              <a:off x="8947749" y="21086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4" name="pt45484"/>
            <p:cNvSpPr/>
            <p:nvPr/>
          </p:nvSpPr>
          <p:spPr>
            <a:xfrm>
              <a:off x="8771364" y="22231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5" name="pt45485"/>
            <p:cNvSpPr/>
            <p:nvPr/>
          </p:nvSpPr>
          <p:spPr>
            <a:xfrm>
              <a:off x="9007935" y="19068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6" name="pt45486"/>
            <p:cNvSpPr/>
            <p:nvPr/>
          </p:nvSpPr>
          <p:spPr>
            <a:xfrm>
              <a:off x="9104672" y="20793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7" name="pt45487"/>
            <p:cNvSpPr/>
            <p:nvPr/>
          </p:nvSpPr>
          <p:spPr>
            <a:xfrm>
              <a:off x="9104672" y="19844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8" name="pt45488"/>
            <p:cNvSpPr/>
            <p:nvPr/>
          </p:nvSpPr>
          <p:spPr>
            <a:xfrm>
              <a:off x="9780637" y="25862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9" name="pt45489"/>
            <p:cNvSpPr/>
            <p:nvPr/>
          </p:nvSpPr>
          <p:spPr>
            <a:xfrm>
              <a:off x="8500809" y="26363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0" name="pt45490"/>
            <p:cNvSpPr/>
            <p:nvPr/>
          </p:nvSpPr>
          <p:spPr>
            <a:xfrm>
              <a:off x="9275425" y="20010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1" name="pt45491"/>
            <p:cNvSpPr/>
            <p:nvPr/>
          </p:nvSpPr>
          <p:spPr>
            <a:xfrm>
              <a:off x="8723925" y="22628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2" name="pt45492"/>
            <p:cNvSpPr/>
            <p:nvPr/>
          </p:nvSpPr>
          <p:spPr>
            <a:xfrm>
              <a:off x="8932228" y="18061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3" name="pt45493"/>
            <p:cNvSpPr/>
            <p:nvPr/>
          </p:nvSpPr>
          <p:spPr>
            <a:xfrm>
              <a:off x="8646309" y="25610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4" name="pt45494"/>
            <p:cNvSpPr/>
            <p:nvPr/>
          </p:nvSpPr>
          <p:spPr>
            <a:xfrm>
              <a:off x="9382404" y="20880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5" name="pt45495"/>
            <p:cNvSpPr/>
            <p:nvPr/>
          </p:nvSpPr>
          <p:spPr>
            <a:xfrm>
              <a:off x="9186336" y="2199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6" name="pt45496"/>
            <p:cNvSpPr/>
            <p:nvPr/>
          </p:nvSpPr>
          <p:spPr>
            <a:xfrm>
              <a:off x="8312152" y="26460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7" name="pt45497"/>
            <p:cNvSpPr/>
            <p:nvPr/>
          </p:nvSpPr>
          <p:spPr>
            <a:xfrm>
              <a:off x="8788268" y="20729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8" name="pt45498"/>
            <p:cNvSpPr/>
            <p:nvPr/>
          </p:nvSpPr>
          <p:spPr>
            <a:xfrm>
              <a:off x="9079049" y="19901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9" name="pt45499"/>
            <p:cNvSpPr/>
            <p:nvPr/>
          </p:nvSpPr>
          <p:spPr>
            <a:xfrm>
              <a:off x="8312152" y="23873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0" name="pt45500"/>
            <p:cNvSpPr/>
            <p:nvPr/>
          </p:nvSpPr>
          <p:spPr>
            <a:xfrm>
              <a:off x="8759093" y="21623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1" name="pt45501"/>
            <p:cNvSpPr/>
            <p:nvPr/>
          </p:nvSpPr>
          <p:spPr>
            <a:xfrm>
              <a:off x="9215429" y="20003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2" name="pt45502"/>
            <p:cNvSpPr/>
            <p:nvPr/>
          </p:nvSpPr>
          <p:spPr>
            <a:xfrm>
              <a:off x="8759093" y="19798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3" name="pt45503"/>
            <p:cNvSpPr/>
            <p:nvPr/>
          </p:nvSpPr>
          <p:spPr>
            <a:xfrm>
              <a:off x="9453041" y="22275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4" name="pt45504"/>
            <p:cNvSpPr/>
            <p:nvPr/>
          </p:nvSpPr>
          <p:spPr>
            <a:xfrm>
              <a:off x="9036737" y="18427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5" name="pt45505"/>
            <p:cNvSpPr/>
            <p:nvPr/>
          </p:nvSpPr>
          <p:spPr>
            <a:xfrm>
              <a:off x="9116180" y="21016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6" name="pt45506"/>
            <p:cNvSpPr/>
            <p:nvPr/>
          </p:nvSpPr>
          <p:spPr>
            <a:xfrm>
              <a:off x="9453041" y="22321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7" name="pt45507"/>
            <p:cNvSpPr/>
            <p:nvPr/>
          </p:nvSpPr>
          <p:spPr>
            <a:xfrm>
              <a:off x="8965842" y="21833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8" name="pt45508"/>
            <p:cNvSpPr/>
            <p:nvPr/>
          </p:nvSpPr>
          <p:spPr>
            <a:xfrm>
              <a:off x="9102103" y="20674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9" name="pt45509"/>
            <p:cNvSpPr/>
            <p:nvPr/>
          </p:nvSpPr>
          <p:spPr>
            <a:xfrm>
              <a:off x="8431181" y="24459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0" name="pt45510"/>
            <p:cNvSpPr/>
            <p:nvPr/>
          </p:nvSpPr>
          <p:spPr>
            <a:xfrm>
              <a:off x="9486369" y="23046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1" name="pt45511"/>
            <p:cNvSpPr/>
            <p:nvPr/>
          </p:nvSpPr>
          <p:spPr>
            <a:xfrm>
              <a:off x="8912581" y="20889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2" name="pt45512"/>
            <p:cNvSpPr/>
            <p:nvPr/>
          </p:nvSpPr>
          <p:spPr>
            <a:xfrm>
              <a:off x="8312152" y="25560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3" name="pt45513"/>
            <p:cNvSpPr/>
            <p:nvPr/>
          </p:nvSpPr>
          <p:spPr>
            <a:xfrm>
              <a:off x="9308507" y="21640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4" name="pt45514"/>
            <p:cNvSpPr/>
            <p:nvPr/>
          </p:nvSpPr>
          <p:spPr>
            <a:xfrm>
              <a:off x="8899053" y="22166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5" name="pt45515"/>
            <p:cNvSpPr/>
            <p:nvPr/>
          </p:nvSpPr>
          <p:spPr>
            <a:xfrm>
              <a:off x="9046552" y="18954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6" name="pt45516"/>
            <p:cNvSpPr/>
            <p:nvPr/>
          </p:nvSpPr>
          <p:spPr>
            <a:xfrm>
              <a:off x="9326470" y="22150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7" name="pt45517"/>
            <p:cNvSpPr/>
            <p:nvPr/>
          </p:nvSpPr>
          <p:spPr>
            <a:xfrm>
              <a:off x="8839006" y="20503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8" name="pt45518"/>
            <p:cNvSpPr/>
            <p:nvPr/>
          </p:nvSpPr>
          <p:spPr>
            <a:xfrm>
              <a:off x="8752612" y="23351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9" name="pt45519"/>
            <p:cNvSpPr/>
            <p:nvPr/>
          </p:nvSpPr>
          <p:spPr>
            <a:xfrm>
              <a:off x="8431181" y="25271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0" name="pt45520"/>
            <p:cNvSpPr/>
            <p:nvPr/>
          </p:nvSpPr>
          <p:spPr>
            <a:xfrm>
              <a:off x="9208605" y="19821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1" name="pt45521"/>
            <p:cNvSpPr/>
            <p:nvPr/>
          </p:nvSpPr>
          <p:spPr>
            <a:xfrm>
              <a:off x="8890393" y="19566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2" name="pt45522"/>
            <p:cNvSpPr/>
            <p:nvPr/>
          </p:nvSpPr>
          <p:spPr>
            <a:xfrm>
              <a:off x="9124709" y="20707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3" name="pt45523"/>
            <p:cNvSpPr/>
            <p:nvPr/>
          </p:nvSpPr>
          <p:spPr>
            <a:xfrm>
              <a:off x="9087709" y="20392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4" name="pt45524"/>
            <p:cNvSpPr/>
            <p:nvPr/>
          </p:nvSpPr>
          <p:spPr>
            <a:xfrm>
              <a:off x="8500809" y="26302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5" name="pt45525"/>
            <p:cNvSpPr/>
            <p:nvPr/>
          </p:nvSpPr>
          <p:spPr>
            <a:xfrm>
              <a:off x="8798679" y="21552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6" name="pt45526"/>
            <p:cNvSpPr/>
            <p:nvPr/>
          </p:nvSpPr>
          <p:spPr>
            <a:xfrm>
              <a:off x="9226651" y="2014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7" name="pt45527"/>
            <p:cNvSpPr/>
            <p:nvPr/>
          </p:nvSpPr>
          <p:spPr>
            <a:xfrm>
              <a:off x="8500809" y="25935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8" name="pt45528"/>
            <p:cNvSpPr/>
            <p:nvPr/>
          </p:nvSpPr>
          <p:spPr>
            <a:xfrm>
              <a:off x="9088645" y="1941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9" name="pt45529"/>
            <p:cNvSpPr/>
            <p:nvPr/>
          </p:nvSpPr>
          <p:spPr>
            <a:xfrm>
              <a:off x="9060297" y="19962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0" name="pt45530"/>
            <p:cNvSpPr/>
            <p:nvPr/>
          </p:nvSpPr>
          <p:spPr>
            <a:xfrm>
              <a:off x="8846813" y="20416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1" name="pt45531"/>
            <p:cNvSpPr/>
            <p:nvPr/>
          </p:nvSpPr>
          <p:spPr>
            <a:xfrm>
              <a:off x="8808494" y="21922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2" name="pt45532"/>
            <p:cNvSpPr/>
            <p:nvPr/>
          </p:nvSpPr>
          <p:spPr>
            <a:xfrm>
              <a:off x="9087709" y="20198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3" name="pt45533"/>
            <p:cNvSpPr/>
            <p:nvPr/>
          </p:nvSpPr>
          <p:spPr>
            <a:xfrm>
              <a:off x="8901845" y="21072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4" name="pt45534"/>
            <p:cNvSpPr/>
            <p:nvPr/>
          </p:nvSpPr>
          <p:spPr>
            <a:xfrm>
              <a:off x="9177111" y="18660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5" name="pt45535"/>
            <p:cNvSpPr/>
            <p:nvPr/>
          </p:nvSpPr>
          <p:spPr>
            <a:xfrm>
              <a:off x="8679650" y="23988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6" name="pt45536"/>
            <p:cNvSpPr/>
            <p:nvPr/>
          </p:nvSpPr>
          <p:spPr>
            <a:xfrm>
              <a:off x="8588529" y="2167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7" name="pt45537"/>
            <p:cNvSpPr/>
            <p:nvPr/>
          </p:nvSpPr>
          <p:spPr>
            <a:xfrm>
              <a:off x="8771364" y="23382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8" name="pt45538"/>
            <p:cNvSpPr/>
            <p:nvPr/>
          </p:nvSpPr>
          <p:spPr>
            <a:xfrm>
              <a:off x="9286390" y="20461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9" name="pt45539"/>
            <p:cNvSpPr/>
            <p:nvPr/>
          </p:nvSpPr>
          <p:spPr>
            <a:xfrm>
              <a:off x="8633583" y="21523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0" name="pt45540"/>
            <p:cNvSpPr/>
            <p:nvPr/>
          </p:nvSpPr>
          <p:spPr>
            <a:xfrm>
              <a:off x="9453041" y="22793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1" name="pt45541"/>
            <p:cNvSpPr/>
            <p:nvPr/>
          </p:nvSpPr>
          <p:spPr>
            <a:xfrm>
              <a:off x="8808494" y="2245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2" name="pt45542"/>
            <p:cNvSpPr/>
            <p:nvPr/>
          </p:nvSpPr>
          <p:spPr>
            <a:xfrm>
              <a:off x="8960020" y="21680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3" name="pt45543"/>
            <p:cNvSpPr/>
            <p:nvPr/>
          </p:nvSpPr>
          <p:spPr>
            <a:xfrm>
              <a:off x="9573129" y="23138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4" name="pt45544"/>
            <p:cNvSpPr/>
            <p:nvPr/>
          </p:nvSpPr>
          <p:spPr>
            <a:xfrm>
              <a:off x="8312152" y="23638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5" name="pt45545"/>
            <p:cNvSpPr/>
            <p:nvPr/>
          </p:nvSpPr>
          <p:spPr>
            <a:xfrm>
              <a:off x="9218961" y="19079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6" name="pt45546"/>
            <p:cNvSpPr/>
            <p:nvPr/>
          </p:nvSpPr>
          <p:spPr>
            <a:xfrm>
              <a:off x="8312152" y="24327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7" name="pt45547"/>
            <p:cNvSpPr/>
            <p:nvPr/>
          </p:nvSpPr>
          <p:spPr>
            <a:xfrm>
              <a:off x="9978328" y="25814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8" name="pt45548"/>
            <p:cNvSpPr/>
            <p:nvPr/>
          </p:nvSpPr>
          <p:spPr>
            <a:xfrm>
              <a:off x="8947749" y="20033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9" name="pt45549"/>
            <p:cNvSpPr/>
            <p:nvPr/>
          </p:nvSpPr>
          <p:spPr>
            <a:xfrm>
              <a:off x="9319557" y="21739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0" name="pt45550"/>
            <p:cNvSpPr/>
            <p:nvPr/>
          </p:nvSpPr>
          <p:spPr>
            <a:xfrm>
              <a:off x="8941268" y="18633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1" name="pt45551"/>
            <p:cNvSpPr/>
            <p:nvPr/>
          </p:nvSpPr>
          <p:spPr>
            <a:xfrm>
              <a:off x="8782816" y="22100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2" name="pt45552"/>
            <p:cNvSpPr/>
            <p:nvPr/>
          </p:nvSpPr>
          <p:spPr>
            <a:xfrm>
              <a:off x="8619838" y="22718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3" name="pt45553"/>
            <p:cNvSpPr/>
            <p:nvPr/>
          </p:nvSpPr>
          <p:spPr>
            <a:xfrm>
              <a:off x="8570436" y="25071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4" name="pt45554"/>
            <p:cNvSpPr/>
            <p:nvPr/>
          </p:nvSpPr>
          <p:spPr>
            <a:xfrm>
              <a:off x="9654477" y="18273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5" name="pt45555"/>
            <p:cNvSpPr/>
            <p:nvPr/>
          </p:nvSpPr>
          <p:spPr>
            <a:xfrm>
              <a:off x="8658156" y="22867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6" name="pt45556"/>
            <p:cNvSpPr/>
            <p:nvPr/>
          </p:nvSpPr>
          <p:spPr>
            <a:xfrm>
              <a:off x="8588529" y="22886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7" name="pt45557"/>
            <p:cNvSpPr/>
            <p:nvPr/>
          </p:nvSpPr>
          <p:spPr>
            <a:xfrm>
              <a:off x="9087709" y="19467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8" name="pt45558"/>
            <p:cNvSpPr/>
            <p:nvPr/>
          </p:nvSpPr>
          <p:spPr>
            <a:xfrm>
              <a:off x="9077064" y="18665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9" name="pt45559"/>
            <p:cNvSpPr/>
            <p:nvPr/>
          </p:nvSpPr>
          <p:spPr>
            <a:xfrm>
              <a:off x="8604896" y="21255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0" name="pt45560"/>
            <p:cNvSpPr/>
            <p:nvPr/>
          </p:nvSpPr>
          <p:spPr>
            <a:xfrm>
              <a:off x="8777185" y="22308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1" name="pt45561"/>
            <p:cNvSpPr/>
            <p:nvPr/>
          </p:nvSpPr>
          <p:spPr>
            <a:xfrm>
              <a:off x="9367432" y="21325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2" name="pt45562"/>
            <p:cNvSpPr/>
            <p:nvPr/>
          </p:nvSpPr>
          <p:spPr>
            <a:xfrm>
              <a:off x="9087709" y="1961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3" name="pt45563"/>
            <p:cNvSpPr/>
            <p:nvPr/>
          </p:nvSpPr>
          <p:spPr>
            <a:xfrm>
              <a:off x="8922686" y="18342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4" name="pt45564"/>
            <p:cNvSpPr/>
            <p:nvPr/>
          </p:nvSpPr>
          <p:spPr>
            <a:xfrm>
              <a:off x="9518367" y="19769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5" name="pt45565"/>
            <p:cNvSpPr/>
            <p:nvPr/>
          </p:nvSpPr>
          <p:spPr>
            <a:xfrm>
              <a:off x="8312152" y="25517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6" name="pt45566"/>
            <p:cNvSpPr/>
            <p:nvPr/>
          </p:nvSpPr>
          <p:spPr>
            <a:xfrm>
              <a:off x="8890393" y="21294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7" name="pt45567"/>
            <p:cNvSpPr/>
            <p:nvPr/>
          </p:nvSpPr>
          <p:spPr>
            <a:xfrm>
              <a:off x="8500809" y="24721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8" name="pt45568"/>
            <p:cNvSpPr/>
            <p:nvPr/>
          </p:nvSpPr>
          <p:spPr>
            <a:xfrm>
              <a:off x="8971473" y="22409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9" name="pt45569"/>
            <p:cNvSpPr/>
            <p:nvPr/>
          </p:nvSpPr>
          <p:spPr>
            <a:xfrm>
              <a:off x="8782816" y="20784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0" name="pt45570"/>
            <p:cNvSpPr/>
            <p:nvPr/>
          </p:nvSpPr>
          <p:spPr>
            <a:xfrm>
              <a:off x="9031610" y="18426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1" name="pt45571"/>
            <p:cNvSpPr/>
            <p:nvPr/>
          </p:nvSpPr>
          <p:spPr>
            <a:xfrm>
              <a:off x="9077064" y="21003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2" name="pt45572"/>
            <p:cNvSpPr/>
            <p:nvPr/>
          </p:nvSpPr>
          <p:spPr>
            <a:xfrm>
              <a:off x="9126964" y="22405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3" name="pt45573"/>
            <p:cNvSpPr/>
            <p:nvPr/>
          </p:nvSpPr>
          <p:spPr>
            <a:xfrm>
              <a:off x="8550210" y="25394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4" name="pt45574"/>
            <p:cNvSpPr/>
            <p:nvPr/>
          </p:nvSpPr>
          <p:spPr>
            <a:xfrm>
              <a:off x="8669239" y="24709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5" name="pt45575"/>
            <p:cNvSpPr/>
            <p:nvPr/>
          </p:nvSpPr>
          <p:spPr>
            <a:xfrm>
              <a:off x="9321732" y="21500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6" name="pt45576"/>
            <p:cNvSpPr/>
            <p:nvPr/>
          </p:nvSpPr>
          <p:spPr>
            <a:xfrm>
              <a:off x="8932228" y="19506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7" name="pt45577"/>
            <p:cNvSpPr/>
            <p:nvPr/>
          </p:nvSpPr>
          <p:spPr>
            <a:xfrm>
              <a:off x="9356410" y="20417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8" name="pt45578"/>
            <p:cNvSpPr/>
            <p:nvPr/>
          </p:nvSpPr>
          <p:spPr>
            <a:xfrm>
              <a:off x="9187390" y="22599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9" name="pt45579"/>
            <p:cNvSpPr/>
            <p:nvPr/>
          </p:nvSpPr>
          <p:spPr>
            <a:xfrm>
              <a:off x="9042937" y="18030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0" name="pt45580"/>
            <p:cNvSpPr/>
            <p:nvPr/>
          </p:nvSpPr>
          <p:spPr>
            <a:xfrm>
              <a:off x="9525110" y="17412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1" name="pt45581"/>
            <p:cNvSpPr/>
            <p:nvPr/>
          </p:nvSpPr>
          <p:spPr>
            <a:xfrm>
              <a:off x="9037995" y="18067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2" name="pt45582"/>
            <p:cNvSpPr/>
            <p:nvPr/>
          </p:nvSpPr>
          <p:spPr>
            <a:xfrm>
              <a:off x="8803657" y="19624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3" name="pt45583"/>
            <p:cNvSpPr/>
            <p:nvPr/>
          </p:nvSpPr>
          <p:spPr>
            <a:xfrm>
              <a:off x="9167950" y="18706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4" name="pt45584"/>
            <p:cNvSpPr/>
            <p:nvPr/>
          </p:nvSpPr>
          <p:spPr>
            <a:xfrm>
              <a:off x="9187914" y="24224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5" name="pt45585"/>
            <p:cNvSpPr/>
            <p:nvPr/>
          </p:nvSpPr>
          <p:spPr>
            <a:xfrm>
              <a:off x="9135698" y="20859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6" name="pt45586"/>
            <p:cNvSpPr/>
            <p:nvPr/>
          </p:nvSpPr>
          <p:spPr>
            <a:xfrm>
              <a:off x="9340807" y="21585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7" name="pt45587"/>
            <p:cNvSpPr/>
            <p:nvPr/>
          </p:nvSpPr>
          <p:spPr>
            <a:xfrm>
              <a:off x="8826587" y="22256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8" name="pt45588"/>
            <p:cNvSpPr/>
            <p:nvPr/>
          </p:nvSpPr>
          <p:spPr>
            <a:xfrm>
              <a:off x="8381780" y="24949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9" name="pt45589"/>
            <p:cNvSpPr/>
            <p:nvPr/>
          </p:nvSpPr>
          <p:spPr>
            <a:xfrm>
              <a:off x="8527280" y="26241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0" name="pt45590"/>
            <p:cNvSpPr/>
            <p:nvPr/>
          </p:nvSpPr>
          <p:spPr>
            <a:xfrm>
              <a:off x="9206269" y="17510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1" name="pt45591"/>
            <p:cNvSpPr/>
            <p:nvPr/>
          </p:nvSpPr>
          <p:spPr>
            <a:xfrm>
              <a:off x="9046552" y="18646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2" name="pt45592"/>
            <p:cNvSpPr/>
            <p:nvPr/>
          </p:nvSpPr>
          <p:spPr>
            <a:xfrm>
              <a:off x="9116180" y="20022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3" name="pt45593"/>
            <p:cNvSpPr/>
            <p:nvPr/>
          </p:nvSpPr>
          <p:spPr>
            <a:xfrm>
              <a:off x="9030305" y="17979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4" name="pt45594"/>
            <p:cNvSpPr/>
            <p:nvPr/>
          </p:nvSpPr>
          <p:spPr>
            <a:xfrm>
              <a:off x="9098616" y="22453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5" name="pt45595"/>
            <p:cNvSpPr/>
            <p:nvPr/>
          </p:nvSpPr>
          <p:spPr>
            <a:xfrm>
              <a:off x="9275425" y="19599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6" name="pt45596"/>
            <p:cNvSpPr/>
            <p:nvPr/>
          </p:nvSpPr>
          <p:spPr>
            <a:xfrm>
              <a:off x="8570436" y="25822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7" name="pt45597"/>
            <p:cNvSpPr/>
            <p:nvPr/>
          </p:nvSpPr>
          <p:spPr>
            <a:xfrm>
              <a:off x="8899053" y="21376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8" name="pt45598"/>
            <p:cNvSpPr/>
            <p:nvPr/>
          </p:nvSpPr>
          <p:spPr>
            <a:xfrm>
              <a:off x="8527280" y="2594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9" name="pt45599"/>
            <p:cNvSpPr/>
            <p:nvPr/>
          </p:nvSpPr>
          <p:spPr>
            <a:xfrm>
              <a:off x="9104672" y="20863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0" name="pt45600"/>
            <p:cNvSpPr/>
            <p:nvPr/>
          </p:nvSpPr>
          <p:spPr>
            <a:xfrm>
              <a:off x="8550210" y="24333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1" name="pt45601"/>
            <p:cNvSpPr/>
            <p:nvPr/>
          </p:nvSpPr>
          <p:spPr>
            <a:xfrm>
              <a:off x="9044150" y="17924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2" name="pt45602"/>
            <p:cNvSpPr/>
            <p:nvPr/>
          </p:nvSpPr>
          <p:spPr>
            <a:xfrm>
              <a:off x="9088645" y="18245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3" name="pt45603"/>
            <p:cNvSpPr/>
            <p:nvPr/>
          </p:nvSpPr>
          <p:spPr>
            <a:xfrm>
              <a:off x="8633583" y="22049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4" name="pt45604"/>
            <p:cNvSpPr/>
            <p:nvPr/>
          </p:nvSpPr>
          <p:spPr>
            <a:xfrm>
              <a:off x="8731558" y="24217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5" name="pt45605"/>
            <p:cNvSpPr/>
            <p:nvPr/>
          </p:nvSpPr>
          <p:spPr>
            <a:xfrm>
              <a:off x="9304571" y="21538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6" name="pt45606"/>
            <p:cNvSpPr/>
            <p:nvPr/>
          </p:nvSpPr>
          <p:spPr>
            <a:xfrm>
              <a:off x="9196093" y="22710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7" name="pt45607"/>
            <p:cNvSpPr/>
            <p:nvPr/>
          </p:nvSpPr>
          <p:spPr>
            <a:xfrm>
              <a:off x="8943456" y="19310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8" name="pt45608"/>
            <p:cNvSpPr/>
            <p:nvPr/>
          </p:nvSpPr>
          <p:spPr>
            <a:xfrm>
              <a:off x="9046552" y="19212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9" name="pt45609"/>
            <p:cNvSpPr/>
            <p:nvPr/>
          </p:nvSpPr>
          <p:spPr>
            <a:xfrm>
              <a:off x="8381780" y="24290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0" name="pt45610"/>
            <p:cNvSpPr/>
            <p:nvPr/>
          </p:nvSpPr>
          <p:spPr>
            <a:xfrm>
              <a:off x="8817779" y="2303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1" name="pt45611"/>
            <p:cNvSpPr/>
            <p:nvPr/>
          </p:nvSpPr>
          <p:spPr>
            <a:xfrm>
              <a:off x="8788268" y="22133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2" name="pt45612"/>
            <p:cNvSpPr/>
            <p:nvPr/>
          </p:nvSpPr>
          <p:spPr>
            <a:xfrm>
              <a:off x="8707558" y="24155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3" name="pt45613"/>
            <p:cNvSpPr/>
            <p:nvPr/>
          </p:nvSpPr>
          <p:spPr>
            <a:xfrm>
              <a:off x="8312152" y="24987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4" name="pt45614"/>
            <p:cNvSpPr/>
            <p:nvPr/>
          </p:nvSpPr>
          <p:spPr>
            <a:xfrm>
              <a:off x="8707558" y="22793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5" name="pt45615"/>
            <p:cNvSpPr/>
            <p:nvPr/>
          </p:nvSpPr>
          <p:spPr>
            <a:xfrm>
              <a:off x="8846813" y="19967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6" name="pt45616"/>
            <p:cNvSpPr/>
            <p:nvPr/>
          </p:nvSpPr>
          <p:spPr>
            <a:xfrm>
              <a:off x="8381780" y="22045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7" name="pt45617"/>
            <p:cNvSpPr/>
            <p:nvPr/>
          </p:nvSpPr>
          <p:spPr>
            <a:xfrm>
              <a:off x="9046552" y="1797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8" name="pt45618"/>
            <p:cNvSpPr/>
            <p:nvPr/>
          </p:nvSpPr>
          <p:spPr>
            <a:xfrm>
              <a:off x="8550210" y="22885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9" name="pt45619"/>
            <p:cNvSpPr/>
            <p:nvPr/>
          </p:nvSpPr>
          <p:spPr>
            <a:xfrm>
              <a:off x="9525110" y="17271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0" name="pt45620"/>
            <p:cNvSpPr/>
            <p:nvPr/>
          </p:nvSpPr>
          <p:spPr>
            <a:xfrm>
              <a:off x="8550210" y="25468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1" name="pt45621"/>
            <p:cNvSpPr/>
            <p:nvPr/>
          </p:nvSpPr>
          <p:spPr>
            <a:xfrm>
              <a:off x="9123951" y="20062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2" name="pt45622"/>
            <p:cNvSpPr/>
            <p:nvPr/>
          </p:nvSpPr>
          <p:spPr>
            <a:xfrm>
              <a:off x="8550210" y="25286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3" name="pt45623"/>
            <p:cNvSpPr/>
            <p:nvPr/>
          </p:nvSpPr>
          <p:spPr>
            <a:xfrm>
              <a:off x="9123951" y="20684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4" name="pt45624"/>
            <p:cNvSpPr/>
            <p:nvPr/>
          </p:nvSpPr>
          <p:spPr>
            <a:xfrm>
              <a:off x="8826587" y="21732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5" name="pt45625"/>
            <p:cNvSpPr/>
            <p:nvPr/>
          </p:nvSpPr>
          <p:spPr>
            <a:xfrm>
              <a:off x="8431181" y="22878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6" name="pt45626"/>
            <p:cNvSpPr/>
            <p:nvPr/>
          </p:nvSpPr>
          <p:spPr>
            <a:xfrm>
              <a:off x="9252225" y="1896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7" name="pt45627"/>
            <p:cNvSpPr/>
            <p:nvPr/>
          </p:nvSpPr>
          <p:spPr>
            <a:xfrm>
              <a:off x="9054703" y="21122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8" name="pt45628"/>
            <p:cNvSpPr/>
            <p:nvPr/>
          </p:nvSpPr>
          <p:spPr>
            <a:xfrm>
              <a:off x="9091423" y="17769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9" name="pt45629"/>
            <p:cNvSpPr/>
            <p:nvPr/>
          </p:nvSpPr>
          <p:spPr>
            <a:xfrm>
              <a:off x="8731558" y="21946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0" name="pt45630"/>
            <p:cNvSpPr/>
            <p:nvPr/>
          </p:nvSpPr>
          <p:spPr>
            <a:xfrm>
              <a:off x="8963923" y="21665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1" name="pt45631"/>
            <p:cNvSpPr/>
            <p:nvPr/>
          </p:nvSpPr>
          <p:spPr>
            <a:xfrm>
              <a:off x="9230780" y="19533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2" name="pt45632"/>
            <p:cNvSpPr/>
            <p:nvPr/>
          </p:nvSpPr>
          <p:spPr>
            <a:xfrm>
              <a:off x="8973309" y="22325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3" name="pt45633"/>
            <p:cNvSpPr/>
            <p:nvPr/>
          </p:nvSpPr>
          <p:spPr>
            <a:xfrm>
              <a:off x="9120109" y="21193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4" name="pt45634"/>
            <p:cNvSpPr/>
            <p:nvPr/>
          </p:nvSpPr>
          <p:spPr>
            <a:xfrm>
              <a:off x="8381780" y="23385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5" name="pt45635"/>
            <p:cNvSpPr/>
            <p:nvPr/>
          </p:nvSpPr>
          <p:spPr>
            <a:xfrm>
              <a:off x="8381780" y="23999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6" name="pt45636"/>
            <p:cNvSpPr/>
            <p:nvPr/>
          </p:nvSpPr>
          <p:spPr>
            <a:xfrm>
              <a:off x="8619838" y="22639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7" name="pt45637"/>
            <p:cNvSpPr/>
            <p:nvPr/>
          </p:nvSpPr>
          <p:spPr>
            <a:xfrm>
              <a:off x="8679650" y="23217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8" name="pt45638"/>
            <p:cNvSpPr/>
            <p:nvPr/>
          </p:nvSpPr>
          <p:spPr>
            <a:xfrm>
              <a:off x="9406741" y="17714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9" name="pt45639"/>
            <p:cNvSpPr/>
            <p:nvPr/>
          </p:nvSpPr>
          <p:spPr>
            <a:xfrm>
              <a:off x="9501180" y="21938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0" name="pt45640"/>
            <p:cNvSpPr/>
            <p:nvPr/>
          </p:nvSpPr>
          <p:spPr>
            <a:xfrm>
              <a:off x="9283113" y="2034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1" name="pt45641"/>
            <p:cNvSpPr/>
            <p:nvPr/>
          </p:nvSpPr>
          <p:spPr>
            <a:xfrm>
              <a:off x="8312152" y="25569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2" name="pt45642"/>
            <p:cNvSpPr/>
            <p:nvPr/>
          </p:nvSpPr>
          <p:spPr>
            <a:xfrm>
              <a:off x="8619838" y="23192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3" name="pt45643"/>
            <p:cNvSpPr/>
            <p:nvPr/>
          </p:nvSpPr>
          <p:spPr>
            <a:xfrm>
              <a:off x="8813199" y="20921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4" name="pt45644"/>
            <p:cNvSpPr/>
            <p:nvPr/>
          </p:nvSpPr>
          <p:spPr>
            <a:xfrm>
              <a:off x="8381780" y="24849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5" name="pt45645"/>
            <p:cNvSpPr/>
            <p:nvPr/>
          </p:nvSpPr>
          <p:spPr>
            <a:xfrm>
              <a:off x="8669239" y="24215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6" name="pt45646"/>
            <p:cNvSpPr/>
            <p:nvPr/>
          </p:nvSpPr>
          <p:spPr>
            <a:xfrm>
              <a:off x="8826587" y="21630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7" name="pt45647"/>
            <p:cNvSpPr/>
            <p:nvPr/>
          </p:nvSpPr>
          <p:spPr>
            <a:xfrm>
              <a:off x="9594370" y="22496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8" name="pt45648"/>
            <p:cNvSpPr/>
            <p:nvPr/>
          </p:nvSpPr>
          <p:spPr>
            <a:xfrm>
              <a:off x="9222422" y="19460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9" name="pt45649"/>
            <p:cNvSpPr/>
            <p:nvPr/>
          </p:nvSpPr>
          <p:spPr>
            <a:xfrm>
              <a:off x="8469500" y="24603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0" name="pt45650"/>
            <p:cNvSpPr/>
            <p:nvPr/>
          </p:nvSpPr>
          <p:spPr>
            <a:xfrm>
              <a:off x="9528241" y="2144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1" name="pt45651"/>
            <p:cNvSpPr/>
            <p:nvPr/>
          </p:nvSpPr>
          <p:spPr>
            <a:xfrm>
              <a:off x="9237969" y="19915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2" name="pt45652"/>
            <p:cNvSpPr/>
            <p:nvPr/>
          </p:nvSpPr>
          <p:spPr>
            <a:xfrm>
              <a:off x="8381780" y="24285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3" name="pt45653"/>
            <p:cNvSpPr/>
            <p:nvPr/>
          </p:nvSpPr>
          <p:spPr>
            <a:xfrm>
              <a:off x="8312152" y="24715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4" name="pt45654"/>
            <p:cNvSpPr/>
            <p:nvPr/>
          </p:nvSpPr>
          <p:spPr>
            <a:xfrm>
              <a:off x="9537100" y="20525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5" name="pt45655"/>
            <p:cNvSpPr/>
            <p:nvPr/>
          </p:nvSpPr>
          <p:spPr>
            <a:xfrm>
              <a:off x="8874912" y="22327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6" name="pt45656"/>
            <p:cNvSpPr/>
            <p:nvPr/>
          </p:nvSpPr>
          <p:spPr>
            <a:xfrm>
              <a:off x="8881273" y="21741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7" name="pt45657"/>
            <p:cNvSpPr/>
            <p:nvPr/>
          </p:nvSpPr>
          <p:spPr>
            <a:xfrm>
              <a:off x="9301626" y="22523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8" name="pt45658"/>
            <p:cNvSpPr/>
            <p:nvPr/>
          </p:nvSpPr>
          <p:spPr>
            <a:xfrm>
              <a:off x="9304571" y="21712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9" name="pt45659"/>
            <p:cNvSpPr/>
            <p:nvPr/>
          </p:nvSpPr>
          <p:spPr>
            <a:xfrm>
              <a:off x="8312152" y="26032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0" name="pt45660"/>
            <p:cNvSpPr/>
            <p:nvPr/>
          </p:nvSpPr>
          <p:spPr>
            <a:xfrm>
              <a:off x="8698750" y="22853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1" name="pt45661"/>
            <p:cNvSpPr/>
            <p:nvPr/>
          </p:nvSpPr>
          <p:spPr>
            <a:xfrm>
              <a:off x="8619838" y="24069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2" name="pt45662"/>
            <p:cNvSpPr/>
            <p:nvPr/>
          </p:nvSpPr>
          <p:spPr>
            <a:xfrm>
              <a:off x="8920215" y="21322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3" name="pt45663"/>
            <p:cNvSpPr/>
            <p:nvPr/>
          </p:nvSpPr>
          <p:spPr>
            <a:xfrm>
              <a:off x="8698750" y="23322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4" name="pt45664"/>
            <p:cNvSpPr/>
            <p:nvPr/>
          </p:nvSpPr>
          <p:spPr>
            <a:xfrm>
              <a:off x="9186336" y="21767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5" name="pt45665"/>
            <p:cNvSpPr/>
            <p:nvPr/>
          </p:nvSpPr>
          <p:spPr>
            <a:xfrm>
              <a:off x="8907297" y="21481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6" name="pt45666"/>
            <p:cNvSpPr/>
            <p:nvPr/>
          </p:nvSpPr>
          <p:spPr>
            <a:xfrm>
              <a:off x="9324827" y="20862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7" name="pt45667"/>
            <p:cNvSpPr/>
            <p:nvPr/>
          </p:nvSpPr>
          <p:spPr>
            <a:xfrm>
              <a:off x="9090502" y="17157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8" name="pt45668"/>
            <p:cNvSpPr/>
            <p:nvPr/>
          </p:nvSpPr>
          <p:spPr>
            <a:xfrm>
              <a:off x="9216319" y="19899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9" name="pt45669"/>
            <p:cNvSpPr/>
            <p:nvPr/>
          </p:nvSpPr>
          <p:spPr>
            <a:xfrm>
              <a:off x="9652003" y="22629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0" name="pt45670"/>
            <p:cNvSpPr/>
            <p:nvPr/>
          </p:nvSpPr>
          <p:spPr>
            <a:xfrm>
              <a:off x="9007935" y="1716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1" name="pt45671"/>
            <p:cNvSpPr/>
            <p:nvPr/>
          </p:nvSpPr>
          <p:spPr>
            <a:xfrm>
              <a:off x="8500809" y="25573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2" name="pt45672"/>
            <p:cNvSpPr/>
            <p:nvPr/>
          </p:nvSpPr>
          <p:spPr>
            <a:xfrm>
              <a:off x="8899053" y="21767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3" name="pt45673"/>
            <p:cNvSpPr/>
            <p:nvPr/>
          </p:nvSpPr>
          <p:spPr>
            <a:xfrm>
              <a:off x="8381780" y="2309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4" name="pt45674"/>
            <p:cNvSpPr/>
            <p:nvPr/>
          </p:nvSpPr>
          <p:spPr>
            <a:xfrm>
              <a:off x="9064645" y="2016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5" name="pt45675"/>
            <p:cNvSpPr/>
            <p:nvPr/>
          </p:nvSpPr>
          <p:spPr>
            <a:xfrm>
              <a:off x="9187390" y="22197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6" name="pt45676"/>
            <p:cNvSpPr/>
            <p:nvPr/>
          </p:nvSpPr>
          <p:spPr>
            <a:xfrm>
              <a:off x="8723925" y="22083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7" name="pt45677"/>
            <p:cNvSpPr/>
            <p:nvPr/>
          </p:nvSpPr>
          <p:spPr>
            <a:xfrm>
              <a:off x="9007935" y="20460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8" name="pt45678"/>
            <p:cNvSpPr/>
            <p:nvPr/>
          </p:nvSpPr>
          <p:spPr>
            <a:xfrm>
              <a:off x="8646309" y="24950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9" name="pt45679"/>
            <p:cNvSpPr/>
            <p:nvPr/>
          </p:nvSpPr>
          <p:spPr>
            <a:xfrm>
              <a:off x="8381780" y="23437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0" name="pt45680"/>
            <p:cNvSpPr/>
            <p:nvPr/>
          </p:nvSpPr>
          <p:spPr>
            <a:xfrm>
              <a:off x="8633583" y="19639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1" name="pt45681"/>
            <p:cNvSpPr/>
            <p:nvPr/>
          </p:nvSpPr>
          <p:spPr>
            <a:xfrm>
              <a:off x="8381780" y="23798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2" name="pt45682"/>
            <p:cNvSpPr/>
            <p:nvPr/>
          </p:nvSpPr>
          <p:spPr>
            <a:xfrm>
              <a:off x="8500809" y="26121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3" name="pt45683"/>
            <p:cNvSpPr/>
            <p:nvPr/>
          </p:nvSpPr>
          <p:spPr>
            <a:xfrm>
              <a:off x="8619838" y="21271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4" name="pt45684"/>
            <p:cNvSpPr/>
            <p:nvPr/>
          </p:nvSpPr>
          <p:spPr>
            <a:xfrm>
              <a:off x="9546889" y="21939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5" name="pt45685"/>
            <p:cNvSpPr/>
            <p:nvPr/>
          </p:nvSpPr>
          <p:spPr>
            <a:xfrm>
              <a:off x="8312152" y="2439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6" name="pt45686"/>
            <p:cNvSpPr/>
            <p:nvPr/>
          </p:nvSpPr>
          <p:spPr>
            <a:xfrm>
              <a:off x="8431181" y="2405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7" name="pt45687"/>
            <p:cNvSpPr/>
            <p:nvPr/>
          </p:nvSpPr>
          <p:spPr>
            <a:xfrm>
              <a:off x="8646309" y="2394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8" name="pt45688"/>
            <p:cNvSpPr/>
            <p:nvPr/>
          </p:nvSpPr>
          <p:spPr>
            <a:xfrm>
              <a:off x="9158273" y="18819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9" name="pt45689"/>
            <p:cNvSpPr/>
            <p:nvPr/>
          </p:nvSpPr>
          <p:spPr>
            <a:xfrm>
              <a:off x="8861436" y="22137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0" name="pt45690"/>
            <p:cNvSpPr/>
            <p:nvPr/>
          </p:nvSpPr>
          <p:spPr>
            <a:xfrm>
              <a:off x="9218961" y="20203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1" name="pt45691"/>
            <p:cNvSpPr/>
            <p:nvPr/>
          </p:nvSpPr>
          <p:spPr>
            <a:xfrm>
              <a:off x="8381780" y="24979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2" name="pt45692"/>
            <p:cNvSpPr/>
            <p:nvPr/>
          </p:nvSpPr>
          <p:spPr>
            <a:xfrm>
              <a:off x="9620546" y="2192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3" name="pt45693"/>
            <p:cNvSpPr/>
            <p:nvPr/>
          </p:nvSpPr>
          <p:spPr>
            <a:xfrm>
              <a:off x="8956027" y="21587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4" name="pt45694"/>
            <p:cNvSpPr/>
            <p:nvPr/>
          </p:nvSpPr>
          <p:spPr>
            <a:xfrm>
              <a:off x="9004922" y="15247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5" name="pt45695"/>
            <p:cNvSpPr/>
            <p:nvPr/>
          </p:nvSpPr>
          <p:spPr>
            <a:xfrm>
              <a:off x="8963923" y="21898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6" name="pt45696"/>
            <p:cNvSpPr/>
            <p:nvPr/>
          </p:nvSpPr>
          <p:spPr>
            <a:xfrm>
              <a:off x="9501180" y="22284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7" name="pt45697"/>
            <p:cNvSpPr/>
            <p:nvPr/>
          </p:nvSpPr>
          <p:spPr>
            <a:xfrm>
              <a:off x="9701667" y="23468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8" name="pt45698"/>
            <p:cNvSpPr/>
            <p:nvPr/>
          </p:nvSpPr>
          <p:spPr>
            <a:xfrm>
              <a:off x="8874912" y="21108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9" name="pt45699"/>
            <p:cNvSpPr/>
            <p:nvPr/>
          </p:nvSpPr>
          <p:spPr>
            <a:xfrm>
              <a:off x="9226651" y="19851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0" name="pt45700"/>
            <p:cNvSpPr/>
            <p:nvPr/>
          </p:nvSpPr>
          <p:spPr>
            <a:xfrm>
              <a:off x="8715936" y="22587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1" name="pt45701"/>
            <p:cNvSpPr/>
            <p:nvPr/>
          </p:nvSpPr>
          <p:spPr>
            <a:xfrm>
              <a:off x="9090502" y="17096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2" name="pt45702"/>
            <p:cNvSpPr/>
            <p:nvPr/>
          </p:nvSpPr>
          <p:spPr>
            <a:xfrm>
              <a:off x="9367432" y="20352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3" name="pt45703"/>
            <p:cNvSpPr/>
            <p:nvPr/>
          </p:nvSpPr>
          <p:spPr>
            <a:xfrm>
              <a:off x="8965842" y="22322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4" name="pt45704"/>
            <p:cNvSpPr/>
            <p:nvPr/>
          </p:nvSpPr>
          <p:spPr>
            <a:xfrm>
              <a:off x="9179876" y="18459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5" name="pt45705"/>
            <p:cNvSpPr/>
            <p:nvPr/>
          </p:nvSpPr>
          <p:spPr>
            <a:xfrm>
              <a:off x="8723925" y="22368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6" name="pt45706"/>
            <p:cNvSpPr/>
            <p:nvPr/>
          </p:nvSpPr>
          <p:spPr>
            <a:xfrm>
              <a:off x="8381780" y="22349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7" name="pt45707"/>
            <p:cNvSpPr/>
            <p:nvPr/>
          </p:nvSpPr>
          <p:spPr>
            <a:xfrm>
              <a:off x="8604896" y="23451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8" name="pt45708"/>
            <p:cNvSpPr/>
            <p:nvPr/>
          </p:nvSpPr>
          <p:spPr>
            <a:xfrm>
              <a:off x="9050093" y="21084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9" name="pt45709"/>
            <p:cNvSpPr/>
            <p:nvPr/>
          </p:nvSpPr>
          <p:spPr>
            <a:xfrm>
              <a:off x="9207674" y="17991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0" name="pt45710"/>
            <p:cNvSpPr/>
            <p:nvPr/>
          </p:nvSpPr>
          <p:spPr>
            <a:xfrm>
              <a:off x="8500809" y="25325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1" name="pt45711"/>
            <p:cNvSpPr/>
            <p:nvPr/>
          </p:nvSpPr>
          <p:spPr>
            <a:xfrm>
              <a:off x="8752612" y="21517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2" name="pt45712"/>
            <p:cNvSpPr/>
            <p:nvPr/>
          </p:nvSpPr>
          <p:spPr>
            <a:xfrm>
              <a:off x="9320769" y="21127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3" name="pt45713"/>
            <p:cNvSpPr/>
            <p:nvPr/>
          </p:nvSpPr>
          <p:spPr>
            <a:xfrm>
              <a:off x="9010896" y="17561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4" name="pt45714"/>
            <p:cNvSpPr/>
            <p:nvPr/>
          </p:nvSpPr>
          <p:spPr>
            <a:xfrm>
              <a:off x="8381780" y="21852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5" name="pt45715"/>
            <p:cNvSpPr/>
            <p:nvPr/>
          </p:nvSpPr>
          <p:spPr>
            <a:xfrm>
              <a:off x="9027663" y="20269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6" name="pt45716"/>
            <p:cNvSpPr/>
            <p:nvPr/>
          </p:nvSpPr>
          <p:spPr>
            <a:xfrm>
              <a:off x="8932228" y="18580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7" name="pt45717"/>
            <p:cNvSpPr/>
            <p:nvPr/>
          </p:nvSpPr>
          <p:spPr>
            <a:xfrm>
              <a:off x="8689465" y="2485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8" name="pt45718"/>
            <p:cNvSpPr/>
            <p:nvPr/>
          </p:nvSpPr>
          <p:spPr>
            <a:xfrm>
              <a:off x="8312152" y="25346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9" name="pt45719"/>
            <p:cNvSpPr/>
            <p:nvPr/>
          </p:nvSpPr>
          <p:spPr>
            <a:xfrm>
              <a:off x="8738867" y="23744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0" name="pt45720"/>
            <p:cNvSpPr/>
            <p:nvPr/>
          </p:nvSpPr>
          <p:spPr>
            <a:xfrm>
              <a:off x="9548435" y="22018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1" name="pt45721"/>
            <p:cNvSpPr/>
            <p:nvPr/>
          </p:nvSpPr>
          <p:spPr>
            <a:xfrm>
              <a:off x="8633583" y="20998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2" name="pt45722"/>
            <p:cNvSpPr/>
            <p:nvPr/>
          </p:nvSpPr>
          <p:spPr>
            <a:xfrm>
              <a:off x="9158273" y="19139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3" name="pt45723"/>
            <p:cNvSpPr/>
            <p:nvPr/>
          </p:nvSpPr>
          <p:spPr>
            <a:xfrm>
              <a:off x="9184210" y="23848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4" name="pt45724"/>
            <p:cNvSpPr/>
            <p:nvPr/>
          </p:nvSpPr>
          <p:spPr>
            <a:xfrm>
              <a:off x="9286390" y="19644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5" name="pt45725"/>
            <p:cNvSpPr/>
            <p:nvPr/>
          </p:nvSpPr>
          <p:spPr>
            <a:xfrm>
              <a:off x="8679650" y="2421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6" name="pt45726"/>
            <p:cNvSpPr/>
            <p:nvPr/>
          </p:nvSpPr>
          <p:spPr>
            <a:xfrm>
              <a:off x="9324827" y="20116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7" name="pt45727"/>
            <p:cNvSpPr/>
            <p:nvPr/>
          </p:nvSpPr>
          <p:spPr>
            <a:xfrm>
              <a:off x="8500809" y="25812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8" name="pt45728"/>
            <p:cNvSpPr/>
            <p:nvPr/>
          </p:nvSpPr>
          <p:spPr>
            <a:xfrm>
              <a:off x="9042937" y="17732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9" name="pt45729"/>
            <p:cNvSpPr/>
            <p:nvPr/>
          </p:nvSpPr>
          <p:spPr>
            <a:xfrm>
              <a:off x="9324827" y="21176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0" name="pt45730"/>
            <p:cNvSpPr/>
            <p:nvPr/>
          </p:nvSpPr>
          <p:spPr>
            <a:xfrm>
              <a:off x="9189996" y="22537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1" name="pt45731"/>
            <p:cNvSpPr/>
            <p:nvPr/>
          </p:nvSpPr>
          <p:spPr>
            <a:xfrm>
              <a:off x="8588529" y="22579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2" name="pt45732"/>
            <p:cNvSpPr/>
            <p:nvPr/>
          </p:nvSpPr>
          <p:spPr>
            <a:xfrm>
              <a:off x="9073023" y="18783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3" name="pt45733"/>
            <p:cNvSpPr/>
            <p:nvPr/>
          </p:nvSpPr>
          <p:spPr>
            <a:xfrm>
              <a:off x="9226651" y="2087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4" name="pt45734"/>
            <p:cNvSpPr/>
            <p:nvPr/>
          </p:nvSpPr>
          <p:spPr>
            <a:xfrm>
              <a:off x="8469500" y="24580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5" name="pt45735"/>
            <p:cNvSpPr/>
            <p:nvPr/>
          </p:nvSpPr>
          <p:spPr>
            <a:xfrm>
              <a:off x="8958035" y="22071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6" name="pt45736"/>
            <p:cNvSpPr/>
            <p:nvPr/>
          </p:nvSpPr>
          <p:spPr>
            <a:xfrm>
              <a:off x="9020874" y="15498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7" name="pt45737"/>
            <p:cNvSpPr/>
            <p:nvPr/>
          </p:nvSpPr>
          <p:spPr>
            <a:xfrm>
              <a:off x="9352440" y="19921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8" name="pt45738"/>
            <p:cNvSpPr/>
            <p:nvPr/>
          </p:nvSpPr>
          <p:spPr>
            <a:xfrm>
              <a:off x="9197089" y="16932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9" name="pt45739"/>
            <p:cNvSpPr/>
            <p:nvPr/>
          </p:nvSpPr>
          <p:spPr>
            <a:xfrm>
              <a:off x="8817779" y="2203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0" name="pt45740"/>
            <p:cNvSpPr/>
            <p:nvPr/>
          </p:nvSpPr>
          <p:spPr>
            <a:xfrm>
              <a:off x="8971473" y="22667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1" name="pt45741"/>
            <p:cNvSpPr/>
            <p:nvPr/>
          </p:nvSpPr>
          <p:spPr>
            <a:xfrm>
              <a:off x="8570436" y="24397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2" name="pt45742"/>
            <p:cNvSpPr/>
            <p:nvPr/>
          </p:nvSpPr>
          <p:spPr>
            <a:xfrm>
              <a:off x="8312152" y="24928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3" name="pt45743"/>
            <p:cNvSpPr/>
            <p:nvPr/>
          </p:nvSpPr>
          <p:spPr>
            <a:xfrm>
              <a:off x="9642404" y="21470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4" name="pt45744"/>
            <p:cNvSpPr/>
            <p:nvPr/>
          </p:nvSpPr>
          <p:spPr>
            <a:xfrm>
              <a:off x="9417384" y="18109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5" name="pt45745"/>
            <p:cNvSpPr/>
            <p:nvPr/>
          </p:nvSpPr>
          <p:spPr>
            <a:xfrm>
              <a:off x="9898409" y="24186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6" name="pt45746"/>
            <p:cNvSpPr/>
            <p:nvPr/>
          </p:nvSpPr>
          <p:spPr>
            <a:xfrm>
              <a:off x="8570436" y="24331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7" name="pt45747"/>
            <p:cNvSpPr/>
            <p:nvPr/>
          </p:nvSpPr>
          <p:spPr>
            <a:xfrm>
              <a:off x="8854280" y="21040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8" name="pt45748"/>
            <p:cNvSpPr/>
            <p:nvPr/>
          </p:nvSpPr>
          <p:spPr>
            <a:xfrm>
              <a:off x="9186336" y="22413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9" name="pt45749"/>
            <p:cNvSpPr/>
            <p:nvPr/>
          </p:nvSpPr>
          <p:spPr>
            <a:xfrm>
              <a:off x="9557615" y="22729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0" name="pt45750"/>
            <p:cNvSpPr/>
            <p:nvPr/>
          </p:nvSpPr>
          <p:spPr>
            <a:xfrm>
              <a:off x="8381780" y="24885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1" name="pt45751"/>
            <p:cNvSpPr/>
            <p:nvPr/>
          </p:nvSpPr>
          <p:spPr>
            <a:xfrm>
              <a:off x="8469500" y="21881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2" name="pt45752"/>
            <p:cNvSpPr/>
            <p:nvPr/>
          </p:nvSpPr>
          <p:spPr>
            <a:xfrm>
              <a:off x="9195593" y="2425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3" name="pt45753"/>
            <p:cNvSpPr/>
            <p:nvPr/>
          </p:nvSpPr>
          <p:spPr>
            <a:xfrm>
              <a:off x="9413347" y="19522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4" name="pt45754"/>
            <p:cNvSpPr/>
            <p:nvPr/>
          </p:nvSpPr>
          <p:spPr>
            <a:xfrm>
              <a:off x="8679650" y="23974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5" name="pt45755"/>
            <p:cNvSpPr/>
            <p:nvPr/>
          </p:nvSpPr>
          <p:spPr>
            <a:xfrm>
              <a:off x="8658156" y="2460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6" name="pt45756"/>
            <p:cNvSpPr/>
            <p:nvPr/>
          </p:nvSpPr>
          <p:spPr>
            <a:xfrm>
              <a:off x="8312152" y="25433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7" name="pt45757"/>
            <p:cNvSpPr/>
            <p:nvPr/>
          </p:nvSpPr>
          <p:spPr>
            <a:xfrm>
              <a:off x="8793552" y="23306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8" name="pt45758"/>
            <p:cNvSpPr/>
            <p:nvPr/>
          </p:nvSpPr>
          <p:spPr>
            <a:xfrm>
              <a:off x="9142651" y="20595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9" name="pt45759"/>
            <p:cNvSpPr/>
            <p:nvPr/>
          </p:nvSpPr>
          <p:spPr>
            <a:xfrm>
              <a:off x="8431181" y="23847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0" name="pt45760"/>
            <p:cNvSpPr/>
            <p:nvPr/>
          </p:nvSpPr>
          <p:spPr>
            <a:xfrm>
              <a:off x="8738867" y="20871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1" name="pt45761"/>
            <p:cNvSpPr/>
            <p:nvPr/>
          </p:nvSpPr>
          <p:spPr>
            <a:xfrm>
              <a:off x="9221993" y="20917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2" name="pt45762"/>
            <p:cNvSpPr/>
            <p:nvPr/>
          </p:nvSpPr>
          <p:spPr>
            <a:xfrm>
              <a:off x="9181514" y="22630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3" name="pt45763"/>
            <p:cNvSpPr/>
            <p:nvPr/>
          </p:nvSpPr>
          <p:spPr>
            <a:xfrm>
              <a:off x="8738867" y="17231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4" name="pt45764"/>
            <p:cNvSpPr/>
            <p:nvPr/>
          </p:nvSpPr>
          <p:spPr>
            <a:xfrm>
              <a:off x="9237969" y="19433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5" name="pt45765"/>
            <p:cNvSpPr/>
            <p:nvPr/>
          </p:nvSpPr>
          <p:spPr>
            <a:xfrm>
              <a:off x="9174300" y="19823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6" name="pt45766"/>
            <p:cNvSpPr/>
            <p:nvPr/>
          </p:nvSpPr>
          <p:spPr>
            <a:xfrm>
              <a:off x="8890393" y="20855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7" name="pt45767"/>
            <p:cNvSpPr/>
            <p:nvPr/>
          </p:nvSpPr>
          <p:spPr>
            <a:xfrm>
              <a:off x="8745877" y="20484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8" name="pt45768"/>
            <p:cNvSpPr/>
            <p:nvPr/>
          </p:nvSpPr>
          <p:spPr>
            <a:xfrm>
              <a:off x="8500809" y="27050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9" name="pt45769"/>
            <p:cNvSpPr/>
            <p:nvPr/>
          </p:nvSpPr>
          <p:spPr>
            <a:xfrm>
              <a:off x="9382741" y="20502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0" name="pt45770"/>
            <p:cNvSpPr/>
            <p:nvPr/>
          </p:nvSpPr>
          <p:spPr>
            <a:xfrm>
              <a:off x="9259278" y="21716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1" name="pt45771"/>
            <p:cNvSpPr/>
            <p:nvPr/>
          </p:nvSpPr>
          <p:spPr>
            <a:xfrm>
              <a:off x="9087709" y="19023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2" name="pt45772"/>
            <p:cNvSpPr/>
            <p:nvPr/>
          </p:nvSpPr>
          <p:spPr>
            <a:xfrm>
              <a:off x="9124709" y="20844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3" name="pt45773"/>
            <p:cNvSpPr/>
            <p:nvPr/>
          </p:nvSpPr>
          <p:spPr>
            <a:xfrm>
              <a:off x="8689465" y="24014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4" name="pt45774"/>
            <p:cNvSpPr/>
            <p:nvPr/>
          </p:nvSpPr>
          <p:spPr>
            <a:xfrm>
              <a:off x="8312152" y="25547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5" name="pt45775"/>
            <p:cNvSpPr/>
            <p:nvPr/>
          </p:nvSpPr>
          <p:spPr>
            <a:xfrm>
              <a:off x="8658156" y="24725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6" name="pt45776"/>
            <p:cNvSpPr/>
            <p:nvPr/>
          </p:nvSpPr>
          <p:spPr>
            <a:xfrm>
              <a:off x="8777185" y="23084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7" name="pt45777"/>
            <p:cNvSpPr/>
            <p:nvPr/>
          </p:nvSpPr>
          <p:spPr>
            <a:xfrm>
              <a:off x="8698750" y="23821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8" name="pt45778"/>
            <p:cNvSpPr/>
            <p:nvPr/>
          </p:nvSpPr>
          <p:spPr>
            <a:xfrm>
              <a:off x="9050093" y="21918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9" name="pt45779"/>
            <p:cNvSpPr/>
            <p:nvPr/>
          </p:nvSpPr>
          <p:spPr>
            <a:xfrm>
              <a:off x="8782816" y="22450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0" name="pt45780"/>
            <p:cNvSpPr/>
            <p:nvPr/>
          </p:nvSpPr>
          <p:spPr>
            <a:xfrm>
              <a:off x="8381780" y="2415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1" name="pt45781"/>
            <p:cNvSpPr/>
            <p:nvPr/>
          </p:nvSpPr>
          <p:spPr>
            <a:xfrm>
              <a:off x="9522221" y="1751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2" name="pt45782"/>
            <p:cNvSpPr/>
            <p:nvPr/>
          </p:nvSpPr>
          <p:spPr>
            <a:xfrm>
              <a:off x="9350622" y="22102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3" name="pt45783"/>
            <p:cNvSpPr/>
            <p:nvPr/>
          </p:nvSpPr>
          <p:spPr>
            <a:xfrm>
              <a:off x="9750516" y="24464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4" name="pt45784"/>
            <p:cNvSpPr/>
            <p:nvPr/>
          </p:nvSpPr>
          <p:spPr>
            <a:xfrm>
              <a:off x="9485353" y="22692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5" name="pt45785"/>
            <p:cNvSpPr/>
            <p:nvPr/>
          </p:nvSpPr>
          <p:spPr>
            <a:xfrm>
              <a:off x="8907297" y="21404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6" name="pt45786"/>
            <p:cNvSpPr/>
            <p:nvPr/>
          </p:nvSpPr>
          <p:spPr>
            <a:xfrm>
              <a:off x="8312152" y="24374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7" name="pt45787"/>
            <p:cNvSpPr/>
            <p:nvPr/>
          </p:nvSpPr>
          <p:spPr>
            <a:xfrm>
              <a:off x="8570436" y="23802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8" name="pt45788"/>
            <p:cNvSpPr/>
            <p:nvPr/>
          </p:nvSpPr>
          <p:spPr>
            <a:xfrm>
              <a:off x="8469500" y="23694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9" name="pt45789"/>
            <p:cNvSpPr/>
            <p:nvPr/>
          </p:nvSpPr>
          <p:spPr>
            <a:xfrm>
              <a:off x="8500809" y="25977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0" name="pt45790"/>
            <p:cNvSpPr/>
            <p:nvPr/>
          </p:nvSpPr>
          <p:spPr>
            <a:xfrm>
              <a:off x="8658156" y="24894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1" name="pt45791"/>
            <p:cNvSpPr/>
            <p:nvPr/>
          </p:nvSpPr>
          <p:spPr>
            <a:xfrm>
              <a:off x="9111342" y="20509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2" name="pt45792"/>
            <p:cNvSpPr/>
            <p:nvPr/>
          </p:nvSpPr>
          <p:spPr>
            <a:xfrm>
              <a:off x="8570436" y="23557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3" name="pt45793"/>
            <p:cNvSpPr/>
            <p:nvPr/>
          </p:nvSpPr>
          <p:spPr>
            <a:xfrm>
              <a:off x="8669239" y="21360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4" name="pt45794"/>
            <p:cNvSpPr/>
            <p:nvPr/>
          </p:nvSpPr>
          <p:spPr>
            <a:xfrm>
              <a:off x="9179876" y="18967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5" name="pt45795"/>
            <p:cNvSpPr/>
            <p:nvPr/>
          </p:nvSpPr>
          <p:spPr>
            <a:xfrm>
              <a:off x="9294459" y="19196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6" name="pt45796"/>
            <p:cNvSpPr/>
            <p:nvPr/>
          </p:nvSpPr>
          <p:spPr>
            <a:xfrm>
              <a:off x="9278233" y="18283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7" name="pt45797"/>
            <p:cNvSpPr/>
            <p:nvPr/>
          </p:nvSpPr>
          <p:spPr>
            <a:xfrm>
              <a:off x="8850587" y="20980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8" name="pt45798"/>
            <p:cNvSpPr/>
            <p:nvPr/>
          </p:nvSpPr>
          <p:spPr>
            <a:xfrm>
              <a:off x="8868306" y="21881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9" name="pt45799"/>
            <p:cNvSpPr/>
            <p:nvPr/>
          </p:nvSpPr>
          <p:spPr>
            <a:xfrm>
              <a:off x="9148018" y="20602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0" name="pt45800"/>
            <p:cNvSpPr/>
            <p:nvPr/>
          </p:nvSpPr>
          <p:spPr>
            <a:xfrm>
              <a:off x="8932228" y="19705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1" name="pt45801"/>
            <p:cNvSpPr/>
            <p:nvPr/>
          </p:nvSpPr>
          <p:spPr>
            <a:xfrm>
              <a:off x="8381780" y="23676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2" name="pt45802"/>
            <p:cNvSpPr/>
            <p:nvPr/>
          </p:nvSpPr>
          <p:spPr>
            <a:xfrm>
              <a:off x="8723925" y="21619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3" name="pt45803"/>
            <p:cNvSpPr/>
            <p:nvPr/>
          </p:nvSpPr>
          <p:spPr>
            <a:xfrm>
              <a:off x="8381780" y="22914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4" name="pt45804"/>
            <p:cNvSpPr/>
            <p:nvPr/>
          </p:nvSpPr>
          <p:spPr>
            <a:xfrm>
              <a:off x="8469500" y="22062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5" name="pt45805"/>
            <p:cNvSpPr/>
            <p:nvPr/>
          </p:nvSpPr>
          <p:spPr>
            <a:xfrm>
              <a:off x="9642404" y="2328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6" name="pt45806"/>
            <p:cNvSpPr/>
            <p:nvPr/>
          </p:nvSpPr>
          <p:spPr>
            <a:xfrm>
              <a:off x="8570436" y="23909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7" name="pt45807"/>
            <p:cNvSpPr/>
            <p:nvPr/>
          </p:nvSpPr>
          <p:spPr>
            <a:xfrm>
              <a:off x="9501180" y="2263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8" name="pt45808"/>
            <p:cNvSpPr/>
            <p:nvPr/>
          </p:nvSpPr>
          <p:spPr>
            <a:xfrm>
              <a:off x="9007935" y="19422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9" name="pt45809"/>
            <p:cNvSpPr/>
            <p:nvPr/>
          </p:nvSpPr>
          <p:spPr>
            <a:xfrm>
              <a:off x="8813199" y="20701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0" name="pt45810"/>
            <p:cNvSpPr/>
            <p:nvPr/>
          </p:nvSpPr>
          <p:spPr>
            <a:xfrm>
              <a:off x="8679650" y="23879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1" name="pt45811"/>
            <p:cNvSpPr/>
            <p:nvPr/>
          </p:nvSpPr>
          <p:spPr>
            <a:xfrm>
              <a:off x="8798679" y="21052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2" name="pt45812"/>
            <p:cNvSpPr/>
            <p:nvPr/>
          </p:nvSpPr>
          <p:spPr>
            <a:xfrm>
              <a:off x="8759093" y="21019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3" name="pt45813"/>
            <p:cNvSpPr/>
            <p:nvPr/>
          </p:nvSpPr>
          <p:spPr>
            <a:xfrm>
              <a:off x="9222422" y="1980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4" name="pt45814"/>
            <p:cNvSpPr/>
            <p:nvPr/>
          </p:nvSpPr>
          <p:spPr>
            <a:xfrm>
              <a:off x="8932228" y="18907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5" name="pt45815"/>
            <p:cNvSpPr/>
            <p:nvPr/>
          </p:nvSpPr>
          <p:spPr>
            <a:xfrm>
              <a:off x="8826587" y="20791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6" name="pt45816"/>
            <p:cNvSpPr/>
            <p:nvPr/>
          </p:nvSpPr>
          <p:spPr>
            <a:xfrm>
              <a:off x="8604896" y="23218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7" name="pt45817"/>
            <p:cNvSpPr/>
            <p:nvPr/>
          </p:nvSpPr>
          <p:spPr>
            <a:xfrm>
              <a:off x="8431181" y="23893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8" name="pt45818"/>
            <p:cNvSpPr/>
            <p:nvPr/>
          </p:nvSpPr>
          <p:spPr>
            <a:xfrm>
              <a:off x="8890393" y="20489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9" name="pt45819"/>
            <p:cNvSpPr/>
            <p:nvPr/>
          </p:nvSpPr>
          <p:spPr>
            <a:xfrm>
              <a:off x="8431181" y="24419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0" name="pt45820"/>
            <p:cNvSpPr/>
            <p:nvPr/>
          </p:nvSpPr>
          <p:spPr>
            <a:xfrm>
              <a:off x="9126216" y="21582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1" name="pt45821"/>
            <p:cNvSpPr/>
            <p:nvPr/>
          </p:nvSpPr>
          <p:spPr>
            <a:xfrm>
              <a:off x="8550210" y="24677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2" name="pt45822"/>
            <p:cNvSpPr/>
            <p:nvPr/>
          </p:nvSpPr>
          <p:spPr>
            <a:xfrm>
              <a:off x="8431181" y="25050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3" name="pt45823"/>
            <p:cNvSpPr/>
            <p:nvPr/>
          </p:nvSpPr>
          <p:spPr>
            <a:xfrm>
              <a:off x="8893328" y="16083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4" name="pt45824"/>
            <p:cNvSpPr/>
            <p:nvPr/>
          </p:nvSpPr>
          <p:spPr>
            <a:xfrm>
              <a:off x="8949856" y="20469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5" name="pt45825"/>
            <p:cNvSpPr/>
            <p:nvPr/>
          </p:nvSpPr>
          <p:spPr>
            <a:xfrm>
              <a:off x="9308507" y="22309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6" name="pt45826"/>
            <p:cNvSpPr/>
            <p:nvPr/>
          </p:nvSpPr>
          <p:spPr>
            <a:xfrm>
              <a:off x="8312152" y="25175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7" name="pt45827"/>
            <p:cNvSpPr/>
            <p:nvPr/>
          </p:nvSpPr>
          <p:spPr>
            <a:xfrm>
              <a:off x="8893328" y="20873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8" name="pt45828"/>
            <p:cNvSpPr/>
            <p:nvPr/>
          </p:nvSpPr>
          <p:spPr>
            <a:xfrm>
              <a:off x="9169122" y="19907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9" name="pt45829"/>
            <p:cNvSpPr/>
            <p:nvPr/>
          </p:nvSpPr>
          <p:spPr>
            <a:xfrm>
              <a:off x="8817779" y="20796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0" name="pt45830"/>
            <p:cNvSpPr/>
            <p:nvPr/>
          </p:nvSpPr>
          <p:spPr>
            <a:xfrm>
              <a:off x="8469500" y="22354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1" name="pt45831"/>
            <p:cNvSpPr/>
            <p:nvPr/>
          </p:nvSpPr>
          <p:spPr>
            <a:xfrm>
              <a:off x="9461227" y="2488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2" name="pt45832"/>
            <p:cNvSpPr/>
            <p:nvPr/>
          </p:nvSpPr>
          <p:spPr>
            <a:xfrm>
              <a:off x="8958035" y="22045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3" name="pt45833"/>
            <p:cNvSpPr/>
            <p:nvPr/>
          </p:nvSpPr>
          <p:spPr>
            <a:xfrm>
              <a:off x="8777185" y="2287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4" name="pt45834"/>
            <p:cNvSpPr/>
            <p:nvPr/>
          </p:nvSpPr>
          <p:spPr>
            <a:xfrm>
              <a:off x="9118548" y="21686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5" name="pt45835"/>
            <p:cNvSpPr/>
            <p:nvPr/>
          </p:nvSpPr>
          <p:spPr>
            <a:xfrm>
              <a:off x="8689465" y="26313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6" name="pt45836"/>
            <p:cNvSpPr/>
            <p:nvPr/>
          </p:nvSpPr>
          <p:spPr>
            <a:xfrm>
              <a:off x="8731558" y="23598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7" name="pt45837"/>
            <p:cNvSpPr/>
            <p:nvPr/>
          </p:nvSpPr>
          <p:spPr>
            <a:xfrm>
              <a:off x="8588529" y="22962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8" name="pt45838"/>
            <p:cNvSpPr/>
            <p:nvPr/>
          </p:nvSpPr>
          <p:spPr>
            <a:xfrm>
              <a:off x="9073023" y="18635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9" name="pt45839"/>
            <p:cNvSpPr/>
            <p:nvPr/>
          </p:nvSpPr>
          <p:spPr>
            <a:xfrm>
              <a:off x="8707558" y="2198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0" name="pt45840"/>
            <p:cNvSpPr/>
            <p:nvPr/>
          </p:nvSpPr>
          <p:spPr>
            <a:xfrm>
              <a:off x="8912581" y="20981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1" name="pt45841"/>
            <p:cNvSpPr/>
            <p:nvPr/>
          </p:nvSpPr>
          <p:spPr>
            <a:xfrm>
              <a:off x="9044150" y="17032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2" name="pt45842"/>
            <p:cNvSpPr/>
            <p:nvPr/>
          </p:nvSpPr>
          <p:spPr>
            <a:xfrm>
              <a:off x="9098616" y="2066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3" name="pt45843"/>
            <p:cNvSpPr/>
            <p:nvPr/>
          </p:nvSpPr>
          <p:spPr>
            <a:xfrm>
              <a:off x="8992313" y="18185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4" name="pt45844"/>
            <p:cNvSpPr/>
            <p:nvPr/>
          </p:nvSpPr>
          <p:spPr>
            <a:xfrm>
              <a:off x="8500809" y="25980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5" name="pt45845"/>
            <p:cNvSpPr/>
            <p:nvPr/>
          </p:nvSpPr>
          <p:spPr>
            <a:xfrm>
              <a:off x="9522221" y="19547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6" name="pt45846"/>
            <p:cNvSpPr/>
            <p:nvPr/>
          </p:nvSpPr>
          <p:spPr>
            <a:xfrm>
              <a:off x="8469500" y="24295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7" name="pt45847"/>
            <p:cNvSpPr/>
            <p:nvPr/>
          </p:nvSpPr>
          <p:spPr>
            <a:xfrm>
              <a:off x="8469500" y="24028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8" name="pt45848"/>
            <p:cNvSpPr/>
            <p:nvPr/>
          </p:nvSpPr>
          <p:spPr>
            <a:xfrm>
              <a:off x="9027663" y="18787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9" name="pt45849"/>
            <p:cNvSpPr/>
            <p:nvPr/>
          </p:nvSpPr>
          <p:spPr>
            <a:xfrm>
              <a:off x="9286390" y="18861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0" name="pt45850"/>
            <p:cNvSpPr/>
            <p:nvPr/>
          </p:nvSpPr>
          <p:spPr>
            <a:xfrm>
              <a:off x="9018082" y="1257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1" name="pt45851"/>
            <p:cNvSpPr/>
            <p:nvPr/>
          </p:nvSpPr>
          <p:spPr>
            <a:xfrm>
              <a:off x="8619838" y="23926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2" name="pt45852"/>
            <p:cNvSpPr/>
            <p:nvPr/>
          </p:nvSpPr>
          <p:spPr>
            <a:xfrm>
              <a:off x="9286390" y="18761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3" name="pt45853"/>
            <p:cNvSpPr/>
            <p:nvPr/>
          </p:nvSpPr>
          <p:spPr>
            <a:xfrm>
              <a:off x="8312152" y="24328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4" name="pt45854"/>
            <p:cNvSpPr/>
            <p:nvPr/>
          </p:nvSpPr>
          <p:spPr>
            <a:xfrm>
              <a:off x="8658156" y="23796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5" name="pt45855"/>
            <p:cNvSpPr/>
            <p:nvPr/>
          </p:nvSpPr>
          <p:spPr>
            <a:xfrm>
              <a:off x="9181514" y="22692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6" name="pt45856"/>
            <p:cNvSpPr/>
            <p:nvPr/>
          </p:nvSpPr>
          <p:spPr>
            <a:xfrm>
              <a:off x="9218524" y="19640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7" name="pt45857"/>
            <p:cNvSpPr/>
            <p:nvPr/>
          </p:nvSpPr>
          <p:spPr>
            <a:xfrm>
              <a:off x="8731558" y="22605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8" name="pt45858"/>
            <p:cNvSpPr/>
            <p:nvPr/>
          </p:nvSpPr>
          <p:spPr>
            <a:xfrm>
              <a:off x="9178775" y="20107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9" name="pt45859"/>
            <p:cNvSpPr/>
            <p:nvPr/>
          </p:nvSpPr>
          <p:spPr>
            <a:xfrm>
              <a:off x="8745877" y="22280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0" name="pt45860"/>
            <p:cNvSpPr/>
            <p:nvPr/>
          </p:nvSpPr>
          <p:spPr>
            <a:xfrm>
              <a:off x="8980466" y="20004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1" name="pt45861"/>
            <p:cNvSpPr/>
            <p:nvPr/>
          </p:nvSpPr>
          <p:spPr>
            <a:xfrm>
              <a:off x="9139903" y="21662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2" name="pt45862"/>
            <p:cNvSpPr/>
            <p:nvPr/>
          </p:nvSpPr>
          <p:spPr>
            <a:xfrm>
              <a:off x="9076063" y="19408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3" name="pt45863"/>
            <p:cNvSpPr/>
            <p:nvPr/>
          </p:nvSpPr>
          <p:spPr>
            <a:xfrm>
              <a:off x="8658156" y="24481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4" name="pt45864"/>
            <p:cNvSpPr/>
            <p:nvPr/>
          </p:nvSpPr>
          <p:spPr>
            <a:xfrm>
              <a:off x="9230780" y="20309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5" name="pt45865"/>
            <p:cNvSpPr/>
            <p:nvPr/>
          </p:nvSpPr>
          <p:spPr>
            <a:xfrm>
              <a:off x="8619838" y="20706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6" name="pt45866"/>
            <p:cNvSpPr/>
            <p:nvPr/>
          </p:nvSpPr>
          <p:spPr>
            <a:xfrm>
              <a:off x="9564411" y="22217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7" name="pt45867"/>
            <p:cNvSpPr/>
            <p:nvPr/>
          </p:nvSpPr>
          <p:spPr>
            <a:xfrm>
              <a:off x="9279466" y="1928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8" name="pt45868"/>
            <p:cNvSpPr/>
            <p:nvPr/>
          </p:nvSpPr>
          <p:spPr>
            <a:xfrm>
              <a:off x="8689465" y="24143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9" name="pt45869"/>
            <p:cNvSpPr/>
            <p:nvPr/>
          </p:nvSpPr>
          <p:spPr>
            <a:xfrm>
              <a:off x="9056963" y="20028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0" name="pt45870"/>
            <p:cNvSpPr/>
            <p:nvPr/>
          </p:nvSpPr>
          <p:spPr>
            <a:xfrm>
              <a:off x="8846813" y="21382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1" name="pt45871"/>
            <p:cNvSpPr/>
            <p:nvPr/>
          </p:nvSpPr>
          <p:spPr>
            <a:xfrm>
              <a:off x="8842954" y="21050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2" name="pt45872"/>
            <p:cNvSpPr/>
            <p:nvPr/>
          </p:nvSpPr>
          <p:spPr>
            <a:xfrm>
              <a:off x="9102103" y="20817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3" name="pt45873"/>
            <p:cNvSpPr/>
            <p:nvPr/>
          </p:nvSpPr>
          <p:spPr>
            <a:xfrm>
              <a:off x="8550210" y="26347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4" name="pt45874"/>
            <p:cNvSpPr/>
            <p:nvPr/>
          </p:nvSpPr>
          <p:spPr>
            <a:xfrm>
              <a:off x="9226651" y="20809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5" name="pt45875"/>
            <p:cNvSpPr/>
            <p:nvPr/>
          </p:nvSpPr>
          <p:spPr>
            <a:xfrm>
              <a:off x="9068885" y="18515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6" name="pt45876"/>
            <p:cNvSpPr/>
            <p:nvPr/>
          </p:nvSpPr>
          <p:spPr>
            <a:xfrm>
              <a:off x="9294459" y="18558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7" name="pt45877"/>
            <p:cNvSpPr/>
            <p:nvPr/>
          </p:nvSpPr>
          <p:spPr>
            <a:xfrm>
              <a:off x="8932228" y="17805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8" name="pt45878"/>
            <p:cNvSpPr/>
            <p:nvPr/>
          </p:nvSpPr>
          <p:spPr>
            <a:xfrm>
              <a:off x="8469500" y="22387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9" name="pt45879"/>
            <p:cNvSpPr/>
            <p:nvPr/>
          </p:nvSpPr>
          <p:spPr>
            <a:xfrm>
              <a:off x="8679650" y="24100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0" name="pt45880"/>
            <p:cNvSpPr/>
            <p:nvPr/>
          </p:nvSpPr>
          <p:spPr>
            <a:xfrm>
              <a:off x="8738867" y="21712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1" name="pt45881"/>
            <p:cNvSpPr/>
            <p:nvPr/>
          </p:nvSpPr>
          <p:spPr>
            <a:xfrm>
              <a:off x="8920215" y="18885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2" name="pt45882"/>
            <p:cNvSpPr/>
            <p:nvPr/>
          </p:nvSpPr>
          <p:spPr>
            <a:xfrm>
              <a:off x="9247109" y="19295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3" name="pt45883"/>
            <p:cNvSpPr/>
            <p:nvPr/>
          </p:nvSpPr>
          <p:spPr>
            <a:xfrm>
              <a:off x="9828342" y="22360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4" name="pt45884"/>
            <p:cNvSpPr/>
            <p:nvPr/>
          </p:nvSpPr>
          <p:spPr>
            <a:xfrm>
              <a:off x="9231999" y="20776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5" name="pt45885"/>
            <p:cNvSpPr/>
            <p:nvPr/>
          </p:nvSpPr>
          <p:spPr>
            <a:xfrm>
              <a:off x="8817779" y="21210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6" name="pt45886"/>
            <p:cNvSpPr/>
            <p:nvPr/>
          </p:nvSpPr>
          <p:spPr>
            <a:xfrm>
              <a:off x="9079049" y="20010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7" name="pt45887"/>
            <p:cNvSpPr/>
            <p:nvPr/>
          </p:nvSpPr>
          <p:spPr>
            <a:xfrm>
              <a:off x="9230780" y="20719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8" name="pt45888"/>
            <p:cNvSpPr/>
            <p:nvPr/>
          </p:nvSpPr>
          <p:spPr>
            <a:xfrm>
              <a:off x="9123951" y="20441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9" name="pt45889"/>
            <p:cNvSpPr/>
            <p:nvPr/>
          </p:nvSpPr>
          <p:spPr>
            <a:xfrm>
              <a:off x="8679650" y="23907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0" name="pt45890"/>
            <p:cNvSpPr/>
            <p:nvPr/>
          </p:nvSpPr>
          <p:spPr>
            <a:xfrm>
              <a:off x="9076063" y="19707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1" name="pt45891"/>
            <p:cNvSpPr/>
            <p:nvPr/>
          </p:nvSpPr>
          <p:spPr>
            <a:xfrm>
              <a:off x="8927523" y="1813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2" name="pt45892"/>
            <p:cNvSpPr/>
            <p:nvPr/>
          </p:nvSpPr>
          <p:spPr>
            <a:xfrm>
              <a:off x="8738867" y="22121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3" name="pt45893"/>
            <p:cNvSpPr/>
            <p:nvPr/>
          </p:nvSpPr>
          <p:spPr>
            <a:xfrm>
              <a:off x="8646309" y="2443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4" name="pt45894"/>
            <p:cNvSpPr/>
            <p:nvPr/>
          </p:nvSpPr>
          <p:spPr>
            <a:xfrm>
              <a:off x="8963923" y="22311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5" name="pt45895"/>
            <p:cNvSpPr/>
            <p:nvPr/>
          </p:nvSpPr>
          <p:spPr>
            <a:xfrm>
              <a:off x="8731558" y="23941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6" name="pt45896"/>
            <p:cNvSpPr/>
            <p:nvPr/>
          </p:nvSpPr>
          <p:spPr>
            <a:xfrm>
              <a:off x="8884367" y="19634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7" name="pt45897"/>
            <p:cNvSpPr/>
            <p:nvPr/>
          </p:nvSpPr>
          <p:spPr>
            <a:xfrm>
              <a:off x="9286390" y="19677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8" name="pt45898"/>
            <p:cNvSpPr/>
            <p:nvPr/>
          </p:nvSpPr>
          <p:spPr>
            <a:xfrm>
              <a:off x="8920215" y="19118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9" name="pt45899"/>
            <p:cNvSpPr/>
            <p:nvPr/>
          </p:nvSpPr>
          <p:spPr>
            <a:xfrm>
              <a:off x="8745877" y="21921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0" name="pt45900"/>
            <p:cNvSpPr/>
            <p:nvPr/>
          </p:nvSpPr>
          <p:spPr>
            <a:xfrm>
              <a:off x="8381780" y="24249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1" name="pt45901"/>
            <p:cNvSpPr/>
            <p:nvPr/>
          </p:nvSpPr>
          <p:spPr>
            <a:xfrm>
              <a:off x="8619838" y="22969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2" name="pt45902"/>
            <p:cNvSpPr/>
            <p:nvPr/>
          </p:nvSpPr>
          <p:spPr>
            <a:xfrm>
              <a:off x="8570436" y="23813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3" name="pt45903"/>
            <p:cNvSpPr/>
            <p:nvPr/>
          </p:nvSpPr>
          <p:spPr>
            <a:xfrm>
              <a:off x="9319557" y="20133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4" name="pt45904"/>
            <p:cNvSpPr/>
            <p:nvPr/>
          </p:nvSpPr>
          <p:spPr>
            <a:xfrm>
              <a:off x="8884367" y="20487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5" name="pt45905"/>
            <p:cNvSpPr/>
            <p:nvPr/>
          </p:nvSpPr>
          <p:spPr>
            <a:xfrm>
              <a:off x="9007935" y="17116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6" name="pt45906"/>
            <p:cNvSpPr/>
            <p:nvPr/>
          </p:nvSpPr>
          <p:spPr>
            <a:xfrm>
              <a:off x="8723925" y="21275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7" name="pt45907"/>
            <p:cNvSpPr/>
            <p:nvPr/>
          </p:nvSpPr>
          <p:spPr>
            <a:xfrm>
              <a:off x="8550210" y="27054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8" name="pt45908"/>
            <p:cNvSpPr/>
            <p:nvPr/>
          </p:nvSpPr>
          <p:spPr>
            <a:xfrm>
              <a:off x="9091423" y="1900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9" name="pt45909"/>
            <p:cNvSpPr/>
            <p:nvPr/>
          </p:nvSpPr>
          <p:spPr>
            <a:xfrm>
              <a:off x="9797803" y="25414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0" name="pt45910"/>
            <p:cNvSpPr/>
            <p:nvPr/>
          </p:nvSpPr>
          <p:spPr>
            <a:xfrm>
              <a:off x="8669239" y="2389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1" name="pt45911"/>
            <p:cNvSpPr/>
            <p:nvPr/>
          </p:nvSpPr>
          <p:spPr>
            <a:xfrm>
              <a:off x="8570436" y="25372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2" name="pt45912"/>
            <p:cNvSpPr/>
            <p:nvPr/>
          </p:nvSpPr>
          <p:spPr>
            <a:xfrm>
              <a:off x="9197089" y="16273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3" name="pt45913"/>
            <p:cNvSpPr/>
            <p:nvPr/>
          </p:nvSpPr>
          <p:spPr>
            <a:xfrm>
              <a:off x="9158273" y="18278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4" name="pt45914"/>
            <p:cNvSpPr/>
            <p:nvPr/>
          </p:nvSpPr>
          <p:spPr>
            <a:xfrm>
              <a:off x="8884367" y="20924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5" name="pt45915"/>
            <p:cNvSpPr/>
            <p:nvPr/>
          </p:nvSpPr>
          <p:spPr>
            <a:xfrm>
              <a:off x="8834965" y="2072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6" name="pt45916"/>
            <p:cNvSpPr/>
            <p:nvPr/>
          </p:nvSpPr>
          <p:spPr>
            <a:xfrm>
              <a:off x="8861436" y="19986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7" name="pt45917"/>
            <p:cNvSpPr/>
            <p:nvPr/>
          </p:nvSpPr>
          <p:spPr>
            <a:xfrm>
              <a:off x="8312152" y="24598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8" name="pt45918"/>
            <p:cNvSpPr/>
            <p:nvPr/>
          </p:nvSpPr>
          <p:spPr>
            <a:xfrm>
              <a:off x="8901845" y="19830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9" name="pt45919"/>
            <p:cNvSpPr/>
            <p:nvPr/>
          </p:nvSpPr>
          <p:spPr>
            <a:xfrm>
              <a:off x="8431181" y="22641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0" name="pt45920"/>
            <p:cNvSpPr/>
            <p:nvPr/>
          </p:nvSpPr>
          <p:spPr>
            <a:xfrm>
              <a:off x="9486369" y="24184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1" name="pt45921"/>
            <p:cNvSpPr/>
            <p:nvPr/>
          </p:nvSpPr>
          <p:spPr>
            <a:xfrm>
              <a:off x="8868306" y="23257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2" name="pt45922"/>
            <p:cNvSpPr/>
            <p:nvPr/>
          </p:nvSpPr>
          <p:spPr>
            <a:xfrm>
              <a:off x="8312152" y="24476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3" name="pt45923"/>
            <p:cNvSpPr/>
            <p:nvPr/>
          </p:nvSpPr>
          <p:spPr>
            <a:xfrm>
              <a:off x="8698750" y="22298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4" name="pt45924"/>
            <p:cNvSpPr/>
            <p:nvPr/>
          </p:nvSpPr>
          <p:spPr>
            <a:xfrm>
              <a:off x="9037995" y="18440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5" name="pt45925"/>
            <p:cNvSpPr/>
            <p:nvPr/>
          </p:nvSpPr>
          <p:spPr>
            <a:xfrm>
              <a:off x="9340807" y="21458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6" name="pt45926"/>
            <p:cNvSpPr/>
            <p:nvPr/>
          </p:nvSpPr>
          <p:spPr>
            <a:xfrm>
              <a:off x="9206269" y="17542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7" name="pt45927"/>
            <p:cNvSpPr/>
            <p:nvPr/>
          </p:nvSpPr>
          <p:spPr>
            <a:xfrm>
              <a:off x="8500809" y="24798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8" name="pt45928"/>
            <p:cNvSpPr/>
            <p:nvPr/>
          </p:nvSpPr>
          <p:spPr>
            <a:xfrm>
              <a:off x="9146692" y="21185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9" name="pt45929"/>
            <p:cNvSpPr/>
            <p:nvPr/>
          </p:nvSpPr>
          <p:spPr>
            <a:xfrm>
              <a:off x="9126216" y="20558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0" name="pt45930"/>
            <p:cNvSpPr/>
            <p:nvPr/>
          </p:nvSpPr>
          <p:spPr>
            <a:xfrm>
              <a:off x="8312152" y="23611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1" name="pt45931"/>
            <p:cNvSpPr/>
            <p:nvPr/>
          </p:nvSpPr>
          <p:spPr>
            <a:xfrm>
              <a:off x="9715521" y="21311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2" name="pt45932"/>
            <p:cNvSpPr/>
            <p:nvPr/>
          </p:nvSpPr>
          <p:spPr>
            <a:xfrm>
              <a:off x="8920215" y="21545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3" name="pt45933"/>
            <p:cNvSpPr/>
            <p:nvPr/>
          </p:nvSpPr>
          <p:spPr>
            <a:xfrm>
              <a:off x="8500809" y="26619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4" name="pt45934"/>
            <p:cNvSpPr/>
            <p:nvPr/>
          </p:nvSpPr>
          <p:spPr>
            <a:xfrm>
              <a:off x="9007935" y="18159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5" name="pt45935"/>
            <p:cNvSpPr/>
            <p:nvPr/>
          </p:nvSpPr>
          <p:spPr>
            <a:xfrm>
              <a:off x="8890393" y="1604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6" name="pt45936"/>
            <p:cNvSpPr/>
            <p:nvPr/>
          </p:nvSpPr>
          <p:spPr>
            <a:xfrm>
              <a:off x="8312152" y="23903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7" name="pt45937"/>
            <p:cNvSpPr/>
            <p:nvPr/>
          </p:nvSpPr>
          <p:spPr>
            <a:xfrm>
              <a:off x="8846813" y="1936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8" name="pt45938"/>
            <p:cNvSpPr/>
            <p:nvPr/>
          </p:nvSpPr>
          <p:spPr>
            <a:xfrm>
              <a:off x="9423467" y="20268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9" name="pt45939"/>
            <p:cNvSpPr/>
            <p:nvPr/>
          </p:nvSpPr>
          <p:spPr>
            <a:xfrm>
              <a:off x="9667785" y="23952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0" name="pt45940"/>
            <p:cNvSpPr/>
            <p:nvPr/>
          </p:nvSpPr>
          <p:spPr>
            <a:xfrm>
              <a:off x="8846813" y="19222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1" name="pt45941"/>
            <p:cNvSpPr/>
            <p:nvPr/>
          </p:nvSpPr>
          <p:spPr>
            <a:xfrm>
              <a:off x="8759093" y="23039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2" name="pt45942"/>
            <p:cNvSpPr/>
            <p:nvPr/>
          </p:nvSpPr>
          <p:spPr>
            <a:xfrm>
              <a:off x="8658156" y="23577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3" name="pt45943"/>
            <p:cNvSpPr/>
            <p:nvPr/>
          </p:nvSpPr>
          <p:spPr>
            <a:xfrm>
              <a:off x="8830827" y="19257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4" name="pt45944"/>
            <p:cNvSpPr/>
            <p:nvPr/>
          </p:nvSpPr>
          <p:spPr>
            <a:xfrm>
              <a:off x="8550210" y="24042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5" name="pt45945"/>
            <p:cNvSpPr/>
            <p:nvPr/>
          </p:nvSpPr>
          <p:spPr>
            <a:xfrm>
              <a:off x="9252225" y="19493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6" name="pt45946"/>
            <p:cNvSpPr/>
            <p:nvPr/>
          </p:nvSpPr>
          <p:spPr>
            <a:xfrm>
              <a:off x="9047741" y="2097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7" name="pt45947"/>
            <p:cNvSpPr/>
            <p:nvPr/>
          </p:nvSpPr>
          <p:spPr>
            <a:xfrm>
              <a:off x="8312152" y="25269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8" name="pt45948"/>
            <p:cNvSpPr/>
            <p:nvPr/>
          </p:nvSpPr>
          <p:spPr>
            <a:xfrm>
              <a:off x="9035469" y="18622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9" name="pt45949"/>
            <p:cNvSpPr/>
            <p:nvPr/>
          </p:nvSpPr>
          <p:spPr>
            <a:xfrm>
              <a:off x="8469500" y="23573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0" name="pt45950"/>
            <p:cNvSpPr/>
            <p:nvPr/>
          </p:nvSpPr>
          <p:spPr>
            <a:xfrm>
              <a:off x="8723925" y="22805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1" name="pt45951"/>
            <p:cNvSpPr/>
            <p:nvPr/>
          </p:nvSpPr>
          <p:spPr>
            <a:xfrm>
              <a:off x="9528241" y="18479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2" name="pt45952"/>
            <p:cNvSpPr/>
            <p:nvPr/>
          </p:nvSpPr>
          <p:spPr>
            <a:xfrm>
              <a:off x="9325298" y="21453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3" name="pt45953"/>
            <p:cNvSpPr/>
            <p:nvPr/>
          </p:nvSpPr>
          <p:spPr>
            <a:xfrm>
              <a:off x="8588529" y="22807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4" name="pt45954"/>
            <p:cNvSpPr/>
            <p:nvPr/>
          </p:nvSpPr>
          <p:spPr>
            <a:xfrm>
              <a:off x="8633583" y="21261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5" name="pt45955"/>
            <p:cNvSpPr/>
            <p:nvPr/>
          </p:nvSpPr>
          <p:spPr>
            <a:xfrm>
              <a:off x="9262699" y="19620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6" name="pt45956"/>
            <p:cNvSpPr/>
            <p:nvPr/>
          </p:nvSpPr>
          <p:spPr>
            <a:xfrm>
              <a:off x="9039244" y="17698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7" name="pt45957"/>
            <p:cNvSpPr/>
            <p:nvPr/>
          </p:nvSpPr>
          <p:spPr>
            <a:xfrm>
              <a:off x="8588529" y="22062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8" name="pt45958"/>
            <p:cNvSpPr/>
            <p:nvPr/>
          </p:nvSpPr>
          <p:spPr>
            <a:xfrm>
              <a:off x="9874745" y="29676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9" name="pt45959"/>
            <p:cNvSpPr/>
            <p:nvPr/>
          </p:nvSpPr>
          <p:spPr>
            <a:xfrm>
              <a:off x="9507319" y="22582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0" name="pt45960"/>
            <p:cNvSpPr/>
            <p:nvPr/>
          </p:nvSpPr>
          <p:spPr>
            <a:xfrm>
              <a:off x="9461227" y="25282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1" name="pt45961"/>
            <p:cNvSpPr/>
            <p:nvPr/>
          </p:nvSpPr>
          <p:spPr>
            <a:xfrm>
              <a:off x="9135698" y="21089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2" name="pt45962"/>
            <p:cNvSpPr/>
            <p:nvPr/>
          </p:nvSpPr>
          <p:spPr>
            <a:xfrm>
              <a:off x="9178222" y="19489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3" name="pt45963"/>
            <p:cNvSpPr/>
            <p:nvPr/>
          </p:nvSpPr>
          <p:spPr>
            <a:xfrm>
              <a:off x="9179876" y="18961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4" name="pt45964"/>
            <p:cNvSpPr/>
            <p:nvPr/>
          </p:nvSpPr>
          <p:spPr>
            <a:xfrm>
              <a:off x="8469500" y="24968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5" name="pt45965"/>
            <p:cNvSpPr/>
            <p:nvPr/>
          </p:nvSpPr>
          <p:spPr>
            <a:xfrm>
              <a:off x="8813199" y="21853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6" name="pt45966"/>
            <p:cNvSpPr/>
            <p:nvPr/>
          </p:nvSpPr>
          <p:spPr>
            <a:xfrm>
              <a:off x="8619838" y="24025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7" name="pt45967"/>
            <p:cNvSpPr/>
            <p:nvPr/>
          </p:nvSpPr>
          <p:spPr>
            <a:xfrm>
              <a:off x="8588529" y="23066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8" name="pt45968"/>
            <p:cNvSpPr/>
            <p:nvPr/>
          </p:nvSpPr>
          <p:spPr>
            <a:xfrm>
              <a:off x="9195593" y="22199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9" name="pt45969"/>
            <p:cNvSpPr/>
            <p:nvPr/>
          </p:nvSpPr>
          <p:spPr>
            <a:xfrm>
              <a:off x="8381780" y="24165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0" name="pt45970"/>
            <p:cNvSpPr/>
            <p:nvPr/>
          </p:nvSpPr>
          <p:spPr>
            <a:xfrm>
              <a:off x="9231999" y="20485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1" name="pt45971"/>
            <p:cNvSpPr/>
            <p:nvPr/>
          </p:nvSpPr>
          <p:spPr>
            <a:xfrm>
              <a:off x="8312152" y="24641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2" name="pt45972"/>
            <p:cNvSpPr/>
            <p:nvPr/>
          </p:nvSpPr>
          <p:spPr>
            <a:xfrm>
              <a:off x="8715936" y="22599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3" name="pt45973"/>
            <p:cNvSpPr/>
            <p:nvPr/>
          </p:nvSpPr>
          <p:spPr>
            <a:xfrm>
              <a:off x="9259278" y="21128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4" name="pt45974"/>
            <p:cNvSpPr/>
            <p:nvPr/>
          </p:nvSpPr>
          <p:spPr>
            <a:xfrm>
              <a:off x="8469500" y="22418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5" name="pt45975"/>
            <p:cNvSpPr/>
            <p:nvPr/>
          </p:nvSpPr>
          <p:spPr>
            <a:xfrm>
              <a:off x="9501180" y="21334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6" name="pt45976"/>
            <p:cNvSpPr/>
            <p:nvPr/>
          </p:nvSpPr>
          <p:spPr>
            <a:xfrm>
              <a:off x="9259278" y="20634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7" name="pt45977"/>
            <p:cNvSpPr/>
            <p:nvPr/>
          </p:nvSpPr>
          <p:spPr>
            <a:xfrm>
              <a:off x="8834965" y="20233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8" name="pt45978"/>
            <p:cNvSpPr/>
            <p:nvPr/>
          </p:nvSpPr>
          <p:spPr>
            <a:xfrm>
              <a:off x="8312152" y="21228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9" name="pt45979"/>
            <p:cNvSpPr/>
            <p:nvPr/>
          </p:nvSpPr>
          <p:spPr>
            <a:xfrm>
              <a:off x="9405714" y="20277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0" name="pt45980"/>
            <p:cNvSpPr/>
            <p:nvPr/>
          </p:nvSpPr>
          <p:spPr>
            <a:xfrm>
              <a:off x="8960020" y="22235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1" name="pt45981"/>
            <p:cNvSpPr/>
            <p:nvPr/>
          </p:nvSpPr>
          <p:spPr>
            <a:xfrm>
              <a:off x="8658156" y="23534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2" name="pt45982"/>
            <p:cNvSpPr/>
            <p:nvPr/>
          </p:nvSpPr>
          <p:spPr>
            <a:xfrm>
              <a:off x="9222422" y="19417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3" name="pt45983"/>
            <p:cNvSpPr/>
            <p:nvPr/>
          </p:nvSpPr>
          <p:spPr>
            <a:xfrm>
              <a:off x="8817779" y="2240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4" name="pt45984"/>
            <p:cNvSpPr/>
            <p:nvPr/>
          </p:nvSpPr>
          <p:spPr>
            <a:xfrm>
              <a:off x="8619838" y="23812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5" name="pt45985"/>
            <p:cNvSpPr/>
            <p:nvPr/>
          </p:nvSpPr>
          <p:spPr>
            <a:xfrm>
              <a:off x="8830827" y="19528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6" name="pt45986"/>
            <p:cNvSpPr/>
            <p:nvPr/>
          </p:nvSpPr>
          <p:spPr>
            <a:xfrm>
              <a:off x="9079049" y="19943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7" name="pt45987"/>
            <p:cNvSpPr/>
            <p:nvPr/>
          </p:nvSpPr>
          <p:spPr>
            <a:xfrm>
              <a:off x="8817779" y="19594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8" name="pt45988"/>
            <p:cNvSpPr/>
            <p:nvPr/>
          </p:nvSpPr>
          <p:spPr>
            <a:xfrm>
              <a:off x="8943456" y="19298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9" name="pt45989"/>
            <p:cNvSpPr/>
            <p:nvPr/>
          </p:nvSpPr>
          <p:spPr>
            <a:xfrm>
              <a:off x="8868306" y="22988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0" name="pt45990"/>
            <p:cNvSpPr/>
            <p:nvPr/>
          </p:nvSpPr>
          <p:spPr>
            <a:xfrm>
              <a:off x="9206269" y="18188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1" name="pt45991"/>
            <p:cNvSpPr/>
            <p:nvPr/>
          </p:nvSpPr>
          <p:spPr>
            <a:xfrm>
              <a:off x="8973309" y="2224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2" name="pt45992"/>
            <p:cNvSpPr/>
            <p:nvPr/>
          </p:nvSpPr>
          <p:spPr>
            <a:xfrm>
              <a:off x="8887406" y="19104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3" name="pt45993"/>
            <p:cNvSpPr/>
            <p:nvPr/>
          </p:nvSpPr>
          <p:spPr>
            <a:xfrm>
              <a:off x="8312152" y="25041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4" name="pt45994"/>
            <p:cNvSpPr/>
            <p:nvPr/>
          </p:nvSpPr>
          <p:spPr>
            <a:xfrm>
              <a:off x="8890393" y="19749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5" name="pt45995"/>
            <p:cNvSpPr/>
            <p:nvPr/>
          </p:nvSpPr>
          <p:spPr>
            <a:xfrm>
              <a:off x="8312152" y="24352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6" name="pt45996"/>
            <p:cNvSpPr/>
            <p:nvPr/>
          </p:nvSpPr>
          <p:spPr>
            <a:xfrm>
              <a:off x="9108871" y="20959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7" name="pt45997"/>
            <p:cNvSpPr/>
            <p:nvPr/>
          </p:nvSpPr>
          <p:spPr>
            <a:xfrm>
              <a:off x="9076063" y="19175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8" name="pt45998"/>
            <p:cNvSpPr/>
            <p:nvPr/>
          </p:nvSpPr>
          <p:spPr>
            <a:xfrm>
              <a:off x="8312152" y="24723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9" name="pt45999"/>
            <p:cNvSpPr/>
            <p:nvPr/>
          </p:nvSpPr>
          <p:spPr>
            <a:xfrm>
              <a:off x="8929892" y="17579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0" name="pt46000"/>
            <p:cNvSpPr/>
            <p:nvPr/>
          </p:nvSpPr>
          <p:spPr>
            <a:xfrm>
              <a:off x="8777185" y="23519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1" name="pt46001"/>
            <p:cNvSpPr/>
            <p:nvPr/>
          </p:nvSpPr>
          <p:spPr>
            <a:xfrm>
              <a:off x="8817779" y="20326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2" name="pt46002"/>
            <p:cNvSpPr/>
            <p:nvPr/>
          </p:nvSpPr>
          <p:spPr>
            <a:xfrm>
              <a:off x="9207674" y="17627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3" name="pt46003"/>
            <p:cNvSpPr/>
            <p:nvPr/>
          </p:nvSpPr>
          <p:spPr>
            <a:xfrm>
              <a:off x="8752612" y="22013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4" name="pt46004"/>
            <p:cNvSpPr/>
            <p:nvPr/>
          </p:nvSpPr>
          <p:spPr>
            <a:xfrm>
              <a:off x="8987335" y="20464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5" name="pt46005"/>
            <p:cNvSpPr/>
            <p:nvPr/>
          </p:nvSpPr>
          <p:spPr>
            <a:xfrm>
              <a:off x="8604896" y="22761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6" name="pt46006"/>
            <p:cNvSpPr/>
            <p:nvPr/>
          </p:nvSpPr>
          <p:spPr>
            <a:xfrm>
              <a:off x="8813199" y="20635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7" name="pt46007"/>
            <p:cNvSpPr/>
            <p:nvPr/>
          </p:nvSpPr>
          <p:spPr>
            <a:xfrm>
              <a:off x="9178222" y="19814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8" name="pt46008"/>
            <p:cNvSpPr/>
            <p:nvPr/>
          </p:nvSpPr>
          <p:spPr>
            <a:xfrm>
              <a:off x="8312152" y="24239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9" name="pt46009"/>
            <p:cNvSpPr/>
            <p:nvPr/>
          </p:nvSpPr>
          <p:spPr>
            <a:xfrm>
              <a:off x="8469500" y="23221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0" name="pt46010"/>
            <p:cNvSpPr/>
            <p:nvPr/>
          </p:nvSpPr>
          <p:spPr>
            <a:xfrm>
              <a:off x="9126964" y="21138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1" name="pt46011"/>
            <p:cNvSpPr/>
            <p:nvPr/>
          </p:nvSpPr>
          <p:spPr>
            <a:xfrm>
              <a:off x="8469500" y="2378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2" name="pt46012"/>
            <p:cNvSpPr/>
            <p:nvPr/>
          </p:nvSpPr>
          <p:spPr>
            <a:xfrm>
              <a:off x="8830827" y="20013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3" name="pt46013"/>
            <p:cNvSpPr/>
            <p:nvPr/>
          </p:nvSpPr>
          <p:spPr>
            <a:xfrm>
              <a:off x="9076063" y="19751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4" name="pt46014"/>
            <p:cNvSpPr/>
            <p:nvPr/>
          </p:nvSpPr>
          <p:spPr>
            <a:xfrm>
              <a:off x="8857896" y="20969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5" name="pt46015"/>
            <p:cNvSpPr/>
            <p:nvPr/>
          </p:nvSpPr>
          <p:spPr>
            <a:xfrm>
              <a:off x="8961983" y="22117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6" name="pt46016"/>
            <p:cNvSpPr/>
            <p:nvPr/>
          </p:nvSpPr>
          <p:spPr>
            <a:xfrm>
              <a:off x="8381780" y="23114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7" name="pt46017"/>
            <p:cNvSpPr/>
            <p:nvPr/>
          </p:nvSpPr>
          <p:spPr>
            <a:xfrm>
              <a:off x="8771364" y="22891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8" name="pt46018"/>
            <p:cNvSpPr/>
            <p:nvPr/>
          </p:nvSpPr>
          <p:spPr>
            <a:xfrm>
              <a:off x="9022254" y="1963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9" name="pt46019"/>
            <p:cNvSpPr/>
            <p:nvPr/>
          </p:nvSpPr>
          <p:spPr>
            <a:xfrm>
              <a:off x="9087709" y="1879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0" name="pt46020"/>
            <p:cNvSpPr/>
            <p:nvPr/>
          </p:nvSpPr>
          <p:spPr>
            <a:xfrm>
              <a:off x="9102103" y="22862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1" name="pt46021"/>
            <p:cNvSpPr/>
            <p:nvPr/>
          </p:nvSpPr>
          <p:spPr>
            <a:xfrm>
              <a:off x="8907297" y="20799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2" name="pt46022"/>
            <p:cNvSpPr/>
            <p:nvPr/>
          </p:nvSpPr>
          <p:spPr>
            <a:xfrm>
              <a:off x="9546889" y="20783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3" name="pt46023"/>
            <p:cNvSpPr/>
            <p:nvPr/>
          </p:nvSpPr>
          <p:spPr>
            <a:xfrm>
              <a:off x="9062485" y="20416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4" name="pt46024"/>
            <p:cNvSpPr/>
            <p:nvPr/>
          </p:nvSpPr>
          <p:spPr>
            <a:xfrm>
              <a:off x="9400632" y="20523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5" name="pt46025"/>
            <p:cNvSpPr/>
            <p:nvPr/>
          </p:nvSpPr>
          <p:spPr>
            <a:xfrm>
              <a:off x="9184210" y="21343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6" name="pt46026"/>
            <p:cNvSpPr/>
            <p:nvPr/>
          </p:nvSpPr>
          <p:spPr>
            <a:xfrm>
              <a:off x="8826587" y="23158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7" name="pt46027"/>
            <p:cNvSpPr/>
            <p:nvPr/>
          </p:nvSpPr>
          <p:spPr>
            <a:xfrm>
              <a:off x="8842954" y="20172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8" name="pt46028"/>
            <p:cNvSpPr/>
            <p:nvPr/>
          </p:nvSpPr>
          <p:spPr>
            <a:xfrm>
              <a:off x="8707558" y="20823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9" name="pt46029"/>
            <p:cNvSpPr/>
            <p:nvPr/>
          </p:nvSpPr>
          <p:spPr>
            <a:xfrm>
              <a:off x="9294459" y="19113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0" name="pt46030"/>
            <p:cNvSpPr/>
            <p:nvPr/>
          </p:nvSpPr>
          <p:spPr>
            <a:xfrm>
              <a:off x="9305101" y="22089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1" name="pt46031"/>
            <p:cNvSpPr/>
            <p:nvPr/>
          </p:nvSpPr>
          <p:spPr>
            <a:xfrm>
              <a:off x="8960020" y="21583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2" name="pt46032"/>
            <p:cNvSpPr/>
            <p:nvPr/>
          </p:nvSpPr>
          <p:spPr>
            <a:xfrm>
              <a:off x="8771364" y="23069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3" name="pt46033"/>
            <p:cNvSpPr/>
            <p:nvPr/>
          </p:nvSpPr>
          <p:spPr>
            <a:xfrm>
              <a:off x="9324827" y="2198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4" name="pt46034"/>
            <p:cNvSpPr/>
            <p:nvPr/>
          </p:nvSpPr>
          <p:spPr>
            <a:xfrm>
              <a:off x="9146692" y="20882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5" name="pt46035"/>
            <p:cNvSpPr/>
            <p:nvPr/>
          </p:nvSpPr>
          <p:spPr>
            <a:xfrm>
              <a:off x="8588529" y="22413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6" name="pt46036"/>
            <p:cNvSpPr/>
            <p:nvPr/>
          </p:nvSpPr>
          <p:spPr>
            <a:xfrm>
              <a:off x="8312152" y="2378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7" name="pt46037"/>
            <p:cNvSpPr/>
            <p:nvPr/>
          </p:nvSpPr>
          <p:spPr>
            <a:xfrm>
              <a:off x="8312152" y="24409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8" name="pt46038"/>
            <p:cNvSpPr/>
            <p:nvPr/>
          </p:nvSpPr>
          <p:spPr>
            <a:xfrm>
              <a:off x="8469500" y="23832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9" name="pt46039"/>
            <p:cNvSpPr/>
            <p:nvPr/>
          </p:nvSpPr>
          <p:spPr>
            <a:xfrm>
              <a:off x="8469500" y="24027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0" name="pt46040"/>
            <p:cNvSpPr/>
            <p:nvPr/>
          </p:nvSpPr>
          <p:spPr>
            <a:xfrm>
              <a:off x="8588529" y="21624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1" name="pt46041"/>
            <p:cNvSpPr/>
            <p:nvPr/>
          </p:nvSpPr>
          <p:spPr>
            <a:xfrm>
              <a:off x="9142651" y="22208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2" name="pt46042"/>
            <p:cNvSpPr/>
            <p:nvPr/>
          </p:nvSpPr>
          <p:spPr>
            <a:xfrm>
              <a:off x="8500809" y="26112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3" name="pt46043"/>
            <p:cNvSpPr/>
            <p:nvPr/>
          </p:nvSpPr>
          <p:spPr>
            <a:xfrm>
              <a:off x="8782816" y="22545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4" name="pt46044"/>
            <p:cNvSpPr/>
            <p:nvPr/>
          </p:nvSpPr>
          <p:spPr>
            <a:xfrm>
              <a:off x="9178222" y="18605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5" name="pt46045"/>
            <p:cNvSpPr/>
            <p:nvPr/>
          </p:nvSpPr>
          <p:spPr>
            <a:xfrm>
              <a:off x="8904593" y="21076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6" name="pt46046"/>
            <p:cNvSpPr/>
            <p:nvPr/>
          </p:nvSpPr>
          <p:spPr>
            <a:xfrm>
              <a:off x="8500809" y="26786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7" name="pt46047"/>
            <p:cNvSpPr/>
            <p:nvPr/>
          </p:nvSpPr>
          <p:spPr>
            <a:xfrm>
              <a:off x="9461227" y="25048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8" name="pt46048"/>
            <p:cNvSpPr/>
            <p:nvPr/>
          </p:nvSpPr>
          <p:spPr>
            <a:xfrm>
              <a:off x="9206269" y="17173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9" name="pt46049"/>
            <p:cNvSpPr/>
            <p:nvPr/>
          </p:nvSpPr>
          <p:spPr>
            <a:xfrm>
              <a:off x="9046552" y="18949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0" name="pt46050"/>
            <p:cNvSpPr/>
            <p:nvPr/>
          </p:nvSpPr>
          <p:spPr>
            <a:xfrm>
              <a:off x="8989011" y="20375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1" name="pt46051"/>
            <p:cNvSpPr/>
            <p:nvPr/>
          </p:nvSpPr>
          <p:spPr>
            <a:xfrm>
              <a:off x="8500809" y="26296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2" name="pt46052"/>
            <p:cNvSpPr/>
            <p:nvPr/>
          </p:nvSpPr>
          <p:spPr>
            <a:xfrm>
              <a:off x="8500809" y="27266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3" name="pt46053"/>
            <p:cNvSpPr/>
            <p:nvPr/>
          </p:nvSpPr>
          <p:spPr>
            <a:xfrm>
              <a:off x="8669239" y="23088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4" name="pt46054"/>
            <p:cNvSpPr/>
            <p:nvPr/>
          </p:nvSpPr>
          <p:spPr>
            <a:xfrm>
              <a:off x="8588529" y="2062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5" name="pt46055"/>
            <p:cNvSpPr/>
            <p:nvPr/>
          </p:nvSpPr>
          <p:spPr>
            <a:xfrm>
              <a:off x="8381780" y="2505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6" name="pt46056"/>
            <p:cNvSpPr/>
            <p:nvPr/>
          </p:nvSpPr>
          <p:spPr>
            <a:xfrm>
              <a:off x="8431181" y="2390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7" name="pt46057"/>
            <p:cNvSpPr/>
            <p:nvPr/>
          </p:nvSpPr>
          <p:spPr>
            <a:xfrm>
              <a:off x="8679650" y="24122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8" name="pt46058"/>
            <p:cNvSpPr/>
            <p:nvPr/>
          </p:nvSpPr>
          <p:spPr>
            <a:xfrm>
              <a:off x="9208605" y="1974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9" name="pt46059"/>
            <p:cNvSpPr/>
            <p:nvPr/>
          </p:nvSpPr>
          <p:spPr>
            <a:xfrm>
              <a:off x="9522221" y="18353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0" name="pt46060"/>
            <p:cNvSpPr/>
            <p:nvPr/>
          </p:nvSpPr>
          <p:spPr>
            <a:xfrm>
              <a:off x="8777185" y="22386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1" name="pt46061"/>
            <p:cNvSpPr/>
            <p:nvPr/>
          </p:nvSpPr>
          <p:spPr>
            <a:xfrm>
              <a:off x="9356998" y="19982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2" name="pt46062"/>
            <p:cNvSpPr/>
            <p:nvPr/>
          </p:nvSpPr>
          <p:spPr>
            <a:xfrm>
              <a:off x="8788268" y="22239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3" name="pt46063"/>
            <p:cNvSpPr/>
            <p:nvPr/>
          </p:nvSpPr>
          <p:spPr>
            <a:xfrm>
              <a:off x="8679650" y="2434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4" name="pt46064"/>
            <p:cNvSpPr/>
            <p:nvPr/>
          </p:nvSpPr>
          <p:spPr>
            <a:xfrm>
              <a:off x="9077064" y="19159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5" name="pt46065"/>
            <p:cNvSpPr/>
            <p:nvPr/>
          </p:nvSpPr>
          <p:spPr>
            <a:xfrm>
              <a:off x="9633844" y="19520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6" name="pt46066"/>
            <p:cNvSpPr/>
            <p:nvPr/>
          </p:nvSpPr>
          <p:spPr>
            <a:xfrm>
              <a:off x="8604896" y="22299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7" name="pt46067"/>
            <p:cNvSpPr/>
            <p:nvPr/>
          </p:nvSpPr>
          <p:spPr>
            <a:xfrm>
              <a:off x="8771364" y="23817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8" name="pt46068"/>
            <p:cNvSpPr/>
            <p:nvPr/>
          </p:nvSpPr>
          <p:spPr>
            <a:xfrm>
              <a:off x="8854280" y="21000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9" name="pt46069"/>
            <p:cNvSpPr/>
            <p:nvPr/>
          </p:nvSpPr>
          <p:spPr>
            <a:xfrm>
              <a:off x="8707558" y="21882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0" name="pt46070"/>
            <p:cNvSpPr/>
            <p:nvPr/>
          </p:nvSpPr>
          <p:spPr>
            <a:xfrm>
              <a:off x="8588529" y="22531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1" name="pt46071"/>
            <p:cNvSpPr/>
            <p:nvPr/>
          </p:nvSpPr>
          <p:spPr>
            <a:xfrm>
              <a:off x="8588529" y="21624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2" name="pt46072"/>
            <p:cNvSpPr/>
            <p:nvPr/>
          </p:nvSpPr>
          <p:spPr>
            <a:xfrm>
              <a:off x="9316366" y="22056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3" name="pt46073"/>
            <p:cNvSpPr/>
            <p:nvPr/>
          </p:nvSpPr>
          <p:spPr>
            <a:xfrm>
              <a:off x="9289315" y="20125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4" name="pt46074"/>
            <p:cNvSpPr/>
            <p:nvPr/>
          </p:nvSpPr>
          <p:spPr>
            <a:xfrm>
              <a:off x="8312152" y="22085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5" name="pt46075"/>
            <p:cNvSpPr/>
            <p:nvPr/>
          </p:nvSpPr>
          <p:spPr>
            <a:xfrm>
              <a:off x="9056963" y="21579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6" name="pt46076"/>
            <p:cNvSpPr/>
            <p:nvPr/>
          </p:nvSpPr>
          <p:spPr>
            <a:xfrm>
              <a:off x="8500809" y="26468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7" name="pt46077"/>
            <p:cNvSpPr/>
            <p:nvPr/>
          </p:nvSpPr>
          <p:spPr>
            <a:xfrm>
              <a:off x="8826587" y="21418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8" name="pt46078"/>
            <p:cNvSpPr/>
            <p:nvPr/>
          </p:nvSpPr>
          <p:spPr>
            <a:xfrm>
              <a:off x="9067835" y="18696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9" name="pt46079"/>
            <p:cNvSpPr/>
            <p:nvPr/>
          </p:nvSpPr>
          <p:spPr>
            <a:xfrm>
              <a:off x="8887406" y="16335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0" name="pt46080"/>
            <p:cNvSpPr/>
            <p:nvPr/>
          </p:nvSpPr>
          <p:spPr>
            <a:xfrm>
              <a:off x="9294459" y="19250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1" name="pt46081"/>
            <p:cNvSpPr/>
            <p:nvPr/>
          </p:nvSpPr>
          <p:spPr>
            <a:xfrm>
              <a:off x="8646309" y="23170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2" name="pt46082"/>
            <p:cNvSpPr/>
            <p:nvPr/>
          </p:nvSpPr>
          <p:spPr>
            <a:xfrm>
              <a:off x="8731558" y="20340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3" name="pt46083"/>
            <p:cNvSpPr/>
            <p:nvPr/>
          </p:nvSpPr>
          <p:spPr>
            <a:xfrm>
              <a:off x="8992313" y="18226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4" name="pt46084"/>
            <p:cNvSpPr/>
            <p:nvPr/>
          </p:nvSpPr>
          <p:spPr>
            <a:xfrm>
              <a:off x="8961983" y="22078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5" name="pt46085"/>
            <p:cNvSpPr/>
            <p:nvPr/>
          </p:nvSpPr>
          <p:spPr>
            <a:xfrm>
              <a:off x="9044150" y="18241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6" name="pt46086"/>
            <p:cNvSpPr/>
            <p:nvPr/>
          </p:nvSpPr>
          <p:spPr>
            <a:xfrm>
              <a:off x="9003396" y="19813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7" name="pt46087"/>
            <p:cNvSpPr/>
            <p:nvPr/>
          </p:nvSpPr>
          <p:spPr>
            <a:xfrm>
              <a:off x="9007935" y="20844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8" name="pt46088"/>
            <p:cNvSpPr/>
            <p:nvPr/>
          </p:nvSpPr>
          <p:spPr>
            <a:xfrm>
              <a:off x="8932228" y="19729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9" name="pt46089"/>
            <p:cNvSpPr/>
            <p:nvPr/>
          </p:nvSpPr>
          <p:spPr>
            <a:xfrm>
              <a:off x="8646309" y="23951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0" name="pt46090"/>
            <p:cNvSpPr/>
            <p:nvPr/>
          </p:nvSpPr>
          <p:spPr>
            <a:xfrm>
              <a:off x="9359136" y="21193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1" name="pt46091"/>
            <p:cNvSpPr/>
            <p:nvPr/>
          </p:nvSpPr>
          <p:spPr>
            <a:xfrm>
              <a:off x="8619838" y="2156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2" name="pt46092"/>
            <p:cNvSpPr/>
            <p:nvPr/>
          </p:nvSpPr>
          <p:spPr>
            <a:xfrm>
              <a:off x="8947749" y="21613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3" name="pt46093"/>
            <p:cNvSpPr/>
            <p:nvPr/>
          </p:nvSpPr>
          <p:spPr>
            <a:xfrm>
              <a:off x="9231999" y="19443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4" name="pt46094"/>
            <p:cNvSpPr/>
            <p:nvPr/>
          </p:nvSpPr>
          <p:spPr>
            <a:xfrm>
              <a:off x="8850587" y="2079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5" name="pt46095"/>
            <p:cNvSpPr/>
            <p:nvPr/>
          </p:nvSpPr>
          <p:spPr>
            <a:xfrm>
              <a:off x="9252225" y="19332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6" name="pt46096"/>
            <p:cNvSpPr/>
            <p:nvPr/>
          </p:nvSpPr>
          <p:spPr>
            <a:xfrm>
              <a:off x="9046552" y="18096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7" name="pt46097"/>
            <p:cNvSpPr/>
            <p:nvPr/>
          </p:nvSpPr>
          <p:spPr>
            <a:xfrm>
              <a:off x="8961983" y="21888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8" name="pt46098"/>
            <p:cNvSpPr/>
            <p:nvPr/>
          </p:nvSpPr>
          <p:spPr>
            <a:xfrm>
              <a:off x="9111342" y="20475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9" name="pt46099"/>
            <p:cNvSpPr/>
            <p:nvPr/>
          </p:nvSpPr>
          <p:spPr>
            <a:xfrm>
              <a:off x="8619838" y="21302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0" name="pt46100"/>
            <p:cNvSpPr/>
            <p:nvPr/>
          </p:nvSpPr>
          <p:spPr>
            <a:xfrm>
              <a:off x="8731558" y="23200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1" name="pt46101"/>
            <p:cNvSpPr/>
            <p:nvPr/>
          </p:nvSpPr>
          <p:spPr>
            <a:xfrm>
              <a:off x="8884367" y="20688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2" name="pt46102"/>
            <p:cNvSpPr/>
            <p:nvPr/>
          </p:nvSpPr>
          <p:spPr>
            <a:xfrm>
              <a:off x="8381780" y="24179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3" name="pt46103"/>
            <p:cNvSpPr/>
            <p:nvPr/>
          </p:nvSpPr>
          <p:spPr>
            <a:xfrm>
              <a:off x="8917708" y="2020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4" name="pt46104"/>
            <p:cNvSpPr/>
            <p:nvPr/>
          </p:nvSpPr>
          <p:spPr>
            <a:xfrm>
              <a:off x="9320769" y="21526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5" name="pt46105"/>
            <p:cNvSpPr/>
            <p:nvPr/>
          </p:nvSpPr>
          <p:spPr>
            <a:xfrm>
              <a:off x="9184210" y="22058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6" name="pt46106"/>
            <p:cNvSpPr/>
            <p:nvPr/>
          </p:nvSpPr>
          <p:spPr>
            <a:xfrm>
              <a:off x="8619838" y="23467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7" name="pt46107"/>
            <p:cNvSpPr/>
            <p:nvPr/>
          </p:nvSpPr>
          <p:spPr>
            <a:xfrm>
              <a:off x="8431181" y="2482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8" name="pt46108"/>
            <p:cNvSpPr/>
            <p:nvPr/>
          </p:nvSpPr>
          <p:spPr>
            <a:xfrm>
              <a:off x="8431181" y="23186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9" name="pt46109"/>
            <p:cNvSpPr/>
            <p:nvPr/>
          </p:nvSpPr>
          <p:spPr>
            <a:xfrm>
              <a:off x="8588529" y="22412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0" name="pt46110"/>
            <p:cNvSpPr/>
            <p:nvPr/>
          </p:nvSpPr>
          <p:spPr>
            <a:xfrm>
              <a:off x="8945616" y="20935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1" name="pt46111"/>
            <p:cNvSpPr/>
            <p:nvPr/>
          </p:nvSpPr>
          <p:spPr>
            <a:xfrm>
              <a:off x="8982209" y="19901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2" name="pt46112"/>
            <p:cNvSpPr/>
            <p:nvPr/>
          </p:nvSpPr>
          <p:spPr>
            <a:xfrm>
              <a:off x="9581160" y="23551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3" name="pt46113"/>
            <p:cNvSpPr/>
            <p:nvPr/>
          </p:nvSpPr>
          <p:spPr>
            <a:xfrm>
              <a:off x="9340807" y="21440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4" name="pt46114"/>
            <p:cNvSpPr/>
            <p:nvPr/>
          </p:nvSpPr>
          <p:spPr>
            <a:xfrm>
              <a:off x="8469500" y="24611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5" name="pt46115"/>
            <p:cNvSpPr/>
            <p:nvPr/>
          </p:nvSpPr>
          <p:spPr>
            <a:xfrm>
              <a:off x="9052414" y="21004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6" name="pt46116"/>
            <p:cNvSpPr/>
            <p:nvPr/>
          </p:nvSpPr>
          <p:spPr>
            <a:xfrm>
              <a:off x="8907297" y="21947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7" name="pt46117"/>
            <p:cNvSpPr/>
            <p:nvPr/>
          </p:nvSpPr>
          <p:spPr>
            <a:xfrm>
              <a:off x="8707558" y="23013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8" name="pt46118"/>
            <p:cNvSpPr/>
            <p:nvPr/>
          </p:nvSpPr>
          <p:spPr>
            <a:xfrm>
              <a:off x="8689465" y="23702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9" name="pt46119"/>
            <p:cNvSpPr/>
            <p:nvPr/>
          </p:nvSpPr>
          <p:spPr>
            <a:xfrm>
              <a:off x="9044150" y="17944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0" name="pt46120"/>
            <p:cNvSpPr/>
            <p:nvPr/>
          </p:nvSpPr>
          <p:spPr>
            <a:xfrm>
              <a:off x="9010896" y="17294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1" name="pt46121"/>
            <p:cNvSpPr/>
            <p:nvPr/>
          </p:nvSpPr>
          <p:spPr>
            <a:xfrm>
              <a:off x="8765338" y="20290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2" name="pt46122"/>
            <p:cNvSpPr/>
            <p:nvPr/>
          </p:nvSpPr>
          <p:spPr>
            <a:xfrm>
              <a:off x="8500809" y="26477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3" name="pt46123"/>
            <p:cNvSpPr/>
            <p:nvPr/>
          </p:nvSpPr>
          <p:spPr>
            <a:xfrm>
              <a:off x="9108871" y="21242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4" name="pt46124"/>
            <p:cNvSpPr/>
            <p:nvPr/>
          </p:nvSpPr>
          <p:spPr>
            <a:xfrm>
              <a:off x="9207674" y="17693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5" name="pt46125"/>
            <p:cNvSpPr/>
            <p:nvPr/>
          </p:nvSpPr>
          <p:spPr>
            <a:xfrm>
              <a:off x="9088645" y="19934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6" name="pt46126"/>
            <p:cNvSpPr/>
            <p:nvPr/>
          </p:nvSpPr>
          <p:spPr>
            <a:xfrm>
              <a:off x="8312152" y="22016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7" name="pt46127"/>
            <p:cNvSpPr/>
            <p:nvPr/>
          </p:nvSpPr>
          <p:spPr>
            <a:xfrm>
              <a:off x="8874912" y="21836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8" name="pt46128"/>
            <p:cNvSpPr/>
            <p:nvPr/>
          </p:nvSpPr>
          <p:spPr>
            <a:xfrm>
              <a:off x="9222422" y="19334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9" name="pt46129"/>
            <p:cNvSpPr/>
            <p:nvPr/>
          </p:nvSpPr>
          <p:spPr>
            <a:xfrm>
              <a:off x="8469500" y="23443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0" name="pt46130"/>
            <p:cNvSpPr/>
            <p:nvPr/>
          </p:nvSpPr>
          <p:spPr>
            <a:xfrm>
              <a:off x="8822239" y="22828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1" name="pt46131"/>
            <p:cNvSpPr/>
            <p:nvPr/>
          </p:nvSpPr>
          <p:spPr>
            <a:xfrm>
              <a:off x="8941268" y="18995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2" name="pt46132"/>
            <p:cNvSpPr/>
            <p:nvPr/>
          </p:nvSpPr>
          <p:spPr>
            <a:xfrm>
              <a:off x="8633583" y="20032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3" name="pt46133"/>
            <p:cNvSpPr/>
            <p:nvPr/>
          </p:nvSpPr>
          <p:spPr>
            <a:xfrm>
              <a:off x="9034193" y="17920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4" name="pt46134"/>
            <p:cNvSpPr/>
            <p:nvPr/>
          </p:nvSpPr>
          <p:spPr>
            <a:xfrm>
              <a:off x="8431181" y="25265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5" name="pt46135"/>
            <p:cNvSpPr/>
            <p:nvPr/>
          </p:nvSpPr>
          <p:spPr>
            <a:xfrm>
              <a:off x="9652003" y="24384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6" name="pt46136"/>
            <p:cNvSpPr/>
            <p:nvPr/>
          </p:nvSpPr>
          <p:spPr>
            <a:xfrm>
              <a:off x="9461227" y="2300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7" name="pt46137"/>
            <p:cNvSpPr/>
            <p:nvPr/>
          </p:nvSpPr>
          <p:spPr>
            <a:xfrm>
              <a:off x="8922686" y="18335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8" name="pt46138"/>
            <p:cNvSpPr/>
            <p:nvPr/>
          </p:nvSpPr>
          <p:spPr>
            <a:xfrm>
              <a:off x="8850587" y="19895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9" name="pt46139"/>
            <p:cNvSpPr/>
            <p:nvPr/>
          </p:nvSpPr>
          <p:spPr>
            <a:xfrm>
              <a:off x="9316366" y="20935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0" name="pt46140"/>
            <p:cNvSpPr/>
            <p:nvPr/>
          </p:nvSpPr>
          <p:spPr>
            <a:xfrm>
              <a:off x="8588529" y="21721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1" name="pt46141"/>
            <p:cNvSpPr/>
            <p:nvPr/>
          </p:nvSpPr>
          <p:spPr>
            <a:xfrm>
              <a:off x="8312152" y="24639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2" name="pt46142"/>
            <p:cNvSpPr/>
            <p:nvPr/>
          </p:nvSpPr>
          <p:spPr>
            <a:xfrm>
              <a:off x="8731558" y="2265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3" name="pt46143"/>
            <p:cNvSpPr/>
            <p:nvPr/>
          </p:nvSpPr>
          <p:spPr>
            <a:xfrm>
              <a:off x="8312152" y="24428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4" name="pt46144"/>
            <p:cNvSpPr/>
            <p:nvPr/>
          </p:nvSpPr>
          <p:spPr>
            <a:xfrm>
              <a:off x="8904593" y="21158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5" name="pt46145"/>
            <p:cNvSpPr/>
            <p:nvPr/>
          </p:nvSpPr>
          <p:spPr>
            <a:xfrm>
              <a:off x="9196592" y="21692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6" name="pt46146"/>
            <p:cNvSpPr/>
            <p:nvPr/>
          </p:nvSpPr>
          <p:spPr>
            <a:xfrm>
              <a:off x="8842954" y="21764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7" name="pt46147"/>
            <p:cNvSpPr/>
            <p:nvPr/>
          </p:nvSpPr>
          <p:spPr>
            <a:xfrm>
              <a:off x="9780422" y="24848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8" name="pt46148"/>
            <p:cNvSpPr/>
            <p:nvPr/>
          </p:nvSpPr>
          <p:spPr>
            <a:xfrm>
              <a:off x="8469500" y="24680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9" name="pt46149"/>
            <p:cNvSpPr/>
            <p:nvPr/>
          </p:nvSpPr>
          <p:spPr>
            <a:xfrm>
              <a:off x="8932228" y="18832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0" name="pt46150"/>
            <p:cNvSpPr/>
            <p:nvPr/>
          </p:nvSpPr>
          <p:spPr>
            <a:xfrm>
              <a:off x="9274162" y="19174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1" name="pt46151"/>
            <p:cNvSpPr/>
            <p:nvPr/>
          </p:nvSpPr>
          <p:spPr>
            <a:xfrm>
              <a:off x="8759093" y="20029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2" name="pt46152"/>
            <p:cNvSpPr/>
            <p:nvPr/>
          </p:nvSpPr>
          <p:spPr>
            <a:xfrm>
              <a:off x="8469500" y="22798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3" name="pt46153"/>
            <p:cNvSpPr/>
            <p:nvPr/>
          </p:nvSpPr>
          <p:spPr>
            <a:xfrm>
              <a:off x="9067835" y="17925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4" name="pt46154"/>
            <p:cNvSpPr/>
            <p:nvPr/>
          </p:nvSpPr>
          <p:spPr>
            <a:xfrm>
              <a:off x="8381780" y="23546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5" name="pt46155"/>
            <p:cNvSpPr/>
            <p:nvPr/>
          </p:nvSpPr>
          <p:spPr>
            <a:xfrm>
              <a:off x="8826587" y="23027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6" name="pt46156"/>
            <p:cNvSpPr/>
            <p:nvPr/>
          </p:nvSpPr>
          <p:spPr>
            <a:xfrm>
              <a:off x="8939053" y="18943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7" name="pt46157"/>
            <p:cNvSpPr/>
            <p:nvPr/>
          </p:nvSpPr>
          <p:spPr>
            <a:xfrm>
              <a:off x="9018082" y="12476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8" name="pt46158"/>
            <p:cNvSpPr/>
            <p:nvPr/>
          </p:nvSpPr>
          <p:spPr>
            <a:xfrm>
              <a:off x="9287859" y="20205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9" name="pt46159"/>
            <p:cNvSpPr/>
            <p:nvPr/>
          </p:nvSpPr>
          <p:spPr>
            <a:xfrm>
              <a:off x="9400632" y="19492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0" name="pt46160"/>
            <p:cNvSpPr/>
            <p:nvPr/>
          </p:nvSpPr>
          <p:spPr>
            <a:xfrm>
              <a:off x="8842954" y="21244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1" name="pt46161"/>
            <p:cNvSpPr/>
            <p:nvPr/>
          </p:nvSpPr>
          <p:spPr>
            <a:xfrm>
              <a:off x="8469500" y="23273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2" name="pt46162"/>
            <p:cNvSpPr/>
            <p:nvPr/>
          </p:nvSpPr>
          <p:spPr>
            <a:xfrm>
              <a:off x="8850587" y="21042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3" name="pt46163"/>
            <p:cNvSpPr/>
            <p:nvPr/>
          </p:nvSpPr>
          <p:spPr>
            <a:xfrm>
              <a:off x="9060297" y="20601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4" name="pt46164"/>
            <p:cNvSpPr/>
            <p:nvPr/>
          </p:nvSpPr>
          <p:spPr>
            <a:xfrm>
              <a:off x="8646309" y="25355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5" name="pt46165"/>
            <p:cNvSpPr/>
            <p:nvPr/>
          </p:nvSpPr>
          <p:spPr>
            <a:xfrm>
              <a:off x="8929892" y="17840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6" name="pt46166"/>
            <p:cNvSpPr/>
            <p:nvPr/>
          </p:nvSpPr>
          <p:spPr>
            <a:xfrm>
              <a:off x="8907297" y="20818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7" name="pt46167"/>
            <p:cNvSpPr/>
            <p:nvPr/>
          </p:nvSpPr>
          <p:spPr>
            <a:xfrm>
              <a:off x="9052414" y="21781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8" name="pt46168"/>
            <p:cNvSpPr/>
            <p:nvPr/>
          </p:nvSpPr>
          <p:spPr>
            <a:xfrm>
              <a:off x="8633583" y="19168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9" name="pt46169"/>
            <p:cNvSpPr/>
            <p:nvPr/>
          </p:nvSpPr>
          <p:spPr>
            <a:xfrm>
              <a:off x="8619838" y="23966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0" name="pt46170"/>
            <p:cNvSpPr/>
            <p:nvPr/>
          </p:nvSpPr>
          <p:spPr>
            <a:xfrm>
              <a:off x="8839006" y="2111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1" name="pt46171"/>
            <p:cNvSpPr/>
            <p:nvPr/>
          </p:nvSpPr>
          <p:spPr>
            <a:xfrm>
              <a:off x="9003396" y="19366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2" name="pt46172"/>
            <p:cNvSpPr/>
            <p:nvPr/>
          </p:nvSpPr>
          <p:spPr>
            <a:xfrm>
              <a:off x="8949856" y="21223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3" name="pt46173"/>
            <p:cNvSpPr/>
            <p:nvPr/>
          </p:nvSpPr>
          <p:spPr>
            <a:xfrm>
              <a:off x="8798679" y="2321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4" name="pt46174"/>
            <p:cNvSpPr/>
            <p:nvPr/>
          </p:nvSpPr>
          <p:spPr>
            <a:xfrm>
              <a:off x="8619838" y="23213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5" name="pt46175"/>
            <p:cNvSpPr/>
            <p:nvPr/>
          </p:nvSpPr>
          <p:spPr>
            <a:xfrm>
              <a:off x="9196592" y="23477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6" name="pt46176"/>
            <p:cNvSpPr/>
            <p:nvPr/>
          </p:nvSpPr>
          <p:spPr>
            <a:xfrm>
              <a:off x="9537100" y="21857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7" name="pt46177"/>
            <p:cNvSpPr/>
            <p:nvPr/>
          </p:nvSpPr>
          <p:spPr>
            <a:xfrm>
              <a:off x="8842954" y="19987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8" name="pt46178"/>
            <p:cNvSpPr/>
            <p:nvPr/>
          </p:nvSpPr>
          <p:spPr>
            <a:xfrm>
              <a:off x="8813199" y="20749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9" name="pt46179"/>
            <p:cNvSpPr/>
            <p:nvPr/>
          </p:nvSpPr>
          <p:spPr>
            <a:xfrm>
              <a:off x="8798679" y="22264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0" name="pt46180"/>
            <p:cNvSpPr/>
            <p:nvPr/>
          </p:nvSpPr>
          <p:spPr>
            <a:xfrm>
              <a:off x="9370170" y="21543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1" name="pt46181"/>
            <p:cNvSpPr/>
            <p:nvPr/>
          </p:nvSpPr>
          <p:spPr>
            <a:xfrm>
              <a:off x="8312152" y="24553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2" name="pt46182"/>
            <p:cNvSpPr/>
            <p:nvPr/>
          </p:nvSpPr>
          <p:spPr>
            <a:xfrm>
              <a:off x="8312152" y="23337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3" name="pt46183"/>
            <p:cNvSpPr/>
            <p:nvPr/>
          </p:nvSpPr>
          <p:spPr>
            <a:xfrm>
              <a:off x="9828342" y="22966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4" name="pt46184"/>
            <p:cNvSpPr/>
            <p:nvPr/>
          </p:nvSpPr>
          <p:spPr>
            <a:xfrm>
              <a:off x="8431181" y="24241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5" name="pt46185"/>
            <p:cNvSpPr/>
            <p:nvPr/>
          </p:nvSpPr>
          <p:spPr>
            <a:xfrm>
              <a:off x="8633583" y="22049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6" name="pt46186"/>
            <p:cNvSpPr/>
            <p:nvPr/>
          </p:nvSpPr>
          <p:spPr>
            <a:xfrm>
              <a:off x="9184210" y="21862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7" name="pt46187"/>
            <p:cNvSpPr/>
            <p:nvPr/>
          </p:nvSpPr>
          <p:spPr>
            <a:xfrm>
              <a:off x="8619838" y="22375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8" name="pt46188"/>
            <p:cNvSpPr/>
            <p:nvPr/>
          </p:nvSpPr>
          <p:spPr>
            <a:xfrm>
              <a:off x="9427665" y="19637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9" name="pt46189"/>
            <p:cNvSpPr/>
            <p:nvPr/>
          </p:nvSpPr>
          <p:spPr>
            <a:xfrm>
              <a:off x="8588529" y="22109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0" name="pt46190"/>
            <p:cNvSpPr/>
            <p:nvPr/>
          </p:nvSpPr>
          <p:spPr>
            <a:xfrm>
              <a:off x="8834965" y="22397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1" name="pt46191"/>
            <p:cNvSpPr/>
            <p:nvPr/>
          </p:nvSpPr>
          <p:spPr>
            <a:xfrm>
              <a:off x="8826587" y="23127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2" name="pt46192"/>
            <p:cNvSpPr/>
            <p:nvPr/>
          </p:nvSpPr>
          <p:spPr>
            <a:xfrm>
              <a:off x="9828342" y="23780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3" name="pt46193"/>
            <p:cNvSpPr/>
            <p:nvPr/>
          </p:nvSpPr>
          <p:spPr>
            <a:xfrm>
              <a:off x="8932228" y="19128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4" name="pt46194"/>
            <p:cNvSpPr/>
            <p:nvPr/>
          </p:nvSpPr>
          <p:spPr>
            <a:xfrm>
              <a:off x="8550210" y="25804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5" name="pt46195"/>
            <p:cNvSpPr/>
            <p:nvPr/>
          </p:nvSpPr>
          <p:spPr>
            <a:xfrm>
              <a:off x="8500809" y="24631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6" name="pt46196"/>
            <p:cNvSpPr/>
            <p:nvPr/>
          </p:nvSpPr>
          <p:spPr>
            <a:xfrm>
              <a:off x="8500809" y="26161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7" name="pt46197"/>
            <p:cNvSpPr/>
            <p:nvPr/>
          </p:nvSpPr>
          <p:spPr>
            <a:xfrm>
              <a:off x="9073023" y="18287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8" name="pt46198"/>
            <p:cNvSpPr/>
            <p:nvPr/>
          </p:nvSpPr>
          <p:spPr>
            <a:xfrm>
              <a:off x="9222422" y="19078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9" name="pt46199"/>
            <p:cNvSpPr/>
            <p:nvPr/>
          </p:nvSpPr>
          <p:spPr>
            <a:xfrm>
              <a:off x="9052414" y="20929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0" name="pt46200"/>
            <p:cNvSpPr/>
            <p:nvPr/>
          </p:nvSpPr>
          <p:spPr>
            <a:xfrm>
              <a:off x="9064645" y="19154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1" name="pt46201"/>
            <p:cNvSpPr/>
            <p:nvPr/>
          </p:nvSpPr>
          <p:spPr>
            <a:xfrm>
              <a:off x="9898409" y="25070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2" name="pt46202"/>
            <p:cNvSpPr/>
            <p:nvPr/>
          </p:nvSpPr>
          <p:spPr>
            <a:xfrm>
              <a:off x="8817779" y="22071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3" name="pt46203"/>
            <p:cNvSpPr/>
            <p:nvPr/>
          </p:nvSpPr>
          <p:spPr>
            <a:xfrm>
              <a:off x="8588529" y="22549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4" name="pt46204"/>
            <p:cNvSpPr/>
            <p:nvPr/>
          </p:nvSpPr>
          <p:spPr>
            <a:xfrm>
              <a:off x="8971473" y="22934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5" name="pt46205"/>
            <p:cNvSpPr/>
            <p:nvPr/>
          </p:nvSpPr>
          <p:spPr>
            <a:xfrm>
              <a:off x="9550412" y="20926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6" name="pt46206"/>
            <p:cNvSpPr/>
            <p:nvPr/>
          </p:nvSpPr>
          <p:spPr>
            <a:xfrm>
              <a:off x="8745877" y="21273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7" name="pt46207"/>
            <p:cNvSpPr/>
            <p:nvPr/>
          </p:nvSpPr>
          <p:spPr>
            <a:xfrm>
              <a:off x="9199552" y="18749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8" name="pt46208"/>
            <p:cNvSpPr/>
            <p:nvPr/>
          </p:nvSpPr>
          <p:spPr>
            <a:xfrm>
              <a:off x="9123951" y="20641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9" name="pt46209"/>
            <p:cNvSpPr/>
            <p:nvPr/>
          </p:nvSpPr>
          <p:spPr>
            <a:xfrm>
              <a:off x="8679650" y="23774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0" name="pt46210"/>
            <p:cNvSpPr/>
            <p:nvPr/>
          </p:nvSpPr>
          <p:spPr>
            <a:xfrm>
              <a:off x="8570436" y="24271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1" name="pt46211"/>
            <p:cNvSpPr/>
            <p:nvPr/>
          </p:nvSpPr>
          <p:spPr>
            <a:xfrm>
              <a:off x="8500809" y="24699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2" name="pt46212"/>
            <p:cNvSpPr/>
            <p:nvPr/>
          </p:nvSpPr>
          <p:spPr>
            <a:xfrm>
              <a:off x="9102103" y="20798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3" name="pt46213"/>
            <p:cNvSpPr/>
            <p:nvPr/>
          </p:nvSpPr>
          <p:spPr>
            <a:xfrm>
              <a:off x="8920215" y="21886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4" name="pt46214"/>
            <p:cNvSpPr/>
            <p:nvPr/>
          </p:nvSpPr>
          <p:spPr>
            <a:xfrm>
              <a:off x="9274162" y="19449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5" name="pt46215"/>
            <p:cNvSpPr/>
            <p:nvPr/>
          </p:nvSpPr>
          <p:spPr>
            <a:xfrm>
              <a:off x="8893328" y="15418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6" name="pt46216"/>
            <p:cNvSpPr/>
            <p:nvPr/>
          </p:nvSpPr>
          <p:spPr>
            <a:xfrm>
              <a:off x="8431181" y="24272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7" name="pt46217"/>
            <p:cNvSpPr/>
            <p:nvPr/>
          </p:nvSpPr>
          <p:spPr>
            <a:xfrm>
              <a:off x="8619838" y="22501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8" name="pt46218"/>
            <p:cNvSpPr/>
            <p:nvPr/>
          </p:nvSpPr>
          <p:spPr>
            <a:xfrm>
              <a:off x="8834965" y="19741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9" name="pt46219"/>
            <p:cNvSpPr/>
            <p:nvPr/>
          </p:nvSpPr>
          <p:spPr>
            <a:xfrm>
              <a:off x="8312152" y="24748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0" name="pt46220"/>
            <p:cNvSpPr/>
            <p:nvPr/>
          </p:nvSpPr>
          <p:spPr>
            <a:xfrm>
              <a:off x="8817779" y="21754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1" name="pt46221"/>
            <p:cNvSpPr/>
            <p:nvPr/>
          </p:nvSpPr>
          <p:spPr>
            <a:xfrm>
              <a:off x="9193072" y="21399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2" name="pt46222"/>
            <p:cNvSpPr/>
            <p:nvPr/>
          </p:nvSpPr>
          <p:spPr>
            <a:xfrm>
              <a:off x="8901845" y="20569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3" name="pt46223"/>
            <p:cNvSpPr/>
            <p:nvPr/>
          </p:nvSpPr>
          <p:spPr>
            <a:xfrm>
              <a:off x="9329710" y="22664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4" name="pt46224"/>
            <p:cNvSpPr/>
            <p:nvPr/>
          </p:nvSpPr>
          <p:spPr>
            <a:xfrm>
              <a:off x="9184210" y="22265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5" name="pt46225"/>
            <p:cNvSpPr/>
            <p:nvPr/>
          </p:nvSpPr>
          <p:spPr>
            <a:xfrm>
              <a:off x="9231999" y="20015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6" name="pt46226"/>
            <p:cNvSpPr/>
            <p:nvPr/>
          </p:nvSpPr>
          <p:spPr>
            <a:xfrm>
              <a:off x="8469500" y="24904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7" name="pt46227"/>
            <p:cNvSpPr/>
            <p:nvPr/>
          </p:nvSpPr>
          <p:spPr>
            <a:xfrm>
              <a:off x="8431181" y="24376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8" name="pt46228"/>
            <p:cNvSpPr/>
            <p:nvPr/>
          </p:nvSpPr>
          <p:spPr>
            <a:xfrm>
              <a:off x="8943456" y="19444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9" name="pt46229"/>
            <p:cNvSpPr/>
            <p:nvPr/>
          </p:nvSpPr>
          <p:spPr>
            <a:xfrm>
              <a:off x="8381780" y="22598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0" name="pt46230"/>
            <p:cNvSpPr/>
            <p:nvPr/>
          </p:nvSpPr>
          <p:spPr>
            <a:xfrm>
              <a:off x="8752612" y="22118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1" name="pt46231"/>
            <p:cNvSpPr/>
            <p:nvPr/>
          </p:nvSpPr>
          <p:spPr>
            <a:xfrm>
              <a:off x="9294459" y="21056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2" name="pt46232"/>
            <p:cNvSpPr/>
            <p:nvPr/>
          </p:nvSpPr>
          <p:spPr>
            <a:xfrm>
              <a:off x="8874912" y="23382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3" name="pt46233"/>
            <p:cNvSpPr/>
            <p:nvPr/>
          </p:nvSpPr>
          <p:spPr>
            <a:xfrm>
              <a:off x="8698750" y="22956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4" name="pt46234"/>
            <p:cNvSpPr/>
            <p:nvPr/>
          </p:nvSpPr>
          <p:spPr>
            <a:xfrm>
              <a:off x="8961983" y="22510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5" name="pt46235"/>
            <p:cNvSpPr/>
            <p:nvPr/>
          </p:nvSpPr>
          <p:spPr>
            <a:xfrm>
              <a:off x="9090502" y="17954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6" name="pt46236"/>
            <p:cNvSpPr/>
            <p:nvPr/>
          </p:nvSpPr>
          <p:spPr>
            <a:xfrm>
              <a:off x="9352440" y="21017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7" name="pt46237"/>
            <p:cNvSpPr/>
            <p:nvPr/>
          </p:nvSpPr>
          <p:spPr>
            <a:xfrm>
              <a:off x="9027663" y="19177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8" name="pt46238"/>
            <p:cNvSpPr/>
            <p:nvPr/>
          </p:nvSpPr>
          <p:spPr>
            <a:xfrm>
              <a:off x="9187390" y="22132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9" name="pt46239"/>
            <p:cNvSpPr/>
            <p:nvPr/>
          </p:nvSpPr>
          <p:spPr>
            <a:xfrm>
              <a:off x="8469500" y="23603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0" name="pt46240"/>
            <p:cNvSpPr/>
            <p:nvPr/>
          </p:nvSpPr>
          <p:spPr>
            <a:xfrm>
              <a:off x="9242219" y="18034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1" name="pt46241"/>
            <p:cNvSpPr/>
            <p:nvPr/>
          </p:nvSpPr>
          <p:spPr>
            <a:xfrm>
              <a:off x="8604896" y="22917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2" name="pt46242"/>
            <p:cNvSpPr/>
            <p:nvPr/>
          </p:nvSpPr>
          <p:spPr>
            <a:xfrm>
              <a:off x="8469500" y="24456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3" name="pt46243"/>
            <p:cNvSpPr/>
            <p:nvPr/>
          </p:nvSpPr>
          <p:spPr>
            <a:xfrm>
              <a:off x="8500809" y="26611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4" name="pt46244"/>
            <p:cNvSpPr/>
            <p:nvPr/>
          </p:nvSpPr>
          <p:spPr>
            <a:xfrm>
              <a:off x="9356998" y="20723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5" name="pt46245"/>
            <p:cNvSpPr/>
            <p:nvPr/>
          </p:nvSpPr>
          <p:spPr>
            <a:xfrm>
              <a:off x="9139903" y="20692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6" name="pt46246"/>
            <p:cNvSpPr/>
            <p:nvPr/>
          </p:nvSpPr>
          <p:spPr>
            <a:xfrm>
              <a:off x="8619838" y="20135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7" name="pt46247"/>
            <p:cNvSpPr/>
            <p:nvPr/>
          </p:nvSpPr>
          <p:spPr>
            <a:xfrm>
              <a:off x="9667785" y="25056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8" name="pt46248"/>
            <p:cNvSpPr/>
            <p:nvPr/>
          </p:nvSpPr>
          <p:spPr>
            <a:xfrm>
              <a:off x="8723925" y="21197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9" name="pt46249"/>
            <p:cNvSpPr/>
            <p:nvPr/>
          </p:nvSpPr>
          <p:spPr>
            <a:xfrm>
              <a:off x="9098616" y="21883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0" name="pt46250"/>
            <p:cNvSpPr/>
            <p:nvPr/>
          </p:nvSpPr>
          <p:spPr>
            <a:xfrm>
              <a:off x="8431181" y="21550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1" name="pt46251"/>
            <p:cNvSpPr/>
            <p:nvPr/>
          </p:nvSpPr>
          <p:spPr>
            <a:xfrm>
              <a:off x="8834965" y="19940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2" name="pt46252"/>
            <p:cNvSpPr/>
            <p:nvPr/>
          </p:nvSpPr>
          <p:spPr>
            <a:xfrm>
              <a:off x="8469500" y="23448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3" name="pt46253"/>
            <p:cNvSpPr/>
            <p:nvPr/>
          </p:nvSpPr>
          <p:spPr>
            <a:xfrm>
              <a:off x="9179876" y="18612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4" name="pt46254"/>
            <p:cNvSpPr/>
            <p:nvPr/>
          </p:nvSpPr>
          <p:spPr>
            <a:xfrm>
              <a:off x="8550210" y="2577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5" name="pt46255"/>
            <p:cNvSpPr/>
            <p:nvPr/>
          </p:nvSpPr>
          <p:spPr>
            <a:xfrm>
              <a:off x="8980466" y="20299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6" name="pt46256"/>
            <p:cNvSpPr/>
            <p:nvPr/>
          </p:nvSpPr>
          <p:spPr>
            <a:xfrm>
              <a:off x="9414750" y="19785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7" name="pt46257"/>
            <p:cNvSpPr/>
            <p:nvPr/>
          </p:nvSpPr>
          <p:spPr>
            <a:xfrm>
              <a:off x="9068885" y="19006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8" name="pt46258"/>
            <p:cNvSpPr/>
            <p:nvPr/>
          </p:nvSpPr>
          <p:spPr>
            <a:xfrm>
              <a:off x="8788268" y="20341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9" name="pt46259"/>
            <p:cNvSpPr/>
            <p:nvPr/>
          </p:nvSpPr>
          <p:spPr>
            <a:xfrm>
              <a:off x="8961983" y="22322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0" name="pt46260"/>
            <p:cNvSpPr/>
            <p:nvPr/>
          </p:nvSpPr>
          <p:spPr>
            <a:xfrm>
              <a:off x="9067835" y="18155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1" name="pt46261"/>
            <p:cNvSpPr/>
            <p:nvPr/>
          </p:nvSpPr>
          <p:spPr>
            <a:xfrm>
              <a:off x="9018082" y="12580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2" name="pt46262"/>
            <p:cNvSpPr/>
            <p:nvPr/>
          </p:nvSpPr>
          <p:spPr>
            <a:xfrm>
              <a:off x="8887406" y="19732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3" name="pt46263"/>
            <p:cNvSpPr/>
            <p:nvPr/>
          </p:nvSpPr>
          <p:spPr>
            <a:xfrm>
              <a:off x="8782816" y="21153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4" name="pt46264"/>
            <p:cNvSpPr/>
            <p:nvPr/>
          </p:nvSpPr>
          <p:spPr>
            <a:xfrm>
              <a:off x="8500809" y="26489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5" name="pt46265"/>
            <p:cNvSpPr/>
            <p:nvPr/>
          </p:nvSpPr>
          <p:spPr>
            <a:xfrm>
              <a:off x="8738867" y="2148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6" name="pt46266"/>
            <p:cNvSpPr/>
            <p:nvPr/>
          </p:nvSpPr>
          <p:spPr>
            <a:xfrm>
              <a:off x="8971473" y="22085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7" name="pt46267"/>
            <p:cNvSpPr/>
            <p:nvPr/>
          </p:nvSpPr>
          <p:spPr>
            <a:xfrm>
              <a:off x="8312152" y="24635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8" name="pt46268"/>
            <p:cNvSpPr/>
            <p:nvPr/>
          </p:nvSpPr>
          <p:spPr>
            <a:xfrm>
              <a:off x="8312152" y="2408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9" name="pt46269"/>
            <p:cNvSpPr/>
            <p:nvPr/>
          </p:nvSpPr>
          <p:spPr>
            <a:xfrm>
              <a:off x="9668168" y="27966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0" name="pt46270"/>
            <p:cNvSpPr/>
            <p:nvPr/>
          </p:nvSpPr>
          <p:spPr>
            <a:xfrm>
              <a:off x="8842954" y="20093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1" name="pt46271"/>
            <p:cNvSpPr/>
            <p:nvPr/>
          </p:nvSpPr>
          <p:spPr>
            <a:xfrm>
              <a:off x="9324827" y="21171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2" name="pt46272"/>
            <p:cNvSpPr/>
            <p:nvPr/>
          </p:nvSpPr>
          <p:spPr>
            <a:xfrm>
              <a:off x="8550210" y="25971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3" name="pt46273"/>
            <p:cNvSpPr/>
            <p:nvPr/>
          </p:nvSpPr>
          <p:spPr>
            <a:xfrm>
              <a:off x="8658156" y="23244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4" name="pt46274"/>
            <p:cNvSpPr/>
            <p:nvPr/>
          </p:nvSpPr>
          <p:spPr>
            <a:xfrm>
              <a:off x="9573129" y="19992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5" name="pt46275"/>
            <p:cNvSpPr/>
            <p:nvPr/>
          </p:nvSpPr>
          <p:spPr>
            <a:xfrm>
              <a:off x="9389022" y="20439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6" name="pt46276"/>
            <p:cNvSpPr/>
            <p:nvPr/>
          </p:nvSpPr>
          <p:spPr>
            <a:xfrm>
              <a:off x="8868306" y="22726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7" name="pt46277"/>
            <p:cNvSpPr/>
            <p:nvPr/>
          </p:nvSpPr>
          <p:spPr>
            <a:xfrm>
              <a:off x="8803657" y="21057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8" name="pt46278"/>
            <p:cNvSpPr/>
            <p:nvPr/>
          </p:nvSpPr>
          <p:spPr>
            <a:xfrm>
              <a:off x="8941268" y="19595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9" name="pt46279"/>
            <p:cNvSpPr/>
            <p:nvPr/>
          </p:nvSpPr>
          <p:spPr>
            <a:xfrm>
              <a:off x="8759093" y="22240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0" name="pt46280"/>
            <p:cNvSpPr/>
            <p:nvPr/>
          </p:nvSpPr>
          <p:spPr>
            <a:xfrm>
              <a:off x="9633844" y="1899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1" name="pt46281"/>
            <p:cNvSpPr/>
            <p:nvPr/>
          </p:nvSpPr>
          <p:spPr>
            <a:xfrm>
              <a:off x="8817779" y="2304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2" name="pt46282"/>
            <p:cNvSpPr/>
            <p:nvPr/>
          </p:nvSpPr>
          <p:spPr>
            <a:xfrm>
              <a:off x="9123951" y="20102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3" name="pt46283"/>
            <p:cNvSpPr/>
            <p:nvPr/>
          </p:nvSpPr>
          <p:spPr>
            <a:xfrm>
              <a:off x="9517293" y="20648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4" name="pt46284"/>
            <p:cNvSpPr/>
            <p:nvPr/>
          </p:nvSpPr>
          <p:spPr>
            <a:xfrm>
              <a:off x="8669239" y="21006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5" name="pt46285"/>
            <p:cNvSpPr/>
            <p:nvPr/>
          </p:nvSpPr>
          <p:spPr>
            <a:xfrm>
              <a:off x="8830827" y="19488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6" name="pt46286"/>
            <p:cNvSpPr/>
            <p:nvPr/>
          </p:nvSpPr>
          <p:spPr>
            <a:xfrm>
              <a:off x="8646309" y="24587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7" name="pt46287"/>
            <p:cNvSpPr/>
            <p:nvPr/>
          </p:nvSpPr>
          <p:spPr>
            <a:xfrm>
              <a:off x="8922686" y="16982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8" name="pt46288"/>
            <p:cNvSpPr/>
            <p:nvPr/>
          </p:nvSpPr>
          <p:spPr>
            <a:xfrm>
              <a:off x="8570436" y="24187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9" name="pt46289"/>
            <p:cNvSpPr/>
            <p:nvPr/>
          </p:nvSpPr>
          <p:spPr>
            <a:xfrm>
              <a:off x="9174300" y="21802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0" name="pt46290"/>
            <p:cNvSpPr/>
            <p:nvPr/>
          </p:nvSpPr>
          <p:spPr>
            <a:xfrm>
              <a:off x="8788268" y="22399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1" name="pt46291"/>
            <p:cNvSpPr/>
            <p:nvPr/>
          </p:nvSpPr>
          <p:spPr>
            <a:xfrm>
              <a:off x="8669239" y="22767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2" name="pt46292"/>
            <p:cNvSpPr/>
            <p:nvPr/>
          </p:nvSpPr>
          <p:spPr>
            <a:xfrm>
              <a:off x="8550210" y="2473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3" name="pt46293"/>
            <p:cNvSpPr/>
            <p:nvPr/>
          </p:nvSpPr>
          <p:spPr>
            <a:xfrm>
              <a:off x="8570436" y="25185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4" name="pt46294"/>
            <p:cNvSpPr/>
            <p:nvPr/>
          </p:nvSpPr>
          <p:spPr>
            <a:xfrm>
              <a:off x="8707558" y="21578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5" name="pt46295"/>
            <p:cNvSpPr/>
            <p:nvPr/>
          </p:nvSpPr>
          <p:spPr>
            <a:xfrm>
              <a:off x="8793552" y="21754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6" name="pt46296"/>
            <p:cNvSpPr/>
            <p:nvPr/>
          </p:nvSpPr>
          <p:spPr>
            <a:xfrm>
              <a:off x="8381780" y="22080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7" name="pt46297"/>
            <p:cNvSpPr/>
            <p:nvPr/>
          </p:nvSpPr>
          <p:spPr>
            <a:xfrm>
              <a:off x="9187914" y="2330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8" name="pt46298"/>
            <p:cNvSpPr/>
            <p:nvPr/>
          </p:nvSpPr>
          <p:spPr>
            <a:xfrm>
              <a:off x="8861436" y="21102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9" name="pt46299"/>
            <p:cNvSpPr/>
            <p:nvPr/>
          </p:nvSpPr>
          <p:spPr>
            <a:xfrm>
              <a:off x="8604896" y="24135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0" name="pt46300"/>
            <p:cNvSpPr/>
            <p:nvPr/>
          </p:nvSpPr>
          <p:spPr>
            <a:xfrm>
              <a:off x="8939053" y="19003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1" name="pt46301"/>
            <p:cNvSpPr/>
            <p:nvPr/>
          </p:nvSpPr>
          <p:spPr>
            <a:xfrm>
              <a:off x="9120109" y="21220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2" name="pt46302"/>
            <p:cNvSpPr/>
            <p:nvPr/>
          </p:nvSpPr>
          <p:spPr>
            <a:xfrm>
              <a:off x="9277923" y="21219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3" name="pt46303"/>
            <p:cNvSpPr/>
            <p:nvPr/>
          </p:nvSpPr>
          <p:spPr>
            <a:xfrm>
              <a:off x="9047741" y="20569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4" name="pt46304"/>
            <p:cNvSpPr/>
            <p:nvPr/>
          </p:nvSpPr>
          <p:spPr>
            <a:xfrm>
              <a:off x="8312152" y="2315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5" name="pt46305"/>
            <p:cNvSpPr/>
            <p:nvPr/>
          </p:nvSpPr>
          <p:spPr>
            <a:xfrm>
              <a:off x="9216319" y="19600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6" name="pt46306"/>
            <p:cNvSpPr/>
            <p:nvPr/>
          </p:nvSpPr>
          <p:spPr>
            <a:xfrm>
              <a:off x="9417384" y="18488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7" name="pt46307"/>
            <p:cNvSpPr/>
            <p:nvPr/>
          </p:nvSpPr>
          <p:spPr>
            <a:xfrm>
              <a:off x="8949856" y="2111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8" name="pt46308"/>
            <p:cNvSpPr/>
            <p:nvPr/>
          </p:nvSpPr>
          <p:spPr>
            <a:xfrm>
              <a:off x="8961983" y="22177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9" name="pt46309"/>
            <p:cNvSpPr/>
            <p:nvPr/>
          </p:nvSpPr>
          <p:spPr>
            <a:xfrm>
              <a:off x="8912581" y="21231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0" name="pt46310"/>
            <p:cNvSpPr/>
            <p:nvPr/>
          </p:nvSpPr>
          <p:spPr>
            <a:xfrm>
              <a:off x="9367432" y="20897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1" name="pt46311"/>
            <p:cNvSpPr/>
            <p:nvPr/>
          </p:nvSpPr>
          <p:spPr>
            <a:xfrm>
              <a:off x="8788268" y="22354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2" name="pt46312"/>
            <p:cNvSpPr/>
            <p:nvPr/>
          </p:nvSpPr>
          <p:spPr>
            <a:xfrm>
              <a:off x="9052414" y="21660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3" name="pt46313"/>
            <p:cNvSpPr/>
            <p:nvPr/>
          </p:nvSpPr>
          <p:spPr>
            <a:xfrm>
              <a:off x="8956027" y="21593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4" name="pt46314"/>
            <p:cNvSpPr/>
            <p:nvPr/>
          </p:nvSpPr>
          <p:spPr>
            <a:xfrm>
              <a:off x="9031610" y="18964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5" name="pt46315"/>
            <p:cNvSpPr/>
            <p:nvPr/>
          </p:nvSpPr>
          <p:spPr>
            <a:xfrm>
              <a:off x="8834965" y="21683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6" name="pt46316"/>
            <p:cNvSpPr/>
            <p:nvPr/>
          </p:nvSpPr>
          <p:spPr>
            <a:xfrm>
              <a:off x="9286979" y="19862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7" name="pt46317"/>
            <p:cNvSpPr/>
            <p:nvPr/>
          </p:nvSpPr>
          <p:spPr>
            <a:xfrm>
              <a:off x="9750516" y="23535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8" name="pt46318"/>
            <p:cNvSpPr/>
            <p:nvPr/>
          </p:nvSpPr>
          <p:spPr>
            <a:xfrm>
              <a:off x="9054703" y="21166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9" name="pt46319"/>
            <p:cNvSpPr/>
            <p:nvPr/>
          </p:nvSpPr>
          <p:spPr>
            <a:xfrm>
              <a:off x="9074042" y="1875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0" name="pt46320"/>
            <p:cNvSpPr/>
            <p:nvPr/>
          </p:nvSpPr>
          <p:spPr>
            <a:xfrm>
              <a:off x="9088645" y="19147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1" name="pt46321"/>
            <p:cNvSpPr/>
            <p:nvPr/>
          </p:nvSpPr>
          <p:spPr>
            <a:xfrm>
              <a:off x="8971473" y="22504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2" name="pt46322"/>
            <p:cNvSpPr/>
            <p:nvPr/>
          </p:nvSpPr>
          <p:spPr>
            <a:xfrm>
              <a:off x="8658156" y="24651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3" name="pt46323"/>
            <p:cNvSpPr/>
            <p:nvPr/>
          </p:nvSpPr>
          <p:spPr>
            <a:xfrm>
              <a:off x="8570436" y="25019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4" name="pt46324"/>
            <p:cNvSpPr/>
            <p:nvPr/>
          </p:nvSpPr>
          <p:spPr>
            <a:xfrm>
              <a:off x="9037995" y="18830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5" name="pt46325"/>
            <p:cNvSpPr/>
            <p:nvPr/>
          </p:nvSpPr>
          <p:spPr>
            <a:xfrm>
              <a:off x="8884367" y="20822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6" name="pt46326"/>
            <p:cNvSpPr/>
            <p:nvPr/>
          </p:nvSpPr>
          <p:spPr>
            <a:xfrm>
              <a:off x="9051257" y="21234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7" name="pt46327"/>
            <p:cNvSpPr/>
            <p:nvPr/>
          </p:nvSpPr>
          <p:spPr>
            <a:xfrm>
              <a:off x="9068885" y="18294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8" name="pt46328"/>
            <p:cNvSpPr/>
            <p:nvPr/>
          </p:nvSpPr>
          <p:spPr>
            <a:xfrm>
              <a:off x="9316366" y="22317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9" name="pt46329"/>
            <p:cNvSpPr/>
            <p:nvPr/>
          </p:nvSpPr>
          <p:spPr>
            <a:xfrm>
              <a:off x="8917708" y="20595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0" name="pt46330"/>
            <p:cNvSpPr/>
            <p:nvPr/>
          </p:nvSpPr>
          <p:spPr>
            <a:xfrm>
              <a:off x="9052414" y="20893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1" name="pt46331"/>
            <p:cNvSpPr/>
            <p:nvPr/>
          </p:nvSpPr>
          <p:spPr>
            <a:xfrm>
              <a:off x="9035469" y="17646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2" name="pt46332"/>
            <p:cNvSpPr/>
            <p:nvPr/>
          </p:nvSpPr>
          <p:spPr>
            <a:xfrm>
              <a:off x="8604896" y="23634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3" name="pt46333"/>
            <p:cNvSpPr/>
            <p:nvPr/>
          </p:nvSpPr>
          <p:spPr>
            <a:xfrm>
              <a:off x="8765338" y="22280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4" name="pt46334"/>
            <p:cNvSpPr/>
            <p:nvPr/>
          </p:nvSpPr>
          <p:spPr>
            <a:xfrm>
              <a:off x="9213636" y="19080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5" name="pt46335"/>
            <p:cNvSpPr/>
            <p:nvPr/>
          </p:nvSpPr>
          <p:spPr>
            <a:xfrm>
              <a:off x="8731558" y="23471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6" name="pt46336"/>
            <p:cNvSpPr/>
            <p:nvPr/>
          </p:nvSpPr>
          <p:spPr>
            <a:xfrm>
              <a:off x="9054703" y="21147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7" name="pt46337"/>
            <p:cNvSpPr/>
            <p:nvPr/>
          </p:nvSpPr>
          <p:spPr>
            <a:xfrm>
              <a:off x="8588529" y="22526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8" name="pt46338"/>
            <p:cNvSpPr/>
            <p:nvPr/>
          </p:nvSpPr>
          <p:spPr>
            <a:xfrm>
              <a:off x="8698750" y="22561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9" name="pt46339"/>
            <p:cNvSpPr/>
            <p:nvPr/>
          </p:nvSpPr>
          <p:spPr>
            <a:xfrm>
              <a:off x="9135698" y="20958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0" name="pt46340"/>
            <p:cNvSpPr/>
            <p:nvPr/>
          </p:nvSpPr>
          <p:spPr>
            <a:xfrm>
              <a:off x="8759093" y="20968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1" name="pt46341"/>
            <p:cNvSpPr/>
            <p:nvPr/>
          </p:nvSpPr>
          <p:spPr>
            <a:xfrm>
              <a:off x="8588529" y="23183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2" name="pt46342"/>
            <p:cNvSpPr/>
            <p:nvPr/>
          </p:nvSpPr>
          <p:spPr>
            <a:xfrm>
              <a:off x="8312152" y="21706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3" name="pt46343"/>
            <p:cNvSpPr/>
            <p:nvPr/>
          </p:nvSpPr>
          <p:spPr>
            <a:xfrm>
              <a:off x="8978704" y="21163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4" name="pt46344"/>
            <p:cNvSpPr/>
            <p:nvPr/>
          </p:nvSpPr>
          <p:spPr>
            <a:xfrm>
              <a:off x="8469500" y="24742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5" name="pt46345"/>
            <p:cNvSpPr/>
            <p:nvPr/>
          </p:nvSpPr>
          <p:spPr>
            <a:xfrm>
              <a:off x="9573129" y="23066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6" name="pt46346"/>
            <p:cNvSpPr/>
            <p:nvPr/>
          </p:nvSpPr>
          <p:spPr>
            <a:xfrm>
              <a:off x="8980466" y="19720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7" name="pt46347"/>
            <p:cNvSpPr/>
            <p:nvPr/>
          </p:nvSpPr>
          <p:spPr>
            <a:xfrm>
              <a:off x="9124709" y="20449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8" name="pt46348"/>
            <p:cNvSpPr/>
            <p:nvPr/>
          </p:nvSpPr>
          <p:spPr>
            <a:xfrm>
              <a:off x="9557615" y="2190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9" name="pt46349"/>
            <p:cNvSpPr/>
            <p:nvPr/>
          </p:nvSpPr>
          <p:spPr>
            <a:xfrm>
              <a:off x="8893328" y="16831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0" name="pt46350"/>
            <p:cNvSpPr/>
            <p:nvPr/>
          </p:nvSpPr>
          <p:spPr>
            <a:xfrm>
              <a:off x="9111342" y="20814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1" name="pt46351"/>
            <p:cNvSpPr/>
            <p:nvPr/>
          </p:nvSpPr>
          <p:spPr>
            <a:xfrm>
              <a:off x="8469500" y="23925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2" name="pt46352"/>
            <p:cNvSpPr/>
            <p:nvPr/>
          </p:nvSpPr>
          <p:spPr>
            <a:xfrm>
              <a:off x="8469500" y="22247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3" name="pt46353"/>
            <p:cNvSpPr/>
            <p:nvPr/>
          </p:nvSpPr>
          <p:spPr>
            <a:xfrm>
              <a:off x="9828342" y="24809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4" name="pt46354"/>
            <p:cNvSpPr/>
            <p:nvPr/>
          </p:nvSpPr>
          <p:spPr>
            <a:xfrm>
              <a:off x="8381780" y="24797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5" name="pt46355"/>
            <p:cNvSpPr/>
            <p:nvPr/>
          </p:nvSpPr>
          <p:spPr>
            <a:xfrm>
              <a:off x="8982209" y="20001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6" name="pt46356"/>
            <p:cNvSpPr/>
            <p:nvPr/>
          </p:nvSpPr>
          <p:spPr>
            <a:xfrm>
              <a:off x="8431181" y="25825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7" name="pt46357"/>
            <p:cNvSpPr/>
            <p:nvPr/>
          </p:nvSpPr>
          <p:spPr>
            <a:xfrm>
              <a:off x="8771364" y="21917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8" name="pt46358"/>
            <p:cNvSpPr/>
            <p:nvPr/>
          </p:nvSpPr>
          <p:spPr>
            <a:xfrm>
              <a:off x="8846813" y="20388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9" name="pt46359"/>
            <p:cNvSpPr/>
            <p:nvPr/>
          </p:nvSpPr>
          <p:spPr>
            <a:xfrm>
              <a:off x="8850587" y="2034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0" name="pt46360"/>
            <p:cNvSpPr/>
            <p:nvPr/>
          </p:nvSpPr>
          <p:spPr>
            <a:xfrm>
              <a:off x="9087709" y="18844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1" name="pt46361"/>
            <p:cNvSpPr/>
            <p:nvPr/>
          </p:nvSpPr>
          <p:spPr>
            <a:xfrm>
              <a:off x="8899053" y="21969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2" name="pt46362"/>
            <p:cNvSpPr/>
            <p:nvPr/>
          </p:nvSpPr>
          <p:spPr>
            <a:xfrm>
              <a:off x="8939053" y="18783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3" name="pt46363"/>
            <p:cNvSpPr/>
            <p:nvPr/>
          </p:nvSpPr>
          <p:spPr>
            <a:xfrm>
              <a:off x="8846813" y="20898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4" name="pt46364"/>
            <p:cNvSpPr/>
            <p:nvPr/>
          </p:nvSpPr>
          <p:spPr>
            <a:xfrm>
              <a:off x="9321732" y="1956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5" name="pt46365"/>
            <p:cNvSpPr/>
            <p:nvPr/>
          </p:nvSpPr>
          <p:spPr>
            <a:xfrm>
              <a:off x="8932228" y="18024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6" name="pt46366"/>
            <p:cNvSpPr/>
            <p:nvPr/>
          </p:nvSpPr>
          <p:spPr>
            <a:xfrm>
              <a:off x="9732410" y="24657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7" name="pt46367"/>
            <p:cNvSpPr/>
            <p:nvPr/>
          </p:nvSpPr>
          <p:spPr>
            <a:xfrm>
              <a:off x="9227900" y="21552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8" name="pt46368"/>
            <p:cNvSpPr/>
            <p:nvPr/>
          </p:nvSpPr>
          <p:spPr>
            <a:xfrm>
              <a:off x="9548628" y="21228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9" name="pt46369"/>
            <p:cNvSpPr/>
            <p:nvPr/>
          </p:nvSpPr>
          <p:spPr>
            <a:xfrm>
              <a:off x="8738867" y="21665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0" name="pt46370"/>
            <p:cNvSpPr/>
            <p:nvPr/>
          </p:nvSpPr>
          <p:spPr>
            <a:xfrm>
              <a:off x="8857896" y="19506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1" name="pt46371"/>
            <p:cNvSpPr/>
            <p:nvPr/>
          </p:nvSpPr>
          <p:spPr>
            <a:xfrm>
              <a:off x="9141283" y="22120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2" name="pt46372"/>
            <p:cNvSpPr/>
            <p:nvPr/>
          </p:nvSpPr>
          <p:spPr>
            <a:xfrm>
              <a:off x="8669239" y="23880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3" name="pt46373"/>
            <p:cNvSpPr/>
            <p:nvPr/>
          </p:nvSpPr>
          <p:spPr>
            <a:xfrm>
              <a:off x="8731558" y="21291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4" name="pt46374"/>
            <p:cNvSpPr/>
            <p:nvPr/>
          </p:nvSpPr>
          <p:spPr>
            <a:xfrm>
              <a:off x="8893328" y="19548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5" name="pt46375"/>
            <p:cNvSpPr/>
            <p:nvPr/>
          </p:nvSpPr>
          <p:spPr>
            <a:xfrm>
              <a:off x="8381780" y="25481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6" name="pt46376"/>
            <p:cNvSpPr/>
            <p:nvPr/>
          </p:nvSpPr>
          <p:spPr>
            <a:xfrm>
              <a:off x="9037995" y="16654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7" name="pt46377"/>
            <p:cNvSpPr/>
            <p:nvPr/>
          </p:nvSpPr>
          <p:spPr>
            <a:xfrm>
              <a:off x="9606545" y="23622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8" name="pt46378"/>
            <p:cNvSpPr/>
            <p:nvPr/>
          </p:nvSpPr>
          <p:spPr>
            <a:xfrm>
              <a:off x="8312152" y="23778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9" name="pt46379"/>
            <p:cNvSpPr/>
            <p:nvPr/>
          </p:nvSpPr>
          <p:spPr>
            <a:xfrm>
              <a:off x="8868306" y="21609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0" name="pt46380"/>
            <p:cNvSpPr/>
            <p:nvPr/>
          </p:nvSpPr>
          <p:spPr>
            <a:xfrm>
              <a:off x="8798679" y="20527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1" name="pt46381"/>
            <p:cNvSpPr/>
            <p:nvPr/>
          </p:nvSpPr>
          <p:spPr>
            <a:xfrm>
              <a:off x="8570436" y="23886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2" name="pt46382"/>
            <p:cNvSpPr/>
            <p:nvPr/>
          </p:nvSpPr>
          <p:spPr>
            <a:xfrm>
              <a:off x="9367432" y="20908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3" name="pt46383"/>
            <p:cNvSpPr/>
            <p:nvPr/>
          </p:nvSpPr>
          <p:spPr>
            <a:xfrm>
              <a:off x="8312152" y="25780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4" name="pt46384"/>
            <p:cNvSpPr/>
            <p:nvPr/>
          </p:nvSpPr>
          <p:spPr>
            <a:xfrm>
              <a:off x="8971473" y="20858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5" name="pt46385"/>
            <p:cNvSpPr/>
            <p:nvPr/>
          </p:nvSpPr>
          <p:spPr>
            <a:xfrm>
              <a:off x="9027663" y="19997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6" name="pt46386"/>
            <p:cNvSpPr/>
            <p:nvPr/>
          </p:nvSpPr>
          <p:spPr>
            <a:xfrm>
              <a:off x="8500809" y="24851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7" name="pt46387"/>
            <p:cNvSpPr/>
            <p:nvPr/>
          </p:nvSpPr>
          <p:spPr>
            <a:xfrm>
              <a:off x="8803657" y="22169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8" name="pt46388"/>
            <p:cNvSpPr/>
            <p:nvPr/>
          </p:nvSpPr>
          <p:spPr>
            <a:xfrm>
              <a:off x="9196592" y="2373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9" name="pt46389"/>
            <p:cNvSpPr/>
            <p:nvPr/>
          </p:nvSpPr>
          <p:spPr>
            <a:xfrm>
              <a:off x="8679650" y="24538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0" name="pt46390"/>
            <p:cNvSpPr/>
            <p:nvPr/>
          </p:nvSpPr>
          <p:spPr>
            <a:xfrm>
              <a:off x="8500809" y="26286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1" name="pt46391"/>
            <p:cNvSpPr/>
            <p:nvPr/>
          </p:nvSpPr>
          <p:spPr>
            <a:xfrm>
              <a:off x="9207674" y="18096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2" name="pt46392"/>
            <p:cNvSpPr/>
            <p:nvPr/>
          </p:nvSpPr>
          <p:spPr>
            <a:xfrm>
              <a:off x="8868306" y="21948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3" name="pt46393"/>
            <p:cNvSpPr/>
            <p:nvPr/>
          </p:nvSpPr>
          <p:spPr>
            <a:xfrm>
              <a:off x="8846813" y="21992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4" name="pt46394"/>
            <p:cNvSpPr/>
            <p:nvPr/>
          </p:nvSpPr>
          <p:spPr>
            <a:xfrm>
              <a:off x="8500809" y="2616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5" name="pt46395"/>
            <p:cNvSpPr/>
            <p:nvPr/>
          </p:nvSpPr>
          <p:spPr>
            <a:xfrm>
              <a:off x="8920215" y="2113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6" name="pt46396"/>
            <p:cNvSpPr/>
            <p:nvPr/>
          </p:nvSpPr>
          <p:spPr>
            <a:xfrm>
              <a:off x="9036737" y="1759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7" name="pt46397"/>
            <p:cNvSpPr/>
            <p:nvPr/>
          </p:nvSpPr>
          <p:spPr>
            <a:xfrm>
              <a:off x="9199552" y="17479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8" name="pt46398"/>
            <p:cNvSpPr/>
            <p:nvPr/>
          </p:nvSpPr>
          <p:spPr>
            <a:xfrm>
              <a:off x="8868306" y="22485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9" name="pt46399"/>
            <p:cNvSpPr/>
            <p:nvPr/>
          </p:nvSpPr>
          <p:spPr>
            <a:xfrm>
              <a:off x="8500809" y="27298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0" name="pt46400"/>
            <p:cNvSpPr/>
            <p:nvPr/>
          </p:nvSpPr>
          <p:spPr>
            <a:xfrm>
              <a:off x="9591848" y="21162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1" name="pt46401"/>
            <p:cNvSpPr/>
            <p:nvPr/>
          </p:nvSpPr>
          <p:spPr>
            <a:xfrm>
              <a:off x="8899053" y="21529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2" name="pt46402"/>
            <p:cNvSpPr/>
            <p:nvPr/>
          </p:nvSpPr>
          <p:spPr>
            <a:xfrm>
              <a:off x="8550210" y="25478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3" name="pt46403"/>
            <p:cNvSpPr/>
            <p:nvPr/>
          </p:nvSpPr>
          <p:spPr>
            <a:xfrm>
              <a:off x="8381780" y="23092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4" name="pt46404"/>
            <p:cNvSpPr/>
            <p:nvPr/>
          </p:nvSpPr>
          <p:spPr>
            <a:xfrm>
              <a:off x="8842954" y="2129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5" name="pt46405"/>
            <p:cNvSpPr/>
            <p:nvPr/>
          </p:nvSpPr>
          <p:spPr>
            <a:xfrm>
              <a:off x="8500809" y="26043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6" name="pt46406"/>
            <p:cNvSpPr/>
            <p:nvPr/>
          </p:nvSpPr>
          <p:spPr>
            <a:xfrm>
              <a:off x="8971473" y="22888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7" name="pt46407"/>
            <p:cNvSpPr/>
            <p:nvPr/>
          </p:nvSpPr>
          <p:spPr>
            <a:xfrm>
              <a:off x="8899053" y="23526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8" name="pt46408"/>
            <p:cNvSpPr/>
            <p:nvPr/>
          </p:nvSpPr>
          <p:spPr>
            <a:xfrm>
              <a:off x="8798679" y="23168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9" name="pt46409"/>
            <p:cNvSpPr/>
            <p:nvPr/>
          </p:nvSpPr>
          <p:spPr>
            <a:xfrm>
              <a:off x="9046552" y="18306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0" name="pt46410"/>
            <p:cNvSpPr/>
            <p:nvPr/>
          </p:nvSpPr>
          <p:spPr>
            <a:xfrm>
              <a:off x="8679650" y="2399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1" name="pt46411"/>
            <p:cNvSpPr/>
            <p:nvPr/>
          </p:nvSpPr>
          <p:spPr>
            <a:xfrm>
              <a:off x="8570436" y="2370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2" name="pt46412"/>
            <p:cNvSpPr/>
            <p:nvPr/>
          </p:nvSpPr>
          <p:spPr>
            <a:xfrm>
              <a:off x="8752612" y="23271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3" name="pt46413"/>
            <p:cNvSpPr/>
            <p:nvPr/>
          </p:nvSpPr>
          <p:spPr>
            <a:xfrm>
              <a:off x="8312152" y="2721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4" name="pt46414"/>
            <p:cNvSpPr/>
            <p:nvPr/>
          </p:nvSpPr>
          <p:spPr>
            <a:xfrm>
              <a:off x="9874745" y="25229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5" name="pt46415"/>
            <p:cNvSpPr/>
            <p:nvPr/>
          </p:nvSpPr>
          <p:spPr>
            <a:xfrm>
              <a:off x="8431181" y="24491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6" name="pt46416"/>
            <p:cNvSpPr/>
            <p:nvPr/>
          </p:nvSpPr>
          <p:spPr>
            <a:xfrm>
              <a:off x="8679650" y="2361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7" name="pt46417"/>
            <p:cNvSpPr/>
            <p:nvPr/>
          </p:nvSpPr>
          <p:spPr>
            <a:xfrm>
              <a:off x="9034193" y="18100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8" name="pt46418"/>
            <p:cNvSpPr/>
            <p:nvPr/>
          </p:nvSpPr>
          <p:spPr>
            <a:xfrm>
              <a:off x="8834965" y="20365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9" name="pt46419"/>
            <p:cNvSpPr/>
            <p:nvPr/>
          </p:nvSpPr>
          <p:spPr>
            <a:xfrm>
              <a:off x="8500809" y="26097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0" name="pt46420"/>
            <p:cNvSpPr/>
            <p:nvPr/>
          </p:nvSpPr>
          <p:spPr>
            <a:xfrm>
              <a:off x="8846813" y="19343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1" name="pt46421"/>
            <p:cNvSpPr/>
            <p:nvPr/>
          </p:nvSpPr>
          <p:spPr>
            <a:xfrm>
              <a:off x="9007935" y="18653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2" name="pt46422"/>
            <p:cNvSpPr/>
            <p:nvPr/>
          </p:nvSpPr>
          <p:spPr>
            <a:xfrm>
              <a:off x="8738867" y="21009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3" name="pt46423"/>
            <p:cNvSpPr/>
            <p:nvPr/>
          </p:nvSpPr>
          <p:spPr>
            <a:xfrm>
              <a:off x="8633583" y="21551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4" name="pt46424"/>
            <p:cNvSpPr/>
            <p:nvPr/>
          </p:nvSpPr>
          <p:spPr>
            <a:xfrm>
              <a:off x="8550210" y="26012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5" name="pt46425"/>
            <p:cNvSpPr/>
            <p:nvPr/>
          </p:nvSpPr>
          <p:spPr>
            <a:xfrm>
              <a:off x="9322929" y="2237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6" name="pt46426"/>
            <p:cNvSpPr/>
            <p:nvPr/>
          </p:nvSpPr>
          <p:spPr>
            <a:xfrm>
              <a:off x="8604896" y="23863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7" name="pt46427"/>
            <p:cNvSpPr/>
            <p:nvPr/>
          </p:nvSpPr>
          <p:spPr>
            <a:xfrm>
              <a:off x="9067835" y="18270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8" name="pt46428"/>
            <p:cNvSpPr/>
            <p:nvPr/>
          </p:nvSpPr>
          <p:spPr>
            <a:xfrm>
              <a:off x="9474060" y="22618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9" name="pt46429"/>
            <p:cNvSpPr/>
            <p:nvPr/>
          </p:nvSpPr>
          <p:spPr>
            <a:xfrm>
              <a:off x="8723925" y="2157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0" name="pt46430"/>
            <p:cNvSpPr/>
            <p:nvPr/>
          </p:nvSpPr>
          <p:spPr>
            <a:xfrm>
              <a:off x="8381780" y="21899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1" name="pt46431"/>
            <p:cNvSpPr/>
            <p:nvPr/>
          </p:nvSpPr>
          <p:spPr>
            <a:xfrm>
              <a:off x="8312152" y="24375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2" name="pt46432"/>
            <p:cNvSpPr/>
            <p:nvPr/>
          </p:nvSpPr>
          <p:spPr>
            <a:xfrm>
              <a:off x="8658156" y="23174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3" name="pt46433"/>
            <p:cNvSpPr/>
            <p:nvPr/>
          </p:nvSpPr>
          <p:spPr>
            <a:xfrm>
              <a:off x="8646309" y="26284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4" name="pt46434"/>
            <p:cNvSpPr/>
            <p:nvPr/>
          </p:nvSpPr>
          <p:spPr>
            <a:xfrm>
              <a:off x="9482363" y="22756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5" name="pt46435"/>
            <p:cNvSpPr/>
            <p:nvPr/>
          </p:nvSpPr>
          <p:spPr>
            <a:xfrm>
              <a:off x="9027663" y="19383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6" name="pt46436"/>
            <p:cNvSpPr/>
            <p:nvPr/>
          </p:nvSpPr>
          <p:spPr>
            <a:xfrm>
              <a:off x="8381780" y="21767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7" name="pt46437"/>
            <p:cNvSpPr/>
            <p:nvPr/>
          </p:nvSpPr>
          <p:spPr>
            <a:xfrm>
              <a:off x="9142651" y="21568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8" name="pt46438"/>
            <p:cNvSpPr/>
            <p:nvPr/>
          </p:nvSpPr>
          <p:spPr>
            <a:xfrm>
              <a:off x="8469500" y="23731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9" name="pt46439"/>
            <p:cNvSpPr/>
            <p:nvPr/>
          </p:nvSpPr>
          <p:spPr>
            <a:xfrm>
              <a:off x="9576430" y="19541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0" name="pt46440"/>
            <p:cNvSpPr/>
            <p:nvPr/>
          </p:nvSpPr>
          <p:spPr>
            <a:xfrm>
              <a:off x="8932228" y="19335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1" name="pt46441"/>
            <p:cNvSpPr/>
            <p:nvPr/>
          </p:nvSpPr>
          <p:spPr>
            <a:xfrm>
              <a:off x="9474060" y="22931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2" name="pt46442"/>
            <p:cNvSpPr/>
            <p:nvPr/>
          </p:nvSpPr>
          <p:spPr>
            <a:xfrm>
              <a:off x="8469500" y="21978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3" name="pt46443"/>
            <p:cNvSpPr/>
            <p:nvPr/>
          </p:nvSpPr>
          <p:spPr>
            <a:xfrm>
              <a:off x="9350622" y="21832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4" name="pt46444"/>
            <p:cNvSpPr/>
            <p:nvPr/>
          </p:nvSpPr>
          <p:spPr>
            <a:xfrm>
              <a:off x="9898409" y="23400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5" name="pt46445"/>
            <p:cNvSpPr/>
            <p:nvPr/>
          </p:nvSpPr>
          <p:spPr>
            <a:xfrm>
              <a:off x="9413347" y="2035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6" name="pt46446"/>
            <p:cNvSpPr/>
            <p:nvPr/>
          </p:nvSpPr>
          <p:spPr>
            <a:xfrm>
              <a:off x="9633844" y="20269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7" name="pt46447"/>
            <p:cNvSpPr/>
            <p:nvPr/>
          </p:nvSpPr>
          <p:spPr>
            <a:xfrm>
              <a:off x="8500809" y="25622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8" name="pt46448"/>
            <p:cNvSpPr/>
            <p:nvPr/>
          </p:nvSpPr>
          <p:spPr>
            <a:xfrm>
              <a:off x="8431181" y="24905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9" name="pt46449"/>
            <p:cNvSpPr/>
            <p:nvPr/>
          </p:nvSpPr>
          <p:spPr>
            <a:xfrm>
              <a:off x="8961983" y="22219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0" name="pt46450"/>
            <p:cNvSpPr/>
            <p:nvPr/>
          </p:nvSpPr>
          <p:spPr>
            <a:xfrm>
              <a:off x="9591848" y="24329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1" name="pt46451"/>
            <p:cNvSpPr/>
            <p:nvPr/>
          </p:nvSpPr>
          <p:spPr>
            <a:xfrm>
              <a:off x="9633844" y="20728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2" name="pt46452"/>
            <p:cNvSpPr/>
            <p:nvPr/>
          </p:nvSpPr>
          <p:spPr>
            <a:xfrm>
              <a:off x="9046552" y="19124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3" name="pt46453"/>
            <p:cNvSpPr/>
            <p:nvPr/>
          </p:nvSpPr>
          <p:spPr>
            <a:xfrm>
              <a:off x="8759093" y="20939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4" name="pt46454"/>
            <p:cNvSpPr/>
            <p:nvPr/>
          </p:nvSpPr>
          <p:spPr>
            <a:xfrm>
              <a:off x="9654477" y="1364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5" name="pt46455"/>
            <p:cNvSpPr/>
            <p:nvPr/>
          </p:nvSpPr>
          <p:spPr>
            <a:xfrm>
              <a:off x="9181514" y="2233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6" name="pt46456"/>
            <p:cNvSpPr/>
            <p:nvPr/>
          </p:nvSpPr>
          <p:spPr>
            <a:xfrm>
              <a:off x="8813199" y="20671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7" name="pt46457"/>
            <p:cNvSpPr/>
            <p:nvPr/>
          </p:nvSpPr>
          <p:spPr>
            <a:xfrm>
              <a:off x="8312152" y="24934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8" name="pt46458"/>
            <p:cNvSpPr/>
            <p:nvPr/>
          </p:nvSpPr>
          <p:spPr>
            <a:xfrm>
              <a:off x="8500809" y="26237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9" name="pt46459"/>
            <p:cNvSpPr/>
            <p:nvPr/>
          </p:nvSpPr>
          <p:spPr>
            <a:xfrm>
              <a:off x="8846813" y="1854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0" name="pt46460"/>
            <p:cNvSpPr/>
            <p:nvPr/>
          </p:nvSpPr>
          <p:spPr>
            <a:xfrm>
              <a:off x="8669239" y="22147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1" name="pt46461"/>
            <p:cNvSpPr/>
            <p:nvPr/>
          </p:nvSpPr>
          <p:spPr>
            <a:xfrm>
              <a:off x="8619838" y="22932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2" name="pt46462"/>
            <p:cNvSpPr/>
            <p:nvPr/>
          </p:nvSpPr>
          <p:spPr>
            <a:xfrm>
              <a:off x="8813199" y="21695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3" name="pt46463"/>
            <p:cNvSpPr/>
            <p:nvPr/>
          </p:nvSpPr>
          <p:spPr>
            <a:xfrm>
              <a:off x="9356410" y="21060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4" name="pt46464"/>
            <p:cNvSpPr/>
            <p:nvPr/>
          </p:nvSpPr>
          <p:spPr>
            <a:xfrm>
              <a:off x="9076063" y="1789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5" name="pt46465"/>
            <p:cNvSpPr/>
            <p:nvPr/>
          </p:nvSpPr>
          <p:spPr>
            <a:xfrm>
              <a:off x="8312152" y="20287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6" name="pt46466"/>
            <p:cNvSpPr/>
            <p:nvPr/>
          </p:nvSpPr>
          <p:spPr>
            <a:xfrm>
              <a:off x="9436013" y="2197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7" name="pt46467"/>
            <p:cNvSpPr/>
            <p:nvPr/>
          </p:nvSpPr>
          <p:spPr>
            <a:xfrm>
              <a:off x="8431181" y="25355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8" name="pt46468"/>
            <p:cNvSpPr/>
            <p:nvPr/>
          </p:nvSpPr>
          <p:spPr>
            <a:xfrm>
              <a:off x="9079049" y="19835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9" name="pt46469"/>
            <p:cNvSpPr/>
            <p:nvPr/>
          </p:nvSpPr>
          <p:spPr>
            <a:xfrm>
              <a:off x="9461227" y="24120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0" name="pt46470"/>
            <p:cNvSpPr/>
            <p:nvPr/>
          </p:nvSpPr>
          <p:spPr>
            <a:xfrm>
              <a:off x="9116180" y="20114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1" name="pt46471"/>
            <p:cNvSpPr/>
            <p:nvPr/>
          </p:nvSpPr>
          <p:spPr>
            <a:xfrm>
              <a:off x="8431181" y="25758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2" name="pt46472"/>
            <p:cNvSpPr/>
            <p:nvPr/>
          </p:nvSpPr>
          <p:spPr>
            <a:xfrm>
              <a:off x="8980466" y="20344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3" name="pt46473"/>
            <p:cNvSpPr/>
            <p:nvPr/>
          </p:nvSpPr>
          <p:spPr>
            <a:xfrm>
              <a:off x="8500809" y="26827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4" name="pt46474"/>
            <p:cNvSpPr/>
            <p:nvPr/>
          </p:nvSpPr>
          <p:spPr>
            <a:xfrm>
              <a:off x="8588529" y="22714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5" name="pt46475"/>
            <p:cNvSpPr/>
            <p:nvPr/>
          </p:nvSpPr>
          <p:spPr>
            <a:xfrm>
              <a:off x="8941268" y="19769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6" name="pt46476"/>
            <p:cNvSpPr/>
            <p:nvPr/>
          </p:nvSpPr>
          <p:spPr>
            <a:xfrm>
              <a:off x="9018082" y="14070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7" name="pt46477"/>
            <p:cNvSpPr/>
            <p:nvPr/>
          </p:nvSpPr>
          <p:spPr>
            <a:xfrm>
              <a:off x="8312152" y="22684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8" name="pt46478"/>
            <p:cNvSpPr/>
            <p:nvPr/>
          </p:nvSpPr>
          <p:spPr>
            <a:xfrm>
              <a:off x="9242219" y="20395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9" name="pt46479"/>
            <p:cNvSpPr/>
            <p:nvPr/>
          </p:nvSpPr>
          <p:spPr>
            <a:xfrm>
              <a:off x="8961983" y="22104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0" name="pt46480"/>
            <p:cNvSpPr/>
            <p:nvPr/>
          </p:nvSpPr>
          <p:spPr>
            <a:xfrm>
              <a:off x="9319557" y="21464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1" name="pt46481"/>
            <p:cNvSpPr/>
            <p:nvPr/>
          </p:nvSpPr>
          <p:spPr>
            <a:xfrm>
              <a:off x="8907297" y="21979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2" name="pt46482"/>
            <p:cNvSpPr/>
            <p:nvPr/>
          </p:nvSpPr>
          <p:spPr>
            <a:xfrm>
              <a:off x="8969616" y="22497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3" name="pt46483"/>
            <p:cNvSpPr/>
            <p:nvPr/>
          </p:nvSpPr>
          <p:spPr>
            <a:xfrm>
              <a:off x="9051257" y="21144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4" name="pt46484"/>
            <p:cNvSpPr/>
            <p:nvPr/>
          </p:nvSpPr>
          <p:spPr>
            <a:xfrm>
              <a:off x="8723925" y="21826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5" name="pt46485"/>
            <p:cNvSpPr/>
            <p:nvPr/>
          </p:nvSpPr>
          <p:spPr>
            <a:xfrm>
              <a:off x="9389022" y="21361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6" name="pt46486"/>
            <p:cNvSpPr/>
            <p:nvPr/>
          </p:nvSpPr>
          <p:spPr>
            <a:xfrm>
              <a:off x="9077064" y="19961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7" name="pt46487"/>
            <p:cNvSpPr/>
            <p:nvPr/>
          </p:nvSpPr>
          <p:spPr>
            <a:xfrm>
              <a:off x="9177111" y="1996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8" name="pt46488"/>
            <p:cNvSpPr/>
            <p:nvPr/>
          </p:nvSpPr>
          <p:spPr>
            <a:xfrm>
              <a:off x="9664325" y="16265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9" name="pt46489"/>
            <p:cNvSpPr/>
            <p:nvPr/>
          </p:nvSpPr>
          <p:spPr>
            <a:xfrm>
              <a:off x="8715936" y="2251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0" name="pt46490"/>
            <p:cNvSpPr/>
            <p:nvPr/>
          </p:nvSpPr>
          <p:spPr>
            <a:xfrm>
              <a:off x="9027663" y="19381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1" name="pt46491"/>
            <p:cNvSpPr/>
            <p:nvPr/>
          </p:nvSpPr>
          <p:spPr>
            <a:xfrm>
              <a:off x="8469500" y="23479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2" name="pt46492"/>
            <p:cNvSpPr/>
            <p:nvPr/>
          </p:nvSpPr>
          <p:spPr>
            <a:xfrm>
              <a:off x="8822239" y="21455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3" name="pt46493"/>
            <p:cNvSpPr/>
            <p:nvPr/>
          </p:nvSpPr>
          <p:spPr>
            <a:xfrm>
              <a:off x="9274162" y="18554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4" name="pt46494"/>
            <p:cNvSpPr/>
            <p:nvPr/>
          </p:nvSpPr>
          <p:spPr>
            <a:xfrm>
              <a:off x="8822239" y="21985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5" name="pt46495"/>
            <p:cNvSpPr/>
            <p:nvPr/>
          </p:nvSpPr>
          <p:spPr>
            <a:xfrm>
              <a:off x="9584728" y="21651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6" name="pt46496"/>
            <p:cNvSpPr/>
            <p:nvPr/>
          </p:nvSpPr>
          <p:spPr>
            <a:xfrm>
              <a:off x="9071998" y="18645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7" name="pt46497"/>
            <p:cNvSpPr/>
            <p:nvPr/>
          </p:nvSpPr>
          <p:spPr>
            <a:xfrm>
              <a:off x="9046552" y="18617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8" name="pt46498"/>
            <p:cNvSpPr/>
            <p:nvPr/>
          </p:nvSpPr>
          <p:spPr>
            <a:xfrm>
              <a:off x="8312152" y="2497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9" name="pt46499"/>
            <p:cNvSpPr/>
            <p:nvPr/>
          </p:nvSpPr>
          <p:spPr>
            <a:xfrm>
              <a:off x="8312152" y="24991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0" name="pt46500"/>
            <p:cNvSpPr/>
            <p:nvPr/>
          </p:nvSpPr>
          <p:spPr>
            <a:xfrm>
              <a:off x="9184210" y="20793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1" name="pt46501"/>
            <p:cNvSpPr/>
            <p:nvPr/>
          </p:nvSpPr>
          <p:spPr>
            <a:xfrm>
              <a:off x="8822239" y="22218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2" name="pt46502"/>
            <p:cNvSpPr/>
            <p:nvPr/>
          </p:nvSpPr>
          <p:spPr>
            <a:xfrm>
              <a:off x="8604896" y="22122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3" name="pt46503"/>
            <p:cNvSpPr/>
            <p:nvPr/>
          </p:nvSpPr>
          <p:spPr>
            <a:xfrm>
              <a:off x="9573129" y="22797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4" name="pt46504"/>
            <p:cNvSpPr/>
            <p:nvPr/>
          </p:nvSpPr>
          <p:spPr>
            <a:xfrm>
              <a:off x="8469500" y="21935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5" name="pt46505"/>
            <p:cNvSpPr/>
            <p:nvPr/>
          </p:nvSpPr>
          <p:spPr>
            <a:xfrm>
              <a:off x="9340807" y="21316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6" name="pt46506"/>
            <p:cNvSpPr/>
            <p:nvPr/>
          </p:nvSpPr>
          <p:spPr>
            <a:xfrm>
              <a:off x="8646309" y="24041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7" name="pt46507"/>
            <p:cNvSpPr/>
            <p:nvPr/>
          </p:nvSpPr>
          <p:spPr>
            <a:xfrm>
              <a:off x="8971473" y="22080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8" name="pt46508"/>
            <p:cNvSpPr/>
            <p:nvPr/>
          </p:nvSpPr>
          <p:spPr>
            <a:xfrm>
              <a:off x="8890393" y="16406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9" name="pt46509"/>
            <p:cNvSpPr/>
            <p:nvPr/>
          </p:nvSpPr>
          <p:spPr>
            <a:xfrm>
              <a:off x="8619838" y="23215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0" name="pt46510"/>
            <p:cNvSpPr/>
            <p:nvPr/>
          </p:nvSpPr>
          <p:spPr>
            <a:xfrm>
              <a:off x="9087709" y="19191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1" name="pt46511"/>
            <p:cNvSpPr/>
            <p:nvPr/>
          </p:nvSpPr>
          <p:spPr>
            <a:xfrm>
              <a:off x="9139903" y="2086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2" name="pt46512"/>
            <p:cNvSpPr/>
            <p:nvPr/>
          </p:nvSpPr>
          <p:spPr>
            <a:xfrm>
              <a:off x="9485353" y="22829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3" name="pt46513"/>
            <p:cNvSpPr/>
            <p:nvPr/>
          </p:nvSpPr>
          <p:spPr>
            <a:xfrm>
              <a:off x="8469500" y="23857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4" name="pt46514"/>
            <p:cNvSpPr/>
            <p:nvPr/>
          </p:nvSpPr>
          <p:spPr>
            <a:xfrm>
              <a:off x="8980466" y="2036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5" name="pt46515"/>
            <p:cNvSpPr/>
            <p:nvPr/>
          </p:nvSpPr>
          <p:spPr>
            <a:xfrm>
              <a:off x="9084871" y="19956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6" name="pt46516"/>
            <p:cNvSpPr/>
            <p:nvPr/>
          </p:nvSpPr>
          <p:spPr>
            <a:xfrm>
              <a:off x="9528241" y="19773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7" name="pt46517"/>
            <p:cNvSpPr/>
            <p:nvPr/>
          </p:nvSpPr>
          <p:spPr>
            <a:xfrm>
              <a:off x="9158273" y="18302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8" name="pt46518"/>
            <p:cNvSpPr/>
            <p:nvPr/>
          </p:nvSpPr>
          <p:spPr>
            <a:xfrm>
              <a:off x="8679650" y="2372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9" name="pt46519"/>
            <p:cNvSpPr/>
            <p:nvPr/>
          </p:nvSpPr>
          <p:spPr>
            <a:xfrm>
              <a:off x="9051257" y="21151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0" name="pt46520"/>
            <p:cNvSpPr/>
            <p:nvPr/>
          </p:nvSpPr>
          <p:spPr>
            <a:xfrm>
              <a:off x="9062485" y="19008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1" name="pt46521"/>
            <p:cNvSpPr/>
            <p:nvPr/>
          </p:nvSpPr>
          <p:spPr>
            <a:xfrm>
              <a:off x="8312152" y="25266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2" name="pt46522"/>
            <p:cNvSpPr/>
            <p:nvPr/>
          </p:nvSpPr>
          <p:spPr>
            <a:xfrm>
              <a:off x="8646309" y="24547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3" name="pt46523"/>
            <p:cNvSpPr/>
            <p:nvPr/>
          </p:nvSpPr>
          <p:spPr>
            <a:xfrm>
              <a:off x="8846813" y="21132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4" name="pt46524"/>
            <p:cNvSpPr/>
            <p:nvPr/>
          </p:nvSpPr>
          <p:spPr>
            <a:xfrm>
              <a:off x="9124709" y="1979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5" name="pt46525"/>
            <p:cNvSpPr/>
            <p:nvPr/>
          </p:nvSpPr>
          <p:spPr>
            <a:xfrm>
              <a:off x="8803657" y="18660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6" name="pt46526"/>
            <p:cNvSpPr/>
            <p:nvPr/>
          </p:nvSpPr>
          <p:spPr>
            <a:xfrm>
              <a:off x="9047741" y="21970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7" name="pt46527"/>
            <p:cNvSpPr/>
            <p:nvPr/>
          </p:nvSpPr>
          <p:spPr>
            <a:xfrm>
              <a:off x="8312152" y="24193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8" name="pt46528"/>
            <p:cNvSpPr/>
            <p:nvPr/>
          </p:nvSpPr>
          <p:spPr>
            <a:xfrm>
              <a:off x="8765338" y="20582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9" name="pt46529"/>
            <p:cNvSpPr/>
            <p:nvPr/>
          </p:nvSpPr>
          <p:spPr>
            <a:xfrm>
              <a:off x="9256140" y="20643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0" name="pt46530"/>
            <p:cNvSpPr/>
            <p:nvPr/>
          </p:nvSpPr>
          <p:spPr>
            <a:xfrm>
              <a:off x="8793552" y="20233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1" name="pt46531"/>
            <p:cNvSpPr/>
            <p:nvPr/>
          </p:nvSpPr>
          <p:spPr>
            <a:xfrm>
              <a:off x="8738867" y="21793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2" name="pt46532"/>
            <p:cNvSpPr/>
            <p:nvPr/>
          </p:nvSpPr>
          <p:spPr>
            <a:xfrm>
              <a:off x="8500809" y="26222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3" name="pt46533"/>
            <p:cNvSpPr/>
            <p:nvPr/>
          </p:nvSpPr>
          <p:spPr>
            <a:xfrm>
              <a:off x="8834965" y="21466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4" name="pt46534"/>
            <p:cNvSpPr/>
            <p:nvPr/>
          </p:nvSpPr>
          <p:spPr>
            <a:xfrm>
              <a:off x="8619838" y="23237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5" name="pt46535"/>
            <p:cNvSpPr/>
            <p:nvPr/>
          </p:nvSpPr>
          <p:spPr>
            <a:xfrm>
              <a:off x="9123951" y="20339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6" name="pt46536"/>
            <p:cNvSpPr/>
            <p:nvPr/>
          </p:nvSpPr>
          <p:spPr>
            <a:xfrm>
              <a:off x="8669239" y="24270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7" name="pt46537"/>
            <p:cNvSpPr/>
            <p:nvPr/>
          </p:nvSpPr>
          <p:spPr>
            <a:xfrm>
              <a:off x="8707558" y="23021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8" name="pt46538"/>
            <p:cNvSpPr/>
            <p:nvPr/>
          </p:nvSpPr>
          <p:spPr>
            <a:xfrm>
              <a:off x="8500809" y="25868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9" name="pt46539"/>
            <p:cNvSpPr/>
            <p:nvPr/>
          </p:nvSpPr>
          <p:spPr>
            <a:xfrm>
              <a:off x="8312152" y="22357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0" name="pt46540"/>
            <p:cNvSpPr/>
            <p:nvPr/>
          </p:nvSpPr>
          <p:spPr>
            <a:xfrm>
              <a:off x="8782816" y="21983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1" name="pt46541"/>
            <p:cNvSpPr/>
            <p:nvPr/>
          </p:nvSpPr>
          <p:spPr>
            <a:xfrm>
              <a:off x="8961983" y="22932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2" name="pt46542"/>
            <p:cNvSpPr/>
            <p:nvPr/>
          </p:nvSpPr>
          <p:spPr>
            <a:xfrm>
              <a:off x="8929892" y="18199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3" name="pt46543"/>
            <p:cNvSpPr/>
            <p:nvPr/>
          </p:nvSpPr>
          <p:spPr>
            <a:xfrm>
              <a:off x="8312152" y="24815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4" name="pt46544"/>
            <p:cNvSpPr/>
            <p:nvPr/>
          </p:nvSpPr>
          <p:spPr>
            <a:xfrm>
              <a:off x="8312152" y="24784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5" name="pt46545"/>
            <p:cNvSpPr/>
            <p:nvPr/>
          </p:nvSpPr>
          <p:spPr>
            <a:xfrm>
              <a:off x="9051257" y="21157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6" name="pt46546"/>
            <p:cNvSpPr/>
            <p:nvPr/>
          </p:nvSpPr>
          <p:spPr>
            <a:xfrm>
              <a:off x="8893328" y="19656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7" name="pt46547"/>
            <p:cNvSpPr/>
            <p:nvPr/>
          </p:nvSpPr>
          <p:spPr>
            <a:xfrm>
              <a:off x="8679650" y="23491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8" name="pt46548"/>
            <p:cNvSpPr/>
            <p:nvPr/>
          </p:nvSpPr>
          <p:spPr>
            <a:xfrm>
              <a:off x="8960020" y="22136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9" name="pt46549"/>
            <p:cNvSpPr/>
            <p:nvPr/>
          </p:nvSpPr>
          <p:spPr>
            <a:xfrm>
              <a:off x="8646309" y="25092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0" name="pt46550"/>
            <p:cNvSpPr/>
            <p:nvPr/>
          </p:nvSpPr>
          <p:spPr>
            <a:xfrm>
              <a:off x="8658156" y="23576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1" name="pt46551"/>
            <p:cNvSpPr/>
            <p:nvPr/>
          </p:nvSpPr>
          <p:spPr>
            <a:xfrm>
              <a:off x="9633844" y="19628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2" name="pt46552"/>
            <p:cNvSpPr/>
            <p:nvPr/>
          </p:nvSpPr>
          <p:spPr>
            <a:xfrm>
              <a:off x="8949856" y="20742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3" name="pt46553"/>
            <p:cNvSpPr/>
            <p:nvPr/>
          </p:nvSpPr>
          <p:spPr>
            <a:xfrm>
              <a:off x="8929892" y="18101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4" name="pt46554"/>
            <p:cNvSpPr/>
            <p:nvPr/>
          </p:nvSpPr>
          <p:spPr>
            <a:xfrm>
              <a:off x="8500809" y="25059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5" name="pt46555"/>
            <p:cNvSpPr/>
            <p:nvPr/>
          </p:nvSpPr>
          <p:spPr>
            <a:xfrm>
              <a:off x="8813199" y="20328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6" name="pt46556"/>
            <p:cNvSpPr/>
            <p:nvPr/>
          </p:nvSpPr>
          <p:spPr>
            <a:xfrm>
              <a:off x="9147356" y="23191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7" name="pt46557"/>
            <p:cNvSpPr/>
            <p:nvPr/>
          </p:nvSpPr>
          <p:spPr>
            <a:xfrm>
              <a:off x="8793552" y="21556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8" name="pt46558"/>
            <p:cNvSpPr/>
            <p:nvPr/>
          </p:nvSpPr>
          <p:spPr>
            <a:xfrm>
              <a:off x="9750516" y="23809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9" name="pt46559"/>
            <p:cNvSpPr/>
            <p:nvPr/>
          </p:nvSpPr>
          <p:spPr>
            <a:xfrm>
              <a:off x="8312152" y="23788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0" name="pt46560"/>
            <p:cNvSpPr/>
            <p:nvPr/>
          </p:nvSpPr>
          <p:spPr>
            <a:xfrm>
              <a:off x="8941268" y="19544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1" name="pt46561"/>
            <p:cNvSpPr/>
            <p:nvPr/>
          </p:nvSpPr>
          <p:spPr>
            <a:xfrm>
              <a:off x="8826587" y="21987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2" name="pt46562"/>
            <p:cNvSpPr/>
            <p:nvPr/>
          </p:nvSpPr>
          <p:spPr>
            <a:xfrm>
              <a:off x="8500809" y="26311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3" name="pt46563"/>
            <p:cNvSpPr/>
            <p:nvPr/>
          </p:nvSpPr>
          <p:spPr>
            <a:xfrm>
              <a:off x="9636399" y="19887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4" name="pt46564"/>
            <p:cNvSpPr/>
            <p:nvPr/>
          </p:nvSpPr>
          <p:spPr>
            <a:xfrm>
              <a:off x="8570436" y="24097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5" name="pt46565"/>
            <p:cNvSpPr/>
            <p:nvPr/>
          </p:nvSpPr>
          <p:spPr>
            <a:xfrm>
              <a:off x="8469500" y="2177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6" name="pt46566"/>
            <p:cNvSpPr/>
            <p:nvPr/>
          </p:nvSpPr>
          <p:spPr>
            <a:xfrm>
              <a:off x="9780637" y="25065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7" name="pt46567"/>
            <p:cNvSpPr/>
            <p:nvPr/>
          </p:nvSpPr>
          <p:spPr>
            <a:xfrm>
              <a:off x="9274162" y="18725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8" name="pt46568"/>
            <p:cNvSpPr/>
            <p:nvPr/>
          </p:nvSpPr>
          <p:spPr>
            <a:xfrm>
              <a:off x="8960020" y="2225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9" name="pt46569"/>
            <p:cNvSpPr/>
            <p:nvPr/>
          </p:nvSpPr>
          <p:spPr>
            <a:xfrm>
              <a:off x="9557615" y="20877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0" name="pt46570"/>
            <p:cNvSpPr/>
            <p:nvPr/>
          </p:nvSpPr>
          <p:spPr>
            <a:xfrm>
              <a:off x="9088645" y="19743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1" name="pt46571"/>
            <p:cNvSpPr/>
            <p:nvPr/>
          </p:nvSpPr>
          <p:spPr>
            <a:xfrm>
              <a:off x="9104672" y="21182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2" name="pt46572"/>
            <p:cNvSpPr/>
            <p:nvPr/>
          </p:nvSpPr>
          <p:spPr>
            <a:xfrm>
              <a:off x="8669239" y="23764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3" name="pt46573"/>
            <p:cNvSpPr/>
            <p:nvPr/>
          </p:nvSpPr>
          <p:spPr>
            <a:xfrm>
              <a:off x="8759093" y="23009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4" name="pt46574"/>
            <p:cNvSpPr/>
            <p:nvPr/>
          </p:nvSpPr>
          <p:spPr>
            <a:xfrm>
              <a:off x="9266385" y="16083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5" name="pt46575"/>
            <p:cNvSpPr/>
            <p:nvPr/>
          </p:nvSpPr>
          <p:spPr>
            <a:xfrm>
              <a:off x="8723925" y="22436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6" name="pt46576"/>
            <p:cNvSpPr/>
            <p:nvPr/>
          </p:nvSpPr>
          <p:spPr>
            <a:xfrm>
              <a:off x="9047741" y="20517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7" name="pt46577"/>
            <p:cNvSpPr/>
            <p:nvPr/>
          </p:nvSpPr>
          <p:spPr>
            <a:xfrm>
              <a:off x="8312152" y="24780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8" name="pt46578"/>
            <p:cNvSpPr/>
            <p:nvPr/>
          </p:nvSpPr>
          <p:spPr>
            <a:xfrm>
              <a:off x="8500809" y="25141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9" name="pt46579"/>
            <p:cNvSpPr/>
            <p:nvPr/>
          </p:nvSpPr>
          <p:spPr>
            <a:xfrm>
              <a:off x="8658156" y="24640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0" name="pt46580"/>
            <p:cNvSpPr/>
            <p:nvPr/>
          </p:nvSpPr>
          <p:spPr>
            <a:xfrm>
              <a:off x="9509103" y="20441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1" name="pt46581"/>
            <p:cNvSpPr/>
            <p:nvPr/>
          </p:nvSpPr>
          <p:spPr>
            <a:xfrm>
              <a:off x="8707558" y="19981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2" name="pt46582"/>
            <p:cNvSpPr/>
            <p:nvPr/>
          </p:nvSpPr>
          <p:spPr>
            <a:xfrm>
              <a:off x="9052414" y="20406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3" name="pt46583"/>
            <p:cNvSpPr/>
            <p:nvPr/>
          </p:nvSpPr>
          <p:spPr>
            <a:xfrm>
              <a:off x="8947749" y="20581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4" name="pt46584"/>
            <p:cNvSpPr/>
            <p:nvPr/>
          </p:nvSpPr>
          <p:spPr>
            <a:xfrm>
              <a:off x="8987335" y="20943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5" name="pt46585"/>
            <p:cNvSpPr/>
            <p:nvPr/>
          </p:nvSpPr>
          <p:spPr>
            <a:xfrm>
              <a:off x="8500809" y="24733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6" name="pt46586"/>
            <p:cNvSpPr/>
            <p:nvPr/>
          </p:nvSpPr>
          <p:spPr>
            <a:xfrm>
              <a:off x="8738867" y="23069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7" name="pt46587"/>
            <p:cNvSpPr/>
            <p:nvPr/>
          </p:nvSpPr>
          <p:spPr>
            <a:xfrm>
              <a:off x="8658156" y="24600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8" name="pt46588"/>
            <p:cNvSpPr/>
            <p:nvPr/>
          </p:nvSpPr>
          <p:spPr>
            <a:xfrm>
              <a:off x="8550210" y="24615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9" name="pt46589"/>
            <p:cNvSpPr/>
            <p:nvPr/>
          </p:nvSpPr>
          <p:spPr>
            <a:xfrm>
              <a:off x="8868306" y="21970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0" name="pt46590"/>
            <p:cNvSpPr/>
            <p:nvPr/>
          </p:nvSpPr>
          <p:spPr>
            <a:xfrm>
              <a:off x="8987335" y="19857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1" name="pt46591"/>
            <p:cNvSpPr/>
            <p:nvPr/>
          </p:nvSpPr>
          <p:spPr>
            <a:xfrm>
              <a:off x="8500809" y="26904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2" name="pt46592"/>
            <p:cNvSpPr/>
            <p:nvPr/>
          </p:nvSpPr>
          <p:spPr>
            <a:xfrm>
              <a:off x="8431181" y="22631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3" name="pt46593"/>
            <p:cNvSpPr/>
            <p:nvPr/>
          </p:nvSpPr>
          <p:spPr>
            <a:xfrm>
              <a:off x="9550412" y="22240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4" name="pt46594"/>
            <p:cNvSpPr/>
            <p:nvPr/>
          </p:nvSpPr>
          <p:spPr>
            <a:xfrm>
              <a:off x="8431181" y="23014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5" name="pt46595"/>
            <p:cNvSpPr/>
            <p:nvPr/>
          </p:nvSpPr>
          <p:spPr>
            <a:xfrm>
              <a:off x="8312152" y="24505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6" name="pt46596"/>
            <p:cNvSpPr/>
            <p:nvPr/>
          </p:nvSpPr>
          <p:spPr>
            <a:xfrm>
              <a:off x="8793552" y="20512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7" name="pt46597"/>
            <p:cNvSpPr/>
            <p:nvPr/>
          </p:nvSpPr>
          <p:spPr>
            <a:xfrm>
              <a:off x="9308507" y="21808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8" name="pt46598"/>
            <p:cNvSpPr/>
            <p:nvPr/>
          </p:nvSpPr>
          <p:spPr>
            <a:xfrm>
              <a:off x="8500809" y="27205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9" name="pt46599"/>
            <p:cNvSpPr/>
            <p:nvPr/>
          </p:nvSpPr>
          <p:spPr>
            <a:xfrm>
              <a:off x="8312152" y="25342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0" name="pt46600"/>
            <p:cNvSpPr/>
            <p:nvPr/>
          </p:nvSpPr>
          <p:spPr>
            <a:xfrm>
              <a:off x="9350622" y="21809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1" name="pt46601"/>
            <p:cNvSpPr/>
            <p:nvPr/>
          </p:nvSpPr>
          <p:spPr>
            <a:xfrm>
              <a:off x="8715936" y="21269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2" name="pt46602"/>
            <p:cNvSpPr/>
            <p:nvPr/>
          </p:nvSpPr>
          <p:spPr>
            <a:xfrm>
              <a:off x="8570436" y="25898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3" name="pt46603"/>
            <p:cNvSpPr/>
            <p:nvPr/>
          </p:nvSpPr>
          <p:spPr>
            <a:xfrm>
              <a:off x="8312152" y="25999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4" name="pt46604"/>
            <p:cNvSpPr/>
            <p:nvPr/>
          </p:nvSpPr>
          <p:spPr>
            <a:xfrm>
              <a:off x="8961983" y="2190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5" name="pt46605"/>
            <p:cNvSpPr/>
            <p:nvPr/>
          </p:nvSpPr>
          <p:spPr>
            <a:xfrm>
              <a:off x="8878122" y="21736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6" name="pt46606"/>
            <p:cNvSpPr/>
            <p:nvPr/>
          </p:nvSpPr>
          <p:spPr>
            <a:xfrm>
              <a:off x="9756959" y="2282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7" name="pt46607"/>
            <p:cNvSpPr/>
            <p:nvPr/>
          </p:nvSpPr>
          <p:spPr>
            <a:xfrm>
              <a:off x="8929892" y="17438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8" name="pt46608"/>
            <p:cNvSpPr/>
            <p:nvPr/>
          </p:nvSpPr>
          <p:spPr>
            <a:xfrm>
              <a:off x="8633583" y="2291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9" name="pt46609"/>
            <p:cNvSpPr/>
            <p:nvPr/>
          </p:nvSpPr>
          <p:spPr>
            <a:xfrm>
              <a:off x="8550210" y="25445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0" name="pt46610"/>
            <p:cNvSpPr/>
            <p:nvPr/>
          </p:nvSpPr>
          <p:spPr>
            <a:xfrm>
              <a:off x="9382741" y="20741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1" name="pt46611"/>
            <p:cNvSpPr/>
            <p:nvPr/>
          </p:nvSpPr>
          <p:spPr>
            <a:xfrm>
              <a:off x="9389022" y="22041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2" name="pt46612"/>
            <p:cNvSpPr/>
            <p:nvPr/>
          </p:nvSpPr>
          <p:spPr>
            <a:xfrm>
              <a:off x="8469500" y="24096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3" name="pt46613"/>
            <p:cNvSpPr/>
            <p:nvPr/>
          </p:nvSpPr>
          <p:spPr>
            <a:xfrm>
              <a:off x="9216319" y="1921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4" name="pt46614"/>
            <p:cNvSpPr/>
            <p:nvPr/>
          </p:nvSpPr>
          <p:spPr>
            <a:xfrm>
              <a:off x="9400632" y="20249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5" name="pt46615"/>
            <p:cNvSpPr/>
            <p:nvPr/>
          </p:nvSpPr>
          <p:spPr>
            <a:xfrm>
              <a:off x="8550210" y="24386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6" name="pt46616"/>
            <p:cNvSpPr/>
            <p:nvPr/>
          </p:nvSpPr>
          <p:spPr>
            <a:xfrm>
              <a:off x="9034193" y="17933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7" name="pt46617"/>
            <p:cNvSpPr/>
            <p:nvPr/>
          </p:nvSpPr>
          <p:spPr>
            <a:xfrm>
              <a:off x="8431181" y="23489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8" name="pt46618"/>
            <p:cNvSpPr/>
            <p:nvPr/>
          </p:nvSpPr>
          <p:spPr>
            <a:xfrm>
              <a:off x="8854280" y="19614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9" name="pt46619"/>
            <p:cNvSpPr/>
            <p:nvPr/>
          </p:nvSpPr>
          <p:spPr>
            <a:xfrm>
              <a:off x="9680997" y="24018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0" name="pt46620"/>
            <p:cNvSpPr/>
            <p:nvPr/>
          </p:nvSpPr>
          <p:spPr>
            <a:xfrm>
              <a:off x="8312152" y="24368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1" name="pt46621"/>
            <p:cNvSpPr/>
            <p:nvPr/>
          </p:nvSpPr>
          <p:spPr>
            <a:xfrm>
              <a:off x="8846813" y="19667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2" name="pt46622"/>
            <p:cNvSpPr/>
            <p:nvPr/>
          </p:nvSpPr>
          <p:spPr>
            <a:xfrm>
              <a:off x="8738867" y="22850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3" name="pt46623"/>
            <p:cNvSpPr/>
            <p:nvPr/>
          </p:nvSpPr>
          <p:spPr>
            <a:xfrm>
              <a:off x="8965842" y="22315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4" name="pt46624"/>
            <p:cNvSpPr/>
            <p:nvPr/>
          </p:nvSpPr>
          <p:spPr>
            <a:xfrm>
              <a:off x="8907297" y="20928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5" name="pt46625"/>
            <p:cNvSpPr/>
            <p:nvPr/>
          </p:nvSpPr>
          <p:spPr>
            <a:xfrm>
              <a:off x="9179876" y="19642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6" name="pt46626"/>
            <p:cNvSpPr/>
            <p:nvPr/>
          </p:nvSpPr>
          <p:spPr>
            <a:xfrm>
              <a:off x="8500809" y="26057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7" name="pt46627"/>
            <p:cNvSpPr/>
            <p:nvPr/>
          </p:nvSpPr>
          <p:spPr>
            <a:xfrm>
              <a:off x="9076063" y="21002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8" name="pt46628"/>
            <p:cNvSpPr/>
            <p:nvPr/>
          </p:nvSpPr>
          <p:spPr>
            <a:xfrm>
              <a:off x="9077064" y="20771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9" name="pt46629"/>
            <p:cNvSpPr/>
            <p:nvPr/>
          </p:nvSpPr>
          <p:spPr>
            <a:xfrm>
              <a:off x="9367432" y="2075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0" name="pt46630"/>
            <p:cNvSpPr/>
            <p:nvPr/>
          </p:nvSpPr>
          <p:spPr>
            <a:xfrm>
              <a:off x="8864906" y="1971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1" name="pt46631"/>
            <p:cNvSpPr/>
            <p:nvPr/>
          </p:nvSpPr>
          <p:spPr>
            <a:xfrm>
              <a:off x="9051257" y="21483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2" name="pt46632"/>
            <p:cNvSpPr/>
            <p:nvPr/>
          </p:nvSpPr>
          <p:spPr>
            <a:xfrm>
              <a:off x="8604896" y="21908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3" name="pt46633"/>
            <p:cNvSpPr/>
            <p:nvPr/>
          </p:nvSpPr>
          <p:spPr>
            <a:xfrm>
              <a:off x="8312152" y="26029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4" name="pt46634"/>
            <p:cNvSpPr/>
            <p:nvPr/>
          </p:nvSpPr>
          <p:spPr>
            <a:xfrm>
              <a:off x="8646309" y="25098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5" name="pt46635"/>
            <p:cNvSpPr/>
            <p:nvPr/>
          </p:nvSpPr>
          <p:spPr>
            <a:xfrm>
              <a:off x="9325298" y="21404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6" name="pt46636"/>
            <p:cNvSpPr/>
            <p:nvPr/>
          </p:nvSpPr>
          <p:spPr>
            <a:xfrm>
              <a:off x="9185276" y="2170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7" name="pt46637"/>
            <p:cNvSpPr/>
            <p:nvPr/>
          </p:nvSpPr>
          <p:spPr>
            <a:xfrm>
              <a:off x="9044150" y="17445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8" name="pt46638"/>
            <p:cNvSpPr/>
            <p:nvPr/>
          </p:nvSpPr>
          <p:spPr>
            <a:xfrm>
              <a:off x="8731558" y="22667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9" name="pt46639"/>
            <p:cNvSpPr/>
            <p:nvPr/>
          </p:nvSpPr>
          <p:spPr>
            <a:xfrm>
              <a:off x="8633583" y="20273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0" name="pt46640"/>
            <p:cNvSpPr/>
            <p:nvPr/>
          </p:nvSpPr>
          <p:spPr>
            <a:xfrm>
              <a:off x="8793552" y="21610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1" name="pt46641"/>
            <p:cNvSpPr/>
            <p:nvPr/>
          </p:nvSpPr>
          <p:spPr>
            <a:xfrm>
              <a:off x="9522221" y="19349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2" name="pt46642"/>
            <p:cNvSpPr/>
            <p:nvPr/>
          </p:nvSpPr>
          <p:spPr>
            <a:xfrm>
              <a:off x="8679650" y="25333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3" name="pt46643"/>
            <p:cNvSpPr/>
            <p:nvPr/>
          </p:nvSpPr>
          <p:spPr>
            <a:xfrm>
              <a:off x="8312152" y="24212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4" name="pt46644"/>
            <p:cNvSpPr/>
            <p:nvPr/>
          </p:nvSpPr>
          <p:spPr>
            <a:xfrm>
              <a:off x="8431181" y="2445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5" name="pt46645"/>
            <p:cNvSpPr/>
            <p:nvPr/>
          </p:nvSpPr>
          <p:spPr>
            <a:xfrm>
              <a:off x="8619838" y="23004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6" name="pt46646"/>
            <p:cNvSpPr/>
            <p:nvPr/>
          </p:nvSpPr>
          <p:spPr>
            <a:xfrm>
              <a:off x="8431181" y="23170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7" name="pt46647"/>
            <p:cNvSpPr/>
            <p:nvPr/>
          </p:nvSpPr>
          <p:spPr>
            <a:xfrm>
              <a:off x="9356998" y="20007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8" name="pt46648"/>
            <p:cNvSpPr/>
            <p:nvPr/>
          </p:nvSpPr>
          <p:spPr>
            <a:xfrm>
              <a:off x="9193072" y="2171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9" name="pt46649"/>
            <p:cNvSpPr/>
            <p:nvPr/>
          </p:nvSpPr>
          <p:spPr>
            <a:xfrm>
              <a:off x="8830827" y="18384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0" name="pt46650"/>
            <p:cNvSpPr/>
            <p:nvPr/>
          </p:nvSpPr>
          <p:spPr>
            <a:xfrm>
              <a:off x="9177111" y="19628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1" name="pt46651"/>
            <p:cNvSpPr/>
            <p:nvPr/>
          </p:nvSpPr>
          <p:spPr>
            <a:xfrm>
              <a:off x="9756959" y="20567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2" name="pt46652"/>
            <p:cNvSpPr/>
            <p:nvPr/>
          </p:nvSpPr>
          <p:spPr>
            <a:xfrm>
              <a:off x="9485353" y="23962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3" name="pt46653"/>
            <p:cNvSpPr/>
            <p:nvPr/>
          </p:nvSpPr>
          <p:spPr>
            <a:xfrm>
              <a:off x="8990670" y="19575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4" name="pt46654"/>
            <p:cNvSpPr/>
            <p:nvPr/>
          </p:nvSpPr>
          <p:spPr>
            <a:xfrm>
              <a:off x="8846813" y="21287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5" name="pt46655"/>
            <p:cNvSpPr/>
            <p:nvPr/>
          </p:nvSpPr>
          <p:spPr>
            <a:xfrm>
              <a:off x="9509103" y="19952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6" name="pt46656"/>
            <p:cNvSpPr/>
            <p:nvPr/>
          </p:nvSpPr>
          <p:spPr>
            <a:xfrm>
              <a:off x="8945616" y="20735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7" name="pt46657"/>
            <p:cNvSpPr/>
            <p:nvPr/>
          </p:nvSpPr>
          <p:spPr>
            <a:xfrm>
              <a:off x="8941268" y="19284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8" name="pt46658"/>
            <p:cNvSpPr/>
            <p:nvPr/>
          </p:nvSpPr>
          <p:spPr>
            <a:xfrm>
              <a:off x="8550210" y="23106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9" name="pt46659"/>
            <p:cNvSpPr/>
            <p:nvPr/>
          </p:nvSpPr>
          <p:spPr>
            <a:xfrm>
              <a:off x="8980466" y="19811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0" name="pt46660"/>
            <p:cNvSpPr/>
            <p:nvPr/>
          </p:nvSpPr>
          <p:spPr>
            <a:xfrm>
              <a:off x="8803657" y="18957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1" name="pt46661"/>
            <p:cNvSpPr/>
            <p:nvPr/>
          </p:nvSpPr>
          <p:spPr>
            <a:xfrm>
              <a:off x="8777185" y="23296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2" name="pt46662"/>
            <p:cNvSpPr/>
            <p:nvPr/>
          </p:nvSpPr>
          <p:spPr>
            <a:xfrm>
              <a:off x="8973309" y="21423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3" name="pt46663"/>
            <p:cNvSpPr/>
            <p:nvPr/>
          </p:nvSpPr>
          <p:spPr>
            <a:xfrm>
              <a:off x="8431181" y="2539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4" name="pt46664"/>
            <p:cNvSpPr/>
            <p:nvPr/>
          </p:nvSpPr>
          <p:spPr>
            <a:xfrm>
              <a:off x="8312152" y="23967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5" name="pt46665"/>
            <p:cNvSpPr/>
            <p:nvPr/>
          </p:nvSpPr>
          <p:spPr>
            <a:xfrm>
              <a:off x="8868306" y="21842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6" name="pt46666"/>
            <p:cNvSpPr/>
            <p:nvPr/>
          </p:nvSpPr>
          <p:spPr>
            <a:xfrm>
              <a:off x="8723925" y="2152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7" name="pt46667"/>
            <p:cNvSpPr/>
            <p:nvPr/>
          </p:nvSpPr>
          <p:spPr>
            <a:xfrm>
              <a:off x="8633583" y="21936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8" name="pt46668"/>
            <p:cNvSpPr/>
            <p:nvPr/>
          </p:nvSpPr>
          <p:spPr>
            <a:xfrm>
              <a:off x="8469500" y="22505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9" name="pt46669"/>
            <p:cNvSpPr/>
            <p:nvPr/>
          </p:nvSpPr>
          <p:spPr>
            <a:xfrm>
              <a:off x="8881273" y="22155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0" name="pt46670"/>
            <p:cNvSpPr/>
            <p:nvPr/>
          </p:nvSpPr>
          <p:spPr>
            <a:xfrm>
              <a:off x="9636399" y="2012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1" name="pt46671"/>
            <p:cNvSpPr/>
            <p:nvPr/>
          </p:nvSpPr>
          <p:spPr>
            <a:xfrm>
              <a:off x="9288151" y="20922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2" name="pt46672"/>
            <p:cNvSpPr/>
            <p:nvPr/>
          </p:nvSpPr>
          <p:spPr>
            <a:xfrm>
              <a:off x="8759093" y="20176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3" name="pt46673"/>
            <p:cNvSpPr/>
            <p:nvPr/>
          </p:nvSpPr>
          <p:spPr>
            <a:xfrm>
              <a:off x="9550412" y="21157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4" name="pt46674"/>
            <p:cNvSpPr/>
            <p:nvPr/>
          </p:nvSpPr>
          <p:spPr>
            <a:xfrm>
              <a:off x="8956027" y="21112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5" name="pt46675"/>
            <p:cNvSpPr/>
            <p:nvPr/>
          </p:nvSpPr>
          <p:spPr>
            <a:xfrm>
              <a:off x="9356998" y="20629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6" name="pt46676"/>
            <p:cNvSpPr/>
            <p:nvPr/>
          </p:nvSpPr>
          <p:spPr>
            <a:xfrm>
              <a:off x="8707558" y="23367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7" name="pt46677"/>
            <p:cNvSpPr/>
            <p:nvPr/>
          </p:nvSpPr>
          <p:spPr>
            <a:xfrm>
              <a:off x="8731558" y="20665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8" name="pt46678"/>
            <p:cNvSpPr/>
            <p:nvPr/>
          </p:nvSpPr>
          <p:spPr>
            <a:xfrm>
              <a:off x="9495513" y="23364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9" name="pt46679"/>
            <p:cNvSpPr/>
            <p:nvPr/>
          </p:nvSpPr>
          <p:spPr>
            <a:xfrm>
              <a:off x="8658156" y="24570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0" name="pt46680"/>
            <p:cNvSpPr/>
            <p:nvPr/>
          </p:nvSpPr>
          <p:spPr>
            <a:xfrm>
              <a:off x="9457237" y="20942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1" name="pt46681"/>
            <p:cNvSpPr/>
            <p:nvPr/>
          </p:nvSpPr>
          <p:spPr>
            <a:xfrm>
              <a:off x="9495513" y="2134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2" name="pt46682"/>
            <p:cNvSpPr/>
            <p:nvPr/>
          </p:nvSpPr>
          <p:spPr>
            <a:xfrm>
              <a:off x="8731558" y="22782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3" name="pt46683"/>
            <p:cNvSpPr/>
            <p:nvPr/>
          </p:nvSpPr>
          <p:spPr>
            <a:xfrm>
              <a:off x="8381780" y="23868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4" name="pt46684"/>
            <p:cNvSpPr/>
            <p:nvPr/>
          </p:nvSpPr>
          <p:spPr>
            <a:xfrm>
              <a:off x="9193072" y="22730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5" name="pt46685"/>
            <p:cNvSpPr/>
            <p:nvPr/>
          </p:nvSpPr>
          <p:spPr>
            <a:xfrm>
              <a:off x="8689465" y="24716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6" name="pt46686"/>
            <p:cNvSpPr/>
            <p:nvPr/>
          </p:nvSpPr>
          <p:spPr>
            <a:xfrm>
              <a:off x="9007935" y="19000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7" name="pt46687"/>
            <p:cNvSpPr/>
            <p:nvPr/>
          </p:nvSpPr>
          <p:spPr>
            <a:xfrm>
              <a:off x="9104672" y="20514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8" name="pt46688"/>
            <p:cNvSpPr/>
            <p:nvPr/>
          </p:nvSpPr>
          <p:spPr>
            <a:xfrm>
              <a:off x="8941268" y="18784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9" name="pt46689"/>
            <p:cNvSpPr/>
            <p:nvPr/>
          </p:nvSpPr>
          <p:spPr>
            <a:xfrm>
              <a:off x="8961983" y="23291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0" name="pt46690"/>
            <p:cNvSpPr/>
            <p:nvPr/>
          </p:nvSpPr>
          <p:spPr>
            <a:xfrm>
              <a:off x="9158273" y="18661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1" name="pt46691"/>
            <p:cNvSpPr/>
            <p:nvPr/>
          </p:nvSpPr>
          <p:spPr>
            <a:xfrm>
              <a:off x="8715936" y="22847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2" name="pt46692"/>
            <p:cNvSpPr/>
            <p:nvPr/>
          </p:nvSpPr>
          <p:spPr>
            <a:xfrm>
              <a:off x="8646309" y="24473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3" name="pt46693"/>
            <p:cNvSpPr/>
            <p:nvPr/>
          </p:nvSpPr>
          <p:spPr>
            <a:xfrm>
              <a:off x="9227900" y="21230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4" name="pt46694"/>
            <p:cNvSpPr/>
            <p:nvPr/>
          </p:nvSpPr>
          <p:spPr>
            <a:xfrm>
              <a:off x="8588529" y="22593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5" name="pt46695"/>
            <p:cNvSpPr/>
            <p:nvPr/>
          </p:nvSpPr>
          <p:spPr>
            <a:xfrm>
              <a:off x="9286390" y="19900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6" name="pt46696"/>
            <p:cNvSpPr/>
            <p:nvPr/>
          </p:nvSpPr>
          <p:spPr>
            <a:xfrm>
              <a:off x="8619838" y="22965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7" name="pt46697"/>
            <p:cNvSpPr/>
            <p:nvPr/>
          </p:nvSpPr>
          <p:spPr>
            <a:xfrm>
              <a:off x="8669239" y="24397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8" name="pt46698"/>
            <p:cNvSpPr/>
            <p:nvPr/>
          </p:nvSpPr>
          <p:spPr>
            <a:xfrm>
              <a:off x="8961983" y="2226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9" name="pt46699"/>
            <p:cNvSpPr/>
            <p:nvPr/>
          </p:nvSpPr>
          <p:spPr>
            <a:xfrm>
              <a:off x="9633844" y="20053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0" name="pt46700"/>
            <p:cNvSpPr/>
            <p:nvPr/>
          </p:nvSpPr>
          <p:spPr>
            <a:xfrm>
              <a:off x="9286390" y="18344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1" name="pt46701"/>
            <p:cNvSpPr/>
            <p:nvPr/>
          </p:nvSpPr>
          <p:spPr>
            <a:xfrm>
              <a:off x="9304571" y="21293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2" name="pt46702"/>
            <p:cNvSpPr/>
            <p:nvPr/>
          </p:nvSpPr>
          <p:spPr>
            <a:xfrm>
              <a:off x="8963923" y="22534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3" name="pt46703"/>
            <p:cNvSpPr/>
            <p:nvPr/>
          </p:nvSpPr>
          <p:spPr>
            <a:xfrm>
              <a:off x="8658156" y="24776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4" name="pt46704"/>
            <p:cNvSpPr/>
            <p:nvPr/>
          </p:nvSpPr>
          <p:spPr>
            <a:xfrm>
              <a:off x="8939053" y="19115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5" name="pt46705"/>
            <p:cNvSpPr/>
            <p:nvPr/>
          </p:nvSpPr>
          <p:spPr>
            <a:xfrm>
              <a:off x="8570436" y="24121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6" name="pt46706"/>
            <p:cNvSpPr/>
            <p:nvPr/>
          </p:nvSpPr>
          <p:spPr>
            <a:xfrm>
              <a:off x="9184210" y="22264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7" name="pt46707"/>
            <p:cNvSpPr/>
            <p:nvPr/>
          </p:nvSpPr>
          <p:spPr>
            <a:xfrm>
              <a:off x="8850587" y="20686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8" name="pt46708"/>
            <p:cNvSpPr/>
            <p:nvPr/>
          </p:nvSpPr>
          <p:spPr>
            <a:xfrm>
              <a:off x="8731558" y="21671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9" name="pt46709"/>
            <p:cNvSpPr/>
            <p:nvPr/>
          </p:nvSpPr>
          <p:spPr>
            <a:xfrm>
              <a:off x="8619838" y="22727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0" name="pt46710"/>
            <p:cNvSpPr/>
            <p:nvPr/>
          </p:nvSpPr>
          <p:spPr>
            <a:xfrm>
              <a:off x="8469500" y="24990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1" name="pt46711"/>
            <p:cNvSpPr/>
            <p:nvPr/>
          </p:nvSpPr>
          <p:spPr>
            <a:xfrm>
              <a:off x="9252225" y="20354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2" name="pt46712"/>
            <p:cNvSpPr/>
            <p:nvPr/>
          </p:nvSpPr>
          <p:spPr>
            <a:xfrm>
              <a:off x="9652073" y="22143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3" name="pt46713"/>
            <p:cNvSpPr/>
            <p:nvPr/>
          </p:nvSpPr>
          <p:spPr>
            <a:xfrm>
              <a:off x="9620546" y="20066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4" name="pt46714"/>
            <p:cNvSpPr/>
            <p:nvPr/>
          </p:nvSpPr>
          <p:spPr>
            <a:xfrm>
              <a:off x="9548628" y="22088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5" name="pt46715"/>
            <p:cNvSpPr/>
            <p:nvPr/>
          </p:nvSpPr>
          <p:spPr>
            <a:xfrm>
              <a:off x="8469500" y="24222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6" name="pt46716"/>
            <p:cNvSpPr/>
            <p:nvPr/>
          </p:nvSpPr>
          <p:spPr>
            <a:xfrm>
              <a:off x="8619838" y="22894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7" name="pt46717"/>
            <p:cNvSpPr/>
            <p:nvPr/>
          </p:nvSpPr>
          <p:spPr>
            <a:xfrm>
              <a:off x="9517293" y="21305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8" name="pt46718"/>
            <p:cNvSpPr/>
            <p:nvPr/>
          </p:nvSpPr>
          <p:spPr>
            <a:xfrm>
              <a:off x="8550210" y="24343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9" name="pt46719"/>
            <p:cNvSpPr/>
            <p:nvPr/>
          </p:nvSpPr>
          <p:spPr>
            <a:xfrm>
              <a:off x="9259278" y="21212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0" name="pt46720"/>
            <p:cNvSpPr/>
            <p:nvPr/>
          </p:nvSpPr>
          <p:spPr>
            <a:xfrm>
              <a:off x="8980466" y="19498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1" name="pt46721"/>
            <p:cNvSpPr/>
            <p:nvPr/>
          </p:nvSpPr>
          <p:spPr>
            <a:xfrm>
              <a:off x="8782816" y="20814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2" name="pt46722"/>
            <p:cNvSpPr/>
            <p:nvPr/>
          </p:nvSpPr>
          <p:spPr>
            <a:xfrm>
              <a:off x="9044150" y="17503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3" name="pt46723"/>
            <p:cNvSpPr/>
            <p:nvPr/>
          </p:nvSpPr>
          <p:spPr>
            <a:xfrm>
              <a:off x="9147356" y="21467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4" name="pt46724"/>
            <p:cNvSpPr/>
            <p:nvPr/>
          </p:nvSpPr>
          <p:spPr>
            <a:xfrm>
              <a:off x="9564411" y="2086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5" name="pt46725"/>
            <p:cNvSpPr/>
            <p:nvPr/>
          </p:nvSpPr>
          <p:spPr>
            <a:xfrm>
              <a:off x="8987335" y="20857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6" name="pt46726"/>
            <p:cNvSpPr/>
            <p:nvPr/>
          </p:nvSpPr>
          <p:spPr>
            <a:xfrm>
              <a:off x="8312152" y="24608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7" name="pt46727"/>
            <p:cNvSpPr/>
            <p:nvPr/>
          </p:nvSpPr>
          <p:spPr>
            <a:xfrm>
              <a:off x="9090502" y="17595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8" name="pt46728"/>
            <p:cNvSpPr/>
            <p:nvPr/>
          </p:nvSpPr>
          <p:spPr>
            <a:xfrm>
              <a:off x="8381780" y="22770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9" name="pt46729"/>
            <p:cNvSpPr/>
            <p:nvPr/>
          </p:nvSpPr>
          <p:spPr>
            <a:xfrm>
              <a:off x="9068885" y="1863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0" name="pt46730"/>
            <p:cNvSpPr/>
            <p:nvPr/>
          </p:nvSpPr>
          <p:spPr>
            <a:xfrm>
              <a:off x="8633583" y="21034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1" name="pt46731"/>
            <p:cNvSpPr/>
            <p:nvPr/>
          </p:nvSpPr>
          <p:spPr>
            <a:xfrm>
              <a:off x="8646309" y="25007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2" name="pt46732"/>
            <p:cNvSpPr/>
            <p:nvPr/>
          </p:nvSpPr>
          <p:spPr>
            <a:xfrm>
              <a:off x="9207674" y="17449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3" name="pt46733"/>
            <p:cNvSpPr/>
            <p:nvPr/>
          </p:nvSpPr>
          <p:spPr>
            <a:xfrm>
              <a:off x="9320769" y="21245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4" name="pt46734"/>
            <p:cNvSpPr/>
            <p:nvPr/>
          </p:nvSpPr>
          <p:spPr>
            <a:xfrm>
              <a:off x="9123951" y="20569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5" name="pt46735"/>
            <p:cNvSpPr/>
            <p:nvPr/>
          </p:nvSpPr>
          <p:spPr>
            <a:xfrm>
              <a:off x="8890393" y="19694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6" name="pt46736"/>
            <p:cNvSpPr/>
            <p:nvPr/>
          </p:nvSpPr>
          <p:spPr>
            <a:xfrm>
              <a:off x="8738867" y="19325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7" name="pt46737"/>
            <p:cNvSpPr/>
            <p:nvPr/>
          </p:nvSpPr>
          <p:spPr>
            <a:xfrm>
              <a:off x="8920215" y="20225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8" name="pt46738"/>
            <p:cNvSpPr/>
            <p:nvPr/>
          </p:nvSpPr>
          <p:spPr>
            <a:xfrm>
              <a:off x="8312152" y="24912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9" name="pt46739"/>
            <p:cNvSpPr/>
            <p:nvPr/>
          </p:nvSpPr>
          <p:spPr>
            <a:xfrm>
              <a:off x="8973309" y="2133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0" name="pt46740"/>
            <p:cNvSpPr/>
            <p:nvPr/>
          </p:nvSpPr>
          <p:spPr>
            <a:xfrm>
              <a:off x="8550210" y="22683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1" name="pt46741"/>
            <p:cNvSpPr/>
            <p:nvPr/>
          </p:nvSpPr>
          <p:spPr>
            <a:xfrm>
              <a:off x="8793552" y="20338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2" name="pt46742"/>
            <p:cNvSpPr/>
            <p:nvPr/>
          </p:nvSpPr>
          <p:spPr>
            <a:xfrm>
              <a:off x="8646309" y="25209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3" name="pt46743"/>
            <p:cNvSpPr/>
            <p:nvPr/>
          </p:nvSpPr>
          <p:spPr>
            <a:xfrm>
              <a:off x="9007935" y="20352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4" name="pt46744"/>
            <p:cNvSpPr/>
            <p:nvPr/>
          </p:nvSpPr>
          <p:spPr>
            <a:xfrm>
              <a:off x="9079049" y="19610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5" name="pt46745"/>
            <p:cNvSpPr/>
            <p:nvPr/>
          </p:nvSpPr>
          <p:spPr>
            <a:xfrm>
              <a:off x="9088645" y="19893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6" name="pt46746"/>
            <p:cNvSpPr/>
            <p:nvPr/>
          </p:nvSpPr>
          <p:spPr>
            <a:xfrm>
              <a:off x="8861436" y="20494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7" name="pt46747"/>
            <p:cNvSpPr/>
            <p:nvPr/>
          </p:nvSpPr>
          <p:spPr>
            <a:xfrm>
              <a:off x="9557615" y="20317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8" name="pt46748"/>
            <p:cNvSpPr/>
            <p:nvPr/>
          </p:nvSpPr>
          <p:spPr>
            <a:xfrm>
              <a:off x="8868306" y="23922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9" name="pt46749"/>
            <p:cNvSpPr/>
            <p:nvPr/>
          </p:nvSpPr>
          <p:spPr>
            <a:xfrm>
              <a:off x="8887406" y="14873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0" name="pt46750"/>
            <p:cNvSpPr/>
            <p:nvPr/>
          </p:nvSpPr>
          <p:spPr>
            <a:xfrm>
              <a:off x="8777185" y="22477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1" name="pt46751"/>
            <p:cNvSpPr/>
            <p:nvPr/>
          </p:nvSpPr>
          <p:spPr>
            <a:xfrm>
              <a:off x="8604896" y="22294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2" name="pt46752"/>
            <p:cNvSpPr/>
            <p:nvPr/>
          </p:nvSpPr>
          <p:spPr>
            <a:xfrm>
              <a:off x="9148018" y="21327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3" name="pt46753"/>
            <p:cNvSpPr/>
            <p:nvPr/>
          </p:nvSpPr>
          <p:spPr>
            <a:xfrm>
              <a:off x="8929892" y="17531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4" name="pt46754"/>
            <p:cNvSpPr/>
            <p:nvPr/>
          </p:nvSpPr>
          <p:spPr>
            <a:xfrm>
              <a:off x="8381780" y="25995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5" name="pt46755"/>
            <p:cNvSpPr/>
            <p:nvPr/>
          </p:nvSpPr>
          <p:spPr>
            <a:xfrm>
              <a:off x="9010896" y="17429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6" name="pt46756"/>
            <p:cNvSpPr/>
            <p:nvPr/>
          </p:nvSpPr>
          <p:spPr>
            <a:xfrm>
              <a:off x="9232403" y="19979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7" name="pt46757"/>
            <p:cNvSpPr/>
            <p:nvPr/>
          </p:nvSpPr>
          <p:spPr>
            <a:xfrm>
              <a:off x="8431181" y="22806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8" name="pt46758"/>
            <p:cNvSpPr/>
            <p:nvPr/>
          </p:nvSpPr>
          <p:spPr>
            <a:xfrm>
              <a:off x="9090502" y="17553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9" name="pt46759"/>
            <p:cNvSpPr/>
            <p:nvPr/>
          </p:nvSpPr>
          <p:spPr>
            <a:xfrm>
              <a:off x="9004922" y="17088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0" name="pt46760"/>
            <p:cNvSpPr/>
            <p:nvPr/>
          </p:nvSpPr>
          <p:spPr>
            <a:xfrm>
              <a:off x="9316366" y="22010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1" name="pt46761"/>
            <p:cNvSpPr/>
            <p:nvPr/>
          </p:nvSpPr>
          <p:spPr>
            <a:xfrm>
              <a:off x="9308507" y="22200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2" name="pt46762"/>
            <p:cNvSpPr/>
            <p:nvPr/>
          </p:nvSpPr>
          <p:spPr>
            <a:xfrm>
              <a:off x="8929892" y="1820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3" name="pt46763"/>
            <p:cNvSpPr/>
            <p:nvPr/>
          </p:nvSpPr>
          <p:spPr>
            <a:xfrm>
              <a:off x="9068885" y="19637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4" name="pt46764"/>
            <p:cNvSpPr/>
            <p:nvPr/>
          </p:nvSpPr>
          <p:spPr>
            <a:xfrm>
              <a:off x="8738867" y="22504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5" name="pt46765"/>
            <p:cNvSpPr/>
            <p:nvPr/>
          </p:nvSpPr>
          <p:spPr>
            <a:xfrm>
              <a:off x="9242219" y="20127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6" name="pt46766"/>
            <p:cNvSpPr/>
            <p:nvPr/>
          </p:nvSpPr>
          <p:spPr>
            <a:xfrm>
              <a:off x="8312152" y="24701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7" name="pt46767"/>
            <p:cNvSpPr/>
            <p:nvPr/>
          </p:nvSpPr>
          <p:spPr>
            <a:xfrm>
              <a:off x="9474060" y="22017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8" name="pt46768"/>
            <p:cNvSpPr/>
            <p:nvPr/>
          </p:nvSpPr>
          <p:spPr>
            <a:xfrm>
              <a:off x="8817779" y="20397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9" name="pt46769"/>
            <p:cNvSpPr/>
            <p:nvPr/>
          </p:nvSpPr>
          <p:spPr>
            <a:xfrm>
              <a:off x="8826587" y="22800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0" name="pt46770"/>
            <p:cNvSpPr/>
            <p:nvPr/>
          </p:nvSpPr>
          <p:spPr>
            <a:xfrm>
              <a:off x="9325298" y="21864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1" name="pt46771"/>
            <p:cNvSpPr/>
            <p:nvPr/>
          </p:nvSpPr>
          <p:spPr>
            <a:xfrm>
              <a:off x="8312152" y="24902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2" name="pt46772"/>
            <p:cNvSpPr/>
            <p:nvPr/>
          </p:nvSpPr>
          <p:spPr>
            <a:xfrm>
              <a:off x="9068885" y="18039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3" name="pt46773"/>
            <p:cNvSpPr/>
            <p:nvPr/>
          </p:nvSpPr>
          <p:spPr>
            <a:xfrm>
              <a:off x="9088645" y="19198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4" name="pt46774"/>
            <p:cNvSpPr/>
            <p:nvPr/>
          </p:nvSpPr>
          <p:spPr>
            <a:xfrm>
              <a:off x="9436013" y="22149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5" name="pt46775"/>
            <p:cNvSpPr/>
            <p:nvPr/>
          </p:nvSpPr>
          <p:spPr>
            <a:xfrm>
              <a:off x="8312152" y="24897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6" name="pt46776"/>
            <p:cNvSpPr/>
            <p:nvPr/>
          </p:nvSpPr>
          <p:spPr>
            <a:xfrm>
              <a:off x="8588529" y="23461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7" name="pt46777"/>
            <p:cNvSpPr/>
            <p:nvPr/>
          </p:nvSpPr>
          <p:spPr>
            <a:xfrm>
              <a:off x="8500809" y="26174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8" name="pt46778"/>
            <p:cNvSpPr/>
            <p:nvPr/>
          </p:nvSpPr>
          <p:spPr>
            <a:xfrm>
              <a:off x="8381780" y="22312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9" name="pt46779"/>
            <p:cNvSpPr/>
            <p:nvPr/>
          </p:nvSpPr>
          <p:spPr>
            <a:xfrm>
              <a:off x="8884367" y="2004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0" name="pt46780"/>
            <p:cNvSpPr/>
            <p:nvPr/>
          </p:nvSpPr>
          <p:spPr>
            <a:xfrm>
              <a:off x="9155766" y="18290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1" name="pt46781"/>
            <p:cNvSpPr/>
            <p:nvPr/>
          </p:nvSpPr>
          <p:spPr>
            <a:xfrm>
              <a:off x="8469500" y="23858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2" name="pt46782"/>
            <p:cNvSpPr/>
            <p:nvPr/>
          </p:nvSpPr>
          <p:spPr>
            <a:xfrm>
              <a:off x="8956027" y="21300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3" name="pt46783"/>
            <p:cNvSpPr/>
            <p:nvPr/>
          </p:nvSpPr>
          <p:spPr>
            <a:xfrm>
              <a:off x="8604896" y="2241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4" name="pt46784"/>
            <p:cNvSpPr/>
            <p:nvPr/>
          </p:nvSpPr>
          <p:spPr>
            <a:xfrm>
              <a:off x="8826587" y="21976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5" name="pt46785"/>
            <p:cNvSpPr/>
            <p:nvPr/>
          </p:nvSpPr>
          <p:spPr>
            <a:xfrm>
              <a:off x="8765338" y="21230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6" name="pt46786"/>
            <p:cNvSpPr/>
            <p:nvPr/>
          </p:nvSpPr>
          <p:spPr>
            <a:xfrm>
              <a:off x="8500809" y="24882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7" name="pt46787"/>
            <p:cNvSpPr/>
            <p:nvPr/>
          </p:nvSpPr>
          <p:spPr>
            <a:xfrm>
              <a:off x="8469500" y="2396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8" name="pt46788"/>
            <p:cNvSpPr/>
            <p:nvPr/>
          </p:nvSpPr>
          <p:spPr>
            <a:xfrm>
              <a:off x="8960020" y="21756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9" name="pt46789"/>
            <p:cNvSpPr/>
            <p:nvPr/>
          </p:nvSpPr>
          <p:spPr>
            <a:xfrm>
              <a:off x="8884367" y="21282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0" name="pt46790"/>
            <p:cNvSpPr/>
            <p:nvPr/>
          </p:nvSpPr>
          <p:spPr>
            <a:xfrm>
              <a:off x="8765338" y="21090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1" name="pt46791"/>
            <p:cNvSpPr/>
            <p:nvPr/>
          </p:nvSpPr>
          <p:spPr>
            <a:xfrm>
              <a:off x="8826587" y="21573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2" name="pt46792"/>
            <p:cNvSpPr/>
            <p:nvPr/>
          </p:nvSpPr>
          <p:spPr>
            <a:xfrm>
              <a:off x="9044150" y="17619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3" name="pt46793"/>
            <p:cNvSpPr/>
            <p:nvPr/>
          </p:nvSpPr>
          <p:spPr>
            <a:xfrm>
              <a:off x="8679650" y="25292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4" name="pt46794"/>
            <p:cNvSpPr/>
            <p:nvPr/>
          </p:nvSpPr>
          <p:spPr>
            <a:xfrm>
              <a:off x="8917708" y="22473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5" name="pt46795"/>
            <p:cNvSpPr/>
            <p:nvPr/>
          </p:nvSpPr>
          <p:spPr>
            <a:xfrm>
              <a:off x="8469500" y="24931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6" name="pt46796"/>
            <p:cNvSpPr/>
            <p:nvPr/>
          </p:nvSpPr>
          <p:spPr>
            <a:xfrm>
              <a:off x="8527280" y="27480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7" name="pt46797"/>
            <p:cNvSpPr/>
            <p:nvPr/>
          </p:nvSpPr>
          <p:spPr>
            <a:xfrm>
              <a:off x="8604896" y="23451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8" name="pt46798"/>
            <p:cNvSpPr/>
            <p:nvPr/>
          </p:nvSpPr>
          <p:spPr>
            <a:xfrm>
              <a:off x="9522221" y="19170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9" name="pt46799"/>
            <p:cNvSpPr/>
            <p:nvPr/>
          </p:nvSpPr>
          <p:spPr>
            <a:xfrm>
              <a:off x="8899053" y="24055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0" name="pt46800"/>
            <p:cNvSpPr/>
            <p:nvPr/>
          </p:nvSpPr>
          <p:spPr>
            <a:xfrm>
              <a:off x="8738867" y="23177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1" name="pt46801"/>
            <p:cNvSpPr/>
            <p:nvPr/>
          </p:nvSpPr>
          <p:spPr>
            <a:xfrm>
              <a:off x="8570436" y="23722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2" name="pt46802"/>
            <p:cNvSpPr/>
            <p:nvPr/>
          </p:nvSpPr>
          <p:spPr>
            <a:xfrm>
              <a:off x="9277923" y="19848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3" name="pt46803"/>
            <p:cNvSpPr/>
            <p:nvPr/>
          </p:nvSpPr>
          <p:spPr>
            <a:xfrm>
              <a:off x="8527280" y="27298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4" name="pt46804"/>
            <p:cNvSpPr/>
            <p:nvPr/>
          </p:nvSpPr>
          <p:spPr>
            <a:xfrm>
              <a:off x="8527280" y="26536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5" name="pt46805"/>
            <p:cNvSpPr/>
            <p:nvPr/>
          </p:nvSpPr>
          <p:spPr>
            <a:xfrm>
              <a:off x="9115383" y="20938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6" name="pt46806"/>
            <p:cNvSpPr/>
            <p:nvPr/>
          </p:nvSpPr>
          <p:spPr>
            <a:xfrm>
              <a:off x="9076063" y="17702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7" name="pt46807"/>
            <p:cNvSpPr/>
            <p:nvPr/>
          </p:nvSpPr>
          <p:spPr>
            <a:xfrm>
              <a:off x="8381780" y="22202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8" name="pt46808"/>
            <p:cNvSpPr/>
            <p:nvPr/>
          </p:nvSpPr>
          <p:spPr>
            <a:xfrm>
              <a:off x="8808494" y="23581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9" name="pt46809"/>
            <p:cNvSpPr/>
            <p:nvPr/>
          </p:nvSpPr>
          <p:spPr>
            <a:xfrm>
              <a:off x="8960020" y="22254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0" name="pt46810"/>
            <p:cNvSpPr/>
            <p:nvPr/>
          </p:nvSpPr>
          <p:spPr>
            <a:xfrm>
              <a:off x="9064645" y="18683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1" name="pt46811"/>
            <p:cNvSpPr/>
            <p:nvPr/>
          </p:nvSpPr>
          <p:spPr>
            <a:xfrm>
              <a:off x="8588529" y="25356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2" name="pt46812"/>
            <p:cNvSpPr/>
            <p:nvPr/>
          </p:nvSpPr>
          <p:spPr>
            <a:xfrm>
              <a:off x="8980466" y="20343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3" name="pt46813"/>
            <p:cNvSpPr/>
            <p:nvPr/>
          </p:nvSpPr>
          <p:spPr>
            <a:xfrm>
              <a:off x="9046552" y="18227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4" name="pt46814"/>
            <p:cNvSpPr/>
            <p:nvPr/>
          </p:nvSpPr>
          <p:spPr>
            <a:xfrm>
              <a:off x="9022254" y="17525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5" name="pt46815"/>
            <p:cNvSpPr/>
            <p:nvPr/>
          </p:nvSpPr>
          <p:spPr>
            <a:xfrm>
              <a:off x="8527280" y="26251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6" name="pt46816"/>
            <p:cNvSpPr/>
            <p:nvPr/>
          </p:nvSpPr>
          <p:spPr>
            <a:xfrm>
              <a:off x="8861436" y="1994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7" name="pt46817"/>
            <p:cNvSpPr/>
            <p:nvPr/>
          </p:nvSpPr>
          <p:spPr>
            <a:xfrm>
              <a:off x="9187390" y="22728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8" name="pt46818"/>
            <p:cNvSpPr/>
            <p:nvPr/>
          </p:nvSpPr>
          <p:spPr>
            <a:xfrm>
              <a:off x="8550210" y="25412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9" name="pt46819"/>
            <p:cNvSpPr/>
            <p:nvPr/>
          </p:nvSpPr>
          <p:spPr>
            <a:xfrm>
              <a:off x="9022254" y="17460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0" name="pt46820"/>
            <p:cNvSpPr/>
            <p:nvPr/>
          </p:nvSpPr>
          <p:spPr>
            <a:xfrm>
              <a:off x="8731558" y="22685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1" name="pt46821"/>
            <p:cNvSpPr/>
            <p:nvPr/>
          </p:nvSpPr>
          <p:spPr>
            <a:xfrm>
              <a:off x="9636399" y="22317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2" name="pt46822"/>
            <p:cNvSpPr/>
            <p:nvPr/>
          </p:nvSpPr>
          <p:spPr>
            <a:xfrm>
              <a:off x="8920215" y="19539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3" name="pt46823"/>
            <p:cNvSpPr/>
            <p:nvPr/>
          </p:nvSpPr>
          <p:spPr>
            <a:xfrm>
              <a:off x="8381780" y="22004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4" name="pt46824"/>
            <p:cNvSpPr/>
            <p:nvPr/>
          </p:nvSpPr>
          <p:spPr>
            <a:xfrm>
              <a:off x="8500809" y="2530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5" name="pt46825"/>
            <p:cNvSpPr/>
            <p:nvPr/>
          </p:nvSpPr>
          <p:spPr>
            <a:xfrm>
              <a:off x="8874912" y="21597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6" name="pt46826"/>
            <p:cNvSpPr/>
            <p:nvPr/>
          </p:nvSpPr>
          <p:spPr>
            <a:xfrm>
              <a:off x="9010896" y="16924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7" name="pt46827"/>
            <p:cNvSpPr/>
            <p:nvPr/>
          </p:nvSpPr>
          <p:spPr>
            <a:xfrm>
              <a:off x="8830827" y="19950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8" name="pt46828"/>
            <p:cNvSpPr/>
            <p:nvPr/>
          </p:nvSpPr>
          <p:spPr>
            <a:xfrm>
              <a:off x="9388372" y="20881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9" name="pt46829"/>
            <p:cNvSpPr/>
            <p:nvPr/>
          </p:nvSpPr>
          <p:spPr>
            <a:xfrm>
              <a:off x="9036737" y="17910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0" name="pt46830"/>
            <p:cNvSpPr/>
            <p:nvPr/>
          </p:nvSpPr>
          <p:spPr>
            <a:xfrm>
              <a:off x="9067835" y="18088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1" name="pt46831"/>
            <p:cNvSpPr/>
            <p:nvPr/>
          </p:nvSpPr>
          <p:spPr>
            <a:xfrm>
              <a:off x="9471970" y="24573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2" name="pt46832"/>
            <p:cNvSpPr/>
            <p:nvPr/>
          </p:nvSpPr>
          <p:spPr>
            <a:xfrm>
              <a:off x="9034193" y="18459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3" name="pt46833"/>
            <p:cNvSpPr/>
            <p:nvPr/>
          </p:nvSpPr>
          <p:spPr>
            <a:xfrm>
              <a:off x="8956027" y="20719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4" name="pt46834"/>
            <p:cNvSpPr/>
            <p:nvPr/>
          </p:nvSpPr>
          <p:spPr>
            <a:xfrm>
              <a:off x="9056963" y="20652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5" name="pt46835"/>
            <p:cNvSpPr/>
            <p:nvPr/>
          </p:nvSpPr>
          <p:spPr>
            <a:xfrm>
              <a:off x="9076063" y="19152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6" name="pt46836"/>
            <p:cNvSpPr/>
            <p:nvPr/>
          </p:nvSpPr>
          <p:spPr>
            <a:xfrm>
              <a:off x="8646309" y="25424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7" name="pt46837"/>
            <p:cNvSpPr/>
            <p:nvPr/>
          </p:nvSpPr>
          <p:spPr>
            <a:xfrm>
              <a:off x="8646309" y="25587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8" name="pt46838"/>
            <p:cNvSpPr/>
            <p:nvPr/>
          </p:nvSpPr>
          <p:spPr>
            <a:xfrm>
              <a:off x="9557615" y="20652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9" name="pt46839"/>
            <p:cNvSpPr/>
            <p:nvPr/>
          </p:nvSpPr>
          <p:spPr>
            <a:xfrm>
              <a:off x="8500809" y="24876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0" name="pt46840"/>
            <p:cNvSpPr/>
            <p:nvPr/>
          </p:nvSpPr>
          <p:spPr>
            <a:xfrm>
              <a:off x="8570436" y="24552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1" name="pt46841"/>
            <p:cNvSpPr/>
            <p:nvPr/>
          </p:nvSpPr>
          <p:spPr>
            <a:xfrm>
              <a:off x="9139903" y="2018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2" name="pt46842"/>
            <p:cNvSpPr/>
            <p:nvPr/>
          </p:nvSpPr>
          <p:spPr>
            <a:xfrm>
              <a:off x="8312152" y="2235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3" name="pt46843"/>
            <p:cNvSpPr/>
            <p:nvPr/>
          </p:nvSpPr>
          <p:spPr>
            <a:xfrm>
              <a:off x="8550210" y="23962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4" name="pt46844"/>
            <p:cNvSpPr/>
            <p:nvPr/>
          </p:nvSpPr>
          <p:spPr>
            <a:xfrm>
              <a:off x="8381780" y="22226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5" name="pt46845"/>
            <p:cNvSpPr/>
            <p:nvPr/>
          </p:nvSpPr>
          <p:spPr>
            <a:xfrm>
              <a:off x="9780637" y="25712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6" name="pt46846"/>
            <p:cNvSpPr/>
            <p:nvPr/>
          </p:nvSpPr>
          <p:spPr>
            <a:xfrm>
              <a:off x="8619838" y="22330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7" name="pt46847"/>
            <p:cNvSpPr/>
            <p:nvPr/>
          </p:nvSpPr>
          <p:spPr>
            <a:xfrm>
              <a:off x="8932228" y="1803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8" name="pt46848"/>
            <p:cNvSpPr/>
            <p:nvPr/>
          </p:nvSpPr>
          <p:spPr>
            <a:xfrm>
              <a:off x="8765338" y="20696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9" name="pt46849"/>
            <p:cNvSpPr/>
            <p:nvPr/>
          </p:nvSpPr>
          <p:spPr>
            <a:xfrm>
              <a:off x="9528241" y="1822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0" name="pt46850"/>
            <p:cNvSpPr/>
            <p:nvPr/>
          </p:nvSpPr>
          <p:spPr>
            <a:xfrm>
              <a:off x="8527280" y="26466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1" name="pt46851"/>
            <p:cNvSpPr/>
            <p:nvPr/>
          </p:nvSpPr>
          <p:spPr>
            <a:xfrm>
              <a:off x="8500809" y="26436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2" name="pt46852"/>
            <p:cNvSpPr/>
            <p:nvPr/>
          </p:nvSpPr>
          <p:spPr>
            <a:xfrm>
              <a:off x="9196093" y="22431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3" name="pt46853"/>
            <p:cNvSpPr/>
            <p:nvPr/>
          </p:nvSpPr>
          <p:spPr>
            <a:xfrm>
              <a:off x="8893328" y="20271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4" name="pt46854"/>
            <p:cNvSpPr/>
            <p:nvPr/>
          </p:nvSpPr>
          <p:spPr>
            <a:xfrm>
              <a:off x="9124709" y="21745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5" name="pt46855"/>
            <p:cNvSpPr/>
            <p:nvPr/>
          </p:nvSpPr>
          <p:spPr>
            <a:xfrm>
              <a:off x="8765338" y="19983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6" name="pt46856"/>
            <p:cNvSpPr/>
            <p:nvPr/>
          </p:nvSpPr>
          <p:spPr>
            <a:xfrm>
              <a:off x="8570436" y="24396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7" name="pt46857"/>
            <p:cNvSpPr/>
            <p:nvPr/>
          </p:nvSpPr>
          <p:spPr>
            <a:xfrm>
              <a:off x="9548435" y="20892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8" name="pt46858"/>
            <p:cNvSpPr/>
            <p:nvPr/>
          </p:nvSpPr>
          <p:spPr>
            <a:xfrm>
              <a:off x="8917708" y="20722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9" name="pt46859"/>
            <p:cNvSpPr/>
            <p:nvPr/>
          </p:nvSpPr>
          <p:spPr>
            <a:xfrm>
              <a:off x="8893328" y="19845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0" name="pt46860"/>
            <p:cNvSpPr/>
            <p:nvPr/>
          </p:nvSpPr>
          <p:spPr>
            <a:xfrm>
              <a:off x="8980466" y="21382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1" name="pt46861"/>
            <p:cNvSpPr/>
            <p:nvPr/>
          </p:nvSpPr>
          <p:spPr>
            <a:xfrm>
              <a:off x="8854280" y="20716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2" name="pt46862"/>
            <p:cNvSpPr/>
            <p:nvPr/>
          </p:nvSpPr>
          <p:spPr>
            <a:xfrm>
              <a:off x="8904593" y="21902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3" name="pt46863"/>
            <p:cNvSpPr/>
            <p:nvPr/>
          </p:nvSpPr>
          <p:spPr>
            <a:xfrm>
              <a:off x="9606545" y="22269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4" name="pt46864"/>
            <p:cNvSpPr/>
            <p:nvPr/>
          </p:nvSpPr>
          <p:spPr>
            <a:xfrm>
              <a:off x="8588529" y="22603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5" name="pt46865"/>
            <p:cNvSpPr/>
            <p:nvPr/>
          </p:nvSpPr>
          <p:spPr>
            <a:xfrm>
              <a:off x="8381780" y="22023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6" name="pt46866"/>
            <p:cNvSpPr/>
            <p:nvPr/>
          </p:nvSpPr>
          <p:spPr>
            <a:xfrm>
              <a:off x="8669239" y="23630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7" name="pt46867"/>
            <p:cNvSpPr/>
            <p:nvPr/>
          </p:nvSpPr>
          <p:spPr>
            <a:xfrm>
              <a:off x="9027663" y="17869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8" name="pt46868"/>
            <p:cNvSpPr/>
            <p:nvPr/>
          </p:nvSpPr>
          <p:spPr>
            <a:xfrm>
              <a:off x="9400632" y="18887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9" name="pt46869"/>
            <p:cNvSpPr/>
            <p:nvPr/>
          </p:nvSpPr>
          <p:spPr>
            <a:xfrm>
              <a:off x="9060297" y="20284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0" name="pt46870"/>
            <p:cNvSpPr/>
            <p:nvPr/>
          </p:nvSpPr>
          <p:spPr>
            <a:xfrm>
              <a:off x="8976925" y="21508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1" name="pt46871"/>
            <p:cNvSpPr/>
            <p:nvPr/>
          </p:nvSpPr>
          <p:spPr>
            <a:xfrm>
              <a:off x="8731558" y="2173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2" name="pt46872"/>
            <p:cNvSpPr/>
            <p:nvPr/>
          </p:nvSpPr>
          <p:spPr>
            <a:xfrm>
              <a:off x="9780637" y="26254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3" name="pt46873"/>
            <p:cNvSpPr/>
            <p:nvPr/>
          </p:nvSpPr>
          <p:spPr>
            <a:xfrm>
              <a:off x="9178775" y="1957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4" name="pt46874"/>
            <p:cNvSpPr/>
            <p:nvPr/>
          </p:nvSpPr>
          <p:spPr>
            <a:xfrm>
              <a:off x="8868306" y="23209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5" name="pt46875"/>
            <p:cNvSpPr/>
            <p:nvPr/>
          </p:nvSpPr>
          <p:spPr>
            <a:xfrm>
              <a:off x="8381780" y="23898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6" name="pt46876"/>
            <p:cNvSpPr/>
            <p:nvPr/>
          </p:nvSpPr>
          <p:spPr>
            <a:xfrm>
              <a:off x="8619838" y="22600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7" name="pt46877"/>
            <p:cNvSpPr/>
            <p:nvPr/>
          </p:nvSpPr>
          <p:spPr>
            <a:xfrm>
              <a:off x="8890393" y="16944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8" name="pt46878"/>
            <p:cNvSpPr/>
            <p:nvPr/>
          </p:nvSpPr>
          <p:spPr>
            <a:xfrm>
              <a:off x="8752612" y="21092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9" name="pt46879"/>
            <p:cNvSpPr/>
            <p:nvPr/>
          </p:nvSpPr>
          <p:spPr>
            <a:xfrm>
              <a:off x="9562708" y="21162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0" name="pt46880"/>
            <p:cNvSpPr/>
            <p:nvPr/>
          </p:nvSpPr>
          <p:spPr>
            <a:xfrm>
              <a:off x="9116180" y="20906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1" name="pt46881"/>
            <p:cNvSpPr/>
            <p:nvPr/>
          </p:nvSpPr>
          <p:spPr>
            <a:xfrm>
              <a:off x="8961983" y="22725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2" name="pt46882"/>
            <p:cNvSpPr/>
            <p:nvPr/>
          </p:nvSpPr>
          <p:spPr>
            <a:xfrm>
              <a:off x="9756959" y="2576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3" name="pt46883"/>
            <p:cNvSpPr/>
            <p:nvPr/>
          </p:nvSpPr>
          <p:spPr>
            <a:xfrm>
              <a:off x="8312152" y="25669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4" name="pt46884"/>
            <p:cNvSpPr/>
            <p:nvPr/>
          </p:nvSpPr>
          <p:spPr>
            <a:xfrm>
              <a:off x="8854280" y="20824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5" name="pt46885"/>
            <p:cNvSpPr/>
            <p:nvPr/>
          </p:nvSpPr>
          <p:spPr>
            <a:xfrm>
              <a:off x="8588529" y="22041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6" name="pt46886"/>
            <p:cNvSpPr/>
            <p:nvPr/>
          </p:nvSpPr>
          <p:spPr>
            <a:xfrm>
              <a:off x="8956027" y="2096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7" name="pt46887"/>
            <p:cNvSpPr/>
            <p:nvPr/>
          </p:nvSpPr>
          <p:spPr>
            <a:xfrm>
              <a:off x="9359136" y="18987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8" name="pt46888"/>
            <p:cNvSpPr/>
            <p:nvPr/>
          </p:nvSpPr>
          <p:spPr>
            <a:xfrm>
              <a:off x="9126964" y="19881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9" name="pt46889"/>
            <p:cNvSpPr/>
            <p:nvPr/>
          </p:nvSpPr>
          <p:spPr>
            <a:xfrm>
              <a:off x="8312152" y="24160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0" name="pt46890"/>
            <p:cNvSpPr/>
            <p:nvPr/>
          </p:nvSpPr>
          <p:spPr>
            <a:xfrm>
              <a:off x="8381780" y="22229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1" name="pt46891"/>
            <p:cNvSpPr/>
            <p:nvPr/>
          </p:nvSpPr>
          <p:spPr>
            <a:xfrm>
              <a:off x="8527280" y="25635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2" name="pt46892"/>
            <p:cNvSpPr/>
            <p:nvPr/>
          </p:nvSpPr>
          <p:spPr>
            <a:xfrm>
              <a:off x="8788268" y="21704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3" name="pt46893"/>
            <p:cNvSpPr/>
            <p:nvPr/>
          </p:nvSpPr>
          <p:spPr>
            <a:xfrm>
              <a:off x="8550210" y="23863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4" name="pt46894"/>
            <p:cNvSpPr/>
            <p:nvPr/>
          </p:nvSpPr>
          <p:spPr>
            <a:xfrm>
              <a:off x="8917708" y="20324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5" name="pt46895"/>
            <p:cNvSpPr/>
            <p:nvPr/>
          </p:nvSpPr>
          <p:spPr>
            <a:xfrm>
              <a:off x="8961983" y="22460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6" name="pt46896"/>
            <p:cNvSpPr/>
            <p:nvPr/>
          </p:nvSpPr>
          <p:spPr>
            <a:xfrm>
              <a:off x="8980466" y="20299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7" name="pt46897"/>
            <p:cNvSpPr/>
            <p:nvPr/>
          </p:nvSpPr>
          <p:spPr>
            <a:xfrm>
              <a:off x="9187390" y="2221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8" name="pt46898"/>
            <p:cNvSpPr/>
            <p:nvPr/>
          </p:nvSpPr>
          <p:spPr>
            <a:xfrm>
              <a:off x="9237969" y="20159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9" name="pt46899"/>
            <p:cNvSpPr/>
            <p:nvPr/>
          </p:nvSpPr>
          <p:spPr>
            <a:xfrm>
              <a:off x="8945616" y="21805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0" name="pt46900"/>
            <p:cNvSpPr/>
            <p:nvPr/>
          </p:nvSpPr>
          <p:spPr>
            <a:xfrm>
              <a:off x="9167950" y="18452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1" name="pt46901"/>
            <p:cNvSpPr/>
            <p:nvPr/>
          </p:nvSpPr>
          <p:spPr>
            <a:xfrm>
              <a:off x="8861436" y="20713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2" name="pt46902"/>
            <p:cNvSpPr/>
            <p:nvPr/>
          </p:nvSpPr>
          <p:spPr>
            <a:xfrm>
              <a:off x="9071998" y="17874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3" name="pt46903"/>
            <p:cNvSpPr/>
            <p:nvPr/>
          </p:nvSpPr>
          <p:spPr>
            <a:xfrm>
              <a:off x="9230780" y="20023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4" name="pt46904"/>
            <p:cNvSpPr/>
            <p:nvPr/>
          </p:nvSpPr>
          <p:spPr>
            <a:xfrm>
              <a:off x="9423467" y="19785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5" name="pt46905"/>
            <p:cNvSpPr/>
            <p:nvPr/>
          </p:nvSpPr>
          <p:spPr>
            <a:xfrm>
              <a:off x="9480563" y="23992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6" name="pt46906"/>
            <p:cNvSpPr/>
            <p:nvPr/>
          </p:nvSpPr>
          <p:spPr>
            <a:xfrm>
              <a:off x="8771364" y="22465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7" name="pt46907"/>
            <p:cNvSpPr/>
            <p:nvPr/>
          </p:nvSpPr>
          <p:spPr>
            <a:xfrm>
              <a:off x="9187390" y="22522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8" name="pt46908"/>
            <p:cNvSpPr/>
            <p:nvPr/>
          </p:nvSpPr>
          <p:spPr>
            <a:xfrm>
              <a:off x="8312152" y="24972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9" name="pt46909"/>
            <p:cNvSpPr/>
            <p:nvPr/>
          </p:nvSpPr>
          <p:spPr>
            <a:xfrm>
              <a:off x="9522221" y="18947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0" name="pt46910"/>
            <p:cNvSpPr/>
            <p:nvPr/>
          </p:nvSpPr>
          <p:spPr>
            <a:xfrm>
              <a:off x="8588529" y="23171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1" name="pt46911"/>
            <p:cNvSpPr/>
            <p:nvPr/>
          </p:nvSpPr>
          <p:spPr>
            <a:xfrm>
              <a:off x="9400632" y="1920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2" name="pt46912"/>
            <p:cNvSpPr/>
            <p:nvPr/>
          </p:nvSpPr>
          <p:spPr>
            <a:xfrm>
              <a:off x="8679650" y="24882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3" name="pt46913"/>
            <p:cNvSpPr/>
            <p:nvPr/>
          </p:nvSpPr>
          <p:spPr>
            <a:xfrm>
              <a:off x="8689465" y="26302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4" name="pt46914"/>
            <p:cNvSpPr/>
            <p:nvPr/>
          </p:nvSpPr>
          <p:spPr>
            <a:xfrm>
              <a:off x="9356998" y="20956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5" name="pt46915"/>
            <p:cNvSpPr/>
            <p:nvPr/>
          </p:nvSpPr>
          <p:spPr>
            <a:xfrm>
              <a:off x="8777185" y="22979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6" name="pt46916"/>
            <p:cNvSpPr/>
            <p:nvPr/>
          </p:nvSpPr>
          <p:spPr>
            <a:xfrm>
              <a:off x="8715936" y="21235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7" name="pt46917"/>
            <p:cNvSpPr/>
            <p:nvPr/>
          </p:nvSpPr>
          <p:spPr>
            <a:xfrm>
              <a:off x="8956027" y="2194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8" name="pt46918"/>
            <p:cNvSpPr/>
            <p:nvPr/>
          </p:nvSpPr>
          <p:spPr>
            <a:xfrm>
              <a:off x="8798679" y="2162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9" name="pt46919"/>
            <p:cNvSpPr/>
            <p:nvPr/>
          </p:nvSpPr>
          <p:spPr>
            <a:xfrm>
              <a:off x="8846813" y="20723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0" name="pt46920"/>
            <p:cNvSpPr/>
            <p:nvPr/>
          </p:nvSpPr>
          <p:spPr>
            <a:xfrm>
              <a:off x="9032906" y="19356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1" name="pt46921"/>
            <p:cNvSpPr/>
            <p:nvPr/>
          </p:nvSpPr>
          <p:spPr>
            <a:xfrm>
              <a:off x="9326470" y="22164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2" name="pt46922"/>
            <p:cNvSpPr/>
            <p:nvPr/>
          </p:nvSpPr>
          <p:spPr>
            <a:xfrm>
              <a:off x="9480563" y="22478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3" name="pt46923"/>
            <p:cNvSpPr/>
            <p:nvPr/>
          </p:nvSpPr>
          <p:spPr>
            <a:xfrm>
              <a:off x="9046552" y="18024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4" name="pt46924"/>
            <p:cNvSpPr/>
            <p:nvPr/>
          </p:nvSpPr>
          <p:spPr>
            <a:xfrm>
              <a:off x="9474060" y="21741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5" name="pt46925"/>
            <p:cNvSpPr/>
            <p:nvPr/>
          </p:nvSpPr>
          <p:spPr>
            <a:xfrm>
              <a:off x="8588529" y="21418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6" name="pt46926"/>
            <p:cNvSpPr/>
            <p:nvPr/>
          </p:nvSpPr>
          <p:spPr>
            <a:xfrm>
              <a:off x="8658156" y="23430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7" name="pt46927"/>
            <p:cNvSpPr/>
            <p:nvPr/>
          </p:nvSpPr>
          <p:spPr>
            <a:xfrm>
              <a:off x="8469500" y="2224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8" name="pt46928"/>
            <p:cNvSpPr/>
            <p:nvPr/>
          </p:nvSpPr>
          <p:spPr>
            <a:xfrm>
              <a:off x="9360483" y="21349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9" name="pt46929"/>
            <p:cNvSpPr/>
            <p:nvPr/>
          </p:nvSpPr>
          <p:spPr>
            <a:xfrm>
              <a:off x="8431181" y="25300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0" name="pt46930"/>
            <p:cNvSpPr/>
            <p:nvPr/>
          </p:nvSpPr>
          <p:spPr>
            <a:xfrm>
              <a:off x="8469500" y="23129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1" name="pt46931"/>
            <p:cNvSpPr/>
            <p:nvPr/>
          </p:nvSpPr>
          <p:spPr>
            <a:xfrm>
              <a:off x="9034193" y="18271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2" name="pt46932"/>
            <p:cNvSpPr/>
            <p:nvPr/>
          </p:nvSpPr>
          <p:spPr>
            <a:xfrm>
              <a:off x="8846813" y="21429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3" name="pt46933"/>
            <p:cNvSpPr/>
            <p:nvPr/>
          </p:nvSpPr>
          <p:spPr>
            <a:xfrm>
              <a:off x="9367432" y="20130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4" name="pt46934"/>
            <p:cNvSpPr/>
            <p:nvPr/>
          </p:nvSpPr>
          <p:spPr>
            <a:xfrm>
              <a:off x="9408344" y="19707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5" name="pt46935"/>
            <p:cNvSpPr/>
            <p:nvPr/>
          </p:nvSpPr>
          <p:spPr>
            <a:xfrm>
              <a:off x="8431181" y="24067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6" name="pt46936"/>
            <p:cNvSpPr/>
            <p:nvPr/>
          </p:nvSpPr>
          <p:spPr>
            <a:xfrm>
              <a:off x="8431181" y="24304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7" name="pt46937"/>
            <p:cNvSpPr/>
            <p:nvPr/>
          </p:nvSpPr>
          <p:spPr>
            <a:xfrm>
              <a:off x="9193072" y="21521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8" name="pt46938"/>
            <p:cNvSpPr/>
            <p:nvPr/>
          </p:nvSpPr>
          <p:spPr>
            <a:xfrm>
              <a:off x="8932228" y="18574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9" name="pt46939"/>
            <p:cNvSpPr/>
            <p:nvPr/>
          </p:nvSpPr>
          <p:spPr>
            <a:xfrm>
              <a:off x="8550210" y="25286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0" name="pt46940"/>
            <p:cNvSpPr/>
            <p:nvPr/>
          </p:nvSpPr>
          <p:spPr>
            <a:xfrm>
              <a:off x="9480563" y="23556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1" name="pt46941"/>
            <p:cNvSpPr/>
            <p:nvPr/>
          </p:nvSpPr>
          <p:spPr>
            <a:xfrm>
              <a:off x="9406741" y="17983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2" name="pt46942"/>
            <p:cNvSpPr/>
            <p:nvPr/>
          </p:nvSpPr>
          <p:spPr>
            <a:xfrm>
              <a:off x="8469500" y="22489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3" name="pt46943"/>
            <p:cNvSpPr/>
            <p:nvPr/>
          </p:nvSpPr>
          <p:spPr>
            <a:xfrm>
              <a:off x="8798679" y="23574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4" name="pt46944"/>
            <p:cNvSpPr/>
            <p:nvPr/>
          </p:nvSpPr>
          <p:spPr>
            <a:xfrm>
              <a:off x="9715521" y="25022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5" name="pt46945"/>
            <p:cNvSpPr/>
            <p:nvPr/>
          </p:nvSpPr>
          <p:spPr>
            <a:xfrm>
              <a:off x="8431181" y="24031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6" name="pt46946"/>
            <p:cNvSpPr/>
            <p:nvPr/>
          </p:nvSpPr>
          <p:spPr>
            <a:xfrm>
              <a:off x="8846813" y="21456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7" name="pt46947"/>
            <p:cNvSpPr/>
            <p:nvPr/>
          </p:nvSpPr>
          <p:spPr>
            <a:xfrm>
              <a:off x="9606545" y="23890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8" name="pt46948"/>
            <p:cNvSpPr/>
            <p:nvPr/>
          </p:nvSpPr>
          <p:spPr>
            <a:xfrm>
              <a:off x="8469500" y="23750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9" name="pt46949"/>
            <p:cNvSpPr/>
            <p:nvPr/>
          </p:nvSpPr>
          <p:spPr>
            <a:xfrm>
              <a:off x="9325298" y="19697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0" name="pt46950"/>
            <p:cNvSpPr/>
            <p:nvPr/>
          </p:nvSpPr>
          <p:spPr>
            <a:xfrm>
              <a:off x="8707558" y="22527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1" name="pt46951"/>
            <p:cNvSpPr/>
            <p:nvPr/>
          </p:nvSpPr>
          <p:spPr>
            <a:xfrm>
              <a:off x="9262699" y="1832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2" name="pt46952"/>
            <p:cNvSpPr/>
            <p:nvPr/>
          </p:nvSpPr>
          <p:spPr>
            <a:xfrm>
              <a:off x="8469500" y="2285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3" name="pt46953"/>
            <p:cNvSpPr/>
            <p:nvPr/>
          </p:nvSpPr>
          <p:spPr>
            <a:xfrm>
              <a:off x="9174300" y="19806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4" name="pt46954"/>
            <p:cNvSpPr/>
            <p:nvPr/>
          </p:nvSpPr>
          <p:spPr>
            <a:xfrm>
              <a:off x="8874912" y="21681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5" name="pt46955"/>
            <p:cNvSpPr/>
            <p:nvPr/>
          </p:nvSpPr>
          <p:spPr>
            <a:xfrm>
              <a:off x="8669239" y="22334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6" name="pt46956"/>
            <p:cNvSpPr/>
            <p:nvPr/>
          </p:nvSpPr>
          <p:spPr>
            <a:xfrm>
              <a:off x="8842954" y="21500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7" name="pt46957"/>
            <p:cNvSpPr/>
            <p:nvPr/>
          </p:nvSpPr>
          <p:spPr>
            <a:xfrm>
              <a:off x="8899053" y="22179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8" name="pt46958"/>
            <p:cNvSpPr/>
            <p:nvPr/>
          </p:nvSpPr>
          <p:spPr>
            <a:xfrm>
              <a:off x="8469500" y="21738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9" name="pt46959"/>
            <p:cNvSpPr/>
            <p:nvPr/>
          </p:nvSpPr>
          <p:spPr>
            <a:xfrm>
              <a:off x="8980466" y="20040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0" name="pt46960"/>
            <p:cNvSpPr/>
            <p:nvPr/>
          </p:nvSpPr>
          <p:spPr>
            <a:xfrm>
              <a:off x="9039244" y="17804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1" name="pt46961"/>
            <p:cNvSpPr/>
            <p:nvPr/>
          </p:nvSpPr>
          <p:spPr>
            <a:xfrm>
              <a:off x="8633583" y="20068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2" name="pt46962"/>
            <p:cNvSpPr/>
            <p:nvPr/>
          </p:nvSpPr>
          <p:spPr>
            <a:xfrm>
              <a:off x="8817779" y="22266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3" name="pt46963"/>
            <p:cNvSpPr/>
            <p:nvPr/>
          </p:nvSpPr>
          <p:spPr>
            <a:xfrm>
              <a:off x="9320769" y="2058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4" name="pt46964"/>
            <p:cNvSpPr/>
            <p:nvPr/>
          </p:nvSpPr>
          <p:spPr>
            <a:xfrm>
              <a:off x="9356410" y="20284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5" name="pt46965"/>
            <p:cNvSpPr/>
            <p:nvPr/>
          </p:nvSpPr>
          <p:spPr>
            <a:xfrm>
              <a:off x="8813199" y="20873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6" name="pt46966"/>
            <p:cNvSpPr/>
            <p:nvPr/>
          </p:nvSpPr>
          <p:spPr>
            <a:xfrm>
              <a:off x="9124709" y="2087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7" name="pt46967"/>
            <p:cNvSpPr/>
            <p:nvPr/>
          </p:nvSpPr>
          <p:spPr>
            <a:xfrm>
              <a:off x="8943456" y="19849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8" name="pt46968"/>
            <p:cNvSpPr/>
            <p:nvPr/>
          </p:nvSpPr>
          <p:spPr>
            <a:xfrm>
              <a:off x="9408344" y="21497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9" name="pt46969"/>
            <p:cNvSpPr/>
            <p:nvPr/>
          </p:nvSpPr>
          <p:spPr>
            <a:xfrm>
              <a:off x="9320769" y="22600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0" name="pt46970"/>
            <p:cNvSpPr/>
            <p:nvPr/>
          </p:nvSpPr>
          <p:spPr>
            <a:xfrm>
              <a:off x="9667785" y="25618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1" name="pt46971"/>
            <p:cNvSpPr/>
            <p:nvPr/>
          </p:nvSpPr>
          <p:spPr>
            <a:xfrm>
              <a:off x="9174300" y="19821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2" name="pt46972"/>
            <p:cNvSpPr/>
            <p:nvPr/>
          </p:nvSpPr>
          <p:spPr>
            <a:xfrm>
              <a:off x="8646309" y="25086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3" name="pt46973"/>
            <p:cNvSpPr/>
            <p:nvPr/>
          </p:nvSpPr>
          <p:spPr>
            <a:xfrm>
              <a:off x="8890393" y="2081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4" name="pt46974"/>
            <p:cNvSpPr/>
            <p:nvPr/>
          </p:nvSpPr>
          <p:spPr>
            <a:xfrm>
              <a:off x="8570436" y="23946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5" name="pt46975"/>
            <p:cNvSpPr/>
            <p:nvPr/>
          </p:nvSpPr>
          <p:spPr>
            <a:xfrm>
              <a:off x="8431181" y="24739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6" name="pt46976"/>
            <p:cNvSpPr/>
            <p:nvPr/>
          </p:nvSpPr>
          <p:spPr>
            <a:xfrm>
              <a:off x="8646309" y="25808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7" name="pt46977"/>
            <p:cNvSpPr/>
            <p:nvPr/>
          </p:nvSpPr>
          <p:spPr>
            <a:xfrm>
              <a:off x="8604896" y="22526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8" name="pt46978"/>
            <p:cNvSpPr/>
            <p:nvPr/>
          </p:nvSpPr>
          <p:spPr>
            <a:xfrm>
              <a:off x="9208605" y="1952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9" name="pt46979"/>
            <p:cNvSpPr/>
            <p:nvPr/>
          </p:nvSpPr>
          <p:spPr>
            <a:xfrm>
              <a:off x="8752612" y="22057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0" name="pt46980"/>
            <p:cNvSpPr/>
            <p:nvPr/>
          </p:nvSpPr>
          <p:spPr>
            <a:xfrm>
              <a:off x="9052414" y="22396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1" name="pt46981"/>
            <p:cNvSpPr/>
            <p:nvPr/>
          </p:nvSpPr>
          <p:spPr>
            <a:xfrm>
              <a:off x="8500809" y="25977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2" name="pt46982"/>
            <p:cNvSpPr/>
            <p:nvPr/>
          </p:nvSpPr>
          <p:spPr>
            <a:xfrm>
              <a:off x="9226651" y="1980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3" name="pt46983"/>
            <p:cNvSpPr/>
            <p:nvPr/>
          </p:nvSpPr>
          <p:spPr>
            <a:xfrm>
              <a:off x="8689465" y="24511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4" name="pt46984"/>
            <p:cNvSpPr/>
            <p:nvPr/>
          </p:nvSpPr>
          <p:spPr>
            <a:xfrm>
              <a:off x="8765338" y="20291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5" name="pt46985"/>
            <p:cNvSpPr/>
            <p:nvPr/>
          </p:nvSpPr>
          <p:spPr>
            <a:xfrm>
              <a:off x="9316366" y="22663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6" name="pt46986"/>
            <p:cNvSpPr/>
            <p:nvPr/>
          </p:nvSpPr>
          <p:spPr>
            <a:xfrm>
              <a:off x="9461227" y="25566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7" name="pt46987"/>
            <p:cNvSpPr/>
            <p:nvPr/>
          </p:nvSpPr>
          <p:spPr>
            <a:xfrm>
              <a:off x="9474060" y="22645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8" name="pt46988"/>
            <p:cNvSpPr/>
            <p:nvPr/>
          </p:nvSpPr>
          <p:spPr>
            <a:xfrm>
              <a:off x="9097733" y="16987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9" name="pt46989"/>
            <p:cNvSpPr/>
            <p:nvPr/>
          </p:nvSpPr>
          <p:spPr>
            <a:xfrm>
              <a:off x="9279466" y="21438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0" name="pt46990"/>
            <p:cNvSpPr/>
            <p:nvPr/>
          </p:nvSpPr>
          <p:spPr>
            <a:xfrm>
              <a:off x="8500809" y="25752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1" name="pt46991"/>
            <p:cNvSpPr/>
            <p:nvPr/>
          </p:nvSpPr>
          <p:spPr>
            <a:xfrm>
              <a:off x="9208605" y="18885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2" name="pt46992"/>
            <p:cNvSpPr/>
            <p:nvPr/>
          </p:nvSpPr>
          <p:spPr>
            <a:xfrm>
              <a:off x="8570436" y="25269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3" name="pt46993"/>
            <p:cNvSpPr/>
            <p:nvPr/>
          </p:nvSpPr>
          <p:spPr>
            <a:xfrm>
              <a:off x="9732410" y="22610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4" name="pt46994"/>
            <p:cNvSpPr/>
            <p:nvPr/>
          </p:nvSpPr>
          <p:spPr>
            <a:xfrm>
              <a:off x="9304571" y="21105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5" name="pt46995"/>
            <p:cNvSpPr/>
            <p:nvPr/>
          </p:nvSpPr>
          <p:spPr>
            <a:xfrm>
              <a:off x="8431181" y="24374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6" name="pt46996"/>
            <p:cNvSpPr/>
            <p:nvPr/>
          </p:nvSpPr>
          <p:spPr>
            <a:xfrm>
              <a:off x="8830827" y="2116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7" name="pt46997"/>
            <p:cNvSpPr/>
            <p:nvPr/>
          </p:nvSpPr>
          <p:spPr>
            <a:xfrm>
              <a:off x="8817779" y="21849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8" name="pt46998"/>
            <p:cNvSpPr/>
            <p:nvPr/>
          </p:nvSpPr>
          <p:spPr>
            <a:xfrm>
              <a:off x="8500809" y="26734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9" name="pt46999"/>
            <p:cNvSpPr/>
            <p:nvPr/>
          </p:nvSpPr>
          <p:spPr>
            <a:xfrm>
              <a:off x="9193072" y="24416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0" name="pt47000"/>
            <p:cNvSpPr/>
            <p:nvPr/>
          </p:nvSpPr>
          <p:spPr>
            <a:xfrm>
              <a:off x="9509103" y="20913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1" name="pt47001"/>
            <p:cNvSpPr/>
            <p:nvPr/>
          </p:nvSpPr>
          <p:spPr>
            <a:xfrm>
              <a:off x="8500809" y="28278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2" name="pt47002"/>
            <p:cNvSpPr/>
            <p:nvPr/>
          </p:nvSpPr>
          <p:spPr>
            <a:xfrm>
              <a:off x="9197584" y="17234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3" name="pt47003"/>
            <p:cNvSpPr/>
            <p:nvPr/>
          </p:nvSpPr>
          <p:spPr>
            <a:xfrm>
              <a:off x="8619838" y="2202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4" name="pt47004"/>
            <p:cNvSpPr/>
            <p:nvPr/>
          </p:nvSpPr>
          <p:spPr>
            <a:xfrm>
              <a:off x="9564411" y="21593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5" name="pt47005"/>
            <p:cNvSpPr/>
            <p:nvPr/>
          </p:nvSpPr>
          <p:spPr>
            <a:xfrm>
              <a:off x="9750516" y="22065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6" name="pt47006"/>
            <p:cNvSpPr/>
            <p:nvPr/>
          </p:nvSpPr>
          <p:spPr>
            <a:xfrm>
              <a:off x="9482363" y="2245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7" name="pt47007"/>
            <p:cNvSpPr/>
            <p:nvPr/>
          </p:nvSpPr>
          <p:spPr>
            <a:xfrm>
              <a:off x="8312152" y="2318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8" name="pt47008"/>
            <p:cNvSpPr/>
            <p:nvPr/>
          </p:nvSpPr>
          <p:spPr>
            <a:xfrm>
              <a:off x="8669239" y="22894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9" name="pt47009"/>
            <p:cNvSpPr/>
            <p:nvPr/>
          </p:nvSpPr>
          <p:spPr>
            <a:xfrm>
              <a:off x="9010896" y="16142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0" name="pt47010"/>
            <p:cNvSpPr/>
            <p:nvPr/>
          </p:nvSpPr>
          <p:spPr>
            <a:xfrm>
              <a:off x="8312152" y="24643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1" name="pt47011"/>
            <p:cNvSpPr/>
            <p:nvPr/>
          </p:nvSpPr>
          <p:spPr>
            <a:xfrm>
              <a:off x="9010896" y="17196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2" name="pt47012"/>
            <p:cNvSpPr/>
            <p:nvPr/>
          </p:nvSpPr>
          <p:spPr>
            <a:xfrm>
              <a:off x="9413347" y="19790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3" name="pt47013"/>
            <p:cNvSpPr/>
            <p:nvPr/>
          </p:nvSpPr>
          <p:spPr>
            <a:xfrm>
              <a:off x="8958035" y="22360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4" name="pt47014"/>
            <p:cNvSpPr/>
            <p:nvPr/>
          </p:nvSpPr>
          <p:spPr>
            <a:xfrm>
              <a:off x="8633583" y="21731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5" name="pt47015"/>
            <p:cNvSpPr/>
            <p:nvPr/>
          </p:nvSpPr>
          <p:spPr>
            <a:xfrm>
              <a:off x="8788268" y="21732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6" name="pt47016"/>
            <p:cNvSpPr/>
            <p:nvPr/>
          </p:nvSpPr>
          <p:spPr>
            <a:xfrm>
              <a:off x="8500809" y="23514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7" name="pt47017"/>
            <p:cNvSpPr/>
            <p:nvPr/>
          </p:nvSpPr>
          <p:spPr>
            <a:xfrm>
              <a:off x="8550210" y="2482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8" name="pt47018"/>
            <p:cNvSpPr/>
            <p:nvPr/>
          </p:nvSpPr>
          <p:spPr>
            <a:xfrm>
              <a:off x="8500809" y="26182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9" name="pt47019"/>
            <p:cNvSpPr/>
            <p:nvPr/>
          </p:nvSpPr>
          <p:spPr>
            <a:xfrm>
              <a:off x="9090502" y="17655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0" name="pt47020"/>
            <p:cNvSpPr/>
            <p:nvPr/>
          </p:nvSpPr>
          <p:spPr>
            <a:xfrm>
              <a:off x="8381780" y="23033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1" name="pt47021"/>
            <p:cNvSpPr/>
            <p:nvPr/>
          </p:nvSpPr>
          <p:spPr>
            <a:xfrm>
              <a:off x="8469500" y="20825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2" name="pt47022"/>
            <p:cNvSpPr/>
            <p:nvPr/>
          </p:nvSpPr>
          <p:spPr>
            <a:xfrm>
              <a:off x="8312152" y="25681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3" name="pt47023"/>
            <p:cNvSpPr/>
            <p:nvPr/>
          </p:nvSpPr>
          <p:spPr>
            <a:xfrm>
              <a:off x="8381780" y="24371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4" name="pt47024"/>
            <p:cNvSpPr/>
            <p:nvPr/>
          </p:nvSpPr>
          <p:spPr>
            <a:xfrm>
              <a:off x="8312152" y="22075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5" name="pt47025"/>
            <p:cNvSpPr/>
            <p:nvPr/>
          </p:nvSpPr>
          <p:spPr>
            <a:xfrm>
              <a:off x="8834965" y="21403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6" name="pt47026"/>
            <p:cNvSpPr/>
            <p:nvPr/>
          </p:nvSpPr>
          <p:spPr>
            <a:xfrm>
              <a:off x="8550210" y="25836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7" name="pt47027"/>
            <p:cNvSpPr/>
            <p:nvPr/>
          </p:nvSpPr>
          <p:spPr>
            <a:xfrm>
              <a:off x="9189996" y="21159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8" name="pt47028"/>
            <p:cNvSpPr/>
            <p:nvPr/>
          </p:nvSpPr>
          <p:spPr>
            <a:xfrm>
              <a:off x="9325298" y="21428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9" name="pt47029"/>
            <p:cNvSpPr/>
            <p:nvPr/>
          </p:nvSpPr>
          <p:spPr>
            <a:xfrm>
              <a:off x="8868306" y="21886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0" name="pt47030"/>
            <p:cNvSpPr/>
            <p:nvPr/>
          </p:nvSpPr>
          <p:spPr>
            <a:xfrm>
              <a:off x="8777185" y="21695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1" name="pt47031"/>
            <p:cNvSpPr/>
            <p:nvPr/>
          </p:nvSpPr>
          <p:spPr>
            <a:xfrm>
              <a:off x="8312152" y="25539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2" name="pt47032"/>
            <p:cNvSpPr/>
            <p:nvPr/>
          </p:nvSpPr>
          <p:spPr>
            <a:xfrm>
              <a:off x="9115383" y="21162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3" name="pt47033"/>
            <p:cNvSpPr/>
            <p:nvPr/>
          </p:nvSpPr>
          <p:spPr>
            <a:xfrm>
              <a:off x="9557615" y="18765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4" name="pt47034"/>
            <p:cNvSpPr/>
            <p:nvPr/>
          </p:nvSpPr>
          <p:spPr>
            <a:xfrm>
              <a:off x="9329710" y="2220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5" name="pt47035"/>
            <p:cNvSpPr/>
            <p:nvPr/>
          </p:nvSpPr>
          <p:spPr>
            <a:xfrm>
              <a:off x="9067835" y="17532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6" name="pt47036"/>
            <p:cNvSpPr/>
            <p:nvPr/>
          </p:nvSpPr>
          <p:spPr>
            <a:xfrm>
              <a:off x="8707558" y="22608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7" name="pt47037"/>
            <p:cNvSpPr/>
            <p:nvPr/>
          </p:nvSpPr>
          <p:spPr>
            <a:xfrm>
              <a:off x="8793552" y="20465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8" name="pt47038"/>
            <p:cNvSpPr/>
            <p:nvPr/>
          </p:nvSpPr>
          <p:spPr>
            <a:xfrm>
              <a:off x="8963923" y="22306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9" name="pt47039"/>
            <p:cNvSpPr/>
            <p:nvPr/>
          </p:nvSpPr>
          <p:spPr>
            <a:xfrm>
              <a:off x="9052414" y="22411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0" name="pt47040"/>
            <p:cNvSpPr/>
            <p:nvPr/>
          </p:nvSpPr>
          <p:spPr>
            <a:xfrm>
              <a:off x="9148018" y="21570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1" name="pt47041"/>
            <p:cNvSpPr/>
            <p:nvPr/>
          </p:nvSpPr>
          <p:spPr>
            <a:xfrm>
              <a:off x="9237969" y="20015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2" name="pt47042"/>
            <p:cNvSpPr/>
            <p:nvPr/>
          </p:nvSpPr>
          <p:spPr>
            <a:xfrm>
              <a:off x="8961983" y="23174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3" name="pt47043"/>
            <p:cNvSpPr/>
            <p:nvPr/>
          </p:nvSpPr>
          <p:spPr>
            <a:xfrm>
              <a:off x="9218524" y="20476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4" name="pt47044"/>
            <p:cNvSpPr/>
            <p:nvPr/>
          </p:nvSpPr>
          <p:spPr>
            <a:xfrm>
              <a:off x="9346306" y="21823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5" name="pt47045"/>
            <p:cNvSpPr/>
            <p:nvPr/>
          </p:nvSpPr>
          <p:spPr>
            <a:xfrm>
              <a:off x="8658156" y="21504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6" name="pt47046"/>
            <p:cNvSpPr/>
            <p:nvPr/>
          </p:nvSpPr>
          <p:spPr>
            <a:xfrm>
              <a:off x="8500809" y="25111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7" name="pt47047"/>
            <p:cNvSpPr/>
            <p:nvPr/>
          </p:nvSpPr>
          <p:spPr>
            <a:xfrm>
              <a:off x="9048921" y="2226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8" name="pt47048"/>
            <p:cNvSpPr/>
            <p:nvPr/>
          </p:nvSpPr>
          <p:spPr>
            <a:xfrm>
              <a:off x="8500809" y="23560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9" name="pt47049"/>
            <p:cNvSpPr/>
            <p:nvPr/>
          </p:nvSpPr>
          <p:spPr>
            <a:xfrm>
              <a:off x="8813199" y="22105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0" name="pt47050"/>
            <p:cNvSpPr/>
            <p:nvPr/>
          </p:nvSpPr>
          <p:spPr>
            <a:xfrm>
              <a:off x="8500809" y="24559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1" name="pt47051"/>
            <p:cNvSpPr/>
            <p:nvPr/>
          </p:nvSpPr>
          <p:spPr>
            <a:xfrm>
              <a:off x="8588529" y="22466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2" name="pt47052"/>
            <p:cNvSpPr/>
            <p:nvPr/>
          </p:nvSpPr>
          <p:spPr>
            <a:xfrm>
              <a:off x="9495513" y="23212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3" name="pt47053"/>
            <p:cNvSpPr/>
            <p:nvPr/>
          </p:nvSpPr>
          <p:spPr>
            <a:xfrm>
              <a:off x="8901845" y="22161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4" name="pt47054"/>
            <p:cNvSpPr/>
            <p:nvPr/>
          </p:nvSpPr>
          <p:spPr>
            <a:xfrm>
              <a:off x="9466476" y="23863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5" name="pt47055"/>
            <p:cNvSpPr/>
            <p:nvPr/>
          </p:nvSpPr>
          <p:spPr>
            <a:xfrm>
              <a:off x="8312152" y="24497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6" name="pt47056"/>
            <p:cNvSpPr/>
            <p:nvPr/>
          </p:nvSpPr>
          <p:spPr>
            <a:xfrm>
              <a:off x="9389022" y="20497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7" name="pt47057"/>
            <p:cNvSpPr/>
            <p:nvPr/>
          </p:nvSpPr>
          <p:spPr>
            <a:xfrm>
              <a:off x="8381780" y="21959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8" name="pt47058"/>
            <p:cNvSpPr/>
            <p:nvPr/>
          </p:nvSpPr>
          <p:spPr>
            <a:xfrm>
              <a:off x="9427665" y="18307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9" name="pt47059"/>
            <p:cNvSpPr/>
            <p:nvPr/>
          </p:nvSpPr>
          <p:spPr>
            <a:xfrm>
              <a:off x="9047741" y="2197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0" name="pt47060"/>
            <p:cNvSpPr/>
            <p:nvPr/>
          </p:nvSpPr>
          <p:spPr>
            <a:xfrm>
              <a:off x="9199552" y="16983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1" name="pt47061"/>
            <p:cNvSpPr/>
            <p:nvPr/>
          </p:nvSpPr>
          <p:spPr>
            <a:xfrm>
              <a:off x="9417384" y="18187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2" name="pt47062"/>
            <p:cNvSpPr/>
            <p:nvPr/>
          </p:nvSpPr>
          <p:spPr>
            <a:xfrm>
              <a:off x="9278233" y="18050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3" name="pt47063"/>
            <p:cNvSpPr/>
            <p:nvPr/>
          </p:nvSpPr>
          <p:spPr>
            <a:xfrm>
              <a:off x="8752612" y="22219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4" name="pt47064"/>
            <p:cNvSpPr/>
            <p:nvPr/>
          </p:nvSpPr>
          <p:spPr>
            <a:xfrm>
              <a:off x="8604896" y="23643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5" name="pt47065"/>
            <p:cNvSpPr/>
            <p:nvPr/>
          </p:nvSpPr>
          <p:spPr>
            <a:xfrm>
              <a:off x="8669239" y="23339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6" name="pt47066"/>
            <p:cNvSpPr/>
            <p:nvPr/>
          </p:nvSpPr>
          <p:spPr>
            <a:xfrm>
              <a:off x="8669239" y="21882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7" name="pt47067"/>
            <p:cNvSpPr/>
            <p:nvPr/>
          </p:nvSpPr>
          <p:spPr>
            <a:xfrm>
              <a:off x="9104672" y="20480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8" name="pt47068"/>
            <p:cNvSpPr/>
            <p:nvPr/>
          </p:nvSpPr>
          <p:spPr>
            <a:xfrm>
              <a:off x="8588529" y="21504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9" name="pt47069"/>
            <p:cNvSpPr/>
            <p:nvPr/>
          </p:nvSpPr>
          <p:spPr>
            <a:xfrm>
              <a:off x="8868306" y="22127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0" name="pt47070"/>
            <p:cNvSpPr/>
            <p:nvPr/>
          </p:nvSpPr>
          <p:spPr>
            <a:xfrm>
              <a:off x="8861436" y="21827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1" name="pt47071"/>
            <p:cNvSpPr/>
            <p:nvPr/>
          </p:nvSpPr>
          <p:spPr>
            <a:xfrm>
              <a:off x="9286979" y="19255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2" name="pt47072"/>
            <p:cNvSpPr/>
            <p:nvPr/>
          </p:nvSpPr>
          <p:spPr>
            <a:xfrm>
              <a:off x="8798679" y="21058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3" name="pt47073"/>
            <p:cNvSpPr/>
            <p:nvPr/>
          </p:nvSpPr>
          <p:spPr>
            <a:xfrm>
              <a:off x="8431181" y="23267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4" name="pt47074"/>
            <p:cNvSpPr/>
            <p:nvPr/>
          </p:nvSpPr>
          <p:spPr>
            <a:xfrm>
              <a:off x="8901845" y="21852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5" name="pt47075"/>
            <p:cNvSpPr/>
            <p:nvPr/>
          </p:nvSpPr>
          <p:spPr>
            <a:xfrm>
              <a:off x="8431181" y="24386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6" name="pt47076"/>
            <p:cNvSpPr/>
            <p:nvPr/>
          </p:nvSpPr>
          <p:spPr>
            <a:xfrm>
              <a:off x="8738867" y="22413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7" name="pt47077"/>
            <p:cNvSpPr/>
            <p:nvPr/>
          </p:nvSpPr>
          <p:spPr>
            <a:xfrm>
              <a:off x="9370170" y="19339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8" name="pt47078"/>
            <p:cNvSpPr/>
            <p:nvPr/>
          </p:nvSpPr>
          <p:spPr>
            <a:xfrm>
              <a:off x="9389022" y="20324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9" name="pt47079"/>
            <p:cNvSpPr/>
            <p:nvPr/>
          </p:nvSpPr>
          <p:spPr>
            <a:xfrm>
              <a:off x="8813199" y="20731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0" name="pt47080"/>
            <p:cNvSpPr/>
            <p:nvPr/>
          </p:nvSpPr>
          <p:spPr>
            <a:xfrm>
              <a:off x="8899053" y="23648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1" name="pt47081"/>
            <p:cNvSpPr/>
            <p:nvPr/>
          </p:nvSpPr>
          <p:spPr>
            <a:xfrm>
              <a:off x="8698750" y="2351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2" name="pt47082"/>
            <p:cNvSpPr/>
            <p:nvPr/>
          </p:nvSpPr>
          <p:spPr>
            <a:xfrm>
              <a:off x="9102103" y="19502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3" name="pt47083"/>
            <p:cNvSpPr/>
            <p:nvPr/>
          </p:nvSpPr>
          <p:spPr>
            <a:xfrm>
              <a:off x="9321732" y="21915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4" name="pt47084"/>
            <p:cNvSpPr/>
            <p:nvPr/>
          </p:nvSpPr>
          <p:spPr>
            <a:xfrm>
              <a:off x="9126216" y="20145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5" name="pt47085"/>
            <p:cNvSpPr/>
            <p:nvPr/>
          </p:nvSpPr>
          <p:spPr>
            <a:xfrm>
              <a:off x="8550210" y="25864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6" name="pt47086"/>
            <p:cNvSpPr/>
            <p:nvPr/>
          </p:nvSpPr>
          <p:spPr>
            <a:xfrm>
              <a:off x="8658156" y="25007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7" name="pt47087"/>
            <p:cNvSpPr/>
            <p:nvPr/>
          </p:nvSpPr>
          <p:spPr>
            <a:xfrm>
              <a:off x="8707558" y="23855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8" name="pt47088"/>
            <p:cNvSpPr/>
            <p:nvPr/>
          </p:nvSpPr>
          <p:spPr>
            <a:xfrm>
              <a:off x="9252225" y="20601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9" name="pt47089"/>
            <p:cNvSpPr/>
            <p:nvPr/>
          </p:nvSpPr>
          <p:spPr>
            <a:xfrm>
              <a:off x="9076063" y="1957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0" name="pt47090"/>
            <p:cNvSpPr/>
            <p:nvPr/>
          </p:nvSpPr>
          <p:spPr>
            <a:xfrm>
              <a:off x="8793552" y="20023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1" name="pt47091"/>
            <p:cNvSpPr/>
            <p:nvPr/>
          </p:nvSpPr>
          <p:spPr>
            <a:xfrm>
              <a:off x="8842954" y="2142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2" name="pt47092"/>
            <p:cNvSpPr/>
            <p:nvPr/>
          </p:nvSpPr>
          <p:spPr>
            <a:xfrm>
              <a:off x="9388372" y="21761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3" name="pt47093"/>
            <p:cNvSpPr/>
            <p:nvPr/>
          </p:nvSpPr>
          <p:spPr>
            <a:xfrm>
              <a:off x="9196093" y="2133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4" name="pt47094"/>
            <p:cNvSpPr/>
            <p:nvPr/>
          </p:nvSpPr>
          <p:spPr>
            <a:xfrm>
              <a:off x="8469500" y="24259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5" name="pt47095"/>
            <p:cNvSpPr/>
            <p:nvPr/>
          </p:nvSpPr>
          <p:spPr>
            <a:xfrm>
              <a:off x="9102103" y="21129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6" name="pt47096"/>
            <p:cNvSpPr/>
            <p:nvPr/>
          </p:nvSpPr>
          <p:spPr>
            <a:xfrm>
              <a:off x="8633583" y="21113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7" name="pt47097"/>
            <p:cNvSpPr/>
            <p:nvPr/>
          </p:nvSpPr>
          <p:spPr>
            <a:xfrm>
              <a:off x="9277923" y="19626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8" name="pt47098"/>
            <p:cNvSpPr/>
            <p:nvPr/>
          </p:nvSpPr>
          <p:spPr>
            <a:xfrm>
              <a:off x="9199552" y="18033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9" name="pt47099"/>
            <p:cNvSpPr/>
            <p:nvPr/>
          </p:nvSpPr>
          <p:spPr>
            <a:xfrm>
              <a:off x="8312152" y="23953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0" name="pt47100"/>
            <p:cNvSpPr/>
            <p:nvPr/>
          </p:nvSpPr>
          <p:spPr>
            <a:xfrm>
              <a:off x="9522221" y="1780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1" name="pt47101"/>
            <p:cNvSpPr/>
            <p:nvPr/>
          </p:nvSpPr>
          <p:spPr>
            <a:xfrm>
              <a:off x="8890393" y="19640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2" name="pt47102"/>
            <p:cNvSpPr/>
            <p:nvPr/>
          </p:nvSpPr>
          <p:spPr>
            <a:xfrm>
              <a:off x="9978328" y="25110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3" name="pt47103"/>
            <p:cNvSpPr/>
            <p:nvPr/>
          </p:nvSpPr>
          <p:spPr>
            <a:xfrm>
              <a:off x="9077064" y="2067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4" name="pt47104"/>
            <p:cNvSpPr/>
            <p:nvPr/>
          </p:nvSpPr>
          <p:spPr>
            <a:xfrm>
              <a:off x="8777185" y="22177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5" name="pt47105"/>
            <p:cNvSpPr/>
            <p:nvPr/>
          </p:nvSpPr>
          <p:spPr>
            <a:xfrm>
              <a:off x="9316366" y="21264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6" name="pt47106"/>
            <p:cNvSpPr/>
            <p:nvPr/>
          </p:nvSpPr>
          <p:spPr>
            <a:xfrm>
              <a:off x="8698750" y="21280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7" name="pt47107"/>
            <p:cNvSpPr/>
            <p:nvPr/>
          </p:nvSpPr>
          <p:spPr>
            <a:xfrm>
              <a:off x="8431181" y="24935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8" name="pt47108"/>
            <p:cNvSpPr/>
            <p:nvPr/>
          </p:nvSpPr>
          <p:spPr>
            <a:xfrm>
              <a:off x="8469500" y="23342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9" name="pt47109"/>
            <p:cNvSpPr/>
            <p:nvPr/>
          </p:nvSpPr>
          <p:spPr>
            <a:xfrm>
              <a:off x="8887406" y="19231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0" name="pt47110"/>
            <p:cNvSpPr/>
            <p:nvPr/>
          </p:nvSpPr>
          <p:spPr>
            <a:xfrm>
              <a:off x="9073023" y="20010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1" name="pt47111"/>
            <p:cNvSpPr/>
            <p:nvPr/>
          </p:nvSpPr>
          <p:spPr>
            <a:xfrm>
              <a:off x="8646309" y="24384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2" name="pt47112"/>
            <p:cNvSpPr/>
            <p:nvPr/>
          </p:nvSpPr>
          <p:spPr>
            <a:xfrm>
              <a:off x="9123951" y="20865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3" name="pt47113"/>
            <p:cNvSpPr/>
            <p:nvPr/>
          </p:nvSpPr>
          <p:spPr>
            <a:xfrm>
              <a:off x="8752612" y="22704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4" name="pt47114"/>
            <p:cNvSpPr/>
            <p:nvPr/>
          </p:nvSpPr>
          <p:spPr>
            <a:xfrm>
              <a:off x="8570436" y="24712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5" name="pt47115"/>
            <p:cNvSpPr/>
            <p:nvPr/>
          </p:nvSpPr>
          <p:spPr>
            <a:xfrm>
              <a:off x="8646309" y="22688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6" name="pt47116"/>
            <p:cNvSpPr/>
            <p:nvPr/>
          </p:nvSpPr>
          <p:spPr>
            <a:xfrm>
              <a:off x="9102103" y="21040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7" name="pt47117"/>
            <p:cNvSpPr/>
            <p:nvPr/>
          </p:nvSpPr>
          <p:spPr>
            <a:xfrm>
              <a:off x="8920215" y="21059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8" name="pt47118"/>
            <p:cNvSpPr/>
            <p:nvPr/>
          </p:nvSpPr>
          <p:spPr>
            <a:xfrm>
              <a:off x="8707558" y="23647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9" name="pt47119"/>
            <p:cNvSpPr/>
            <p:nvPr/>
          </p:nvSpPr>
          <p:spPr>
            <a:xfrm>
              <a:off x="9294459" y="19317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0" name="pt47120"/>
            <p:cNvSpPr/>
            <p:nvPr/>
          </p:nvSpPr>
          <p:spPr>
            <a:xfrm>
              <a:off x="9286390" y="19858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1" name="pt47121"/>
            <p:cNvSpPr/>
            <p:nvPr/>
          </p:nvSpPr>
          <p:spPr>
            <a:xfrm>
              <a:off x="8469500" y="20983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2" name="pt47122"/>
            <p:cNvSpPr/>
            <p:nvPr/>
          </p:nvSpPr>
          <p:spPr>
            <a:xfrm>
              <a:off x="9321732" y="22491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3" name="pt47123"/>
            <p:cNvSpPr/>
            <p:nvPr/>
          </p:nvSpPr>
          <p:spPr>
            <a:xfrm>
              <a:off x="8469500" y="21535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4" name="pt47124"/>
            <p:cNvSpPr/>
            <p:nvPr/>
          </p:nvSpPr>
          <p:spPr>
            <a:xfrm>
              <a:off x="8550210" y="25883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5" name="pt47125"/>
            <p:cNvSpPr/>
            <p:nvPr/>
          </p:nvSpPr>
          <p:spPr>
            <a:xfrm>
              <a:off x="8619838" y="22603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6" name="pt47126"/>
            <p:cNvSpPr/>
            <p:nvPr/>
          </p:nvSpPr>
          <p:spPr>
            <a:xfrm>
              <a:off x="8947749" y="20093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7" name="pt47127"/>
            <p:cNvSpPr/>
            <p:nvPr/>
          </p:nvSpPr>
          <p:spPr>
            <a:xfrm>
              <a:off x="9073023" y="19518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8" name="pt47128"/>
            <p:cNvSpPr/>
            <p:nvPr/>
          </p:nvSpPr>
          <p:spPr>
            <a:xfrm>
              <a:off x="8941268" y="19605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9" name="pt47129"/>
            <p:cNvSpPr/>
            <p:nvPr/>
          </p:nvSpPr>
          <p:spPr>
            <a:xfrm>
              <a:off x="8765338" y="20432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0" name="pt47130"/>
            <p:cNvSpPr/>
            <p:nvPr/>
          </p:nvSpPr>
          <p:spPr>
            <a:xfrm>
              <a:off x="8899053" y="23887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1" name="pt47131"/>
            <p:cNvSpPr/>
            <p:nvPr/>
          </p:nvSpPr>
          <p:spPr>
            <a:xfrm>
              <a:off x="9037995" y="17540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2" name="pt47132"/>
            <p:cNvSpPr/>
            <p:nvPr/>
          </p:nvSpPr>
          <p:spPr>
            <a:xfrm>
              <a:off x="9181514" y="22995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3" name="pt47133"/>
            <p:cNvSpPr/>
            <p:nvPr/>
          </p:nvSpPr>
          <p:spPr>
            <a:xfrm>
              <a:off x="8588529" y="21444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4" name="pt47134"/>
            <p:cNvSpPr/>
            <p:nvPr/>
          </p:nvSpPr>
          <p:spPr>
            <a:xfrm>
              <a:off x="8550210" y="2604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5" name="pt47135"/>
            <p:cNvSpPr/>
            <p:nvPr/>
          </p:nvSpPr>
          <p:spPr>
            <a:xfrm>
              <a:off x="8707558" y="23084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6" name="pt47136"/>
            <p:cNvSpPr/>
            <p:nvPr/>
          </p:nvSpPr>
          <p:spPr>
            <a:xfrm>
              <a:off x="8899053" y="21758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7" name="pt47137"/>
            <p:cNvSpPr/>
            <p:nvPr/>
          </p:nvSpPr>
          <p:spPr>
            <a:xfrm>
              <a:off x="8500809" y="26776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8" name="pt47138"/>
            <p:cNvSpPr/>
            <p:nvPr/>
          </p:nvSpPr>
          <p:spPr>
            <a:xfrm>
              <a:off x="8669239" y="24198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9" name="pt47139"/>
            <p:cNvSpPr/>
            <p:nvPr/>
          </p:nvSpPr>
          <p:spPr>
            <a:xfrm>
              <a:off x="8500809" y="26427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0" name="pt47140"/>
            <p:cNvSpPr/>
            <p:nvPr/>
          </p:nvSpPr>
          <p:spPr>
            <a:xfrm>
              <a:off x="9226651" y="21136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1" name="pt47141"/>
            <p:cNvSpPr/>
            <p:nvPr/>
          </p:nvSpPr>
          <p:spPr>
            <a:xfrm>
              <a:off x="8646309" y="22209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2" name="pt47142"/>
            <p:cNvSpPr/>
            <p:nvPr/>
          </p:nvSpPr>
          <p:spPr>
            <a:xfrm>
              <a:off x="8723925" y="21720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3" name="pt47143"/>
            <p:cNvSpPr/>
            <p:nvPr/>
          </p:nvSpPr>
          <p:spPr>
            <a:xfrm>
              <a:off x="8808494" y="2185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4" name="pt47144"/>
            <p:cNvSpPr/>
            <p:nvPr/>
          </p:nvSpPr>
          <p:spPr>
            <a:xfrm>
              <a:off x="8813199" y="20541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5" name="pt47145"/>
            <p:cNvSpPr/>
            <p:nvPr/>
          </p:nvSpPr>
          <p:spPr>
            <a:xfrm>
              <a:off x="8765338" y="22758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6" name="pt47146"/>
            <p:cNvSpPr/>
            <p:nvPr/>
          </p:nvSpPr>
          <p:spPr>
            <a:xfrm>
              <a:off x="9218524" y="19674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7" name="pt47147"/>
            <p:cNvSpPr/>
            <p:nvPr/>
          </p:nvSpPr>
          <p:spPr>
            <a:xfrm>
              <a:off x="9087709" y="20463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8" name="pt47148"/>
            <p:cNvSpPr/>
            <p:nvPr/>
          </p:nvSpPr>
          <p:spPr>
            <a:xfrm>
              <a:off x="9417384" y="19166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9" name="pt47149"/>
            <p:cNvSpPr/>
            <p:nvPr/>
          </p:nvSpPr>
          <p:spPr>
            <a:xfrm>
              <a:off x="8658156" y="23503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0" name="pt47150"/>
            <p:cNvSpPr/>
            <p:nvPr/>
          </p:nvSpPr>
          <p:spPr>
            <a:xfrm>
              <a:off x="9262020" y="17069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1" name="pt47151"/>
            <p:cNvSpPr/>
            <p:nvPr/>
          </p:nvSpPr>
          <p:spPr>
            <a:xfrm>
              <a:off x="8588529" y="22568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2" name="pt47152"/>
            <p:cNvSpPr/>
            <p:nvPr/>
          </p:nvSpPr>
          <p:spPr>
            <a:xfrm>
              <a:off x="8960020" y="21330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3" name="pt47153"/>
            <p:cNvSpPr/>
            <p:nvPr/>
          </p:nvSpPr>
          <p:spPr>
            <a:xfrm>
              <a:off x="9352841" y="22082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4" name="pt47154"/>
            <p:cNvSpPr/>
            <p:nvPr/>
          </p:nvSpPr>
          <p:spPr>
            <a:xfrm>
              <a:off x="9142651" y="2087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5" name="pt47155"/>
            <p:cNvSpPr/>
            <p:nvPr/>
          </p:nvSpPr>
          <p:spPr>
            <a:xfrm>
              <a:off x="9088645" y="19362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6" name="pt47156"/>
            <p:cNvSpPr/>
            <p:nvPr/>
          </p:nvSpPr>
          <p:spPr>
            <a:xfrm>
              <a:off x="9367432" y="2041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7" name="pt47157"/>
            <p:cNvSpPr/>
            <p:nvPr/>
          </p:nvSpPr>
          <p:spPr>
            <a:xfrm>
              <a:off x="9215429" y="19179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8" name="pt47158"/>
            <p:cNvSpPr/>
            <p:nvPr/>
          </p:nvSpPr>
          <p:spPr>
            <a:xfrm>
              <a:off x="8312152" y="25213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9" name="pt47159"/>
            <p:cNvSpPr/>
            <p:nvPr/>
          </p:nvSpPr>
          <p:spPr>
            <a:xfrm>
              <a:off x="8658156" y="2570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0" name="pt47160"/>
            <p:cNvSpPr/>
            <p:nvPr/>
          </p:nvSpPr>
          <p:spPr>
            <a:xfrm>
              <a:off x="9193072" y="22151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1" name="pt47161"/>
            <p:cNvSpPr/>
            <p:nvPr/>
          </p:nvSpPr>
          <p:spPr>
            <a:xfrm>
              <a:off x="8890393" y="19635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2" name="pt47162"/>
            <p:cNvSpPr/>
            <p:nvPr/>
          </p:nvSpPr>
          <p:spPr>
            <a:xfrm>
              <a:off x="8868306" y="2218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3" name="pt47163"/>
            <p:cNvSpPr/>
            <p:nvPr/>
          </p:nvSpPr>
          <p:spPr>
            <a:xfrm>
              <a:off x="8431181" y="22446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4" name="pt47164"/>
            <p:cNvSpPr/>
            <p:nvPr/>
          </p:nvSpPr>
          <p:spPr>
            <a:xfrm>
              <a:off x="8689465" y="25173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5" name="pt47165"/>
            <p:cNvSpPr/>
            <p:nvPr/>
          </p:nvSpPr>
          <p:spPr>
            <a:xfrm>
              <a:off x="8927523" y="18691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6" name="pt47166"/>
            <p:cNvSpPr/>
            <p:nvPr/>
          </p:nvSpPr>
          <p:spPr>
            <a:xfrm>
              <a:off x="9077064" y="20771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7" name="pt47167"/>
            <p:cNvSpPr/>
            <p:nvPr/>
          </p:nvSpPr>
          <p:spPr>
            <a:xfrm>
              <a:off x="8619838" y="23218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8" name="pt47168"/>
            <p:cNvSpPr/>
            <p:nvPr/>
          </p:nvSpPr>
          <p:spPr>
            <a:xfrm>
              <a:off x="8469500" y="24887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9" name="pt47169"/>
            <p:cNvSpPr/>
            <p:nvPr/>
          </p:nvSpPr>
          <p:spPr>
            <a:xfrm>
              <a:off x="8788268" y="21216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0" name="pt47170"/>
            <p:cNvSpPr/>
            <p:nvPr/>
          </p:nvSpPr>
          <p:spPr>
            <a:xfrm>
              <a:off x="8550210" y="26254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1" name="pt47171"/>
            <p:cNvSpPr/>
            <p:nvPr/>
          </p:nvSpPr>
          <p:spPr>
            <a:xfrm>
              <a:off x="9321732" y="22105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2" name="pt47172"/>
            <p:cNvSpPr/>
            <p:nvPr/>
          </p:nvSpPr>
          <p:spPr>
            <a:xfrm>
              <a:off x="8619838" y="21829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3" name="pt47173"/>
            <p:cNvSpPr/>
            <p:nvPr/>
          </p:nvSpPr>
          <p:spPr>
            <a:xfrm>
              <a:off x="9218524" y="19924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4" name="pt47174"/>
            <p:cNvSpPr/>
            <p:nvPr/>
          </p:nvSpPr>
          <p:spPr>
            <a:xfrm>
              <a:off x="9423467" y="19667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5" name="pt47175"/>
            <p:cNvSpPr/>
            <p:nvPr/>
          </p:nvSpPr>
          <p:spPr>
            <a:xfrm>
              <a:off x="9408344" y="18355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6" name="pt47176"/>
            <p:cNvSpPr/>
            <p:nvPr/>
          </p:nvSpPr>
          <p:spPr>
            <a:xfrm>
              <a:off x="8550210" y="25462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7" name="pt47177"/>
            <p:cNvSpPr/>
            <p:nvPr/>
          </p:nvSpPr>
          <p:spPr>
            <a:xfrm>
              <a:off x="8992313" y="18118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8" name="pt47178"/>
            <p:cNvSpPr/>
            <p:nvPr/>
          </p:nvSpPr>
          <p:spPr>
            <a:xfrm>
              <a:off x="8793552" y="20822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9" name="pt47179"/>
            <p:cNvSpPr/>
            <p:nvPr/>
          </p:nvSpPr>
          <p:spPr>
            <a:xfrm>
              <a:off x="9097733" y="17349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0" name="pt47180"/>
            <p:cNvSpPr/>
            <p:nvPr/>
          </p:nvSpPr>
          <p:spPr>
            <a:xfrm>
              <a:off x="8798679" y="21757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1" name="pt47181"/>
            <p:cNvSpPr/>
            <p:nvPr/>
          </p:nvSpPr>
          <p:spPr>
            <a:xfrm>
              <a:off x="8707558" y="2243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2" name="pt47182"/>
            <p:cNvSpPr/>
            <p:nvPr/>
          </p:nvSpPr>
          <p:spPr>
            <a:xfrm>
              <a:off x="8550210" y="25385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3" name="pt47183"/>
            <p:cNvSpPr/>
            <p:nvPr/>
          </p:nvSpPr>
          <p:spPr>
            <a:xfrm>
              <a:off x="8698750" y="22156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4" name="pt47184"/>
            <p:cNvSpPr/>
            <p:nvPr/>
          </p:nvSpPr>
          <p:spPr>
            <a:xfrm>
              <a:off x="8312152" y="2558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5" name="pt47185"/>
            <p:cNvSpPr/>
            <p:nvPr/>
          </p:nvSpPr>
          <p:spPr>
            <a:xfrm>
              <a:off x="8633583" y="21806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6" name="pt47186"/>
            <p:cNvSpPr/>
            <p:nvPr/>
          </p:nvSpPr>
          <p:spPr>
            <a:xfrm>
              <a:off x="8808494" y="21790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7" name="pt47187"/>
            <p:cNvSpPr/>
            <p:nvPr/>
          </p:nvSpPr>
          <p:spPr>
            <a:xfrm>
              <a:off x="9050093" y="20687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8" name="pt47188"/>
            <p:cNvSpPr/>
            <p:nvPr/>
          </p:nvSpPr>
          <p:spPr>
            <a:xfrm>
              <a:off x="9048921" y="21000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9" name="pt47189"/>
            <p:cNvSpPr/>
            <p:nvPr/>
          </p:nvSpPr>
          <p:spPr>
            <a:xfrm>
              <a:off x="8868306" y="22850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0" name="pt47190"/>
            <p:cNvSpPr/>
            <p:nvPr/>
          </p:nvSpPr>
          <p:spPr>
            <a:xfrm>
              <a:off x="8550210" y="25474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1" name="pt47191"/>
            <p:cNvSpPr/>
            <p:nvPr/>
          </p:nvSpPr>
          <p:spPr>
            <a:xfrm>
              <a:off x="8431181" y="22629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2" name="pt47192"/>
            <p:cNvSpPr/>
            <p:nvPr/>
          </p:nvSpPr>
          <p:spPr>
            <a:xfrm>
              <a:off x="9126964" y="20186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3" name="pt47193"/>
            <p:cNvSpPr/>
            <p:nvPr/>
          </p:nvSpPr>
          <p:spPr>
            <a:xfrm>
              <a:off x="8570436" y="23259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4" name="pt47194"/>
            <p:cNvSpPr/>
            <p:nvPr/>
          </p:nvSpPr>
          <p:spPr>
            <a:xfrm>
              <a:off x="8658156" y="24843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5" name="pt47195"/>
            <p:cNvSpPr/>
            <p:nvPr/>
          </p:nvSpPr>
          <p:spPr>
            <a:xfrm>
              <a:off x="9034193" y="17672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6" name="pt47196"/>
            <p:cNvSpPr/>
            <p:nvPr/>
          </p:nvSpPr>
          <p:spPr>
            <a:xfrm>
              <a:off x="9750516" y="22574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7" name="pt47197"/>
            <p:cNvSpPr/>
            <p:nvPr/>
          </p:nvSpPr>
          <p:spPr>
            <a:xfrm>
              <a:off x="9232403" y="20695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8" name="pt47198"/>
            <p:cNvSpPr/>
            <p:nvPr/>
          </p:nvSpPr>
          <p:spPr>
            <a:xfrm>
              <a:off x="8469500" y="22308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9" name="pt47199"/>
            <p:cNvSpPr/>
            <p:nvPr/>
          </p:nvSpPr>
          <p:spPr>
            <a:xfrm>
              <a:off x="9079049" y="19153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0" name="pt47200"/>
            <p:cNvSpPr/>
            <p:nvPr/>
          </p:nvSpPr>
          <p:spPr>
            <a:xfrm>
              <a:off x="9124709" y="20153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1" name="pt47201"/>
            <p:cNvSpPr/>
            <p:nvPr/>
          </p:nvSpPr>
          <p:spPr>
            <a:xfrm>
              <a:off x="8633583" y="21102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2" name="pt47202"/>
            <p:cNvSpPr/>
            <p:nvPr/>
          </p:nvSpPr>
          <p:spPr>
            <a:xfrm>
              <a:off x="9652073" y="2374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3" name="pt47203"/>
            <p:cNvSpPr/>
            <p:nvPr/>
          </p:nvSpPr>
          <p:spPr>
            <a:xfrm>
              <a:off x="8846813" y="20052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4" name="pt47204"/>
            <p:cNvSpPr/>
            <p:nvPr/>
          </p:nvSpPr>
          <p:spPr>
            <a:xfrm>
              <a:off x="9037995" y="17263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5" name="pt47205"/>
            <p:cNvSpPr/>
            <p:nvPr/>
          </p:nvSpPr>
          <p:spPr>
            <a:xfrm>
              <a:off x="8500809" y="27198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6" name="pt47206"/>
            <p:cNvSpPr/>
            <p:nvPr/>
          </p:nvSpPr>
          <p:spPr>
            <a:xfrm>
              <a:off x="9485353" y="22714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7" name="pt47207"/>
            <p:cNvSpPr/>
            <p:nvPr/>
          </p:nvSpPr>
          <p:spPr>
            <a:xfrm>
              <a:off x="8834965" y="2019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8" name="pt47208"/>
            <p:cNvSpPr/>
            <p:nvPr/>
          </p:nvSpPr>
          <p:spPr>
            <a:xfrm>
              <a:off x="8793552" y="20231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9" name="pt47209"/>
            <p:cNvSpPr/>
            <p:nvPr/>
          </p:nvSpPr>
          <p:spPr>
            <a:xfrm>
              <a:off x="9027663" y="19195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0" name="pt47210"/>
            <p:cNvSpPr/>
            <p:nvPr/>
          </p:nvSpPr>
          <p:spPr>
            <a:xfrm>
              <a:off x="8500809" y="2417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1" name="pt47211"/>
            <p:cNvSpPr/>
            <p:nvPr/>
          </p:nvSpPr>
          <p:spPr>
            <a:xfrm>
              <a:off x="9062485" y="20653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2" name="pt47212"/>
            <p:cNvSpPr/>
            <p:nvPr/>
          </p:nvSpPr>
          <p:spPr>
            <a:xfrm>
              <a:off x="8945616" y="20444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3" name="pt47213"/>
            <p:cNvSpPr/>
            <p:nvPr/>
          </p:nvSpPr>
          <p:spPr>
            <a:xfrm>
              <a:off x="8777185" y="22705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4" name="pt47214"/>
            <p:cNvSpPr/>
            <p:nvPr/>
          </p:nvSpPr>
          <p:spPr>
            <a:xfrm>
              <a:off x="8868306" y="22067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5" name="pt47215"/>
            <p:cNvSpPr/>
            <p:nvPr/>
          </p:nvSpPr>
          <p:spPr>
            <a:xfrm>
              <a:off x="9480563" y="23212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6" name="pt47216"/>
            <p:cNvSpPr/>
            <p:nvPr/>
          </p:nvSpPr>
          <p:spPr>
            <a:xfrm>
              <a:off x="8759093" y="20848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7" name="pt47217"/>
            <p:cNvSpPr/>
            <p:nvPr/>
          </p:nvSpPr>
          <p:spPr>
            <a:xfrm>
              <a:off x="9325298" y="22290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8" name="pt47218"/>
            <p:cNvSpPr/>
            <p:nvPr/>
          </p:nvSpPr>
          <p:spPr>
            <a:xfrm>
              <a:off x="9116180" y="21035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9" name="pt47219"/>
            <p:cNvSpPr/>
            <p:nvPr/>
          </p:nvSpPr>
          <p:spPr>
            <a:xfrm>
              <a:off x="8312152" y="22834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0" name="pt47220"/>
            <p:cNvSpPr/>
            <p:nvPr/>
          </p:nvSpPr>
          <p:spPr>
            <a:xfrm>
              <a:off x="8381780" y="23395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1" name="pt47221"/>
            <p:cNvSpPr/>
            <p:nvPr/>
          </p:nvSpPr>
          <p:spPr>
            <a:xfrm>
              <a:off x="8646309" y="23872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2" name="pt47222"/>
            <p:cNvSpPr/>
            <p:nvPr/>
          </p:nvSpPr>
          <p:spPr>
            <a:xfrm>
              <a:off x="9196093" y="24779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3" name="pt47223"/>
            <p:cNvSpPr/>
            <p:nvPr/>
          </p:nvSpPr>
          <p:spPr>
            <a:xfrm>
              <a:off x="8850587" y="20690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4" name="pt47224"/>
            <p:cNvSpPr/>
            <p:nvPr/>
          </p:nvSpPr>
          <p:spPr>
            <a:xfrm>
              <a:off x="8723925" y="22918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5" name="pt47225"/>
            <p:cNvSpPr/>
            <p:nvPr/>
          </p:nvSpPr>
          <p:spPr>
            <a:xfrm>
              <a:off x="8782816" y="21281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6" name="pt47226"/>
            <p:cNvSpPr/>
            <p:nvPr/>
          </p:nvSpPr>
          <p:spPr>
            <a:xfrm>
              <a:off x="9044150" y="17715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7" name="pt47227"/>
            <p:cNvSpPr/>
            <p:nvPr/>
          </p:nvSpPr>
          <p:spPr>
            <a:xfrm>
              <a:off x="9340807" y="20960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8" name="pt47228"/>
            <p:cNvSpPr/>
            <p:nvPr/>
          </p:nvSpPr>
          <p:spPr>
            <a:xfrm>
              <a:off x="9680997" y="27881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9" name="pt47229"/>
            <p:cNvSpPr/>
            <p:nvPr/>
          </p:nvSpPr>
          <p:spPr>
            <a:xfrm>
              <a:off x="8431181" y="24070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0" name="pt47230"/>
            <p:cNvSpPr/>
            <p:nvPr/>
          </p:nvSpPr>
          <p:spPr>
            <a:xfrm>
              <a:off x="9667785" y="24111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1" name="pt47231"/>
            <p:cNvSpPr/>
            <p:nvPr/>
          </p:nvSpPr>
          <p:spPr>
            <a:xfrm>
              <a:off x="8793552" y="2127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2" name="pt47232"/>
            <p:cNvSpPr/>
            <p:nvPr/>
          </p:nvSpPr>
          <p:spPr>
            <a:xfrm>
              <a:off x="8927523" y="18379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3" name="pt47233"/>
            <p:cNvSpPr/>
            <p:nvPr/>
          </p:nvSpPr>
          <p:spPr>
            <a:xfrm>
              <a:off x="8932228" y="19774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4" name="pt47234"/>
            <p:cNvSpPr/>
            <p:nvPr/>
          </p:nvSpPr>
          <p:spPr>
            <a:xfrm>
              <a:off x="8745877" y="21778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5" name="pt47235"/>
            <p:cNvSpPr/>
            <p:nvPr/>
          </p:nvSpPr>
          <p:spPr>
            <a:xfrm>
              <a:off x="9279466" y="19535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6" name="pt47236"/>
            <p:cNvSpPr/>
            <p:nvPr/>
          </p:nvSpPr>
          <p:spPr>
            <a:xfrm>
              <a:off x="8842954" y="2082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7" name="pt47237"/>
            <p:cNvSpPr/>
            <p:nvPr/>
          </p:nvSpPr>
          <p:spPr>
            <a:xfrm>
              <a:off x="9126216" y="20427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8" name="pt47238"/>
            <p:cNvSpPr/>
            <p:nvPr/>
          </p:nvSpPr>
          <p:spPr>
            <a:xfrm>
              <a:off x="8920215" y="18833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9" name="pt47239"/>
            <p:cNvSpPr/>
            <p:nvPr/>
          </p:nvSpPr>
          <p:spPr>
            <a:xfrm>
              <a:off x="8679650" y="25149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0" name="pt47240"/>
            <p:cNvSpPr/>
            <p:nvPr/>
          </p:nvSpPr>
          <p:spPr>
            <a:xfrm>
              <a:off x="9406741" y="18484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1" name="pt47241"/>
            <p:cNvSpPr/>
            <p:nvPr/>
          </p:nvSpPr>
          <p:spPr>
            <a:xfrm>
              <a:off x="8588529" y="2257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2" name="pt47242"/>
            <p:cNvSpPr/>
            <p:nvPr/>
          </p:nvSpPr>
          <p:spPr>
            <a:xfrm>
              <a:off x="9010896" y="17658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3" name="pt47243"/>
            <p:cNvSpPr/>
            <p:nvPr/>
          </p:nvSpPr>
          <p:spPr>
            <a:xfrm>
              <a:off x="9517293" y="21494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4" name="pt47244"/>
            <p:cNvSpPr/>
            <p:nvPr/>
          </p:nvSpPr>
          <p:spPr>
            <a:xfrm>
              <a:off x="8500809" y="24596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5" name="pt47245"/>
            <p:cNvSpPr/>
            <p:nvPr/>
          </p:nvSpPr>
          <p:spPr>
            <a:xfrm>
              <a:off x="8881273" y="22027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6" name="pt47246"/>
            <p:cNvSpPr/>
            <p:nvPr/>
          </p:nvSpPr>
          <p:spPr>
            <a:xfrm>
              <a:off x="8679650" y="24066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7" name="pt47247"/>
            <p:cNvSpPr/>
            <p:nvPr/>
          </p:nvSpPr>
          <p:spPr>
            <a:xfrm>
              <a:off x="8312152" y="26457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8" name="pt47248"/>
            <p:cNvSpPr/>
            <p:nvPr/>
          </p:nvSpPr>
          <p:spPr>
            <a:xfrm>
              <a:off x="8752612" y="21566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9" name="pt47249"/>
            <p:cNvSpPr/>
            <p:nvPr/>
          </p:nvSpPr>
          <p:spPr>
            <a:xfrm>
              <a:off x="8980466" y="21145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0" name="pt47250"/>
            <p:cNvSpPr/>
            <p:nvPr/>
          </p:nvSpPr>
          <p:spPr>
            <a:xfrm>
              <a:off x="9037995" y="17858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1" name="pt47251"/>
            <p:cNvSpPr/>
            <p:nvPr/>
          </p:nvSpPr>
          <p:spPr>
            <a:xfrm>
              <a:off x="8588529" y="2216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2" name="pt47252"/>
            <p:cNvSpPr/>
            <p:nvPr/>
          </p:nvSpPr>
          <p:spPr>
            <a:xfrm>
              <a:off x="8550210" y="24150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3" name="pt47253"/>
            <p:cNvSpPr/>
            <p:nvPr/>
          </p:nvSpPr>
          <p:spPr>
            <a:xfrm>
              <a:off x="9196093" y="22985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4" name="pt47254"/>
            <p:cNvSpPr/>
            <p:nvPr/>
          </p:nvSpPr>
          <p:spPr>
            <a:xfrm>
              <a:off x="8941268" y="18231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5" name="pt47255"/>
            <p:cNvSpPr/>
            <p:nvPr/>
          </p:nvSpPr>
          <p:spPr>
            <a:xfrm>
              <a:off x="9148018" y="21815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6" name="pt47256"/>
            <p:cNvSpPr/>
            <p:nvPr/>
          </p:nvSpPr>
          <p:spPr>
            <a:xfrm>
              <a:off x="8715936" y="21219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7" name="pt47257"/>
            <p:cNvSpPr/>
            <p:nvPr/>
          </p:nvSpPr>
          <p:spPr>
            <a:xfrm>
              <a:off x="8864906" y="17391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8" name="pt47258"/>
            <p:cNvSpPr/>
            <p:nvPr/>
          </p:nvSpPr>
          <p:spPr>
            <a:xfrm>
              <a:off x="8646309" y="24726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9" name="pt47259"/>
            <p:cNvSpPr/>
            <p:nvPr/>
          </p:nvSpPr>
          <p:spPr>
            <a:xfrm>
              <a:off x="9087709" y="19480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0" name="pt47260"/>
            <p:cNvSpPr/>
            <p:nvPr/>
          </p:nvSpPr>
          <p:spPr>
            <a:xfrm>
              <a:off x="9218524" y="20745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1" name="pt47261"/>
            <p:cNvSpPr/>
            <p:nvPr/>
          </p:nvSpPr>
          <p:spPr>
            <a:xfrm>
              <a:off x="8963923" y="22660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2" name="pt47262"/>
            <p:cNvSpPr/>
            <p:nvPr/>
          </p:nvSpPr>
          <p:spPr>
            <a:xfrm>
              <a:off x="9147356" y="20854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3" name="pt47263"/>
            <p:cNvSpPr/>
            <p:nvPr/>
          </p:nvSpPr>
          <p:spPr>
            <a:xfrm>
              <a:off x="8920215" y="2023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4" name="pt47264"/>
            <p:cNvSpPr/>
            <p:nvPr/>
          </p:nvSpPr>
          <p:spPr>
            <a:xfrm>
              <a:off x="9642404" y="22119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5" name="pt47265"/>
            <p:cNvSpPr/>
            <p:nvPr/>
          </p:nvSpPr>
          <p:spPr>
            <a:xfrm>
              <a:off x="8874912" y="2205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6" name="pt47266"/>
            <p:cNvSpPr/>
            <p:nvPr/>
          </p:nvSpPr>
          <p:spPr>
            <a:xfrm>
              <a:off x="8469500" y="23608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7" name="pt47267"/>
            <p:cNvSpPr/>
            <p:nvPr/>
          </p:nvSpPr>
          <p:spPr>
            <a:xfrm>
              <a:off x="8469500" y="25877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8" name="pt47268"/>
            <p:cNvSpPr/>
            <p:nvPr/>
          </p:nvSpPr>
          <p:spPr>
            <a:xfrm>
              <a:off x="8817779" y="21882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9" name="pt47269"/>
            <p:cNvSpPr/>
            <p:nvPr/>
          </p:nvSpPr>
          <p:spPr>
            <a:xfrm>
              <a:off x="8752612" y="22703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0" name="pt47270"/>
            <p:cNvSpPr/>
            <p:nvPr/>
          </p:nvSpPr>
          <p:spPr>
            <a:xfrm>
              <a:off x="9088645" y="19745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1" name="pt47271"/>
            <p:cNvSpPr/>
            <p:nvPr/>
          </p:nvSpPr>
          <p:spPr>
            <a:xfrm>
              <a:off x="8431181" y="2385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2" name="pt47272"/>
            <p:cNvSpPr/>
            <p:nvPr/>
          </p:nvSpPr>
          <p:spPr>
            <a:xfrm>
              <a:off x="9329710" y="21837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3" name="pt47273"/>
            <p:cNvSpPr/>
            <p:nvPr/>
          </p:nvSpPr>
          <p:spPr>
            <a:xfrm>
              <a:off x="8500809" y="25388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4" name="pt47274"/>
            <p:cNvSpPr/>
            <p:nvPr/>
          </p:nvSpPr>
          <p:spPr>
            <a:xfrm>
              <a:off x="9274162" y="19742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5" name="pt47275"/>
            <p:cNvSpPr/>
            <p:nvPr/>
          </p:nvSpPr>
          <p:spPr>
            <a:xfrm>
              <a:off x="9030305" y="20366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6" name="pt47276"/>
            <p:cNvSpPr/>
            <p:nvPr/>
          </p:nvSpPr>
          <p:spPr>
            <a:xfrm>
              <a:off x="8901845" y="22391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7" name="pt47277"/>
            <p:cNvSpPr/>
            <p:nvPr/>
          </p:nvSpPr>
          <p:spPr>
            <a:xfrm>
              <a:off x="8658156" y="24313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8" name="pt47278"/>
            <p:cNvSpPr/>
            <p:nvPr/>
          </p:nvSpPr>
          <p:spPr>
            <a:xfrm>
              <a:off x="9206269" y="18541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9" name="pt47279"/>
            <p:cNvSpPr/>
            <p:nvPr/>
          </p:nvSpPr>
          <p:spPr>
            <a:xfrm>
              <a:off x="9003396" y="21216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0" name="pt47280"/>
            <p:cNvSpPr/>
            <p:nvPr/>
          </p:nvSpPr>
          <p:spPr>
            <a:xfrm>
              <a:off x="9325298" y="20999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1" name="pt47281"/>
            <p:cNvSpPr/>
            <p:nvPr/>
          </p:nvSpPr>
          <p:spPr>
            <a:xfrm>
              <a:off x="8793552" y="22060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2" name="pt47282"/>
            <p:cNvSpPr/>
            <p:nvPr/>
          </p:nvSpPr>
          <p:spPr>
            <a:xfrm>
              <a:off x="8658156" y="24893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3" name="pt47283"/>
            <p:cNvSpPr/>
            <p:nvPr/>
          </p:nvSpPr>
          <p:spPr>
            <a:xfrm>
              <a:off x="8312152" y="23570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4" name="pt47284"/>
            <p:cNvSpPr/>
            <p:nvPr/>
          </p:nvSpPr>
          <p:spPr>
            <a:xfrm>
              <a:off x="8839006" y="21754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5" name="pt47285"/>
            <p:cNvSpPr/>
            <p:nvPr/>
          </p:nvSpPr>
          <p:spPr>
            <a:xfrm>
              <a:off x="8752612" y="20917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6" name="pt47286"/>
            <p:cNvSpPr/>
            <p:nvPr/>
          </p:nvSpPr>
          <p:spPr>
            <a:xfrm>
              <a:off x="8570436" y="24536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7" name="pt47287"/>
            <p:cNvSpPr/>
            <p:nvPr/>
          </p:nvSpPr>
          <p:spPr>
            <a:xfrm>
              <a:off x="8901845" y="20702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8" name="pt47288"/>
            <p:cNvSpPr/>
            <p:nvPr/>
          </p:nvSpPr>
          <p:spPr>
            <a:xfrm>
              <a:off x="8759093" y="21001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9" name="pt47289"/>
            <p:cNvSpPr/>
            <p:nvPr/>
          </p:nvSpPr>
          <p:spPr>
            <a:xfrm>
              <a:off x="9195593" y="22446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0" name="pt47290"/>
            <p:cNvSpPr/>
            <p:nvPr/>
          </p:nvSpPr>
          <p:spPr>
            <a:xfrm>
              <a:off x="8932228" y="18517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1" name="pt47291"/>
            <p:cNvSpPr/>
            <p:nvPr/>
          </p:nvSpPr>
          <p:spPr>
            <a:xfrm>
              <a:off x="9110522" y="20788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2" name="pt47292"/>
            <p:cNvSpPr/>
            <p:nvPr/>
          </p:nvSpPr>
          <p:spPr>
            <a:xfrm>
              <a:off x="8570436" y="23596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3" name="pt47293"/>
            <p:cNvSpPr/>
            <p:nvPr/>
          </p:nvSpPr>
          <p:spPr>
            <a:xfrm>
              <a:off x="8550210" y="27138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4" name="pt47294"/>
            <p:cNvSpPr/>
            <p:nvPr/>
          </p:nvSpPr>
          <p:spPr>
            <a:xfrm>
              <a:off x="8707558" y="19264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5" name="pt47295"/>
            <p:cNvSpPr/>
            <p:nvPr/>
          </p:nvSpPr>
          <p:spPr>
            <a:xfrm>
              <a:off x="8604896" y="22220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6" name="pt47296"/>
            <p:cNvSpPr/>
            <p:nvPr/>
          </p:nvSpPr>
          <p:spPr>
            <a:xfrm>
              <a:off x="9305101" y="22204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7" name="pt47297"/>
            <p:cNvSpPr/>
            <p:nvPr/>
          </p:nvSpPr>
          <p:spPr>
            <a:xfrm>
              <a:off x="9664325" y="14806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8" name="pt47298"/>
            <p:cNvSpPr/>
            <p:nvPr/>
          </p:nvSpPr>
          <p:spPr>
            <a:xfrm>
              <a:off x="9797803" y="28327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9" name="pt47299"/>
            <p:cNvSpPr/>
            <p:nvPr/>
          </p:nvSpPr>
          <p:spPr>
            <a:xfrm>
              <a:off x="8500809" y="26525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0" name="pt47300"/>
            <p:cNvSpPr/>
            <p:nvPr/>
          </p:nvSpPr>
          <p:spPr>
            <a:xfrm>
              <a:off x="9044150" y="17069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1" name="pt47301"/>
            <p:cNvSpPr/>
            <p:nvPr/>
          </p:nvSpPr>
          <p:spPr>
            <a:xfrm>
              <a:off x="8971473" y="22751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2" name="pt47302"/>
            <p:cNvSpPr/>
            <p:nvPr/>
          </p:nvSpPr>
          <p:spPr>
            <a:xfrm>
              <a:off x="9010896" y="1708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3" name="pt47303"/>
            <p:cNvSpPr/>
            <p:nvPr/>
          </p:nvSpPr>
          <p:spPr>
            <a:xfrm>
              <a:off x="9509103" y="21123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4" name="pt47304"/>
            <p:cNvSpPr/>
            <p:nvPr/>
          </p:nvSpPr>
          <p:spPr>
            <a:xfrm>
              <a:off x="9123951" y="20127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5" name="pt47305"/>
            <p:cNvSpPr/>
            <p:nvPr/>
          </p:nvSpPr>
          <p:spPr>
            <a:xfrm>
              <a:off x="9141283" y="22569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6" name="pt47306"/>
            <p:cNvSpPr/>
            <p:nvPr/>
          </p:nvSpPr>
          <p:spPr>
            <a:xfrm>
              <a:off x="9037995" y="18052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7" name="pt47307"/>
            <p:cNvSpPr/>
            <p:nvPr/>
          </p:nvSpPr>
          <p:spPr>
            <a:xfrm>
              <a:off x="9324827" y="2166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8" name="pt47308"/>
            <p:cNvSpPr/>
            <p:nvPr/>
          </p:nvSpPr>
          <p:spPr>
            <a:xfrm>
              <a:off x="8698750" y="23146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9" name="pt47309"/>
            <p:cNvSpPr/>
            <p:nvPr/>
          </p:nvSpPr>
          <p:spPr>
            <a:xfrm>
              <a:off x="8669239" y="24168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0" name="pt47310"/>
            <p:cNvSpPr/>
            <p:nvPr/>
          </p:nvSpPr>
          <p:spPr>
            <a:xfrm>
              <a:off x="9044150" y="1771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1" name="pt47311"/>
            <p:cNvSpPr/>
            <p:nvPr/>
          </p:nvSpPr>
          <p:spPr>
            <a:xfrm>
              <a:off x="8830827" y="20402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2" name="pt47312"/>
            <p:cNvSpPr/>
            <p:nvPr/>
          </p:nvSpPr>
          <p:spPr>
            <a:xfrm>
              <a:off x="8868306" y="21631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3" name="pt47313"/>
            <p:cNvSpPr/>
            <p:nvPr/>
          </p:nvSpPr>
          <p:spPr>
            <a:xfrm>
              <a:off x="9051257" y="20636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4" name="pt47314"/>
            <p:cNvSpPr/>
            <p:nvPr/>
          </p:nvSpPr>
          <p:spPr>
            <a:xfrm>
              <a:off x="9071998" y="18378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5" name="pt47315"/>
            <p:cNvSpPr/>
            <p:nvPr/>
          </p:nvSpPr>
          <p:spPr>
            <a:xfrm>
              <a:off x="8588529" y="21690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6" name="pt47316"/>
            <p:cNvSpPr/>
            <p:nvPr/>
          </p:nvSpPr>
          <p:spPr>
            <a:xfrm>
              <a:off x="9606545" y="24283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7" name="pt47317"/>
            <p:cNvSpPr/>
            <p:nvPr/>
          </p:nvSpPr>
          <p:spPr>
            <a:xfrm>
              <a:off x="8469500" y="22768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8" name="pt47318"/>
            <p:cNvSpPr/>
            <p:nvPr/>
          </p:nvSpPr>
          <p:spPr>
            <a:xfrm>
              <a:off x="9277923" y="1851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9" name="pt47319"/>
            <p:cNvSpPr/>
            <p:nvPr/>
          </p:nvSpPr>
          <p:spPr>
            <a:xfrm>
              <a:off x="9522221" y="19776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0" name="pt47320"/>
            <p:cNvSpPr/>
            <p:nvPr/>
          </p:nvSpPr>
          <p:spPr>
            <a:xfrm>
              <a:off x="8874912" y="21857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1" name="pt47321"/>
            <p:cNvSpPr/>
            <p:nvPr/>
          </p:nvSpPr>
          <p:spPr>
            <a:xfrm>
              <a:off x="8550210" y="25035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2" name="pt47322"/>
            <p:cNvSpPr/>
            <p:nvPr/>
          </p:nvSpPr>
          <p:spPr>
            <a:xfrm>
              <a:off x="8980466" y="19850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3" name="pt47323"/>
            <p:cNvSpPr/>
            <p:nvPr/>
          </p:nvSpPr>
          <p:spPr>
            <a:xfrm>
              <a:off x="8830827" y="19079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4" name="pt47324"/>
            <p:cNvSpPr/>
            <p:nvPr/>
          </p:nvSpPr>
          <p:spPr>
            <a:xfrm>
              <a:off x="8803657" y="19534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5" name="pt47325"/>
            <p:cNvSpPr/>
            <p:nvPr/>
          </p:nvSpPr>
          <p:spPr>
            <a:xfrm>
              <a:off x="8312152" y="24047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6" name="pt47326"/>
            <p:cNvSpPr/>
            <p:nvPr/>
          </p:nvSpPr>
          <p:spPr>
            <a:xfrm>
              <a:off x="9115383" y="20652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7" name="pt47327"/>
            <p:cNvSpPr/>
            <p:nvPr/>
          </p:nvSpPr>
          <p:spPr>
            <a:xfrm>
              <a:off x="8633583" y="20595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8" name="pt47328"/>
            <p:cNvSpPr/>
            <p:nvPr/>
          </p:nvSpPr>
          <p:spPr>
            <a:xfrm>
              <a:off x="8500809" y="27560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9" name="pt47329"/>
            <p:cNvSpPr/>
            <p:nvPr/>
          </p:nvSpPr>
          <p:spPr>
            <a:xfrm>
              <a:off x="8679650" y="2529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0" name="pt47330"/>
            <p:cNvSpPr/>
            <p:nvPr/>
          </p:nvSpPr>
          <p:spPr>
            <a:xfrm>
              <a:off x="9196093" y="22062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1" name="pt47331"/>
            <p:cNvSpPr/>
            <p:nvPr/>
          </p:nvSpPr>
          <p:spPr>
            <a:xfrm>
              <a:off x="8782816" y="22388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2" name="pt47332"/>
            <p:cNvSpPr/>
            <p:nvPr/>
          </p:nvSpPr>
          <p:spPr>
            <a:xfrm>
              <a:off x="8932228" y="18273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3" name="pt47333"/>
            <p:cNvSpPr/>
            <p:nvPr/>
          </p:nvSpPr>
          <p:spPr>
            <a:xfrm>
              <a:off x="8469500" y="24977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4" name="pt47334"/>
            <p:cNvSpPr/>
            <p:nvPr/>
          </p:nvSpPr>
          <p:spPr>
            <a:xfrm>
              <a:off x="8961983" y="22414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5" name="pt47335"/>
            <p:cNvSpPr/>
            <p:nvPr/>
          </p:nvSpPr>
          <p:spPr>
            <a:xfrm>
              <a:off x="8381780" y="2296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6" name="pt47336"/>
            <p:cNvSpPr/>
            <p:nvPr/>
          </p:nvSpPr>
          <p:spPr>
            <a:xfrm>
              <a:off x="8857896" y="19609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7" name="pt47337"/>
            <p:cNvSpPr/>
            <p:nvPr/>
          </p:nvSpPr>
          <p:spPr>
            <a:xfrm>
              <a:off x="9179876" y="19423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8" name="pt47338"/>
            <p:cNvSpPr/>
            <p:nvPr/>
          </p:nvSpPr>
          <p:spPr>
            <a:xfrm>
              <a:off x="9185276" y="22221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9" name="pt47339"/>
            <p:cNvSpPr/>
            <p:nvPr/>
          </p:nvSpPr>
          <p:spPr>
            <a:xfrm>
              <a:off x="8817779" y="20909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0" name="pt47340"/>
            <p:cNvSpPr/>
            <p:nvPr/>
          </p:nvSpPr>
          <p:spPr>
            <a:xfrm>
              <a:off x="8669239" y="23029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1" name="pt47341"/>
            <p:cNvSpPr/>
            <p:nvPr/>
          </p:nvSpPr>
          <p:spPr>
            <a:xfrm>
              <a:off x="9221993" y="19756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2" name="pt47342"/>
            <p:cNvSpPr/>
            <p:nvPr/>
          </p:nvSpPr>
          <p:spPr>
            <a:xfrm>
              <a:off x="8965842" y="22249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3" name="pt47343"/>
            <p:cNvSpPr/>
            <p:nvPr/>
          </p:nvSpPr>
          <p:spPr>
            <a:xfrm>
              <a:off x="9074042" y="2129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4" name="pt47344"/>
            <p:cNvSpPr/>
            <p:nvPr/>
          </p:nvSpPr>
          <p:spPr>
            <a:xfrm>
              <a:off x="9046552" y="1947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5" name="pt47345"/>
            <p:cNvSpPr/>
            <p:nvPr/>
          </p:nvSpPr>
          <p:spPr>
            <a:xfrm>
              <a:off x="9652073" y="23693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6" name="pt47346"/>
            <p:cNvSpPr/>
            <p:nvPr/>
          </p:nvSpPr>
          <p:spPr>
            <a:xfrm>
              <a:off x="9034193" y="17179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7" name="pt47347"/>
            <p:cNvSpPr/>
            <p:nvPr/>
          </p:nvSpPr>
          <p:spPr>
            <a:xfrm>
              <a:off x="8431181" y="24570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8" name="pt47348"/>
            <p:cNvSpPr/>
            <p:nvPr/>
          </p:nvSpPr>
          <p:spPr>
            <a:xfrm>
              <a:off x="8752612" y="21574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9" name="pt47349"/>
            <p:cNvSpPr/>
            <p:nvPr/>
          </p:nvSpPr>
          <p:spPr>
            <a:xfrm>
              <a:off x="9427665" y="18327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0" name="pt47350"/>
            <p:cNvSpPr/>
            <p:nvPr/>
          </p:nvSpPr>
          <p:spPr>
            <a:xfrm>
              <a:off x="8646309" y="25570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1" name="pt47351"/>
            <p:cNvSpPr/>
            <p:nvPr/>
          </p:nvSpPr>
          <p:spPr>
            <a:xfrm>
              <a:off x="8868306" y="22109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2" name="pt47352"/>
            <p:cNvSpPr/>
            <p:nvPr/>
          </p:nvSpPr>
          <p:spPr>
            <a:xfrm>
              <a:off x="9097733" y="17262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3" name="pt47353"/>
            <p:cNvSpPr/>
            <p:nvPr/>
          </p:nvSpPr>
          <p:spPr>
            <a:xfrm>
              <a:off x="8312152" y="2577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4" name="pt47354"/>
            <p:cNvSpPr/>
            <p:nvPr/>
          </p:nvSpPr>
          <p:spPr>
            <a:xfrm>
              <a:off x="8777185" y="22315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5" name="pt47355"/>
            <p:cNvSpPr/>
            <p:nvPr/>
          </p:nvSpPr>
          <p:spPr>
            <a:xfrm>
              <a:off x="8842954" y="21454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6" name="pt47356"/>
            <p:cNvSpPr/>
            <p:nvPr/>
          </p:nvSpPr>
          <p:spPr>
            <a:xfrm>
              <a:off x="8989011" y="19798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7" name="pt47357"/>
            <p:cNvSpPr/>
            <p:nvPr/>
          </p:nvSpPr>
          <p:spPr>
            <a:xfrm>
              <a:off x="9206269" y="17538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8" name="pt47358"/>
            <p:cNvSpPr/>
            <p:nvPr/>
          </p:nvSpPr>
          <p:spPr>
            <a:xfrm>
              <a:off x="8878122" y="22294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9" name="pt47359"/>
            <p:cNvSpPr/>
            <p:nvPr/>
          </p:nvSpPr>
          <p:spPr>
            <a:xfrm>
              <a:off x="9123951" y="20630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0" name="pt47360"/>
            <p:cNvSpPr/>
            <p:nvPr/>
          </p:nvSpPr>
          <p:spPr>
            <a:xfrm>
              <a:off x="8920215" y="2181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1" name="pt47361"/>
            <p:cNvSpPr/>
            <p:nvPr/>
          </p:nvSpPr>
          <p:spPr>
            <a:xfrm>
              <a:off x="9633844" y="19387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2" name="pt47362"/>
            <p:cNvSpPr/>
            <p:nvPr/>
          </p:nvSpPr>
          <p:spPr>
            <a:xfrm>
              <a:off x="9177111" y="18693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3" name="pt47363"/>
            <p:cNvSpPr/>
            <p:nvPr/>
          </p:nvSpPr>
          <p:spPr>
            <a:xfrm>
              <a:off x="9389022" y="21487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4" name="pt47364"/>
            <p:cNvSpPr/>
            <p:nvPr/>
          </p:nvSpPr>
          <p:spPr>
            <a:xfrm>
              <a:off x="9018082" y="14212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5" name="pt47365"/>
            <p:cNvSpPr/>
            <p:nvPr/>
          </p:nvSpPr>
          <p:spPr>
            <a:xfrm>
              <a:off x="8312152" y="26051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6" name="pt47366"/>
            <p:cNvSpPr/>
            <p:nvPr/>
          </p:nvSpPr>
          <p:spPr>
            <a:xfrm>
              <a:off x="9507319" y="2243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7" name="pt47367"/>
            <p:cNvSpPr/>
            <p:nvPr/>
          </p:nvSpPr>
          <p:spPr>
            <a:xfrm>
              <a:off x="8570436" y="25060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8" name="pt47368"/>
            <p:cNvSpPr/>
            <p:nvPr/>
          </p:nvSpPr>
          <p:spPr>
            <a:xfrm>
              <a:off x="8707558" y="22058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9" name="pt47369"/>
            <p:cNvSpPr/>
            <p:nvPr/>
          </p:nvSpPr>
          <p:spPr>
            <a:xfrm>
              <a:off x="9102103" y="21179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0" name="pt47370"/>
            <p:cNvSpPr/>
            <p:nvPr/>
          </p:nvSpPr>
          <p:spPr>
            <a:xfrm>
              <a:off x="9206269" y="17186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1" name="pt47371"/>
            <p:cNvSpPr/>
            <p:nvPr/>
          </p:nvSpPr>
          <p:spPr>
            <a:xfrm>
              <a:off x="8469500" y="2332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2" name="pt47372"/>
            <p:cNvSpPr/>
            <p:nvPr/>
          </p:nvSpPr>
          <p:spPr>
            <a:xfrm>
              <a:off x="9324827" y="22832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3" name="pt47373"/>
            <p:cNvSpPr/>
            <p:nvPr/>
          </p:nvSpPr>
          <p:spPr>
            <a:xfrm>
              <a:off x="9155766" y="18494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4" name="pt47374"/>
            <p:cNvSpPr/>
            <p:nvPr/>
          </p:nvSpPr>
          <p:spPr>
            <a:xfrm>
              <a:off x="8868306" y="22016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5" name="pt47375"/>
            <p:cNvSpPr/>
            <p:nvPr/>
          </p:nvSpPr>
          <p:spPr>
            <a:xfrm>
              <a:off x="9148018" y="2144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6" name="pt47376"/>
            <p:cNvSpPr/>
            <p:nvPr/>
          </p:nvSpPr>
          <p:spPr>
            <a:xfrm>
              <a:off x="8899053" y="21618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7" name="pt47377"/>
            <p:cNvSpPr/>
            <p:nvPr/>
          </p:nvSpPr>
          <p:spPr>
            <a:xfrm>
              <a:off x="8469500" y="22899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8" name="pt47378"/>
            <p:cNvSpPr/>
            <p:nvPr/>
          </p:nvSpPr>
          <p:spPr>
            <a:xfrm>
              <a:off x="8917708" y="20931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9" name="pt47379"/>
            <p:cNvSpPr/>
            <p:nvPr/>
          </p:nvSpPr>
          <p:spPr>
            <a:xfrm>
              <a:off x="9037995" y="1871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0" name="pt47380"/>
            <p:cNvSpPr/>
            <p:nvPr/>
          </p:nvSpPr>
          <p:spPr>
            <a:xfrm>
              <a:off x="8679650" y="24340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1" name="pt47381"/>
            <p:cNvSpPr/>
            <p:nvPr/>
          </p:nvSpPr>
          <p:spPr>
            <a:xfrm>
              <a:off x="9090502" y="18365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2" name="pt47382"/>
            <p:cNvSpPr/>
            <p:nvPr/>
          </p:nvSpPr>
          <p:spPr>
            <a:xfrm>
              <a:off x="9067835" y="17297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3" name="pt47383"/>
            <p:cNvSpPr/>
            <p:nvPr/>
          </p:nvSpPr>
          <p:spPr>
            <a:xfrm>
              <a:off x="9427665" y="1851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4" name="pt47384"/>
            <p:cNvSpPr/>
            <p:nvPr/>
          </p:nvSpPr>
          <p:spPr>
            <a:xfrm>
              <a:off x="8808494" y="22103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5" name="pt47385"/>
            <p:cNvSpPr/>
            <p:nvPr/>
          </p:nvSpPr>
          <p:spPr>
            <a:xfrm>
              <a:off x="8901845" y="21928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6" name="pt47386"/>
            <p:cNvSpPr/>
            <p:nvPr/>
          </p:nvSpPr>
          <p:spPr>
            <a:xfrm>
              <a:off x="8949856" y="20681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7" name="pt47387"/>
            <p:cNvSpPr/>
            <p:nvPr/>
          </p:nvSpPr>
          <p:spPr>
            <a:xfrm>
              <a:off x="9215429" y="19364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8" name="pt47388"/>
            <p:cNvSpPr/>
            <p:nvPr/>
          </p:nvSpPr>
          <p:spPr>
            <a:xfrm>
              <a:off x="9322929" y="20191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9" name="pt47389"/>
            <p:cNvSpPr/>
            <p:nvPr/>
          </p:nvSpPr>
          <p:spPr>
            <a:xfrm>
              <a:off x="9090502" y="18339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0" name="pt47390"/>
            <p:cNvSpPr/>
            <p:nvPr/>
          </p:nvSpPr>
          <p:spPr>
            <a:xfrm>
              <a:off x="8771364" y="22748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1" name="pt47391"/>
            <p:cNvSpPr/>
            <p:nvPr/>
          </p:nvSpPr>
          <p:spPr>
            <a:xfrm>
              <a:off x="9068885" y="17533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2" name="pt47392"/>
            <p:cNvSpPr/>
            <p:nvPr/>
          </p:nvSpPr>
          <p:spPr>
            <a:xfrm>
              <a:off x="9308507" y="22407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3" name="pt47393"/>
            <p:cNvSpPr/>
            <p:nvPr/>
          </p:nvSpPr>
          <p:spPr>
            <a:xfrm>
              <a:off x="8658156" y="23681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4" name="pt47394"/>
            <p:cNvSpPr/>
            <p:nvPr/>
          </p:nvSpPr>
          <p:spPr>
            <a:xfrm>
              <a:off x="8588529" y="21779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5" name="pt47395"/>
            <p:cNvSpPr/>
            <p:nvPr/>
          </p:nvSpPr>
          <p:spPr>
            <a:xfrm>
              <a:off x="8989011" y="19498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6" name="pt47396"/>
            <p:cNvSpPr/>
            <p:nvPr/>
          </p:nvSpPr>
          <p:spPr>
            <a:xfrm>
              <a:off x="8939053" y="19632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7" name="pt47397"/>
            <p:cNvSpPr/>
            <p:nvPr/>
          </p:nvSpPr>
          <p:spPr>
            <a:xfrm>
              <a:off x="9189996" y="2259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8" name="pt47398"/>
            <p:cNvSpPr/>
            <p:nvPr/>
          </p:nvSpPr>
          <p:spPr>
            <a:xfrm>
              <a:off x="9027663" y="17734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9" name="pt47399"/>
            <p:cNvSpPr/>
            <p:nvPr/>
          </p:nvSpPr>
          <p:spPr>
            <a:xfrm>
              <a:off x="9167950" y="17701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0" name="pt47400"/>
            <p:cNvSpPr/>
            <p:nvPr/>
          </p:nvSpPr>
          <p:spPr>
            <a:xfrm>
              <a:off x="8949856" y="21283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1" name="pt47401"/>
            <p:cNvSpPr/>
            <p:nvPr/>
          </p:nvSpPr>
          <p:spPr>
            <a:xfrm>
              <a:off x="9199552" y="17850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2" name="pt47402"/>
            <p:cNvSpPr/>
            <p:nvPr/>
          </p:nvSpPr>
          <p:spPr>
            <a:xfrm>
              <a:off x="8731558" y="21547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3" name="pt47403"/>
            <p:cNvSpPr/>
            <p:nvPr/>
          </p:nvSpPr>
          <p:spPr>
            <a:xfrm>
              <a:off x="8469500" y="23981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4" name="pt47404"/>
            <p:cNvSpPr/>
            <p:nvPr/>
          </p:nvSpPr>
          <p:spPr>
            <a:xfrm>
              <a:off x="8669239" y="23166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5" name="pt47405"/>
            <p:cNvSpPr/>
            <p:nvPr/>
          </p:nvSpPr>
          <p:spPr>
            <a:xfrm>
              <a:off x="9633844" y="20289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6" name="pt47406"/>
            <p:cNvSpPr/>
            <p:nvPr/>
          </p:nvSpPr>
          <p:spPr>
            <a:xfrm>
              <a:off x="8550210" y="25147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7" name="pt47407"/>
            <p:cNvSpPr/>
            <p:nvPr/>
          </p:nvSpPr>
          <p:spPr>
            <a:xfrm>
              <a:off x="8927523" y="18581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8" name="pt47408"/>
            <p:cNvSpPr/>
            <p:nvPr/>
          </p:nvSpPr>
          <p:spPr>
            <a:xfrm>
              <a:off x="9010896" y="18617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9" name="pt47409"/>
            <p:cNvSpPr/>
            <p:nvPr/>
          </p:nvSpPr>
          <p:spPr>
            <a:xfrm>
              <a:off x="8868306" y="21559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0" name="pt47410"/>
            <p:cNvSpPr/>
            <p:nvPr/>
          </p:nvSpPr>
          <p:spPr>
            <a:xfrm>
              <a:off x="8798679" y="22870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1" name="pt47411"/>
            <p:cNvSpPr/>
            <p:nvPr/>
          </p:nvSpPr>
          <p:spPr>
            <a:xfrm>
              <a:off x="9550412" y="2180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2" name="pt47412"/>
            <p:cNvSpPr/>
            <p:nvPr/>
          </p:nvSpPr>
          <p:spPr>
            <a:xfrm>
              <a:off x="9874745" y="24081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3" name="pt47413"/>
            <p:cNvSpPr/>
            <p:nvPr/>
          </p:nvSpPr>
          <p:spPr>
            <a:xfrm>
              <a:off x="8707558" y="22957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4" name="pt47414"/>
            <p:cNvSpPr/>
            <p:nvPr/>
          </p:nvSpPr>
          <p:spPr>
            <a:xfrm>
              <a:off x="9359136" y="20079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5" name="pt47415"/>
            <p:cNvSpPr/>
            <p:nvPr/>
          </p:nvSpPr>
          <p:spPr>
            <a:xfrm>
              <a:off x="8312152" y="24825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6" name="pt47416"/>
            <p:cNvSpPr/>
            <p:nvPr/>
          </p:nvSpPr>
          <p:spPr>
            <a:xfrm>
              <a:off x="9047741" y="20715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7" name="pt47417"/>
            <p:cNvSpPr/>
            <p:nvPr/>
          </p:nvSpPr>
          <p:spPr>
            <a:xfrm>
              <a:off x="8759093" y="21853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8" name="pt47418"/>
            <p:cNvSpPr/>
            <p:nvPr/>
          </p:nvSpPr>
          <p:spPr>
            <a:xfrm>
              <a:off x="9461227" y="24832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9" name="pt47419"/>
            <p:cNvSpPr/>
            <p:nvPr/>
          </p:nvSpPr>
          <p:spPr>
            <a:xfrm>
              <a:off x="8633583" y="2116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0" name="pt47420"/>
            <p:cNvSpPr/>
            <p:nvPr/>
          </p:nvSpPr>
          <p:spPr>
            <a:xfrm>
              <a:off x="9259278" y="2037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1" name="pt47421"/>
            <p:cNvSpPr/>
            <p:nvPr/>
          </p:nvSpPr>
          <p:spPr>
            <a:xfrm>
              <a:off x="8658156" y="23545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2" name="pt47422"/>
            <p:cNvSpPr/>
            <p:nvPr/>
          </p:nvSpPr>
          <p:spPr>
            <a:xfrm>
              <a:off x="8669239" y="22344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3" name="pt47423"/>
            <p:cNvSpPr/>
            <p:nvPr/>
          </p:nvSpPr>
          <p:spPr>
            <a:xfrm>
              <a:off x="9262699" y="19518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4" name="pt47424"/>
            <p:cNvSpPr/>
            <p:nvPr/>
          </p:nvSpPr>
          <p:spPr>
            <a:xfrm>
              <a:off x="9111342" y="20245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5" name="pt47425"/>
            <p:cNvSpPr/>
            <p:nvPr/>
          </p:nvSpPr>
          <p:spPr>
            <a:xfrm>
              <a:off x="9340807" y="21343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6" name="pt47426"/>
            <p:cNvSpPr/>
            <p:nvPr/>
          </p:nvSpPr>
          <p:spPr>
            <a:xfrm>
              <a:off x="8907297" y="20297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7" name="pt47427"/>
            <p:cNvSpPr/>
            <p:nvPr/>
          </p:nvSpPr>
          <p:spPr>
            <a:xfrm>
              <a:off x="8973309" y="22273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8" name="pt47428"/>
            <p:cNvSpPr/>
            <p:nvPr/>
          </p:nvSpPr>
          <p:spPr>
            <a:xfrm>
              <a:off x="9874745" y="28437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9" name="pt47429"/>
            <p:cNvSpPr/>
            <p:nvPr/>
          </p:nvSpPr>
          <p:spPr>
            <a:xfrm>
              <a:off x="8469500" y="24665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0" name="pt47430"/>
            <p:cNvSpPr/>
            <p:nvPr/>
          </p:nvSpPr>
          <p:spPr>
            <a:xfrm>
              <a:off x="9077064" y="19155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1" name="pt47431"/>
            <p:cNvSpPr/>
            <p:nvPr/>
          </p:nvSpPr>
          <p:spPr>
            <a:xfrm>
              <a:off x="9102103" y="19965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2" name="pt47432"/>
            <p:cNvSpPr/>
            <p:nvPr/>
          </p:nvSpPr>
          <p:spPr>
            <a:xfrm>
              <a:off x="8881273" y="22075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3" name="pt47433"/>
            <p:cNvSpPr/>
            <p:nvPr/>
          </p:nvSpPr>
          <p:spPr>
            <a:xfrm>
              <a:off x="8850587" y="21388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4" name="pt47434"/>
            <p:cNvSpPr/>
            <p:nvPr/>
          </p:nvSpPr>
          <p:spPr>
            <a:xfrm>
              <a:off x="8793552" y="2093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5" name="pt47435"/>
            <p:cNvSpPr/>
            <p:nvPr/>
          </p:nvSpPr>
          <p:spPr>
            <a:xfrm>
              <a:off x="9207674" y="17340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6" name="pt47436"/>
            <p:cNvSpPr/>
            <p:nvPr/>
          </p:nvSpPr>
          <p:spPr>
            <a:xfrm>
              <a:off x="8469500" y="22384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7" name="pt47437"/>
            <p:cNvSpPr/>
            <p:nvPr/>
          </p:nvSpPr>
          <p:spPr>
            <a:xfrm>
              <a:off x="8619838" y="23486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8" name="pt47438"/>
            <p:cNvSpPr/>
            <p:nvPr/>
          </p:nvSpPr>
          <p:spPr>
            <a:xfrm>
              <a:off x="8907297" y="18948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9" name="pt47439"/>
            <p:cNvSpPr/>
            <p:nvPr/>
          </p:nvSpPr>
          <p:spPr>
            <a:xfrm>
              <a:off x="8431181" y="23765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0" name="pt47440"/>
            <p:cNvSpPr/>
            <p:nvPr/>
          </p:nvSpPr>
          <p:spPr>
            <a:xfrm>
              <a:off x="9548628" y="20108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1" name="pt47441"/>
            <p:cNvSpPr/>
            <p:nvPr/>
          </p:nvSpPr>
          <p:spPr>
            <a:xfrm>
              <a:off x="9308507" y="22271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2" name="pt47442"/>
            <p:cNvSpPr/>
            <p:nvPr/>
          </p:nvSpPr>
          <p:spPr>
            <a:xfrm>
              <a:off x="8978704" y="20375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3" name="pt47443"/>
            <p:cNvSpPr/>
            <p:nvPr/>
          </p:nvSpPr>
          <p:spPr>
            <a:xfrm>
              <a:off x="8381780" y="23299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4" name="pt47444"/>
            <p:cNvSpPr/>
            <p:nvPr/>
          </p:nvSpPr>
          <p:spPr>
            <a:xfrm>
              <a:off x="8723925" y="22269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5" name="pt47445"/>
            <p:cNvSpPr/>
            <p:nvPr/>
          </p:nvSpPr>
          <p:spPr>
            <a:xfrm>
              <a:off x="8500809" y="25929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6" name="pt47446"/>
            <p:cNvSpPr/>
            <p:nvPr/>
          </p:nvSpPr>
          <p:spPr>
            <a:xfrm>
              <a:off x="8312152" y="24804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7" name="pt47447"/>
            <p:cNvSpPr/>
            <p:nvPr/>
          </p:nvSpPr>
          <p:spPr>
            <a:xfrm>
              <a:off x="8731558" y="22595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8" name="pt47448"/>
            <p:cNvSpPr/>
            <p:nvPr/>
          </p:nvSpPr>
          <p:spPr>
            <a:xfrm>
              <a:off x="9056963" y="20478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9" name="pt47449"/>
            <p:cNvSpPr/>
            <p:nvPr/>
          </p:nvSpPr>
          <p:spPr>
            <a:xfrm>
              <a:off x="9221993" y="20009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0" name="pt47450"/>
            <p:cNvSpPr/>
            <p:nvPr/>
          </p:nvSpPr>
          <p:spPr>
            <a:xfrm>
              <a:off x="8669239" y="21773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1" name="pt47451"/>
            <p:cNvSpPr/>
            <p:nvPr/>
          </p:nvSpPr>
          <p:spPr>
            <a:xfrm>
              <a:off x="8899053" y="21974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2" name="pt47452"/>
            <p:cNvSpPr/>
            <p:nvPr/>
          </p:nvSpPr>
          <p:spPr>
            <a:xfrm>
              <a:off x="8619838" y="2280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3" name="pt47453"/>
            <p:cNvSpPr/>
            <p:nvPr/>
          </p:nvSpPr>
          <p:spPr>
            <a:xfrm>
              <a:off x="8679650" y="23829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4" name="pt47454"/>
            <p:cNvSpPr/>
            <p:nvPr/>
          </p:nvSpPr>
          <p:spPr>
            <a:xfrm>
              <a:off x="8500809" y="24843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5" name="pt47455"/>
            <p:cNvSpPr/>
            <p:nvPr/>
          </p:nvSpPr>
          <p:spPr>
            <a:xfrm>
              <a:off x="8941268" y="18461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6" name="pt47456"/>
            <p:cNvSpPr/>
            <p:nvPr/>
          </p:nvSpPr>
          <p:spPr>
            <a:xfrm>
              <a:off x="8588529" y="22515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7" name="pt47457"/>
            <p:cNvSpPr/>
            <p:nvPr/>
          </p:nvSpPr>
          <p:spPr>
            <a:xfrm>
              <a:off x="9286979" y="19716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8" name="pt47458"/>
            <p:cNvSpPr/>
            <p:nvPr/>
          </p:nvSpPr>
          <p:spPr>
            <a:xfrm>
              <a:off x="8550210" y="25440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9" name="pt47459"/>
            <p:cNvSpPr/>
            <p:nvPr/>
          </p:nvSpPr>
          <p:spPr>
            <a:xfrm>
              <a:off x="9413347" y="20923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0" name="pt47460"/>
            <p:cNvSpPr/>
            <p:nvPr/>
          </p:nvSpPr>
          <p:spPr>
            <a:xfrm>
              <a:off x="8431181" y="25000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1" name="pt47461"/>
            <p:cNvSpPr/>
            <p:nvPr/>
          </p:nvSpPr>
          <p:spPr>
            <a:xfrm>
              <a:off x="8745877" y="21638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2" name="pt47462"/>
            <p:cNvSpPr/>
            <p:nvPr/>
          </p:nvSpPr>
          <p:spPr>
            <a:xfrm>
              <a:off x="8932228" y="19486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3" name="pt47463"/>
            <p:cNvSpPr/>
            <p:nvPr/>
          </p:nvSpPr>
          <p:spPr>
            <a:xfrm>
              <a:off x="9148018" y="20890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4" name="pt47464"/>
            <p:cNvSpPr/>
            <p:nvPr/>
          </p:nvSpPr>
          <p:spPr>
            <a:xfrm>
              <a:off x="8793552" y="22219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5" name="pt47465"/>
            <p:cNvSpPr/>
            <p:nvPr/>
          </p:nvSpPr>
          <p:spPr>
            <a:xfrm>
              <a:off x="8588529" y="24192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6" name="pt47466"/>
            <p:cNvSpPr/>
            <p:nvPr/>
          </p:nvSpPr>
          <p:spPr>
            <a:xfrm>
              <a:off x="8969616" y="22766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7" name="pt47467"/>
            <p:cNvSpPr/>
            <p:nvPr/>
          </p:nvSpPr>
          <p:spPr>
            <a:xfrm>
              <a:off x="8679650" y="2241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8" name="pt47468"/>
            <p:cNvSpPr/>
            <p:nvPr/>
          </p:nvSpPr>
          <p:spPr>
            <a:xfrm>
              <a:off x="8550210" y="24555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9" name="pt47469"/>
            <p:cNvSpPr/>
            <p:nvPr/>
          </p:nvSpPr>
          <p:spPr>
            <a:xfrm>
              <a:off x="9088645" y="19295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0" name="pt47470"/>
            <p:cNvSpPr/>
            <p:nvPr/>
          </p:nvSpPr>
          <p:spPr>
            <a:xfrm>
              <a:off x="9301626" y="21176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1" name="pt47471"/>
            <p:cNvSpPr/>
            <p:nvPr/>
          </p:nvSpPr>
          <p:spPr>
            <a:xfrm>
              <a:off x="9218961" y="21010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2" name="pt47472"/>
            <p:cNvSpPr/>
            <p:nvPr/>
          </p:nvSpPr>
          <p:spPr>
            <a:xfrm>
              <a:off x="9780422" y="26244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3" name="pt47473"/>
            <p:cNvSpPr/>
            <p:nvPr/>
          </p:nvSpPr>
          <p:spPr>
            <a:xfrm>
              <a:off x="8469500" y="23885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4" name="pt47474"/>
            <p:cNvSpPr/>
            <p:nvPr/>
          </p:nvSpPr>
          <p:spPr>
            <a:xfrm>
              <a:off x="9060297" y="1983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5" name="pt47475"/>
            <p:cNvSpPr/>
            <p:nvPr/>
          </p:nvSpPr>
          <p:spPr>
            <a:xfrm>
              <a:off x="8864906" y="20065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6" name="pt47476"/>
            <p:cNvSpPr/>
            <p:nvPr/>
          </p:nvSpPr>
          <p:spPr>
            <a:xfrm>
              <a:off x="8381780" y="23421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7" name="pt47477"/>
            <p:cNvSpPr/>
            <p:nvPr/>
          </p:nvSpPr>
          <p:spPr>
            <a:xfrm>
              <a:off x="9050093" y="21041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8" name="pt47478"/>
            <p:cNvSpPr/>
            <p:nvPr/>
          </p:nvSpPr>
          <p:spPr>
            <a:xfrm>
              <a:off x="8842954" y="20145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9" name="pt47479"/>
            <p:cNvSpPr/>
            <p:nvPr/>
          </p:nvSpPr>
          <p:spPr>
            <a:xfrm>
              <a:off x="9030305" y="17364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0" name="pt47480"/>
            <p:cNvSpPr/>
            <p:nvPr/>
          </p:nvSpPr>
          <p:spPr>
            <a:xfrm>
              <a:off x="8771364" y="22775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1" name="pt47481"/>
            <p:cNvSpPr/>
            <p:nvPr/>
          </p:nvSpPr>
          <p:spPr>
            <a:xfrm>
              <a:off x="8922686" y="18877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2" name="pt47482"/>
            <p:cNvSpPr/>
            <p:nvPr/>
          </p:nvSpPr>
          <p:spPr>
            <a:xfrm>
              <a:off x="8633583" y="21569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3" name="pt47483"/>
            <p:cNvSpPr/>
            <p:nvPr/>
          </p:nvSpPr>
          <p:spPr>
            <a:xfrm>
              <a:off x="8798679" y="2148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4" name="pt47484"/>
            <p:cNvSpPr/>
            <p:nvPr/>
          </p:nvSpPr>
          <p:spPr>
            <a:xfrm>
              <a:off x="9294459" y="20337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5" name="pt47485"/>
            <p:cNvSpPr/>
            <p:nvPr/>
          </p:nvSpPr>
          <p:spPr>
            <a:xfrm>
              <a:off x="8312152" y="25472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6" name="pt47486"/>
            <p:cNvSpPr/>
            <p:nvPr/>
          </p:nvSpPr>
          <p:spPr>
            <a:xfrm>
              <a:off x="9620546" y="21130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7" name="pt47487"/>
            <p:cNvSpPr/>
            <p:nvPr/>
          </p:nvSpPr>
          <p:spPr>
            <a:xfrm>
              <a:off x="9352440" y="20900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8" name="pt47488"/>
            <p:cNvSpPr/>
            <p:nvPr/>
          </p:nvSpPr>
          <p:spPr>
            <a:xfrm>
              <a:off x="9308507" y="22022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9" name="pt47489"/>
            <p:cNvSpPr/>
            <p:nvPr/>
          </p:nvSpPr>
          <p:spPr>
            <a:xfrm>
              <a:off x="9184210" y="21687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0" name="pt47490"/>
            <p:cNvSpPr/>
            <p:nvPr/>
          </p:nvSpPr>
          <p:spPr>
            <a:xfrm>
              <a:off x="9111342" y="21055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1" name="pt47491"/>
            <p:cNvSpPr/>
            <p:nvPr/>
          </p:nvSpPr>
          <p:spPr>
            <a:xfrm>
              <a:off x="9501180" y="2207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2" name="pt47492"/>
            <p:cNvSpPr/>
            <p:nvPr/>
          </p:nvSpPr>
          <p:spPr>
            <a:xfrm>
              <a:off x="8798679" y="22639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3" name="pt47493"/>
            <p:cNvSpPr/>
            <p:nvPr/>
          </p:nvSpPr>
          <p:spPr>
            <a:xfrm>
              <a:off x="8980466" y="19897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4" name="pt47494"/>
            <p:cNvSpPr/>
            <p:nvPr/>
          </p:nvSpPr>
          <p:spPr>
            <a:xfrm>
              <a:off x="8963923" y="22362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5" name="pt47495"/>
            <p:cNvSpPr/>
            <p:nvPr/>
          </p:nvSpPr>
          <p:spPr>
            <a:xfrm>
              <a:off x="8570436" y="23672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6" name="pt47496"/>
            <p:cNvSpPr/>
            <p:nvPr/>
          </p:nvSpPr>
          <p:spPr>
            <a:xfrm>
              <a:off x="8381780" y="2418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7" name="pt47497"/>
            <p:cNvSpPr/>
            <p:nvPr/>
          </p:nvSpPr>
          <p:spPr>
            <a:xfrm>
              <a:off x="9573129" y="22940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8" name="pt47498"/>
            <p:cNvSpPr/>
            <p:nvPr/>
          </p:nvSpPr>
          <p:spPr>
            <a:xfrm>
              <a:off x="8992313" y="18042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9" name="pt47499"/>
            <p:cNvSpPr/>
            <p:nvPr/>
          </p:nvSpPr>
          <p:spPr>
            <a:xfrm>
              <a:off x="8947749" y="21747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0" name="pt47500"/>
            <p:cNvSpPr/>
            <p:nvPr/>
          </p:nvSpPr>
          <p:spPr>
            <a:xfrm>
              <a:off x="9279466" y="20676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1" name="pt47501"/>
            <p:cNvSpPr/>
            <p:nvPr/>
          </p:nvSpPr>
          <p:spPr>
            <a:xfrm>
              <a:off x="8961983" y="22471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2" name="pt47502"/>
            <p:cNvSpPr/>
            <p:nvPr/>
          </p:nvSpPr>
          <p:spPr>
            <a:xfrm>
              <a:off x="8759093" y="21250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3" name="pt47503"/>
            <p:cNvSpPr/>
            <p:nvPr/>
          </p:nvSpPr>
          <p:spPr>
            <a:xfrm>
              <a:off x="8752612" y="22555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4" name="pt47504"/>
            <p:cNvSpPr/>
            <p:nvPr/>
          </p:nvSpPr>
          <p:spPr>
            <a:xfrm>
              <a:off x="8834965" y="23446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5" name="pt47505"/>
            <p:cNvSpPr/>
            <p:nvPr/>
          </p:nvSpPr>
          <p:spPr>
            <a:xfrm>
              <a:off x="9047741" y="2171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6" name="pt47506"/>
            <p:cNvSpPr/>
            <p:nvPr/>
          </p:nvSpPr>
          <p:spPr>
            <a:xfrm>
              <a:off x="9123951" y="20588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7" name="pt47507"/>
            <p:cNvSpPr/>
            <p:nvPr/>
          </p:nvSpPr>
          <p:spPr>
            <a:xfrm>
              <a:off x="9277923" y="18038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8" name="pt47508"/>
            <p:cNvSpPr/>
            <p:nvPr/>
          </p:nvSpPr>
          <p:spPr>
            <a:xfrm>
              <a:off x="8431181" y="23191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9" name="pt47509"/>
            <p:cNvSpPr/>
            <p:nvPr/>
          </p:nvSpPr>
          <p:spPr>
            <a:xfrm>
              <a:off x="8745877" y="22340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0" name="pt47510"/>
            <p:cNvSpPr/>
            <p:nvPr/>
          </p:nvSpPr>
          <p:spPr>
            <a:xfrm>
              <a:off x="9071998" y="18611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1" name="pt47511"/>
            <p:cNvSpPr/>
            <p:nvPr/>
          </p:nvSpPr>
          <p:spPr>
            <a:xfrm>
              <a:off x="8604896" y="23112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2" name="pt47512"/>
            <p:cNvSpPr/>
            <p:nvPr/>
          </p:nvSpPr>
          <p:spPr>
            <a:xfrm>
              <a:off x="8646309" y="2500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3" name="pt47513"/>
            <p:cNvSpPr/>
            <p:nvPr/>
          </p:nvSpPr>
          <p:spPr>
            <a:xfrm>
              <a:off x="9423467" y="19802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4" name="pt47514"/>
            <p:cNvSpPr/>
            <p:nvPr/>
          </p:nvSpPr>
          <p:spPr>
            <a:xfrm>
              <a:off x="8846813" y="20431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5" name="pt47515"/>
            <p:cNvSpPr/>
            <p:nvPr/>
          </p:nvSpPr>
          <p:spPr>
            <a:xfrm>
              <a:off x="8669239" y="23229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6" name="pt47516"/>
            <p:cNvSpPr/>
            <p:nvPr/>
          </p:nvSpPr>
          <p:spPr>
            <a:xfrm>
              <a:off x="9480563" y="23515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7" name="pt47517"/>
            <p:cNvSpPr/>
            <p:nvPr/>
          </p:nvSpPr>
          <p:spPr>
            <a:xfrm>
              <a:off x="8956027" y="21432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8" name="pt47518"/>
            <p:cNvSpPr/>
            <p:nvPr/>
          </p:nvSpPr>
          <p:spPr>
            <a:xfrm>
              <a:off x="8658156" y="23571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9" name="pt47519"/>
            <p:cNvSpPr/>
            <p:nvPr/>
          </p:nvSpPr>
          <p:spPr>
            <a:xfrm>
              <a:off x="9068885" y="18287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0" name="pt47520"/>
            <p:cNvSpPr/>
            <p:nvPr/>
          </p:nvSpPr>
          <p:spPr>
            <a:xfrm>
              <a:off x="8922686" y="18873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1" name="pt47521"/>
            <p:cNvSpPr/>
            <p:nvPr/>
          </p:nvSpPr>
          <p:spPr>
            <a:xfrm>
              <a:off x="8973309" y="22005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2" name="pt47522"/>
            <p:cNvSpPr/>
            <p:nvPr/>
          </p:nvSpPr>
          <p:spPr>
            <a:xfrm>
              <a:off x="8960020" y="22115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3" name="pt47523"/>
            <p:cNvSpPr/>
            <p:nvPr/>
          </p:nvSpPr>
          <p:spPr>
            <a:xfrm>
              <a:off x="8956027" y="20671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4" name="pt47524"/>
            <p:cNvSpPr/>
            <p:nvPr/>
          </p:nvSpPr>
          <p:spPr>
            <a:xfrm>
              <a:off x="8312152" y="26101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5" name="pt47525"/>
            <p:cNvSpPr/>
            <p:nvPr/>
          </p:nvSpPr>
          <p:spPr>
            <a:xfrm>
              <a:off x="8381780" y="22002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6" name="pt47526"/>
            <p:cNvSpPr/>
            <p:nvPr/>
          </p:nvSpPr>
          <p:spPr>
            <a:xfrm>
              <a:off x="9042937" y="17242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7" name="pt47527"/>
            <p:cNvSpPr/>
            <p:nvPr/>
          </p:nvSpPr>
          <p:spPr>
            <a:xfrm>
              <a:off x="8381780" y="22184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8" name="pt47528"/>
            <p:cNvSpPr/>
            <p:nvPr/>
          </p:nvSpPr>
          <p:spPr>
            <a:xfrm>
              <a:off x="9079049" y="20215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9" name="pt47529"/>
            <p:cNvSpPr/>
            <p:nvPr/>
          </p:nvSpPr>
          <p:spPr>
            <a:xfrm>
              <a:off x="8633583" y="20509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0" name="pt47530"/>
            <p:cNvSpPr/>
            <p:nvPr/>
          </p:nvSpPr>
          <p:spPr>
            <a:xfrm>
              <a:off x="9052414" y="21345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1" name="pt47531"/>
            <p:cNvSpPr/>
            <p:nvPr/>
          </p:nvSpPr>
          <p:spPr>
            <a:xfrm>
              <a:off x="8868306" y="23352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2" name="pt47532"/>
            <p:cNvSpPr/>
            <p:nvPr/>
          </p:nvSpPr>
          <p:spPr>
            <a:xfrm>
              <a:off x="9828342" y="23709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3" name="pt47533"/>
            <p:cNvSpPr/>
            <p:nvPr/>
          </p:nvSpPr>
          <p:spPr>
            <a:xfrm>
              <a:off x="8738867" y="21259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4" name="pt47534"/>
            <p:cNvSpPr/>
            <p:nvPr/>
          </p:nvSpPr>
          <p:spPr>
            <a:xfrm>
              <a:off x="8830827" y="20785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5" name="pt47535"/>
            <p:cNvSpPr/>
            <p:nvPr/>
          </p:nvSpPr>
          <p:spPr>
            <a:xfrm>
              <a:off x="8993941" y="20913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6" name="pt47536"/>
            <p:cNvSpPr/>
            <p:nvPr/>
          </p:nvSpPr>
          <p:spPr>
            <a:xfrm>
              <a:off x="8738867" y="23399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7" name="pt47537"/>
            <p:cNvSpPr/>
            <p:nvPr/>
          </p:nvSpPr>
          <p:spPr>
            <a:xfrm>
              <a:off x="8861436" y="22142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8" name="pt47538"/>
            <p:cNvSpPr/>
            <p:nvPr/>
          </p:nvSpPr>
          <p:spPr>
            <a:xfrm>
              <a:off x="9034193" y="17024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9" name="pt47539"/>
            <p:cNvSpPr/>
            <p:nvPr/>
          </p:nvSpPr>
          <p:spPr>
            <a:xfrm>
              <a:off x="9007935" y="20745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0" name="pt47540"/>
            <p:cNvSpPr/>
            <p:nvPr/>
          </p:nvSpPr>
          <p:spPr>
            <a:xfrm>
              <a:off x="9174300" y="19430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1" name="pt47541"/>
            <p:cNvSpPr/>
            <p:nvPr/>
          </p:nvSpPr>
          <p:spPr>
            <a:xfrm>
              <a:off x="8929892" y="18753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2" name="pt47542"/>
            <p:cNvSpPr/>
            <p:nvPr/>
          </p:nvSpPr>
          <p:spPr>
            <a:xfrm>
              <a:off x="8658156" y="2404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3" name="pt47543"/>
            <p:cNvSpPr/>
            <p:nvPr/>
          </p:nvSpPr>
          <p:spPr>
            <a:xfrm>
              <a:off x="9367432" y="20027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4" name="pt47544"/>
            <p:cNvSpPr/>
            <p:nvPr/>
          </p:nvSpPr>
          <p:spPr>
            <a:xfrm>
              <a:off x="8939053" y="19284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5" name="pt47545"/>
            <p:cNvSpPr/>
            <p:nvPr/>
          </p:nvSpPr>
          <p:spPr>
            <a:xfrm>
              <a:off x="8550210" y="24935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6" name="pt47546"/>
            <p:cNvSpPr/>
            <p:nvPr/>
          </p:nvSpPr>
          <p:spPr>
            <a:xfrm>
              <a:off x="8646309" y="23948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7" name="pt47547"/>
            <p:cNvSpPr/>
            <p:nvPr/>
          </p:nvSpPr>
          <p:spPr>
            <a:xfrm>
              <a:off x="8431181" y="23612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8" name="pt47548"/>
            <p:cNvSpPr/>
            <p:nvPr/>
          </p:nvSpPr>
          <p:spPr>
            <a:xfrm>
              <a:off x="8381780" y="22228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9" name="pt47549"/>
            <p:cNvSpPr/>
            <p:nvPr/>
          </p:nvSpPr>
          <p:spPr>
            <a:xfrm>
              <a:off x="8633583" y="2102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0" name="pt47550"/>
            <p:cNvSpPr/>
            <p:nvPr/>
          </p:nvSpPr>
          <p:spPr>
            <a:xfrm>
              <a:off x="8669239" y="23165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1" name="pt47551"/>
            <p:cNvSpPr/>
            <p:nvPr/>
          </p:nvSpPr>
          <p:spPr>
            <a:xfrm>
              <a:off x="8932228" y="19734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2" name="pt47552"/>
            <p:cNvSpPr/>
            <p:nvPr/>
          </p:nvSpPr>
          <p:spPr>
            <a:xfrm>
              <a:off x="8619838" y="22342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3" name="pt47553"/>
            <p:cNvSpPr/>
            <p:nvPr/>
          </p:nvSpPr>
          <p:spPr>
            <a:xfrm>
              <a:off x="8469500" y="22789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4" name="pt47554"/>
            <p:cNvSpPr/>
            <p:nvPr/>
          </p:nvSpPr>
          <p:spPr>
            <a:xfrm>
              <a:off x="9495513" y="23475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5" name="pt47555"/>
            <p:cNvSpPr/>
            <p:nvPr/>
          </p:nvSpPr>
          <p:spPr>
            <a:xfrm>
              <a:off x="8798679" y="22436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6" name="pt47556"/>
            <p:cNvSpPr/>
            <p:nvPr/>
          </p:nvSpPr>
          <p:spPr>
            <a:xfrm>
              <a:off x="8469500" y="24072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7" name="pt47557"/>
            <p:cNvSpPr/>
            <p:nvPr/>
          </p:nvSpPr>
          <p:spPr>
            <a:xfrm>
              <a:off x="8864906" y="18978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8" name="pt47558"/>
            <p:cNvSpPr/>
            <p:nvPr/>
          </p:nvSpPr>
          <p:spPr>
            <a:xfrm>
              <a:off x="8884367" y="2038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9" name="pt47559"/>
            <p:cNvSpPr/>
            <p:nvPr/>
          </p:nvSpPr>
          <p:spPr>
            <a:xfrm>
              <a:off x="8817779" y="2107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0" name="pt47560"/>
            <p:cNvSpPr/>
            <p:nvPr/>
          </p:nvSpPr>
          <p:spPr>
            <a:xfrm>
              <a:off x="8989011" y="19702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1" name="pt47561"/>
            <p:cNvSpPr/>
            <p:nvPr/>
          </p:nvSpPr>
          <p:spPr>
            <a:xfrm>
              <a:off x="9206269" y="17811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2" name="pt47562"/>
            <p:cNvSpPr/>
            <p:nvPr/>
          </p:nvSpPr>
          <p:spPr>
            <a:xfrm>
              <a:off x="9010896" y="17358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3" name="pt47563"/>
            <p:cNvSpPr/>
            <p:nvPr/>
          </p:nvSpPr>
          <p:spPr>
            <a:xfrm>
              <a:off x="8771364" y="22267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4" name="pt47564"/>
            <p:cNvSpPr/>
            <p:nvPr/>
          </p:nvSpPr>
          <p:spPr>
            <a:xfrm>
              <a:off x="8960020" y="21527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5" name="pt47565"/>
            <p:cNvSpPr/>
            <p:nvPr/>
          </p:nvSpPr>
          <p:spPr>
            <a:xfrm>
              <a:off x="8669239" y="23295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6" name="pt47566"/>
            <p:cNvSpPr/>
            <p:nvPr/>
          </p:nvSpPr>
          <p:spPr>
            <a:xfrm>
              <a:off x="9453041" y="23303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7" name="pt47567"/>
            <p:cNvSpPr/>
            <p:nvPr/>
          </p:nvSpPr>
          <p:spPr>
            <a:xfrm>
              <a:off x="9367432" y="20889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8" name="pt47568"/>
            <p:cNvSpPr/>
            <p:nvPr/>
          </p:nvSpPr>
          <p:spPr>
            <a:xfrm>
              <a:off x="8759093" y="20171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9" name="pt47569"/>
            <p:cNvSpPr/>
            <p:nvPr/>
          </p:nvSpPr>
          <p:spPr>
            <a:xfrm>
              <a:off x="8431181" y="24061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0" name="pt47570"/>
            <p:cNvSpPr/>
            <p:nvPr/>
          </p:nvSpPr>
          <p:spPr>
            <a:xfrm>
              <a:off x="8973309" y="21742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1" name="pt47571"/>
            <p:cNvSpPr/>
            <p:nvPr/>
          </p:nvSpPr>
          <p:spPr>
            <a:xfrm>
              <a:off x="8949856" y="20308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2" name="pt47572"/>
            <p:cNvSpPr/>
            <p:nvPr/>
          </p:nvSpPr>
          <p:spPr>
            <a:xfrm>
              <a:off x="9111342" y="20022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3" name="pt47573"/>
            <p:cNvSpPr/>
            <p:nvPr/>
          </p:nvSpPr>
          <p:spPr>
            <a:xfrm>
              <a:off x="8932228" y="19231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4" name="pt47574"/>
            <p:cNvSpPr/>
            <p:nvPr/>
          </p:nvSpPr>
          <p:spPr>
            <a:xfrm>
              <a:off x="9039244" y="18771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5" name="pt47575"/>
            <p:cNvSpPr/>
            <p:nvPr/>
          </p:nvSpPr>
          <p:spPr>
            <a:xfrm>
              <a:off x="9007935" y="19053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6" name="pt47576"/>
            <p:cNvSpPr/>
            <p:nvPr/>
          </p:nvSpPr>
          <p:spPr>
            <a:xfrm>
              <a:off x="9277923" y="18732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7" name="pt47577"/>
            <p:cNvSpPr/>
            <p:nvPr/>
          </p:nvSpPr>
          <p:spPr>
            <a:xfrm>
              <a:off x="9350622" y="21900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8" name="pt47578"/>
            <p:cNvSpPr/>
            <p:nvPr/>
          </p:nvSpPr>
          <p:spPr>
            <a:xfrm>
              <a:off x="9294459" y="2011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9" name="pt47579"/>
            <p:cNvSpPr/>
            <p:nvPr/>
          </p:nvSpPr>
          <p:spPr>
            <a:xfrm>
              <a:off x="8431181" y="22878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0" name="pt47580"/>
            <p:cNvSpPr/>
            <p:nvPr/>
          </p:nvSpPr>
          <p:spPr>
            <a:xfrm>
              <a:off x="9079049" y="19636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1" name="pt47581"/>
            <p:cNvSpPr/>
            <p:nvPr/>
          </p:nvSpPr>
          <p:spPr>
            <a:xfrm>
              <a:off x="8980466" y="2190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2" name="pt47582"/>
            <p:cNvSpPr/>
            <p:nvPr/>
          </p:nvSpPr>
          <p:spPr>
            <a:xfrm>
              <a:off x="8846813" y="20580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3" name="pt47583"/>
            <p:cNvSpPr/>
            <p:nvPr/>
          </p:nvSpPr>
          <p:spPr>
            <a:xfrm>
              <a:off x="9124709" y="20853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4" name="pt47584"/>
            <p:cNvSpPr/>
            <p:nvPr/>
          </p:nvSpPr>
          <p:spPr>
            <a:xfrm>
              <a:off x="9528241" y="19886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5" name="pt47585"/>
            <p:cNvSpPr/>
            <p:nvPr/>
          </p:nvSpPr>
          <p:spPr>
            <a:xfrm>
              <a:off x="8723925" y="22181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6" name="pt47586"/>
            <p:cNvSpPr/>
            <p:nvPr/>
          </p:nvSpPr>
          <p:spPr>
            <a:xfrm>
              <a:off x="8633583" y="21090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7" name="pt47587"/>
            <p:cNvSpPr/>
            <p:nvPr/>
          </p:nvSpPr>
          <p:spPr>
            <a:xfrm>
              <a:off x="9090502" y="17442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8" name="pt47588"/>
            <p:cNvSpPr/>
            <p:nvPr/>
          </p:nvSpPr>
          <p:spPr>
            <a:xfrm>
              <a:off x="8731558" y="21522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9" name="pt47589"/>
            <p:cNvSpPr/>
            <p:nvPr/>
          </p:nvSpPr>
          <p:spPr>
            <a:xfrm>
              <a:off x="9062485" y="2058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0" name="pt47590"/>
            <p:cNvSpPr/>
            <p:nvPr/>
          </p:nvSpPr>
          <p:spPr>
            <a:xfrm>
              <a:off x="9189996" y="22651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1" name="pt47591"/>
            <p:cNvSpPr/>
            <p:nvPr/>
          </p:nvSpPr>
          <p:spPr>
            <a:xfrm>
              <a:off x="9414750" y="20744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2" name="pt47592"/>
            <p:cNvSpPr/>
            <p:nvPr/>
          </p:nvSpPr>
          <p:spPr>
            <a:xfrm>
              <a:off x="9123951" y="21700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3" name="pt47593"/>
            <p:cNvSpPr/>
            <p:nvPr/>
          </p:nvSpPr>
          <p:spPr>
            <a:xfrm>
              <a:off x="8658156" y="23871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4" name="pt47594"/>
            <p:cNvSpPr/>
            <p:nvPr/>
          </p:nvSpPr>
          <p:spPr>
            <a:xfrm>
              <a:off x="8500809" y="25096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5" name="pt47595"/>
            <p:cNvSpPr/>
            <p:nvPr/>
          </p:nvSpPr>
          <p:spPr>
            <a:xfrm>
              <a:off x="8570436" y="25475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6" name="pt47596"/>
            <p:cNvSpPr/>
            <p:nvPr/>
          </p:nvSpPr>
          <p:spPr>
            <a:xfrm>
              <a:off x="8765338" y="20184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7" name="pt47597"/>
            <p:cNvSpPr/>
            <p:nvPr/>
          </p:nvSpPr>
          <p:spPr>
            <a:xfrm>
              <a:off x="9316366" y="21263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8" name="pt47598"/>
            <p:cNvSpPr/>
            <p:nvPr/>
          </p:nvSpPr>
          <p:spPr>
            <a:xfrm>
              <a:off x="8971473" y="22608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9" name="pt47599"/>
            <p:cNvSpPr/>
            <p:nvPr/>
          </p:nvSpPr>
          <p:spPr>
            <a:xfrm>
              <a:off x="8469500" y="23771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0" name="pt47600"/>
            <p:cNvSpPr/>
            <p:nvPr/>
          </p:nvSpPr>
          <p:spPr>
            <a:xfrm>
              <a:off x="9108871" y="20193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1" name="pt47601"/>
            <p:cNvSpPr/>
            <p:nvPr/>
          </p:nvSpPr>
          <p:spPr>
            <a:xfrm>
              <a:off x="8500809" y="26504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2" name="pt47602"/>
            <p:cNvSpPr/>
            <p:nvPr/>
          </p:nvSpPr>
          <p:spPr>
            <a:xfrm>
              <a:off x="8500809" y="24324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3" name="pt47603"/>
            <p:cNvSpPr/>
            <p:nvPr/>
          </p:nvSpPr>
          <p:spPr>
            <a:xfrm>
              <a:off x="8752612" y="21215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4" name="pt47604"/>
            <p:cNvSpPr/>
            <p:nvPr/>
          </p:nvSpPr>
          <p:spPr>
            <a:xfrm>
              <a:off x="9606545" y="21471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5" name="pt47605"/>
            <p:cNvSpPr/>
            <p:nvPr/>
          </p:nvSpPr>
          <p:spPr>
            <a:xfrm>
              <a:off x="8619838" y="22471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6" name="pt47606"/>
            <p:cNvSpPr/>
            <p:nvPr/>
          </p:nvSpPr>
          <p:spPr>
            <a:xfrm>
              <a:off x="8381780" y="24620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7" name="pt47607"/>
            <p:cNvSpPr/>
            <p:nvPr/>
          </p:nvSpPr>
          <p:spPr>
            <a:xfrm>
              <a:off x="8431181" y="24459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8" name="pt47608"/>
            <p:cNvSpPr/>
            <p:nvPr/>
          </p:nvSpPr>
          <p:spPr>
            <a:xfrm>
              <a:off x="9044150" y="18198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9" name="pt47609"/>
            <p:cNvSpPr/>
            <p:nvPr/>
          </p:nvSpPr>
          <p:spPr>
            <a:xfrm>
              <a:off x="9147356" y="20739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0" name="pt47610"/>
            <p:cNvSpPr/>
            <p:nvPr/>
          </p:nvSpPr>
          <p:spPr>
            <a:xfrm>
              <a:off x="9077064" y="18726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1" name="pt47611"/>
            <p:cNvSpPr/>
            <p:nvPr/>
          </p:nvSpPr>
          <p:spPr>
            <a:xfrm>
              <a:off x="9346306" y="22118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2" name="pt47612"/>
            <p:cNvSpPr/>
            <p:nvPr/>
          </p:nvSpPr>
          <p:spPr>
            <a:xfrm>
              <a:off x="9135698" y="19939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3" name="pt47613"/>
            <p:cNvSpPr/>
            <p:nvPr/>
          </p:nvSpPr>
          <p:spPr>
            <a:xfrm>
              <a:off x="8679650" y="24012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4" name="pt47614"/>
            <p:cNvSpPr/>
            <p:nvPr/>
          </p:nvSpPr>
          <p:spPr>
            <a:xfrm>
              <a:off x="9193072" y="22454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5" name="pt47615"/>
            <p:cNvSpPr/>
            <p:nvPr/>
          </p:nvSpPr>
          <p:spPr>
            <a:xfrm>
              <a:off x="8669239" y="23997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6" name="pt47616"/>
            <p:cNvSpPr/>
            <p:nvPr/>
          </p:nvSpPr>
          <p:spPr>
            <a:xfrm>
              <a:off x="9007935" y="18957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7" name="pt47617"/>
            <p:cNvSpPr/>
            <p:nvPr/>
          </p:nvSpPr>
          <p:spPr>
            <a:xfrm>
              <a:off x="9322929" y="20982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8" name="pt47618"/>
            <p:cNvSpPr/>
            <p:nvPr/>
          </p:nvSpPr>
          <p:spPr>
            <a:xfrm>
              <a:off x="9346306" y="21580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9" name="pt47619"/>
            <p:cNvSpPr/>
            <p:nvPr/>
          </p:nvSpPr>
          <p:spPr>
            <a:xfrm>
              <a:off x="9169122" y="20016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0" name="pt47620"/>
            <p:cNvSpPr/>
            <p:nvPr/>
          </p:nvSpPr>
          <p:spPr>
            <a:xfrm>
              <a:off x="8469500" y="2507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1" name="pt47621"/>
            <p:cNvSpPr/>
            <p:nvPr/>
          </p:nvSpPr>
          <p:spPr>
            <a:xfrm>
              <a:off x="9356998" y="20576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2" name="pt47622"/>
            <p:cNvSpPr/>
            <p:nvPr/>
          </p:nvSpPr>
          <p:spPr>
            <a:xfrm>
              <a:off x="8752612" y="23498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3" name="pt47623"/>
            <p:cNvSpPr/>
            <p:nvPr/>
          </p:nvSpPr>
          <p:spPr>
            <a:xfrm>
              <a:off x="9010896" y="17096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4" name="pt47624"/>
            <p:cNvSpPr/>
            <p:nvPr/>
          </p:nvSpPr>
          <p:spPr>
            <a:xfrm>
              <a:off x="8707558" y="20235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5" name="pt47625"/>
            <p:cNvSpPr/>
            <p:nvPr/>
          </p:nvSpPr>
          <p:spPr>
            <a:xfrm>
              <a:off x="8381780" y="22827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6" name="pt47626"/>
            <p:cNvSpPr/>
            <p:nvPr/>
          </p:nvSpPr>
          <p:spPr>
            <a:xfrm>
              <a:off x="8834965" y="21113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7" name="pt47627"/>
            <p:cNvSpPr/>
            <p:nvPr/>
          </p:nvSpPr>
          <p:spPr>
            <a:xfrm>
              <a:off x="9321732" y="21810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8" name="pt47628"/>
            <p:cNvSpPr/>
            <p:nvPr/>
          </p:nvSpPr>
          <p:spPr>
            <a:xfrm>
              <a:off x="8312152" y="25373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9" name="pt47629"/>
            <p:cNvSpPr/>
            <p:nvPr/>
          </p:nvSpPr>
          <p:spPr>
            <a:xfrm>
              <a:off x="9178775" y="19835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0" name="pt47630"/>
            <p:cNvSpPr/>
            <p:nvPr/>
          </p:nvSpPr>
          <p:spPr>
            <a:xfrm>
              <a:off x="8431181" y="24358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1" name="pt47631"/>
            <p:cNvSpPr/>
            <p:nvPr/>
          </p:nvSpPr>
          <p:spPr>
            <a:xfrm>
              <a:off x="8312152" y="24180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2" name="pt47632"/>
            <p:cNvSpPr/>
            <p:nvPr/>
          </p:nvSpPr>
          <p:spPr>
            <a:xfrm>
              <a:off x="9620546" y="21877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3" name="pt47633"/>
            <p:cNvSpPr/>
            <p:nvPr/>
          </p:nvSpPr>
          <p:spPr>
            <a:xfrm>
              <a:off x="8570436" y="25602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4" name="pt47634"/>
            <p:cNvSpPr/>
            <p:nvPr/>
          </p:nvSpPr>
          <p:spPr>
            <a:xfrm>
              <a:off x="8932228" y="19164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5" name="pt47635"/>
            <p:cNvSpPr/>
            <p:nvPr/>
          </p:nvSpPr>
          <p:spPr>
            <a:xfrm>
              <a:off x="8738867" y="21712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6" name="pt47636"/>
            <p:cNvSpPr/>
            <p:nvPr/>
          </p:nvSpPr>
          <p:spPr>
            <a:xfrm>
              <a:off x="8817779" y="21395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7" name="pt47637"/>
            <p:cNvSpPr/>
            <p:nvPr/>
          </p:nvSpPr>
          <p:spPr>
            <a:xfrm>
              <a:off x="8604896" y="21866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8" name="pt47638"/>
            <p:cNvSpPr/>
            <p:nvPr/>
          </p:nvSpPr>
          <p:spPr>
            <a:xfrm>
              <a:off x="9218524" y="19912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9" name="pt47639"/>
            <p:cNvSpPr/>
            <p:nvPr/>
          </p:nvSpPr>
          <p:spPr>
            <a:xfrm>
              <a:off x="8723925" y="22129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0" name="pt47640"/>
            <p:cNvSpPr/>
            <p:nvPr/>
          </p:nvSpPr>
          <p:spPr>
            <a:xfrm>
              <a:off x="9185276" y="22861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1" name="pt47641"/>
            <p:cNvSpPr/>
            <p:nvPr/>
          </p:nvSpPr>
          <p:spPr>
            <a:xfrm>
              <a:off x="9466476" y="23565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2" name="pt47642"/>
            <p:cNvSpPr/>
            <p:nvPr/>
          </p:nvSpPr>
          <p:spPr>
            <a:xfrm>
              <a:off x="9206269" y="17681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3" name="pt47643"/>
            <p:cNvSpPr/>
            <p:nvPr/>
          </p:nvSpPr>
          <p:spPr>
            <a:xfrm>
              <a:off x="9102103" y="20601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4" name="pt47644"/>
            <p:cNvSpPr/>
            <p:nvPr/>
          </p:nvSpPr>
          <p:spPr>
            <a:xfrm>
              <a:off x="9007935" y="20347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5" name="pt47645"/>
            <p:cNvSpPr/>
            <p:nvPr/>
          </p:nvSpPr>
          <p:spPr>
            <a:xfrm>
              <a:off x="8698750" y="22613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6" name="pt47646"/>
            <p:cNvSpPr/>
            <p:nvPr/>
          </p:nvSpPr>
          <p:spPr>
            <a:xfrm>
              <a:off x="9042937" y="18084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7" name="pt47647"/>
            <p:cNvSpPr/>
            <p:nvPr/>
          </p:nvSpPr>
          <p:spPr>
            <a:xfrm>
              <a:off x="8752612" y="2347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8" name="pt47648"/>
            <p:cNvSpPr/>
            <p:nvPr/>
          </p:nvSpPr>
          <p:spPr>
            <a:xfrm>
              <a:off x="9032906" y="18705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9" name="pt47649"/>
            <p:cNvSpPr/>
            <p:nvPr/>
          </p:nvSpPr>
          <p:spPr>
            <a:xfrm>
              <a:off x="8813199" y="20551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0" name="pt47650"/>
            <p:cNvSpPr/>
            <p:nvPr/>
          </p:nvSpPr>
          <p:spPr>
            <a:xfrm>
              <a:off x="9102103" y="20754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1" name="pt47651"/>
            <p:cNvSpPr/>
            <p:nvPr/>
          </p:nvSpPr>
          <p:spPr>
            <a:xfrm>
              <a:off x="8619838" y="2107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2" name="pt47652"/>
            <p:cNvSpPr/>
            <p:nvPr/>
          </p:nvSpPr>
          <p:spPr>
            <a:xfrm>
              <a:off x="9584728" y="21707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3" name="pt47653"/>
            <p:cNvSpPr/>
            <p:nvPr/>
          </p:nvSpPr>
          <p:spPr>
            <a:xfrm>
              <a:off x="9557615" y="22188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4" name="pt47654"/>
            <p:cNvSpPr/>
            <p:nvPr/>
          </p:nvSpPr>
          <p:spPr>
            <a:xfrm>
              <a:off x="8941268" y="18520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5" name="pt47655"/>
            <p:cNvSpPr/>
            <p:nvPr/>
          </p:nvSpPr>
          <p:spPr>
            <a:xfrm>
              <a:off x="8312152" y="25172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6" name="pt47656"/>
            <p:cNvSpPr/>
            <p:nvPr/>
          </p:nvSpPr>
          <p:spPr>
            <a:xfrm>
              <a:off x="9018082" y="13937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7" name="pt47657"/>
            <p:cNvSpPr/>
            <p:nvPr/>
          </p:nvSpPr>
          <p:spPr>
            <a:xfrm>
              <a:off x="8782816" y="22371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8" name="pt47658"/>
            <p:cNvSpPr/>
            <p:nvPr/>
          </p:nvSpPr>
          <p:spPr>
            <a:xfrm>
              <a:off x="8961983" y="22408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9" name="pt47659"/>
            <p:cNvSpPr/>
            <p:nvPr/>
          </p:nvSpPr>
          <p:spPr>
            <a:xfrm>
              <a:off x="9325298" y="2132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0" name="pt47660"/>
            <p:cNvSpPr/>
            <p:nvPr/>
          </p:nvSpPr>
          <p:spPr>
            <a:xfrm>
              <a:off x="8689465" y="26302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1" name="pt47661"/>
            <p:cNvSpPr/>
            <p:nvPr/>
          </p:nvSpPr>
          <p:spPr>
            <a:xfrm>
              <a:off x="8949856" y="21133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2" name="pt47662"/>
            <p:cNvSpPr/>
            <p:nvPr/>
          </p:nvSpPr>
          <p:spPr>
            <a:xfrm>
              <a:off x="9340807" y="21359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3" name="pt47663"/>
            <p:cNvSpPr/>
            <p:nvPr/>
          </p:nvSpPr>
          <p:spPr>
            <a:xfrm>
              <a:off x="8633583" y="20976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4" name="pt47664"/>
            <p:cNvSpPr/>
            <p:nvPr/>
          </p:nvSpPr>
          <p:spPr>
            <a:xfrm>
              <a:off x="8633583" y="21158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5" name="pt47665"/>
            <p:cNvSpPr/>
            <p:nvPr/>
          </p:nvSpPr>
          <p:spPr>
            <a:xfrm>
              <a:off x="9079049" y="20486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6" name="pt47666"/>
            <p:cNvSpPr/>
            <p:nvPr/>
          </p:nvSpPr>
          <p:spPr>
            <a:xfrm>
              <a:off x="8864906" y="1784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7" name="pt47667"/>
            <p:cNvSpPr/>
            <p:nvPr/>
          </p:nvSpPr>
          <p:spPr>
            <a:xfrm>
              <a:off x="8878122" y="21508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8" name="pt47668"/>
            <p:cNvSpPr/>
            <p:nvPr/>
          </p:nvSpPr>
          <p:spPr>
            <a:xfrm>
              <a:off x="8619838" y="20991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9" name="pt47669"/>
            <p:cNvSpPr/>
            <p:nvPr/>
          </p:nvSpPr>
          <p:spPr>
            <a:xfrm>
              <a:off x="8826587" y="21922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0" name="pt47670"/>
            <p:cNvSpPr/>
            <p:nvPr/>
          </p:nvSpPr>
          <p:spPr>
            <a:xfrm>
              <a:off x="8619838" y="22222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1" name="pt47671"/>
            <p:cNvSpPr/>
            <p:nvPr/>
          </p:nvSpPr>
          <p:spPr>
            <a:xfrm>
              <a:off x="8989011" y="20596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2" name="pt47672"/>
            <p:cNvSpPr/>
            <p:nvPr/>
          </p:nvSpPr>
          <p:spPr>
            <a:xfrm>
              <a:off x="8431181" y="22548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3" name="pt47673"/>
            <p:cNvSpPr/>
            <p:nvPr/>
          </p:nvSpPr>
          <p:spPr>
            <a:xfrm>
              <a:off x="8813199" y="21691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4" name="pt47674"/>
            <p:cNvSpPr/>
            <p:nvPr/>
          </p:nvSpPr>
          <p:spPr>
            <a:xfrm>
              <a:off x="9279466" y="19759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5" name="pt47675"/>
            <p:cNvSpPr/>
            <p:nvPr/>
          </p:nvSpPr>
          <p:spPr>
            <a:xfrm>
              <a:off x="9177111" y="19994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6" name="pt47676"/>
            <p:cNvSpPr/>
            <p:nvPr/>
          </p:nvSpPr>
          <p:spPr>
            <a:xfrm>
              <a:off x="9052414" y="22973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7" name="pt47677"/>
            <p:cNvSpPr/>
            <p:nvPr/>
          </p:nvSpPr>
          <p:spPr>
            <a:xfrm>
              <a:off x="9507319" y="22720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8" name="pt47678"/>
            <p:cNvSpPr/>
            <p:nvPr/>
          </p:nvSpPr>
          <p:spPr>
            <a:xfrm>
              <a:off x="8817779" y="22918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9" name="pt47679"/>
            <p:cNvSpPr/>
            <p:nvPr/>
          </p:nvSpPr>
          <p:spPr>
            <a:xfrm>
              <a:off x="8731558" y="23303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0" name="pt47680"/>
            <p:cNvSpPr/>
            <p:nvPr/>
          </p:nvSpPr>
          <p:spPr>
            <a:xfrm>
              <a:off x="8619838" y="23334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1" name="pt47681"/>
            <p:cNvSpPr/>
            <p:nvPr/>
          </p:nvSpPr>
          <p:spPr>
            <a:xfrm>
              <a:off x="9184210" y="2241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2" name="pt47682"/>
            <p:cNvSpPr/>
            <p:nvPr/>
          </p:nvSpPr>
          <p:spPr>
            <a:xfrm>
              <a:off x="9324827" y="22273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3" name="pt47683"/>
            <p:cNvSpPr/>
            <p:nvPr/>
          </p:nvSpPr>
          <p:spPr>
            <a:xfrm>
              <a:off x="9471970" y="22959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4" name="pt47684"/>
            <p:cNvSpPr/>
            <p:nvPr/>
          </p:nvSpPr>
          <p:spPr>
            <a:xfrm>
              <a:off x="8834965" y="21383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5" name="pt47685"/>
            <p:cNvSpPr/>
            <p:nvPr/>
          </p:nvSpPr>
          <p:spPr>
            <a:xfrm>
              <a:off x="9413347" y="20154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6" name="pt47686"/>
            <p:cNvSpPr/>
            <p:nvPr/>
          </p:nvSpPr>
          <p:spPr>
            <a:xfrm>
              <a:off x="9010896" y="17298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7" name="pt47687"/>
            <p:cNvSpPr/>
            <p:nvPr/>
          </p:nvSpPr>
          <p:spPr>
            <a:xfrm>
              <a:off x="8864906" y="19354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8" name="pt47688"/>
            <p:cNvSpPr/>
            <p:nvPr/>
          </p:nvSpPr>
          <p:spPr>
            <a:xfrm>
              <a:off x="8381780" y="25324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9" name="pt47689"/>
            <p:cNvSpPr/>
            <p:nvPr/>
          </p:nvSpPr>
          <p:spPr>
            <a:xfrm>
              <a:off x="9262699" y="19504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0" name="pt47690"/>
            <p:cNvSpPr/>
            <p:nvPr/>
          </p:nvSpPr>
          <p:spPr>
            <a:xfrm>
              <a:off x="8658156" y="23887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1" name="pt47691"/>
            <p:cNvSpPr/>
            <p:nvPr/>
          </p:nvSpPr>
          <p:spPr>
            <a:xfrm>
              <a:off x="8431181" y="24214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2" name="pt47692"/>
            <p:cNvSpPr/>
            <p:nvPr/>
          </p:nvSpPr>
          <p:spPr>
            <a:xfrm>
              <a:off x="8788268" y="20530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3" name="pt47693"/>
            <p:cNvSpPr/>
            <p:nvPr/>
          </p:nvSpPr>
          <p:spPr>
            <a:xfrm>
              <a:off x="9319557" y="22038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4" name="pt47694"/>
            <p:cNvSpPr/>
            <p:nvPr/>
          </p:nvSpPr>
          <p:spPr>
            <a:xfrm>
              <a:off x="8881273" y="22679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5" name="pt47695"/>
            <p:cNvSpPr/>
            <p:nvPr/>
          </p:nvSpPr>
          <p:spPr>
            <a:xfrm>
              <a:off x="8834965" y="21262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6" name="pt47696"/>
            <p:cNvSpPr/>
            <p:nvPr/>
          </p:nvSpPr>
          <p:spPr>
            <a:xfrm>
              <a:off x="8312152" y="24947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7" name="pt47697"/>
            <p:cNvSpPr/>
            <p:nvPr/>
          </p:nvSpPr>
          <p:spPr>
            <a:xfrm>
              <a:off x="8679650" y="25584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8" name="pt47698"/>
            <p:cNvSpPr/>
            <p:nvPr/>
          </p:nvSpPr>
          <p:spPr>
            <a:xfrm>
              <a:off x="9215429" y="20137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9" name="pt47699"/>
            <p:cNvSpPr/>
            <p:nvPr/>
          </p:nvSpPr>
          <p:spPr>
            <a:xfrm>
              <a:off x="9216319" y="19396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0" name="pt47700"/>
            <p:cNvSpPr/>
            <p:nvPr/>
          </p:nvSpPr>
          <p:spPr>
            <a:xfrm>
              <a:off x="9242219" y="19681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1" name="pt47701"/>
            <p:cNvSpPr/>
            <p:nvPr/>
          </p:nvSpPr>
          <p:spPr>
            <a:xfrm>
              <a:off x="8550210" y="23839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2" name="pt47702"/>
            <p:cNvSpPr/>
            <p:nvPr/>
          </p:nvSpPr>
          <p:spPr>
            <a:xfrm>
              <a:off x="8965842" y="22610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3" name="pt47703"/>
            <p:cNvSpPr/>
            <p:nvPr/>
          </p:nvSpPr>
          <p:spPr>
            <a:xfrm>
              <a:off x="8890393" y="2007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4" name="pt47704"/>
            <p:cNvSpPr/>
            <p:nvPr/>
          </p:nvSpPr>
          <p:spPr>
            <a:xfrm>
              <a:off x="9522221" y="18959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5" name="pt47705"/>
            <p:cNvSpPr/>
            <p:nvPr/>
          </p:nvSpPr>
          <p:spPr>
            <a:xfrm>
              <a:off x="9423467" y="18318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6" name="pt47706"/>
            <p:cNvSpPr/>
            <p:nvPr/>
          </p:nvSpPr>
          <p:spPr>
            <a:xfrm>
              <a:off x="8500809" y="26735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7" name="pt47707"/>
            <p:cNvSpPr/>
            <p:nvPr/>
          </p:nvSpPr>
          <p:spPr>
            <a:xfrm>
              <a:off x="8850587" y="19966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8" name="pt47708"/>
            <p:cNvSpPr/>
            <p:nvPr/>
          </p:nvSpPr>
          <p:spPr>
            <a:xfrm>
              <a:off x="9007935" y="17669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9" name="pt47709"/>
            <p:cNvSpPr/>
            <p:nvPr/>
          </p:nvSpPr>
          <p:spPr>
            <a:xfrm>
              <a:off x="9037995" y="17819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0" name="pt47710"/>
            <p:cNvSpPr/>
            <p:nvPr/>
          </p:nvSpPr>
          <p:spPr>
            <a:xfrm>
              <a:off x="9104672" y="20093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1" name="pt47711"/>
            <p:cNvSpPr/>
            <p:nvPr/>
          </p:nvSpPr>
          <p:spPr>
            <a:xfrm>
              <a:off x="8570436" y="25000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2" name="pt47712"/>
            <p:cNvSpPr/>
            <p:nvPr/>
          </p:nvSpPr>
          <p:spPr>
            <a:xfrm>
              <a:off x="9400632" y="19562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3" name="pt47713"/>
            <p:cNvSpPr/>
            <p:nvPr/>
          </p:nvSpPr>
          <p:spPr>
            <a:xfrm>
              <a:off x="8939053" y="19656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4" name="pt47714"/>
            <p:cNvSpPr/>
            <p:nvPr/>
          </p:nvSpPr>
          <p:spPr>
            <a:xfrm>
              <a:off x="8842954" y="20523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5" name="pt47715"/>
            <p:cNvSpPr/>
            <p:nvPr/>
          </p:nvSpPr>
          <p:spPr>
            <a:xfrm>
              <a:off x="9421732" y="18643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6" name="pt47716"/>
            <p:cNvSpPr/>
            <p:nvPr/>
          </p:nvSpPr>
          <p:spPr>
            <a:xfrm>
              <a:off x="8980466" y="20484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7" name="pt47717"/>
            <p:cNvSpPr/>
            <p:nvPr/>
          </p:nvSpPr>
          <p:spPr>
            <a:xfrm>
              <a:off x="8312152" y="23917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8" name="pt47718"/>
            <p:cNvSpPr/>
            <p:nvPr/>
          </p:nvSpPr>
          <p:spPr>
            <a:xfrm>
              <a:off x="8689465" y="23524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9" name="pt47719"/>
            <p:cNvSpPr/>
            <p:nvPr/>
          </p:nvSpPr>
          <p:spPr>
            <a:xfrm>
              <a:off x="8881273" y="23011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0" name="pt47720"/>
            <p:cNvSpPr/>
            <p:nvPr/>
          </p:nvSpPr>
          <p:spPr>
            <a:xfrm>
              <a:off x="8971473" y="22278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1" name="pt47721"/>
            <p:cNvSpPr/>
            <p:nvPr/>
          </p:nvSpPr>
          <p:spPr>
            <a:xfrm>
              <a:off x="8550210" y="24143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2" name="pt47722"/>
            <p:cNvSpPr/>
            <p:nvPr/>
          </p:nvSpPr>
          <p:spPr>
            <a:xfrm>
              <a:off x="8788268" y="22141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3" name="pt47723"/>
            <p:cNvSpPr/>
            <p:nvPr/>
          </p:nvSpPr>
          <p:spPr>
            <a:xfrm>
              <a:off x="8813199" y="20558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4" name="pt47724"/>
            <p:cNvSpPr/>
            <p:nvPr/>
          </p:nvSpPr>
          <p:spPr>
            <a:xfrm>
              <a:off x="8381780" y="23448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5" name="pt47725"/>
            <p:cNvSpPr/>
            <p:nvPr/>
          </p:nvSpPr>
          <p:spPr>
            <a:xfrm>
              <a:off x="8961983" y="21940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6" name="pt47726"/>
            <p:cNvSpPr/>
            <p:nvPr/>
          </p:nvSpPr>
          <p:spPr>
            <a:xfrm>
              <a:off x="8312152" y="24714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7" name="pt47727"/>
            <p:cNvSpPr/>
            <p:nvPr/>
          </p:nvSpPr>
          <p:spPr>
            <a:xfrm>
              <a:off x="8745877" y="21974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8" name="pt47728"/>
            <p:cNvSpPr/>
            <p:nvPr/>
          </p:nvSpPr>
          <p:spPr>
            <a:xfrm>
              <a:off x="8658156" y="24455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9" name="pt47729"/>
            <p:cNvSpPr/>
            <p:nvPr/>
          </p:nvSpPr>
          <p:spPr>
            <a:xfrm>
              <a:off x="9215429" y="19454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0" name="pt47730"/>
            <p:cNvSpPr/>
            <p:nvPr/>
          </p:nvSpPr>
          <p:spPr>
            <a:xfrm>
              <a:off x="8976925" y="22778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1" name="pt47731"/>
            <p:cNvSpPr/>
            <p:nvPr/>
          </p:nvSpPr>
          <p:spPr>
            <a:xfrm>
              <a:off x="9436506" y="21969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2" name="pt47732"/>
            <p:cNvSpPr/>
            <p:nvPr/>
          </p:nvSpPr>
          <p:spPr>
            <a:xfrm>
              <a:off x="9187390" y="22052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3" name="pt47733"/>
            <p:cNvSpPr/>
            <p:nvPr/>
          </p:nvSpPr>
          <p:spPr>
            <a:xfrm>
              <a:off x="9466476" y="2503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4" name="pt47734"/>
            <p:cNvSpPr/>
            <p:nvPr/>
          </p:nvSpPr>
          <p:spPr>
            <a:xfrm>
              <a:off x="8500809" y="26730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5" name="pt47735"/>
            <p:cNvSpPr/>
            <p:nvPr/>
          </p:nvSpPr>
          <p:spPr>
            <a:xfrm>
              <a:off x="9828342" y="22681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6" name="pt47736"/>
            <p:cNvSpPr/>
            <p:nvPr/>
          </p:nvSpPr>
          <p:spPr>
            <a:xfrm>
              <a:off x="9305101" y="22126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7" name="pt47737"/>
            <p:cNvSpPr/>
            <p:nvPr/>
          </p:nvSpPr>
          <p:spPr>
            <a:xfrm>
              <a:off x="9174300" y="19787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8" name="pt47738"/>
            <p:cNvSpPr/>
            <p:nvPr/>
          </p:nvSpPr>
          <p:spPr>
            <a:xfrm>
              <a:off x="8887406" y="19592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9" name="pt47739"/>
            <p:cNvSpPr/>
            <p:nvPr/>
          </p:nvSpPr>
          <p:spPr>
            <a:xfrm>
              <a:off x="9322929" y="21219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0" name="pt47740"/>
            <p:cNvSpPr/>
            <p:nvPr/>
          </p:nvSpPr>
          <p:spPr>
            <a:xfrm>
              <a:off x="8527280" y="25985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1" name="pt47741"/>
            <p:cNvSpPr/>
            <p:nvPr/>
          </p:nvSpPr>
          <p:spPr>
            <a:xfrm>
              <a:off x="8893328" y="16321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2" name="pt47742"/>
            <p:cNvSpPr/>
            <p:nvPr/>
          </p:nvSpPr>
          <p:spPr>
            <a:xfrm>
              <a:off x="8500809" y="25806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3" name="pt47743"/>
            <p:cNvSpPr/>
            <p:nvPr/>
          </p:nvSpPr>
          <p:spPr>
            <a:xfrm>
              <a:off x="8846813" y="20121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4" name="pt47744"/>
            <p:cNvSpPr/>
            <p:nvPr/>
          </p:nvSpPr>
          <p:spPr>
            <a:xfrm>
              <a:off x="8604896" y="23840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5" name="pt47745"/>
            <p:cNvSpPr/>
            <p:nvPr/>
          </p:nvSpPr>
          <p:spPr>
            <a:xfrm>
              <a:off x="8619838" y="22513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6" name="pt47746"/>
            <p:cNvSpPr/>
            <p:nvPr/>
          </p:nvSpPr>
          <p:spPr>
            <a:xfrm>
              <a:off x="8312152" y="23450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7" name="pt47747"/>
            <p:cNvSpPr/>
            <p:nvPr/>
          </p:nvSpPr>
          <p:spPr>
            <a:xfrm>
              <a:off x="8731558" y="22068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8" name="pt47748"/>
            <p:cNvSpPr/>
            <p:nvPr/>
          </p:nvSpPr>
          <p:spPr>
            <a:xfrm>
              <a:off x="9142651" y="21090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9" name="pt47749"/>
            <p:cNvSpPr/>
            <p:nvPr/>
          </p:nvSpPr>
          <p:spPr>
            <a:xfrm>
              <a:off x="9434026" y="19001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0" name="pt47750"/>
            <p:cNvSpPr/>
            <p:nvPr/>
          </p:nvSpPr>
          <p:spPr>
            <a:xfrm>
              <a:off x="8431181" y="24507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1" name="pt47751"/>
            <p:cNvSpPr/>
            <p:nvPr/>
          </p:nvSpPr>
          <p:spPr>
            <a:xfrm>
              <a:off x="9184210" y="22103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2" name="pt47752"/>
            <p:cNvSpPr/>
            <p:nvPr/>
          </p:nvSpPr>
          <p:spPr>
            <a:xfrm>
              <a:off x="8731558" y="24916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3" name="pt47753"/>
            <p:cNvSpPr/>
            <p:nvPr/>
          </p:nvSpPr>
          <p:spPr>
            <a:xfrm>
              <a:off x="8922686" y="17135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4" name="pt47754"/>
            <p:cNvSpPr/>
            <p:nvPr/>
          </p:nvSpPr>
          <p:spPr>
            <a:xfrm>
              <a:off x="8901845" y="21852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5" name="pt47755"/>
            <p:cNvSpPr/>
            <p:nvPr/>
          </p:nvSpPr>
          <p:spPr>
            <a:xfrm>
              <a:off x="8469500" y="21296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6" name="pt47756"/>
            <p:cNvSpPr/>
            <p:nvPr/>
          </p:nvSpPr>
          <p:spPr>
            <a:xfrm>
              <a:off x="9557615" y="21021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7" name="pt47757"/>
            <p:cNvSpPr/>
            <p:nvPr/>
          </p:nvSpPr>
          <p:spPr>
            <a:xfrm>
              <a:off x="8939053" y="17455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8" name="pt47758"/>
            <p:cNvSpPr/>
            <p:nvPr/>
          </p:nvSpPr>
          <p:spPr>
            <a:xfrm>
              <a:off x="9550412" y="21098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9" name="pt47759"/>
            <p:cNvSpPr/>
            <p:nvPr/>
          </p:nvSpPr>
          <p:spPr>
            <a:xfrm>
              <a:off x="8604896" y="23815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0" name="pt47760"/>
            <p:cNvSpPr/>
            <p:nvPr/>
          </p:nvSpPr>
          <p:spPr>
            <a:xfrm>
              <a:off x="8381780" y="23908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1" name="pt47761"/>
            <p:cNvSpPr/>
            <p:nvPr/>
          </p:nvSpPr>
          <p:spPr>
            <a:xfrm>
              <a:off x="8878122" y="22102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2" name="pt47762"/>
            <p:cNvSpPr/>
            <p:nvPr/>
          </p:nvSpPr>
          <p:spPr>
            <a:xfrm>
              <a:off x="9077064" y="19385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3" name="pt47763"/>
            <p:cNvSpPr/>
            <p:nvPr/>
          </p:nvSpPr>
          <p:spPr>
            <a:xfrm>
              <a:off x="8312152" y="23894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4" name="pt47764"/>
            <p:cNvSpPr/>
            <p:nvPr/>
          </p:nvSpPr>
          <p:spPr>
            <a:xfrm>
              <a:off x="8431181" y="25680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5" name="pt47765"/>
            <p:cNvSpPr/>
            <p:nvPr/>
          </p:nvSpPr>
          <p:spPr>
            <a:xfrm>
              <a:off x="8500809" y="26208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6" name="pt47766"/>
            <p:cNvSpPr/>
            <p:nvPr/>
          </p:nvSpPr>
          <p:spPr>
            <a:xfrm>
              <a:off x="8669239" y="24493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7" name="pt47767"/>
            <p:cNvSpPr/>
            <p:nvPr/>
          </p:nvSpPr>
          <p:spPr>
            <a:xfrm>
              <a:off x="9256140" y="2064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8" name="pt47768"/>
            <p:cNvSpPr/>
            <p:nvPr/>
          </p:nvSpPr>
          <p:spPr>
            <a:xfrm>
              <a:off x="8500809" y="26903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9" name="pt47769"/>
            <p:cNvSpPr/>
            <p:nvPr/>
          </p:nvSpPr>
          <p:spPr>
            <a:xfrm>
              <a:off x="8469500" y="21746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0" name="pt47770"/>
            <p:cNvSpPr/>
            <p:nvPr/>
          </p:nvSpPr>
          <p:spPr>
            <a:xfrm>
              <a:off x="8633583" y="20106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1" name="pt47771"/>
            <p:cNvSpPr/>
            <p:nvPr/>
          </p:nvSpPr>
          <p:spPr>
            <a:xfrm>
              <a:off x="8963923" y="22991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2" name="pt47772"/>
            <p:cNvSpPr/>
            <p:nvPr/>
          </p:nvSpPr>
          <p:spPr>
            <a:xfrm>
              <a:off x="8658156" y="21367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3" name="pt47773"/>
            <p:cNvSpPr/>
            <p:nvPr/>
          </p:nvSpPr>
          <p:spPr>
            <a:xfrm>
              <a:off x="9044150" y="16975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4" name="pt47774"/>
            <p:cNvSpPr/>
            <p:nvPr/>
          </p:nvSpPr>
          <p:spPr>
            <a:xfrm>
              <a:off x="9050093" y="21134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5" name="pt47775"/>
            <p:cNvSpPr/>
            <p:nvPr/>
          </p:nvSpPr>
          <p:spPr>
            <a:xfrm>
              <a:off x="8731558" y="2410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6" name="pt47776"/>
            <p:cNvSpPr/>
            <p:nvPr/>
          </p:nvSpPr>
          <p:spPr>
            <a:xfrm>
              <a:off x="9750516" y="22212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7" name="pt47777"/>
            <p:cNvSpPr/>
            <p:nvPr/>
          </p:nvSpPr>
          <p:spPr>
            <a:xfrm>
              <a:off x="9636399" y="19776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8" name="pt47778"/>
            <p:cNvSpPr/>
            <p:nvPr/>
          </p:nvSpPr>
          <p:spPr>
            <a:xfrm>
              <a:off x="8839006" y="21310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9" name="pt47779"/>
            <p:cNvSpPr/>
            <p:nvPr/>
          </p:nvSpPr>
          <p:spPr>
            <a:xfrm>
              <a:off x="8854280" y="21342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0" name="pt47780"/>
            <p:cNvSpPr/>
            <p:nvPr/>
          </p:nvSpPr>
          <p:spPr>
            <a:xfrm>
              <a:off x="8798679" y="23193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1" name="pt47781"/>
            <p:cNvSpPr/>
            <p:nvPr/>
          </p:nvSpPr>
          <p:spPr>
            <a:xfrm>
              <a:off x="9457237" y="20964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2" name="pt47782"/>
            <p:cNvSpPr/>
            <p:nvPr/>
          </p:nvSpPr>
          <p:spPr>
            <a:xfrm>
              <a:off x="9360483" y="21164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3" name="pt47783"/>
            <p:cNvSpPr/>
            <p:nvPr/>
          </p:nvSpPr>
          <p:spPr>
            <a:xfrm>
              <a:off x="8469500" y="24607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4" name="pt47784"/>
            <p:cNvSpPr/>
            <p:nvPr/>
          </p:nvSpPr>
          <p:spPr>
            <a:xfrm>
              <a:off x="9027663" y="17498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5" name="pt47785"/>
            <p:cNvSpPr/>
            <p:nvPr/>
          </p:nvSpPr>
          <p:spPr>
            <a:xfrm>
              <a:off x="8922686" y="18995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6" name="pt47786"/>
            <p:cNvSpPr/>
            <p:nvPr/>
          </p:nvSpPr>
          <p:spPr>
            <a:xfrm>
              <a:off x="8689465" y="24453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7" name="pt47787"/>
            <p:cNvSpPr/>
            <p:nvPr/>
          </p:nvSpPr>
          <p:spPr>
            <a:xfrm>
              <a:off x="8884367" y="20575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8" name="pt47788"/>
            <p:cNvSpPr/>
            <p:nvPr/>
          </p:nvSpPr>
          <p:spPr>
            <a:xfrm>
              <a:off x="8738867" y="22744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9" name="pt47789"/>
            <p:cNvSpPr/>
            <p:nvPr/>
          </p:nvSpPr>
          <p:spPr>
            <a:xfrm>
              <a:off x="8312152" y="24014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0" name="pt47790"/>
            <p:cNvSpPr/>
            <p:nvPr/>
          </p:nvSpPr>
          <p:spPr>
            <a:xfrm>
              <a:off x="8679650" y="2458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1" name="pt47791"/>
            <p:cNvSpPr/>
            <p:nvPr/>
          </p:nvSpPr>
          <p:spPr>
            <a:xfrm>
              <a:off x="8817779" y="23581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2" name="pt47792"/>
            <p:cNvSpPr/>
            <p:nvPr/>
          </p:nvSpPr>
          <p:spPr>
            <a:xfrm>
              <a:off x="8669239" y="24032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3" name="pt47793"/>
            <p:cNvSpPr/>
            <p:nvPr/>
          </p:nvSpPr>
          <p:spPr>
            <a:xfrm>
              <a:off x="9123951" y="2092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4" name="pt47794"/>
            <p:cNvSpPr/>
            <p:nvPr/>
          </p:nvSpPr>
          <p:spPr>
            <a:xfrm>
              <a:off x="8890393" y="16066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5" name="pt47795"/>
            <p:cNvSpPr/>
            <p:nvPr/>
          </p:nvSpPr>
          <p:spPr>
            <a:xfrm>
              <a:off x="8782816" y="22185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6" name="pt47796"/>
            <p:cNvSpPr/>
            <p:nvPr/>
          </p:nvSpPr>
          <p:spPr>
            <a:xfrm>
              <a:off x="8431181" y="24140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7" name="pt47797"/>
            <p:cNvSpPr/>
            <p:nvPr/>
          </p:nvSpPr>
          <p:spPr>
            <a:xfrm>
              <a:off x="8777185" y="22742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8" name="pt47798"/>
            <p:cNvSpPr/>
            <p:nvPr/>
          </p:nvSpPr>
          <p:spPr>
            <a:xfrm>
              <a:off x="8826587" y="21405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9" name="pt47799"/>
            <p:cNvSpPr/>
            <p:nvPr/>
          </p:nvSpPr>
          <p:spPr>
            <a:xfrm>
              <a:off x="8830827" y="19386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0" name="pt47800"/>
            <p:cNvSpPr/>
            <p:nvPr/>
          </p:nvSpPr>
          <p:spPr>
            <a:xfrm>
              <a:off x="8312152" y="2570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1" name="pt47801"/>
            <p:cNvSpPr/>
            <p:nvPr/>
          </p:nvSpPr>
          <p:spPr>
            <a:xfrm>
              <a:off x="9654477" y="1973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2" name="pt47802"/>
            <p:cNvSpPr/>
            <p:nvPr/>
          </p:nvSpPr>
          <p:spPr>
            <a:xfrm>
              <a:off x="8846813" y="20876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3" name="pt47803"/>
            <p:cNvSpPr/>
            <p:nvPr/>
          </p:nvSpPr>
          <p:spPr>
            <a:xfrm>
              <a:off x="8646309" y="24634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4" name="pt47804"/>
            <p:cNvSpPr/>
            <p:nvPr/>
          </p:nvSpPr>
          <p:spPr>
            <a:xfrm>
              <a:off x="8961983" y="2196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5" name="pt47805"/>
            <p:cNvSpPr/>
            <p:nvPr/>
          </p:nvSpPr>
          <p:spPr>
            <a:xfrm>
              <a:off x="8431181" y="25449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6" name="pt47806"/>
            <p:cNvSpPr/>
            <p:nvPr/>
          </p:nvSpPr>
          <p:spPr>
            <a:xfrm>
              <a:off x="8500809" y="25234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7" name="pt47807"/>
            <p:cNvSpPr/>
            <p:nvPr/>
          </p:nvSpPr>
          <p:spPr>
            <a:xfrm>
              <a:off x="9179876" y="18813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8" name="pt47808"/>
            <p:cNvSpPr/>
            <p:nvPr/>
          </p:nvSpPr>
          <p:spPr>
            <a:xfrm>
              <a:off x="8842954" y="19331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9" name="pt47809"/>
            <p:cNvSpPr/>
            <p:nvPr/>
          </p:nvSpPr>
          <p:spPr>
            <a:xfrm>
              <a:off x="8500809" y="26084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0" name="pt47810"/>
            <p:cNvSpPr/>
            <p:nvPr/>
          </p:nvSpPr>
          <p:spPr>
            <a:xfrm>
              <a:off x="9155766" y="19089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1" name="pt47811"/>
            <p:cNvSpPr/>
            <p:nvPr/>
          </p:nvSpPr>
          <p:spPr>
            <a:xfrm>
              <a:off x="8864906" y="2062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2" name="pt47812"/>
            <p:cNvSpPr/>
            <p:nvPr/>
          </p:nvSpPr>
          <p:spPr>
            <a:xfrm>
              <a:off x="8312152" y="25406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3" name="pt47813"/>
            <p:cNvSpPr/>
            <p:nvPr/>
          </p:nvSpPr>
          <p:spPr>
            <a:xfrm>
              <a:off x="9581160" y="2265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4" name="pt47814"/>
            <p:cNvSpPr/>
            <p:nvPr/>
          </p:nvSpPr>
          <p:spPr>
            <a:xfrm>
              <a:off x="8658156" y="23626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5" name="pt47815"/>
            <p:cNvSpPr/>
            <p:nvPr/>
          </p:nvSpPr>
          <p:spPr>
            <a:xfrm>
              <a:off x="8312152" y="24194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6" name="pt47816"/>
            <p:cNvSpPr/>
            <p:nvPr/>
          </p:nvSpPr>
          <p:spPr>
            <a:xfrm>
              <a:off x="9382404" y="21498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7" name="pt47817"/>
            <p:cNvSpPr/>
            <p:nvPr/>
          </p:nvSpPr>
          <p:spPr>
            <a:xfrm>
              <a:off x="9186336" y="23111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8" name="pt47818"/>
            <p:cNvSpPr/>
            <p:nvPr/>
          </p:nvSpPr>
          <p:spPr>
            <a:xfrm>
              <a:off x="9319557" y="21459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9" name="pt47819"/>
            <p:cNvSpPr/>
            <p:nvPr/>
          </p:nvSpPr>
          <p:spPr>
            <a:xfrm>
              <a:off x="8798679" y="22356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0" name="pt47820"/>
            <p:cNvSpPr/>
            <p:nvPr/>
          </p:nvSpPr>
          <p:spPr>
            <a:xfrm>
              <a:off x="9087709" y="22040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1" name="pt47821"/>
            <p:cNvSpPr/>
            <p:nvPr/>
          </p:nvSpPr>
          <p:spPr>
            <a:xfrm>
              <a:off x="9120109" y="20553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2" name="pt47822"/>
            <p:cNvSpPr/>
            <p:nvPr/>
          </p:nvSpPr>
          <p:spPr>
            <a:xfrm>
              <a:off x="9252225" y="20718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3" name="pt47823"/>
            <p:cNvSpPr/>
            <p:nvPr/>
          </p:nvSpPr>
          <p:spPr>
            <a:xfrm>
              <a:off x="8826587" y="22970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4" name="pt47824"/>
            <p:cNvSpPr/>
            <p:nvPr/>
          </p:nvSpPr>
          <p:spPr>
            <a:xfrm>
              <a:off x="8707558" y="20121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5" name="pt47825"/>
            <p:cNvSpPr/>
            <p:nvPr/>
          </p:nvSpPr>
          <p:spPr>
            <a:xfrm>
              <a:off x="8570436" y="25355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6" name="pt47826"/>
            <p:cNvSpPr/>
            <p:nvPr/>
          </p:nvSpPr>
          <p:spPr>
            <a:xfrm>
              <a:off x="9633844" y="19018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7" name="pt47827"/>
            <p:cNvSpPr/>
            <p:nvPr/>
          </p:nvSpPr>
          <p:spPr>
            <a:xfrm>
              <a:off x="8854280" y="21119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8" name="pt47828"/>
            <p:cNvSpPr/>
            <p:nvPr/>
          </p:nvSpPr>
          <p:spPr>
            <a:xfrm>
              <a:off x="9126216" y="20045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9" name="pt47829"/>
            <p:cNvSpPr/>
            <p:nvPr/>
          </p:nvSpPr>
          <p:spPr>
            <a:xfrm>
              <a:off x="8899053" y="21862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0" name="pt47830"/>
            <p:cNvSpPr/>
            <p:nvPr/>
          </p:nvSpPr>
          <p:spPr>
            <a:xfrm>
              <a:off x="8698750" y="22303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1" name="pt47831"/>
            <p:cNvSpPr/>
            <p:nvPr/>
          </p:nvSpPr>
          <p:spPr>
            <a:xfrm>
              <a:off x="8679650" y="23656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2" name="pt47832"/>
            <p:cNvSpPr/>
            <p:nvPr/>
          </p:nvSpPr>
          <p:spPr>
            <a:xfrm>
              <a:off x="8759093" y="21219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3" name="pt47833"/>
            <p:cNvSpPr/>
            <p:nvPr/>
          </p:nvSpPr>
          <p:spPr>
            <a:xfrm>
              <a:off x="9174300" y="22279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4" name="pt47834"/>
            <p:cNvSpPr/>
            <p:nvPr/>
          </p:nvSpPr>
          <p:spPr>
            <a:xfrm>
              <a:off x="8633583" y="22432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5" name="pt47835"/>
            <p:cNvSpPr/>
            <p:nvPr/>
          </p:nvSpPr>
          <p:spPr>
            <a:xfrm>
              <a:off x="8469500" y="25738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6" name="pt47836"/>
            <p:cNvSpPr/>
            <p:nvPr/>
          </p:nvSpPr>
          <p:spPr>
            <a:xfrm>
              <a:off x="8960020" y="20897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7" name="pt47837"/>
            <p:cNvSpPr/>
            <p:nvPr/>
          </p:nvSpPr>
          <p:spPr>
            <a:xfrm>
              <a:off x="8949856" y="20927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8" name="pt47838"/>
            <p:cNvSpPr/>
            <p:nvPr/>
          </p:nvSpPr>
          <p:spPr>
            <a:xfrm>
              <a:off x="8570436" y="24409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9" name="pt47839"/>
            <p:cNvSpPr/>
            <p:nvPr/>
          </p:nvSpPr>
          <p:spPr>
            <a:xfrm>
              <a:off x="8469500" y="20900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0" name="pt47840"/>
            <p:cNvSpPr/>
            <p:nvPr/>
          </p:nvSpPr>
          <p:spPr>
            <a:xfrm>
              <a:off x="8945616" y="20698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1" name="pt47841"/>
            <p:cNvSpPr/>
            <p:nvPr/>
          </p:nvSpPr>
          <p:spPr>
            <a:xfrm>
              <a:off x="8798679" y="21211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2" name="pt47842"/>
            <p:cNvSpPr/>
            <p:nvPr/>
          </p:nvSpPr>
          <p:spPr>
            <a:xfrm>
              <a:off x="8752612" y="2221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3" name="pt47843"/>
            <p:cNvSpPr/>
            <p:nvPr/>
          </p:nvSpPr>
          <p:spPr>
            <a:xfrm>
              <a:off x="8500809" y="25911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4" name="pt47844"/>
            <p:cNvSpPr/>
            <p:nvPr/>
          </p:nvSpPr>
          <p:spPr>
            <a:xfrm>
              <a:off x="9319557" y="2174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5" name="pt47845"/>
            <p:cNvSpPr/>
            <p:nvPr/>
          </p:nvSpPr>
          <p:spPr>
            <a:xfrm>
              <a:off x="9414750" y="19572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6" name="pt47846"/>
            <p:cNvSpPr/>
            <p:nvPr/>
          </p:nvSpPr>
          <p:spPr>
            <a:xfrm>
              <a:off x="8884367" y="2019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7" name="pt47847"/>
            <p:cNvSpPr/>
            <p:nvPr/>
          </p:nvSpPr>
          <p:spPr>
            <a:xfrm>
              <a:off x="8312152" y="25192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8" name="pt47848"/>
            <p:cNvSpPr/>
            <p:nvPr/>
          </p:nvSpPr>
          <p:spPr>
            <a:xfrm>
              <a:off x="9052414" y="20280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9" name="pt47849"/>
            <p:cNvSpPr/>
            <p:nvPr/>
          </p:nvSpPr>
          <p:spPr>
            <a:xfrm>
              <a:off x="8381780" y="23028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0" name="pt47850"/>
            <p:cNvSpPr/>
            <p:nvPr/>
          </p:nvSpPr>
          <p:spPr>
            <a:xfrm>
              <a:off x="9035469" y="1799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1" name="pt47851"/>
            <p:cNvSpPr/>
            <p:nvPr/>
          </p:nvSpPr>
          <p:spPr>
            <a:xfrm>
              <a:off x="8689465" y="23672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2" name="pt47852"/>
            <p:cNvSpPr/>
            <p:nvPr/>
          </p:nvSpPr>
          <p:spPr>
            <a:xfrm>
              <a:off x="8381780" y="22756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3" name="pt47853"/>
            <p:cNvSpPr/>
            <p:nvPr/>
          </p:nvSpPr>
          <p:spPr>
            <a:xfrm>
              <a:off x="9425448" y="19711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4" name="pt47854"/>
            <p:cNvSpPr/>
            <p:nvPr/>
          </p:nvSpPr>
          <p:spPr>
            <a:xfrm>
              <a:off x="9294459" y="19008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5" name="pt47855"/>
            <p:cNvSpPr/>
            <p:nvPr/>
          </p:nvSpPr>
          <p:spPr>
            <a:xfrm>
              <a:off x="8646309" y="24164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6" name="pt47856"/>
            <p:cNvSpPr/>
            <p:nvPr/>
          </p:nvSpPr>
          <p:spPr>
            <a:xfrm>
              <a:off x="8381780" y="20655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7" name="pt47857"/>
            <p:cNvSpPr/>
            <p:nvPr/>
          </p:nvSpPr>
          <p:spPr>
            <a:xfrm>
              <a:off x="9480563" y="24250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8" name="pt47858"/>
            <p:cNvSpPr/>
            <p:nvPr/>
          </p:nvSpPr>
          <p:spPr>
            <a:xfrm>
              <a:off x="8759093" y="20708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9" name="pt47859"/>
            <p:cNvSpPr/>
            <p:nvPr/>
          </p:nvSpPr>
          <p:spPr>
            <a:xfrm>
              <a:off x="9100368" y="20542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0" name="pt47860"/>
            <p:cNvSpPr/>
            <p:nvPr/>
          </p:nvSpPr>
          <p:spPr>
            <a:xfrm>
              <a:off x="8961983" y="21812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1" name="pt47861"/>
            <p:cNvSpPr/>
            <p:nvPr/>
          </p:nvSpPr>
          <p:spPr>
            <a:xfrm>
              <a:off x="8961983" y="2270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2" name="pt47862"/>
            <p:cNvSpPr/>
            <p:nvPr/>
          </p:nvSpPr>
          <p:spPr>
            <a:xfrm>
              <a:off x="8850587" y="2012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3" name="pt47863"/>
            <p:cNvSpPr/>
            <p:nvPr/>
          </p:nvSpPr>
          <p:spPr>
            <a:xfrm>
              <a:off x="9077064" y="21063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4" name="pt47864"/>
            <p:cNvSpPr/>
            <p:nvPr/>
          </p:nvSpPr>
          <p:spPr>
            <a:xfrm>
              <a:off x="8431181" y="22491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5" name="pt47865"/>
            <p:cNvSpPr/>
            <p:nvPr/>
          </p:nvSpPr>
          <p:spPr>
            <a:xfrm>
              <a:off x="9406741" y="19193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6" name="pt47866"/>
            <p:cNvSpPr/>
            <p:nvPr/>
          </p:nvSpPr>
          <p:spPr>
            <a:xfrm>
              <a:off x="8312152" y="24434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7" name="pt47867"/>
            <p:cNvSpPr/>
            <p:nvPr/>
          </p:nvSpPr>
          <p:spPr>
            <a:xfrm>
              <a:off x="8978704" y="18926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8" name="pt47868"/>
            <p:cNvSpPr/>
            <p:nvPr/>
          </p:nvSpPr>
          <p:spPr>
            <a:xfrm>
              <a:off x="8971473" y="22526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9" name="pt47869"/>
            <p:cNvSpPr/>
            <p:nvPr/>
          </p:nvSpPr>
          <p:spPr>
            <a:xfrm>
              <a:off x="8619838" y="23168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0" name="pt47870"/>
            <p:cNvSpPr/>
            <p:nvPr/>
          </p:nvSpPr>
          <p:spPr>
            <a:xfrm>
              <a:off x="9400632" y="19306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1" name="pt47871"/>
            <p:cNvSpPr/>
            <p:nvPr/>
          </p:nvSpPr>
          <p:spPr>
            <a:xfrm>
              <a:off x="8723925" y="22694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2" name="pt47872"/>
            <p:cNvSpPr/>
            <p:nvPr/>
          </p:nvSpPr>
          <p:spPr>
            <a:xfrm>
              <a:off x="8679650" y="25136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3" name="pt47873"/>
            <p:cNvSpPr/>
            <p:nvPr/>
          </p:nvSpPr>
          <p:spPr>
            <a:xfrm>
              <a:off x="8469500" y="23538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4" name="pt47874"/>
            <p:cNvSpPr/>
            <p:nvPr/>
          </p:nvSpPr>
          <p:spPr>
            <a:xfrm>
              <a:off x="8731558" y="2221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5" name="pt47875"/>
            <p:cNvSpPr/>
            <p:nvPr/>
          </p:nvSpPr>
          <p:spPr>
            <a:xfrm>
              <a:off x="9155766" y="18542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6" name="pt47876"/>
            <p:cNvSpPr/>
            <p:nvPr/>
          </p:nvSpPr>
          <p:spPr>
            <a:xfrm>
              <a:off x="8619838" y="22912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7" name="pt47877"/>
            <p:cNvSpPr/>
            <p:nvPr/>
          </p:nvSpPr>
          <p:spPr>
            <a:xfrm>
              <a:off x="9096846" y="17081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8" name="pt47878"/>
            <p:cNvSpPr/>
            <p:nvPr/>
          </p:nvSpPr>
          <p:spPr>
            <a:xfrm>
              <a:off x="8830827" y="17880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9" name="pt47879"/>
            <p:cNvSpPr/>
            <p:nvPr/>
          </p:nvSpPr>
          <p:spPr>
            <a:xfrm>
              <a:off x="9193072" y="23685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0" name="pt47880"/>
            <p:cNvSpPr/>
            <p:nvPr/>
          </p:nvSpPr>
          <p:spPr>
            <a:xfrm>
              <a:off x="9898409" y="26008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1" name="pt47881"/>
            <p:cNvSpPr/>
            <p:nvPr/>
          </p:nvSpPr>
          <p:spPr>
            <a:xfrm>
              <a:off x="8723925" y="23286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2" name="pt47882"/>
            <p:cNvSpPr/>
            <p:nvPr/>
          </p:nvSpPr>
          <p:spPr>
            <a:xfrm>
              <a:off x="8633583" y="21357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3" name="pt47883"/>
            <p:cNvSpPr/>
            <p:nvPr/>
          </p:nvSpPr>
          <p:spPr>
            <a:xfrm>
              <a:off x="8658156" y="23371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4" name="pt47884"/>
            <p:cNvSpPr/>
            <p:nvPr/>
          </p:nvSpPr>
          <p:spPr>
            <a:xfrm>
              <a:off x="8312152" y="25249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5" name="pt47885"/>
            <p:cNvSpPr/>
            <p:nvPr/>
          </p:nvSpPr>
          <p:spPr>
            <a:xfrm>
              <a:off x="8932228" y="18903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6" name="pt47886"/>
            <p:cNvSpPr/>
            <p:nvPr/>
          </p:nvSpPr>
          <p:spPr>
            <a:xfrm>
              <a:off x="8904593" y="24314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7" name="pt47887"/>
            <p:cNvSpPr/>
            <p:nvPr/>
          </p:nvSpPr>
          <p:spPr>
            <a:xfrm>
              <a:off x="9356998" y="20483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8" name="pt47888"/>
            <p:cNvSpPr/>
            <p:nvPr/>
          </p:nvSpPr>
          <p:spPr>
            <a:xfrm>
              <a:off x="9187390" y="22412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9" name="pt47889"/>
            <p:cNvSpPr/>
            <p:nvPr/>
          </p:nvSpPr>
          <p:spPr>
            <a:xfrm>
              <a:off x="9329710" y="21677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0" name="pt47890"/>
            <p:cNvSpPr/>
            <p:nvPr/>
          </p:nvSpPr>
          <p:spPr>
            <a:xfrm>
              <a:off x="8646309" y="24343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1" name="pt47891"/>
            <p:cNvSpPr/>
            <p:nvPr/>
          </p:nvSpPr>
          <p:spPr>
            <a:xfrm>
              <a:off x="8961983" y="22455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2" name="pt47892"/>
            <p:cNvSpPr/>
            <p:nvPr/>
          </p:nvSpPr>
          <p:spPr>
            <a:xfrm>
              <a:off x="8922686" y="17056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3" name="pt47893"/>
            <p:cNvSpPr/>
            <p:nvPr/>
          </p:nvSpPr>
          <p:spPr>
            <a:xfrm>
              <a:off x="8939053" y="19377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4" name="pt47894"/>
            <p:cNvSpPr/>
            <p:nvPr/>
          </p:nvSpPr>
          <p:spPr>
            <a:xfrm>
              <a:off x="9573129" y="23537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5" name="pt47895"/>
            <p:cNvSpPr/>
            <p:nvPr/>
          </p:nvSpPr>
          <p:spPr>
            <a:xfrm>
              <a:off x="9286979" y="20087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6" name="pt47896"/>
            <p:cNvSpPr/>
            <p:nvPr/>
          </p:nvSpPr>
          <p:spPr>
            <a:xfrm>
              <a:off x="9340807" y="21794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7" name="pt47897"/>
            <p:cNvSpPr/>
            <p:nvPr/>
          </p:nvSpPr>
          <p:spPr>
            <a:xfrm>
              <a:off x="8958035" y="21805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8" name="pt47898"/>
            <p:cNvSpPr/>
            <p:nvPr/>
          </p:nvSpPr>
          <p:spPr>
            <a:xfrm>
              <a:off x="9076063" y="20005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9" name="pt47899"/>
            <p:cNvSpPr/>
            <p:nvPr/>
          </p:nvSpPr>
          <p:spPr>
            <a:xfrm>
              <a:off x="8798679" y="21996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0" name="pt47900"/>
            <p:cNvSpPr/>
            <p:nvPr/>
          </p:nvSpPr>
          <p:spPr>
            <a:xfrm>
              <a:off x="8920215" y="21578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1" name="pt47901"/>
            <p:cNvSpPr/>
            <p:nvPr/>
          </p:nvSpPr>
          <p:spPr>
            <a:xfrm>
              <a:off x="9048921" y="21207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2" name="pt47902"/>
            <p:cNvSpPr/>
            <p:nvPr/>
          </p:nvSpPr>
          <p:spPr>
            <a:xfrm>
              <a:off x="8500809" y="24083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3" name="pt47903"/>
            <p:cNvSpPr/>
            <p:nvPr/>
          </p:nvSpPr>
          <p:spPr>
            <a:xfrm>
              <a:off x="8619838" y="21519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4" name="pt47904"/>
            <p:cNvSpPr/>
            <p:nvPr/>
          </p:nvSpPr>
          <p:spPr>
            <a:xfrm>
              <a:off x="8527280" y="26916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5" name="pt47905"/>
            <p:cNvSpPr/>
            <p:nvPr/>
          </p:nvSpPr>
          <p:spPr>
            <a:xfrm>
              <a:off x="8707558" y="23549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6" name="pt47906"/>
            <p:cNvSpPr/>
            <p:nvPr/>
          </p:nvSpPr>
          <p:spPr>
            <a:xfrm>
              <a:off x="8570436" y="2475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7" name="pt47907"/>
            <p:cNvSpPr/>
            <p:nvPr/>
          </p:nvSpPr>
          <p:spPr>
            <a:xfrm>
              <a:off x="8731558" y="22957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8" name="pt47908"/>
            <p:cNvSpPr/>
            <p:nvPr/>
          </p:nvSpPr>
          <p:spPr>
            <a:xfrm>
              <a:off x="8469500" y="24105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9" name="pt47909"/>
            <p:cNvSpPr/>
            <p:nvPr/>
          </p:nvSpPr>
          <p:spPr>
            <a:xfrm>
              <a:off x="8980466" y="20333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0" name="pt47910"/>
            <p:cNvSpPr/>
            <p:nvPr/>
          </p:nvSpPr>
          <p:spPr>
            <a:xfrm>
              <a:off x="9427665" y="18802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1" name="pt47911"/>
            <p:cNvSpPr/>
            <p:nvPr/>
          </p:nvSpPr>
          <p:spPr>
            <a:xfrm>
              <a:off x="9480563" y="23070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2" name="pt47912"/>
            <p:cNvSpPr/>
            <p:nvPr/>
          </p:nvSpPr>
          <p:spPr>
            <a:xfrm>
              <a:off x="8965842" y="2248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3" name="pt47913"/>
            <p:cNvSpPr/>
            <p:nvPr/>
          </p:nvSpPr>
          <p:spPr>
            <a:xfrm>
              <a:off x="8500809" y="27716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4" name="pt47914"/>
            <p:cNvSpPr/>
            <p:nvPr/>
          </p:nvSpPr>
          <p:spPr>
            <a:xfrm>
              <a:off x="8890393" y="20329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5" name="pt47915"/>
            <p:cNvSpPr/>
            <p:nvPr/>
          </p:nvSpPr>
          <p:spPr>
            <a:xfrm>
              <a:off x="8927523" y="18947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6" name="pt47916"/>
            <p:cNvSpPr/>
            <p:nvPr/>
          </p:nvSpPr>
          <p:spPr>
            <a:xfrm>
              <a:off x="8619838" y="22092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7" name="pt47917"/>
            <p:cNvSpPr/>
            <p:nvPr/>
          </p:nvSpPr>
          <p:spPr>
            <a:xfrm>
              <a:off x="9102103" y="22527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8" name="pt47918"/>
            <p:cNvSpPr/>
            <p:nvPr/>
          </p:nvSpPr>
          <p:spPr>
            <a:xfrm>
              <a:off x="8788268" y="20765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9" name="pt47919"/>
            <p:cNvSpPr/>
            <p:nvPr/>
          </p:nvSpPr>
          <p:spPr>
            <a:xfrm>
              <a:off x="9525110" y="20004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0" name="pt47920"/>
            <p:cNvSpPr/>
            <p:nvPr/>
          </p:nvSpPr>
          <p:spPr>
            <a:xfrm>
              <a:off x="8929892" y="18235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1" name="pt47921"/>
            <p:cNvSpPr/>
            <p:nvPr/>
          </p:nvSpPr>
          <p:spPr>
            <a:xfrm>
              <a:off x="8881273" y="23616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2" name="pt47922"/>
            <p:cNvSpPr/>
            <p:nvPr/>
          </p:nvSpPr>
          <p:spPr>
            <a:xfrm>
              <a:off x="9001856" y="20598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3" name="pt47923"/>
            <p:cNvSpPr/>
            <p:nvPr/>
          </p:nvSpPr>
          <p:spPr>
            <a:xfrm>
              <a:off x="9030305" y="19919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4" name="pt47924"/>
            <p:cNvSpPr/>
            <p:nvPr/>
          </p:nvSpPr>
          <p:spPr>
            <a:xfrm>
              <a:off x="8980466" y="20322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5" name="pt47925"/>
            <p:cNvSpPr/>
            <p:nvPr/>
          </p:nvSpPr>
          <p:spPr>
            <a:xfrm>
              <a:off x="8715936" y="23450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6" name="pt47926"/>
            <p:cNvSpPr/>
            <p:nvPr/>
          </p:nvSpPr>
          <p:spPr>
            <a:xfrm>
              <a:off x="9079049" y="19617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7" name="pt47927"/>
            <p:cNvSpPr/>
            <p:nvPr/>
          </p:nvSpPr>
          <p:spPr>
            <a:xfrm>
              <a:off x="8884367" y="2049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8" name="pt47928"/>
            <p:cNvSpPr/>
            <p:nvPr/>
          </p:nvSpPr>
          <p:spPr>
            <a:xfrm>
              <a:off x="9277923" y="18776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9" name="pt47929"/>
            <p:cNvSpPr/>
            <p:nvPr/>
          </p:nvSpPr>
          <p:spPr>
            <a:xfrm>
              <a:off x="9978328" y="24479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0" name="pt47930"/>
            <p:cNvSpPr/>
            <p:nvPr/>
          </p:nvSpPr>
          <p:spPr>
            <a:xfrm>
              <a:off x="8759093" y="20428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1" name="pt47931"/>
            <p:cNvSpPr/>
            <p:nvPr/>
          </p:nvSpPr>
          <p:spPr>
            <a:xfrm>
              <a:off x="9126216" y="2041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2" name="pt47932"/>
            <p:cNvSpPr/>
            <p:nvPr/>
          </p:nvSpPr>
          <p:spPr>
            <a:xfrm>
              <a:off x="9480563" y="24694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3" name="pt47933"/>
            <p:cNvSpPr/>
            <p:nvPr/>
          </p:nvSpPr>
          <p:spPr>
            <a:xfrm>
              <a:off x="8550210" y="27462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4" name="pt47934"/>
            <p:cNvSpPr/>
            <p:nvPr/>
          </p:nvSpPr>
          <p:spPr>
            <a:xfrm>
              <a:off x="9010896" y="15442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5" name="pt47935"/>
            <p:cNvSpPr/>
            <p:nvPr/>
          </p:nvSpPr>
          <p:spPr>
            <a:xfrm>
              <a:off x="8752612" y="22887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6" name="pt47936"/>
            <p:cNvSpPr/>
            <p:nvPr/>
          </p:nvSpPr>
          <p:spPr>
            <a:xfrm>
              <a:off x="8765338" y="20859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7" name="pt47937"/>
            <p:cNvSpPr/>
            <p:nvPr/>
          </p:nvSpPr>
          <p:spPr>
            <a:xfrm>
              <a:off x="9108871" y="19750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8" name="pt47938"/>
            <p:cNvSpPr/>
            <p:nvPr/>
          </p:nvSpPr>
          <p:spPr>
            <a:xfrm>
              <a:off x="9222422" y="20462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9" name="pt47939"/>
            <p:cNvSpPr/>
            <p:nvPr/>
          </p:nvSpPr>
          <p:spPr>
            <a:xfrm>
              <a:off x="8312152" y="26617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0" name="pt47940"/>
            <p:cNvSpPr/>
            <p:nvPr/>
          </p:nvSpPr>
          <p:spPr>
            <a:xfrm>
              <a:off x="8633583" y="22704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1" name="pt47941"/>
            <p:cNvSpPr/>
            <p:nvPr/>
          </p:nvSpPr>
          <p:spPr>
            <a:xfrm>
              <a:off x="8550210" y="24081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2" name="pt47942"/>
            <p:cNvSpPr/>
            <p:nvPr/>
          </p:nvSpPr>
          <p:spPr>
            <a:xfrm>
              <a:off x="9289315" y="19849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3" name="pt47943"/>
            <p:cNvSpPr/>
            <p:nvPr/>
          </p:nvSpPr>
          <p:spPr>
            <a:xfrm>
              <a:off x="9076063" y="21087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4" name="pt47944"/>
            <p:cNvSpPr/>
            <p:nvPr/>
          </p:nvSpPr>
          <p:spPr>
            <a:xfrm>
              <a:off x="9186336" y="21612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5" name="pt47945"/>
            <p:cNvSpPr/>
            <p:nvPr/>
          </p:nvSpPr>
          <p:spPr>
            <a:xfrm>
              <a:off x="9480563" y="23309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6" name="pt47946"/>
            <p:cNvSpPr/>
            <p:nvPr/>
          </p:nvSpPr>
          <p:spPr>
            <a:xfrm>
              <a:off x="8588529" y="22969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7" name="pt47947"/>
            <p:cNvSpPr/>
            <p:nvPr/>
          </p:nvSpPr>
          <p:spPr>
            <a:xfrm>
              <a:off x="8771364" y="22681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8" name="pt47948"/>
            <p:cNvSpPr/>
            <p:nvPr/>
          </p:nvSpPr>
          <p:spPr>
            <a:xfrm>
              <a:off x="9266385" y="16454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9" name="pt47949"/>
            <p:cNvSpPr/>
            <p:nvPr/>
          </p:nvSpPr>
          <p:spPr>
            <a:xfrm>
              <a:off x="9408344" y="17979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0" name="pt47950"/>
            <p:cNvSpPr/>
            <p:nvPr/>
          </p:nvSpPr>
          <p:spPr>
            <a:xfrm>
              <a:off x="8723925" y="22472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1" name="pt47951"/>
            <p:cNvSpPr/>
            <p:nvPr/>
          </p:nvSpPr>
          <p:spPr>
            <a:xfrm>
              <a:off x="8987335" y="20331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2" name="pt47952"/>
            <p:cNvSpPr/>
            <p:nvPr/>
          </p:nvSpPr>
          <p:spPr>
            <a:xfrm>
              <a:off x="9090502" y="19315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3" name="pt47953"/>
            <p:cNvSpPr/>
            <p:nvPr/>
          </p:nvSpPr>
          <p:spPr>
            <a:xfrm>
              <a:off x="8500809" y="25873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4" name="pt47954"/>
            <p:cNvSpPr/>
            <p:nvPr/>
          </p:nvSpPr>
          <p:spPr>
            <a:xfrm>
              <a:off x="8771364" y="22772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5" name="pt47955"/>
            <p:cNvSpPr/>
            <p:nvPr/>
          </p:nvSpPr>
          <p:spPr>
            <a:xfrm>
              <a:off x="9115383" y="22811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6" name="pt47956"/>
            <p:cNvSpPr/>
            <p:nvPr/>
          </p:nvSpPr>
          <p:spPr>
            <a:xfrm>
              <a:off x="8312152" y="26368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7" name="pt47957"/>
            <p:cNvSpPr/>
            <p:nvPr/>
          </p:nvSpPr>
          <p:spPr>
            <a:xfrm>
              <a:off x="8707558" y="22702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8" name="pt47958"/>
            <p:cNvSpPr/>
            <p:nvPr/>
          </p:nvSpPr>
          <p:spPr>
            <a:xfrm>
              <a:off x="8878122" y="21593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9" name="pt47959"/>
            <p:cNvSpPr/>
            <p:nvPr/>
          </p:nvSpPr>
          <p:spPr>
            <a:xfrm>
              <a:off x="8570436" y="25469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0" name="pt47960"/>
            <p:cNvSpPr/>
            <p:nvPr/>
          </p:nvSpPr>
          <p:spPr>
            <a:xfrm>
              <a:off x="9035469" y="17721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1" name="pt47961"/>
            <p:cNvSpPr/>
            <p:nvPr/>
          </p:nvSpPr>
          <p:spPr>
            <a:xfrm>
              <a:off x="8868306" y="22358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2" name="pt47962"/>
            <p:cNvSpPr/>
            <p:nvPr/>
          </p:nvSpPr>
          <p:spPr>
            <a:xfrm>
              <a:off x="8570436" y="23681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3" name="pt47963"/>
            <p:cNvSpPr/>
            <p:nvPr/>
          </p:nvSpPr>
          <p:spPr>
            <a:xfrm>
              <a:off x="8431181" y="25568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4" name="pt47964"/>
            <p:cNvSpPr/>
            <p:nvPr/>
          </p:nvSpPr>
          <p:spPr>
            <a:xfrm>
              <a:off x="8312152" y="23479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5" name="pt47965"/>
            <p:cNvSpPr/>
            <p:nvPr/>
          </p:nvSpPr>
          <p:spPr>
            <a:xfrm>
              <a:off x="9076063" y="18149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6" name="pt47966"/>
            <p:cNvSpPr/>
            <p:nvPr/>
          </p:nvSpPr>
          <p:spPr>
            <a:xfrm>
              <a:off x="9142651" y="22474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7" name="pt47967"/>
            <p:cNvSpPr/>
            <p:nvPr/>
          </p:nvSpPr>
          <p:spPr>
            <a:xfrm>
              <a:off x="9252225" y="19465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8" name="pt47968"/>
            <p:cNvSpPr/>
            <p:nvPr/>
          </p:nvSpPr>
          <p:spPr>
            <a:xfrm>
              <a:off x="9184210" y="21411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9" name="pt47969"/>
            <p:cNvSpPr/>
            <p:nvPr/>
          </p:nvSpPr>
          <p:spPr>
            <a:xfrm>
              <a:off x="8874912" y="20885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0" name="pt47970"/>
            <p:cNvSpPr/>
            <p:nvPr/>
          </p:nvSpPr>
          <p:spPr>
            <a:xfrm>
              <a:off x="9010896" y="15745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1" name="pt47971"/>
            <p:cNvSpPr/>
            <p:nvPr/>
          </p:nvSpPr>
          <p:spPr>
            <a:xfrm>
              <a:off x="8798679" y="22524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2" name="pt47972"/>
            <p:cNvSpPr/>
            <p:nvPr/>
          </p:nvSpPr>
          <p:spPr>
            <a:xfrm>
              <a:off x="9030305" y="19455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3" name="pt47973"/>
            <p:cNvSpPr/>
            <p:nvPr/>
          </p:nvSpPr>
          <p:spPr>
            <a:xfrm>
              <a:off x="8469500" y="2446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4" name="pt47974"/>
            <p:cNvSpPr/>
            <p:nvPr/>
          </p:nvSpPr>
          <p:spPr>
            <a:xfrm>
              <a:off x="8976925" y="20945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5" name="pt47975"/>
            <p:cNvSpPr/>
            <p:nvPr/>
          </p:nvSpPr>
          <p:spPr>
            <a:xfrm>
              <a:off x="9425448" y="19885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6" name="pt47976"/>
            <p:cNvSpPr/>
            <p:nvPr/>
          </p:nvSpPr>
          <p:spPr>
            <a:xfrm>
              <a:off x="8604896" y="22683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7" name="pt47977"/>
            <p:cNvSpPr/>
            <p:nvPr/>
          </p:nvSpPr>
          <p:spPr>
            <a:xfrm>
              <a:off x="9360483" y="20891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8" name="pt47978"/>
            <p:cNvSpPr/>
            <p:nvPr/>
          </p:nvSpPr>
          <p:spPr>
            <a:xfrm>
              <a:off x="9039244" y="17944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9" name="pt47979"/>
            <p:cNvSpPr/>
            <p:nvPr/>
          </p:nvSpPr>
          <p:spPr>
            <a:xfrm>
              <a:off x="9573129" y="20316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0" name="pt47980"/>
            <p:cNvSpPr/>
            <p:nvPr/>
          </p:nvSpPr>
          <p:spPr>
            <a:xfrm>
              <a:off x="8864906" y="19861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1" name="pt47981"/>
            <p:cNvSpPr/>
            <p:nvPr/>
          </p:nvSpPr>
          <p:spPr>
            <a:xfrm>
              <a:off x="8887406" y="18673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2" name="pt47982"/>
            <p:cNvSpPr/>
            <p:nvPr/>
          </p:nvSpPr>
          <p:spPr>
            <a:xfrm>
              <a:off x="9266385" y="18268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3" name="pt47983"/>
            <p:cNvSpPr/>
            <p:nvPr/>
          </p:nvSpPr>
          <p:spPr>
            <a:xfrm>
              <a:off x="8798679" y="20543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4" name="pt47984"/>
            <p:cNvSpPr/>
            <p:nvPr/>
          </p:nvSpPr>
          <p:spPr>
            <a:xfrm>
              <a:off x="9633844" y="19355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5" name="pt47985"/>
            <p:cNvSpPr/>
            <p:nvPr/>
          </p:nvSpPr>
          <p:spPr>
            <a:xfrm>
              <a:off x="8884367" y="19867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6" name="pt47986"/>
            <p:cNvSpPr/>
            <p:nvPr/>
          </p:nvSpPr>
          <p:spPr>
            <a:xfrm>
              <a:off x="8850587" y="21260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7" name="pt47987"/>
            <p:cNvSpPr/>
            <p:nvPr/>
          </p:nvSpPr>
          <p:spPr>
            <a:xfrm>
              <a:off x="8965842" y="22536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8" name="pt47988"/>
            <p:cNvSpPr/>
            <p:nvPr/>
          </p:nvSpPr>
          <p:spPr>
            <a:xfrm>
              <a:off x="8857896" y="20185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9" name="pt47989"/>
            <p:cNvSpPr/>
            <p:nvPr/>
          </p:nvSpPr>
          <p:spPr>
            <a:xfrm>
              <a:off x="9301626" y="21708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0" name="pt47990"/>
            <p:cNvSpPr/>
            <p:nvPr/>
          </p:nvSpPr>
          <p:spPr>
            <a:xfrm>
              <a:off x="8604896" y="20432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1" name="pt47991"/>
            <p:cNvSpPr/>
            <p:nvPr/>
          </p:nvSpPr>
          <p:spPr>
            <a:xfrm>
              <a:off x="8971473" y="21573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2" name="pt47992"/>
            <p:cNvSpPr/>
            <p:nvPr/>
          </p:nvSpPr>
          <p:spPr>
            <a:xfrm>
              <a:off x="9058082" y="19589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3" name="pt47993"/>
            <p:cNvSpPr/>
            <p:nvPr/>
          </p:nvSpPr>
          <p:spPr>
            <a:xfrm>
              <a:off x="8669239" y="24171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4" name="pt47994"/>
            <p:cNvSpPr/>
            <p:nvPr/>
          </p:nvSpPr>
          <p:spPr>
            <a:xfrm>
              <a:off x="9732410" y="21385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5" name="pt47995"/>
            <p:cNvSpPr/>
            <p:nvPr/>
          </p:nvSpPr>
          <p:spPr>
            <a:xfrm>
              <a:off x="9068885" y="19555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6" name="pt47996"/>
            <p:cNvSpPr/>
            <p:nvPr/>
          </p:nvSpPr>
          <p:spPr>
            <a:xfrm>
              <a:off x="8469500" y="22233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7" name="pt47997"/>
            <p:cNvSpPr/>
            <p:nvPr/>
          </p:nvSpPr>
          <p:spPr>
            <a:xfrm>
              <a:off x="8588529" y="23034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8" name="pt47998"/>
            <p:cNvSpPr/>
            <p:nvPr/>
          </p:nvSpPr>
          <p:spPr>
            <a:xfrm>
              <a:off x="9018082" y="13384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9" name="pt47999"/>
            <p:cNvSpPr/>
            <p:nvPr/>
          </p:nvSpPr>
          <p:spPr>
            <a:xfrm>
              <a:off x="8723925" y="20454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0" name="pt48000"/>
            <p:cNvSpPr/>
            <p:nvPr/>
          </p:nvSpPr>
          <p:spPr>
            <a:xfrm>
              <a:off x="9010896" y="17770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1" name="pt48001"/>
            <p:cNvSpPr/>
            <p:nvPr/>
          </p:nvSpPr>
          <p:spPr>
            <a:xfrm>
              <a:off x="8817779" y="21803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2" name="pt48002"/>
            <p:cNvSpPr/>
            <p:nvPr/>
          </p:nvSpPr>
          <p:spPr>
            <a:xfrm>
              <a:off x="8550210" y="24701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3" name="pt48003"/>
            <p:cNvSpPr/>
            <p:nvPr/>
          </p:nvSpPr>
          <p:spPr>
            <a:xfrm>
              <a:off x="8431181" y="22730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4" name="pt48004"/>
            <p:cNvSpPr/>
            <p:nvPr/>
          </p:nvSpPr>
          <p:spPr>
            <a:xfrm>
              <a:off x="8619838" y="22599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5" name="pt48005"/>
            <p:cNvSpPr/>
            <p:nvPr/>
          </p:nvSpPr>
          <p:spPr>
            <a:xfrm>
              <a:off x="8646309" y="25090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6" name="pt48006"/>
            <p:cNvSpPr/>
            <p:nvPr/>
          </p:nvSpPr>
          <p:spPr>
            <a:xfrm>
              <a:off x="9147356" y="23138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7" name="pt48007"/>
            <p:cNvSpPr/>
            <p:nvPr/>
          </p:nvSpPr>
          <p:spPr>
            <a:xfrm>
              <a:off x="8570436" y="23869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8" name="pt48008"/>
            <p:cNvSpPr/>
            <p:nvPr/>
          </p:nvSpPr>
          <p:spPr>
            <a:xfrm>
              <a:off x="8312152" y="23558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9" name="pt48009"/>
            <p:cNvSpPr/>
            <p:nvPr/>
          </p:nvSpPr>
          <p:spPr>
            <a:xfrm>
              <a:off x="8929892" y="1678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0" name="pt48010"/>
            <p:cNvSpPr/>
            <p:nvPr/>
          </p:nvSpPr>
          <p:spPr>
            <a:xfrm>
              <a:off x="8745877" y="20453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1" name="pt48011"/>
            <p:cNvSpPr/>
            <p:nvPr/>
          </p:nvSpPr>
          <p:spPr>
            <a:xfrm>
              <a:off x="9382741" y="21039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2" name="pt48012"/>
            <p:cNvSpPr/>
            <p:nvPr/>
          </p:nvSpPr>
          <p:spPr>
            <a:xfrm>
              <a:off x="8887406" y="18837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3" name="pt48013"/>
            <p:cNvSpPr/>
            <p:nvPr/>
          </p:nvSpPr>
          <p:spPr>
            <a:xfrm>
              <a:off x="8707558" y="22537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4" name="pt48014"/>
            <p:cNvSpPr/>
            <p:nvPr/>
          </p:nvSpPr>
          <p:spPr>
            <a:xfrm>
              <a:off x="8932228" y="18591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5" name="pt48015"/>
            <p:cNvSpPr/>
            <p:nvPr/>
          </p:nvSpPr>
          <p:spPr>
            <a:xfrm>
              <a:off x="9052414" y="2221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6" name="pt48016"/>
            <p:cNvSpPr/>
            <p:nvPr/>
          </p:nvSpPr>
          <p:spPr>
            <a:xfrm>
              <a:off x="8679650" y="23846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7" name="pt48017"/>
            <p:cNvSpPr/>
            <p:nvPr/>
          </p:nvSpPr>
          <p:spPr>
            <a:xfrm>
              <a:off x="9091423" y="16857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8" name="pt48018"/>
            <p:cNvSpPr/>
            <p:nvPr/>
          </p:nvSpPr>
          <p:spPr>
            <a:xfrm>
              <a:off x="8312152" y="23765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9" name="pt48019"/>
            <p:cNvSpPr/>
            <p:nvPr/>
          </p:nvSpPr>
          <p:spPr>
            <a:xfrm>
              <a:off x="8500809" y="26009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0" name="pt48020"/>
            <p:cNvSpPr/>
            <p:nvPr/>
          </p:nvSpPr>
          <p:spPr>
            <a:xfrm>
              <a:off x="8604896" y="23952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1" name="pt48021"/>
            <p:cNvSpPr/>
            <p:nvPr/>
          </p:nvSpPr>
          <p:spPr>
            <a:xfrm>
              <a:off x="8619838" y="23329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2" name="pt48022"/>
            <p:cNvSpPr/>
            <p:nvPr/>
          </p:nvSpPr>
          <p:spPr>
            <a:xfrm>
              <a:off x="8469500" y="23062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3" name="pt48023"/>
            <p:cNvSpPr/>
            <p:nvPr/>
          </p:nvSpPr>
          <p:spPr>
            <a:xfrm>
              <a:off x="8980466" y="19762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4" name="pt48024"/>
            <p:cNvSpPr/>
            <p:nvPr/>
          </p:nvSpPr>
          <p:spPr>
            <a:xfrm>
              <a:off x="9037995" y="17550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5" name="pt48025"/>
            <p:cNvSpPr/>
            <p:nvPr/>
          </p:nvSpPr>
          <p:spPr>
            <a:xfrm>
              <a:off x="8698750" y="23918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6" name="pt48026"/>
            <p:cNvSpPr/>
            <p:nvPr/>
          </p:nvSpPr>
          <p:spPr>
            <a:xfrm>
              <a:off x="9064645" y="20103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7" name="pt48027"/>
            <p:cNvSpPr/>
            <p:nvPr/>
          </p:nvSpPr>
          <p:spPr>
            <a:xfrm>
              <a:off x="8956027" y="20738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8" name="pt48028"/>
            <p:cNvSpPr/>
            <p:nvPr/>
          </p:nvSpPr>
          <p:spPr>
            <a:xfrm>
              <a:off x="9018082" y="13899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9" name="pt48029"/>
            <p:cNvSpPr/>
            <p:nvPr/>
          </p:nvSpPr>
          <p:spPr>
            <a:xfrm>
              <a:off x="8312152" y="23891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0" name="pt48030"/>
            <p:cNvSpPr/>
            <p:nvPr/>
          </p:nvSpPr>
          <p:spPr>
            <a:xfrm>
              <a:off x="8723925" y="21966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1" name="pt48031"/>
            <p:cNvSpPr/>
            <p:nvPr/>
          </p:nvSpPr>
          <p:spPr>
            <a:xfrm>
              <a:off x="9062485" y="20692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2" name="pt48032"/>
            <p:cNvSpPr/>
            <p:nvPr/>
          </p:nvSpPr>
          <p:spPr>
            <a:xfrm>
              <a:off x="9620546" y="23249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3" name="pt48033"/>
            <p:cNvSpPr/>
            <p:nvPr/>
          </p:nvSpPr>
          <p:spPr>
            <a:xfrm>
              <a:off x="9652003" y="22893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4" name="pt48034"/>
            <p:cNvSpPr/>
            <p:nvPr/>
          </p:nvSpPr>
          <p:spPr>
            <a:xfrm>
              <a:off x="8707558" y="22529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5" name="pt48035"/>
            <p:cNvSpPr/>
            <p:nvPr/>
          </p:nvSpPr>
          <p:spPr>
            <a:xfrm>
              <a:off x="8381780" y="2400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6" name="pt48036"/>
            <p:cNvSpPr/>
            <p:nvPr/>
          </p:nvSpPr>
          <p:spPr>
            <a:xfrm>
              <a:off x="8381780" y="22579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7" name="pt48037"/>
            <p:cNvSpPr/>
            <p:nvPr/>
          </p:nvSpPr>
          <p:spPr>
            <a:xfrm>
              <a:off x="9076063" y="20276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8" name="pt48038"/>
            <p:cNvSpPr/>
            <p:nvPr/>
          </p:nvSpPr>
          <p:spPr>
            <a:xfrm>
              <a:off x="8570436" y="23476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9" name="pt48039"/>
            <p:cNvSpPr/>
            <p:nvPr/>
          </p:nvSpPr>
          <p:spPr>
            <a:xfrm>
              <a:off x="9199552" y="17453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0" name="pt48040"/>
            <p:cNvSpPr/>
            <p:nvPr/>
          </p:nvSpPr>
          <p:spPr>
            <a:xfrm>
              <a:off x="9123951" y="2013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1" name="pt48041"/>
            <p:cNvSpPr/>
            <p:nvPr/>
          </p:nvSpPr>
          <p:spPr>
            <a:xfrm>
              <a:off x="9087709" y="20221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2" name="pt48042"/>
            <p:cNvSpPr/>
            <p:nvPr/>
          </p:nvSpPr>
          <p:spPr>
            <a:xfrm>
              <a:off x="8619838" y="22444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3" name="pt48043"/>
            <p:cNvSpPr/>
            <p:nvPr/>
          </p:nvSpPr>
          <p:spPr>
            <a:xfrm>
              <a:off x="9087709" y="20548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4" name="pt48044"/>
            <p:cNvSpPr/>
            <p:nvPr/>
          </p:nvSpPr>
          <p:spPr>
            <a:xfrm>
              <a:off x="9356998" y="20786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5" name="pt48045"/>
            <p:cNvSpPr/>
            <p:nvPr/>
          </p:nvSpPr>
          <p:spPr>
            <a:xfrm>
              <a:off x="9304571" y="21706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6" name="pt48046"/>
            <p:cNvSpPr/>
            <p:nvPr/>
          </p:nvSpPr>
          <p:spPr>
            <a:xfrm>
              <a:off x="9037995" y="1731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7" name="pt48047"/>
            <p:cNvSpPr/>
            <p:nvPr/>
          </p:nvSpPr>
          <p:spPr>
            <a:xfrm>
              <a:off x="8765338" y="19698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8" name="pt48048"/>
            <p:cNvSpPr/>
            <p:nvPr/>
          </p:nvSpPr>
          <p:spPr>
            <a:xfrm>
              <a:off x="8932228" y="19527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9" name="pt48049"/>
            <p:cNvSpPr/>
            <p:nvPr/>
          </p:nvSpPr>
          <p:spPr>
            <a:xfrm>
              <a:off x="9027663" y="19232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0" name="pt48050"/>
            <p:cNvSpPr/>
            <p:nvPr/>
          </p:nvSpPr>
          <p:spPr>
            <a:xfrm>
              <a:off x="9073023" y="1817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1" name="pt48051"/>
            <p:cNvSpPr/>
            <p:nvPr/>
          </p:nvSpPr>
          <p:spPr>
            <a:xfrm>
              <a:off x="8588529" y="2178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2" name="pt48052"/>
            <p:cNvSpPr/>
            <p:nvPr/>
          </p:nvSpPr>
          <p:spPr>
            <a:xfrm>
              <a:off x="8874912" y="21543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3" name="pt48053"/>
            <p:cNvSpPr/>
            <p:nvPr/>
          </p:nvSpPr>
          <p:spPr>
            <a:xfrm>
              <a:off x="8941268" y="18983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4" name="pt48054"/>
            <p:cNvSpPr/>
            <p:nvPr/>
          </p:nvSpPr>
          <p:spPr>
            <a:xfrm>
              <a:off x="8550210" y="24294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5" name="pt48055"/>
            <p:cNvSpPr/>
            <p:nvPr/>
          </p:nvSpPr>
          <p:spPr>
            <a:xfrm>
              <a:off x="9123951" y="20133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6" name="pt48056"/>
            <p:cNvSpPr/>
            <p:nvPr/>
          </p:nvSpPr>
          <p:spPr>
            <a:xfrm>
              <a:off x="8803657" y="21001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7" name="pt48057"/>
            <p:cNvSpPr/>
            <p:nvPr/>
          </p:nvSpPr>
          <p:spPr>
            <a:xfrm>
              <a:off x="8759093" y="20989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8" name="pt48058"/>
            <p:cNvSpPr/>
            <p:nvPr/>
          </p:nvSpPr>
          <p:spPr>
            <a:xfrm>
              <a:off x="9898409" y="26713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9" name="pt48059"/>
            <p:cNvSpPr/>
            <p:nvPr/>
          </p:nvSpPr>
          <p:spPr>
            <a:xfrm>
              <a:off x="8868306" y="23358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0" name="pt48060"/>
            <p:cNvSpPr/>
            <p:nvPr/>
          </p:nvSpPr>
          <p:spPr>
            <a:xfrm>
              <a:off x="9350622" y="20575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1" name="pt48061"/>
            <p:cNvSpPr/>
            <p:nvPr/>
          </p:nvSpPr>
          <p:spPr>
            <a:xfrm>
              <a:off x="9222422" y="19371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2" name="pt48062"/>
            <p:cNvSpPr/>
            <p:nvPr/>
          </p:nvSpPr>
          <p:spPr>
            <a:xfrm>
              <a:off x="9286390" y="19870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3" name="pt48063"/>
            <p:cNvSpPr/>
            <p:nvPr/>
          </p:nvSpPr>
          <p:spPr>
            <a:xfrm>
              <a:off x="8861436" y="19024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4" name="pt48064"/>
            <p:cNvSpPr/>
            <p:nvPr/>
          </p:nvSpPr>
          <p:spPr>
            <a:xfrm>
              <a:off x="9215429" y="19498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5" name="pt48065"/>
            <p:cNvSpPr/>
            <p:nvPr/>
          </p:nvSpPr>
          <p:spPr>
            <a:xfrm>
              <a:off x="8920215" y="21621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6" name="pt48066"/>
            <p:cNvSpPr/>
            <p:nvPr/>
          </p:nvSpPr>
          <p:spPr>
            <a:xfrm>
              <a:off x="8646309" y="24516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7" name="pt48067"/>
            <p:cNvSpPr/>
            <p:nvPr/>
          </p:nvSpPr>
          <p:spPr>
            <a:xfrm>
              <a:off x="9056963" y="2078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8" name="pt48068"/>
            <p:cNvSpPr/>
            <p:nvPr/>
          </p:nvSpPr>
          <p:spPr>
            <a:xfrm>
              <a:off x="8904593" y="21757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9" name="pt48069"/>
            <p:cNvSpPr/>
            <p:nvPr/>
          </p:nvSpPr>
          <p:spPr>
            <a:xfrm>
              <a:off x="8679650" y="24566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0" name="pt48070"/>
            <p:cNvSpPr/>
            <p:nvPr/>
          </p:nvSpPr>
          <p:spPr>
            <a:xfrm>
              <a:off x="9102103" y="23146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1" name="pt48071"/>
            <p:cNvSpPr/>
            <p:nvPr/>
          </p:nvSpPr>
          <p:spPr>
            <a:xfrm>
              <a:off x="8381780" y="22354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2" name="pt48072"/>
            <p:cNvSpPr/>
            <p:nvPr/>
          </p:nvSpPr>
          <p:spPr>
            <a:xfrm>
              <a:off x="9184210" y="24136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3" name="pt48073"/>
            <p:cNvSpPr/>
            <p:nvPr/>
          </p:nvSpPr>
          <p:spPr>
            <a:xfrm>
              <a:off x="9279466" y="20793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4" name="pt48074"/>
            <p:cNvSpPr/>
            <p:nvPr/>
          </p:nvSpPr>
          <p:spPr>
            <a:xfrm>
              <a:off x="8945616" y="21054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5" name="pt48075"/>
            <p:cNvSpPr/>
            <p:nvPr/>
          </p:nvSpPr>
          <p:spPr>
            <a:xfrm>
              <a:off x="8570436" y="23517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6" name="pt48076"/>
            <p:cNvSpPr/>
            <p:nvPr/>
          </p:nvSpPr>
          <p:spPr>
            <a:xfrm>
              <a:off x="8842954" y="21114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7" name="pt48077"/>
            <p:cNvSpPr/>
            <p:nvPr/>
          </p:nvSpPr>
          <p:spPr>
            <a:xfrm>
              <a:off x="9274162" y="19502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8" name="pt48078"/>
            <p:cNvSpPr/>
            <p:nvPr/>
          </p:nvSpPr>
          <p:spPr>
            <a:xfrm>
              <a:off x="8890393" y="20172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9" name="pt48079"/>
            <p:cNvSpPr/>
            <p:nvPr/>
          </p:nvSpPr>
          <p:spPr>
            <a:xfrm>
              <a:off x="8788268" y="21128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0" name="pt48080"/>
            <p:cNvSpPr/>
            <p:nvPr/>
          </p:nvSpPr>
          <p:spPr>
            <a:xfrm>
              <a:off x="9020874" y="16311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1" name="pt48081"/>
            <p:cNvSpPr/>
            <p:nvPr/>
          </p:nvSpPr>
          <p:spPr>
            <a:xfrm>
              <a:off x="8980466" y="19668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2" name="pt48082"/>
            <p:cNvSpPr/>
            <p:nvPr/>
          </p:nvSpPr>
          <p:spPr>
            <a:xfrm>
              <a:off x="9277923" y="19832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3" name="pt48083"/>
            <p:cNvSpPr/>
            <p:nvPr/>
          </p:nvSpPr>
          <p:spPr>
            <a:xfrm>
              <a:off x="8850587" y="20832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4" name="pt48084"/>
            <p:cNvSpPr/>
            <p:nvPr/>
          </p:nvSpPr>
          <p:spPr>
            <a:xfrm>
              <a:off x="8939053" y="1965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5" name="pt48085"/>
            <p:cNvSpPr/>
            <p:nvPr/>
          </p:nvSpPr>
          <p:spPr>
            <a:xfrm>
              <a:off x="9141283" y="22480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6" name="pt48086"/>
            <p:cNvSpPr/>
            <p:nvPr/>
          </p:nvSpPr>
          <p:spPr>
            <a:xfrm>
              <a:off x="9247109" y="2079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7" name="pt48087"/>
            <p:cNvSpPr/>
            <p:nvPr/>
          </p:nvSpPr>
          <p:spPr>
            <a:xfrm>
              <a:off x="8689465" y="22965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8" name="pt48088"/>
            <p:cNvSpPr/>
            <p:nvPr/>
          </p:nvSpPr>
          <p:spPr>
            <a:xfrm>
              <a:off x="8431181" y="23888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9" name="pt48089"/>
            <p:cNvSpPr/>
            <p:nvPr/>
          </p:nvSpPr>
          <p:spPr>
            <a:xfrm>
              <a:off x="8808494" y="21690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0" name="pt48090"/>
            <p:cNvSpPr/>
            <p:nvPr/>
          </p:nvSpPr>
          <p:spPr>
            <a:xfrm>
              <a:off x="9275425" y="18067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1" name="pt48091"/>
            <p:cNvSpPr/>
            <p:nvPr/>
          </p:nvSpPr>
          <p:spPr>
            <a:xfrm>
              <a:off x="9039244" y="1859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2" name="pt48092"/>
            <p:cNvSpPr/>
            <p:nvPr/>
          </p:nvSpPr>
          <p:spPr>
            <a:xfrm>
              <a:off x="8669239" y="23312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3" name="pt48093"/>
            <p:cNvSpPr/>
            <p:nvPr/>
          </p:nvSpPr>
          <p:spPr>
            <a:xfrm>
              <a:off x="8500809" y="2580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4" name="pt48094"/>
            <p:cNvSpPr/>
            <p:nvPr/>
          </p:nvSpPr>
          <p:spPr>
            <a:xfrm>
              <a:off x="9620546" y="20031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5" name="pt48095"/>
            <p:cNvSpPr/>
            <p:nvPr/>
          </p:nvSpPr>
          <p:spPr>
            <a:xfrm>
              <a:off x="9252225" y="19670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6" name="pt48096"/>
            <p:cNvSpPr/>
            <p:nvPr/>
          </p:nvSpPr>
          <p:spPr>
            <a:xfrm>
              <a:off x="8982209" y="20369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7" name="pt48097"/>
            <p:cNvSpPr/>
            <p:nvPr/>
          </p:nvSpPr>
          <p:spPr>
            <a:xfrm>
              <a:off x="8431181" y="25912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8" name="pt48098"/>
            <p:cNvSpPr/>
            <p:nvPr/>
          </p:nvSpPr>
          <p:spPr>
            <a:xfrm>
              <a:off x="8868306" y="22053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9" name="pt48099"/>
            <p:cNvSpPr/>
            <p:nvPr/>
          </p:nvSpPr>
          <p:spPr>
            <a:xfrm>
              <a:off x="9283113" y="19335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0" name="pt48100"/>
            <p:cNvSpPr/>
            <p:nvPr/>
          </p:nvSpPr>
          <p:spPr>
            <a:xfrm>
              <a:off x="8381780" y="23678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1" name="pt48101"/>
            <p:cNvSpPr/>
            <p:nvPr/>
          </p:nvSpPr>
          <p:spPr>
            <a:xfrm>
              <a:off x="8633583" y="2171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2" name="pt48102"/>
            <p:cNvSpPr/>
            <p:nvPr/>
          </p:nvSpPr>
          <p:spPr>
            <a:xfrm>
              <a:off x="9382404" y="20524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3" name="pt48103"/>
            <p:cNvSpPr/>
            <p:nvPr/>
          </p:nvSpPr>
          <p:spPr>
            <a:xfrm>
              <a:off x="8899053" y="22345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4" name="pt48104"/>
            <p:cNvSpPr/>
            <p:nvPr/>
          </p:nvSpPr>
          <p:spPr>
            <a:xfrm>
              <a:off x="8689465" y="24525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5" name="pt48105"/>
            <p:cNvSpPr/>
            <p:nvPr/>
          </p:nvSpPr>
          <p:spPr>
            <a:xfrm>
              <a:off x="8782816" y="2108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6" name="pt48106"/>
            <p:cNvSpPr/>
            <p:nvPr/>
          </p:nvSpPr>
          <p:spPr>
            <a:xfrm>
              <a:off x="9288151" y="18352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7" name="pt48107"/>
            <p:cNvSpPr/>
            <p:nvPr/>
          </p:nvSpPr>
          <p:spPr>
            <a:xfrm>
              <a:off x="8469500" y="2132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8" name="pt48108"/>
            <p:cNvSpPr/>
            <p:nvPr/>
          </p:nvSpPr>
          <p:spPr>
            <a:xfrm>
              <a:off x="9828342" y="24736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9" name="pt48109"/>
            <p:cNvSpPr/>
            <p:nvPr/>
          </p:nvSpPr>
          <p:spPr>
            <a:xfrm>
              <a:off x="8570436" y="2371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0" name="pt48110"/>
            <p:cNvSpPr/>
            <p:nvPr/>
          </p:nvSpPr>
          <p:spPr>
            <a:xfrm>
              <a:off x="9169122" y="19709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1" name="pt48111"/>
            <p:cNvSpPr/>
            <p:nvPr/>
          </p:nvSpPr>
          <p:spPr>
            <a:xfrm>
              <a:off x="8813199" y="20532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2" name="pt48112"/>
            <p:cNvSpPr/>
            <p:nvPr/>
          </p:nvSpPr>
          <p:spPr>
            <a:xfrm>
              <a:off x="8798679" y="21407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3" name="pt48113"/>
            <p:cNvSpPr/>
            <p:nvPr/>
          </p:nvSpPr>
          <p:spPr>
            <a:xfrm>
              <a:off x="8312152" y="2574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4" name="pt48114"/>
            <p:cNvSpPr/>
            <p:nvPr/>
          </p:nvSpPr>
          <p:spPr>
            <a:xfrm>
              <a:off x="9108871" y="20969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5" name="pt48115"/>
            <p:cNvSpPr/>
            <p:nvPr/>
          </p:nvSpPr>
          <p:spPr>
            <a:xfrm>
              <a:off x="9187390" y="22758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6" name="pt48116"/>
            <p:cNvSpPr/>
            <p:nvPr/>
          </p:nvSpPr>
          <p:spPr>
            <a:xfrm>
              <a:off x="8619838" y="22323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7" name="pt48117"/>
            <p:cNvSpPr/>
            <p:nvPr/>
          </p:nvSpPr>
          <p:spPr>
            <a:xfrm>
              <a:off x="9052414" y="22038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8" name="pt48118"/>
            <p:cNvSpPr/>
            <p:nvPr/>
          </p:nvSpPr>
          <p:spPr>
            <a:xfrm>
              <a:off x="8550210" y="25895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9" name="pt48119"/>
            <p:cNvSpPr/>
            <p:nvPr/>
          </p:nvSpPr>
          <p:spPr>
            <a:xfrm>
              <a:off x="9044150" y="18950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0" name="pt48120"/>
            <p:cNvSpPr/>
            <p:nvPr/>
          </p:nvSpPr>
          <p:spPr>
            <a:xfrm>
              <a:off x="8500809" y="23588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1" name="pt48121"/>
            <p:cNvSpPr/>
            <p:nvPr/>
          </p:nvSpPr>
          <p:spPr>
            <a:xfrm>
              <a:off x="8759093" y="21230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2" name="pt48122"/>
            <p:cNvSpPr/>
            <p:nvPr/>
          </p:nvSpPr>
          <p:spPr>
            <a:xfrm>
              <a:off x="9301626" y="21533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3" name="pt48123"/>
            <p:cNvSpPr/>
            <p:nvPr/>
          </p:nvSpPr>
          <p:spPr>
            <a:xfrm>
              <a:off x="8759093" y="20573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4" name="pt48124"/>
            <p:cNvSpPr/>
            <p:nvPr/>
          </p:nvSpPr>
          <p:spPr>
            <a:xfrm>
              <a:off x="8826587" y="23884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5" name="pt48125"/>
            <p:cNvSpPr/>
            <p:nvPr/>
          </p:nvSpPr>
          <p:spPr>
            <a:xfrm>
              <a:off x="8381780" y="25848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6" name="pt48126"/>
            <p:cNvSpPr/>
            <p:nvPr/>
          </p:nvSpPr>
          <p:spPr>
            <a:xfrm>
              <a:off x="9457237" y="2121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7" name="pt48127"/>
            <p:cNvSpPr/>
            <p:nvPr/>
          </p:nvSpPr>
          <p:spPr>
            <a:xfrm>
              <a:off x="8846813" y="20298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8" name="pt48128"/>
            <p:cNvSpPr/>
            <p:nvPr/>
          </p:nvSpPr>
          <p:spPr>
            <a:xfrm>
              <a:off x="9108871" y="20761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9" name="pt48129"/>
            <p:cNvSpPr/>
            <p:nvPr/>
          </p:nvSpPr>
          <p:spPr>
            <a:xfrm>
              <a:off x="8633583" y="21042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0" name="pt48130"/>
            <p:cNvSpPr/>
            <p:nvPr/>
          </p:nvSpPr>
          <p:spPr>
            <a:xfrm>
              <a:off x="8689465" y="25556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1" name="pt48131"/>
            <p:cNvSpPr/>
            <p:nvPr/>
          </p:nvSpPr>
          <p:spPr>
            <a:xfrm>
              <a:off x="9037995" y="19726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2" name="pt48132"/>
            <p:cNvSpPr/>
            <p:nvPr/>
          </p:nvSpPr>
          <p:spPr>
            <a:xfrm>
              <a:off x="8777185" y="23722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3" name="pt48133"/>
            <p:cNvSpPr/>
            <p:nvPr/>
          </p:nvSpPr>
          <p:spPr>
            <a:xfrm>
              <a:off x="8788268" y="21463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4" name="pt48134"/>
            <p:cNvSpPr/>
            <p:nvPr/>
          </p:nvSpPr>
          <p:spPr>
            <a:xfrm>
              <a:off x="8381780" y="23283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5" name="pt48135"/>
            <p:cNvSpPr/>
            <p:nvPr/>
          </p:nvSpPr>
          <p:spPr>
            <a:xfrm>
              <a:off x="8907297" y="21095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6" name="pt48136"/>
            <p:cNvSpPr/>
            <p:nvPr/>
          </p:nvSpPr>
          <p:spPr>
            <a:xfrm>
              <a:off x="9102103" y="22593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7" name="pt48137"/>
            <p:cNvSpPr/>
            <p:nvPr/>
          </p:nvSpPr>
          <p:spPr>
            <a:xfrm>
              <a:off x="9079049" y="20992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8" name="pt48138"/>
            <p:cNvSpPr/>
            <p:nvPr/>
          </p:nvSpPr>
          <p:spPr>
            <a:xfrm>
              <a:off x="8765338" y="20915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9" name="pt48139"/>
            <p:cNvSpPr/>
            <p:nvPr/>
          </p:nvSpPr>
          <p:spPr>
            <a:xfrm>
              <a:off x="8715936" y="22427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0" name="pt48140"/>
            <p:cNvSpPr/>
            <p:nvPr/>
          </p:nvSpPr>
          <p:spPr>
            <a:xfrm>
              <a:off x="9167950" y="1795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1" name="pt48141"/>
            <p:cNvSpPr/>
            <p:nvPr/>
          </p:nvSpPr>
          <p:spPr>
            <a:xfrm>
              <a:off x="8759093" y="20435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2" name="pt48142"/>
            <p:cNvSpPr/>
            <p:nvPr/>
          </p:nvSpPr>
          <p:spPr>
            <a:xfrm>
              <a:off x="8752612" y="21115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3" name="pt48143"/>
            <p:cNvSpPr/>
            <p:nvPr/>
          </p:nvSpPr>
          <p:spPr>
            <a:xfrm>
              <a:off x="8431181" y="26567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4" name="pt48144"/>
            <p:cNvSpPr/>
            <p:nvPr/>
          </p:nvSpPr>
          <p:spPr>
            <a:xfrm>
              <a:off x="9517293" y="20257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5" name="pt48145"/>
            <p:cNvSpPr/>
            <p:nvPr/>
          </p:nvSpPr>
          <p:spPr>
            <a:xfrm>
              <a:off x="8738867" y="21520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6" name="pt48146"/>
            <p:cNvSpPr/>
            <p:nvPr/>
          </p:nvSpPr>
          <p:spPr>
            <a:xfrm>
              <a:off x="8633583" y="21426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7" name="pt48147"/>
            <p:cNvSpPr/>
            <p:nvPr/>
          </p:nvSpPr>
          <p:spPr>
            <a:xfrm>
              <a:off x="8658156" y="24082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8" name="pt48148"/>
            <p:cNvSpPr/>
            <p:nvPr/>
          </p:nvSpPr>
          <p:spPr>
            <a:xfrm>
              <a:off x="8633583" y="19102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9" name="pt48149"/>
            <p:cNvSpPr/>
            <p:nvPr/>
          </p:nvSpPr>
          <p:spPr>
            <a:xfrm>
              <a:off x="9178222" y="19481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0" name="pt48150"/>
            <p:cNvSpPr/>
            <p:nvPr/>
          </p:nvSpPr>
          <p:spPr>
            <a:xfrm>
              <a:off x="9111342" y="21063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1" name="pt48151"/>
            <p:cNvSpPr/>
            <p:nvPr/>
          </p:nvSpPr>
          <p:spPr>
            <a:xfrm>
              <a:off x="9518367" y="20015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2" name="pt48152"/>
            <p:cNvSpPr/>
            <p:nvPr/>
          </p:nvSpPr>
          <p:spPr>
            <a:xfrm>
              <a:off x="9606545" y="22825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3" name="pt48153"/>
            <p:cNvSpPr/>
            <p:nvPr/>
          </p:nvSpPr>
          <p:spPr>
            <a:xfrm>
              <a:off x="8884367" y="19367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4" name="pt48154"/>
            <p:cNvSpPr/>
            <p:nvPr/>
          </p:nvSpPr>
          <p:spPr>
            <a:xfrm>
              <a:off x="9030305" y="18133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5" name="pt48155"/>
            <p:cNvSpPr/>
            <p:nvPr/>
          </p:nvSpPr>
          <p:spPr>
            <a:xfrm>
              <a:off x="8834965" y="21004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6" name="pt48156"/>
            <p:cNvSpPr/>
            <p:nvPr/>
          </p:nvSpPr>
          <p:spPr>
            <a:xfrm>
              <a:off x="8500809" y="24035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7" name="pt48157"/>
            <p:cNvSpPr/>
            <p:nvPr/>
          </p:nvSpPr>
          <p:spPr>
            <a:xfrm>
              <a:off x="9034193" y="17547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8" name="pt48158"/>
            <p:cNvSpPr/>
            <p:nvPr/>
          </p:nvSpPr>
          <p:spPr>
            <a:xfrm>
              <a:off x="8312152" y="25790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9" name="pt48159"/>
            <p:cNvSpPr/>
            <p:nvPr/>
          </p:nvSpPr>
          <p:spPr>
            <a:xfrm>
              <a:off x="8500809" y="26225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0" name="pt48160"/>
            <p:cNvSpPr/>
            <p:nvPr/>
          </p:nvSpPr>
          <p:spPr>
            <a:xfrm>
              <a:off x="9027663" y="19440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1" name="pt48161"/>
            <p:cNvSpPr/>
            <p:nvPr/>
          </p:nvSpPr>
          <p:spPr>
            <a:xfrm>
              <a:off x="8381780" y="24079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2" name="pt48162"/>
            <p:cNvSpPr/>
            <p:nvPr/>
          </p:nvSpPr>
          <p:spPr>
            <a:xfrm>
              <a:off x="9120109" y="20878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3" name="pt48163"/>
            <p:cNvSpPr/>
            <p:nvPr/>
          </p:nvSpPr>
          <p:spPr>
            <a:xfrm>
              <a:off x="9179876" y="18975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4" name="pt48164"/>
            <p:cNvSpPr/>
            <p:nvPr/>
          </p:nvSpPr>
          <p:spPr>
            <a:xfrm>
              <a:off x="9047741" y="20992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5" name="pt48165"/>
            <p:cNvSpPr/>
            <p:nvPr/>
          </p:nvSpPr>
          <p:spPr>
            <a:xfrm>
              <a:off x="8817779" y="19843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6" name="pt48166"/>
            <p:cNvSpPr/>
            <p:nvPr/>
          </p:nvSpPr>
          <p:spPr>
            <a:xfrm>
              <a:off x="8932228" y="1961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7" name="pt48167"/>
            <p:cNvSpPr/>
            <p:nvPr/>
          </p:nvSpPr>
          <p:spPr>
            <a:xfrm>
              <a:off x="8907297" y="22127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8" name="pt48168"/>
            <p:cNvSpPr/>
            <p:nvPr/>
          </p:nvSpPr>
          <p:spPr>
            <a:xfrm>
              <a:off x="8527280" y="26756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9" name="pt48169"/>
            <p:cNvSpPr/>
            <p:nvPr/>
          </p:nvSpPr>
          <p:spPr>
            <a:xfrm>
              <a:off x="8842954" y="20239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0" name="pt48170"/>
            <p:cNvSpPr/>
            <p:nvPr/>
          </p:nvSpPr>
          <p:spPr>
            <a:xfrm>
              <a:off x="9123951" y="20628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1" name="pt48171"/>
            <p:cNvSpPr/>
            <p:nvPr/>
          </p:nvSpPr>
          <p:spPr>
            <a:xfrm>
              <a:off x="9110522" y="2060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2" name="pt48172"/>
            <p:cNvSpPr/>
            <p:nvPr/>
          </p:nvSpPr>
          <p:spPr>
            <a:xfrm>
              <a:off x="8679650" y="23686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3" name="pt48173"/>
            <p:cNvSpPr/>
            <p:nvPr/>
          </p:nvSpPr>
          <p:spPr>
            <a:xfrm>
              <a:off x="8469500" y="25376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4" name="pt48174"/>
            <p:cNvSpPr/>
            <p:nvPr/>
          </p:nvSpPr>
          <p:spPr>
            <a:xfrm>
              <a:off x="9010896" y="18108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5" name="pt48175"/>
            <p:cNvSpPr/>
            <p:nvPr/>
          </p:nvSpPr>
          <p:spPr>
            <a:xfrm>
              <a:off x="9031610" y="18384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6" name="pt48176"/>
            <p:cNvSpPr/>
            <p:nvPr/>
          </p:nvSpPr>
          <p:spPr>
            <a:xfrm>
              <a:off x="8550210" y="26854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7" name="pt48177"/>
            <p:cNvSpPr/>
            <p:nvPr/>
          </p:nvSpPr>
          <p:spPr>
            <a:xfrm>
              <a:off x="9232403" y="20079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8" name="pt48178"/>
            <p:cNvSpPr/>
            <p:nvPr/>
          </p:nvSpPr>
          <p:spPr>
            <a:xfrm>
              <a:off x="9474060" y="23221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9" name="pt48179"/>
            <p:cNvSpPr/>
            <p:nvPr/>
          </p:nvSpPr>
          <p:spPr>
            <a:xfrm>
              <a:off x="9199552" y="18890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0" name="pt48180"/>
            <p:cNvSpPr/>
            <p:nvPr/>
          </p:nvSpPr>
          <p:spPr>
            <a:xfrm>
              <a:off x="8932228" y="19187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1" name="pt48181"/>
            <p:cNvSpPr/>
            <p:nvPr/>
          </p:nvSpPr>
          <p:spPr>
            <a:xfrm>
              <a:off x="8731558" y="22459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2" name="pt48182"/>
            <p:cNvSpPr/>
            <p:nvPr/>
          </p:nvSpPr>
          <p:spPr>
            <a:xfrm>
              <a:off x="9413347" y="20604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3" name="pt48183"/>
            <p:cNvSpPr/>
            <p:nvPr/>
          </p:nvSpPr>
          <p:spPr>
            <a:xfrm>
              <a:off x="9178775" y="19478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4" name="pt48184"/>
            <p:cNvSpPr/>
            <p:nvPr/>
          </p:nvSpPr>
          <p:spPr>
            <a:xfrm>
              <a:off x="8884367" y="20940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5" name="pt48185"/>
            <p:cNvSpPr/>
            <p:nvPr/>
          </p:nvSpPr>
          <p:spPr>
            <a:xfrm>
              <a:off x="9518367" y="19920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6" name="pt48186"/>
            <p:cNvSpPr/>
            <p:nvPr/>
          </p:nvSpPr>
          <p:spPr>
            <a:xfrm>
              <a:off x="8752612" y="21881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7" name="pt48187"/>
            <p:cNvSpPr/>
            <p:nvPr/>
          </p:nvSpPr>
          <p:spPr>
            <a:xfrm>
              <a:off x="8707558" y="2343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8" name="pt48188"/>
            <p:cNvSpPr/>
            <p:nvPr/>
          </p:nvSpPr>
          <p:spPr>
            <a:xfrm>
              <a:off x="8956027" y="21904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9" name="pt48189"/>
            <p:cNvSpPr/>
            <p:nvPr/>
          </p:nvSpPr>
          <p:spPr>
            <a:xfrm>
              <a:off x="9007935" y="19060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0" name="pt48190"/>
            <p:cNvSpPr/>
            <p:nvPr/>
          </p:nvSpPr>
          <p:spPr>
            <a:xfrm>
              <a:off x="9155133" y="22086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1" name="pt48191"/>
            <p:cNvSpPr/>
            <p:nvPr/>
          </p:nvSpPr>
          <p:spPr>
            <a:xfrm>
              <a:off x="8731558" y="21912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2" name="pt48192"/>
            <p:cNvSpPr/>
            <p:nvPr/>
          </p:nvSpPr>
          <p:spPr>
            <a:xfrm>
              <a:off x="8723925" y="22953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3" name="pt48193"/>
            <p:cNvSpPr/>
            <p:nvPr/>
          </p:nvSpPr>
          <p:spPr>
            <a:xfrm>
              <a:off x="9350622" y="21452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4" name="pt48194"/>
            <p:cNvSpPr/>
            <p:nvPr/>
          </p:nvSpPr>
          <p:spPr>
            <a:xfrm>
              <a:off x="9037995" y="1807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5" name="pt48195"/>
            <p:cNvSpPr/>
            <p:nvPr/>
          </p:nvSpPr>
          <p:spPr>
            <a:xfrm>
              <a:off x="9123951" y="21142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6" name="pt48196"/>
            <p:cNvSpPr/>
            <p:nvPr/>
          </p:nvSpPr>
          <p:spPr>
            <a:xfrm>
              <a:off x="8633583" y="2103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7" name="pt48197"/>
            <p:cNvSpPr/>
            <p:nvPr/>
          </p:nvSpPr>
          <p:spPr>
            <a:xfrm>
              <a:off x="8890393" y="1998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8" name="pt48198"/>
            <p:cNvSpPr/>
            <p:nvPr/>
          </p:nvSpPr>
          <p:spPr>
            <a:xfrm>
              <a:off x="9100368" y="21615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9" name="pt48199"/>
            <p:cNvSpPr/>
            <p:nvPr/>
          </p:nvSpPr>
          <p:spPr>
            <a:xfrm>
              <a:off x="9052414" y="21613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0" name="pt48200"/>
            <p:cNvSpPr/>
            <p:nvPr/>
          </p:nvSpPr>
          <p:spPr>
            <a:xfrm>
              <a:off x="8679650" y="23637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1" name="pt48201"/>
            <p:cNvSpPr/>
            <p:nvPr/>
          </p:nvSpPr>
          <p:spPr>
            <a:xfrm>
              <a:off x="9197089" y="17739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2" name="pt48202"/>
            <p:cNvSpPr/>
            <p:nvPr/>
          </p:nvSpPr>
          <p:spPr>
            <a:xfrm>
              <a:off x="9123951" y="21829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3" name="pt48203"/>
            <p:cNvSpPr/>
            <p:nvPr/>
          </p:nvSpPr>
          <p:spPr>
            <a:xfrm>
              <a:off x="9326470" y="21704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4" name="pt48204"/>
            <p:cNvSpPr/>
            <p:nvPr/>
          </p:nvSpPr>
          <p:spPr>
            <a:xfrm>
              <a:off x="8689465" y="22729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5" name="pt48205"/>
            <p:cNvSpPr/>
            <p:nvPr/>
          </p:nvSpPr>
          <p:spPr>
            <a:xfrm>
              <a:off x="8868306" y="22486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6" name="pt48206"/>
            <p:cNvSpPr/>
            <p:nvPr/>
          </p:nvSpPr>
          <p:spPr>
            <a:xfrm>
              <a:off x="9507319" y="23048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7" name="pt48207"/>
            <p:cNvSpPr/>
            <p:nvPr/>
          </p:nvSpPr>
          <p:spPr>
            <a:xfrm>
              <a:off x="8469500" y="20903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8" name="pt48208"/>
            <p:cNvSpPr/>
            <p:nvPr/>
          </p:nvSpPr>
          <p:spPr>
            <a:xfrm>
              <a:off x="8312152" y="22876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9" name="pt48209"/>
            <p:cNvSpPr/>
            <p:nvPr/>
          </p:nvSpPr>
          <p:spPr>
            <a:xfrm>
              <a:off x="9304571" y="21694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0" name="pt48210"/>
            <p:cNvSpPr/>
            <p:nvPr/>
          </p:nvSpPr>
          <p:spPr>
            <a:xfrm>
              <a:off x="9436506" y="22077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1" name="pt48211"/>
            <p:cNvSpPr/>
            <p:nvPr/>
          </p:nvSpPr>
          <p:spPr>
            <a:xfrm>
              <a:off x="8588529" y="22316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2" name="pt48212"/>
            <p:cNvSpPr/>
            <p:nvPr/>
          </p:nvSpPr>
          <p:spPr>
            <a:xfrm>
              <a:off x="8793552" y="22773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3" name="pt48213"/>
            <p:cNvSpPr/>
            <p:nvPr/>
          </p:nvSpPr>
          <p:spPr>
            <a:xfrm>
              <a:off x="9169122" y="20130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4" name="pt48214"/>
            <p:cNvSpPr/>
            <p:nvPr/>
          </p:nvSpPr>
          <p:spPr>
            <a:xfrm>
              <a:off x="8893328" y="15645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5" name="pt48215"/>
            <p:cNvSpPr/>
            <p:nvPr/>
          </p:nvSpPr>
          <p:spPr>
            <a:xfrm>
              <a:off x="9664325" y="17149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6" name="pt48216"/>
            <p:cNvSpPr/>
            <p:nvPr/>
          </p:nvSpPr>
          <p:spPr>
            <a:xfrm>
              <a:off x="9169122" y="19997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7" name="pt48217"/>
            <p:cNvSpPr/>
            <p:nvPr/>
          </p:nvSpPr>
          <p:spPr>
            <a:xfrm>
              <a:off x="8901845" y="21439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8" name="pt48218"/>
            <p:cNvSpPr/>
            <p:nvPr/>
          </p:nvSpPr>
          <p:spPr>
            <a:xfrm>
              <a:off x="8765338" y="20777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9" name="pt48219"/>
            <p:cNvSpPr/>
            <p:nvPr/>
          </p:nvSpPr>
          <p:spPr>
            <a:xfrm>
              <a:off x="8469500" y="23937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0" name="pt48220"/>
            <p:cNvSpPr/>
            <p:nvPr/>
          </p:nvSpPr>
          <p:spPr>
            <a:xfrm>
              <a:off x="8738867" y="23417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1" name="pt48221"/>
            <p:cNvSpPr/>
            <p:nvPr/>
          </p:nvSpPr>
          <p:spPr>
            <a:xfrm>
              <a:off x="8312152" y="24972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2" name="pt48222"/>
            <p:cNvSpPr/>
            <p:nvPr/>
          </p:nvSpPr>
          <p:spPr>
            <a:xfrm>
              <a:off x="8527280" y="27019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3" name="pt48223"/>
            <p:cNvSpPr/>
            <p:nvPr/>
          </p:nvSpPr>
          <p:spPr>
            <a:xfrm>
              <a:off x="8752612" y="21528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4" name="pt48224"/>
            <p:cNvSpPr/>
            <p:nvPr/>
          </p:nvSpPr>
          <p:spPr>
            <a:xfrm>
              <a:off x="9474060" y="2273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5" name="pt48225"/>
            <p:cNvSpPr/>
            <p:nvPr/>
          </p:nvSpPr>
          <p:spPr>
            <a:xfrm>
              <a:off x="8669239" y="22661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6" name="pt48226"/>
            <p:cNvSpPr/>
            <p:nvPr/>
          </p:nvSpPr>
          <p:spPr>
            <a:xfrm>
              <a:off x="8679650" y="24004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7" name="pt48227"/>
            <p:cNvSpPr/>
            <p:nvPr/>
          </p:nvSpPr>
          <p:spPr>
            <a:xfrm>
              <a:off x="9482363" y="25217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8" name="pt48228"/>
            <p:cNvSpPr/>
            <p:nvPr/>
          </p:nvSpPr>
          <p:spPr>
            <a:xfrm>
              <a:off x="9642404" y="2434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9" name="pt48229"/>
            <p:cNvSpPr/>
            <p:nvPr/>
          </p:nvSpPr>
          <p:spPr>
            <a:xfrm>
              <a:off x="8731558" y="23085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0" name="pt48230"/>
            <p:cNvSpPr/>
            <p:nvPr/>
          </p:nvSpPr>
          <p:spPr>
            <a:xfrm>
              <a:off x="8550210" y="25130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1" name="pt48231"/>
            <p:cNvSpPr/>
            <p:nvPr/>
          </p:nvSpPr>
          <p:spPr>
            <a:xfrm>
              <a:off x="8619838" y="23355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2" name="pt48232"/>
            <p:cNvSpPr/>
            <p:nvPr/>
          </p:nvSpPr>
          <p:spPr>
            <a:xfrm>
              <a:off x="9087709" y="19814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3" name="pt48233"/>
            <p:cNvSpPr/>
            <p:nvPr/>
          </p:nvSpPr>
          <p:spPr>
            <a:xfrm>
              <a:off x="8920215" y="21037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4" name="pt48234"/>
            <p:cNvSpPr/>
            <p:nvPr/>
          </p:nvSpPr>
          <p:spPr>
            <a:xfrm>
              <a:off x="9035469" y="18134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5" name="pt48235"/>
            <p:cNvSpPr/>
            <p:nvPr/>
          </p:nvSpPr>
          <p:spPr>
            <a:xfrm>
              <a:off x="9279466" y="2116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6" name="pt48236"/>
            <p:cNvSpPr/>
            <p:nvPr/>
          </p:nvSpPr>
          <p:spPr>
            <a:xfrm>
              <a:off x="8765338" y="2157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7" name="pt48237"/>
            <p:cNvSpPr/>
            <p:nvPr/>
          </p:nvSpPr>
          <p:spPr>
            <a:xfrm>
              <a:off x="9003396" y="20176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8" name="pt48238"/>
            <p:cNvSpPr/>
            <p:nvPr/>
          </p:nvSpPr>
          <p:spPr>
            <a:xfrm>
              <a:off x="9668168" y="24093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9" name="pt48239"/>
            <p:cNvSpPr/>
            <p:nvPr/>
          </p:nvSpPr>
          <p:spPr>
            <a:xfrm>
              <a:off x="8782816" y="22495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0" name="pt48240"/>
            <p:cNvSpPr/>
            <p:nvPr/>
          </p:nvSpPr>
          <p:spPr>
            <a:xfrm>
              <a:off x="8431181" y="23749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1" name="pt48241"/>
            <p:cNvSpPr/>
            <p:nvPr/>
          </p:nvSpPr>
          <p:spPr>
            <a:xfrm>
              <a:off x="8922686" y="18064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2" name="pt48242"/>
            <p:cNvSpPr/>
            <p:nvPr/>
          </p:nvSpPr>
          <p:spPr>
            <a:xfrm>
              <a:off x="9123951" y="20758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3" name="pt48243"/>
            <p:cNvSpPr/>
            <p:nvPr/>
          </p:nvSpPr>
          <p:spPr>
            <a:xfrm>
              <a:off x="8945616" y="21451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4" name="pt48244"/>
            <p:cNvSpPr/>
            <p:nvPr/>
          </p:nvSpPr>
          <p:spPr>
            <a:xfrm>
              <a:off x="9064645" y="20423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5" name="pt48245"/>
            <p:cNvSpPr/>
            <p:nvPr/>
          </p:nvSpPr>
          <p:spPr>
            <a:xfrm>
              <a:off x="9030305" y="19673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6" name="pt48246"/>
            <p:cNvSpPr/>
            <p:nvPr/>
          </p:nvSpPr>
          <p:spPr>
            <a:xfrm>
              <a:off x="8947749" y="20914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7" name="pt48247"/>
            <p:cNvSpPr/>
            <p:nvPr/>
          </p:nvSpPr>
          <p:spPr>
            <a:xfrm>
              <a:off x="9352841" y="21523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8" name="pt48248"/>
            <p:cNvSpPr/>
            <p:nvPr/>
          </p:nvSpPr>
          <p:spPr>
            <a:xfrm>
              <a:off x="9573129" y="23133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9" name="pt48249"/>
            <p:cNvSpPr/>
            <p:nvPr/>
          </p:nvSpPr>
          <p:spPr>
            <a:xfrm>
              <a:off x="8798679" y="2050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0" name="pt48250"/>
            <p:cNvSpPr/>
            <p:nvPr/>
          </p:nvSpPr>
          <p:spPr>
            <a:xfrm>
              <a:off x="8381780" y="24209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1" name="pt48251"/>
            <p:cNvSpPr/>
            <p:nvPr/>
          </p:nvSpPr>
          <p:spPr>
            <a:xfrm>
              <a:off x="8782816" y="21125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2" name="pt48252"/>
            <p:cNvSpPr/>
            <p:nvPr/>
          </p:nvSpPr>
          <p:spPr>
            <a:xfrm>
              <a:off x="8958035" y="22350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3" name="pt48253"/>
            <p:cNvSpPr/>
            <p:nvPr/>
          </p:nvSpPr>
          <p:spPr>
            <a:xfrm>
              <a:off x="8971473" y="23016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4" name="pt48254"/>
            <p:cNvSpPr/>
            <p:nvPr/>
          </p:nvSpPr>
          <p:spPr>
            <a:xfrm>
              <a:off x="9732410" y="21600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5" name="pt48255"/>
            <p:cNvSpPr/>
            <p:nvPr/>
          </p:nvSpPr>
          <p:spPr>
            <a:xfrm>
              <a:off x="8707558" y="22414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6" name="pt48256"/>
            <p:cNvSpPr/>
            <p:nvPr/>
          </p:nvSpPr>
          <p:spPr>
            <a:xfrm>
              <a:off x="9037995" y="1834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7" name="pt48257"/>
            <p:cNvSpPr/>
            <p:nvPr/>
          </p:nvSpPr>
          <p:spPr>
            <a:xfrm>
              <a:off x="8813199" y="20621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8" name="pt48258"/>
            <p:cNvSpPr/>
            <p:nvPr/>
          </p:nvSpPr>
          <p:spPr>
            <a:xfrm>
              <a:off x="9060297" y="19553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9" name="pt48259"/>
            <p:cNvSpPr/>
            <p:nvPr/>
          </p:nvSpPr>
          <p:spPr>
            <a:xfrm>
              <a:off x="9274162" y="19297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0" name="pt48260"/>
            <p:cNvSpPr/>
            <p:nvPr/>
          </p:nvSpPr>
          <p:spPr>
            <a:xfrm>
              <a:off x="8312152" y="22359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1" name="pt48261"/>
            <p:cNvSpPr/>
            <p:nvPr/>
          </p:nvSpPr>
          <p:spPr>
            <a:xfrm>
              <a:off x="9548628" y="2044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2" name="pt48262"/>
            <p:cNvSpPr/>
            <p:nvPr/>
          </p:nvSpPr>
          <p:spPr>
            <a:xfrm>
              <a:off x="8431181" y="22328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3" name="pt48263"/>
            <p:cNvSpPr/>
            <p:nvPr/>
          </p:nvSpPr>
          <p:spPr>
            <a:xfrm>
              <a:off x="8633583" y="20550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4" name="pt48264"/>
            <p:cNvSpPr/>
            <p:nvPr/>
          </p:nvSpPr>
          <p:spPr>
            <a:xfrm>
              <a:off x="8588529" y="22583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5" name="pt48265"/>
            <p:cNvSpPr/>
            <p:nvPr/>
          </p:nvSpPr>
          <p:spPr>
            <a:xfrm>
              <a:off x="9074042" y="20867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6" name="pt48266"/>
            <p:cNvSpPr/>
            <p:nvPr/>
          </p:nvSpPr>
          <p:spPr>
            <a:xfrm>
              <a:off x="9978328" y="24216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7" name="pt48267"/>
            <p:cNvSpPr/>
            <p:nvPr/>
          </p:nvSpPr>
          <p:spPr>
            <a:xfrm>
              <a:off x="8887406" y="15870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8" name="pt48268"/>
            <p:cNvSpPr/>
            <p:nvPr/>
          </p:nvSpPr>
          <p:spPr>
            <a:xfrm>
              <a:off x="8834965" y="20722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9" name="pt48269"/>
            <p:cNvSpPr/>
            <p:nvPr/>
          </p:nvSpPr>
          <p:spPr>
            <a:xfrm>
              <a:off x="8874912" y="20927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0" name="pt48270"/>
            <p:cNvSpPr/>
            <p:nvPr/>
          </p:nvSpPr>
          <p:spPr>
            <a:xfrm>
              <a:off x="9116180" y="20312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1" name="pt48271"/>
            <p:cNvSpPr/>
            <p:nvPr/>
          </p:nvSpPr>
          <p:spPr>
            <a:xfrm>
              <a:off x="8965842" y="22176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2" name="pt48272"/>
            <p:cNvSpPr/>
            <p:nvPr/>
          </p:nvSpPr>
          <p:spPr>
            <a:xfrm>
              <a:off x="9320769" y="22429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3" name="pt48273"/>
            <p:cNvSpPr/>
            <p:nvPr/>
          </p:nvSpPr>
          <p:spPr>
            <a:xfrm>
              <a:off x="8619838" y="2304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4" name="pt48274"/>
            <p:cNvSpPr/>
            <p:nvPr/>
          </p:nvSpPr>
          <p:spPr>
            <a:xfrm>
              <a:off x="8987335" y="20309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5" name="pt48275"/>
            <p:cNvSpPr/>
            <p:nvPr/>
          </p:nvSpPr>
          <p:spPr>
            <a:xfrm>
              <a:off x="8777185" y="22119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6" name="pt48276"/>
            <p:cNvSpPr/>
            <p:nvPr/>
          </p:nvSpPr>
          <p:spPr>
            <a:xfrm>
              <a:off x="8431181" y="22324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7" name="pt48277"/>
            <p:cNvSpPr/>
            <p:nvPr/>
          </p:nvSpPr>
          <p:spPr>
            <a:xfrm>
              <a:off x="9206269" y="17076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8" name="pt48278"/>
            <p:cNvSpPr/>
            <p:nvPr/>
          </p:nvSpPr>
          <p:spPr>
            <a:xfrm>
              <a:off x="8980466" y="19906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9" name="pt48279"/>
            <p:cNvSpPr/>
            <p:nvPr/>
          </p:nvSpPr>
          <p:spPr>
            <a:xfrm>
              <a:off x="9215429" y="19536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0" name="pt48280"/>
            <p:cNvSpPr/>
            <p:nvPr/>
          </p:nvSpPr>
          <p:spPr>
            <a:xfrm>
              <a:off x="9517293" y="20689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1" name="pt48281"/>
            <p:cNvSpPr/>
            <p:nvPr/>
          </p:nvSpPr>
          <p:spPr>
            <a:xfrm>
              <a:off x="9301626" y="21087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2" name="pt48282"/>
            <p:cNvSpPr/>
            <p:nvPr/>
          </p:nvSpPr>
          <p:spPr>
            <a:xfrm>
              <a:off x="8765338" y="20331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3" name="pt48283"/>
            <p:cNvSpPr/>
            <p:nvPr/>
          </p:nvSpPr>
          <p:spPr>
            <a:xfrm>
              <a:off x="9003396" y="19627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4" name="pt48284"/>
            <p:cNvSpPr/>
            <p:nvPr/>
          </p:nvSpPr>
          <p:spPr>
            <a:xfrm>
              <a:off x="8803657" y="21898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5" name="pt48285"/>
            <p:cNvSpPr/>
            <p:nvPr/>
          </p:nvSpPr>
          <p:spPr>
            <a:xfrm>
              <a:off x="8658156" y="25135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6" name="pt48286"/>
            <p:cNvSpPr/>
            <p:nvPr/>
          </p:nvSpPr>
          <p:spPr>
            <a:xfrm>
              <a:off x="9352440" y="21281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7" name="pt48287"/>
            <p:cNvSpPr/>
            <p:nvPr/>
          </p:nvSpPr>
          <p:spPr>
            <a:xfrm>
              <a:off x="9898409" y="27610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8" name="pt48288"/>
            <p:cNvSpPr/>
            <p:nvPr/>
          </p:nvSpPr>
          <p:spPr>
            <a:xfrm>
              <a:off x="9329710" y="21523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9" name="pt48289"/>
            <p:cNvSpPr/>
            <p:nvPr/>
          </p:nvSpPr>
          <p:spPr>
            <a:xfrm>
              <a:off x="9034193" y="18066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0" name="pt48290"/>
            <p:cNvSpPr/>
            <p:nvPr/>
          </p:nvSpPr>
          <p:spPr>
            <a:xfrm>
              <a:off x="8619838" y="22446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1" name="pt48291"/>
            <p:cNvSpPr/>
            <p:nvPr/>
          </p:nvSpPr>
          <p:spPr>
            <a:xfrm>
              <a:off x="8500809" y="24958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2" name="pt48292"/>
            <p:cNvSpPr/>
            <p:nvPr/>
          </p:nvSpPr>
          <p:spPr>
            <a:xfrm>
              <a:off x="9018082" y="13168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3" name="pt48293"/>
            <p:cNvSpPr/>
            <p:nvPr/>
          </p:nvSpPr>
          <p:spPr>
            <a:xfrm>
              <a:off x="8550210" y="2489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4" name="pt48294"/>
            <p:cNvSpPr/>
            <p:nvPr/>
          </p:nvSpPr>
          <p:spPr>
            <a:xfrm>
              <a:off x="8884367" y="20151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5" name="pt48295"/>
            <p:cNvSpPr/>
            <p:nvPr/>
          </p:nvSpPr>
          <p:spPr>
            <a:xfrm>
              <a:off x="8431181" y="25302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6" name="pt48296"/>
            <p:cNvSpPr/>
            <p:nvPr/>
          </p:nvSpPr>
          <p:spPr>
            <a:xfrm>
              <a:off x="9633844" y="20241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7" name="pt48297"/>
            <p:cNvSpPr/>
            <p:nvPr/>
          </p:nvSpPr>
          <p:spPr>
            <a:xfrm>
              <a:off x="9522221" y="18917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8" name="pt48298"/>
            <p:cNvSpPr/>
            <p:nvPr/>
          </p:nvSpPr>
          <p:spPr>
            <a:xfrm>
              <a:off x="8971473" y="22391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9" name="pt48299"/>
            <p:cNvSpPr/>
            <p:nvPr/>
          </p:nvSpPr>
          <p:spPr>
            <a:xfrm>
              <a:off x="9277923" y="18480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0" name="pt48300"/>
            <p:cNvSpPr/>
            <p:nvPr/>
          </p:nvSpPr>
          <p:spPr>
            <a:xfrm>
              <a:off x="8500809" y="27293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1" name="pt48301"/>
            <p:cNvSpPr/>
            <p:nvPr/>
          </p:nvSpPr>
          <p:spPr>
            <a:xfrm>
              <a:off x="9108871" y="20499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2" name="pt48302"/>
            <p:cNvSpPr/>
            <p:nvPr/>
          </p:nvSpPr>
          <p:spPr>
            <a:xfrm>
              <a:off x="9427665" y="20620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3" name="pt48303"/>
            <p:cNvSpPr/>
            <p:nvPr/>
          </p:nvSpPr>
          <p:spPr>
            <a:xfrm>
              <a:off x="8960020" y="21288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4" name="pt48304"/>
            <p:cNvSpPr/>
            <p:nvPr/>
          </p:nvSpPr>
          <p:spPr>
            <a:xfrm>
              <a:off x="8798679" y="20748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5" name="pt48305"/>
            <p:cNvSpPr/>
            <p:nvPr/>
          </p:nvSpPr>
          <p:spPr>
            <a:xfrm>
              <a:off x="9084871" y="18938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6" name="pt48306"/>
            <p:cNvSpPr/>
            <p:nvPr/>
          </p:nvSpPr>
          <p:spPr>
            <a:xfrm>
              <a:off x="8759093" y="21531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7" name="pt48307"/>
            <p:cNvSpPr/>
            <p:nvPr/>
          </p:nvSpPr>
          <p:spPr>
            <a:xfrm>
              <a:off x="8878122" y="22123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8" name="pt48308"/>
            <p:cNvSpPr/>
            <p:nvPr/>
          </p:nvSpPr>
          <p:spPr>
            <a:xfrm>
              <a:off x="8689465" y="23744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9" name="pt48309"/>
            <p:cNvSpPr/>
            <p:nvPr/>
          </p:nvSpPr>
          <p:spPr>
            <a:xfrm>
              <a:off x="8431181" y="24091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0" name="pt48310"/>
            <p:cNvSpPr/>
            <p:nvPr/>
          </p:nvSpPr>
          <p:spPr>
            <a:xfrm>
              <a:off x="9457237" y="19789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1" name="pt48311"/>
            <p:cNvSpPr/>
            <p:nvPr/>
          </p:nvSpPr>
          <p:spPr>
            <a:xfrm>
              <a:off x="8813199" y="20333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2" name="pt48312"/>
            <p:cNvSpPr/>
            <p:nvPr/>
          </p:nvSpPr>
          <p:spPr>
            <a:xfrm>
              <a:off x="8907297" y="20983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3" name="pt48313"/>
            <p:cNvSpPr/>
            <p:nvPr/>
          </p:nvSpPr>
          <p:spPr>
            <a:xfrm>
              <a:off x="8658156" y="24168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4" name="pt48314"/>
            <p:cNvSpPr/>
            <p:nvPr/>
          </p:nvSpPr>
          <p:spPr>
            <a:xfrm>
              <a:off x="9400632" y="19711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5" name="pt48315"/>
            <p:cNvSpPr/>
            <p:nvPr/>
          </p:nvSpPr>
          <p:spPr>
            <a:xfrm>
              <a:off x="9100368" y="20598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6" name="pt48316"/>
            <p:cNvSpPr/>
            <p:nvPr/>
          </p:nvSpPr>
          <p:spPr>
            <a:xfrm>
              <a:off x="9048921" y="20630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7" name="pt48317"/>
            <p:cNvSpPr/>
            <p:nvPr/>
          </p:nvSpPr>
          <p:spPr>
            <a:xfrm>
              <a:off x="9018082" y="12316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8" name="pt48318"/>
            <p:cNvSpPr/>
            <p:nvPr/>
          </p:nvSpPr>
          <p:spPr>
            <a:xfrm>
              <a:off x="9186336" y="21685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9" name="pt48319"/>
            <p:cNvSpPr/>
            <p:nvPr/>
          </p:nvSpPr>
          <p:spPr>
            <a:xfrm>
              <a:off x="8669239" y="24691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0" name="pt48320"/>
            <p:cNvSpPr/>
            <p:nvPr/>
          </p:nvSpPr>
          <p:spPr>
            <a:xfrm>
              <a:off x="8947749" y="21481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1" name="pt48321"/>
            <p:cNvSpPr/>
            <p:nvPr/>
          </p:nvSpPr>
          <p:spPr>
            <a:xfrm>
              <a:off x="9068885" y="18330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2" name="pt48322"/>
            <p:cNvSpPr/>
            <p:nvPr/>
          </p:nvSpPr>
          <p:spPr>
            <a:xfrm>
              <a:off x="8619838" y="21838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3" name="pt48323"/>
            <p:cNvSpPr/>
            <p:nvPr/>
          </p:nvSpPr>
          <p:spPr>
            <a:xfrm>
              <a:off x="8469500" y="24237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4" name="pt48324"/>
            <p:cNvSpPr/>
            <p:nvPr/>
          </p:nvSpPr>
          <p:spPr>
            <a:xfrm>
              <a:off x="8381780" y="2507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5" name="pt48325"/>
            <p:cNvSpPr/>
            <p:nvPr/>
          </p:nvSpPr>
          <p:spPr>
            <a:xfrm>
              <a:off x="8312152" y="25913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6" name="pt48326"/>
            <p:cNvSpPr/>
            <p:nvPr/>
          </p:nvSpPr>
          <p:spPr>
            <a:xfrm>
              <a:off x="8312152" y="25615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7" name="pt48327"/>
            <p:cNvSpPr/>
            <p:nvPr/>
          </p:nvSpPr>
          <p:spPr>
            <a:xfrm>
              <a:off x="8738867" y="15771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8" name="pt48328"/>
            <p:cNvSpPr/>
            <p:nvPr/>
          </p:nvSpPr>
          <p:spPr>
            <a:xfrm>
              <a:off x="8550210" y="24573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9" name="pt48329"/>
            <p:cNvSpPr/>
            <p:nvPr/>
          </p:nvSpPr>
          <p:spPr>
            <a:xfrm>
              <a:off x="9074042" y="21052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0" name="pt48330"/>
            <p:cNvSpPr/>
            <p:nvPr/>
          </p:nvSpPr>
          <p:spPr>
            <a:xfrm>
              <a:off x="8854280" y="21758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1" name="pt48331"/>
            <p:cNvSpPr/>
            <p:nvPr/>
          </p:nvSpPr>
          <p:spPr>
            <a:xfrm>
              <a:off x="9591848" y="20832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2" name="pt48332"/>
            <p:cNvSpPr/>
            <p:nvPr/>
          </p:nvSpPr>
          <p:spPr>
            <a:xfrm>
              <a:off x="9557615" y="20842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3" name="pt48333"/>
            <p:cNvSpPr/>
            <p:nvPr/>
          </p:nvSpPr>
          <p:spPr>
            <a:xfrm>
              <a:off x="9417384" y="18738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4" name="pt48334"/>
            <p:cNvSpPr/>
            <p:nvPr/>
          </p:nvSpPr>
          <p:spPr>
            <a:xfrm>
              <a:off x="8993941" y="20113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5" name="pt48335"/>
            <p:cNvSpPr/>
            <p:nvPr/>
          </p:nvSpPr>
          <p:spPr>
            <a:xfrm>
              <a:off x="9453041" y="22662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6" name="pt48336"/>
            <p:cNvSpPr/>
            <p:nvPr/>
          </p:nvSpPr>
          <p:spPr>
            <a:xfrm>
              <a:off x="8890393" y="20137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7" name="pt48337"/>
            <p:cNvSpPr/>
            <p:nvPr/>
          </p:nvSpPr>
          <p:spPr>
            <a:xfrm>
              <a:off x="8633583" y="21429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8" name="pt48338"/>
            <p:cNvSpPr/>
            <p:nvPr/>
          </p:nvSpPr>
          <p:spPr>
            <a:xfrm>
              <a:off x="9360483" y="21221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9" name="pt48339"/>
            <p:cNvSpPr/>
            <p:nvPr/>
          </p:nvSpPr>
          <p:spPr>
            <a:xfrm>
              <a:off x="8817779" y="19853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0" name="pt48340"/>
            <p:cNvSpPr/>
            <p:nvPr/>
          </p:nvSpPr>
          <p:spPr>
            <a:xfrm>
              <a:off x="8646309" y="25321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1" name="pt48341"/>
            <p:cNvSpPr/>
            <p:nvPr/>
          </p:nvSpPr>
          <p:spPr>
            <a:xfrm>
              <a:off x="8698750" y="22007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2" name="pt48342"/>
            <p:cNvSpPr/>
            <p:nvPr/>
          </p:nvSpPr>
          <p:spPr>
            <a:xfrm>
              <a:off x="8633583" y="19800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3" name="pt48343"/>
            <p:cNvSpPr/>
            <p:nvPr/>
          </p:nvSpPr>
          <p:spPr>
            <a:xfrm>
              <a:off x="8469500" y="22040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4" name="pt48344"/>
            <p:cNvSpPr/>
            <p:nvPr/>
          </p:nvSpPr>
          <p:spPr>
            <a:xfrm>
              <a:off x="8777185" y="22707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5" name="pt48345"/>
            <p:cNvSpPr/>
            <p:nvPr/>
          </p:nvSpPr>
          <p:spPr>
            <a:xfrm>
              <a:off x="8752612" y="2099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6" name="pt48346"/>
            <p:cNvSpPr/>
            <p:nvPr/>
          </p:nvSpPr>
          <p:spPr>
            <a:xfrm>
              <a:off x="8834965" y="22638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7" name="pt48347"/>
            <p:cNvSpPr/>
            <p:nvPr/>
          </p:nvSpPr>
          <p:spPr>
            <a:xfrm>
              <a:off x="8469500" y="23129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8" name="pt48348"/>
            <p:cNvSpPr/>
            <p:nvPr/>
          </p:nvSpPr>
          <p:spPr>
            <a:xfrm>
              <a:off x="8850587" y="20760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9" name="pt48349"/>
            <p:cNvSpPr/>
            <p:nvPr/>
          </p:nvSpPr>
          <p:spPr>
            <a:xfrm>
              <a:off x="8738867" y="19977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0" name="pt48350"/>
            <p:cNvSpPr/>
            <p:nvPr/>
          </p:nvSpPr>
          <p:spPr>
            <a:xfrm>
              <a:off x="9126964" y="20802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1" name="pt48351"/>
            <p:cNvSpPr/>
            <p:nvPr/>
          </p:nvSpPr>
          <p:spPr>
            <a:xfrm>
              <a:off x="8431181" y="25684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2" name="pt48352"/>
            <p:cNvSpPr/>
            <p:nvPr/>
          </p:nvSpPr>
          <p:spPr>
            <a:xfrm>
              <a:off x="9030305" y="18935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3" name="pt48353"/>
            <p:cNvSpPr/>
            <p:nvPr/>
          </p:nvSpPr>
          <p:spPr>
            <a:xfrm>
              <a:off x="8868306" y="22273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4" name="pt48354"/>
            <p:cNvSpPr/>
            <p:nvPr/>
          </p:nvSpPr>
          <p:spPr>
            <a:xfrm>
              <a:off x="8500809" y="25206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5" name="pt48355"/>
            <p:cNvSpPr/>
            <p:nvPr/>
          </p:nvSpPr>
          <p:spPr>
            <a:xfrm>
              <a:off x="8633583" y="22239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6" name="pt48356"/>
            <p:cNvSpPr/>
            <p:nvPr/>
          </p:nvSpPr>
          <p:spPr>
            <a:xfrm>
              <a:off x="8669239" y="24263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7" name="pt48357"/>
            <p:cNvSpPr/>
            <p:nvPr/>
          </p:nvSpPr>
          <p:spPr>
            <a:xfrm>
              <a:off x="8588529" y="21394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8" name="pt48358"/>
            <p:cNvSpPr/>
            <p:nvPr/>
          </p:nvSpPr>
          <p:spPr>
            <a:xfrm>
              <a:off x="8893328" y="1960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9" name="pt48359"/>
            <p:cNvSpPr/>
            <p:nvPr/>
          </p:nvSpPr>
          <p:spPr>
            <a:xfrm>
              <a:off x="8469500" y="24329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0" name="pt48360"/>
            <p:cNvSpPr/>
            <p:nvPr/>
          </p:nvSpPr>
          <p:spPr>
            <a:xfrm>
              <a:off x="8842954" y="20580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1" name="pt48361"/>
            <p:cNvSpPr/>
            <p:nvPr/>
          </p:nvSpPr>
          <p:spPr>
            <a:xfrm>
              <a:off x="8738867" y="22791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2" name="pt48362"/>
            <p:cNvSpPr/>
            <p:nvPr/>
          </p:nvSpPr>
          <p:spPr>
            <a:xfrm>
              <a:off x="8989011" y="19955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3" name="pt48363"/>
            <p:cNvSpPr/>
            <p:nvPr/>
          </p:nvSpPr>
          <p:spPr>
            <a:xfrm>
              <a:off x="9044150" y="18450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4" name="pt48364"/>
            <p:cNvSpPr/>
            <p:nvPr/>
          </p:nvSpPr>
          <p:spPr>
            <a:xfrm>
              <a:off x="9037995" y="20082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5" name="pt48365"/>
            <p:cNvSpPr/>
            <p:nvPr/>
          </p:nvSpPr>
          <p:spPr>
            <a:xfrm>
              <a:off x="8431181" y="25214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6" name="pt48366"/>
            <p:cNvSpPr/>
            <p:nvPr/>
          </p:nvSpPr>
          <p:spPr>
            <a:xfrm>
              <a:off x="9058082" y="20704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7" name="pt48367"/>
            <p:cNvSpPr/>
            <p:nvPr/>
          </p:nvSpPr>
          <p:spPr>
            <a:xfrm>
              <a:off x="8381780" y="22457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8" name="pt48368"/>
            <p:cNvSpPr/>
            <p:nvPr/>
          </p:nvSpPr>
          <p:spPr>
            <a:xfrm>
              <a:off x="9036737" y="18857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9" name="pt48369"/>
            <p:cNvSpPr/>
            <p:nvPr/>
          </p:nvSpPr>
          <p:spPr>
            <a:xfrm>
              <a:off x="8633583" y="20905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0" name="pt48370"/>
            <p:cNvSpPr/>
            <p:nvPr/>
          </p:nvSpPr>
          <p:spPr>
            <a:xfrm>
              <a:off x="8604896" y="20646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1" name="pt48371"/>
            <p:cNvSpPr/>
            <p:nvPr/>
          </p:nvSpPr>
          <p:spPr>
            <a:xfrm>
              <a:off x="9218524" y="20566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2" name="pt48372"/>
            <p:cNvSpPr/>
            <p:nvPr/>
          </p:nvSpPr>
          <p:spPr>
            <a:xfrm>
              <a:off x="8570436" y="26060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3" name="pt48373"/>
            <p:cNvSpPr/>
            <p:nvPr/>
          </p:nvSpPr>
          <p:spPr>
            <a:xfrm>
              <a:off x="8731558" y="22413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4" name="pt48374"/>
            <p:cNvSpPr/>
            <p:nvPr/>
          </p:nvSpPr>
          <p:spPr>
            <a:xfrm>
              <a:off x="8854280" y="18883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5" name="pt48375"/>
            <p:cNvSpPr/>
            <p:nvPr/>
          </p:nvSpPr>
          <p:spPr>
            <a:xfrm>
              <a:off x="8550210" y="25440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6" name="pt48376"/>
            <p:cNvSpPr/>
            <p:nvPr/>
          </p:nvSpPr>
          <p:spPr>
            <a:xfrm>
              <a:off x="9018082" y="13316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7" name="pt48377"/>
            <p:cNvSpPr/>
            <p:nvPr/>
          </p:nvSpPr>
          <p:spPr>
            <a:xfrm>
              <a:off x="8679650" y="23812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8" name="pt48378"/>
            <p:cNvSpPr/>
            <p:nvPr/>
          </p:nvSpPr>
          <p:spPr>
            <a:xfrm>
              <a:off x="9321732" y="20380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9" name="pt48379"/>
            <p:cNvSpPr/>
            <p:nvPr/>
          </p:nvSpPr>
          <p:spPr>
            <a:xfrm>
              <a:off x="8707558" y="22362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0" name="pt48380"/>
            <p:cNvSpPr/>
            <p:nvPr/>
          </p:nvSpPr>
          <p:spPr>
            <a:xfrm>
              <a:off x="9199552" y="18708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1" name="pt48381"/>
            <p:cNvSpPr/>
            <p:nvPr/>
          </p:nvSpPr>
          <p:spPr>
            <a:xfrm>
              <a:off x="9148018" y="21065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2" name="pt48382"/>
            <p:cNvSpPr/>
            <p:nvPr/>
          </p:nvSpPr>
          <p:spPr>
            <a:xfrm>
              <a:off x="8550210" y="24980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3" name="pt48383"/>
            <p:cNvSpPr/>
            <p:nvPr/>
          </p:nvSpPr>
          <p:spPr>
            <a:xfrm>
              <a:off x="8679650" y="25292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4" name="pt48384"/>
            <p:cNvSpPr/>
            <p:nvPr/>
          </p:nvSpPr>
          <p:spPr>
            <a:xfrm>
              <a:off x="8679650" y="24846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5" name="pt48385"/>
            <p:cNvSpPr/>
            <p:nvPr/>
          </p:nvSpPr>
          <p:spPr>
            <a:xfrm>
              <a:off x="9268690" y="19493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6" name="pt48386"/>
            <p:cNvSpPr/>
            <p:nvPr/>
          </p:nvSpPr>
          <p:spPr>
            <a:xfrm>
              <a:off x="9123951" y="20759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7" name="pt48387"/>
            <p:cNvSpPr/>
            <p:nvPr/>
          </p:nvSpPr>
          <p:spPr>
            <a:xfrm>
              <a:off x="8698750" y="22882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8" name="pt48388"/>
            <p:cNvSpPr/>
            <p:nvPr/>
          </p:nvSpPr>
          <p:spPr>
            <a:xfrm>
              <a:off x="8469500" y="23796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9" name="pt48389"/>
            <p:cNvSpPr/>
            <p:nvPr/>
          </p:nvSpPr>
          <p:spPr>
            <a:xfrm>
              <a:off x="8777185" y="22244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0" name="pt48390"/>
            <p:cNvSpPr/>
            <p:nvPr/>
          </p:nvSpPr>
          <p:spPr>
            <a:xfrm>
              <a:off x="8500809" y="25358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1" name="pt48391"/>
            <p:cNvSpPr/>
            <p:nvPr/>
          </p:nvSpPr>
          <p:spPr>
            <a:xfrm>
              <a:off x="9352841" y="21949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2" name="pt48392"/>
            <p:cNvSpPr/>
            <p:nvPr/>
          </p:nvSpPr>
          <p:spPr>
            <a:xfrm>
              <a:off x="8312152" y="25288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3" name="pt48393"/>
            <p:cNvSpPr/>
            <p:nvPr/>
          </p:nvSpPr>
          <p:spPr>
            <a:xfrm>
              <a:off x="8646309" y="23946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4" name="pt48394"/>
            <p:cNvSpPr/>
            <p:nvPr/>
          </p:nvSpPr>
          <p:spPr>
            <a:xfrm>
              <a:off x="9184210" y="24048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5" name="pt48395"/>
            <p:cNvSpPr/>
            <p:nvPr/>
          </p:nvSpPr>
          <p:spPr>
            <a:xfrm>
              <a:off x="8839006" y="21147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6" name="pt48396"/>
            <p:cNvSpPr/>
            <p:nvPr/>
          </p:nvSpPr>
          <p:spPr>
            <a:xfrm>
              <a:off x="9701667" y="22226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7" name="pt48397"/>
            <p:cNvSpPr/>
            <p:nvPr/>
          </p:nvSpPr>
          <p:spPr>
            <a:xfrm>
              <a:off x="9098616" y="20995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8" name="pt48398"/>
            <p:cNvSpPr/>
            <p:nvPr/>
          </p:nvSpPr>
          <p:spPr>
            <a:xfrm>
              <a:off x="9087709" y="21628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9" name="pt48399"/>
            <p:cNvSpPr/>
            <p:nvPr/>
          </p:nvSpPr>
          <p:spPr>
            <a:xfrm>
              <a:off x="9031610" y="18335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0" name="pt48400"/>
            <p:cNvSpPr/>
            <p:nvPr/>
          </p:nvSpPr>
          <p:spPr>
            <a:xfrm>
              <a:off x="8798679" y="21665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1" name="pt48401"/>
            <p:cNvSpPr/>
            <p:nvPr/>
          </p:nvSpPr>
          <p:spPr>
            <a:xfrm>
              <a:off x="9034193" y="16263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2" name="pt48402"/>
            <p:cNvSpPr/>
            <p:nvPr/>
          </p:nvSpPr>
          <p:spPr>
            <a:xfrm>
              <a:off x="8570436" y="25139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3" name="pt48403"/>
            <p:cNvSpPr/>
            <p:nvPr/>
          </p:nvSpPr>
          <p:spPr>
            <a:xfrm>
              <a:off x="9346306" y="21522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4" name="pt48404"/>
            <p:cNvSpPr/>
            <p:nvPr/>
          </p:nvSpPr>
          <p:spPr>
            <a:xfrm>
              <a:off x="8830827" y="20333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5" name="pt48405"/>
            <p:cNvSpPr/>
            <p:nvPr/>
          </p:nvSpPr>
          <p:spPr>
            <a:xfrm>
              <a:off x="8808494" y="21462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6" name="pt48406"/>
            <p:cNvSpPr/>
            <p:nvPr/>
          </p:nvSpPr>
          <p:spPr>
            <a:xfrm>
              <a:off x="9548628" y="21597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7" name="pt48407"/>
            <p:cNvSpPr/>
            <p:nvPr/>
          </p:nvSpPr>
          <p:spPr>
            <a:xfrm>
              <a:off x="9262020" y="17638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8" name="pt48408"/>
            <p:cNvSpPr/>
            <p:nvPr/>
          </p:nvSpPr>
          <p:spPr>
            <a:xfrm>
              <a:off x="9461227" y="24023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9" name="pt48409"/>
            <p:cNvSpPr/>
            <p:nvPr/>
          </p:nvSpPr>
          <p:spPr>
            <a:xfrm>
              <a:off x="9652073" y="22694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0" name="pt48410"/>
            <p:cNvSpPr/>
            <p:nvPr/>
          </p:nvSpPr>
          <p:spPr>
            <a:xfrm>
              <a:off x="8993941" y="20454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1" name="pt48411"/>
            <p:cNvSpPr/>
            <p:nvPr/>
          </p:nvSpPr>
          <p:spPr>
            <a:xfrm>
              <a:off x="9405714" y="20005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2" name="pt48412"/>
            <p:cNvSpPr/>
            <p:nvPr/>
          </p:nvSpPr>
          <p:spPr>
            <a:xfrm>
              <a:off x="9151289" y="20877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3" name="pt48413"/>
            <p:cNvSpPr/>
            <p:nvPr/>
          </p:nvSpPr>
          <p:spPr>
            <a:xfrm>
              <a:off x="9421732" y="21044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4" name="pt48414"/>
            <p:cNvSpPr/>
            <p:nvPr/>
          </p:nvSpPr>
          <p:spPr>
            <a:xfrm>
              <a:off x="9573129" y="22595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5" name="pt48415"/>
            <p:cNvSpPr/>
            <p:nvPr/>
          </p:nvSpPr>
          <p:spPr>
            <a:xfrm>
              <a:off x="8881273" y="23359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6" name="pt48416"/>
            <p:cNvSpPr/>
            <p:nvPr/>
          </p:nvSpPr>
          <p:spPr>
            <a:xfrm>
              <a:off x="9007935" y="19015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7" name="pt48417"/>
            <p:cNvSpPr/>
            <p:nvPr/>
          </p:nvSpPr>
          <p:spPr>
            <a:xfrm>
              <a:off x="8842954" y="19865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8" name="pt48418"/>
            <p:cNvSpPr/>
            <p:nvPr/>
          </p:nvSpPr>
          <p:spPr>
            <a:xfrm>
              <a:off x="9382404" y="2188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9" name="pt48419"/>
            <p:cNvSpPr/>
            <p:nvPr/>
          </p:nvSpPr>
          <p:spPr>
            <a:xfrm>
              <a:off x="8738867" y="21429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0" name="pt48420"/>
            <p:cNvSpPr/>
            <p:nvPr/>
          </p:nvSpPr>
          <p:spPr>
            <a:xfrm>
              <a:off x="8500809" y="25475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1" name="pt48421"/>
            <p:cNvSpPr/>
            <p:nvPr/>
          </p:nvSpPr>
          <p:spPr>
            <a:xfrm>
              <a:off x="8500809" y="25473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2" name="pt48422"/>
            <p:cNvSpPr/>
            <p:nvPr/>
          </p:nvSpPr>
          <p:spPr>
            <a:xfrm>
              <a:off x="8707558" y="23168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3" name="pt48423"/>
            <p:cNvSpPr/>
            <p:nvPr/>
          </p:nvSpPr>
          <p:spPr>
            <a:xfrm>
              <a:off x="9222422" y="19153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4" name="pt48424"/>
            <p:cNvSpPr/>
            <p:nvPr/>
          </p:nvSpPr>
          <p:spPr>
            <a:xfrm>
              <a:off x="8752612" y="22354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5" name="pt48425"/>
            <p:cNvSpPr/>
            <p:nvPr/>
          </p:nvSpPr>
          <p:spPr>
            <a:xfrm>
              <a:off x="8550210" y="24339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6" name="pt48426"/>
            <p:cNvSpPr/>
            <p:nvPr/>
          </p:nvSpPr>
          <p:spPr>
            <a:xfrm>
              <a:off x="9423467" y="18420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7" name="pt48427"/>
            <p:cNvSpPr/>
            <p:nvPr/>
          </p:nvSpPr>
          <p:spPr>
            <a:xfrm>
              <a:off x="8469500" y="2368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8" name="pt48428"/>
            <p:cNvSpPr/>
            <p:nvPr/>
          </p:nvSpPr>
          <p:spPr>
            <a:xfrm>
              <a:off x="8633583" y="21174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9" name="pt48429"/>
            <p:cNvSpPr/>
            <p:nvPr/>
          </p:nvSpPr>
          <p:spPr>
            <a:xfrm>
              <a:off x="8312152" y="24176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0" name="pt48430"/>
            <p:cNvSpPr/>
            <p:nvPr/>
          </p:nvSpPr>
          <p:spPr>
            <a:xfrm>
              <a:off x="8381780" y="21687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1" name="pt48431"/>
            <p:cNvSpPr/>
            <p:nvPr/>
          </p:nvSpPr>
          <p:spPr>
            <a:xfrm>
              <a:off x="8588529" y="22335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2" name="pt48432"/>
            <p:cNvSpPr/>
            <p:nvPr/>
          </p:nvSpPr>
          <p:spPr>
            <a:xfrm>
              <a:off x="8619838" y="22551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3" name="pt48433"/>
            <p:cNvSpPr/>
            <p:nvPr/>
          </p:nvSpPr>
          <p:spPr>
            <a:xfrm>
              <a:off x="8312152" y="23199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4" name="pt48434"/>
            <p:cNvSpPr/>
            <p:nvPr/>
          </p:nvSpPr>
          <p:spPr>
            <a:xfrm>
              <a:off x="8381780" y="24194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5" name="pt48435"/>
            <p:cNvSpPr/>
            <p:nvPr/>
          </p:nvSpPr>
          <p:spPr>
            <a:xfrm>
              <a:off x="8469500" y="2244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6" name="pt48436"/>
            <p:cNvSpPr/>
            <p:nvPr/>
          </p:nvSpPr>
          <p:spPr>
            <a:xfrm>
              <a:off x="9123951" y="20169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7" name="pt48437"/>
            <p:cNvSpPr/>
            <p:nvPr/>
          </p:nvSpPr>
          <p:spPr>
            <a:xfrm>
              <a:off x="8669239" y="23883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8" name="pt48438"/>
            <p:cNvSpPr/>
            <p:nvPr/>
          </p:nvSpPr>
          <p:spPr>
            <a:xfrm>
              <a:off x="9262699" y="20577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9" name="pt48439"/>
            <p:cNvSpPr/>
            <p:nvPr/>
          </p:nvSpPr>
          <p:spPr>
            <a:xfrm>
              <a:off x="8945616" y="20536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0" name="pt48440"/>
            <p:cNvSpPr/>
            <p:nvPr/>
          </p:nvSpPr>
          <p:spPr>
            <a:xfrm>
              <a:off x="9118548" y="21389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1" name="pt48441"/>
            <p:cNvSpPr/>
            <p:nvPr/>
          </p:nvSpPr>
          <p:spPr>
            <a:xfrm>
              <a:off x="9400632" y="19435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2" name="pt48442"/>
            <p:cNvSpPr/>
            <p:nvPr/>
          </p:nvSpPr>
          <p:spPr>
            <a:xfrm>
              <a:off x="8878122" y="21431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3" name="pt48443"/>
            <p:cNvSpPr/>
            <p:nvPr/>
          </p:nvSpPr>
          <p:spPr>
            <a:xfrm>
              <a:off x="9680997" y="24720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4" name="pt48444"/>
            <p:cNvSpPr/>
            <p:nvPr/>
          </p:nvSpPr>
          <p:spPr>
            <a:xfrm>
              <a:off x="9102103" y="21199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5" name="pt48445"/>
            <p:cNvSpPr/>
            <p:nvPr/>
          </p:nvSpPr>
          <p:spPr>
            <a:xfrm>
              <a:off x="8381780" y="24192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6" name="pt48446"/>
            <p:cNvSpPr/>
            <p:nvPr/>
          </p:nvSpPr>
          <p:spPr>
            <a:xfrm>
              <a:off x="8312152" y="21483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7" name="pt48447"/>
            <p:cNvSpPr/>
            <p:nvPr/>
          </p:nvSpPr>
          <p:spPr>
            <a:xfrm>
              <a:off x="9039244" y="18171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8" name="pt48448"/>
            <p:cNvSpPr/>
            <p:nvPr/>
          </p:nvSpPr>
          <p:spPr>
            <a:xfrm>
              <a:off x="8469500" y="26131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9" name="pt48449"/>
            <p:cNvSpPr/>
            <p:nvPr/>
          </p:nvSpPr>
          <p:spPr>
            <a:xfrm>
              <a:off x="8381780" y="24298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0" name="pt48450"/>
            <p:cNvSpPr/>
            <p:nvPr/>
          </p:nvSpPr>
          <p:spPr>
            <a:xfrm>
              <a:off x="9485353" y="23661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1" name="pt48451"/>
            <p:cNvSpPr/>
            <p:nvPr/>
          </p:nvSpPr>
          <p:spPr>
            <a:xfrm>
              <a:off x="9654477" y="16737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2" name="pt48452"/>
            <p:cNvSpPr/>
            <p:nvPr/>
          </p:nvSpPr>
          <p:spPr>
            <a:xfrm>
              <a:off x="9084871" y="18469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3" name="pt48453"/>
            <p:cNvSpPr/>
            <p:nvPr/>
          </p:nvSpPr>
          <p:spPr>
            <a:xfrm>
              <a:off x="9226651" y="20115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4" name="pt48454"/>
            <p:cNvSpPr/>
            <p:nvPr/>
          </p:nvSpPr>
          <p:spPr>
            <a:xfrm>
              <a:off x="9174300" y="20393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5" name="pt48455"/>
            <p:cNvSpPr/>
            <p:nvPr/>
          </p:nvSpPr>
          <p:spPr>
            <a:xfrm>
              <a:off x="9100368" y="20909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6" name="pt48456"/>
            <p:cNvSpPr/>
            <p:nvPr/>
          </p:nvSpPr>
          <p:spPr>
            <a:xfrm>
              <a:off x="8874912" y="21935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7" name="pt48457"/>
            <p:cNvSpPr/>
            <p:nvPr/>
          </p:nvSpPr>
          <p:spPr>
            <a:xfrm>
              <a:off x="8381780" y="23866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8" name="pt48458"/>
            <p:cNvSpPr/>
            <p:nvPr/>
          </p:nvSpPr>
          <p:spPr>
            <a:xfrm>
              <a:off x="8830827" y="19088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9" name="pt48459"/>
            <p:cNvSpPr/>
            <p:nvPr/>
          </p:nvSpPr>
          <p:spPr>
            <a:xfrm>
              <a:off x="8500809" y="26355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0" name="pt48460"/>
            <p:cNvSpPr/>
            <p:nvPr/>
          </p:nvSpPr>
          <p:spPr>
            <a:xfrm>
              <a:off x="8469500" y="2351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1" name="pt48461"/>
            <p:cNvSpPr/>
            <p:nvPr/>
          </p:nvSpPr>
          <p:spPr>
            <a:xfrm>
              <a:off x="8698750" y="23559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2" name="pt48462"/>
            <p:cNvSpPr/>
            <p:nvPr/>
          </p:nvSpPr>
          <p:spPr>
            <a:xfrm>
              <a:off x="9056963" y="2197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3" name="pt48463"/>
            <p:cNvSpPr/>
            <p:nvPr/>
          </p:nvSpPr>
          <p:spPr>
            <a:xfrm>
              <a:off x="8777185" y="22368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4" name="pt48464"/>
            <p:cNvSpPr/>
            <p:nvPr/>
          </p:nvSpPr>
          <p:spPr>
            <a:xfrm>
              <a:off x="8707558" y="22608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5" name="pt48465"/>
            <p:cNvSpPr/>
            <p:nvPr/>
          </p:nvSpPr>
          <p:spPr>
            <a:xfrm>
              <a:off x="8312152" y="24715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6" name="pt48466"/>
            <p:cNvSpPr/>
            <p:nvPr/>
          </p:nvSpPr>
          <p:spPr>
            <a:xfrm>
              <a:off x="9102103" y="20512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7" name="pt48467"/>
            <p:cNvSpPr/>
            <p:nvPr/>
          </p:nvSpPr>
          <p:spPr>
            <a:xfrm>
              <a:off x="9668168" y="25140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8" name="pt48468"/>
            <p:cNvSpPr/>
            <p:nvPr/>
          </p:nvSpPr>
          <p:spPr>
            <a:xfrm>
              <a:off x="9277923" y="17781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9" name="pt48469"/>
            <p:cNvSpPr/>
            <p:nvPr/>
          </p:nvSpPr>
          <p:spPr>
            <a:xfrm>
              <a:off x="8990670" y="17482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0" name="pt48470"/>
            <p:cNvSpPr/>
            <p:nvPr/>
          </p:nvSpPr>
          <p:spPr>
            <a:xfrm>
              <a:off x="8633583" y="21892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1" name="pt48471"/>
            <p:cNvSpPr/>
            <p:nvPr/>
          </p:nvSpPr>
          <p:spPr>
            <a:xfrm>
              <a:off x="8949856" y="21317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2" name="pt48472"/>
            <p:cNvSpPr/>
            <p:nvPr/>
          </p:nvSpPr>
          <p:spPr>
            <a:xfrm>
              <a:off x="8588529" y="23287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3" name="pt48473"/>
            <p:cNvSpPr/>
            <p:nvPr/>
          </p:nvSpPr>
          <p:spPr>
            <a:xfrm>
              <a:off x="8633583" y="20448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4" name="pt48474"/>
            <p:cNvSpPr/>
            <p:nvPr/>
          </p:nvSpPr>
          <p:spPr>
            <a:xfrm>
              <a:off x="8381780" y="22812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5" name="pt48475"/>
            <p:cNvSpPr/>
            <p:nvPr/>
          </p:nvSpPr>
          <p:spPr>
            <a:xfrm>
              <a:off x="9400632" y="1898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6" name="pt48476"/>
            <p:cNvSpPr/>
            <p:nvPr/>
          </p:nvSpPr>
          <p:spPr>
            <a:xfrm>
              <a:off x="8312152" y="24857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7" name="pt48477"/>
            <p:cNvSpPr/>
            <p:nvPr/>
          </p:nvSpPr>
          <p:spPr>
            <a:xfrm>
              <a:off x="8834965" y="19923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8" name="pt48478"/>
            <p:cNvSpPr/>
            <p:nvPr/>
          </p:nvSpPr>
          <p:spPr>
            <a:xfrm>
              <a:off x="9034193" y="18000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9" name="pt48479"/>
            <p:cNvSpPr/>
            <p:nvPr/>
          </p:nvSpPr>
          <p:spPr>
            <a:xfrm>
              <a:off x="8890393" y="19577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0" name="pt48480"/>
            <p:cNvSpPr/>
            <p:nvPr/>
          </p:nvSpPr>
          <p:spPr>
            <a:xfrm>
              <a:off x="9252225" y="20624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1" name="pt48481"/>
            <p:cNvSpPr/>
            <p:nvPr/>
          </p:nvSpPr>
          <p:spPr>
            <a:xfrm>
              <a:off x="8619838" y="22210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2" name="pt48482"/>
            <p:cNvSpPr/>
            <p:nvPr/>
          </p:nvSpPr>
          <p:spPr>
            <a:xfrm>
              <a:off x="8658156" y="23725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3" name="pt48483"/>
            <p:cNvSpPr/>
            <p:nvPr/>
          </p:nvSpPr>
          <p:spPr>
            <a:xfrm>
              <a:off x="8765338" y="21624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4" name="pt48484"/>
            <p:cNvSpPr/>
            <p:nvPr/>
          </p:nvSpPr>
          <p:spPr>
            <a:xfrm>
              <a:off x="8976925" y="21430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5" name="pt48485"/>
            <p:cNvSpPr/>
            <p:nvPr/>
          </p:nvSpPr>
          <p:spPr>
            <a:xfrm>
              <a:off x="9003396" y="19948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6" name="pt48486"/>
            <p:cNvSpPr/>
            <p:nvPr/>
          </p:nvSpPr>
          <p:spPr>
            <a:xfrm>
              <a:off x="9020874" y="16292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7" name="pt48487"/>
            <p:cNvSpPr/>
            <p:nvPr/>
          </p:nvSpPr>
          <p:spPr>
            <a:xfrm>
              <a:off x="9051257" y="20491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8" name="pt48488"/>
            <p:cNvSpPr/>
            <p:nvPr/>
          </p:nvSpPr>
          <p:spPr>
            <a:xfrm>
              <a:off x="8381780" y="22126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9" name="pt48489"/>
            <p:cNvSpPr/>
            <p:nvPr/>
          </p:nvSpPr>
          <p:spPr>
            <a:xfrm>
              <a:off x="8500809" y="24464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0" name="pt48490"/>
            <p:cNvSpPr/>
            <p:nvPr/>
          </p:nvSpPr>
          <p:spPr>
            <a:xfrm>
              <a:off x="8604896" y="22431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1" name="pt48491"/>
            <p:cNvSpPr/>
            <p:nvPr/>
          </p:nvSpPr>
          <p:spPr>
            <a:xfrm>
              <a:off x="8765338" y="19249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2" name="pt48492"/>
            <p:cNvSpPr/>
            <p:nvPr/>
          </p:nvSpPr>
          <p:spPr>
            <a:xfrm>
              <a:off x="9457237" y="22774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3" name="pt48493"/>
            <p:cNvSpPr/>
            <p:nvPr/>
          </p:nvSpPr>
          <p:spPr>
            <a:xfrm>
              <a:off x="9104672" y="20028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4" name="pt48494"/>
            <p:cNvSpPr/>
            <p:nvPr/>
          </p:nvSpPr>
          <p:spPr>
            <a:xfrm>
              <a:off x="9367432" y="20619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5" name="pt48495"/>
            <p:cNvSpPr/>
            <p:nvPr/>
          </p:nvSpPr>
          <p:spPr>
            <a:xfrm>
              <a:off x="8874912" y="22121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6" name="pt48496"/>
            <p:cNvSpPr/>
            <p:nvPr/>
          </p:nvSpPr>
          <p:spPr>
            <a:xfrm>
              <a:off x="9076063" y="20664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7" name="pt48497"/>
            <p:cNvSpPr/>
            <p:nvPr/>
          </p:nvSpPr>
          <p:spPr>
            <a:xfrm>
              <a:off x="8932228" y="19082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8" name="pt48498"/>
            <p:cNvSpPr/>
            <p:nvPr/>
          </p:nvSpPr>
          <p:spPr>
            <a:xfrm>
              <a:off x="8961983" y="23021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9" name="pt48499"/>
            <p:cNvSpPr/>
            <p:nvPr/>
          </p:nvSpPr>
          <p:spPr>
            <a:xfrm>
              <a:off x="8731558" y="22397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0" name="pt48500"/>
            <p:cNvSpPr/>
            <p:nvPr/>
          </p:nvSpPr>
          <p:spPr>
            <a:xfrm>
              <a:off x="8312152" y="21331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1" name="pt48501"/>
            <p:cNvSpPr/>
            <p:nvPr/>
          </p:nvSpPr>
          <p:spPr>
            <a:xfrm>
              <a:off x="8679650" y="23562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2" name="pt48502"/>
            <p:cNvSpPr/>
            <p:nvPr/>
          </p:nvSpPr>
          <p:spPr>
            <a:xfrm>
              <a:off x="9654477" y="18777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3" name="pt48503"/>
            <p:cNvSpPr/>
            <p:nvPr/>
          </p:nvSpPr>
          <p:spPr>
            <a:xfrm>
              <a:off x="8550210" y="24210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4" name="pt48504"/>
            <p:cNvSpPr/>
            <p:nvPr/>
          </p:nvSpPr>
          <p:spPr>
            <a:xfrm>
              <a:off x="8864906" y="17647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5" name="pt48505"/>
            <p:cNvSpPr/>
            <p:nvPr/>
          </p:nvSpPr>
          <p:spPr>
            <a:xfrm>
              <a:off x="8689465" y="23219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6" name="pt48506"/>
            <p:cNvSpPr/>
            <p:nvPr/>
          </p:nvSpPr>
          <p:spPr>
            <a:xfrm>
              <a:off x="8861436" y="21960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7" name="pt48507"/>
            <p:cNvSpPr/>
            <p:nvPr/>
          </p:nvSpPr>
          <p:spPr>
            <a:xfrm>
              <a:off x="8834965" y="21431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8" name="pt48508"/>
            <p:cNvSpPr/>
            <p:nvPr/>
          </p:nvSpPr>
          <p:spPr>
            <a:xfrm>
              <a:off x="9179876" y="1864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9" name="pt48509"/>
            <p:cNvSpPr/>
            <p:nvPr/>
          </p:nvSpPr>
          <p:spPr>
            <a:xfrm>
              <a:off x="8588529" y="22502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0" name="pt48510"/>
            <p:cNvSpPr/>
            <p:nvPr/>
          </p:nvSpPr>
          <p:spPr>
            <a:xfrm>
              <a:off x="9104672" y="20929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1" name="pt48511"/>
            <p:cNvSpPr/>
            <p:nvPr/>
          </p:nvSpPr>
          <p:spPr>
            <a:xfrm>
              <a:off x="9286979" y="19472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2" name="pt48512"/>
            <p:cNvSpPr/>
            <p:nvPr/>
          </p:nvSpPr>
          <p:spPr>
            <a:xfrm>
              <a:off x="8619838" y="24150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3" name="pt48513"/>
            <p:cNvSpPr/>
            <p:nvPr/>
          </p:nvSpPr>
          <p:spPr>
            <a:xfrm>
              <a:off x="8588529" y="21535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4" name="pt48514"/>
            <p:cNvSpPr/>
            <p:nvPr/>
          </p:nvSpPr>
          <p:spPr>
            <a:xfrm>
              <a:off x="9259623" y="20250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5" name="pt48515"/>
            <p:cNvSpPr/>
            <p:nvPr/>
          </p:nvSpPr>
          <p:spPr>
            <a:xfrm>
              <a:off x="8658156" y="24608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6" name="pt48516"/>
            <p:cNvSpPr/>
            <p:nvPr/>
          </p:nvSpPr>
          <p:spPr>
            <a:xfrm>
              <a:off x="8826587" y="21065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7" name="pt48517"/>
            <p:cNvSpPr/>
            <p:nvPr/>
          </p:nvSpPr>
          <p:spPr>
            <a:xfrm>
              <a:off x="9142651" y="20513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8" name="pt48518"/>
            <p:cNvSpPr/>
            <p:nvPr/>
          </p:nvSpPr>
          <p:spPr>
            <a:xfrm>
              <a:off x="8500809" y="26501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9" name="pt48519"/>
            <p:cNvSpPr/>
            <p:nvPr/>
          </p:nvSpPr>
          <p:spPr>
            <a:xfrm>
              <a:off x="9010896" y="17010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0" name="pt48520"/>
            <p:cNvSpPr/>
            <p:nvPr/>
          </p:nvSpPr>
          <p:spPr>
            <a:xfrm>
              <a:off x="8850587" y="21331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1" name="pt48521"/>
            <p:cNvSpPr/>
            <p:nvPr/>
          </p:nvSpPr>
          <p:spPr>
            <a:xfrm>
              <a:off x="9003396" y="21122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2" name="pt48522"/>
            <p:cNvSpPr/>
            <p:nvPr/>
          </p:nvSpPr>
          <p:spPr>
            <a:xfrm>
              <a:off x="8947749" y="21249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3" name="pt48523"/>
            <p:cNvSpPr/>
            <p:nvPr/>
          </p:nvSpPr>
          <p:spPr>
            <a:xfrm>
              <a:off x="8500809" y="2584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4" name="pt48524"/>
            <p:cNvSpPr/>
            <p:nvPr/>
          </p:nvSpPr>
          <p:spPr>
            <a:xfrm>
              <a:off x="9004922" y="1568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5" name="pt48525"/>
            <p:cNvSpPr/>
            <p:nvPr/>
          </p:nvSpPr>
          <p:spPr>
            <a:xfrm>
              <a:off x="9077064" y="19629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6" name="pt48526"/>
            <p:cNvSpPr/>
            <p:nvPr/>
          </p:nvSpPr>
          <p:spPr>
            <a:xfrm>
              <a:off x="8698750" y="23384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7" name="pt48527"/>
            <p:cNvSpPr/>
            <p:nvPr/>
          </p:nvSpPr>
          <p:spPr>
            <a:xfrm>
              <a:off x="9102103" y="20192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8" name="pt48528"/>
            <p:cNvSpPr/>
            <p:nvPr/>
          </p:nvSpPr>
          <p:spPr>
            <a:xfrm>
              <a:off x="8759093" y="20396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9" name="pt48529"/>
            <p:cNvSpPr/>
            <p:nvPr/>
          </p:nvSpPr>
          <p:spPr>
            <a:xfrm>
              <a:off x="8857896" y="21500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0" name="pt48530"/>
            <p:cNvSpPr/>
            <p:nvPr/>
          </p:nvSpPr>
          <p:spPr>
            <a:xfrm>
              <a:off x="8817779" y="20444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1" name="pt48531"/>
            <p:cNvSpPr/>
            <p:nvPr/>
          </p:nvSpPr>
          <p:spPr>
            <a:xfrm>
              <a:off x="8842954" y="21525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2" name="pt48532"/>
            <p:cNvSpPr/>
            <p:nvPr/>
          </p:nvSpPr>
          <p:spPr>
            <a:xfrm>
              <a:off x="8588529" y="21422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3" name="pt48533"/>
            <p:cNvSpPr/>
            <p:nvPr/>
          </p:nvSpPr>
          <p:spPr>
            <a:xfrm>
              <a:off x="8899053" y="21613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4" name="pt48534"/>
            <p:cNvSpPr/>
            <p:nvPr/>
          </p:nvSpPr>
          <p:spPr>
            <a:xfrm>
              <a:off x="8707558" y="22518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5" name="pt48535"/>
            <p:cNvSpPr/>
            <p:nvPr/>
          </p:nvSpPr>
          <p:spPr>
            <a:xfrm>
              <a:off x="9058082" y="20045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6" name="pt48536"/>
            <p:cNvSpPr/>
            <p:nvPr/>
          </p:nvSpPr>
          <p:spPr>
            <a:xfrm>
              <a:off x="8980466" y="20046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7" name="pt48537"/>
            <p:cNvSpPr/>
            <p:nvPr/>
          </p:nvSpPr>
          <p:spPr>
            <a:xfrm>
              <a:off x="8932228" y="19148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8" name="pt48538"/>
            <p:cNvSpPr/>
            <p:nvPr/>
          </p:nvSpPr>
          <p:spPr>
            <a:xfrm>
              <a:off x="8861436" y="1946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9" name="pt48539"/>
            <p:cNvSpPr/>
            <p:nvPr/>
          </p:nvSpPr>
          <p:spPr>
            <a:xfrm>
              <a:off x="9548628" y="21337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0" name="pt48540"/>
            <p:cNvSpPr/>
            <p:nvPr/>
          </p:nvSpPr>
          <p:spPr>
            <a:xfrm>
              <a:off x="8960020" y="2256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1" name="pt48541"/>
            <p:cNvSpPr/>
            <p:nvPr/>
          </p:nvSpPr>
          <p:spPr>
            <a:xfrm>
              <a:off x="9259278" y="20412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2" name="pt48542"/>
            <p:cNvSpPr/>
            <p:nvPr/>
          </p:nvSpPr>
          <p:spPr>
            <a:xfrm>
              <a:off x="8868306" y="21710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3" name="pt48543"/>
            <p:cNvSpPr/>
            <p:nvPr/>
          </p:nvSpPr>
          <p:spPr>
            <a:xfrm>
              <a:off x="8550210" y="25953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4" name="pt48544"/>
            <p:cNvSpPr/>
            <p:nvPr/>
          </p:nvSpPr>
          <p:spPr>
            <a:xfrm>
              <a:off x="9068885" y="18567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5" name="pt48545"/>
            <p:cNvSpPr/>
            <p:nvPr/>
          </p:nvSpPr>
          <p:spPr>
            <a:xfrm>
              <a:off x="9466476" y="22092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6" name="pt48546"/>
            <p:cNvSpPr/>
            <p:nvPr/>
          </p:nvSpPr>
          <p:spPr>
            <a:xfrm>
              <a:off x="8312152" y="26070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7" name="pt48547"/>
            <p:cNvSpPr/>
            <p:nvPr/>
          </p:nvSpPr>
          <p:spPr>
            <a:xfrm>
              <a:off x="8312152" y="24990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8" name="pt48548"/>
            <p:cNvSpPr/>
            <p:nvPr/>
          </p:nvSpPr>
          <p:spPr>
            <a:xfrm>
              <a:off x="8570436" y="23722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9" name="pt48549"/>
            <p:cNvSpPr/>
            <p:nvPr/>
          </p:nvSpPr>
          <p:spPr>
            <a:xfrm>
              <a:off x="8846813" y="20176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0" name="pt48550"/>
            <p:cNvSpPr/>
            <p:nvPr/>
          </p:nvSpPr>
          <p:spPr>
            <a:xfrm>
              <a:off x="8846813" y="19740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1" name="pt48551"/>
            <p:cNvSpPr/>
            <p:nvPr/>
          </p:nvSpPr>
          <p:spPr>
            <a:xfrm>
              <a:off x="9064645" y="19892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2" name="pt48552"/>
            <p:cNvSpPr/>
            <p:nvPr/>
          </p:nvSpPr>
          <p:spPr>
            <a:xfrm>
              <a:off x="8619838" y="23140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3" name="pt48553"/>
            <p:cNvSpPr/>
            <p:nvPr/>
          </p:nvSpPr>
          <p:spPr>
            <a:xfrm>
              <a:off x="8932228" y="18937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4" name="pt48554"/>
            <p:cNvSpPr/>
            <p:nvPr/>
          </p:nvSpPr>
          <p:spPr>
            <a:xfrm>
              <a:off x="9062485" y="1912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5" name="pt48555"/>
            <p:cNvSpPr/>
            <p:nvPr/>
          </p:nvSpPr>
          <p:spPr>
            <a:xfrm>
              <a:off x="8658156" y="24071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6" name="pt48556"/>
            <p:cNvSpPr/>
            <p:nvPr/>
          </p:nvSpPr>
          <p:spPr>
            <a:xfrm>
              <a:off x="8588529" y="22925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7" name="pt48557"/>
            <p:cNvSpPr/>
            <p:nvPr/>
          </p:nvSpPr>
          <p:spPr>
            <a:xfrm>
              <a:off x="9067835" y="18015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8" name="pt48558"/>
            <p:cNvSpPr/>
            <p:nvPr/>
          </p:nvSpPr>
          <p:spPr>
            <a:xfrm>
              <a:off x="8941268" y="18791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9" name="pt48559"/>
            <p:cNvSpPr/>
            <p:nvPr/>
          </p:nvSpPr>
          <p:spPr>
            <a:xfrm>
              <a:off x="8469500" y="22327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0" name="pt48560"/>
            <p:cNvSpPr/>
            <p:nvPr/>
          </p:nvSpPr>
          <p:spPr>
            <a:xfrm>
              <a:off x="8570436" y="2475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1" name="pt48561"/>
            <p:cNvSpPr/>
            <p:nvPr/>
          </p:nvSpPr>
          <p:spPr>
            <a:xfrm>
              <a:off x="8759093" y="20809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2" name="pt48562"/>
            <p:cNvSpPr/>
            <p:nvPr/>
          </p:nvSpPr>
          <p:spPr>
            <a:xfrm>
              <a:off x="8817779" y="21455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3" name="pt48563"/>
            <p:cNvSpPr/>
            <p:nvPr/>
          </p:nvSpPr>
          <p:spPr>
            <a:xfrm>
              <a:off x="9046552" y="1889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4" name="pt48564"/>
            <p:cNvSpPr/>
            <p:nvPr/>
          </p:nvSpPr>
          <p:spPr>
            <a:xfrm>
              <a:off x="9522221" y="19255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5" name="pt48565"/>
            <p:cNvSpPr/>
            <p:nvPr/>
          </p:nvSpPr>
          <p:spPr>
            <a:xfrm>
              <a:off x="9076063" y="18148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6" name="pt48566"/>
            <p:cNvSpPr/>
            <p:nvPr/>
          </p:nvSpPr>
          <p:spPr>
            <a:xfrm>
              <a:off x="8469500" y="23670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7" name="pt48567"/>
            <p:cNvSpPr/>
            <p:nvPr/>
          </p:nvSpPr>
          <p:spPr>
            <a:xfrm>
              <a:off x="9123951" y="2142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8" name="pt48568"/>
            <p:cNvSpPr/>
            <p:nvPr/>
          </p:nvSpPr>
          <p:spPr>
            <a:xfrm>
              <a:off x="8782816" y="23294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9" name="pt48569"/>
            <p:cNvSpPr/>
            <p:nvPr/>
          </p:nvSpPr>
          <p:spPr>
            <a:xfrm>
              <a:off x="9206269" y="1757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0" name="pt48570"/>
            <p:cNvSpPr/>
            <p:nvPr/>
          </p:nvSpPr>
          <p:spPr>
            <a:xfrm>
              <a:off x="8803657" y="20864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1" name="pt48571"/>
            <p:cNvSpPr/>
            <p:nvPr/>
          </p:nvSpPr>
          <p:spPr>
            <a:xfrm>
              <a:off x="9077064" y="19365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2" name="pt48572"/>
            <p:cNvSpPr/>
            <p:nvPr/>
          </p:nvSpPr>
          <p:spPr>
            <a:xfrm>
              <a:off x="8500809" y="26831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3" name="pt48573"/>
            <p:cNvSpPr/>
            <p:nvPr/>
          </p:nvSpPr>
          <p:spPr>
            <a:xfrm>
              <a:off x="8431181" y="24476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4" name="pt48574"/>
            <p:cNvSpPr/>
            <p:nvPr/>
          </p:nvSpPr>
          <p:spPr>
            <a:xfrm>
              <a:off x="9425448" y="17799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5" name="pt48575"/>
            <p:cNvSpPr/>
            <p:nvPr/>
          </p:nvSpPr>
          <p:spPr>
            <a:xfrm>
              <a:off x="8633583" y="21178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6" name="pt48576"/>
            <p:cNvSpPr/>
            <p:nvPr/>
          </p:nvSpPr>
          <p:spPr>
            <a:xfrm>
              <a:off x="9359136" y="20589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7" name="pt48577"/>
            <p:cNvSpPr/>
            <p:nvPr/>
          </p:nvSpPr>
          <p:spPr>
            <a:xfrm>
              <a:off x="8969616" y="22493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8" name="pt48578"/>
            <p:cNvSpPr/>
            <p:nvPr/>
          </p:nvSpPr>
          <p:spPr>
            <a:xfrm>
              <a:off x="8826587" y="21672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9" name="pt48579"/>
            <p:cNvSpPr/>
            <p:nvPr/>
          </p:nvSpPr>
          <p:spPr>
            <a:xfrm>
              <a:off x="8731558" y="2153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0" name="pt48580"/>
            <p:cNvSpPr/>
            <p:nvPr/>
          </p:nvSpPr>
          <p:spPr>
            <a:xfrm>
              <a:off x="9423467" y="21099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1" name="pt48581"/>
            <p:cNvSpPr/>
            <p:nvPr/>
          </p:nvSpPr>
          <p:spPr>
            <a:xfrm>
              <a:off x="8312152" y="23543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2" name="pt48582"/>
            <p:cNvSpPr/>
            <p:nvPr/>
          </p:nvSpPr>
          <p:spPr>
            <a:xfrm>
              <a:off x="8500809" y="26878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3" name="pt48583"/>
            <p:cNvSpPr/>
            <p:nvPr/>
          </p:nvSpPr>
          <p:spPr>
            <a:xfrm>
              <a:off x="8658156" y="26173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4" name="pt48584"/>
            <p:cNvSpPr/>
            <p:nvPr/>
          </p:nvSpPr>
          <p:spPr>
            <a:xfrm>
              <a:off x="9035469" y="15762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5" name="pt48585"/>
            <p:cNvSpPr/>
            <p:nvPr/>
          </p:nvSpPr>
          <p:spPr>
            <a:xfrm>
              <a:off x="9360483" y="21238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6" name="pt48586"/>
            <p:cNvSpPr/>
            <p:nvPr/>
          </p:nvSpPr>
          <p:spPr>
            <a:xfrm>
              <a:off x="8920215" y="20755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7" name="pt48587"/>
            <p:cNvSpPr/>
            <p:nvPr/>
          </p:nvSpPr>
          <p:spPr>
            <a:xfrm>
              <a:off x="8527280" y="25269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8" name="pt48588"/>
            <p:cNvSpPr/>
            <p:nvPr/>
          </p:nvSpPr>
          <p:spPr>
            <a:xfrm>
              <a:off x="8939053" y="1835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9" name="pt48589"/>
            <p:cNvSpPr/>
            <p:nvPr/>
          </p:nvSpPr>
          <p:spPr>
            <a:xfrm>
              <a:off x="8469500" y="24390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0" name="pt48590"/>
            <p:cNvSpPr/>
            <p:nvPr/>
          </p:nvSpPr>
          <p:spPr>
            <a:xfrm>
              <a:off x="8890393" y="21173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1" name="pt48591"/>
            <p:cNvSpPr/>
            <p:nvPr/>
          </p:nvSpPr>
          <p:spPr>
            <a:xfrm>
              <a:off x="8500809" y="24851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2" name="pt48592"/>
            <p:cNvSpPr/>
            <p:nvPr/>
          </p:nvSpPr>
          <p:spPr>
            <a:xfrm>
              <a:off x="8868306" y="21648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3" name="pt48593"/>
            <p:cNvSpPr/>
            <p:nvPr/>
          </p:nvSpPr>
          <p:spPr>
            <a:xfrm>
              <a:off x="9071998" y="18289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4" name="pt48594"/>
            <p:cNvSpPr/>
            <p:nvPr/>
          </p:nvSpPr>
          <p:spPr>
            <a:xfrm>
              <a:off x="8312152" y="25580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5" name="pt48595"/>
            <p:cNvSpPr/>
            <p:nvPr/>
          </p:nvSpPr>
          <p:spPr>
            <a:xfrm>
              <a:off x="8381780" y="23517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6" name="pt48596"/>
            <p:cNvSpPr/>
            <p:nvPr/>
          </p:nvSpPr>
          <p:spPr>
            <a:xfrm>
              <a:off x="9056963" y="22122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7" name="pt48597"/>
            <p:cNvSpPr/>
            <p:nvPr/>
          </p:nvSpPr>
          <p:spPr>
            <a:xfrm>
              <a:off x="9356998" y="20074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8" name="pt48598"/>
            <p:cNvSpPr/>
            <p:nvPr/>
          </p:nvSpPr>
          <p:spPr>
            <a:xfrm>
              <a:off x="9147356" y="20895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9" name="pt48599"/>
            <p:cNvSpPr/>
            <p:nvPr/>
          </p:nvSpPr>
          <p:spPr>
            <a:xfrm>
              <a:off x="9436013" y="22769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0" name="pt48600"/>
            <p:cNvSpPr/>
            <p:nvPr/>
          </p:nvSpPr>
          <p:spPr>
            <a:xfrm>
              <a:off x="8960020" y="21034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1" name="pt48601"/>
            <p:cNvSpPr/>
            <p:nvPr/>
          </p:nvSpPr>
          <p:spPr>
            <a:xfrm>
              <a:off x="8793552" y="21028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2" name="pt48602"/>
            <p:cNvSpPr/>
            <p:nvPr/>
          </p:nvSpPr>
          <p:spPr>
            <a:xfrm>
              <a:off x="9123951" y="21212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3" name="pt48603"/>
            <p:cNvSpPr/>
            <p:nvPr/>
          </p:nvSpPr>
          <p:spPr>
            <a:xfrm>
              <a:off x="9780422" y="27356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4" name="pt48604"/>
            <p:cNvSpPr/>
            <p:nvPr/>
          </p:nvSpPr>
          <p:spPr>
            <a:xfrm>
              <a:off x="8619838" y="2186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5" name="pt48605"/>
            <p:cNvSpPr/>
            <p:nvPr/>
          </p:nvSpPr>
          <p:spPr>
            <a:xfrm>
              <a:off x="8689465" y="2503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6" name="pt48606"/>
            <p:cNvSpPr/>
            <p:nvPr/>
          </p:nvSpPr>
          <p:spPr>
            <a:xfrm>
              <a:off x="8723925" y="22044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7" name="pt48607"/>
            <p:cNvSpPr/>
            <p:nvPr/>
          </p:nvSpPr>
          <p:spPr>
            <a:xfrm>
              <a:off x="9193072" y="21165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8" name="pt48608"/>
            <p:cNvSpPr/>
            <p:nvPr/>
          </p:nvSpPr>
          <p:spPr>
            <a:xfrm>
              <a:off x="9022254" y="1910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9" name="pt48609"/>
            <p:cNvSpPr/>
            <p:nvPr/>
          </p:nvSpPr>
          <p:spPr>
            <a:xfrm>
              <a:off x="8854280" y="20723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0" name="pt48610"/>
            <p:cNvSpPr/>
            <p:nvPr/>
          </p:nvSpPr>
          <p:spPr>
            <a:xfrm>
              <a:off x="8842954" y="20546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1" name="pt48611"/>
            <p:cNvSpPr/>
            <p:nvPr/>
          </p:nvSpPr>
          <p:spPr>
            <a:xfrm>
              <a:off x="9305101" y="21272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2" name="pt48612"/>
            <p:cNvSpPr/>
            <p:nvPr/>
          </p:nvSpPr>
          <p:spPr>
            <a:xfrm>
              <a:off x="9052414" y="22395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3" name="pt48613"/>
            <p:cNvSpPr/>
            <p:nvPr/>
          </p:nvSpPr>
          <p:spPr>
            <a:xfrm>
              <a:off x="9471970" y="22904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4" name="pt48614"/>
            <p:cNvSpPr/>
            <p:nvPr/>
          </p:nvSpPr>
          <p:spPr>
            <a:xfrm>
              <a:off x="8813199" y="20990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5" name="pt48615"/>
            <p:cNvSpPr/>
            <p:nvPr/>
          </p:nvSpPr>
          <p:spPr>
            <a:xfrm>
              <a:off x="8431181" y="22925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6" name="pt48616"/>
            <p:cNvSpPr/>
            <p:nvPr/>
          </p:nvSpPr>
          <p:spPr>
            <a:xfrm>
              <a:off x="8646309" y="24847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7" name="pt48617"/>
            <p:cNvSpPr/>
            <p:nvPr/>
          </p:nvSpPr>
          <p:spPr>
            <a:xfrm>
              <a:off x="8920215" y="22619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8" name="pt48618"/>
            <p:cNvSpPr/>
            <p:nvPr/>
          </p:nvSpPr>
          <p:spPr>
            <a:xfrm>
              <a:off x="8864906" y="20670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9" name="pt48619"/>
            <p:cNvSpPr/>
            <p:nvPr/>
          </p:nvSpPr>
          <p:spPr>
            <a:xfrm>
              <a:off x="9020874" y="16117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0" name="pt48620"/>
            <p:cNvSpPr/>
            <p:nvPr/>
          </p:nvSpPr>
          <p:spPr>
            <a:xfrm>
              <a:off x="8992313" y="18593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1" name="pt48621"/>
            <p:cNvSpPr/>
            <p:nvPr/>
          </p:nvSpPr>
          <p:spPr>
            <a:xfrm>
              <a:off x="8500809" y="27102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2" name="pt48622"/>
            <p:cNvSpPr/>
            <p:nvPr/>
          </p:nvSpPr>
          <p:spPr>
            <a:xfrm>
              <a:off x="8723925" y="22301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3" name="pt48623"/>
            <p:cNvSpPr/>
            <p:nvPr/>
          </p:nvSpPr>
          <p:spPr>
            <a:xfrm>
              <a:off x="9495513" y="22880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4" name="pt48624"/>
            <p:cNvSpPr/>
            <p:nvPr/>
          </p:nvSpPr>
          <p:spPr>
            <a:xfrm>
              <a:off x="8887406" y="19059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5" name="pt48625"/>
            <p:cNvSpPr/>
            <p:nvPr/>
          </p:nvSpPr>
          <p:spPr>
            <a:xfrm>
              <a:off x="8890393" y="20115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6" name="pt48626"/>
            <p:cNvSpPr/>
            <p:nvPr/>
          </p:nvSpPr>
          <p:spPr>
            <a:xfrm>
              <a:off x="8633583" y="21957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7" name="pt48627"/>
            <p:cNvSpPr/>
            <p:nvPr/>
          </p:nvSpPr>
          <p:spPr>
            <a:xfrm>
              <a:off x="8850587" y="22158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8" name="pt48628"/>
            <p:cNvSpPr/>
            <p:nvPr/>
          </p:nvSpPr>
          <p:spPr>
            <a:xfrm>
              <a:off x="8381780" y="25325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9" name="pt48629"/>
            <p:cNvSpPr/>
            <p:nvPr/>
          </p:nvSpPr>
          <p:spPr>
            <a:xfrm>
              <a:off x="9326470" y="22075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0" name="pt48630"/>
            <p:cNvSpPr/>
            <p:nvPr/>
          </p:nvSpPr>
          <p:spPr>
            <a:xfrm>
              <a:off x="8738867" y="17495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1" name="pt48631"/>
            <p:cNvSpPr/>
            <p:nvPr/>
          </p:nvSpPr>
          <p:spPr>
            <a:xfrm>
              <a:off x="9304571" y="21775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2" name="pt48632"/>
            <p:cNvSpPr/>
            <p:nvPr/>
          </p:nvSpPr>
          <p:spPr>
            <a:xfrm>
              <a:off x="8817779" y="2185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3" name="pt48633"/>
            <p:cNvSpPr/>
            <p:nvPr/>
          </p:nvSpPr>
          <p:spPr>
            <a:xfrm>
              <a:off x="9680997" y="23833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4" name="pt48634"/>
            <p:cNvSpPr/>
            <p:nvPr/>
          </p:nvSpPr>
          <p:spPr>
            <a:xfrm>
              <a:off x="8932228" y="18937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5" name="pt48635"/>
            <p:cNvSpPr/>
            <p:nvPr/>
          </p:nvSpPr>
          <p:spPr>
            <a:xfrm>
              <a:off x="8945616" y="21007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6" name="pt48636"/>
            <p:cNvSpPr/>
            <p:nvPr/>
          </p:nvSpPr>
          <p:spPr>
            <a:xfrm>
              <a:off x="8854280" y="20968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7" name="pt48637"/>
            <p:cNvSpPr/>
            <p:nvPr/>
          </p:nvSpPr>
          <p:spPr>
            <a:xfrm>
              <a:off x="8707558" y="23124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8" name="pt48638"/>
            <p:cNvSpPr/>
            <p:nvPr/>
          </p:nvSpPr>
          <p:spPr>
            <a:xfrm>
              <a:off x="9186336" y="22919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9" name="pt48639"/>
            <p:cNvSpPr/>
            <p:nvPr/>
          </p:nvSpPr>
          <p:spPr>
            <a:xfrm>
              <a:off x="8312152" y="25105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0" name="pt48640"/>
            <p:cNvSpPr/>
            <p:nvPr/>
          </p:nvSpPr>
          <p:spPr>
            <a:xfrm>
              <a:off x="8500809" y="25575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1" name="pt48641"/>
            <p:cNvSpPr/>
            <p:nvPr/>
          </p:nvSpPr>
          <p:spPr>
            <a:xfrm>
              <a:off x="9652073" y="21610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2" name="pt48642"/>
            <p:cNvSpPr/>
            <p:nvPr/>
          </p:nvSpPr>
          <p:spPr>
            <a:xfrm>
              <a:off x="8759093" y="21581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3" name="pt48643"/>
            <p:cNvSpPr/>
            <p:nvPr/>
          </p:nvSpPr>
          <p:spPr>
            <a:xfrm>
              <a:off x="9148018" y="21684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4" name="pt48644"/>
            <p:cNvSpPr/>
            <p:nvPr/>
          </p:nvSpPr>
          <p:spPr>
            <a:xfrm>
              <a:off x="8381780" y="2374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5" name="pt48645"/>
            <p:cNvSpPr/>
            <p:nvPr/>
          </p:nvSpPr>
          <p:spPr>
            <a:xfrm>
              <a:off x="8813199" y="20043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6" name="pt48646"/>
            <p:cNvSpPr/>
            <p:nvPr/>
          </p:nvSpPr>
          <p:spPr>
            <a:xfrm>
              <a:off x="8500809" y="26444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7" name="pt48647"/>
            <p:cNvSpPr/>
            <p:nvPr/>
          </p:nvSpPr>
          <p:spPr>
            <a:xfrm>
              <a:off x="8500809" y="26390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8" name="pt48648"/>
            <p:cNvSpPr/>
            <p:nvPr/>
          </p:nvSpPr>
          <p:spPr>
            <a:xfrm>
              <a:off x="8312152" y="26593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9" name="pt48649"/>
            <p:cNvSpPr/>
            <p:nvPr/>
          </p:nvSpPr>
          <p:spPr>
            <a:xfrm>
              <a:off x="9874745" y="25261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0" name="pt48650"/>
            <p:cNvSpPr/>
            <p:nvPr/>
          </p:nvSpPr>
          <p:spPr>
            <a:xfrm>
              <a:off x="9550412" y="20156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1" name="pt48651"/>
            <p:cNvSpPr/>
            <p:nvPr/>
          </p:nvSpPr>
          <p:spPr>
            <a:xfrm>
              <a:off x="8899053" y="21692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2" name="pt48652"/>
            <p:cNvSpPr/>
            <p:nvPr/>
          </p:nvSpPr>
          <p:spPr>
            <a:xfrm>
              <a:off x="8976925" y="21192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3" name="pt48653"/>
            <p:cNvSpPr/>
            <p:nvPr/>
          </p:nvSpPr>
          <p:spPr>
            <a:xfrm>
              <a:off x="8798679" y="23440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4" name="pt48654"/>
            <p:cNvSpPr/>
            <p:nvPr/>
          </p:nvSpPr>
          <p:spPr>
            <a:xfrm>
              <a:off x="9252225" y="20225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5" name="pt48655"/>
            <p:cNvSpPr/>
            <p:nvPr/>
          </p:nvSpPr>
          <p:spPr>
            <a:xfrm>
              <a:off x="9453041" y="2261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6" name="pt48656"/>
            <p:cNvSpPr/>
            <p:nvPr/>
          </p:nvSpPr>
          <p:spPr>
            <a:xfrm>
              <a:off x="8312152" y="26459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7" name="pt48657"/>
            <p:cNvSpPr/>
            <p:nvPr/>
          </p:nvSpPr>
          <p:spPr>
            <a:xfrm>
              <a:off x="8550210" y="25040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8" name="pt48658"/>
            <p:cNvSpPr/>
            <p:nvPr/>
          </p:nvSpPr>
          <p:spPr>
            <a:xfrm>
              <a:off x="8312152" y="24840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9" name="pt48659"/>
            <p:cNvSpPr/>
            <p:nvPr/>
          </p:nvSpPr>
          <p:spPr>
            <a:xfrm>
              <a:off x="8941268" y="1810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0" name="pt48660"/>
            <p:cNvSpPr/>
            <p:nvPr/>
          </p:nvSpPr>
          <p:spPr>
            <a:xfrm>
              <a:off x="8312152" y="2529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1" name="pt48661"/>
            <p:cNvSpPr/>
            <p:nvPr/>
          </p:nvSpPr>
          <p:spPr>
            <a:xfrm>
              <a:off x="8945616" y="20739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2" name="pt48662"/>
            <p:cNvSpPr/>
            <p:nvPr/>
          </p:nvSpPr>
          <p:spPr>
            <a:xfrm>
              <a:off x="8570436" y="23883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3" name="pt48663"/>
            <p:cNvSpPr/>
            <p:nvPr/>
          </p:nvSpPr>
          <p:spPr>
            <a:xfrm>
              <a:off x="9507319" y="21362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4" name="pt48664"/>
            <p:cNvSpPr/>
            <p:nvPr/>
          </p:nvSpPr>
          <p:spPr>
            <a:xfrm>
              <a:off x="8947749" y="20085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5" name="pt48665"/>
            <p:cNvSpPr/>
            <p:nvPr/>
          </p:nvSpPr>
          <p:spPr>
            <a:xfrm>
              <a:off x="8920215" y="2127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6" name="pt48666"/>
            <p:cNvSpPr/>
            <p:nvPr/>
          </p:nvSpPr>
          <p:spPr>
            <a:xfrm>
              <a:off x="9237969" y="19948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7" name="pt48667"/>
            <p:cNvSpPr/>
            <p:nvPr/>
          </p:nvSpPr>
          <p:spPr>
            <a:xfrm>
              <a:off x="8570436" y="25592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8" name="pt48668"/>
            <p:cNvSpPr/>
            <p:nvPr/>
          </p:nvSpPr>
          <p:spPr>
            <a:xfrm>
              <a:off x="8890393" y="20338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9" name="pt48669"/>
            <p:cNvSpPr/>
            <p:nvPr/>
          </p:nvSpPr>
          <p:spPr>
            <a:xfrm>
              <a:off x="9275425" y="18736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0" name="pt48670"/>
            <p:cNvSpPr/>
            <p:nvPr/>
          </p:nvSpPr>
          <p:spPr>
            <a:xfrm>
              <a:off x="9548435" y="21767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1" name="pt48671"/>
            <p:cNvSpPr/>
            <p:nvPr/>
          </p:nvSpPr>
          <p:spPr>
            <a:xfrm>
              <a:off x="9573129" y="22767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2" name="pt48672"/>
            <p:cNvSpPr/>
            <p:nvPr/>
          </p:nvSpPr>
          <p:spPr>
            <a:xfrm>
              <a:off x="9184210" y="22133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3" name="pt48673"/>
            <p:cNvSpPr/>
            <p:nvPr/>
          </p:nvSpPr>
          <p:spPr>
            <a:xfrm>
              <a:off x="8500809" y="24783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4" name="pt48674"/>
            <p:cNvSpPr/>
            <p:nvPr/>
          </p:nvSpPr>
          <p:spPr>
            <a:xfrm>
              <a:off x="8679650" y="23676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5" name="pt48675"/>
            <p:cNvSpPr/>
            <p:nvPr/>
          </p:nvSpPr>
          <p:spPr>
            <a:xfrm>
              <a:off x="8731558" y="22313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6" name="pt48676"/>
            <p:cNvSpPr/>
            <p:nvPr/>
          </p:nvSpPr>
          <p:spPr>
            <a:xfrm>
              <a:off x="9155133" y="20866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7" name="pt48677"/>
            <p:cNvSpPr/>
            <p:nvPr/>
          </p:nvSpPr>
          <p:spPr>
            <a:xfrm>
              <a:off x="8689465" y="24770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8" name="pt48678"/>
            <p:cNvSpPr/>
            <p:nvPr/>
          </p:nvSpPr>
          <p:spPr>
            <a:xfrm>
              <a:off x="8658156" y="22718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9" name="pt48679"/>
            <p:cNvSpPr/>
            <p:nvPr/>
          </p:nvSpPr>
          <p:spPr>
            <a:xfrm>
              <a:off x="8312152" y="2544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0" name="pt48680"/>
            <p:cNvSpPr/>
            <p:nvPr/>
          </p:nvSpPr>
          <p:spPr>
            <a:xfrm>
              <a:off x="8956027" y="20580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1" name="pt48681"/>
            <p:cNvSpPr/>
            <p:nvPr/>
          </p:nvSpPr>
          <p:spPr>
            <a:xfrm>
              <a:off x="8842954" y="21620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2" name="pt48682"/>
            <p:cNvSpPr/>
            <p:nvPr/>
          </p:nvSpPr>
          <p:spPr>
            <a:xfrm>
              <a:off x="9047741" y="22096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3" name="pt48683"/>
            <p:cNvSpPr/>
            <p:nvPr/>
          </p:nvSpPr>
          <p:spPr>
            <a:xfrm>
              <a:off x="9116180" y="19541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4" name="pt48684"/>
            <p:cNvSpPr/>
            <p:nvPr/>
          </p:nvSpPr>
          <p:spPr>
            <a:xfrm>
              <a:off x="9573129" y="22995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5" name="pt48685"/>
            <p:cNvSpPr/>
            <p:nvPr/>
          </p:nvSpPr>
          <p:spPr>
            <a:xfrm>
              <a:off x="8813199" y="21930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6" name="pt48686"/>
            <p:cNvSpPr/>
            <p:nvPr/>
          </p:nvSpPr>
          <p:spPr>
            <a:xfrm>
              <a:off x="8431181" y="23680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7" name="pt48687"/>
            <p:cNvSpPr/>
            <p:nvPr/>
          </p:nvSpPr>
          <p:spPr>
            <a:xfrm>
              <a:off x="8956027" y="21781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8" name="pt48688"/>
            <p:cNvSpPr/>
            <p:nvPr/>
          </p:nvSpPr>
          <p:spPr>
            <a:xfrm>
              <a:off x="8826587" y="21187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9" name="pt48689"/>
            <p:cNvSpPr/>
            <p:nvPr/>
          </p:nvSpPr>
          <p:spPr>
            <a:xfrm>
              <a:off x="8927523" y="19392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0" name="pt48690"/>
            <p:cNvSpPr/>
            <p:nvPr/>
          </p:nvSpPr>
          <p:spPr>
            <a:xfrm>
              <a:off x="9564411" y="19884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1" name="pt48691"/>
            <p:cNvSpPr/>
            <p:nvPr/>
          </p:nvSpPr>
          <p:spPr>
            <a:xfrm>
              <a:off x="8723925" y="18673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2" name="pt48692"/>
            <p:cNvSpPr/>
            <p:nvPr/>
          </p:nvSpPr>
          <p:spPr>
            <a:xfrm>
              <a:off x="8707558" y="22212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3" name="pt48693"/>
            <p:cNvSpPr/>
            <p:nvPr/>
          </p:nvSpPr>
          <p:spPr>
            <a:xfrm>
              <a:off x="9517293" y="20456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4" name="pt48694"/>
            <p:cNvSpPr/>
            <p:nvPr/>
          </p:nvSpPr>
          <p:spPr>
            <a:xfrm>
              <a:off x="8633583" y="21451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5" name="pt48695"/>
            <p:cNvSpPr/>
            <p:nvPr/>
          </p:nvSpPr>
          <p:spPr>
            <a:xfrm>
              <a:off x="8312152" y="24435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6" name="pt48696"/>
            <p:cNvSpPr/>
            <p:nvPr/>
          </p:nvSpPr>
          <p:spPr>
            <a:xfrm>
              <a:off x="8956027" y="21602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7" name="pt48697"/>
            <p:cNvSpPr/>
            <p:nvPr/>
          </p:nvSpPr>
          <p:spPr>
            <a:xfrm>
              <a:off x="9071998" y="18505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8" name="pt48698"/>
            <p:cNvSpPr/>
            <p:nvPr/>
          </p:nvSpPr>
          <p:spPr>
            <a:xfrm>
              <a:off x="8890393" y="2187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9" name="pt48699"/>
            <p:cNvSpPr/>
            <p:nvPr/>
          </p:nvSpPr>
          <p:spPr>
            <a:xfrm>
              <a:off x="9207674" y="17628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0" name="pt48700"/>
            <p:cNvSpPr/>
            <p:nvPr/>
          </p:nvSpPr>
          <p:spPr>
            <a:xfrm>
              <a:off x="9457237" y="21575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1" name="pt48701"/>
            <p:cNvSpPr/>
            <p:nvPr/>
          </p:nvSpPr>
          <p:spPr>
            <a:xfrm>
              <a:off x="8679650" y="23218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2" name="pt48702"/>
            <p:cNvSpPr/>
            <p:nvPr/>
          </p:nvSpPr>
          <p:spPr>
            <a:xfrm>
              <a:off x="8893328" y="16423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3" name="pt48703"/>
            <p:cNvSpPr/>
            <p:nvPr/>
          </p:nvSpPr>
          <p:spPr>
            <a:xfrm>
              <a:off x="9750516" y="23703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4" name="pt48704"/>
            <p:cNvSpPr/>
            <p:nvPr/>
          </p:nvSpPr>
          <p:spPr>
            <a:xfrm>
              <a:off x="8813199" y="20079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5" name="pt48705"/>
            <p:cNvSpPr/>
            <p:nvPr/>
          </p:nvSpPr>
          <p:spPr>
            <a:xfrm>
              <a:off x="8793552" y="2064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6" name="pt48706"/>
            <p:cNvSpPr/>
            <p:nvPr/>
          </p:nvSpPr>
          <p:spPr>
            <a:xfrm>
              <a:off x="8570436" y="25698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7" name="pt48707"/>
            <p:cNvSpPr/>
            <p:nvPr/>
          </p:nvSpPr>
          <p:spPr>
            <a:xfrm>
              <a:off x="8945616" y="20900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8" name="pt48708"/>
            <p:cNvSpPr/>
            <p:nvPr/>
          </p:nvSpPr>
          <p:spPr>
            <a:xfrm>
              <a:off x="9088645" y="19701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9" name="pt48709"/>
            <p:cNvSpPr/>
            <p:nvPr/>
          </p:nvSpPr>
          <p:spPr>
            <a:xfrm>
              <a:off x="9550412" y="20995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0" name="pt48710"/>
            <p:cNvSpPr/>
            <p:nvPr/>
          </p:nvSpPr>
          <p:spPr>
            <a:xfrm>
              <a:off x="9123951" y="20103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1" name="pt48711"/>
            <p:cNvSpPr/>
            <p:nvPr/>
          </p:nvSpPr>
          <p:spPr>
            <a:xfrm>
              <a:off x="8834965" y="21363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2" name="pt48712"/>
            <p:cNvSpPr/>
            <p:nvPr/>
          </p:nvSpPr>
          <p:spPr>
            <a:xfrm>
              <a:off x="9584728" y="20848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3" name="pt48713"/>
            <p:cNvSpPr/>
            <p:nvPr/>
          </p:nvSpPr>
          <p:spPr>
            <a:xfrm>
              <a:off x="8527280" y="24016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4" name="pt48714"/>
            <p:cNvSpPr/>
            <p:nvPr/>
          </p:nvSpPr>
          <p:spPr>
            <a:xfrm>
              <a:off x="9509103" y="20977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5" name="pt48715"/>
            <p:cNvSpPr/>
            <p:nvPr/>
          </p:nvSpPr>
          <p:spPr>
            <a:xfrm>
              <a:off x="8830827" y="19911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6" name="pt48716"/>
            <p:cNvSpPr/>
            <p:nvPr/>
          </p:nvSpPr>
          <p:spPr>
            <a:xfrm>
              <a:off x="8813199" y="22369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7" name="pt48717"/>
            <p:cNvSpPr/>
            <p:nvPr/>
          </p:nvSpPr>
          <p:spPr>
            <a:xfrm>
              <a:off x="8500809" y="24295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8" name="pt48718"/>
            <p:cNvSpPr/>
            <p:nvPr/>
          </p:nvSpPr>
          <p:spPr>
            <a:xfrm>
              <a:off x="8960020" y="2206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9" name="pt48719"/>
            <p:cNvSpPr/>
            <p:nvPr/>
          </p:nvSpPr>
          <p:spPr>
            <a:xfrm>
              <a:off x="8987335" y="19407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0" name="pt48720"/>
            <p:cNvSpPr/>
            <p:nvPr/>
          </p:nvSpPr>
          <p:spPr>
            <a:xfrm>
              <a:off x="8588529" y="23061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1" name="pt48721"/>
            <p:cNvSpPr/>
            <p:nvPr/>
          </p:nvSpPr>
          <p:spPr>
            <a:xfrm>
              <a:off x="8669239" y="23332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2" name="pt48722"/>
            <p:cNvSpPr/>
            <p:nvPr/>
          </p:nvSpPr>
          <p:spPr>
            <a:xfrm>
              <a:off x="8312152" y="21694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3" name="pt48723"/>
            <p:cNvSpPr/>
            <p:nvPr/>
          </p:nvSpPr>
          <p:spPr>
            <a:xfrm>
              <a:off x="8469500" y="26052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4" name="pt48724"/>
            <p:cNvSpPr/>
            <p:nvPr/>
          </p:nvSpPr>
          <p:spPr>
            <a:xfrm>
              <a:off x="9279466" y="21093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5" name="pt48725"/>
            <p:cNvSpPr/>
            <p:nvPr/>
          </p:nvSpPr>
          <p:spPr>
            <a:xfrm>
              <a:off x="8932228" y="19770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6" name="pt48726"/>
            <p:cNvSpPr/>
            <p:nvPr/>
          </p:nvSpPr>
          <p:spPr>
            <a:xfrm>
              <a:off x="9275425" y="19920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7" name="pt48727"/>
            <p:cNvSpPr/>
            <p:nvPr/>
          </p:nvSpPr>
          <p:spPr>
            <a:xfrm>
              <a:off x="8669239" y="22643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8" name="pt48728"/>
            <p:cNvSpPr/>
            <p:nvPr/>
          </p:nvSpPr>
          <p:spPr>
            <a:xfrm>
              <a:off x="9044150" y="1752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9" name="pt48729"/>
            <p:cNvSpPr/>
            <p:nvPr/>
          </p:nvSpPr>
          <p:spPr>
            <a:xfrm>
              <a:off x="8658156" y="25815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0" name="pt48730"/>
            <p:cNvSpPr/>
            <p:nvPr/>
          </p:nvSpPr>
          <p:spPr>
            <a:xfrm>
              <a:off x="8658156" y="25053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1" name="pt48731"/>
            <p:cNvSpPr/>
            <p:nvPr/>
          </p:nvSpPr>
          <p:spPr>
            <a:xfrm>
              <a:off x="8731558" y="21800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2" name="pt48732"/>
            <p:cNvSpPr/>
            <p:nvPr/>
          </p:nvSpPr>
          <p:spPr>
            <a:xfrm>
              <a:off x="8842954" y="21158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3" name="pt48733"/>
            <p:cNvSpPr/>
            <p:nvPr/>
          </p:nvSpPr>
          <p:spPr>
            <a:xfrm>
              <a:off x="9550412" y="20392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4" name="pt48734"/>
            <p:cNvSpPr/>
            <p:nvPr/>
          </p:nvSpPr>
          <p:spPr>
            <a:xfrm>
              <a:off x="9010896" y="16834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5" name="pt48735"/>
            <p:cNvSpPr/>
            <p:nvPr/>
          </p:nvSpPr>
          <p:spPr>
            <a:xfrm>
              <a:off x="9480563" y="23765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6" name="pt48736"/>
            <p:cNvSpPr/>
            <p:nvPr/>
          </p:nvSpPr>
          <p:spPr>
            <a:xfrm>
              <a:off x="8934533" y="18831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7" name="pt48737"/>
            <p:cNvSpPr/>
            <p:nvPr/>
          </p:nvSpPr>
          <p:spPr>
            <a:xfrm>
              <a:off x="8679650" y="24894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8" name="pt48738"/>
            <p:cNvSpPr/>
            <p:nvPr/>
          </p:nvSpPr>
          <p:spPr>
            <a:xfrm>
              <a:off x="8738867" y="21715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9" name="pt48739"/>
            <p:cNvSpPr/>
            <p:nvPr/>
          </p:nvSpPr>
          <p:spPr>
            <a:xfrm>
              <a:off x="8723925" y="20104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0" name="pt48740"/>
            <p:cNvSpPr/>
            <p:nvPr/>
          </p:nvSpPr>
          <p:spPr>
            <a:xfrm>
              <a:off x="8759093" y="21562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1" name="pt48741"/>
            <p:cNvSpPr/>
            <p:nvPr/>
          </p:nvSpPr>
          <p:spPr>
            <a:xfrm>
              <a:off x="8846813" y="19139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2" name="pt48742"/>
            <p:cNvSpPr/>
            <p:nvPr/>
          </p:nvSpPr>
          <p:spPr>
            <a:xfrm>
              <a:off x="8917708" y="20190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3" name="pt48743"/>
            <p:cNvSpPr/>
            <p:nvPr/>
          </p:nvSpPr>
          <p:spPr>
            <a:xfrm>
              <a:off x="8698750" y="22524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4" name="pt48744"/>
            <p:cNvSpPr/>
            <p:nvPr/>
          </p:nvSpPr>
          <p:spPr>
            <a:xfrm>
              <a:off x="8868306" y="2247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5" name="pt48745"/>
            <p:cNvSpPr/>
            <p:nvPr/>
          </p:nvSpPr>
          <p:spPr>
            <a:xfrm>
              <a:off x="8658156" y="2472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6" name="pt48746"/>
            <p:cNvSpPr/>
            <p:nvPr/>
          </p:nvSpPr>
          <p:spPr>
            <a:xfrm>
              <a:off x="8312152" y="2422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7" name="pt48747"/>
            <p:cNvSpPr/>
            <p:nvPr/>
          </p:nvSpPr>
          <p:spPr>
            <a:xfrm>
              <a:off x="9356998" y="20257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8" name="pt48748"/>
            <p:cNvSpPr/>
            <p:nvPr/>
          </p:nvSpPr>
          <p:spPr>
            <a:xfrm>
              <a:off x="8550210" y="26429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9" name="pt48749"/>
            <p:cNvSpPr/>
            <p:nvPr/>
          </p:nvSpPr>
          <p:spPr>
            <a:xfrm>
              <a:off x="8431181" y="25958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0" name="pt48750"/>
            <p:cNvSpPr/>
            <p:nvPr/>
          </p:nvSpPr>
          <p:spPr>
            <a:xfrm>
              <a:off x="9227900" y="2108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1" name="pt48751"/>
            <p:cNvSpPr/>
            <p:nvPr/>
          </p:nvSpPr>
          <p:spPr>
            <a:xfrm>
              <a:off x="8646309" y="24157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2" name="pt48752"/>
            <p:cNvSpPr/>
            <p:nvPr/>
          </p:nvSpPr>
          <p:spPr>
            <a:xfrm>
              <a:off x="9031610" y="18409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3" name="pt48753"/>
            <p:cNvSpPr/>
            <p:nvPr/>
          </p:nvSpPr>
          <p:spPr>
            <a:xfrm>
              <a:off x="9471970" y="23156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4" name="pt48754"/>
            <p:cNvSpPr/>
            <p:nvPr/>
          </p:nvSpPr>
          <p:spPr>
            <a:xfrm>
              <a:off x="8619838" y="23702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5" name="pt48755"/>
            <p:cNvSpPr/>
            <p:nvPr/>
          </p:nvSpPr>
          <p:spPr>
            <a:xfrm>
              <a:off x="8899053" y="21796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6" name="pt48756"/>
            <p:cNvSpPr/>
            <p:nvPr/>
          </p:nvSpPr>
          <p:spPr>
            <a:xfrm>
              <a:off x="8893328" y="21052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7" name="pt48757"/>
            <p:cNvSpPr/>
            <p:nvPr/>
          </p:nvSpPr>
          <p:spPr>
            <a:xfrm>
              <a:off x="9471970" y="24515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8" name="pt48758"/>
            <p:cNvSpPr/>
            <p:nvPr/>
          </p:nvSpPr>
          <p:spPr>
            <a:xfrm>
              <a:off x="9060297" y="20504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9" name="pt48759"/>
            <p:cNvSpPr/>
            <p:nvPr/>
          </p:nvSpPr>
          <p:spPr>
            <a:xfrm>
              <a:off x="8842954" y="20477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0" name="pt48760"/>
            <p:cNvSpPr/>
            <p:nvPr/>
          </p:nvSpPr>
          <p:spPr>
            <a:xfrm>
              <a:off x="8588529" y="21727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1" name="pt48761"/>
            <p:cNvSpPr/>
            <p:nvPr/>
          </p:nvSpPr>
          <p:spPr>
            <a:xfrm>
              <a:off x="8771364" y="21720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2" name="pt48762"/>
            <p:cNvSpPr/>
            <p:nvPr/>
          </p:nvSpPr>
          <p:spPr>
            <a:xfrm>
              <a:off x="9052414" y="22191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3" name="pt48763"/>
            <p:cNvSpPr/>
            <p:nvPr/>
          </p:nvSpPr>
          <p:spPr>
            <a:xfrm>
              <a:off x="9259623" y="19753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4" name="pt48764"/>
            <p:cNvSpPr/>
            <p:nvPr/>
          </p:nvSpPr>
          <p:spPr>
            <a:xfrm>
              <a:off x="8588529" y="21526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5" name="pt48765"/>
            <p:cNvSpPr/>
            <p:nvPr/>
          </p:nvSpPr>
          <p:spPr>
            <a:xfrm>
              <a:off x="8917708" y="20737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6" name="pt48766"/>
            <p:cNvSpPr/>
            <p:nvPr/>
          </p:nvSpPr>
          <p:spPr>
            <a:xfrm>
              <a:off x="9074042" y="21189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7" name="pt48767"/>
            <p:cNvSpPr/>
            <p:nvPr/>
          </p:nvSpPr>
          <p:spPr>
            <a:xfrm>
              <a:off x="8817779" y="20691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8" name="pt48768"/>
            <p:cNvSpPr/>
            <p:nvPr/>
          </p:nvSpPr>
          <p:spPr>
            <a:xfrm>
              <a:off x="8312152" y="23739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9" name="pt48769"/>
            <p:cNvSpPr/>
            <p:nvPr/>
          </p:nvSpPr>
          <p:spPr>
            <a:xfrm>
              <a:off x="8604896" y="2039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0" name="pt48770"/>
            <p:cNvSpPr/>
            <p:nvPr/>
          </p:nvSpPr>
          <p:spPr>
            <a:xfrm>
              <a:off x="8890393" y="19589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1" name="pt48771"/>
            <p:cNvSpPr/>
            <p:nvPr/>
          </p:nvSpPr>
          <p:spPr>
            <a:xfrm>
              <a:off x="9003396" y="20213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2" name="pt48772"/>
            <p:cNvSpPr/>
            <p:nvPr/>
          </p:nvSpPr>
          <p:spPr>
            <a:xfrm>
              <a:off x="8752612" y="2209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3" name="pt48773"/>
            <p:cNvSpPr/>
            <p:nvPr/>
          </p:nvSpPr>
          <p:spPr>
            <a:xfrm>
              <a:off x="9174300" y="21635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4" name="pt48774"/>
            <p:cNvSpPr/>
            <p:nvPr/>
          </p:nvSpPr>
          <p:spPr>
            <a:xfrm>
              <a:off x="8312152" y="23074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5" name="pt48775"/>
            <p:cNvSpPr/>
            <p:nvPr/>
          </p:nvSpPr>
          <p:spPr>
            <a:xfrm>
              <a:off x="8907297" y="20479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6" name="pt48776"/>
            <p:cNvSpPr/>
            <p:nvPr/>
          </p:nvSpPr>
          <p:spPr>
            <a:xfrm>
              <a:off x="8588529" y="22070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7" name="pt48777"/>
            <p:cNvSpPr/>
            <p:nvPr/>
          </p:nvSpPr>
          <p:spPr>
            <a:xfrm>
              <a:off x="8431181" y="24275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8" name="pt48778"/>
            <p:cNvSpPr/>
            <p:nvPr/>
          </p:nvSpPr>
          <p:spPr>
            <a:xfrm>
              <a:off x="9382404" y="20942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9" name="pt48779"/>
            <p:cNvSpPr/>
            <p:nvPr/>
          </p:nvSpPr>
          <p:spPr>
            <a:xfrm>
              <a:off x="9071998" y="18273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0" name="pt48780"/>
            <p:cNvSpPr/>
            <p:nvPr/>
          </p:nvSpPr>
          <p:spPr>
            <a:xfrm>
              <a:off x="8550210" y="25627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1" name="pt48781"/>
            <p:cNvSpPr/>
            <p:nvPr/>
          </p:nvSpPr>
          <p:spPr>
            <a:xfrm>
              <a:off x="8808494" y="21731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2" name="pt48782"/>
            <p:cNvSpPr/>
            <p:nvPr/>
          </p:nvSpPr>
          <p:spPr>
            <a:xfrm>
              <a:off x="8846813" y="19175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3" name="pt48783"/>
            <p:cNvSpPr/>
            <p:nvPr/>
          </p:nvSpPr>
          <p:spPr>
            <a:xfrm>
              <a:off x="9427665" y="19165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4" name="pt48784"/>
            <p:cNvSpPr/>
            <p:nvPr/>
          </p:nvSpPr>
          <p:spPr>
            <a:xfrm>
              <a:off x="8550210" y="2604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5" name="pt48785"/>
            <p:cNvSpPr/>
            <p:nvPr/>
          </p:nvSpPr>
          <p:spPr>
            <a:xfrm>
              <a:off x="8738867" y="20971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6" name="pt48786"/>
            <p:cNvSpPr/>
            <p:nvPr/>
          </p:nvSpPr>
          <p:spPr>
            <a:xfrm>
              <a:off x="8715936" y="22733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7" name="pt48787"/>
            <p:cNvSpPr/>
            <p:nvPr/>
          </p:nvSpPr>
          <p:spPr>
            <a:xfrm>
              <a:off x="8715936" y="22774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8" name="pt48788"/>
            <p:cNvSpPr/>
            <p:nvPr/>
          </p:nvSpPr>
          <p:spPr>
            <a:xfrm>
              <a:off x="8619838" y="23091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9" name="pt48789"/>
            <p:cNvSpPr/>
            <p:nvPr/>
          </p:nvSpPr>
          <p:spPr>
            <a:xfrm>
              <a:off x="8469500" y="24983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0" name="pt48790"/>
            <p:cNvSpPr/>
            <p:nvPr/>
          </p:nvSpPr>
          <p:spPr>
            <a:xfrm>
              <a:off x="9068885" y="17577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1" name="pt48791"/>
            <p:cNvSpPr/>
            <p:nvPr/>
          </p:nvSpPr>
          <p:spPr>
            <a:xfrm>
              <a:off x="8570436" y="23552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2" name="pt48792"/>
            <p:cNvSpPr/>
            <p:nvPr/>
          </p:nvSpPr>
          <p:spPr>
            <a:xfrm>
              <a:off x="8633583" y="21056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3" name="pt48793"/>
            <p:cNvSpPr/>
            <p:nvPr/>
          </p:nvSpPr>
          <p:spPr>
            <a:xfrm>
              <a:off x="8570436" y="24242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4" name="pt48794"/>
            <p:cNvSpPr/>
            <p:nvPr/>
          </p:nvSpPr>
          <p:spPr>
            <a:xfrm>
              <a:off x="9073023" y="18245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5" name="pt48795"/>
            <p:cNvSpPr/>
            <p:nvPr/>
          </p:nvSpPr>
          <p:spPr>
            <a:xfrm>
              <a:off x="9115383" y="21175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6" name="pt48796"/>
            <p:cNvSpPr/>
            <p:nvPr/>
          </p:nvSpPr>
          <p:spPr>
            <a:xfrm>
              <a:off x="8907297" y="20649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7" name="pt48797"/>
            <p:cNvSpPr/>
            <p:nvPr/>
          </p:nvSpPr>
          <p:spPr>
            <a:xfrm>
              <a:off x="8960020" y="22234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8" name="pt48798"/>
            <p:cNvSpPr/>
            <p:nvPr/>
          </p:nvSpPr>
          <p:spPr>
            <a:xfrm>
              <a:off x="8803657" y="20512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9" name="pt48799"/>
            <p:cNvSpPr/>
            <p:nvPr/>
          </p:nvSpPr>
          <p:spPr>
            <a:xfrm>
              <a:off x="8679650" y="23655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0" name="pt48800"/>
            <p:cNvSpPr/>
            <p:nvPr/>
          </p:nvSpPr>
          <p:spPr>
            <a:xfrm>
              <a:off x="8646309" y="24335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1" name="pt48801"/>
            <p:cNvSpPr/>
            <p:nvPr/>
          </p:nvSpPr>
          <p:spPr>
            <a:xfrm>
              <a:off x="8707558" y="22504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2" name="pt48802"/>
            <p:cNvSpPr/>
            <p:nvPr/>
          </p:nvSpPr>
          <p:spPr>
            <a:xfrm>
              <a:off x="8803657" y="21167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3" name="pt48803"/>
            <p:cNvSpPr/>
            <p:nvPr/>
          </p:nvSpPr>
          <p:spPr>
            <a:xfrm>
              <a:off x="9360483" y="21205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4" name="pt48804"/>
            <p:cNvSpPr/>
            <p:nvPr/>
          </p:nvSpPr>
          <p:spPr>
            <a:xfrm>
              <a:off x="9098616" y="22176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5" name="pt48805"/>
            <p:cNvSpPr/>
            <p:nvPr/>
          </p:nvSpPr>
          <p:spPr>
            <a:xfrm>
              <a:off x="8312152" y="25995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6" name="pt48806"/>
            <p:cNvSpPr/>
            <p:nvPr/>
          </p:nvSpPr>
          <p:spPr>
            <a:xfrm>
              <a:off x="8669239" y="2447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7" name="pt48807"/>
            <p:cNvSpPr/>
            <p:nvPr/>
          </p:nvSpPr>
          <p:spPr>
            <a:xfrm>
              <a:off x="9701667" y="23060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8" name="pt48808"/>
            <p:cNvSpPr/>
            <p:nvPr/>
          </p:nvSpPr>
          <p:spPr>
            <a:xfrm>
              <a:off x="8752612" y="2180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9" name="pt48809"/>
            <p:cNvSpPr/>
            <p:nvPr/>
          </p:nvSpPr>
          <p:spPr>
            <a:xfrm>
              <a:off x="9360483" y="20886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0" name="pt48810"/>
            <p:cNvSpPr/>
            <p:nvPr/>
          </p:nvSpPr>
          <p:spPr>
            <a:xfrm>
              <a:off x="8312152" y="23451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1" name="pt48811"/>
            <p:cNvSpPr/>
            <p:nvPr/>
          </p:nvSpPr>
          <p:spPr>
            <a:xfrm>
              <a:off x="9169122" y="20113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2" name="pt48812"/>
            <p:cNvSpPr/>
            <p:nvPr/>
          </p:nvSpPr>
          <p:spPr>
            <a:xfrm>
              <a:off x="9022254" y="19034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3" name="pt48813"/>
            <p:cNvSpPr/>
            <p:nvPr/>
          </p:nvSpPr>
          <p:spPr>
            <a:xfrm>
              <a:off x="8312152" y="24594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4" name="pt48814"/>
            <p:cNvSpPr/>
            <p:nvPr/>
          </p:nvSpPr>
          <p:spPr>
            <a:xfrm>
              <a:off x="9178222" y="18894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5" name="pt48815"/>
            <p:cNvSpPr/>
            <p:nvPr/>
          </p:nvSpPr>
          <p:spPr>
            <a:xfrm>
              <a:off x="9178222" y="19028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6" name="pt48816"/>
            <p:cNvSpPr/>
            <p:nvPr/>
          </p:nvSpPr>
          <p:spPr>
            <a:xfrm>
              <a:off x="9434026" y="18042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7" name="pt48817"/>
            <p:cNvSpPr/>
            <p:nvPr/>
          </p:nvSpPr>
          <p:spPr>
            <a:xfrm>
              <a:off x="8857896" y="20507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8" name="pt48818"/>
            <p:cNvSpPr/>
            <p:nvPr/>
          </p:nvSpPr>
          <p:spPr>
            <a:xfrm>
              <a:off x="8901845" y="21588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9" name="pt48819"/>
            <p:cNvSpPr/>
            <p:nvPr/>
          </p:nvSpPr>
          <p:spPr>
            <a:xfrm>
              <a:off x="8312152" y="25440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0" name="pt48820"/>
            <p:cNvSpPr/>
            <p:nvPr/>
          </p:nvSpPr>
          <p:spPr>
            <a:xfrm>
              <a:off x="8846813" y="21719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1" name="pt48821"/>
            <p:cNvSpPr/>
            <p:nvPr/>
          </p:nvSpPr>
          <p:spPr>
            <a:xfrm>
              <a:off x="9031610" y="18655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2" name="pt48822"/>
            <p:cNvSpPr/>
            <p:nvPr/>
          </p:nvSpPr>
          <p:spPr>
            <a:xfrm>
              <a:off x="9167950" y="18224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3" name="pt48823"/>
            <p:cNvSpPr/>
            <p:nvPr/>
          </p:nvSpPr>
          <p:spPr>
            <a:xfrm>
              <a:off x="8689465" y="23981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4" name="pt48824"/>
            <p:cNvSpPr/>
            <p:nvPr/>
          </p:nvSpPr>
          <p:spPr>
            <a:xfrm>
              <a:off x="9102103" y="20999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5" name="pt48825"/>
            <p:cNvSpPr/>
            <p:nvPr/>
          </p:nvSpPr>
          <p:spPr>
            <a:xfrm>
              <a:off x="8738867" y="21955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6" name="pt48826"/>
            <p:cNvSpPr/>
            <p:nvPr/>
          </p:nvSpPr>
          <p:spPr>
            <a:xfrm>
              <a:off x="8731558" y="22123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7" name="pt48827"/>
            <p:cNvSpPr/>
            <p:nvPr/>
          </p:nvSpPr>
          <p:spPr>
            <a:xfrm>
              <a:off x="8846813" y="20444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8" name="pt48828"/>
            <p:cNvSpPr/>
            <p:nvPr/>
          </p:nvSpPr>
          <p:spPr>
            <a:xfrm>
              <a:off x="9074042" y="19284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9" name="pt48829"/>
            <p:cNvSpPr/>
            <p:nvPr/>
          </p:nvSpPr>
          <p:spPr>
            <a:xfrm>
              <a:off x="9262020" y="17607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0" name="pt48830"/>
            <p:cNvSpPr/>
            <p:nvPr/>
          </p:nvSpPr>
          <p:spPr>
            <a:xfrm>
              <a:off x="9007935" y="20909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1" name="pt48831"/>
            <p:cNvSpPr/>
            <p:nvPr/>
          </p:nvSpPr>
          <p:spPr>
            <a:xfrm>
              <a:off x="9259278" y="22261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2" name="pt48832"/>
            <p:cNvSpPr/>
            <p:nvPr/>
          </p:nvSpPr>
          <p:spPr>
            <a:xfrm>
              <a:off x="9268690" y="17867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3" name="pt48833"/>
            <p:cNvSpPr/>
            <p:nvPr/>
          </p:nvSpPr>
          <p:spPr>
            <a:xfrm>
              <a:off x="8381780" y="21838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4" name="pt48834"/>
            <p:cNvSpPr/>
            <p:nvPr/>
          </p:nvSpPr>
          <p:spPr>
            <a:xfrm>
              <a:off x="8312152" y="2577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5" name="pt48835"/>
            <p:cNvSpPr/>
            <p:nvPr/>
          </p:nvSpPr>
          <p:spPr>
            <a:xfrm>
              <a:off x="8588529" y="21437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6" name="pt48836"/>
            <p:cNvSpPr/>
            <p:nvPr/>
          </p:nvSpPr>
          <p:spPr>
            <a:xfrm>
              <a:off x="9242219" y="20145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7" name="pt48837"/>
            <p:cNvSpPr/>
            <p:nvPr/>
          </p:nvSpPr>
          <p:spPr>
            <a:xfrm>
              <a:off x="8619838" y="22924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8" name="pt48838"/>
            <p:cNvSpPr/>
            <p:nvPr/>
          </p:nvSpPr>
          <p:spPr>
            <a:xfrm>
              <a:off x="8731558" y="22826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9" name="pt48839"/>
            <p:cNvSpPr/>
            <p:nvPr/>
          </p:nvSpPr>
          <p:spPr>
            <a:xfrm>
              <a:off x="9252225" y="1989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0" name="pt48840"/>
            <p:cNvSpPr/>
            <p:nvPr/>
          </p:nvSpPr>
          <p:spPr>
            <a:xfrm>
              <a:off x="8381780" y="23135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1" name="pt48841"/>
            <p:cNvSpPr/>
            <p:nvPr/>
          </p:nvSpPr>
          <p:spPr>
            <a:xfrm>
              <a:off x="8633583" y="21300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2" name="pt48842"/>
            <p:cNvSpPr/>
            <p:nvPr/>
          </p:nvSpPr>
          <p:spPr>
            <a:xfrm>
              <a:off x="9067835" y="18184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3" name="pt48843"/>
            <p:cNvSpPr/>
            <p:nvPr/>
          </p:nvSpPr>
          <p:spPr>
            <a:xfrm>
              <a:off x="9216319" y="2014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4" name="pt48844"/>
            <p:cNvSpPr/>
            <p:nvPr/>
          </p:nvSpPr>
          <p:spPr>
            <a:xfrm>
              <a:off x="8798679" y="20531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5" name="pt48845"/>
            <p:cNvSpPr/>
            <p:nvPr/>
          </p:nvSpPr>
          <p:spPr>
            <a:xfrm>
              <a:off x="8658156" y="25392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6" name="pt48846"/>
            <p:cNvSpPr/>
            <p:nvPr/>
          </p:nvSpPr>
          <p:spPr>
            <a:xfrm>
              <a:off x="9067835" y="18074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7" name="pt48847"/>
            <p:cNvSpPr/>
            <p:nvPr/>
          </p:nvSpPr>
          <p:spPr>
            <a:xfrm>
              <a:off x="8707558" y="23496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8" name="pt48848"/>
            <p:cNvSpPr/>
            <p:nvPr/>
          </p:nvSpPr>
          <p:spPr>
            <a:xfrm>
              <a:off x="9606545" y="22948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9" name="pt48849"/>
            <p:cNvSpPr/>
            <p:nvPr/>
          </p:nvSpPr>
          <p:spPr>
            <a:xfrm>
              <a:off x="9325298" y="20782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0" name="pt48850"/>
            <p:cNvSpPr/>
            <p:nvPr/>
          </p:nvSpPr>
          <p:spPr>
            <a:xfrm>
              <a:off x="9208605" y="19887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1" name="pt48851"/>
            <p:cNvSpPr/>
            <p:nvPr/>
          </p:nvSpPr>
          <p:spPr>
            <a:xfrm>
              <a:off x="9453041" y="22348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2" name="pt48852"/>
            <p:cNvSpPr/>
            <p:nvPr/>
          </p:nvSpPr>
          <p:spPr>
            <a:xfrm>
              <a:off x="8893328" y="19669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3" name="pt48853"/>
            <p:cNvSpPr/>
            <p:nvPr/>
          </p:nvSpPr>
          <p:spPr>
            <a:xfrm>
              <a:off x="9197584" y="17098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4" name="pt48854"/>
            <p:cNvSpPr/>
            <p:nvPr/>
          </p:nvSpPr>
          <p:spPr>
            <a:xfrm>
              <a:off x="9259278" y="2039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5" name="pt48855"/>
            <p:cNvSpPr/>
            <p:nvPr/>
          </p:nvSpPr>
          <p:spPr>
            <a:xfrm>
              <a:off x="8500809" y="27287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6" name="pt48856"/>
            <p:cNvSpPr/>
            <p:nvPr/>
          </p:nvSpPr>
          <p:spPr>
            <a:xfrm>
              <a:off x="8987335" y="20276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7" name="pt48857"/>
            <p:cNvSpPr/>
            <p:nvPr/>
          </p:nvSpPr>
          <p:spPr>
            <a:xfrm>
              <a:off x="9169122" y="20249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8" name="pt48858"/>
            <p:cNvSpPr/>
            <p:nvPr/>
          </p:nvSpPr>
          <p:spPr>
            <a:xfrm>
              <a:off x="8633583" y="21842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9" name="pt48859"/>
            <p:cNvSpPr/>
            <p:nvPr/>
          </p:nvSpPr>
          <p:spPr>
            <a:xfrm>
              <a:off x="9898409" y="24751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0" name="pt48860"/>
            <p:cNvSpPr/>
            <p:nvPr/>
          </p:nvSpPr>
          <p:spPr>
            <a:xfrm>
              <a:off x="8980466" y="19880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1" name="pt48861"/>
            <p:cNvSpPr/>
            <p:nvPr/>
          </p:nvSpPr>
          <p:spPr>
            <a:xfrm>
              <a:off x="9124709" y="20755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2" name="pt48862"/>
            <p:cNvSpPr/>
            <p:nvPr/>
          </p:nvSpPr>
          <p:spPr>
            <a:xfrm>
              <a:off x="8846813" y="19301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3" name="pt48863"/>
            <p:cNvSpPr/>
            <p:nvPr/>
          </p:nvSpPr>
          <p:spPr>
            <a:xfrm>
              <a:off x="8850587" y="21616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4" name="pt48864"/>
            <p:cNvSpPr/>
            <p:nvPr/>
          </p:nvSpPr>
          <p:spPr>
            <a:xfrm>
              <a:off x="8312152" y="24180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5" name="pt48865"/>
            <p:cNvSpPr/>
            <p:nvPr/>
          </p:nvSpPr>
          <p:spPr>
            <a:xfrm>
              <a:off x="8633583" y="20611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6" name="pt48866"/>
            <p:cNvSpPr/>
            <p:nvPr/>
          </p:nvSpPr>
          <p:spPr>
            <a:xfrm>
              <a:off x="8469500" y="21899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7" name="pt48867"/>
            <p:cNvSpPr/>
            <p:nvPr/>
          </p:nvSpPr>
          <p:spPr>
            <a:xfrm>
              <a:off x="8939053" y="19412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8" name="pt48868"/>
            <p:cNvSpPr/>
            <p:nvPr/>
          </p:nvSpPr>
          <p:spPr>
            <a:xfrm>
              <a:off x="8864906" y="2099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9" name="pt48869"/>
            <p:cNvSpPr/>
            <p:nvPr/>
          </p:nvSpPr>
          <p:spPr>
            <a:xfrm>
              <a:off x="8723925" y="22924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0" name="pt48870"/>
            <p:cNvSpPr/>
            <p:nvPr/>
          </p:nvSpPr>
          <p:spPr>
            <a:xfrm>
              <a:off x="8961983" y="22815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1" name="pt48871"/>
            <p:cNvSpPr/>
            <p:nvPr/>
          </p:nvSpPr>
          <p:spPr>
            <a:xfrm>
              <a:off x="9064645" y="19982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2" name="pt48872"/>
            <p:cNvSpPr/>
            <p:nvPr/>
          </p:nvSpPr>
          <p:spPr>
            <a:xfrm>
              <a:off x="8669239" y="23955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3" name="pt48873"/>
            <p:cNvSpPr/>
            <p:nvPr/>
          </p:nvSpPr>
          <p:spPr>
            <a:xfrm>
              <a:off x="9084871" y="19427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4" name="pt48874"/>
            <p:cNvSpPr/>
            <p:nvPr/>
          </p:nvSpPr>
          <p:spPr>
            <a:xfrm>
              <a:off x="8619838" y="22685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5" name="pt48875"/>
            <p:cNvSpPr/>
            <p:nvPr/>
          </p:nvSpPr>
          <p:spPr>
            <a:xfrm>
              <a:off x="9322929" y="21568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6" name="pt48876"/>
            <p:cNvSpPr/>
            <p:nvPr/>
          </p:nvSpPr>
          <p:spPr>
            <a:xfrm>
              <a:off x="8939053" y="19608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7" name="pt48877"/>
            <p:cNvSpPr/>
            <p:nvPr/>
          </p:nvSpPr>
          <p:spPr>
            <a:xfrm>
              <a:off x="9756959" y="2662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8" name="pt48878"/>
            <p:cNvSpPr/>
            <p:nvPr/>
          </p:nvSpPr>
          <p:spPr>
            <a:xfrm>
              <a:off x="8619838" y="22670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9" name="pt48879"/>
            <p:cNvSpPr/>
            <p:nvPr/>
          </p:nvSpPr>
          <p:spPr>
            <a:xfrm>
              <a:off x="8500809" y="25799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0" name="pt48880"/>
            <p:cNvSpPr/>
            <p:nvPr/>
          </p:nvSpPr>
          <p:spPr>
            <a:xfrm>
              <a:off x="8381780" y="24820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1" name="pt48881"/>
            <p:cNvSpPr/>
            <p:nvPr/>
          </p:nvSpPr>
          <p:spPr>
            <a:xfrm>
              <a:off x="9319557" y="21696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2" name="pt48882"/>
            <p:cNvSpPr/>
            <p:nvPr/>
          </p:nvSpPr>
          <p:spPr>
            <a:xfrm>
              <a:off x="9146692" y="20737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3" name="pt48883"/>
            <p:cNvSpPr/>
            <p:nvPr/>
          </p:nvSpPr>
          <p:spPr>
            <a:xfrm>
              <a:off x="8980466" y="20424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4" name="pt48884"/>
            <p:cNvSpPr/>
            <p:nvPr/>
          </p:nvSpPr>
          <p:spPr>
            <a:xfrm>
              <a:off x="8619838" y="22445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5" name="pt48885"/>
            <p:cNvSpPr/>
            <p:nvPr/>
          </p:nvSpPr>
          <p:spPr>
            <a:xfrm>
              <a:off x="8834965" y="20912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6" name="pt48886"/>
            <p:cNvSpPr/>
            <p:nvPr/>
          </p:nvSpPr>
          <p:spPr>
            <a:xfrm>
              <a:off x="8846813" y="2039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7" name="pt48887"/>
            <p:cNvSpPr/>
            <p:nvPr/>
          </p:nvSpPr>
          <p:spPr>
            <a:xfrm>
              <a:off x="9780637" y="27073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8" name="pt48888"/>
            <p:cNvSpPr/>
            <p:nvPr/>
          </p:nvSpPr>
          <p:spPr>
            <a:xfrm>
              <a:off x="9874745" y="2565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9" name="pt48889"/>
            <p:cNvSpPr/>
            <p:nvPr/>
          </p:nvSpPr>
          <p:spPr>
            <a:xfrm>
              <a:off x="9179876" y="19386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0" name="pt48890"/>
            <p:cNvSpPr/>
            <p:nvPr/>
          </p:nvSpPr>
          <p:spPr>
            <a:xfrm>
              <a:off x="9259623" y="1942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1" name="pt48891"/>
            <p:cNvSpPr/>
            <p:nvPr/>
          </p:nvSpPr>
          <p:spPr>
            <a:xfrm>
              <a:off x="8846813" y="19971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2" name="pt48892"/>
            <p:cNvSpPr/>
            <p:nvPr/>
          </p:nvSpPr>
          <p:spPr>
            <a:xfrm>
              <a:off x="8669239" y="23391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3" name="pt48893"/>
            <p:cNvSpPr/>
            <p:nvPr/>
          </p:nvSpPr>
          <p:spPr>
            <a:xfrm>
              <a:off x="8798679" y="22140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4" name="pt48894"/>
            <p:cNvSpPr/>
            <p:nvPr/>
          </p:nvSpPr>
          <p:spPr>
            <a:xfrm>
              <a:off x="9048921" y="20849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5" name="pt48895"/>
            <p:cNvSpPr/>
            <p:nvPr/>
          </p:nvSpPr>
          <p:spPr>
            <a:xfrm>
              <a:off x="8971473" y="22310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6" name="pt48896"/>
            <p:cNvSpPr/>
            <p:nvPr/>
          </p:nvSpPr>
          <p:spPr>
            <a:xfrm>
              <a:off x="9179876" y="18548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7" name="pt48897"/>
            <p:cNvSpPr/>
            <p:nvPr/>
          </p:nvSpPr>
          <p:spPr>
            <a:xfrm>
              <a:off x="8899053" y="21753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8" name="pt48898"/>
            <p:cNvSpPr/>
            <p:nvPr/>
          </p:nvSpPr>
          <p:spPr>
            <a:xfrm>
              <a:off x="8980466" y="19995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9" name="pt48899"/>
            <p:cNvSpPr/>
            <p:nvPr/>
          </p:nvSpPr>
          <p:spPr>
            <a:xfrm>
              <a:off x="9780637" y="25961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0" name="pt48900"/>
            <p:cNvSpPr/>
            <p:nvPr/>
          </p:nvSpPr>
          <p:spPr>
            <a:xfrm>
              <a:off x="9030305" y="18189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1" name="pt48901"/>
            <p:cNvSpPr/>
            <p:nvPr/>
          </p:nvSpPr>
          <p:spPr>
            <a:xfrm>
              <a:off x="8312152" y="26969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2" name="pt48902"/>
            <p:cNvSpPr/>
            <p:nvPr/>
          </p:nvSpPr>
          <p:spPr>
            <a:xfrm>
              <a:off x="8669239" y="23355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3" name="pt48903"/>
            <p:cNvSpPr/>
            <p:nvPr/>
          </p:nvSpPr>
          <p:spPr>
            <a:xfrm>
              <a:off x="8527280" y="27609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4" name="pt48904"/>
            <p:cNvSpPr/>
            <p:nvPr/>
          </p:nvSpPr>
          <p:spPr>
            <a:xfrm>
              <a:off x="9139903" y="21087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5" name="pt48905"/>
            <p:cNvSpPr/>
            <p:nvPr/>
          </p:nvSpPr>
          <p:spPr>
            <a:xfrm>
              <a:off x="8431181" y="24383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6" name="pt48906"/>
            <p:cNvSpPr/>
            <p:nvPr/>
          </p:nvSpPr>
          <p:spPr>
            <a:xfrm>
              <a:off x="8868306" y="2209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7" name="pt48907"/>
            <p:cNvSpPr/>
            <p:nvPr/>
          </p:nvSpPr>
          <p:spPr>
            <a:xfrm>
              <a:off x="8669239" y="22863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8" name="pt48908"/>
            <p:cNvSpPr/>
            <p:nvPr/>
          </p:nvSpPr>
          <p:spPr>
            <a:xfrm>
              <a:off x="8868306" y="22249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9" name="pt48909"/>
            <p:cNvSpPr/>
            <p:nvPr/>
          </p:nvSpPr>
          <p:spPr>
            <a:xfrm>
              <a:off x="8798679" y="20588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0" name="pt48910"/>
            <p:cNvSpPr/>
            <p:nvPr/>
          </p:nvSpPr>
          <p:spPr>
            <a:xfrm>
              <a:off x="8312152" y="25932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1" name="pt48911"/>
            <p:cNvSpPr/>
            <p:nvPr/>
          </p:nvSpPr>
          <p:spPr>
            <a:xfrm>
              <a:off x="8312152" y="25652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2" name="pt48912"/>
            <p:cNvSpPr/>
            <p:nvPr/>
          </p:nvSpPr>
          <p:spPr>
            <a:xfrm>
              <a:off x="9242219" y="20520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3" name="pt48913"/>
            <p:cNvSpPr/>
            <p:nvPr/>
          </p:nvSpPr>
          <p:spPr>
            <a:xfrm>
              <a:off x="8500809" y="2724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4" name="pt48914"/>
            <p:cNvSpPr/>
            <p:nvPr/>
          </p:nvSpPr>
          <p:spPr>
            <a:xfrm>
              <a:off x="9090502" y="17515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5" name="pt48915"/>
            <p:cNvSpPr/>
            <p:nvPr/>
          </p:nvSpPr>
          <p:spPr>
            <a:xfrm>
              <a:off x="8550210" y="25521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6" name="pt48916"/>
            <p:cNvSpPr/>
            <p:nvPr/>
          </p:nvSpPr>
          <p:spPr>
            <a:xfrm>
              <a:off x="9087709" y="19927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7" name="pt48917"/>
            <p:cNvSpPr/>
            <p:nvPr/>
          </p:nvSpPr>
          <p:spPr>
            <a:xfrm>
              <a:off x="8941268" y="19298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8" name="pt48918"/>
            <p:cNvSpPr/>
            <p:nvPr/>
          </p:nvSpPr>
          <p:spPr>
            <a:xfrm>
              <a:off x="8798679" y="20691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9" name="pt48919"/>
            <p:cNvSpPr/>
            <p:nvPr/>
          </p:nvSpPr>
          <p:spPr>
            <a:xfrm>
              <a:off x="8788268" y="20953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0" name="pt48920"/>
            <p:cNvSpPr/>
            <p:nvPr/>
          </p:nvSpPr>
          <p:spPr>
            <a:xfrm>
              <a:off x="9325298" y="22014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1" name="pt48921"/>
            <p:cNvSpPr/>
            <p:nvPr/>
          </p:nvSpPr>
          <p:spPr>
            <a:xfrm>
              <a:off x="8969616" y="22330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2" name="pt48922"/>
            <p:cNvSpPr/>
            <p:nvPr/>
          </p:nvSpPr>
          <p:spPr>
            <a:xfrm>
              <a:off x="8738867" y="20425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3" name="pt48923"/>
            <p:cNvSpPr/>
            <p:nvPr/>
          </p:nvSpPr>
          <p:spPr>
            <a:xfrm>
              <a:off x="9185276" y="2262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4" name="pt48924"/>
            <p:cNvSpPr/>
            <p:nvPr/>
          </p:nvSpPr>
          <p:spPr>
            <a:xfrm>
              <a:off x="8798679" y="20765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5" name="pt48925"/>
            <p:cNvSpPr/>
            <p:nvPr/>
          </p:nvSpPr>
          <p:spPr>
            <a:xfrm>
              <a:off x="9179876" y="18264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6" name="pt48926"/>
            <p:cNvSpPr/>
            <p:nvPr/>
          </p:nvSpPr>
          <p:spPr>
            <a:xfrm>
              <a:off x="9030305" y="20260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7" name="pt48927"/>
            <p:cNvSpPr/>
            <p:nvPr/>
          </p:nvSpPr>
          <p:spPr>
            <a:xfrm>
              <a:off x="8550210" y="26083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8" name="pt48928"/>
            <p:cNvSpPr/>
            <p:nvPr/>
          </p:nvSpPr>
          <p:spPr>
            <a:xfrm>
              <a:off x="8500809" y="25442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9" name="pt48929"/>
            <p:cNvSpPr/>
            <p:nvPr/>
          </p:nvSpPr>
          <p:spPr>
            <a:xfrm>
              <a:off x="9091423" y="17464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0" name="pt48930"/>
            <p:cNvSpPr/>
            <p:nvPr/>
          </p:nvSpPr>
          <p:spPr>
            <a:xfrm>
              <a:off x="8588529" y="23347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1" name="pt48931"/>
            <p:cNvSpPr/>
            <p:nvPr/>
          </p:nvSpPr>
          <p:spPr>
            <a:xfrm>
              <a:off x="9434026" y="18887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2" name="pt48932"/>
            <p:cNvSpPr/>
            <p:nvPr/>
          </p:nvSpPr>
          <p:spPr>
            <a:xfrm>
              <a:off x="8765338" y="20629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3" name="pt48933"/>
            <p:cNvSpPr/>
            <p:nvPr/>
          </p:nvSpPr>
          <p:spPr>
            <a:xfrm>
              <a:off x="8723925" y="22556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4" name="pt48934"/>
            <p:cNvSpPr/>
            <p:nvPr/>
          </p:nvSpPr>
          <p:spPr>
            <a:xfrm>
              <a:off x="9517293" y="20292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5" name="pt48935"/>
            <p:cNvSpPr/>
            <p:nvPr/>
          </p:nvSpPr>
          <p:spPr>
            <a:xfrm>
              <a:off x="8431181" y="2417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6" name="pt48936"/>
            <p:cNvSpPr/>
            <p:nvPr/>
          </p:nvSpPr>
          <p:spPr>
            <a:xfrm>
              <a:off x="9425448" y="20213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7" name="pt48937"/>
            <p:cNvSpPr/>
            <p:nvPr/>
          </p:nvSpPr>
          <p:spPr>
            <a:xfrm>
              <a:off x="9316366" y="21431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8" name="pt48938"/>
            <p:cNvSpPr/>
            <p:nvPr/>
          </p:nvSpPr>
          <p:spPr>
            <a:xfrm>
              <a:off x="9169122" y="2012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9" name="pt48939"/>
            <p:cNvSpPr/>
            <p:nvPr/>
          </p:nvSpPr>
          <p:spPr>
            <a:xfrm>
              <a:off x="8976925" y="22787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0" name="pt48940"/>
            <p:cNvSpPr/>
            <p:nvPr/>
          </p:nvSpPr>
          <p:spPr>
            <a:xfrm>
              <a:off x="8868306" y="2145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1" name="pt48941"/>
            <p:cNvSpPr/>
            <p:nvPr/>
          </p:nvSpPr>
          <p:spPr>
            <a:xfrm>
              <a:off x="8777185" y="22385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2" name="pt48942"/>
            <p:cNvSpPr/>
            <p:nvPr/>
          </p:nvSpPr>
          <p:spPr>
            <a:xfrm>
              <a:off x="9389022" y="20000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3" name="pt48943"/>
            <p:cNvSpPr/>
            <p:nvPr/>
          </p:nvSpPr>
          <p:spPr>
            <a:xfrm>
              <a:off x="8839006" y="21891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4" name="pt48944"/>
            <p:cNvSpPr/>
            <p:nvPr/>
          </p:nvSpPr>
          <p:spPr>
            <a:xfrm>
              <a:off x="8707558" y="22927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5" name="pt48945"/>
            <p:cNvSpPr/>
            <p:nvPr/>
          </p:nvSpPr>
          <p:spPr>
            <a:xfrm>
              <a:off x="9090502" y="18667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6" name="pt48946"/>
            <p:cNvSpPr/>
            <p:nvPr/>
          </p:nvSpPr>
          <p:spPr>
            <a:xfrm>
              <a:off x="9652073" y="24267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7" name="pt48947"/>
            <p:cNvSpPr/>
            <p:nvPr/>
          </p:nvSpPr>
          <p:spPr>
            <a:xfrm>
              <a:off x="9423467" y="19294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8" name="pt48948"/>
            <p:cNvSpPr/>
            <p:nvPr/>
          </p:nvSpPr>
          <p:spPr>
            <a:xfrm>
              <a:off x="8731558" y="21713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9" name="pt48949"/>
            <p:cNvSpPr/>
            <p:nvPr/>
          </p:nvSpPr>
          <p:spPr>
            <a:xfrm>
              <a:off x="8971473" y="22549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0" name="pt48950"/>
            <p:cNvSpPr/>
            <p:nvPr/>
          </p:nvSpPr>
          <p:spPr>
            <a:xfrm>
              <a:off x="8500809" y="26008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1" name="pt48951"/>
            <p:cNvSpPr/>
            <p:nvPr/>
          </p:nvSpPr>
          <p:spPr>
            <a:xfrm>
              <a:off x="8884367" y="20910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2" name="pt48952"/>
            <p:cNvSpPr/>
            <p:nvPr/>
          </p:nvSpPr>
          <p:spPr>
            <a:xfrm>
              <a:off x="9517293" y="20277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3" name="pt48953"/>
            <p:cNvSpPr/>
            <p:nvPr/>
          </p:nvSpPr>
          <p:spPr>
            <a:xfrm>
              <a:off x="8793552" y="21893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4" name="pt48954"/>
            <p:cNvSpPr/>
            <p:nvPr/>
          </p:nvSpPr>
          <p:spPr>
            <a:xfrm>
              <a:off x="9218961" y="19781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5" name="pt48955"/>
            <p:cNvSpPr/>
            <p:nvPr/>
          </p:nvSpPr>
          <p:spPr>
            <a:xfrm>
              <a:off x="8550210" y="23845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6" name="pt48956"/>
            <p:cNvSpPr/>
            <p:nvPr/>
          </p:nvSpPr>
          <p:spPr>
            <a:xfrm>
              <a:off x="8920215" y="18796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7" name="pt48957"/>
            <p:cNvSpPr/>
            <p:nvPr/>
          </p:nvSpPr>
          <p:spPr>
            <a:xfrm>
              <a:off x="9359136" y="20883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8" name="pt48958"/>
            <p:cNvSpPr/>
            <p:nvPr/>
          </p:nvSpPr>
          <p:spPr>
            <a:xfrm>
              <a:off x="9027663" y="18924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9" name="pt48959"/>
            <p:cNvSpPr/>
            <p:nvPr/>
          </p:nvSpPr>
          <p:spPr>
            <a:xfrm>
              <a:off x="8646309" y="23912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0" name="pt48960"/>
            <p:cNvSpPr/>
            <p:nvPr/>
          </p:nvSpPr>
          <p:spPr>
            <a:xfrm>
              <a:off x="8312152" y="25944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1" name="pt48961"/>
            <p:cNvSpPr/>
            <p:nvPr/>
          </p:nvSpPr>
          <p:spPr>
            <a:xfrm>
              <a:off x="9010896" y="1730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2" name="pt48962"/>
            <p:cNvSpPr/>
            <p:nvPr/>
          </p:nvSpPr>
          <p:spPr>
            <a:xfrm>
              <a:off x="8658156" y="23515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3" name="pt48963"/>
            <p:cNvSpPr/>
            <p:nvPr/>
          </p:nvSpPr>
          <p:spPr>
            <a:xfrm>
              <a:off x="8990670" y="18194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4" name="pt48964"/>
            <p:cNvSpPr/>
            <p:nvPr/>
          </p:nvSpPr>
          <p:spPr>
            <a:xfrm>
              <a:off x="8941268" y="19780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5" name="pt48965"/>
            <p:cNvSpPr/>
            <p:nvPr/>
          </p:nvSpPr>
          <p:spPr>
            <a:xfrm>
              <a:off x="9184210" y="23091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6" name="pt48966"/>
            <p:cNvSpPr/>
            <p:nvPr/>
          </p:nvSpPr>
          <p:spPr>
            <a:xfrm>
              <a:off x="9356998" y="21086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7" name="pt48967"/>
            <p:cNvSpPr/>
            <p:nvPr/>
          </p:nvSpPr>
          <p:spPr>
            <a:xfrm>
              <a:off x="8381780" y="23821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8" name="pt48968"/>
            <p:cNvSpPr/>
            <p:nvPr/>
          </p:nvSpPr>
          <p:spPr>
            <a:xfrm>
              <a:off x="8920215" y="21392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9" name="pt48969"/>
            <p:cNvSpPr/>
            <p:nvPr/>
          </p:nvSpPr>
          <p:spPr>
            <a:xfrm>
              <a:off x="8752612" y="21146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0" name="pt48970"/>
            <p:cNvSpPr/>
            <p:nvPr/>
          </p:nvSpPr>
          <p:spPr>
            <a:xfrm>
              <a:off x="9633844" y="21802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1" name="pt48971"/>
            <p:cNvSpPr/>
            <p:nvPr/>
          </p:nvSpPr>
          <p:spPr>
            <a:xfrm>
              <a:off x="8961983" y="22390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2" name="pt48972"/>
            <p:cNvSpPr/>
            <p:nvPr/>
          </p:nvSpPr>
          <p:spPr>
            <a:xfrm>
              <a:off x="8312152" y="24193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3" name="pt48973"/>
            <p:cNvSpPr/>
            <p:nvPr/>
          </p:nvSpPr>
          <p:spPr>
            <a:xfrm>
              <a:off x="8381780" y="24194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4" name="pt48974"/>
            <p:cNvSpPr/>
            <p:nvPr/>
          </p:nvSpPr>
          <p:spPr>
            <a:xfrm>
              <a:off x="9185276" y="21887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5" name="pt48975"/>
            <p:cNvSpPr/>
            <p:nvPr/>
          </p:nvSpPr>
          <p:spPr>
            <a:xfrm>
              <a:off x="8961983" y="21604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6" name="pt48976"/>
            <p:cNvSpPr/>
            <p:nvPr/>
          </p:nvSpPr>
          <p:spPr>
            <a:xfrm>
              <a:off x="8738867" y="21816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7" name="pt48977"/>
            <p:cNvSpPr/>
            <p:nvPr/>
          </p:nvSpPr>
          <p:spPr>
            <a:xfrm>
              <a:off x="9097733" y="16771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8" name="pt48978"/>
            <p:cNvSpPr/>
            <p:nvPr/>
          </p:nvSpPr>
          <p:spPr>
            <a:xfrm>
              <a:off x="9096846" y="17956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9" name="pt48979"/>
            <p:cNvSpPr/>
            <p:nvPr/>
          </p:nvSpPr>
          <p:spPr>
            <a:xfrm>
              <a:off x="8798679" y="20941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0" name="pt48980"/>
            <p:cNvSpPr/>
            <p:nvPr/>
          </p:nvSpPr>
          <p:spPr>
            <a:xfrm>
              <a:off x="9123951" y="21009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1" name="pt48981"/>
            <p:cNvSpPr/>
            <p:nvPr/>
          </p:nvSpPr>
          <p:spPr>
            <a:xfrm>
              <a:off x="8920215" y="20068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2" name="pt48982"/>
            <p:cNvSpPr/>
            <p:nvPr/>
          </p:nvSpPr>
          <p:spPr>
            <a:xfrm>
              <a:off x="8658156" y="23714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3" name="pt48983"/>
            <p:cNvSpPr/>
            <p:nvPr/>
          </p:nvSpPr>
          <p:spPr>
            <a:xfrm>
              <a:off x="9148018" y="2134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4" name="pt48984"/>
            <p:cNvSpPr/>
            <p:nvPr/>
          </p:nvSpPr>
          <p:spPr>
            <a:xfrm>
              <a:off x="9620546" y="22729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5" name="pt48985"/>
            <p:cNvSpPr/>
            <p:nvPr/>
          </p:nvSpPr>
          <p:spPr>
            <a:xfrm>
              <a:off x="8633583" y="22262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6" name="pt48986"/>
            <p:cNvSpPr/>
            <p:nvPr/>
          </p:nvSpPr>
          <p:spPr>
            <a:xfrm>
              <a:off x="9027663" y="19509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7" name="pt48987"/>
            <p:cNvSpPr/>
            <p:nvPr/>
          </p:nvSpPr>
          <p:spPr>
            <a:xfrm>
              <a:off x="8752612" y="21213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8" name="pt48988"/>
            <p:cNvSpPr/>
            <p:nvPr/>
          </p:nvSpPr>
          <p:spPr>
            <a:xfrm>
              <a:off x="9118548" y="21571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9" name="pt48989"/>
            <p:cNvSpPr/>
            <p:nvPr/>
          </p:nvSpPr>
          <p:spPr>
            <a:xfrm>
              <a:off x="9750516" y="24270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0" name="pt48990"/>
            <p:cNvSpPr/>
            <p:nvPr/>
          </p:nvSpPr>
          <p:spPr>
            <a:xfrm>
              <a:off x="8431181" y="24972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1" name="pt48991"/>
            <p:cNvSpPr/>
            <p:nvPr/>
          </p:nvSpPr>
          <p:spPr>
            <a:xfrm>
              <a:off x="8500809" y="2617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2" name="pt48992"/>
            <p:cNvSpPr/>
            <p:nvPr/>
          </p:nvSpPr>
          <p:spPr>
            <a:xfrm>
              <a:off x="9274162" y="19335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3" name="pt48993"/>
            <p:cNvSpPr/>
            <p:nvPr/>
          </p:nvSpPr>
          <p:spPr>
            <a:xfrm>
              <a:off x="8969616" y="22341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4" name="pt48994"/>
            <p:cNvSpPr/>
            <p:nvPr/>
          </p:nvSpPr>
          <p:spPr>
            <a:xfrm>
              <a:off x="9060297" y="19834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5" name="pt48995"/>
            <p:cNvSpPr/>
            <p:nvPr/>
          </p:nvSpPr>
          <p:spPr>
            <a:xfrm>
              <a:off x="8500809" y="25833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6" name="pt48996"/>
            <p:cNvSpPr/>
            <p:nvPr/>
          </p:nvSpPr>
          <p:spPr>
            <a:xfrm>
              <a:off x="8469500" y="23581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7" name="pt48997"/>
            <p:cNvSpPr/>
            <p:nvPr/>
          </p:nvSpPr>
          <p:spPr>
            <a:xfrm>
              <a:off x="8500809" y="26414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8" name="pt48998"/>
            <p:cNvSpPr/>
            <p:nvPr/>
          </p:nvSpPr>
          <p:spPr>
            <a:xfrm>
              <a:off x="8842954" y="21815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9" name="pt48999"/>
            <p:cNvSpPr/>
            <p:nvPr/>
          </p:nvSpPr>
          <p:spPr>
            <a:xfrm>
              <a:off x="8570436" y="24707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0" name="pt49000"/>
            <p:cNvSpPr/>
            <p:nvPr/>
          </p:nvSpPr>
          <p:spPr>
            <a:xfrm>
              <a:off x="8698750" y="20833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1" name="pt49001"/>
            <p:cNvSpPr/>
            <p:nvPr/>
          </p:nvSpPr>
          <p:spPr>
            <a:xfrm>
              <a:off x="8669239" y="23294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2" name="pt49002"/>
            <p:cNvSpPr/>
            <p:nvPr/>
          </p:nvSpPr>
          <p:spPr>
            <a:xfrm>
              <a:off x="8669239" y="22518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3" name="pt49003"/>
            <p:cNvSpPr/>
            <p:nvPr/>
          </p:nvSpPr>
          <p:spPr>
            <a:xfrm>
              <a:off x="8945616" y="22530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4" name="pt49004"/>
            <p:cNvSpPr/>
            <p:nvPr/>
          </p:nvSpPr>
          <p:spPr>
            <a:xfrm>
              <a:off x="8669239" y="22470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5" name="pt49005"/>
            <p:cNvSpPr/>
            <p:nvPr/>
          </p:nvSpPr>
          <p:spPr>
            <a:xfrm>
              <a:off x="9538601" y="22417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6" name="pt49006"/>
            <p:cNvSpPr/>
            <p:nvPr/>
          </p:nvSpPr>
          <p:spPr>
            <a:xfrm>
              <a:off x="8633583" y="2023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7" name="pt49007"/>
            <p:cNvSpPr/>
            <p:nvPr/>
          </p:nvSpPr>
          <p:spPr>
            <a:xfrm>
              <a:off x="8881273" y="22907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8" name="pt49008"/>
            <p:cNvSpPr/>
            <p:nvPr/>
          </p:nvSpPr>
          <p:spPr>
            <a:xfrm>
              <a:off x="9322929" y="2112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9" name="pt49009"/>
            <p:cNvSpPr/>
            <p:nvPr/>
          </p:nvSpPr>
          <p:spPr>
            <a:xfrm>
              <a:off x="8312152" y="2563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0" name="pt49010"/>
            <p:cNvSpPr/>
            <p:nvPr/>
          </p:nvSpPr>
          <p:spPr>
            <a:xfrm>
              <a:off x="9060297" y="1973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1" name="pt49011"/>
            <p:cNvSpPr/>
            <p:nvPr/>
          </p:nvSpPr>
          <p:spPr>
            <a:xfrm>
              <a:off x="8312152" y="22175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2" name="pt49012"/>
            <p:cNvSpPr/>
            <p:nvPr/>
          </p:nvSpPr>
          <p:spPr>
            <a:xfrm>
              <a:off x="8669239" y="24236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3" name="pt49013"/>
            <p:cNvSpPr/>
            <p:nvPr/>
          </p:nvSpPr>
          <p:spPr>
            <a:xfrm>
              <a:off x="8956027" y="21799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4" name="pt49014"/>
            <p:cNvSpPr/>
            <p:nvPr/>
          </p:nvSpPr>
          <p:spPr>
            <a:xfrm>
              <a:off x="9507319" y="21352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5" name="pt49015"/>
            <p:cNvSpPr/>
            <p:nvPr/>
          </p:nvSpPr>
          <p:spPr>
            <a:xfrm>
              <a:off x="9076063" y="20025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6" name="pt49016"/>
            <p:cNvSpPr/>
            <p:nvPr/>
          </p:nvSpPr>
          <p:spPr>
            <a:xfrm>
              <a:off x="9304571" y="21966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7" name="pt49017"/>
            <p:cNvSpPr/>
            <p:nvPr/>
          </p:nvSpPr>
          <p:spPr>
            <a:xfrm>
              <a:off x="8980466" y="20410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8" name="pt49018"/>
            <p:cNvSpPr/>
            <p:nvPr/>
          </p:nvSpPr>
          <p:spPr>
            <a:xfrm>
              <a:off x="8868306" y="21765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9" name="pt49019"/>
            <p:cNvSpPr/>
            <p:nvPr/>
          </p:nvSpPr>
          <p:spPr>
            <a:xfrm>
              <a:off x="8731558" y="23773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0" name="pt49020"/>
            <p:cNvSpPr/>
            <p:nvPr/>
          </p:nvSpPr>
          <p:spPr>
            <a:xfrm>
              <a:off x="8588529" y="25085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1" name="pt49021"/>
            <p:cNvSpPr/>
            <p:nvPr/>
          </p:nvSpPr>
          <p:spPr>
            <a:xfrm>
              <a:off x="8723925" y="22859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2" name="pt49022"/>
            <p:cNvSpPr/>
            <p:nvPr/>
          </p:nvSpPr>
          <p:spPr>
            <a:xfrm>
              <a:off x="8469500" y="26216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3" name="pt49023"/>
            <p:cNvSpPr/>
            <p:nvPr/>
          </p:nvSpPr>
          <p:spPr>
            <a:xfrm>
              <a:off x="9169122" y="19626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4" name="pt49024"/>
            <p:cNvSpPr/>
            <p:nvPr/>
          </p:nvSpPr>
          <p:spPr>
            <a:xfrm>
              <a:off x="8830827" y="19661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5" name="pt49025"/>
            <p:cNvSpPr/>
            <p:nvPr/>
          </p:nvSpPr>
          <p:spPr>
            <a:xfrm>
              <a:off x="8813199" y="20562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6" name="pt49026"/>
            <p:cNvSpPr/>
            <p:nvPr/>
          </p:nvSpPr>
          <p:spPr>
            <a:xfrm>
              <a:off x="9102103" y="22318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7" name="pt49027"/>
            <p:cNvSpPr/>
            <p:nvPr/>
          </p:nvSpPr>
          <p:spPr>
            <a:xfrm>
              <a:off x="8842954" y="20319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8" name="pt49028"/>
            <p:cNvSpPr/>
            <p:nvPr/>
          </p:nvSpPr>
          <p:spPr>
            <a:xfrm>
              <a:off x="9120109" y="21005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9" name="pt49029"/>
            <p:cNvSpPr/>
            <p:nvPr/>
          </p:nvSpPr>
          <p:spPr>
            <a:xfrm>
              <a:off x="9436506" y="2217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0" name="pt49030"/>
            <p:cNvSpPr/>
            <p:nvPr/>
          </p:nvSpPr>
          <p:spPr>
            <a:xfrm>
              <a:off x="9457237" y="22706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1" name="pt49031"/>
            <p:cNvSpPr/>
            <p:nvPr/>
          </p:nvSpPr>
          <p:spPr>
            <a:xfrm>
              <a:off x="9557615" y="20056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2" name="pt49032"/>
            <p:cNvSpPr/>
            <p:nvPr/>
          </p:nvSpPr>
          <p:spPr>
            <a:xfrm>
              <a:off x="8707558" y="22948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3" name="pt49033"/>
            <p:cNvSpPr/>
            <p:nvPr/>
          </p:nvSpPr>
          <p:spPr>
            <a:xfrm>
              <a:off x="9417384" y="18214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4" name="pt49034"/>
            <p:cNvSpPr/>
            <p:nvPr/>
          </p:nvSpPr>
          <p:spPr>
            <a:xfrm>
              <a:off x="8698750" y="23001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5" name="pt49035"/>
            <p:cNvSpPr/>
            <p:nvPr/>
          </p:nvSpPr>
          <p:spPr>
            <a:xfrm>
              <a:off x="9715521" y="24322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6" name="pt49036"/>
            <p:cNvSpPr/>
            <p:nvPr/>
          </p:nvSpPr>
          <p:spPr>
            <a:xfrm>
              <a:off x="8890393" y="20205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7" name="pt49037"/>
            <p:cNvSpPr/>
            <p:nvPr/>
          </p:nvSpPr>
          <p:spPr>
            <a:xfrm>
              <a:off x="9077064" y="19676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8" name="pt49038"/>
            <p:cNvSpPr/>
            <p:nvPr/>
          </p:nvSpPr>
          <p:spPr>
            <a:xfrm>
              <a:off x="8798679" y="22008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9" name="pt49039"/>
            <p:cNvSpPr/>
            <p:nvPr/>
          </p:nvSpPr>
          <p:spPr>
            <a:xfrm>
              <a:off x="8570436" y="25865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0" name="pt49040"/>
            <p:cNvSpPr/>
            <p:nvPr/>
          </p:nvSpPr>
          <p:spPr>
            <a:xfrm>
              <a:off x="8963923" y="22929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1" name="pt49041"/>
            <p:cNvSpPr/>
            <p:nvPr/>
          </p:nvSpPr>
          <p:spPr>
            <a:xfrm>
              <a:off x="8570436" y="25604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2" name="pt49042"/>
            <p:cNvSpPr/>
            <p:nvPr/>
          </p:nvSpPr>
          <p:spPr>
            <a:xfrm>
              <a:off x="8890393" y="21021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3" name="pt49043"/>
            <p:cNvSpPr/>
            <p:nvPr/>
          </p:nvSpPr>
          <p:spPr>
            <a:xfrm>
              <a:off x="8987335" y="20724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4" name="pt49044"/>
            <p:cNvSpPr/>
            <p:nvPr/>
          </p:nvSpPr>
          <p:spPr>
            <a:xfrm>
              <a:off x="8312152" y="2663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5" name="pt49045"/>
            <p:cNvSpPr/>
            <p:nvPr/>
          </p:nvSpPr>
          <p:spPr>
            <a:xfrm>
              <a:off x="8646309" y="24448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6" name="pt49046"/>
            <p:cNvSpPr/>
            <p:nvPr/>
          </p:nvSpPr>
          <p:spPr>
            <a:xfrm>
              <a:off x="8312152" y="25070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7" name="pt49047"/>
            <p:cNvSpPr/>
            <p:nvPr/>
          </p:nvSpPr>
          <p:spPr>
            <a:xfrm>
              <a:off x="8971473" y="22077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8" name="pt49048"/>
            <p:cNvSpPr/>
            <p:nvPr/>
          </p:nvSpPr>
          <p:spPr>
            <a:xfrm>
              <a:off x="8731558" y="22851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9" name="pt49049"/>
            <p:cNvSpPr/>
            <p:nvPr/>
          </p:nvSpPr>
          <p:spPr>
            <a:xfrm>
              <a:off x="8312152" y="24933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0" name="pt49050"/>
            <p:cNvSpPr/>
            <p:nvPr/>
          </p:nvSpPr>
          <p:spPr>
            <a:xfrm>
              <a:off x="8431181" y="25563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1" name="pt49051"/>
            <p:cNvSpPr/>
            <p:nvPr/>
          </p:nvSpPr>
          <p:spPr>
            <a:xfrm>
              <a:off x="8899053" y="2382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2" name="pt49052"/>
            <p:cNvSpPr/>
            <p:nvPr/>
          </p:nvSpPr>
          <p:spPr>
            <a:xfrm>
              <a:off x="9206269" y="1741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3" name="pt49053"/>
            <p:cNvSpPr/>
            <p:nvPr/>
          </p:nvSpPr>
          <p:spPr>
            <a:xfrm>
              <a:off x="9485353" y="25651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4" name="pt49054"/>
            <p:cNvSpPr/>
            <p:nvPr/>
          </p:nvSpPr>
          <p:spPr>
            <a:xfrm>
              <a:off x="8956027" y="21664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5" name="pt49055"/>
            <p:cNvSpPr/>
            <p:nvPr/>
          </p:nvSpPr>
          <p:spPr>
            <a:xfrm>
              <a:off x="8850587" y="21013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6" name="pt49056"/>
            <p:cNvSpPr/>
            <p:nvPr/>
          </p:nvSpPr>
          <p:spPr>
            <a:xfrm>
              <a:off x="8752612" y="21627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7" name="pt49057"/>
            <p:cNvSpPr/>
            <p:nvPr/>
          </p:nvSpPr>
          <p:spPr>
            <a:xfrm>
              <a:off x="9453041" y="21503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8" name="pt49058"/>
            <p:cNvSpPr/>
            <p:nvPr/>
          </p:nvSpPr>
          <p:spPr>
            <a:xfrm>
              <a:off x="8868306" y="21721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9" name="pt49059"/>
            <p:cNvSpPr/>
            <p:nvPr/>
          </p:nvSpPr>
          <p:spPr>
            <a:xfrm>
              <a:off x="8961983" y="22372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0" name="pt49060"/>
            <p:cNvSpPr/>
            <p:nvPr/>
          </p:nvSpPr>
          <p:spPr>
            <a:xfrm>
              <a:off x="8588529" y="23580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1" name="pt49061"/>
            <p:cNvSpPr/>
            <p:nvPr/>
          </p:nvSpPr>
          <p:spPr>
            <a:xfrm>
              <a:off x="9004922" y="18862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2" name="pt49062"/>
            <p:cNvSpPr/>
            <p:nvPr/>
          </p:nvSpPr>
          <p:spPr>
            <a:xfrm>
              <a:off x="8978704" y="2039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3" name="pt49063"/>
            <p:cNvSpPr/>
            <p:nvPr/>
          </p:nvSpPr>
          <p:spPr>
            <a:xfrm>
              <a:off x="8793552" y="23506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4" name="pt49064"/>
            <p:cNvSpPr/>
            <p:nvPr/>
          </p:nvSpPr>
          <p:spPr>
            <a:xfrm>
              <a:off x="8884367" y="20513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5" name="pt49065"/>
            <p:cNvSpPr/>
            <p:nvPr/>
          </p:nvSpPr>
          <p:spPr>
            <a:xfrm>
              <a:off x="8500809" y="25035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6" name="pt49066"/>
            <p:cNvSpPr/>
            <p:nvPr/>
          </p:nvSpPr>
          <p:spPr>
            <a:xfrm>
              <a:off x="8817779" y="21248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7" name="pt49067"/>
            <p:cNvSpPr/>
            <p:nvPr/>
          </p:nvSpPr>
          <p:spPr>
            <a:xfrm>
              <a:off x="8312152" y="23860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8" name="pt49068"/>
            <p:cNvSpPr/>
            <p:nvPr/>
          </p:nvSpPr>
          <p:spPr>
            <a:xfrm>
              <a:off x="9230780" y="20996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9" name="pt49069"/>
            <p:cNvSpPr/>
            <p:nvPr/>
          </p:nvSpPr>
          <p:spPr>
            <a:xfrm>
              <a:off x="9370170" y="21575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0" name="pt49070"/>
            <p:cNvSpPr/>
            <p:nvPr/>
          </p:nvSpPr>
          <p:spPr>
            <a:xfrm>
              <a:off x="8689465" y="25351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1" name="pt49071"/>
            <p:cNvSpPr/>
            <p:nvPr/>
          </p:nvSpPr>
          <p:spPr>
            <a:xfrm>
              <a:off x="8884367" y="20574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2" name="pt49072"/>
            <p:cNvSpPr/>
            <p:nvPr/>
          </p:nvSpPr>
          <p:spPr>
            <a:xfrm>
              <a:off x="9360483" y="20931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3" name="pt49073"/>
            <p:cNvSpPr/>
            <p:nvPr/>
          </p:nvSpPr>
          <p:spPr>
            <a:xfrm>
              <a:off x="9123951" y="22042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4" name="pt49074"/>
            <p:cNvSpPr/>
            <p:nvPr/>
          </p:nvSpPr>
          <p:spPr>
            <a:xfrm>
              <a:off x="8934533" y="19473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5" name="pt49075"/>
            <p:cNvSpPr/>
            <p:nvPr/>
          </p:nvSpPr>
          <p:spPr>
            <a:xfrm>
              <a:off x="9208605" y="19848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6" name="pt49076"/>
            <p:cNvSpPr/>
            <p:nvPr/>
          </p:nvSpPr>
          <p:spPr>
            <a:xfrm>
              <a:off x="8934533" y="18886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7" name="pt49077"/>
            <p:cNvSpPr/>
            <p:nvPr/>
          </p:nvSpPr>
          <p:spPr>
            <a:xfrm>
              <a:off x="9557615" y="21138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8" name="pt49078"/>
            <p:cNvSpPr/>
            <p:nvPr/>
          </p:nvSpPr>
          <p:spPr>
            <a:xfrm>
              <a:off x="9042937" y="17568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9" name="pt49079"/>
            <p:cNvSpPr/>
            <p:nvPr/>
          </p:nvSpPr>
          <p:spPr>
            <a:xfrm>
              <a:off x="8312152" y="25945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0" name="pt49080"/>
            <p:cNvSpPr/>
            <p:nvPr/>
          </p:nvSpPr>
          <p:spPr>
            <a:xfrm>
              <a:off x="8949856" y="21020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1" name="pt49081"/>
            <p:cNvSpPr/>
            <p:nvPr/>
          </p:nvSpPr>
          <p:spPr>
            <a:xfrm>
              <a:off x="9518367" y="1875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2" name="pt49082"/>
            <p:cNvSpPr/>
            <p:nvPr/>
          </p:nvSpPr>
          <p:spPr>
            <a:xfrm>
              <a:off x="9573129" y="21708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3" name="pt49083"/>
            <p:cNvSpPr/>
            <p:nvPr/>
          </p:nvSpPr>
          <p:spPr>
            <a:xfrm>
              <a:off x="9034193" y="17767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4" name="pt49084"/>
            <p:cNvSpPr/>
            <p:nvPr/>
          </p:nvSpPr>
          <p:spPr>
            <a:xfrm>
              <a:off x="8723925" y="22872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5" name="pt49085"/>
            <p:cNvSpPr/>
            <p:nvPr/>
          </p:nvSpPr>
          <p:spPr>
            <a:xfrm>
              <a:off x="8469500" y="24653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6" name="pt49086"/>
            <p:cNvSpPr/>
            <p:nvPr/>
          </p:nvSpPr>
          <p:spPr>
            <a:xfrm>
              <a:off x="8669239" y="23250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7" name="pt49087"/>
            <p:cNvSpPr/>
            <p:nvPr/>
          </p:nvSpPr>
          <p:spPr>
            <a:xfrm>
              <a:off x="9091423" y="1798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8" name="pt49088"/>
            <p:cNvSpPr/>
            <p:nvPr/>
          </p:nvSpPr>
          <p:spPr>
            <a:xfrm>
              <a:off x="8698750" y="22856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9" name="pt49089"/>
            <p:cNvSpPr/>
            <p:nvPr/>
          </p:nvSpPr>
          <p:spPr>
            <a:xfrm>
              <a:off x="8527280" y="27239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0" name="pt49090"/>
            <p:cNvSpPr/>
            <p:nvPr/>
          </p:nvSpPr>
          <p:spPr>
            <a:xfrm>
              <a:off x="8850587" y="2086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1" name="pt49091"/>
            <p:cNvSpPr/>
            <p:nvPr/>
          </p:nvSpPr>
          <p:spPr>
            <a:xfrm>
              <a:off x="8868306" y="22630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2" name="pt49092"/>
            <p:cNvSpPr/>
            <p:nvPr/>
          </p:nvSpPr>
          <p:spPr>
            <a:xfrm>
              <a:off x="8731558" y="22102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3" name="pt49093"/>
            <p:cNvSpPr/>
            <p:nvPr/>
          </p:nvSpPr>
          <p:spPr>
            <a:xfrm>
              <a:off x="8381780" y="25041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4" name="pt49094"/>
            <p:cNvSpPr/>
            <p:nvPr/>
          </p:nvSpPr>
          <p:spPr>
            <a:xfrm>
              <a:off x="8604896" y="24068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5" name="pt49095"/>
            <p:cNvSpPr/>
            <p:nvPr/>
          </p:nvSpPr>
          <p:spPr>
            <a:xfrm>
              <a:off x="8570436" y="23772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6" name="pt49096"/>
            <p:cNvSpPr/>
            <p:nvPr/>
          </p:nvSpPr>
          <p:spPr>
            <a:xfrm>
              <a:off x="8861436" y="20354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7" name="pt49097"/>
            <p:cNvSpPr/>
            <p:nvPr/>
          </p:nvSpPr>
          <p:spPr>
            <a:xfrm>
              <a:off x="8658156" y="24175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8" name="pt49098"/>
            <p:cNvSpPr/>
            <p:nvPr/>
          </p:nvSpPr>
          <p:spPr>
            <a:xfrm>
              <a:off x="9062485" y="18644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9" name="pt49099"/>
            <p:cNvSpPr/>
            <p:nvPr/>
          </p:nvSpPr>
          <p:spPr>
            <a:xfrm>
              <a:off x="9177111" y="19808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0" name="pt49100"/>
            <p:cNvSpPr/>
            <p:nvPr/>
          </p:nvSpPr>
          <p:spPr>
            <a:xfrm>
              <a:off x="8312152" y="25955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1" name="pt49101"/>
            <p:cNvSpPr/>
            <p:nvPr/>
          </p:nvSpPr>
          <p:spPr>
            <a:xfrm>
              <a:off x="8854280" y="18881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2" name="pt49102"/>
            <p:cNvSpPr/>
            <p:nvPr/>
          </p:nvSpPr>
          <p:spPr>
            <a:xfrm>
              <a:off x="8500809" y="26534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3" name="pt49103"/>
            <p:cNvSpPr/>
            <p:nvPr/>
          </p:nvSpPr>
          <p:spPr>
            <a:xfrm>
              <a:off x="8798679" y="22531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4" name="pt49104"/>
            <p:cNvSpPr/>
            <p:nvPr/>
          </p:nvSpPr>
          <p:spPr>
            <a:xfrm>
              <a:off x="9010896" y="1816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5" name="pt49105"/>
            <p:cNvSpPr/>
            <p:nvPr/>
          </p:nvSpPr>
          <p:spPr>
            <a:xfrm>
              <a:off x="8633583" y="18666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6" name="pt49106"/>
            <p:cNvSpPr/>
            <p:nvPr/>
          </p:nvSpPr>
          <p:spPr>
            <a:xfrm>
              <a:off x="8752612" y="23124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7" name="pt49107"/>
            <p:cNvSpPr/>
            <p:nvPr/>
          </p:nvSpPr>
          <p:spPr>
            <a:xfrm>
              <a:off x="8500809" y="2543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8" name="pt49108"/>
            <p:cNvSpPr/>
            <p:nvPr/>
          </p:nvSpPr>
          <p:spPr>
            <a:xfrm>
              <a:off x="8881273" y="2198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9" name="pt49109"/>
            <p:cNvSpPr/>
            <p:nvPr/>
          </p:nvSpPr>
          <p:spPr>
            <a:xfrm>
              <a:off x="8798679" y="22057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0" name="pt49110"/>
            <p:cNvSpPr/>
            <p:nvPr/>
          </p:nvSpPr>
          <p:spPr>
            <a:xfrm>
              <a:off x="8604896" y="2366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1" name="pt49111"/>
            <p:cNvSpPr/>
            <p:nvPr/>
          </p:nvSpPr>
          <p:spPr>
            <a:xfrm>
              <a:off x="9352440" y="21565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2" name="pt49112"/>
            <p:cNvSpPr/>
            <p:nvPr/>
          </p:nvSpPr>
          <p:spPr>
            <a:xfrm>
              <a:off x="8550210" y="2579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3" name="pt49113"/>
            <p:cNvSpPr/>
            <p:nvPr/>
          </p:nvSpPr>
          <p:spPr>
            <a:xfrm>
              <a:off x="8723925" y="19929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4" name="pt49114"/>
            <p:cNvSpPr/>
            <p:nvPr/>
          </p:nvSpPr>
          <p:spPr>
            <a:xfrm>
              <a:off x="9027663" y="18896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5" name="pt49115"/>
            <p:cNvSpPr/>
            <p:nvPr/>
          </p:nvSpPr>
          <p:spPr>
            <a:xfrm>
              <a:off x="9098616" y="20447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6" name="pt49116"/>
            <p:cNvSpPr/>
            <p:nvPr/>
          </p:nvSpPr>
          <p:spPr>
            <a:xfrm>
              <a:off x="9425448" y="18095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7" name="pt49117"/>
            <p:cNvSpPr/>
            <p:nvPr/>
          </p:nvSpPr>
          <p:spPr>
            <a:xfrm>
              <a:off x="8932228" y="19093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8" name="pt49118"/>
            <p:cNvSpPr/>
            <p:nvPr/>
          </p:nvSpPr>
          <p:spPr>
            <a:xfrm>
              <a:off x="8588529" y="21365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9" name="pt49119"/>
            <p:cNvSpPr/>
            <p:nvPr/>
          </p:nvSpPr>
          <p:spPr>
            <a:xfrm>
              <a:off x="8312152" y="23795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0" name="pt49120"/>
            <p:cNvSpPr/>
            <p:nvPr/>
          </p:nvSpPr>
          <p:spPr>
            <a:xfrm>
              <a:off x="9321732" y="20798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1" name="pt49121"/>
            <p:cNvSpPr/>
            <p:nvPr/>
          </p:nvSpPr>
          <p:spPr>
            <a:xfrm>
              <a:off x="8500809" y="26131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2" name="pt49122"/>
            <p:cNvSpPr/>
            <p:nvPr/>
          </p:nvSpPr>
          <p:spPr>
            <a:xfrm>
              <a:off x="8978704" y="19734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3" name="pt49123"/>
            <p:cNvSpPr/>
            <p:nvPr/>
          </p:nvSpPr>
          <p:spPr>
            <a:xfrm>
              <a:off x="9036737" y="18295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4" name="pt49124"/>
            <p:cNvSpPr/>
            <p:nvPr/>
          </p:nvSpPr>
          <p:spPr>
            <a:xfrm>
              <a:off x="9304571" y="21515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5" name="pt49125"/>
            <p:cNvSpPr/>
            <p:nvPr/>
          </p:nvSpPr>
          <p:spPr>
            <a:xfrm>
              <a:off x="8588529" y="20044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6" name="pt49126"/>
            <p:cNvSpPr/>
            <p:nvPr/>
          </p:nvSpPr>
          <p:spPr>
            <a:xfrm>
              <a:off x="8759093" y="20926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7" name="pt49127"/>
            <p:cNvSpPr/>
            <p:nvPr/>
          </p:nvSpPr>
          <p:spPr>
            <a:xfrm>
              <a:off x="8960020" y="21810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8" name="pt49128"/>
            <p:cNvSpPr/>
            <p:nvPr/>
          </p:nvSpPr>
          <p:spPr>
            <a:xfrm>
              <a:off x="8312152" y="25177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9" name="pt49129"/>
            <p:cNvSpPr/>
            <p:nvPr/>
          </p:nvSpPr>
          <p:spPr>
            <a:xfrm>
              <a:off x="8980466" y="19746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0" name="pt49130"/>
            <p:cNvSpPr/>
            <p:nvPr/>
          </p:nvSpPr>
          <p:spPr>
            <a:xfrm>
              <a:off x="9108871" y="21039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1" name="pt49131"/>
            <p:cNvSpPr/>
            <p:nvPr/>
          </p:nvSpPr>
          <p:spPr>
            <a:xfrm>
              <a:off x="9151289" y="20598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2" name="pt49132"/>
            <p:cNvSpPr/>
            <p:nvPr/>
          </p:nvSpPr>
          <p:spPr>
            <a:xfrm>
              <a:off x="9108871" y="2046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3" name="pt49133"/>
            <p:cNvSpPr/>
            <p:nvPr/>
          </p:nvSpPr>
          <p:spPr>
            <a:xfrm>
              <a:off x="8619838" y="24824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4" name="pt49134"/>
            <p:cNvSpPr/>
            <p:nvPr/>
          </p:nvSpPr>
          <p:spPr>
            <a:xfrm>
              <a:off x="9058082" y="20766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5" name="pt49135"/>
            <p:cNvSpPr/>
            <p:nvPr/>
          </p:nvSpPr>
          <p:spPr>
            <a:xfrm>
              <a:off x="8500809" y="25167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6" name="pt49136"/>
            <p:cNvSpPr/>
            <p:nvPr/>
          </p:nvSpPr>
          <p:spPr>
            <a:xfrm>
              <a:off x="8431181" y="24297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7" name="pt49137"/>
            <p:cNvSpPr/>
            <p:nvPr/>
          </p:nvSpPr>
          <p:spPr>
            <a:xfrm>
              <a:off x="8312152" y="23571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8" name="pt49138"/>
            <p:cNvSpPr/>
            <p:nvPr/>
          </p:nvSpPr>
          <p:spPr>
            <a:xfrm>
              <a:off x="8312152" y="25118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9" name="pt49139"/>
            <p:cNvSpPr/>
            <p:nvPr/>
          </p:nvSpPr>
          <p:spPr>
            <a:xfrm>
              <a:off x="8431181" y="24451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0" name="pt49140"/>
            <p:cNvSpPr/>
            <p:nvPr/>
          </p:nvSpPr>
          <p:spPr>
            <a:xfrm>
              <a:off x="8917708" y="20731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1" name="pt49141"/>
            <p:cNvSpPr/>
            <p:nvPr/>
          </p:nvSpPr>
          <p:spPr>
            <a:xfrm>
              <a:off x="9004922" y="17784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2" name="pt49142"/>
            <p:cNvSpPr/>
            <p:nvPr/>
          </p:nvSpPr>
          <p:spPr>
            <a:xfrm>
              <a:off x="8990670" y="18569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3" name="pt49143"/>
            <p:cNvSpPr/>
            <p:nvPr/>
          </p:nvSpPr>
          <p:spPr>
            <a:xfrm>
              <a:off x="8731558" y="22671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4" name="pt49144"/>
            <p:cNvSpPr/>
            <p:nvPr/>
          </p:nvSpPr>
          <p:spPr>
            <a:xfrm>
              <a:off x="8868306" y="21627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5" name="pt49145"/>
            <p:cNvSpPr/>
            <p:nvPr/>
          </p:nvSpPr>
          <p:spPr>
            <a:xfrm>
              <a:off x="8788268" y="22110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6" name="pt49146"/>
            <p:cNvSpPr/>
            <p:nvPr/>
          </p:nvSpPr>
          <p:spPr>
            <a:xfrm>
              <a:off x="8723925" y="22203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7" name="pt49147"/>
            <p:cNvSpPr/>
            <p:nvPr/>
          </p:nvSpPr>
          <p:spPr>
            <a:xfrm>
              <a:off x="8793552" y="21641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8" name="pt49148"/>
            <p:cNvSpPr/>
            <p:nvPr/>
          </p:nvSpPr>
          <p:spPr>
            <a:xfrm>
              <a:off x="9067835" y="17377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9" name="pt49149"/>
            <p:cNvSpPr/>
            <p:nvPr/>
          </p:nvSpPr>
          <p:spPr>
            <a:xfrm>
              <a:off x="9124709" y="20918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0" name="pt49150"/>
            <p:cNvSpPr/>
            <p:nvPr/>
          </p:nvSpPr>
          <p:spPr>
            <a:xfrm>
              <a:off x="8381780" y="25350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1" name="pt49151"/>
            <p:cNvSpPr/>
            <p:nvPr/>
          </p:nvSpPr>
          <p:spPr>
            <a:xfrm>
              <a:off x="8431181" y="24266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2" name="pt49152"/>
            <p:cNvSpPr/>
            <p:nvPr/>
          </p:nvSpPr>
          <p:spPr>
            <a:xfrm>
              <a:off x="8961983" y="22462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3" name="pt49153"/>
            <p:cNvSpPr/>
            <p:nvPr/>
          </p:nvSpPr>
          <p:spPr>
            <a:xfrm>
              <a:off x="9413347" y="20276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4" name="pt49154"/>
            <p:cNvSpPr/>
            <p:nvPr/>
          </p:nvSpPr>
          <p:spPr>
            <a:xfrm>
              <a:off x="8500809" y="2619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5" name="pt49155"/>
            <p:cNvSpPr/>
            <p:nvPr/>
          </p:nvSpPr>
          <p:spPr>
            <a:xfrm>
              <a:off x="9079049" y="19261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6" name="pt49156"/>
            <p:cNvSpPr/>
            <p:nvPr/>
          </p:nvSpPr>
          <p:spPr>
            <a:xfrm>
              <a:off x="9230780" y="20793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7" name="pt49157"/>
            <p:cNvSpPr/>
            <p:nvPr/>
          </p:nvSpPr>
          <p:spPr>
            <a:xfrm>
              <a:off x="9052414" y="22023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8" name="pt49158"/>
            <p:cNvSpPr/>
            <p:nvPr/>
          </p:nvSpPr>
          <p:spPr>
            <a:xfrm>
              <a:off x="9461227" y="22714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9" name="pt49159"/>
            <p:cNvSpPr/>
            <p:nvPr/>
          </p:nvSpPr>
          <p:spPr>
            <a:xfrm>
              <a:off x="8813199" y="2130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0" name="pt49160"/>
            <p:cNvSpPr/>
            <p:nvPr/>
          </p:nvSpPr>
          <p:spPr>
            <a:xfrm>
              <a:off x="9828342" y="22481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1" name="pt49161"/>
            <p:cNvSpPr/>
            <p:nvPr/>
          </p:nvSpPr>
          <p:spPr>
            <a:xfrm>
              <a:off x="9178222" y="19400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2" name="pt49162"/>
            <p:cNvSpPr/>
            <p:nvPr/>
          </p:nvSpPr>
          <p:spPr>
            <a:xfrm>
              <a:off x="8947749" y="21195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3" name="pt49163"/>
            <p:cNvSpPr/>
            <p:nvPr/>
          </p:nvSpPr>
          <p:spPr>
            <a:xfrm>
              <a:off x="9606545" y="21970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4" name="pt49164"/>
            <p:cNvSpPr/>
            <p:nvPr/>
          </p:nvSpPr>
          <p:spPr>
            <a:xfrm>
              <a:off x="8874912" y="21427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5" name="pt49165"/>
            <p:cNvSpPr/>
            <p:nvPr/>
          </p:nvSpPr>
          <p:spPr>
            <a:xfrm>
              <a:off x="8312152" y="25869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6" name="pt49166"/>
            <p:cNvSpPr/>
            <p:nvPr/>
          </p:nvSpPr>
          <p:spPr>
            <a:xfrm>
              <a:off x="9218524" y="20806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7" name="pt49167"/>
            <p:cNvSpPr/>
            <p:nvPr/>
          </p:nvSpPr>
          <p:spPr>
            <a:xfrm>
              <a:off x="8312152" y="25319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8" name="pt49168"/>
            <p:cNvSpPr/>
            <p:nvPr/>
          </p:nvSpPr>
          <p:spPr>
            <a:xfrm>
              <a:off x="8929892" y="1762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9" name="pt49169"/>
            <p:cNvSpPr/>
            <p:nvPr/>
          </p:nvSpPr>
          <p:spPr>
            <a:xfrm>
              <a:off x="8312152" y="26968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0" name="pt49170"/>
            <p:cNvSpPr/>
            <p:nvPr/>
          </p:nvSpPr>
          <p:spPr>
            <a:xfrm>
              <a:off x="8669239" y="22690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1" name="pt49171"/>
            <p:cNvSpPr/>
            <p:nvPr/>
          </p:nvSpPr>
          <p:spPr>
            <a:xfrm>
              <a:off x="8782816" y="20486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2" name="pt49172"/>
            <p:cNvSpPr/>
            <p:nvPr/>
          </p:nvSpPr>
          <p:spPr>
            <a:xfrm>
              <a:off x="8381780" y="22901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3" name="pt49173"/>
            <p:cNvSpPr/>
            <p:nvPr/>
          </p:nvSpPr>
          <p:spPr>
            <a:xfrm>
              <a:off x="8850587" y="19721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4" name="pt49174"/>
            <p:cNvSpPr/>
            <p:nvPr/>
          </p:nvSpPr>
          <p:spPr>
            <a:xfrm>
              <a:off x="8679650" y="24235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5" name="pt49175"/>
            <p:cNvSpPr/>
            <p:nvPr/>
          </p:nvSpPr>
          <p:spPr>
            <a:xfrm>
              <a:off x="8715936" y="2282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6" name="pt49176"/>
            <p:cNvSpPr/>
            <p:nvPr/>
          </p:nvSpPr>
          <p:spPr>
            <a:xfrm>
              <a:off x="8312152" y="24970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7" name="pt49177"/>
            <p:cNvSpPr/>
            <p:nvPr/>
          </p:nvSpPr>
          <p:spPr>
            <a:xfrm>
              <a:off x="9031610" y="18681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8" name="pt49178"/>
            <p:cNvSpPr/>
            <p:nvPr/>
          </p:nvSpPr>
          <p:spPr>
            <a:xfrm>
              <a:off x="8980466" y="20214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9" name="pt49179"/>
            <p:cNvSpPr/>
            <p:nvPr/>
          </p:nvSpPr>
          <p:spPr>
            <a:xfrm>
              <a:off x="8527280" y="26833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0" name="pt49180"/>
            <p:cNvSpPr/>
            <p:nvPr/>
          </p:nvSpPr>
          <p:spPr>
            <a:xfrm>
              <a:off x="9052414" y="21177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1" name="pt49181"/>
            <p:cNvSpPr/>
            <p:nvPr/>
          </p:nvSpPr>
          <p:spPr>
            <a:xfrm>
              <a:off x="8759093" y="2028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2" name="pt49182"/>
            <p:cNvSpPr/>
            <p:nvPr/>
          </p:nvSpPr>
          <p:spPr>
            <a:xfrm>
              <a:off x="9268690" y="19887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3" name="pt49183"/>
            <p:cNvSpPr/>
            <p:nvPr/>
          </p:nvSpPr>
          <p:spPr>
            <a:xfrm>
              <a:off x="8588529" y="20757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4" name="pt49184"/>
            <p:cNvSpPr/>
            <p:nvPr/>
          </p:nvSpPr>
          <p:spPr>
            <a:xfrm>
              <a:off x="8971473" y="22866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5" name="pt49185"/>
            <p:cNvSpPr/>
            <p:nvPr/>
          </p:nvSpPr>
          <p:spPr>
            <a:xfrm>
              <a:off x="8965842" y="23202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6" name="pt49186"/>
            <p:cNvSpPr/>
            <p:nvPr/>
          </p:nvSpPr>
          <p:spPr>
            <a:xfrm>
              <a:off x="9034193" y="17568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7" name="pt49187"/>
            <p:cNvSpPr/>
            <p:nvPr/>
          </p:nvSpPr>
          <p:spPr>
            <a:xfrm>
              <a:off x="8500809" y="25463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8" name="pt49188"/>
            <p:cNvSpPr/>
            <p:nvPr/>
          </p:nvSpPr>
          <p:spPr>
            <a:xfrm>
              <a:off x="8893328" y="20121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9" name="pt49189"/>
            <p:cNvSpPr/>
            <p:nvPr/>
          </p:nvSpPr>
          <p:spPr>
            <a:xfrm>
              <a:off x="8669239" y="24388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0" name="pt49190"/>
            <p:cNvSpPr/>
            <p:nvPr/>
          </p:nvSpPr>
          <p:spPr>
            <a:xfrm>
              <a:off x="8971473" y="22541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1" name="pt49191"/>
            <p:cNvSpPr/>
            <p:nvPr/>
          </p:nvSpPr>
          <p:spPr>
            <a:xfrm>
              <a:off x="8958035" y="22480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2" name="pt49192"/>
            <p:cNvSpPr/>
            <p:nvPr/>
          </p:nvSpPr>
          <p:spPr>
            <a:xfrm>
              <a:off x="9308507" y="22357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3" name="pt49193"/>
            <p:cNvSpPr/>
            <p:nvPr/>
          </p:nvSpPr>
          <p:spPr>
            <a:xfrm>
              <a:off x="9268690" y="19152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4" name="pt49194"/>
            <p:cNvSpPr/>
            <p:nvPr/>
          </p:nvSpPr>
          <p:spPr>
            <a:xfrm>
              <a:off x="9237969" y="2073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5" name="pt49195"/>
            <p:cNvSpPr/>
            <p:nvPr/>
          </p:nvSpPr>
          <p:spPr>
            <a:xfrm>
              <a:off x="9110522" y="20926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6" name="pt49196"/>
            <p:cNvSpPr/>
            <p:nvPr/>
          </p:nvSpPr>
          <p:spPr>
            <a:xfrm>
              <a:off x="8469500" y="23604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7" name="pt49197"/>
            <p:cNvSpPr/>
            <p:nvPr/>
          </p:nvSpPr>
          <p:spPr>
            <a:xfrm>
              <a:off x="9480563" y="24898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8" name="pt49198"/>
            <p:cNvSpPr/>
            <p:nvPr/>
          </p:nvSpPr>
          <p:spPr>
            <a:xfrm>
              <a:off x="8817779" y="19730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9" name="pt49199"/>
            <p:cNvSpPr/>
            <p:nvPr/>
          </p:nvSpPr>
          <p:spPr>
            <a:xfrm>
              <a:off x="9074042" y="21089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0" name="pt49200"/>
            <p:cNvSpPr/>
            <p:nvPr/>
          </p:nvSpPr>
          <p:spPr>
            <a:xfrm>
              <a:off x="8604896" y="20716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1" name="pt49201"/>
            <p:cNvSpPr/>
            <p:nvPr/>
          </p:nvSpPr>
          <p:spPr>
            <a:xfrm>
              <a:off x="8907297" y="19388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2" name="pt49202"/>
            <p:cNvSpPr/>
            <p:nvPr/>
          </p:nvSpPr>
          <p:spPr>
            <a:xfrm>
              <a:off x="9208605" y="19949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3" name="pt49203"/>
            <p:cNvSpPr/>
            <p:nvPr/>
          </p:nvSpPr>
          <p:spPr>
            <a:xfrm>
              <a:off x="9052414" y="2270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4" name="pt49204"/>
            <p:cNvSpPr/>
            <p:nvPr/>
          </p:nvSpPr>
          <p:spPr>
            <a:xfrm>
              <a:off x="9104672" y="20882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5" name="pt49205"/>
            <p:cNvSpPr/>
            <p:nvPr/>
          </p:nvSpPr>
          <p:spPr>
            <a:xfrm>
              <a:off x="8469500" y="26744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6" name="pt49206"/>
            <p:cNvSpPr/>
            <p:nvPr/>
          </p:nvSpPr>
          <p:spPr>
            <a:xfrm>
              <a:off x="8669239" y="23997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7" name="pt49207"/>
            <p:cNvSpPr/>
            <p:nvPr/>
          </p:nvSpPr>
          <p:spPr>
            <a:xfrm>
              <a:off x="8527280" y="25948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8" name="pt49208"/>
            <p:cNvSpPr/>
            <p:nvPr/>
          </p:nvSpPr>
          <p:spPr>
            <a:xfrm>
              <a:off x="9557615" y="21103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9" name="pt49209"/>
            <p:cNvSpPr/>
            <p:nvPr/>
          </p:nvSpPr>
          <p:spPr>
            <a:xfrm>
              <a:off x="9104672" y="20249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0" name="pt49210"/>
            <p:cNvSpPr/>
            <p:nvPr/>
          </p:nvSpPr>
          <p:spPr>
            <a:xfrm>
              <a:off x="8941268" y="18256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1" name="pt49211"/>
            <p:cNvSpPr/>
            <p:nvPr/>
          </p:nvSpPr>
          <p:spPr>
            <a:xfrm>
              <a:off x="9221993" y="19727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2" name="pt49212"/>
            <p:cNvSpPr/>
            <p:nvPr/>
          </p:nvSpPr>
          <p:spPr>
            <a:xfrm>
              <a:off x="8949856" y="20850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3" name="pt49213"/>
            <p:cNvSpPr/>
            <p:nvPr/>
          </p:nvSpPr>
          <p:spPr>
            <a:xfrm>
              <a:off x="8381780" y="24013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4" name="pt49214"/>
            <p:cNvSpPr/>
            <p:nvPr/>
          </p:nvSpPr>
          <p:spPr>
            <a:xfrm>
              <a:off x="9031610" y="18553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5" name="pt49215"/>
            <p:cNvSpPr/>
            <p:nvPr/>
          </p:nvSpPr>
          <p:spPr>
            <a:xfrm>
              <a:off x="8987335" y="18686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6" name="pt49216"/>
            <p:cNvSpPr/>
            <p:nvPr/>
          </p:nvSpPr>
          <p:spPr>
            <a:xfrm>
              <a:off x="8857896" y="2057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7" name="pt49217"/>
            <p:cNvSpPr/>
            <p:nvPr/>
          </p:nvSpPr>
          <p:spPr>
            <a:xfrm>
              <a:off x="8500809" y="26378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8" name="pt49218"/>
            <p:cNvSpPr/>
            <p:nvPr/>
          </p:nvSpPr>
          <p:spPr>
            <a:xfrm>
              <a:off x="8731558" y="23318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9" name="pt49219"/>
            <p:cNvSpPr/>
            <p:nvPr/>
          </p:nvSpPr>
          <p:spPr>
            <a:xfrm>
              <a:off x="9004922" y="1602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0" name="pt49220"/>
            <p:cNvSpPr/>
            <p:nvPr/>
          </p:nvSpPr>
          <p:spPr>
            <a:xfrm>
              <a:off x="9199552" y="18024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1" name="pt49221"/>
            <p:cNvSpPr/>
            <p:nvPr/>
          </p:nvSpPr>
          <p:spPr>
            <a:xfrm>
              <a:off x="8731558" y="22229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2" name="pt49222"/>
            <p:cNvSpPr/>
            <p:nvPr/>
          </p:nvSpPr>
          <p:spPr>
            <a:xfrm>
              <a:off x="8961983" y="22650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3" name="pt49223"/>
            <p:cNvSpPr/>
            <p:nvPr/>
          </p:nvSpPr>
          <p:spPr>
            <a:xfrm>
              <a:off x="8980466" y="20999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4" name="pt49224"/>
            <p:cNvSpPr/>
            <p:nvPr/>
          </p:nvSpPr>
          <p:spPr>
            <a:xfrm>
              <a:off x="9035469" y="17454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5" name="pt49225"/>
            <p:cNvSpPr/>
            <p:nvPr/>
          </p:nvSpPr>
          <p:spPr>
            <a:xfrm>
              <a:off x="8312152" y="24070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6" name="pt49226"/>
            <p:cNvSpPr/>
            <p:nvPr/>
          </p:nvSpPr>
          <p:spPr>
            <a:xfrm>
              <a:off x="8738867" y="21095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7" name="pt49227"/>
            <p:cNvSpPr/>
            <p:nvPr/>
          </p:nvSpPr>
          <p:spPr>
            <a:xfrm>
              <a:off x="9035469" y="16215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8" name="pt49228"/>
            <p:cNvSpPr/>
            <p:nvPr/>
          </p:nvSpPr>
          <p:spPr>
            <a:xfrm>
              <a:off x="8619838" y="22938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9" name="pt49229"/>
            <p:cNvSpPr/>
            <p:nvPr/>
          </p:nvSpPr>
          <p:spPr>
            <a:xfrm>
              <a:off x="9360483" y="2046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0" name="pt49230"/>
            <p:cNvSpPr/>
            <p:nvPr/>
          </p:nvSpPr>
          <p:spPr>
            <a:xfrm>
              <a:off x="8550210" y="24801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1" name="pt49231"/>
            <p:cNvSpPr/>
            <p:nvPr/>
          </p:nvSpPr>
          <p:spPr>
            <a:xfrm>
              <a:off x="9031610" y="18894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2" name="pt49232"/>
            <p:cNvSpPr/>
            <p:nvPr/>
          </p:nvSpPr>
          <p:spPr>
            <a:xfrm>
              <a:off x="8381780" y="22944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3" name="pt49233"/>
            <p:cNvSpPr/>
            <p:nvPr/>
          </p:nvSpPr>
          <p:spPr>
            <a:xfrm>
              <a:off x="8989011" y="1968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4" name="pt49234"/>
            <p:cNvSpPr/>
            <p:nvPr/>
          </p:nvSpPr>
          <p:spPr>
            <a:xfrm>
              <a:off x="8987335" y="20611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5" name="pt49235"/>
            <p:cNvSpPr/>
            <p:nvPr/>
          </p:nvSpPr>
          <p:spPr>
            <a:xfrm>
              <a:off x="8689465" y="24391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6" name="pt49236"/>
            <p:cNvSpPr/>
            <p:nvPr/>
          </p:nvSpPr>
          <p:spPr>
            <a:xfrm>
              <a:off x="9340807" y="20650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7" name="pt49237"/>
            <p:cNvSpPr/>
            <p:nvPr/>
          </p:nvSpPr>
          <p:spPr>
            <a:xfrm>
              <a:off x="8941268" y="18227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8" name="pt49238"/>
            <p:cNvSpPr/>
            <p:nvPr/>
          </p:nvSpPr>
          <p:spPr>
            <a:xfrm>
              <a:off x="8868306" y="2150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9" name="pt49239"/>
            <p:cNvSpPr/>
            <p:nvPr/>
          </p:nvSpPr>
          <p:spPr>
            <a:xfrm>
              <a:off x="9242219" y="19014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0" name="pt49240"/>
            <p:cNvSpPr/>
            <p:nvPr/>
          </p:nvSpPr>
          <p:spPr>
            <a:xfrm>
              <a:off x="9068885" y="18629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1" name="pt49241"/>
            <p:cNvSpPr/>
            <p:nvPr/>
          </p:nvSpPr>
          <p:spPr>
            <a:xfrm>
              <a:off x="8588529" y="23261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2" name="pt49242"/>
            <p:cNvSpPr/>
            <p:nvPr/>
          </p:nvSpPr>
          <p:spPr>
            <a:xfrm>
              <a:off x="9111342" y="21055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3" name="pt49243"/>
            <p:cNvSpPr/>
            <p:nvPr/>
          </p:nvSpPr>
          <p:spPr>
            <a:xfrm>
              <a:off x="8500809" y="27011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4" name="pt49244"/>
            <p:cNvSpPr/>
            <p:nvPr/>
          </p:nvSpPr>
          <p:spPr>
            <a:xfrm>
              <a:off x="9423467" y="17857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5" name="pt49245"/>
            <p:cNvSpPr/>
            <p:nvPr/>
          </p:nvSpPr>
          <p:spPr>
            <a:xfrm>
              <a:off x="8469500" y="23211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6" name="pt49246"/>
            <p:cNvSpPr/>
            <p:nvPr/>
          </p:nvSpPr>
          <p:spPr>
            <a:xfrm>
              <a:off x="8570436" y="25803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7" name="pt49247"/>
            <p:cNvSpPr/>
            <p:nvPr/>
          </p:nvSpPr>
          <p:spPr>
            <a:xfrm>
              <a:off x="8987335" y="20497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8" name="pt49248"/>
            <p:cNvSpPr/>
            <p:nvPr/>
          </p:nvSpPr>
          <p:spPr>
            <a:xfrm>
              <a:off x="8731558" y="23669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9" name="pt49249"/>
            <p:cNvSpPr/>
            <p:nvPr/>
          </p:nvSpPr>
          <p:spPr>
            <a:xfrm>
              <a:off x="9077064" y="19661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0" name="pt49250"/>
            <p:cNvSpPr/>
            <p:nvPr/>
          </p:nvSpPr>
          <p:spPr>
            <a:xfrm>
              <a:off x="9010896" y="15404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1" name="pt49251"/>
            <p:cNvSpPr/>
            <p:nvPr/>
          </p:nvSpPr>
          <p:spPr>
            <a:xfrm>
              <a:off x="8899053" y="23695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2" name="pt49252"/>
            <p:cNvSpPr/>
            <p:nvPr/>
          </p:nvSpPr>
          <p:spPr>
            <a:xfrm>
              <a:off x="9097733" y="17159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3" name="pt49253"/>
            <p:cNvSpPr/>
            <p:nvPr/>
          </p:nvSpPr>
          <p:spPr>
            <a:xfrm>
              <a:off x="8619838" y="2583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4" name="pt49254"/>
            <p:cNvSpPr/>
            <p:nvPr/>
          </p:nvSpPr>
          <p:spPr>
            <a:xfrm>
              <a:off x="8956027" y="21104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5" name="pt49255"/>
            <p:cNvSpPr/>
            <p:nvPr/>
          </p:nvSpPr>
          <p:spPr>
            <a:xfrm>
              <a:off x="9414750" y="20686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6" name="pt49256"/>
            <p:cNvSpPr/>
            <p:nvPr/>
          </p:nvSpPr>
          <p:spPr>
            <a:xfrm>
              <a:off x="8658156" y="23718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7" name="pt49257"/>
            <p:cNvSpPr/>
            <p:nvPr/>
          </p:nvSpPr>
          <p:spPr>
            <a:xfrm>
              <a:off x="9187390" y="22820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8" name="pt49258"/>
            <p:cNvSpPr/>
            <p:nvPr/>
          </p:nvSpPr>
          <p:spPr>
            <a:xfrm>
              <a:off x="8381780" y="25392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9" name="pt49259"/>
            <p:cNvSpPr/>
            <p:nvPr/>
          </p:nvSpPr>
          <p:spPr>
            <a:xfrm>
              <a:off x="9010896" y="16937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0" name="pt49260"/>
            <p:cNvSpPr/>
            <p:nvPr/>
          </p:nvSpPr>
          <p:spPr>
            <a:xfrm>
              <a:off x="8961983" y="22215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1" name="pt49261"/>
            <p:cNvSpPr/>
            <p:nvPr/>
          </p:nvSpPr>
          <p:spPr>
            <a:xfrm>
              <a:off x="9262020" y="18130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2" name="pt49262"/>
            <p:cNvSpPr/>
            <p:nvPr/>
          </p:nvSpPr>
          <p:spPr>
            <a:xfrm>
              <a:off x="9576430" y="19931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3" name="pt49263"/>
            <p:cNvSpPr/>
            <p:nvPr/>
          </p:nvSpPr>
          <p:spPr>
            <a:xfrm>
              <a:off x="8920215" y="22837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4" name="pt49264"/>
            <p:cNvSpPr/>
            <p:nvPr/>
          </p:nvSpPr>
          <p:spPr>
            <a:xfrm>
              <a:off x="8633583" y="20430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5" name="pt49265"/>
            <p:cNvSpPr/>
            <p:nvPr/>
          </p:nvSpPr>
          <p:spPr>
            <a:xfrm>
              <a:off x="9230780" y="19662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6" name="pt49266"/>
            <p:cNvSpPr/>
            <p:nvPr/>
          </p:nvSpPr>
          <p:spPr>
            <a:xfrm>
              <a:off x="8431181" y="26381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7" name="pt49267"/>
            <p:cNvSpPr/>
            <p:nvPr/>
          </p:nvSpPr>
          <p:spPr>
            <a:xfrm>
              <a:off x="8842954" y="19665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8" name="pt49268"/>
            <p:cNvSpPr/>
            <p:nvPr/>
          </p:nvSpPr>
          <p:spPr>
            <a:xfrm>
              <a:off x="8958035" y="22344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9" name="pt49269"/>
            <p:cNvSpPr/>
            <p:nvPr/>
          </p:nvSpPr>
          <p:spPr>
            <a:xfrm>
              <a:off x="8723925" y="20943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0" name="pt49270"/>
            <p:cNvSpPr/>
            <p:nvPr/>
          </p:nvSpPr>
          <p:spPr>
            <a:xfrm>
              <a:off x="8798679" y="20864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1" name="pt49271"/>
            <p:cNvSpPr/>
            <p:nvPr/>
          </p:nvSpPr>
          <p:spPr>
            <a:xfrm>
              <a:off x="9382404" y="21425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2" name="pt49272"/>
            <p:cNvSpPr/>
            <p:nvPr/>
          </p:nvSpPr>
          <p:spPr>
            <a:xfrm>
              <a:off x="8312152" y="2400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3" name="pt49273"/>
            <p:cNvSpPr/>
            <p:nvPr/>
          </p:nvSpPr>
          <p:spPr>
            <a:xfrm>
              <a:off x="9466476" y="23415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4" name="pt49274"/>
            <p:cNvSpPr/>
            <p:nvPr/>
          </p:nvSpPr>
          <p:spPr>
            <a:xfrm>
              <a:off x="8752612" y="21520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5" name="pt49275"/>
            <p:cNvSpPr/>
            <p:nvPr/>
          </p:nvSpPr>
          <p:spPr>
            <a:xfrm>
              <a:off x="8646309" y="22902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6" name="pt49276"/>
            <p:cNvSpPr/>
            <p:nvPr/>
          </p:nvSpPr>
          <p:spPr>
            <a:xfrm>
              <a:off x="9652073" y="22597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7" name="pt49277"/>
            <p:cNvSpPr/>
            <p:nvPr/>
          </p:nvSpPr>
          <p:spPr>
            <a:xfrm>
              <a:off x="9633844" y="20645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8" name="pt49278"/>
            <p:cNvSpPr/>
            <p:nvPr/>
          </p:nvSpPr>
          <p:spPr>
            <a:xfrm>
              <a:off x="8830827" y="19643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9" name="pt49279"/>
            <p:cNvSpPr/>
            <p:nvPr/>
          </p:nvSpPr>
          <p:spPr>
            <a:xfrm>
              <a:off x="9287859" y="19763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0" name="pt49280"/>
            <p:cNvSpPr/>
            <p:nvPr/>
          </p:nvSpPr>
          <p:spPr>
            <a:xfrm>
              <a:off x="9196093" y="22519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1" name="pt49281"/>
            <p:cNvSpPr/>
            <p:nvPr/>
          </p:nvSpPr>
          <p:spPr>
            <a:xfrm>
              <a:off x="8550210" y="25835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2" name="pt49282"/>
            <p:cNvSpPr/>
            <p:nvPr/>
          </p:nvSpPr>
          <p:spPr>
            <a:xfrm>
              <a:off x="9340807" y="20995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3" name="pt49283"/>
            <p:cNvSpPr/>
            <p:nvPr/>
          </p:nvSpPr>
          <p:spPr>
            <a:xfrm>
              <a:off x="8312152" y="23912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4" name="pt49284"/>
            <p:cNvSpPr/>
            <p:nvPr/>
          </p:nvSpPr>
          <p:spPr>
            <a:xfrm>
              <a:off x="9316366" y="21774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5" name="pt49285"/>
            <p:cNvSpPr/>
            <p:nvPr/>
          </p:nvSpPr>
          <p:spPr>
            <a:xfrm>
              <a:off x="9352440" y="21108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6" name="pt49286"/>
            <p:cNvSpPr/>
            <p:nvPr/>
          </p:nvSpPr>
          <p:spPr>
            <a:xfrm>
              <a:off x="8961983" y="22414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7" name="pt49287"/>
            <p:cNvSpPr/>
            <p:nvPr/>
          </p:nvSpPr>
          <p:spPr>
            <a:xfrm>
              <a:off x="9501180" y="21790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8" name="pt49288"/>
            <p:cNvSpPr/>
            <p:nvPr/>
          </p:nvSpPr>
          <p:spPr>
            <a:xfrm>
              <a:off x="9474060" y="22841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9" name="pt49289"/>
            <p:cNvSpPr/>
            <p:nvPr/>
          </p:nvSpPr>
          <p:spPr>
            <a:xfrm>
              <a:off x="9207674" y="18247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0" name="pt49290"/>
            <p:cNvSpPr/>
            <p:nvPr/>
          </p:nvSpPr>
          <p:spPr>
            <a:xfrm>
              <a:off x="9606545" y="22197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1" name="pt49291"/>
            <p:cNvSpPr/>
            <p:nvPr/>
          </p:nvSpPr>
          <p:spPr>
            <a:xfrm>
              <a:off x="9079049" y="21624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2" name="pt49292"/>
            <p:cNvSpPr/>
            <p:nvPr/>
          </p:nvSpPr>
          <p:spPr>
            <a:xfrm>
              <a:off x="8738867" y="21566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3" name="pt49293"/>
            <p:cNvSpPr/>
            <p:nvPr/>
          </p:nvSpPr>
          <p:spPr>
            <a:xfrm>
              <a:off x="9187914" y="23145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4" name="pt49294"/>
            <p:cNvSpPr/>
            <p:nvPr/>
          </p:nvSpPr>
          <p:spPr>
            <a:xfrm>
              <a:off x="8731558" y="23042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5" name="pt49295"/>
            <p:cNvSpPr/>
            <p:nvPr/>
          </p:nvSpPr>
          <p:spPr>
            <a:xfrm>
              <a:off x="9088645" y="19250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6" name="pt49296"/>
            <p:cNvSpPr/>
            <p:nvPr/>
          </p:nvSpPr>
          <p:spPr>
            <a:xfrm>
              <a:off x="8817779" y="21035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7" name="pt49297"/>
            <p:cNvSpPr/>
            <p:nvPr/>
          </p:nvSpPr>
          <p:spPr>
            <a:xfrm>
              <a:off x="9047741" y="20715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8" name="pt49298"/>
            <p:cNvSpPr/>
            <p:nvPr/>
          </p:nvSpPr>
          <p:spPr>
            <a:xfrm>
              <a:off x="8312152" y="22653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9" name="pt49299"/>
            <p:cNvSpPr/>
            <p:nvPr/>
          </p:nvSpPr>
          <p:spPr>
            <a:xfrm>
              <a:off x="8922686" y="17369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0" name="pt49300"/>
            <p:cNvSpPr/>
            <p:nvPr/>
          </p:nvSpPr>
          <p:spPr>
            <a:xfrm>
              <a:off x="9237969" y="19866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1" name="pt49301"/>
            <p:cNvSpPr/>
            <p:nvPr/>
          </p:nvSpPr>
          <p:spPr>
            <a:xfrm>
              <a:off x="9408344" y="20859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2" name="pt49302"/>
            <p:cNvSpPr/>
            <p:nvPr/>
          </p:nvSpPr>
          <p:spPr>
            <a:xfrm>
              <a:off x="9978328" y="28537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3" name="pt49303"/>
            <p:cNvSpPr/>
            <p:nvPr/>
          </p:nvSpPr>
          <p:spPr>
            <a:xfrm>
              <a:off x="8874912" y="21514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4" name="pt49304"/>
            <p:cNvSpPr/>
            <p:nvPr/>
          </p:nvSpPr>
          <p:spPr>
            <a:xfrm>
              <a:off x="9030305" y="18511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5" name="pt49305"/>
            <p:cNvSpPr/>
            <p:nvPr/>
          </p:nvSpPr>
          <p:spPr>
            <a:xfrm>
              <a:off x="8731558" y="23324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6" name="pt49306"/>
            <p:cNvSpPr/>
            <p:nvPr/>
          </p:nvSpPr>
          <p:spPr>
            <a:xfrm>
              <a:off x="8633583" y="21342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7" name="pt49307"/>
            <p:cNvSpPr/>
            <p:nvPr/>
          </p:nvSpPr>
          <p:spPr>
            <a:xfrm>
              <a:off x="9007935" y="19458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8" name="pt49308"/>
            <p:cNvSpPr/>
            <p:nvPr/>
          </p:nvSpPr>
          <p:spPr>
            <a:xfrm>
              <a:off x="8993941" y="19572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9" name="pt49309"/>
            <p:cNvSpPr/>
            <p:nvPr/>
          </p:nvSpPr>
          <p:spPr>
            <a:xfrm>
              <a:off x="8431181" y="24060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0" name="pt49310"/>
            <p:cNvSpPr/>
            <p:nvPr/>
          </p:nvSpPr>
          <p:spPr>
            <a:xfrm>
              <a:off x="8570436" y="24179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1" name="pt49311"/>
            <p:cNvSpPr/>
            <p:nvPr/>
          </p:nvSpPr>
          <p:spPr>
            <a:xfrm>
              <a:off x="8987335" y="20254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2" name="pt49312"/>
            <p:cNvSpPr/>
            <p:nvPr/>
          </p:nvSpPr>
          <p:spPr>
            <a:xfrm>
              <a:off x="9199552" y="17784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3" name="pt49313"/>
            <p:cNvSpPr/>
            <p:nvPr/>
          </p:nvSpPr>
          <p:spPr>
            <a:xfrm>
              <a:off x="8738867" y="21304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4" name="pt49314"/>
            <p:cNvSpPr/>
            <p:nvPr/>
          </p:nvSpPr>
          <p:spPr>
            <a:xfrm>
              <a:off x="8381780" y="21321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5" name="pt49315"/>
            <p:cNvSpPr/>
            <p:nvPr/>
          </p:nvSpPr>
          <p:spPr>
            <a:xfrm>
              <a:off x="9001856" y="20472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6" name="pt49316"/>
            <p:cNvSpPr/>
            <p:nvPr/>
          </p:nvSpPr>
          <p:spPr>
            <a:xfrm>
              <a:off x="8312152" y="25842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7" name="pt49317"/>
            <p:cNvSpPr/>
            <p:nvPr/>
          </p:nvSpPr>
          <p:spPr>
            <a:xfrm>
              <a:off x="8500809" y="25836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8" name="pt49318"/>
            <p:cNvSpPr/>
            <p:nvPr/>
          </p:nvSpPr>
          <p:spPr>
            <a:xfrm>
              <a:off x="8798679" y="22443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9" name="pt49319"/>
            <p:cNvSpPr/>
            <p:nvPr/>
          </p:nvSpPr>
          <p:spPr>
            <a:xfrm>
              <a:off x="8669239" y="23788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0" name="pt49320"/>
            <p:cNvSpPr/>
            <p:nvPr/>
          </p:nvSpPr>
          <p:spPr>
            <a:xfrm>
              <a:off x="8874912" y="22246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1" name="pt49321"/>
            <p:cNvSpPr/>
            <p:nvPr/>
          </p:nvSpPr>
          <p:spPr>
            <a:xfrm>
              <a:off x="8312152" y="23909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2" name="pt49322"/>
            <p:cNvSpPr/>
            <p:nvPr/>
          </p:nvSpPr>
          <p:spPr>
            <a:xfrm>
              <a:off x="9750516" y="21320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3" name="pt49323"/>
            <p:cNvSpPr/>
            <p:nvPr/>
          </p:nvSpPr>
          <p:spPr>
            <a:xfrm>
              <a:off x="9453041" y="22013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4" name="pt49324"/>
            <p:cNvSpPr/>
            <p:nvPr/>
          </p:nvSpPr>
          <p:spPr>
            <a:xfrm>
              <a:off x="9425448" y="17938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5" name="pt49325"/>
            <p:cNvSpPr/>
            <p:nvPr/>
          </p:nvSpPr>
          <p:spPr>
            <a:xfrm>
              <a:off x="9068885" y="17229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6" name="pt49326"/>
            <p:cNvSpPr/>
            <p:nvPr/>
          </p:nvSpPr>
          <p:spPr>
            <a:xfrm>
              <a:off x="8907297" y="22439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7" name="pt49327"/>
            <p:cNvSpPr/>
            <p:nvPr/>
          </p:nvSpPr>
          <p:spPr>
            <a:xfrm>
              <a:off x="9003396" y="19124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8" name="pt49328"/>
            <p:cNvSpPr/>
            <p:nvPr/>
          </p:nvSpPr>
          <p:spPr>
            <a:xfrm>
              <a:off x="8765338" y="19911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9" name="pt49329"/>
            <p:cNvSpPr/>
            <p:nvPr/>
          </p:nvSpPr>
          <p:spPr>
            <a:xfrm>
              <a:off x="9037995" y="18544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0" name="pt49330"/>
            <p:cNvSpPr/>
            <p:nvPr/>
          </p:nvSpPr>
          <p:spPr>
            <a:xfrm>
              <a:off x="8550210" y="26312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1" name="pt49331"/>
            <p:cNvSpPr/>
            <p:nvPr/>
          </p:nvSpPr>
          <p:spPr>
            <a:xfrm>
              <a:off x="8500809" y="25478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2" name="pt49332"/>
            <p:cNvSpPr/>
            <p:nvPr/>
          </p:nvSpPr>
          <p:spPr>
            <a:xfrm>
              <a:off x="8633583" y="21444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3" name="pt49333"/>
            <p:cNvSpPr/>
            <p:nvPr/>
          </p:nvSpPr>
          <p:spPr>
            <a:xfrm>
              <a:off x="8604896" y="23823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4" name="pt49334"/>
            <p:cNvSpPr/>
            <p:nvPr/>
          </p:nvSpPr>
          <p:spPr>
            <a:xfrm>
              <a:off x="8646309" y="2508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5" name="pt49335"/>
            <p:cNvSpPr/>
            <p:nvPr/>
          </p:nvSpPr>
          <p:spPr>
            <a:xfrm>
              <a:off x="8808494" y="21562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6" name="pt49336"/>
            <p:cNvSpPr/>
            <p:nvPr/>
          </p:nvSpPr>
          <p:spPr>
            <a:xfrm>
              <a:off x="8646309" y="2415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7" name="pt49337"/>
            <p:cNvSpPr/>
            <p:nvPr/>
          </p:nvSpPr>
          <p:spPr>
            <a:xfrm>
              <a:off x="8633583" y="20604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8" name="pt49338"/>
            <p:cNvSpPr/>
            <p:nvPr/>
          </p:nvSpPr>
          <p:spPr>
            <a:xfrm>
              <a:off x="8884367" y="20709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9" name="pt49339"/>
            <p:cNvSpPr/>
            <p:nvPr/>
          </p:nvSpPr>
          <p:spPr>
            <a:xfrm>
              <a:off x="9135698" y="2155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0" name="pt49340"/>
            <p:cNvSpPr/>
            <p:nvPr/>
          </p:nvSpPr>
          <p:spPr>
            <a:xfrm>
              <a:off x="8890393" y="19587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1" name="pt49341"/>
            <p:cNvSpPr/>
            <p:nvPr/>
          </p:nvSpPr>
          <p:spPr>
            <a:xfrm>
              <a:off x="8431181" y="24715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2" name="pt49342"/>
            <p:cNvSpPr/>
            <p:nvPr/>
          </p:nvSpPr>
          <p:spPr>
            <a:xfrm>
              <a:off x="8431181" y="25150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3" name="pt49343"/>
            <p:cNvSpPr/>
            <p:nvPr/>
          </p:nvSpPr>
          <p:spPr>
            <a:xfrm>
              <a:off x="8808494" y="21390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4" name="pt49344"/>
            <p:cNvSpPr/>
            <p:nvPr/>
          </p:nvSpPr>
          <p:spPr>
            <a:xfrm>
              <a:off x="8469500" y="24671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5" name="pt49345"/>
            <p:cNvSpPr/>
            <p:nvPr/>
          </p:nvSpPr>
          <p:spPr>
            <a:xfrm>
              <a:off x="8669239" y="2449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6" name="pt49346"/>
            <p:cNvSpPr/>
            <p:nvPr/>
          </p:nvSpPr>
          <p:spPr>
            <a:xfrm>
              <a:off x="9001856" y="19736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7" name="pt49347"/>
            <p:cNvSpPr/>
            <p:nvPr/>
          </p:nvSpPr>
          <p:spPr>
            <a:xfrm>
              <a:off x="8834965" y="20197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8" name="pt49348"/>
            <p:cNvSpPr/>
            <p:nvPr/>
          </p:nvSpPr>
          <p:spPr>
            <a:xfrm>
              <a:off x="8929892" y="1775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9" name="pt49349"/>
            <p:cNvSpPr/>
            <p:nvPr/>
          </p:nvSpPr>
          <p:spPr>
            <a:xfrm>
              <a:off x="8312152" y="25197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0" name="pt49350"/>
            <p:cNvSpPr/>
            <p:nvPr/>
          </p:nvSpPr>
          <p:spPr>
            <a:xfrm>
              <a:off x="9633844" y="20651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1" name="pt49351"/>
            <p:cNvSpPr/>
            <p:nvPr/>
          </p:nvSpPr>
          <p:spPr>
            <a:xfrm>
              <a:off x="9417384" y="20423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2" name="pt49352"/>
            <p:cNvSpPr/>
            <p:nvPr/>
          </p:nvSpPr>
          <p:spPr>
            <a:xfrm>
              <a:off x="9367432" y="19801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3" name="pt49353"/>
            <p:cNvSpPr/>
            <p:nvPr/>
          </p:nvSpPr>
          <p:spPr>
            <a:xfrm>
              <a:off x="9237969" y="1992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4" name="pt49354"/>
            <p:cNvSpPr/>
            <p:nvPr/>
          </p:nvSpPr>
          <p:spPr>
            <a:xfrm>
              <a:off x="8842954" y="21078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5" name="pt49355"/>
            <p:cNvSpPr/>
            <p:nvPr/>
          </p:nvSpPr>
          <p:spPr>
            <a:xfrm>
              <a:off x="8381780" y="24048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6" name="pt49356"/>
            <p:cNvSpPr/>
            <p:nvPr/>
          </p:nvSpPr>
          <p:spPr>
            <a:xfrm>
              <a:off x="8619838" y="22342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7" name="pt49357"/>
            <p:cNvSpPr/>
            <p:nvPr/>
          </p:nvSpPr>
          <p:spPr>
            <a:xfrm>
              <a:off x="9102103" y="22317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8" name="pt49358"/>
            <p:cNvSpPr/>
            <p:nvPr/>
          </p:nvSpPr>
          <p:spPr>
            <a:xfrm>
              <a:off x="8881273" y="23097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9" name="pt49359"/>
            <p:cNvSpPr/>
            <p:nvPr/>
          </p:nvSpPr>
          <p:spPr>
            <a:xfrm>
              <a:off x="8864906" y="19605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0" name="pt49360"/>
            <p:cNvSpPr/>
            <p:nvPr/>
          </p:nvSpPr>
          <p:spPr>
            <a:xfrm>
              <a:off x="8949856" y="20891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1" name="pt49361"/>
            <p:cNvSpPr/>
            <p:nvPr/>
          </p:nvSpPr>
          <p:spPr>
            <a:xfrm>
              <a:off x="8381780" y="22945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2" name="pt49362"/>
            <p:cNvSpPr/>
            <p:nvPr/>
          </p:nvSpPr>
          <p:spPr>
            <a:xfrm>
              <a:off x="8381780" y="23166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3" name="pt49363"/>
            <p:cNvSpPr/>
            <p:nvPr/>
          </p:nvSpPr>
          <p:spPr>
            <a:xfrm>
              <a:off x="8922686" y="20281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4" name="pt49364"/>
            <p:cNvSpPr/>
            <p:nvPr/>
          </p:nvSpPr>
          <p:spPr>
            <a:xfrm>
              <a:off x="8658156" y="23696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5" name="pt49365"/>
            <p:cNvSpPr/>
            <p:nvPr/>
          </p:nvSpPr>
          <p:spPr>
            <a:xfrm>
              <a:off x="8500809" y="25477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6" name="pt49366"/>
            <p:cNvSpPr/>
            <p:nvPr/>
          </p:nvSpPr>
          <p:spPr>
            <a:xfrm>
              <a:off x="8738867" y="23085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7" name="pt49367"/>
            <p:cNvSpPr/>
            <p:nvPr/>
          </p:nvSpPr>
          <p:spPr>
            <a:xfrm>
              <a:off x="8469500" y="2385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8" name="pt49368"/>
            <p:cNvSpPr/>
            <p:nvPr/>
          </p:nvSpPr>
          <p:spPr>
            <a:xfrm>
              <a:off x="9037995" y="17768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9" name="pt49369"/>
            <p:cNvSpPr/>
            <p:nvPr/>
          </p:nvSpPr>
          <p:spPr>
            <a:xfrm>
              <a:off x="8956027" y="21545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0" name="pt49370"/>
            <p:cNvSpPr/>
            <p:nvPr/>
          </p:nvSpPr>
          <p:spPr>
            <a:xfrm>
              <a:off x="8941268" y="19394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1" name="pt49371"/>
            <p:cNvSpPr/>
            <p:nvPr/>
          </p:nvSpPr>
          <p:spPr>
            <a:xfrm>
              <a:off x="9047741" y="21807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2" name="pt49372"/>
            <p:cNvSpPr/>
            <p:nvPr/>
          </p:nvSpPr>
          <p:spPr>
            <a:xfrm>
              <a:off x="8500809" y="25598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3" name="pt49373"/>
            <p:cNvSpPr/>
            <p:nvPr/>
          </p:nvSpPr>
          <p:spPr>
            <a:xfrm>
              <a:off x="8798679" y="2300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4" name="pt49374"/>
            <p:cNvSpPr/>
            <p:nvPr/>
          </p:nvSpPr>
          <p:spPr>
            <a:xfrm>
              <a:off x="9187390" y="22325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5" name="pt49375"/>
            <p:cNvSpPr/>
            <p:nvPr/>
          </p:nvSpPr>
          <p:spPr>
            <a:xfrm>
              <a:off x="9062485" y="20581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6" name="pt49376"/>
            <p:cNvSpPr/>
            <p:nvPr/>
          </p:nvSpPr>
          <p:spPr>
            <a:xfrm>
              <a:off x="9636399" y="19169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7" name="pt49377"/>
            <p:cNvSpPr/>
            <p:nvPr/>
          </p:nvSpPr>
          <p:spPr>
            <a:xfrm>
              <a:off x="9522221" y="18727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8" name="pt49378"/>
            <p:cNvSpPr/>
            <p:nvPr/>
          </p:nvSpPr>
          <p:spPr>
            <a:xfrm>
              <a:off x="8500809" y="24852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9" name="pt49379"/>
            <p:cNvSpPr/>
            <p:nvPr/>
          </p:nvSpPr>
          <p:spPr>
            <a:xfrm>
              <a:off x="9018082" y="14824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0" name="pt49380"/>
            <p:cNvSpPr/>
            <p:nvPr/>
          </p:nvSpPr>
          <p:spPr>
            <a:xfrm>
              <a:off x="9126964" y="20272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1" name="pt49381"/>
            <p:cNvSpPr/>
            <p:nvPr/>
          </p:nvSpPr>
          <p:spPr>
            <a:xfrm>
              <a:off x="8588529" y="20670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2" name="pt49382"/>
            <p:cNvSpPr/>
            <p:nvPr/>
          </p:nvSpPr>
          <p:spPr>
            <a:xfrm>
              <a:off x="8788268" y="22259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3" name="pt49383"/>
            <p:cNvSpPr/>
            <p:nvPr/>
          </p:nvSpPr>
          <p:spPr>
            <a:xfrm>
              <a:off x="9287859" y="19097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4" name="pt49384"/>
            <p:cNvSpPr/>
            <p:nvPr/>
          </p:nvSpPr>
          <p:spPr>
            <a:xfrm>
              <a:off x="9184210" y="22526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5" name="pt49385"/>
            <p:cNvSpPr/>
            <p:nvPr/>
          </p:nvSpPr>
          <p:spPr>
            <a:xfrm>
              <a:off x="8588529" y="22591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6" name="pt49386"/>
            <p:cNvSpPr/>
            <p:nvPr/>
          </p:nvSpPr>
          <p:spPr>
            <a:xfrm>
              <a:off x="9158273" y="18556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7" name="pt49387"/>
            <p:cNvSpPr/>
            <p:nvPr/>
          </p:nvSpPr>
          <p:spPr>
            <a:xfrm>
              <a:off x="8868306" y="2147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8" name="pt49388"/>
            <p:cNvSpPr/>
            <p:nvPr/>
          </p:nvSpPr>
          <p:spPr>
            <a:xfrm>
              <a:off x="8669239" y="22696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9" name="pt49389"/>
            <p:cNvSpPr/>
            <p:nvPr/>
          </p:nvSpPr>
          <p:spPr>
            <a:xfrm>
              <a:off x="8619838" y="2259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0" name="pt49390"/>
            <p:cNvSpPr/>
            <p:nvPr/>
          </p:nvSpPr>
          <p:spPr>
            <a:xfrm>
              <a:off x="8619838" y="23503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1" name="pt49391"/>
            <p:cNvSpPr/>
            <p:nvPr/>
          </p:nvSpPr>
          <p:spPr>
            <a:xfrm>
              <a:off x="9037995" y="18561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2" name="pt49392"/>
            <p:cNvSpPr/>
            <p:nvPr/>
          </p:nvSpPr>
          <p:spPr>
            <a:xfrm>
              <a:off x="9116180" y="21025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3" name="pt49393"/>
            <p:cNvSpPr/>
            <p:nvPr/>
          </p:nvSpPr>
          <p:spPr>
            <a:xfrm>
              <a:off x="8901845" y="21217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4" name="pt49394"/>
            <p:cNvSpPr/>
            <p:nvPr/>
          </p:nvSpPr>
          <p:spPr>
            <a:xfrm>
              <a:off x="8884367" y="21327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5" name="pt49395"/>
            <p:cNvSpPr/>
            <p:nvPr/>
          </p:nvSpPr>
          <p:spPr>
            <a:xfrm>
              <a:off x="8842954" y="21854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6" name="pt49396"/>
            <p:cNvSpPr/>
            <p:nvPr/>
          </p:nvSpPr>
          <p:spPr>
            <a:xfrm>
              <a:off x="8646309" y="25126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7" name="pt49397"/>
            <p:cNvSpPr/>
            <p:nvPr/>
          </p:nvSpPr>
          <p:spPr>
            <a:xfrm>
              <a:off x="8588529" y="23436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8" name="pt49398"/>
            <p:cNvSpPr/>
            <p:nvPr/>
          </p:nvSpPr>
          <p:spPr>
            <a:xfrm>
              <a:off x="8312152" y="25180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9" name="pt49399"/>
            <p:cNvSpPr/>
            <p:nvPr/>
          </p:nvSpPr>
          <p:spPr>
            <a:xfrm>
              <a:off x="8990670" y="18888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0" name="pt49400"/>
            <p:cNvSpPr/>
            <p:nvPr/>
          </p:nvSpPr>
          <p:spPr>
            <a:xfrm>
              <a:off x="8570436" y="23063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1" name="pt49401"/>
            <p:cNvSpPr/>
            <p:nvPr/>
          </p:nvSpPr>
          <p:spPr>
            <a:xfrm>
              <a:off x="9606545" y="23542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2" name="pt49402"/>
            <p:cNvSpPr/>
            <p:nvPr/>
          </p:nvSpPr>
          <p:spPr>
            <a:xfrm>
              <a:off x="9352841" y="2159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3" name="pt49403"/>
            <p:cNvSpPr/>
            <p:nvPr/>
          </p:nvSpPr>
          <p:spPr>
            <a:xfrm>
              <a:off x="9453041" y="23107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4" name="pt49404"/>
            <p:cNvSpPr/>
            <p:nvPr/>
          </p:nvSpPr>
          <p:spPr>
            <a:xfrm>
              <a:off x="8803657" y="20927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5" name="pt49405"/>
            <p:cNvSpPr/>
            <p:nvPr/>
          </p:nvSpPr>
          <p:spPr>
            <a:xfrm>
              <a:off x="9151289" y="21034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6" name="pt49406"/>
            <p:cNvSpPr/>
            <p:nvPr/>
          </p:nvSpPr>
          <p:spPr>
            <a:xfrm>
              <a:off x="9037995" y="17596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7" name="pt49407"/>
            <p:cNvSpPr/>
            <p:nvPr/>
          </p:nvSpPr>
          <p:spPr>
            <a:xfrm>
              <a:off x="8469500" y="23859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8" name="pt49408"/>
            <p:cNvSpPr/>
            <p:nvPr/>
          </p:nvSpPr>
          <p:spPr>
            <a:xfrm>
              <a:off x="9594370" y="22271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9" name="pt49409"/>
            <p:cNvSpPr/>
            <p:nvPr/>
          </p:nvSpPr>
          <p:spPr>
            <a:xfrm>
              <a:off x="9320769" y="21857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0" name="pt49410"/>
            <p:cNvSpPr/>
            <p:nvPr/>
          </p:nvSpPr>
          <p:spPr>
            <a:xfrm>
              <a:off x="8887406" y="1925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1" name="pt49411"/>
            <p:cNvSpPr/>
            <p:nvPr/>
          </p:nvSpPr>
          <p:spPr>
            <a:xfrm>
              <a:off x="8500809" y="28013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2" name="pt49412"/>
            <p:cNvSpPr/>
            <p:nvPr/>
          </p:nvSpPr>
          <p:spPr>
            <a:xfrm>
              <a:off x="8588529" y="22382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3" name="pt49413"/>
            <p:cNvSpPr/>
            <p:nvPr/>
          </p:nvSpPr>
          <p:spPr>
            <a:xfrm>
              <a:off x="8550210" y="26004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4" name="pt49414"/>
            <p:cNvSpPr/>
            <p:nvPr/>
          </p:nvSpPr>
          <p:spPr>
            <a:xfrm>
              <a:off x="8868306" y="21749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5" name="pt49415"/>
            <p:cNvSpPr/>
            <p:nvPr/>
          </p:nvSpPr>
          <p:spPr>
            <a:xfrm>
              <a:off x="8619838" y="20686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6" name="pt49416"/>
            <p:cNvSpPr/>
            <p:nvPr/>
          </p:nvSpPr>
          <p:spPr>
            <a:xfrm>
              <a:off x="9004922" y="15679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7" name="pt49417"/>
            <p:cNvSpPr/>
            <p:nvPr/>
          </p:nvSpPr>
          <p:spPr>
            <a:xfrm>
              <a:off x="8707558" y="22981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8" name="pt49418"/>
            <p:cNvSpPr/>
            <p:nvPr/>
          </p:nvSpPr>
          <p:spPr>
            <a:xfrm>
              <a:off x="9400632" y="20062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9" name="pt49419"/>
            <p:cNvSpPr/>
            <p:nvPr/>
          </p:nvSpPr>
          <p:spPr>
            <a:xfrm>
              <a:off x="8669239" y="2333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0" name="pt49420"/>
            <p:cNvSpPr/>
            <p:nvPr/>
          </p:nvSpPr>
          <p:spPr>
            <a:xfrm>
              <a:off x="8971473" y="22849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1" name="pt49421"/>
            <p:cNvSpPr/>
            <p:nvPr/>
          </p:nvSpPr>
          <p:spPr>
            <a:xfrm>
              <a:off x="8932228" y="1948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2" name="pt49422"/>
            <p:cNvSpPr/>
            <p:nvPr/>
          </p:nvSpPr>
          <p:spPr>
            <a:xfrm>
              <a:off x="9356998" y="20729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3" name="pt49423"/>
            <p:cNvSpPr/>
            <p:nvPr/>
          </p:nvSpPr>
          <p:spPr>
            <a:xfrm>
              <a:off x="8689465" y="23891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4" name="pt49424"/>
            <p:cNvSpPr/>
            <p:nvPr/>
          </p:nvSpPr>
          <p:spPr>
            <a:xfrm>
              <a:off x="9031610" y="18819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5" name="pt49425"/>
            <p:cNvSpPr/>
            <p:nvPr/>
          </p:nvSpPr>
          <p:spPr>
            <a:xfrm>
              <a:off x="9320769" y="21437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6" name="pt49426"/>
            <p:cNvSpPr/>
            <p:nvPr/>
          </p:nvSpPr>
          <p:spPr>
            <a:xfrm>
              <a:off x="8987335" y="20554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7" name="pt49427"/>
            <p:cNvSpPr/>
            <p:nvPr/>
          </p:nvSpPr>
          <p:spPr>
            <a:xfrm>
              <a:off x="9230780" y="19451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8" name="pt49428"/>
            <p:cNvSpPr/>
            <p:nvPr/>
          </p:nvSpPr>
          <p:spPr>
            <a:xfrm>
              <a:off x="9413347" y="20932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9" name="pt49429"/>
            <p:cNvSpPr/>
            <p:nvPr/>
          </p:nvSpPr>
          <p:spPr>
            <a:xfrm>
              <a:off x="9186336" y="22532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0" name="pt49430"/>
            <p:cNvSpPr/>
            <p:nvPr/>
          </p:nvSpPr>
          <p:spPr>
            <a:xfrm>
              <a:off x="9425448" y="18105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1" name="pt49431"/>
            <p:cNvSpPr/>
            <p:nvPr/>
          </p:nvSpPr>
          <p:spPr>
            <a:xfrm>
              <a:off x="9076063" y="18549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2" name="pt49432"/>
            <p:cNvSpPr/>
            <p:nvPr/>
          </p:nvSpPr>
          <p:spPr>
            <a:xfrm>
              <a:off x="8899053" y="23605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3" name="pt49433"/>
            <p:cNvSpPr/>
            <p:nvPr/>
          </p:nvSpPr>
          <p:spPr>
            <a:xfrm>
              <a:off x="8738867" y="17995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4" name="pt49434"/>
            <p:cNvSpPr/>
            <p:nvPr/>
          </p:nvSpPr>
          <p:spPr>
            <a:xfrm>
              <a:off x="9184210" y="24007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5" name="pt49435"/>
            <p:cNvSpPr/>
            <p:nvPr/>
          </p:nvSpPr>
          <p:spPr>
            <a:xfrm>
              <a:off x="8881273" y="22244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6" name="pt49436"/>
            <p:cNvSpPr/>
            <p:nvPr/>
          </p:nvSpPr>
          <p:spPr>
            <a:xfrm>
              <a:off x="9177111" y="19614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7" name="pt49437"/>
            <p:cNvSpPr/>
            <p:nvPr/>
          </p:nvSpPr>
          <p:spPr>
            <a:xfrm>
              <a:off x="8826587" y="23400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8" name="pt49438"/>
            <p:cNvSpPr/>
            <p:nvPr/>
          </p:nvSpPr>
          <p:spPr>
            <a:xfrm>
              <a:off x="9035469" y="16379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9" name="pt49439"/>
            <p:cNvSpPr/>
            <p:nvPr/>
          </p:nvSpPr>
          <p:spPr>
            <a:xfrm>
              <a:off x="9184210" y="24037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0" name="pt49440"/>
            <p:cNvSpPr/>
            <p:nvPr/>
          </p:nvSpPr>
          <p:spPr>
            <a:xfrm>
              <a:off x="8731558" y="21840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1" name="pt49441"/>
            <p:cNvSpPr/>
            <p:nvPr/>
          </p:nvSpPr>
          <p:spPr>
            <a:xfrm>
              <a:off x="9141283" y="21516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2" name="pt49442"/>
            <p:cNvSpPr/>
            <p:nvPr/>
          </p:nvSpPr>
          <p:spPr>
            <a:xfrm>
              <a:off x="8312152" y="23706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3" name="pt49443"/>
            <p:cNvSpPr/>
            <p:nvPr/>
          </p:nvSpPr>
          <p:spPr>
            <a:xfrm>
              <a:off x="8469500" y="22267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4" name="pt49444"/>
            <p:cNvSpPr/>
            <p:nvPr/>
          </p:nvSpPr>
          <p:spPr>
            <a:xfrm>
              <a:off x="9052414" y="20693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5" name="pt49445"/>
            <p:cNvSpPr/>
            <p:nvPr/>
          </p:nvSpPr>
          <p:spPr>
            <a:xfrm>
              <a:off x="8893328" y="14629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6" name="pt49446"/>
            <p:cNvSpPr/>
            <p:nvPr/>
          </p:nvSpPr>
          <p:spPr>
            <a:xfrm>
              <a:off x="8830827" y="19166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7" name="pt49447"/>
            <p:cNvSpPr/>
            <p:nvPr/>
          </p:nvSpPr>
          <p:spPr>
            <a:xfrm>
              <a:off x="8941268" y="18953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8" name="pt49448"/>
            <p:cNvSpPr/>
            <p:nvPr/>
          </p:nvSpPr>
          <p:spPr>
            <a:xfrm>
              <a:off x="9237969" y="19502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9" name="pt49449"/>
            <p:cNvSpPr/>
            <p:nvPr/>
          </p:nvSpPr>
          <p:spPr>
            <a:xfrm>
              <a:off x="8658156" y="22845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0" name="pt49450"/>
            <p:cNvSpPr/>
            <p:nvPr/>
          </p:nvSpPr>
          <p:spPr>
            <a:xfrm>
              <a:off x="9453041" y="23238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1" name="pt49451"/>
            <p:cNvSpPr/>
            <p:nvPr/>
          </p:nvSpPr>
          <p:spPr>
            <a:xfrm>
              <a:off x="9359136" y="20508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2" name="pt49452"/>
            <p:cNvSpPr/>
            <p:nvPr/>
          </p:nvSpPr>
          <p:spPr>
            <a:xfrm>
              <a:off x="9474060" y="22799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3" name="pt49453"/>
            <p:cNvSpPr/>
            <p:nvPr/>
          </p:nvSpPr>
          <p:spPr>
            <a:xfrm>
              <a:off x="9322929" y="21706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4" name="pt49454"/>
            <p:cNvSpPr/>
            <p:nvPr/>
          </p:nvSpPr>
          <p:spPr>
            <a:xfrm>
              <a:off x="9032906" y="19243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5" name="pt49455"/>
            <p:cNvSpPr/>
            <p:nvPr/>
          </p:nvSpPr>
          <p:spPr>
            <a:xfrm>
              <a:off x="9509103" y="20478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6" name="pt49456"/>
            <p:cNvSpPr/>
            <p:nvPr/>
          </p:nvSpPr>
          <p:spPr>
            <a:xfrm>
              <a:off x="9167950" y="17690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7" name="pt49457"/>
            <p:cNvSpPr/>
            <p:nvPr/>
          </p:nvSpPr>
          <p:spPr>
            <a:xfrm>
              <a:off x="8969616" y="22468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8" name="pt49458"/>
            <p:cNvSpPr/>
            <p:nvPr/>
          </p:nvSpPr>
          <p:spPr>
            <a:xfrm>
              <a:off x="8588529" y="22914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9" name="pt49459"/>
            <p:cNvSpPr/>
            <p:nvPr/>
          </p:nvSpPr>
          <p:spPr>
            <a:xfrm>
              <a:off x="8431181" y="25341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0" name="pt49460"/>
            <p:cNvSpPr/>
            <p:nvPr/>
          </p:nvSpPr>
          <p:spPr>
            <a:xfrm>
              <a:off x="9262699" y="18954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1" name="pt49461"/>
            <p:cNvSpPr/>
            <p:nvPr/>
          </p:nvSpPr>
          <p:spPr>
            <a:xfrm>
              <a:off x="9294459" y="19073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2" name="pt49462"/>
            <p:cNvSpPr/>
            <p:nvPr/>
          </p:nvSpPr>
          <p:spPr>
            <a:xfrm>
              <a:off x="8745877" y="21385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3" name="pt49463"/>
            <p:cNvSpPr/>
            <p:nvPr/>
          </p:nvSpPr>
          <p:spPr>
            <a:xfrm>
              <a:off x="9077064" y="1898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4" name="pt49464"/>
            <p:cNvSpPr/>
            <p:nvPr/>
          </p:nvSpPr>
          <p:spPr>
            <a:xfrm>
              <a:off x="9179876" y="18617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5" name="pt49465"/>
            <p:cNvSpPr/>
            <p:nvPr/>
          </p:nvSpPr>
          <p:spPr>
            <a:xfrm>
              <a:off x="9278233" y="18423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6" name="pt49466"/>
            <p:cNvSpPr/>
            <p:nvPr/>
          </p:nvSpPr>
          <p:spPr>
            <a:xfrm>
              <a:off x="9060297" y="19730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7" name="pt49467"/>
            <p:cNvSpPr/>
            <p:nvPr/>
          </p:nvSpPr>
          <p:spPr>
            <a:xfrm>
              <a:off x="8752612" y="2083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8" name="pt49468"/>
            <p:cNvSpPr/>
            <p:nvPr/>
          </p:nvSpPr>
          <p:spPr>
            <a:xfrm>
              <a:off x="9370170" y="2104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9" name="pt49469"/>
            <p:cNvSpPr/>
            <p:nvPr/>
          </p:nvSpPr>
          <p:spPr>
            <a:xfrm>
              <a:off x="8846813" y="20395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0" name="pt49470"/>
            <p:cNvSpPr/>
            <p:nvPr/>
          </p:nvSpPr>
          <p:spPr>
            <a:xfrm>
              <a:off x="8469500" y="25617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1" name="pt49471"/>
            <p:cNvSpPr/>
            <p:nvPr/>
          </p:nvSpPr>
          <p:spPr>
            <a:xfrm>
              <a:off x="9356410" y="20226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2" name="pt49472"/>
            <p:cNvSpPr/>
            <p:nvPr/>
          </p:nvSpPr>
          <p:spPr>
            <a:xfrm>
              <a:off x="8588529" y="22596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3" name="pt49473"/>
            <p:cNvSpPr/>
            <p:nvPr/>
          </p:nvSpPr>
          <p:spPr>
            <a:xfrm>
              <a:off x="9550412" y="2073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4" name="pt49474"/>
            <p:cNvSpPr/>
            <p:nvPr/>
          </p:nvSpPr>
          <p:spPr>
            <a:xfrm>
              <a:off x="8846813" y="20341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5" name="pt49475"/>
            <p:cNvSpPr/>
            <p:nvPr/>
          </p:nvSpPr>
          <p:spPr>
            <a:xfrm>
              <a:off x="8469500" y="23130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6" name="pt49476"/>
            <p:cNvSpPr/>
            <p:nvPr/>
          </p:nvSpPr>
          <p:spPr>
            <a:xfrm>
              <a:off x="8527280" y="26275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7" name="pt49477"/>
            <p:cNvSpPr/>
            <p:nvPr/>
          </p:nvSpPr>
          <p:spPr>
            <a:xfrm>
              <a:off x="8850587" y="20641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8" name="pt49478"/>
            <p:cNvSpPr/>
            <p:nvPr/>
          </p:nvSpPr>
          <p:spPr>
            <a:xfrm>
              <a:off x="9052414" y="22408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9" name="pt49479"/>
            <p:cNvSpPr/>
            <p:nvPr/>
          </p:nvSpPr>
          <p:spPr>
            <a:xfrm>
              <a:off x="9007935" y="21186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0" name="pt49480"/>
            <p:cNvSpPr/>
            <p:nvPr/>
          </p:nvSpPr>
          <p:spPr>
            <a:xfrm>
              <a:off x="9195593" y="23043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1" name="pt49481"/>
            <p:cNvSpPr/>
            <p:nvPr/>
          </p:nvSpPr>
          <p:spPr>
            <a:xfrm>
              <a:off x="9174300" y="19278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2" name="pt49482"/>
            <p:cNvSpPr/>
            <p:nvPr/>
          </p:nvSpPr>
          <p:spPr>
            <a:xfrm>
              <a:off x="8570436" y="23714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3" name="pt49483"/>
            <p:cNvSpPr/>
            <p:nvPr/>
          </p:nvSpPr>
          <p:spPr>
            <a:xfrm>
              <a:off x="9123951" y="20909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4" name="pt49484"/>
            <p:cNvSpPr/>
            <p:nvPr/>
          </p:nvSpPr>
          <p:spPr>
            <a:xfrm>
              <a:off x="8381780" y="24578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5" name="pt49485"/>
            <p:cNvSpPr/>
            <p:nvPr/>
          </p:nvSpPr>
          <p:spPr>
            <a:xfrm>
              <a:off x="9425448" y="19954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6" name="pt49486"/>
            <p:cNvSpPr/>
            <p:nvPr/>
          </p:nvSpPr>
          <p:spPr>
            <a:xfrm>
              <a:off x="9126216" y="20013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7" name="pt49487"/>
            <p:cNvSpPr/>
            <p:nvPr/>
          </p:nvSpPr>
          <p:spPr>
            <a:xfrm>
              <a:off x="8381780" y="22714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8" name="pt49488"/>
            <p:cNvSpPr/>
            <p:nvPr/>
          </p:nvSpPr>
          <p:spPr>
            <a:xfrm>
              <a:off x="8947749" y="21087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9" name="pt49489"/>
            <p:cNvSpPr/>
            <p:nvPr/>
          </p:nvSpPr>
          <p:spPr>
            <a:xfrm>
              <a:off x="9077064" y="18625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0" name="pt49490"/>
            <p:cNvSpPr/>
            <p:nvPr/>
          </p:nvSpPr>
          <p:spPr>
            <a:xfrm>
              <a:off x="9010896" y="15620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1" name="pt49491"/>
            <p:cNvSpPr/>
            <p:nvPr/>
          </p:nvSpPr>
          <p:spPr>
            <a:xfrm>
              <a:off x="9196592" y="22120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2" name="pt49492"/>
            <p:cNvSpPr/>
            <p:nvPr/>
          </p:nvSpPr>
          <p:spPr>
            <a:xfrm>
              <a:off x="9525110" y="17727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3" name="pt49493"/>
            <p:cNvSpPr/>
            <p:nvPr/>
          </p:nvSpPr>
          <p:spPr>
            <a:xfrm>
              <a:off x="9667785" y="22017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4" name="pt49494"/>
            <p:cNvSpPr/>
            <p:nvPr/>
          </p:nvSpPr>
          <p:spPr>
            <a:xfrm>
              <a:off x="8588529" y="21805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5" name="pt49495"/>
            <p:cNvSpPr/>
            <p:nvPr/>
          </p:nvSpPr>
          <p:spPr>
            <a:xfrm>
              <a:off x="8312152" y="23908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6" name="pt49496"/>
            <p:cNvSpPr/>
            <p:nvPr/>
          </p:nvSpPr>
          <p:spPr>
            <a:xfrm>
              <a:off x="9288151" y="1979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7" name="pt49497"/>
            <p:cNvSpPr/>
            <p:nvPr/>
          </p:nvSpPr>
          <p:spPr>
            <a:xfrm>
              <a:off x="8469500" y="24680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8" name="pt49498"/>
            <p:cNvSpPr/>
            <p:nvPr/>
          </p:nvSpPr>
          <p:spPr>
            <a:xfrm>
              <a:off x="8958035" y="21671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9" name="pt49499"/>
            <p:cNvSpPr/>
            <p:nvPr/>
          </p:nvSpPr>
          <p:spPr>
            <a:xfrm>
              <a:off x="8381780" y="2229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0" name="pt49500"/>
            <p:cNvSpPr/>
            <p:nvPr/>
          </p:nvSpPr>
          <p:spPr>
            <a:xfrm>
              <a:off x="9142651" y="20463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1" name="pt49501"/>
            <p:cNvSpPr/>
            <p:nvPr/>
          </p:nvSpPr>
          <p:spPr>
            <a:xfrm>
              <a:off x="8679650" y="2314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2" name="pt49502"/>
            <p:cNvSpPr/>
            <p:nvPr/>
          </p:nvSpPr>
          <p:spPr>
            <a:xfrm>
              <a:off x="8826587" y="21789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3" name="pt49503"/>
            <p:cNvSpPr/>
            <p:nvPr/>
          </p:nvSpPr>
          <p:spPr>
            <a:xfrm>
              <a:off x="8550210" y="25782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4" name="pt49504"/>
            <p:cNvSpPr/>
            <p:nvPr/>
          </p:nvSpPr>
          <p:spPr>
            <a:xfrm>
              <a:off x="9466476" y="22880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5" name="pt49505"/>
            <p:cNvSpPr/>
            <p:nvPr/>
          </p:nvSpPr>
          <p:spPr>
            <a:xfrm>
              <a:off x="9322929" y="22144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6" name="pt49506"/>
            <p:cNvSpPr/>
            <p:nvPr/>
          </p:nvSpPr>
          <p:spPr>
            <a:xfrm>
              <a:off x="9079049" y="20433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7" name="pt49507"/>
            <p:cNvSpPr/>
            <p:nvPr/>
          </p:nvSpPr>
          <p:spPr>
            <a:xfrm>
              <a:off x="8312152" y="25790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8" name="pt49508"/>
            <p:cNvSpPr/>
            <p:nvPr/>
          </p:nvSpPr>
          <p:spPr>
            <a:xfrm>
              <a:off x="8987335" y="19256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9" name="pt49509"/>
            <p:cNvSpPr/>
            <p:nvPr/>
          </p:nvSpPr>
          <p:spPr>
            <a:xfrm>
              <a:off x="9187390" y="2274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0" name="pt49510"/>
            <p:cNvSpPr/>
            <p:nvPr/>
          </p:nvSpPr>
          <p:spPr>
            <a:xfrm>
              <a:off x="9036737" y="1801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1" name="pt49511"/>
            <p:cNvSpPr/>
            <p:nvPr/>
          </p:nvSpPr>
          <p:spPr>
            <a:xfrm>
              <a:off x="9279466" y="19864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2" name="pt49512"/>
            <p:cNvSpPr/>
            <p:nvPr/>
          </p:nvSpPr>
          <p:spPr>
            <a:xfrm>
              <a:off x="9425448" y="18228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3" name="pt49513"/>
            <p:cNvSpPr/>
            <p:nvPr/>
          </p:nvSpPr>
          <p:spPr>
            <a:xfrm>
              <a:off x="9034193" y="17131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4" name="pt49514"/>
            <p:cNvSpPr/>
            <p:nvPr/>
          </p:nvSpPr>
          <p:spPr>
            <a:xfrm>
              <a:off x="8899053" y="24349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5" name="pt49515"/>
            <p:cNvSpPr/>
            <p:nvPr/>
          </p:nvSpPr>
          <p:spPr>
            <a:xfrm>
              <a:off x="9050093" y="2253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6" name="pt49516"/>
            <p:cNvSpPr/>
            <p:nvPr/>
          </p:nvSpPr>
          <p:spPr>
            <a:xfrm>
              <a:off x="8588529" y="22003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7" name="pt49517"/>
            <p:cNvSpPr/>
            <p:nvPr/>
          </p:nvSpPr>
          <p:spPr>
            <a:xfrm>
              <a:off x="8884367" y="20403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8" name="pt49518"/>
            <p:cNvSpPr/>
            <p:nvPr/>
          </p:nvSpPr>
          <p:spPr>
            <a:xfrm>
              <a:off x="9581160" y="22085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9" name="pt49519"/>
            <p:cNvSpPr/>
            <p:nvPr/>
          </p:nvSpPr>
          <p:spPr>
            <a:xfrm>
              <a:off x="8469500" y="2270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0" name="pt49520"/>
            <p:cNvSpPr/>
            <p:nvPr/>
          </p:nvSpPr>
          <p:spPr>
            <a:xfrm>
              <a:off x="9606545" y="23037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1" name="pt49521"/>
            <p:cNvSpPr/>
            <p:nvPr/>
          </p:nvSpPr>
          <p:spPr>
            <a:xfrm>
              <a:off x="9226651" y="20636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2" name="pt49522"/>
            <p:cNvSpPr/>
            <p:nvPr/>
          </p:nvSpPr>
          <p:spPr>
            <a:xfrm>
              <a:off x="9087709" y="1955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3" name="pt49523"/>
            <p:cNvSpPr/>
            <p:nvPr/>
          </p:nvSpPr>
          <p:spPr>
            <a:xfrm>
              <a:off x="9389022" y="21912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4" name="pt49524"/>
            <p:cNvSpPr/>
            <p:nvPr/>
          </p:nvSpPr>
          <p:spPr>
            <a:xfrm>
              <a:off x="8633583" y="22860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5" name="pt49525"/>
            <p:cNvSpPr/>
            <p:nvPr/>
          </p:nvSpPr>
          <p:spPr>
            <a:xfrm>
              <a:off x="8927523" y="18392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6" name="pt49526"/>
            <p:cNvSpPr/>
            <p:nvPr/>
          </p:nvSpPr>
          <p:spPr>
            <a:xfrm>
              <a:off x="9382741" y="20914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7" name="pt49527"/>
            <p:cNvSpPr/>
            <p:nvPr/>
          </p:nvSpPr>
          <p:spPr>
            <a:xfrm>
              <a:off x="8604896" y="24007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8" name="pt49528"/>
            <p:cNvSpPr/>
            <p:nvPr/>
          </p:nvSpPr>
          <p:spPr>
            <a:xfrm>
              <a:off x="9155766" y="17355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9" name="pt49529"/>
            <p:cNvSpPr/>
            <p:nvPr/>
          </p:nvSpPr>
          <p:spPr>
            <a:xfrm>
              <a:off x="8550210" y="24388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0" name="pt49530"/>
            <p:cNvSpPr/>
            <p:nvPr/>
          </p:nvSpPr>
          <p:spPr>
            <a:xfrm>
              <a:off x="9388372" y="19819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1" name="pt49531"/>
            <p:cNvSpPr/>
            <p:nvPr/>
          </p:nvSpPr>
          <p:spPr>
            <a:xfrm>
              <a:off x="9400632" y="19201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2" name="pt49532"/>
            <p:cNvSpPr/>
            <p:nvPr/>
          </p:nvSpPr>
          <p:spPr>
            <a:xfrm>
              <a:off x="8312152" y="24498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3" name="pt49533"/>
            <p:cNvSpPr/>
            <p:nvPr/>
          </p:nvSpPr>
          <p:spPr>
            <a:xfrm>
              <a:off x="8765338" y="19881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4" name="pt49534"/>
            <p:cNvSpPr/>
            <p:nvPr/>
          </p:nvSpPr>
          <p:spPr>
            <a:xfrm>
              <a:off x="9155766" y="18011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5" name="pt49535"/>
            <p:cNvSpPr/>
            <p:nvPr/>
          </p:nvSpPr>
          <p:spPr>
            <a:xfrm>
              <a:off x="9108871" y="20721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6" name="pt49536"/>
            <p:cNvSpPr/>
            <p:nvPr/>
          </p:nvSpPr>
          <p:spPr>
            <a:xfrm>
              <a:off x="9052414" y="21890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7" name="pt49537"/>
            <p:cNvSpPr/>
            <p:nvPr/>
          </p:nvSpPr>
          <p:spPr>
            <a:xfrm>
              <a:off x="9259278" y="20960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8" name="pt49538"/>
            <p:cNvSpPr/>
            <p:nvPr/>
          </p:nvSpPr>
          <p:spPr>
            <a:xfrm>
              <a:off x="9226651" y="20820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9" name="pt49539"/>
            <p:cNvSpPr/>
            <p:nvPr/>
          </p:nvSpPr>
          <p:spPr>
            <a:xfrm>
              <a:off x="9037995" y="18543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0" name="pt49540"/>
            <p:cNvSpPr/>
            <p:nvPr/>
          </p:nvSpPr>
          <p:spPr>
            <a:xfrm>
              <a:off x="9780422" y="2536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1" name="pt49541"/>
            <p:cNvSpPr/>
            <p:nvPr/>
          </p:nvSpPr>
          <p:spPr>
            <a:xfrm>
              <a:off x="8658156" y="23083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2" name="pt49542"/>
            <p:cNvSpPr/>
            <p:nvPr/>
          </p:nvSpPr>
          <p:spPr>
            <a:xfrm>
              <a:off x="9007935" y="18713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3" name="pt49543"/>
            <p:cNvSpPr/>
            <p:nvPr/>
          </p:nvSpPr>
          <p:spPr>
            <a:xfrm>
              <a:off x="8633583" y="20269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4" name="pt49544"/>
            <p:cNvSpPr/>
            <p:nvPr/>
          </p:nvSpPr>
          <p:spPr>
            <a:xfrm>
              <a:off x="8854280" y="20562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5" name="pt49545"/>
            <p:cNvSpPr/>
            <p:nvPr/>
          </p:nvSpPr>
          <p:spPr>
            <a:xfrm>
              <a:off x="9068885" y="19439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6" name="pt49546"/>
            <p:cNvSpPr/>
            <p:nvPr/>
          </p:nvSpPr>
          <p:spPr>
            <a:xfrm>
              <a:off x="8788268" y="22717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7" name="pt49547"/>
            <p:cNvSpPr/>
            <p:nvPr/>
          </p:nvSpPr>
          <p:spPr>
            <a:xfrm>
              <a:off x="9461227" y="24559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8" name="pt49548"/>
            <p:cNvSpPr/>
            <p:nvPr/>
          </p:nvSpPr>
          <p:spPr>
            <a:xfrm>
              <a:off x="8830827" y="1837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9" name="pt49549"/>
            <p:cNvSpPr/>
            <p:nvPr/>
          </p:nvSpPr>
          <p:spPr>
            <a:xfrm>
              <a:off x="8312152" y="21111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0" name="pt49550"/>
            <p:cNvSpPr/>
            <p:nvPr/>
          </p:nvSpPr>
          <p:spPr>
            <a:xfrm>
              <a:off x="8960020" y="22560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1" name="pt49551"/>
            <p:cNvSpPr/>
            <p:nvPr/>
          </p:nvSpPr>
          <p:spPr>
            <a:xfrm>
              <a:off x="8570436" y="24793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2" name="pt49552"/>
            <p:cNvSpPr/>
            <p:nvPr/>
          </p:nvSpPr>
          <p:spPr>
            <a:xfrm>
              <a:off x="8431181" y="22708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3" name="pt49553"/>
            <p:cNvSpPr/>
            <p:nvPr/>
          </p:nvSpPr>
          <p:spPr>
            <a:xfrm>
              <a:off x="9594370" y="23709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4" name="pt49554"/>
            <p:cNvSpPr/>
            <p:nvPr/>
          </p:nvSpPr>
          <p:spPr>
            <a:xfrm>
              <a:off x="9077064" y="19321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5" name="pt49555"/>
            <p:cNvSpPr/>
            <p:nvPr/>
          </p:nvSpPr>
          <p:spPr>
            <a:xfrm>
              <a:off x="9031610" y="18974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6" name="pt49556"/>
            <p:cNvSpPr/>
            <p:nvPr/>
          </p:nvSpPr>
          <p:spPr>
            <a:xfrm>
              <a:off x="8646309" y="24098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7" name="pt49557"/>
            <p:cNvSpPr/>
            <p:nvPr/>
          </p:nvSpPr>
          <p:spPr>
            <a:xfrm>
              <a:off x="9287859" y="19022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8" name="pt49558"/>
            <p:cNvSpPr/>
            <p:nvPr/>
          </p:nvSpPr>
          <p:spPr>
            <a:xfrm>
              <a:off x="8868306" y="21582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9" name="pt49559"/>
            <p:cNvSpPr/>
            <p:nvPr/>
          </p:nvSpPr>
          <p:spPr>
            <a:xfrm>
              <a:off x="9221993" y="20543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0" name="pt49560"/>
            <p:cNvSpPr/>
            <p:nvPr/>
          </p:nvSpPr>
          <p:spPr>
            <a:xfrm>
              <a:off x="8312152" y="24013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1" name="pt49561"/>
            <p:cNvSpPr/>
            <p:nvPr/>
          </p:nvSpPr>
          <p:spPr>
            <a:xfrm>
              <a:off x="9037995" y="18176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2" name="pt49562"/>
            <p:cNvSpPr/>
            <p:nvPr/>
          </p:nvSpPr>
          <p:spPr>
            <a:xfrm>
              <a:off x="8500809" y="25581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3" name="pt49563"/>
            <p:cNvSpPr/>
            <p:nvPr/>
          </p:nvSpPr>
          <p:spPr>
            <a:xfrm>
              <a:off x="9001856" y="20612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4" name="pt49564"/>
            <p:cNvSpPr/>
            <p:nvPr/>
          </p:nvSpPr>
          <p:spPr>
            <a:xfrm>
              <a:off x="8431181" y="25340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5" name="pt49565"/>
            <p:cNvSpPr/>
            <p:nvPr/>
          </p:nvSpPr>
          <p:spPr>
            <a:xfrm>
              <a:off x="9027663" y="18677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6" name="pt49566"/>
            <p:cNvSpPr/>
            <p:nvPr/>
          </p:nvSpPr>
          <p:spPr>
            <a:xfrm>
              <a:off x="8969616" y="22033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7" name="pt49567"/>
            <p:cNvSpPr/>
            <p:nvPr/>
          </p:nvSpPr>
          <p:spPr>
            <a:xfrm>
              <a:off x="9664325" y="15781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8" name="pt49568"/>
            <p:cNvSpPr/>
            <p:nvPr/>
          </p:nvSpPr>
          <p:spPr>
            <a:xfrm>
              <a:off x="9050093" y="22877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9" name="pt49569"/>
            <p:cNvSpPr/>
            <p:nvPr/>
          </p:nvSpPr>
          <p:spPr>
            <a:xfrm>
              <a:off x="9237969" y="19040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0" name="pt49570"/>
            <p:cNvSpPr/>
            <p:nvPr/>
          </p:nvSpPr>
          <p:spPr>
            <a:xfrm>
              <a:off x="8669239" y="22438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1" name="pt49571"/>
            <p:cNvSpPr/>
            <p:nvPr/>
          </p:nvSpPr>
          <p:spPr>
            <a:xfrm>
              <a:off x="8939053" y="19339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2" name="pt49572"/>
            <p:cNvSpPr/>
            <p:nvPr/>
          </p:nvSpPr>
          <p:spPr>
            <a:xfrm>
              <a:off x="8759093" y="21288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3" name="pt49573"/>
            <p:cNvSpPr/>
            <p:nvPr/>
          </p:nvSpPr>
          <p:spPr>
            <a:xfrm>
              <a:off x="8752612" y="2092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4" name="pt49574"/>
            <p:cNvSpPr/>
            <p:nvPr/>
          </p:nvSpPr>
          <p:spPr>
            <a:xfrm>
              <a:off x="8798679" y="21465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5" name="pt49575"/>
            <p:cNvSpPr/>
            <p:nvPr/>
          </p:nvSpPr>
          <p:spPr>
            <a:xfrm>
              <a:off x="9652003" y="21572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6" name="pt49576"/>
            <p:cNvSpPr/>
            <p:nvPr/>
          </p:nvSpPr>
          <p:spPr>
            <a:xfrm>
              <a:off x="8874912" y="20705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7" name="pt49577"/>
            <p:cNvSpPr/>
            <p:nvPr/>
          </p:nvSpPr>
          <p:spPr>
            <a:xfrm>
              <a:off x="8381780" y="25408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8" name="pt49578"/>
            <p:cNvSpPr/>
            <p:nvPr/>
          </p:nvSpPr>
          <p:spPr>
            <a:xfrm>
              <a:off x="8604896" y="23322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9" name="pt49579"/>
            <p:cNvSpPr/>
            <p:nvPr/>
          </p:nvSpPr>
          <p:spPr>
            <a:xfrm>
              <a:off x="8813199" y="20106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0" name="pt49580"/>
            <p:cNvSpPr/>
            <p:nvPr/>
          </p:nvSpPr>
          <p:spPr>
            <a:xfrm>
              <a:off x="9507319" y="21816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1" name="pt49581"/>
            <p:cNvSpPr/>
            <p:nvPr/>
          </p:nvSpPr>
          <p:spPr>
            <a:xfrm>
              <a:off x="9750516" y="24503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2" name="pt49582"/>
            <p:cNvSpPr/>
            <p:nvPr/>
          </p:nvSpPr>
          <p:spPr>
            <a:xfrm>
              <a:off x="8550210" y="25652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3" name="pt49583"/>
            <p:cNvSpPr/>
            <p:nvPr/>
          </p:nvSpPr>
          <p:spPr>
            <a:xfrm>
              <a:off x="8619838" y="22756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4" name="pt49584"/>
            <p:cNvSpPr/>
            <p:nvPr/>
          </p:nvSpPr>
          <p:spPr>
            <a:xfrm>
              <a:off x="9413347" y="20479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5" name="pt49585"/>
            <p:cNvSpPr/>
            <p:nvPr/>
          </p:nvSpPr>
          <p:spPr>
            <a:xfrm>
              <a:off x="8850587" y="20530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6" name="pt49586"/>
            <p:cNvSpPr/>
            <p:nvPr/>
          </p:nvSpPr>
          <p:spPr>
            <a:xfrm>
              <a:off x="8500809" y="24320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7" name="pt49587"/>
            <p:cNvSpPr/>
            <p:nvPr/>
          </p:nvSpPr>
          <p:spPr>
            <a:xfrm>
              <a:off x="8782816" y="20450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8" name="pt49588"/>
            <p:cNvSpPr/>
            <p:nvPr/>
          </p:nvSpPr>
          <p:spPr>
            <a:xfrm>
              <a:off x="8550210" y="25980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9" name="pt49589"/>
            <p:cNvSpPr/>
            <p:nvPr/>
          </p:nvSpPr>
          <p:spPr>
            <a:xfrm>
              <a:off x="9018082" y="12551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0" name="pt49590"/>
            <p:cNvSpPr/>
            <p:nvPr/>
          </p:nvSpPr>
          <p:spPr>
            <a:xfrm>
              <a:off x="8793552" y="23230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1" name="pt49591"/>
            <p:cNvSpPr/>
            <p:nvPr/>
          </p:nvSpPr>
          <p:spPr>
            <a:xfrm>
              <a:off x="9090502" y="19056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2" name="pt49592"/>
            <p:cNvSpPr/>
            <p:nvPr/>
          </p:nvSpPr>
          <p:spPr>
            <a:xfrm>
              <a:off x="8312152" y="25648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3" name="pt49593"/>
            <p:cNvSpPr/>
            <p:nvPr/>
          </p:nvSpPr>
          <p:spPr>
            <a:xfrm>
              <a:off x="9098616" y="21082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4" name="pt49594"/>
            <p:cNvSpPr/>
            <p:nvPr/>
          </p:nvSpPr>
          <p:spPr>
            <a:xfrm>
              <a:off x="9067835" y="19310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5" name="pt49595"/>
            <p:cNvSpPr/>
            <p:nvPr/>
          </p:nvSpPr>
          <p:spPr>
            <a:xfrm>
              <a:off x="8646309" y="23162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6" name="pt49596"/>
            <p:cNvSpPr/>
            <p:nvPr/>
          </p:nvSpPr>
          <p:spPr>
            <a:xfrm>
              <a:off x="8715936" y="22071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7" name="pt49597"/>
            <p:cNvSpPr/>
            <p:nvPr/>
          </p:nvSpPr>
          <p:spPr>
            <a:xfrm>
              <a:off x="9076063" y="19308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8" name="pt49598"/>
            <p:cNvSpPr/>
            <p:nvPr/>
          </p:nvSpPr>
          <p:spPr>
            <a:xfrm>
              <a:off x="9573129" y="23986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9" name="pt49599"/>
            <p:cNvSpPr/>
            <p:nvPr/>
          </p:nvSpPr>
          <p:spPr>
            <a:xfrm>
              <a:off x="8992313" y="1847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0" name="pt49600"/>
            <p:cNvSpPr/>
            <p:nvPr/>
          </p:nvSpPr>
          <p:spPr>
            <a:xfrm>
              <a:off x="8527280" y="27489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1" name="pt49601"/>
            <p:cNvSpPr/>
            <p:nvPr/>
          </p:nvSpPr>
          <p:spPr>
            <a:xfrm>
              <a:off x="9522221" y="17225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2" name="pt49602"/>
            <p:cNvSpPr/>
            <p:nvPr/>
          </p:nvSpPr>
          <p:spPr>
            <a:xfrm>
              <a:off x="8846813" y="21726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3" name="pt49603"/>
            <p:cNvSpPr/>
            <p:nvPr/>
          </p:nvSpPr>
          <p:spPr>
            <a:xfrm>
              <a:off x="8759093" y="20822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4" name="pt49604"/>
            <p:cNvSpPr/>
            <p:nvPr/>
          </p:nvSpPr>
          <p:spPr>
            <a:xfrm>
              <a:off x="8312152" y="2467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5" name="pt49605"/>
            <p:cNvSpPr/>
            <p:nvPr/>
          </p:nvSpPr>
          <p:spPr>
            <a:xfrm>
              <a:off x="8312152" y="26417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6" name="pt49606"/>
            <p:cNvSpPr/>
            <p:nvPr/>
          </p:nvSpPr>
          <p:spPr>
            <a:xfrm>
              <a:off x="8723925" y="21234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7" name="pt49607"/>
            <p:cNvSpPr/>
            <p:nvPr/>
          </p:nvSpPr>
          <p:spPr>
            <a:xfrm>
              <a:off x="8907297" y="19741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8" name="pt49608"/>
            <p:cNvSpPr/>
            <p:nvPr/>
          </p:nvSpPr>
          <p:spPr>
            <a:xfrm>
              <a:off x="9155133" y="21084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9" name="pt49609"/>
            <p:cNvSpPr/>
            <p:nvPr/>
          </p:nvSpPr>
          <p:spPr>
            <a:xfrm>
              <a:off x="8679650" y="24639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0" name="pt49610"/>
            <p:cNvSpPr/>
            <p:nvPr/>
          </p:nvSpPr>
          <p:spPr>
            <a:xfrm>
              <a:off x="8798679" y="20114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1" name="pt49611"/>
            <p:cNvSpPr/>
            <p:nvPr/>
          </p:nvSpPr>
          <p:spPr>
            <a:xfrm>
              <a:off x="8679650" y="25282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2" name="pt49612"/>
            <p:cNvSpPr/>
            <p:nvPr/>
          </p:nvSpPr>
          <p:spPr>
            <a:xfrm>
              <a:off x="8878122" y="21494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3" name="pt49613"/>
            <p:cNvSpPr/>
            <p:nvPr/>
          </p:nvSpPr>
          <p:spPr>
            <a:xfrm>
              <a:off x="8689465" y="24556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4" name="pt49614"/>
            <p:cNvSpPr/>
            <p:nvPr/>
          </p:nvSpPr>
          <p:spPr>
            <a:xfrm>
              <a:off x="9237969" y="19697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5" name="pt49615"/>
            <p:cNvSpPr/>
            <p:nvPr/>
          </p:nvSpPr>
          <p:spPr>
            <a:xfrm>
              <a:off x="8527280" y="25960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6" name="pt49616"/>
            <p:cNvSpPr/>
            <p:nvPr/>
          </p:nvSpPr>
          <p:spPr>
            <a:xfrm>
              <a:off x="9425448" y="17329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7" name="pt49617"/>
            <p:cNvSpPr/>
            <p:nvPr/>
          </p:nvSpPr>
          <p:spPr>
            <a:xfrm>
              <a:off x="9581160" y="23059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8" name="pt49618"/>
            <p:cNvSpPr/>
            <p:nvPr/>
          </p:nvSpPr>
          <p:spPr>
            <a:xfrm>
              <a:off x="8971473" y="22875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9" name="pt49619"/>
            <p:cNvSpPr/>
            <p:nvPr/>
          </p:nvSpPr>
          <p:spPr>
            <a:xfrm>
              <a:off x="9308507" y="22535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0" name="pt49620"/>
            <p:cNvSpPr/>
            <p:nvPr/>
          </p:nvSpPr>
          <p:spPr>
            <a:xfrm>
              <a:off x="8527280" y="25893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1" name="pt49621"/>
            <p:cNvSpPr/>
            <p:nvPr/>
          </p:nvSpPr>
          <p:spPr>
            <a:xfrm>
              <a:off x="9052414" y="22598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2" name="pt49622"/>
            <p:cNvSpPr/>
            <p:nvPr/>
          </p:nvSpPr>
          <p:spPr>
            <a:xfrm>
              <a:off x="8723925" y="21981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3" name="pt49623"/>
            <p:cNvSpPr/>
            <p:nvPr/>
          </p:nvSpPr>
          <p:spPr>
            <a:xfrm>
              <a:off x="9048921" y="2259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4" name="pt49624"/>
            <p:cNvSpPr/>
            <p:nvPr/>
          </p:nvSpPr>
          <p:spPr>
            <a:xfrm>
              <a:off x="8658156" y="24439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5" name="pt49625"/>
            <p:cNvSpPr/>
            <p:nvPr/>
          </p:nvSpPr>
          <p:spPr>
            <a:xfrm>
              <a:off x="9350622" y="21092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6" name="pt49626"/>
            <p:cNvSpPr/>
            <p:nvPr/>
          </p:nvSpPr>
          <p:spPr>
            <a:xfrm>
              <a:off x="9056963" y="20107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7" name="pt49627"/>
            <p:cNvSpPr/>
            <p:nvPr/>
          </p:nvSpPr>
          <p:spPr>
            <a:xfrm>
              <a:off x="8619838" y="22641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8" name="pt49628"/>
            <p:cNvSpPr/>
            <p:nvPr/>
          </p:nvSpPr>
          <p:spPr>
            <a:xfrm>
              <a:off x="9324827" y="2216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9" name="pt49629"/>
            <p:cNvSpPr/>
            <p:nvPr/>
          </p:nvSpPr>
          <p:spPr>
            <a:xfrm>
              <a:off x="8646309" y="25349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0" name="pt49630"/>
            <p:cNvSpPr/>
            <p:nvPr/>
          </p:nvSpPr>
          <p:spPr>
            <a:xfrm>
              <a:off x="8588529" y="24577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1" name="pt49631"/>
            <p:cNvSpPr/>
            <p:nvPr/>
          </p:nvSpPr>
          <p:spPr>
            <a:xfrm>
              <a:off x="9359136" y="20115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2" name="pt49632"/>
            <p:cNvSpPr/>
            <p:nvPr/>
          </p:nvSpPr>
          <p:spPr>
            <a:xfrm>
              <a:off x="8381780" y="24714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3" name="pt49633"/>
            <p:cNvSpPr/>
            <p:nvPr/>
          </p:nvSpPr>
          <p:spPr>
            <a:xfrm>
              <a:off x="9319557" y="20958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4" name="pt49634"/>
            <p:cNvSpPr/>
            <p:nvPr/>
          </p:nvSpPr>
          <p:spPr>
            <a:xfrm>
              <a:off x="8500809" y="26427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5" name="pt49635"/>
            <p:cNvSpPr/>
            <p:nvPr/>
          </p:nvSpPr>
          <p:spPr>
            <a:xfrm>
              <a:off x="8963923" y="22315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6" name="pt49636"/>
            <p:cNvSpPr/>
            <p:nvPr/>
          </p:nvSpPr>
          <p:spPr>
            <a:xfrm>
              <a:off x="8850587" y="21643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7" name="pt49637"/>
            <p:cNvSpPr/>
            <p:nvPr/>
          </p:nvSpPr>
          <p:spPr>
            <a:xfrm>
              <a:off x="9382741" y="21017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8" name="pt49638"/>
            <p:cNvSpPr/>
            <p:nvPr/>
          </p:nvSpPr>
          <p:spPr>
            <a:xfrm>
              <a:off x="9642404" y="21766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9" name="pt49639"/>
            <p:cNvSpPr/>
            <p:nvPr/>
          </p:nvSpPr>
          <p:spPr>
            <a:xfrm>
              <a:off x="8932228" y="19240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0" name="pt49640"/>
            <p:cNvSpPr/>
            <p:nvPr/>
          </p:nvSpPr>
          <p:spPr>
            <a:xfrm>
              <a:off x="9087709" y="20101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1" name="pt49641"/>
            <p:cNvSpPr/>
            <p:nvPr/>
          </p:nvSpPr>
          <p:spPr>
            <a:xfrm>
              <a:off x="8846813" y="20309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2" name="pt49642"/>
            <p:cNvSpPr/>
            <p:nvPr/>
          </p:nvSpPr>
          <p:spPr>
            <a:xfrm>
              <a:off x="9123951" y="20762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3" name="pt49643"/>
            <p:cNvSpPr/>
            <p:nvPr/>
          </p:nvSpPr>
          <p:spPr>
            <a:xfrm>
              <a:off x="8893328" y="19826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4" name="pt49644"/>
            <p:cNvSpPr/>
            <p:nvPr/>
          </p:nvSpPr>
          <p:spPr>
            <a:xfrm>
              <a:off x="8759093" y="21684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5" name="pt49645"/>
            <p:cNvSpPr/>
            <p:nvPr/>
          </p:nvSpPr>
          <p:spPr>
            <a:xfrm>
              <a:off x="9319557" y="20809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6" name="pt49646"/>
            <p:cNvSpPr/>
            <p:nvPr/>
          </p:nvSpPr>
          <p:spPr>
            <a:xfrm>
              <a:off x="8798679" y="21000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7" name="pt49647"/>
            <p:cNvSpPr/>
            <p:nvPr/>
          </p:nvSpPr>
          <p:spPr>
            <a:xfrm>
              <a:off x="8822239" y="21924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8" name="pt49648"/>
            <p:cNvSpPr/>
            <p:nvPr/>
          </p:nvSpPr>
          <p:spPr>
            <a:xfrm>
              <a:off x="9286390" y="19740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9" name="pt49649"/>
            <p:cNvSpPr/>
            <p:nvPr/>
          </p:nvSpPr>
          <p:spPr>
            <a:xfrm>
              <a:off x="9177111" y="19408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0" name="pt49650"/>
            <p:cNvSpPr/>
            <p:nvPr/>
          </p:nvSpPr>
          <p:spPr>
            <a:xfrm>
              <a:off x="9388372" y="21425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1" name="pt49651"/>
            <p:cNvSpPr/>
            <p:nvPr/>
          </p:nvSpPr>
          <p:spPr>
            <a:xfrm>
              <a:off x="9062485" y="20466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2" name="pt49652"/>
            <p:cNvSpPr/>
            <p:nvPr/>
          </p:nvSpPr>
          <p:spPr>
            <a:xfrm>
              <a:off x="9453041" y="22819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3" name="pt49653"/>
            <p:cNvSpPr/>
            <p:nvPr/>
          </p:nvSpPr>
          <p:spPr>
            <a:xfrm>
              <a:off x="8669239" y="24848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4" name="pt49654"/>
            <p:cNvSpPr/>
            <p:nvPr/>
          </p:nvSpPr>
          <p:spPr>
            <a:xfrm>
              <a:off x="9268690" y="19228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5" name="pt49655"/>
            <p:cNvSpPr/>
            <p:nvPr/>
          </p:nvSpPr>
          <p:spPr>
            <a:xfrm>
              <a:off x="8765338" y="20843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6" name="pt49656"/>
            <p:cNvSpPr/>
            <p:nvPr/>
          </p:nvSpPr>
          <p:spPr>
            <a:xfrm>
              <a:off x="8949856" y="21401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7" name="pt49657"/>
            <p:cNvSpPr/>
            <p:nvPr/>
          </p:nvSpPr>
          <p:spPr>
            <a:xfrm>
              <a:off x="8500809" y="2678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8" name="pt49658"/>
            <p:cNvSpPr/>
            <p:nvPr/>
          </p:nvSpPr>
          <p:spPr>
            <a:xfrm>
              <a:off x="8874912" y="21116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9" name="pt49659"/>
            <p:cNvSpPr/>
            <p:nvPr/>
          </p:nvSpPr>
          <p:spPr>
            <a:xfrm>
              <a:off x="8312152" y="25136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0" name="pt49660"/>
            <p:cNvSpPr/>
            <p:nvPr/>
          </p:nvSpPr>
          <p:spPr>
            <a:xfrm>
              <a:off x="9051257" y="20345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1" name="pt49661"/>
            <p:cNvSpPr/>
            <p:nvPr/>
          </p:nvSpPr>
          <p:spPr>
            <a:xfrm>
              <a:off x="8633583" y="21355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2" name="pt49662"/>
            <p:cNvSpPr/>
            <p:nvPr/>
          </p:nvSpPr>
          <p:spPr>
            <a:xfrm>
              <a:off x="9076063" y="21069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3" name="pt49663"/>
            <p:cNvSpPr/>
            <p:nvPr/>
          </p:nvSpPr>
          <p:spPr>
            <a:xfrm>
              <a:off x="9142651" y="23002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4" name="pt49664"/>
            <p:cNvSpPr/>
            <p:nvPr/>
          </p:nvSpPr>
          <p:spPr>
            <a:xfrm>
              <a:off x="8830827" y="19750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5" name="pt49665"/>
            <p:cNvSpPr/>
            <p:nvPr/>
          </p:nvSpPr>
          <p:spPr>
            <a:xfrm>
              <a:off x="8798679" y="20715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6" name="pt49666"/>
            <p:cNvSpPr/>
            <p:nvPr/>
          </p:nvSpPr>
          <p:spPr>
            <a:xfrm>
              <a:off x="9507319" y="21285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7" name="pt49667"/>
            <p:cNvSpPr/>
            <p:nvPr/>
          </p:nvSpPr>
          <p:spPr>
            <a:xfrm>
              <a:off x="8500809" y="25700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8" name="pt49668"/>
            <p:cNvSpPr/>
            <p:nvPr/>
          </p:nvSpPr>
          <p:spPr>
            <a:xfrm>
              <a:off x="8980466" y="2151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9" name="pt49669"/>
            <p:cNvSpPr/>
            <p:nvPr/>
          </p:nvSpPr>
          <p:spPr>
            <a:xfrm>
              <a:off x="8312152" y="2509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0" name="pt49670"/>
            <p:cNvSpPr/>
            <p:nvPr/>
          </p:nvSpPr>
          <p:spPr>
            <a:xfrm>
              <a:off x="8956027" y="20242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1" name="pt49671"/>
            <p:cNvSpPr/>
            <p:nvPr/>
          </p:nvSpPr>
          <p:spPr>
            <a:xfrm>
              <a:off x="9004922" y="1623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2" name="pt49672"/>
            <p:cNvSpPr/>
            <p:nvPr/>
          </p:nvSpPr>
          <p:spPr>
            <a:xfrm>
              <a:off x="8633583" y="20930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3" name="pt49673"/>
            <p:cNvSpPr/>
            <p:nvPr/>
          </p:nvSpPr>
          <p:spPr>
            <a:xfrm>
              <a:off x="9050093" y="22828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4" name="pt49674"/>
            <p:cNvSpPr/>
            <p:nvPr/>
          </p:nvSpPr>
          <p:spPr>
            <a:xfrm>
              <a:off x="8431181" y="24903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5" name="pt49675"/>
            <p:cNvSpPr/>
            <p:nvPr/>
          </p:nvSpPr>
          <p:spPr>
            <a:xfrm>
              <a:off x="9076063" y="21047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6" name="pt49676"/>
            <p:cNvSpPr/>
            <p:nvPr/>
          </p:nvSpPr>
          <p:spPr>
            <a:xfrm>
              <a:off x="8765338" y="21339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7" name="pt49677"/>
            <p:cNvSpPr/>
            <p:nvPr/>
          </p:nvSpPr>
          <p:spPr>
            <a:xfrm>
              <a:off x="8469500" y="23754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8" name="pt49678"/>
            <p:cNvSpPr/>
            <p:nvPr/>
          </p:nvSpPr>
          <p:spPr>
            <a:xfrm>
              <a:off x="8431181" y="23400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9" name="pt49679"/>
            <p:cNvSpPr/>
            <p:nvPr/>
          </p:nvSpPr>
          <p:spPr>
            <a:xfrm>
              <a:off x="9022254" y="1913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0" name="pt49680"/>
            <p:cNvSpPr/>
            <p:nvPr/>
          </p:nvSpPr>
          <p:spPr>
            <a:xfrm>
              <a:off x="8899053" y="21682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1" name="pt49681"/>
            <p:cNvSpPr/>
            <p:nvPr/>
          </p:nvSpPr>
          <p:spPr>
            <a:xfrm>
              <a:off x="9283113" y="21414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2" name="pt49682"/>
            <p:cNvSpPr/>
            <p:nvPr/>
          </p:nvSpPr>
          <p:spPr>
            <a:xfrm>
              <a:off x="8917708" y="21708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3" name="pt49683"/>
            <p:cNvSpPr/>
            <p:nvPr/>
          </p:nvSpPr>
          <p:spPr>
            <a:xfrm>
              <a:off x="8759093" y="2189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4" name="pt49684"/>
            <p:cNvSpPr/>
            <p:nvPr/>
          </p:nvSpPr>
          <p:spPr>
            <a:xfrm>
              <a:off x="9147356" y="20336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5" name="pt49685"/>
            <p:cNvSpPr/>
            <p:nvPr/>
          </p:nvSpPr>
          <p:spPr>
            <a:xfrm>
              <a:off x="8658156" y="23494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6" name="pt49686"/>
            <p:cNvSpPr/>
            <p:nvPr/>
          </p:nvSpPr>
          <p:spPr>
            <a:xfrm>
              <a:off x="9102103" y="20527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7" name="pt49687"/>
            <p:cNvSpPr/>
            <p:nvPr/>
          </p:nvSpPr>
          <p:spPr>
            <a:xfrm>
              <a:off x="8861436" y="1972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8" name="pt49688"/>
            <p:cNvSpPr/>
            <p:nvPr/>
          </p:nvSpPr>
          <p:spPr>
            <a:xfrm>
              <a:off x="9064645" y="20358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9" name="pt49689"/>
            <p:cNvSpPr/>
            <p:nvPr/>
          </p:nvSpPr>
          <p:spPr>
            <a:xfrm>
              <a:off x="9044150" y="17664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0" name="pt49690"/>
            <p:cNvSpPr/>
            <p:nvPr/>
          </p:nvSpPr>
          <p:spPr>
            <a:xfrm>
              <a:off x="9279466" y="19048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1" name="pt49691"/>
            <p:cNvSpPr/>
            <p:nvPr/>
          </p:nvSpPr>
          <p:spPr>
            <a:xfrm>
              <a:off x="8312152" y="24006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2" name="pt49692"/>
            <p:cNvSpPr/>
            <p:nvPr/>
          </p:nvSpPr>
          <p:spPr>
            <a:xfrm>
              <a:off x="8973309" y="21846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3" name="pt49693"/>
            <p:cNvSpPr/>
            <p:nvPr/>
          </p:nvSpPr>
          <p:spPr>
            <a:xfrm>
              <a:off x="8431181" y="22580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4" name="pt49694"/>
            <p:cNvSpPr/>
            <p:nvPr/>
          </p:nvSpPr>
          <p:spPr>
            <a:xfrm>
              <a:off x="8904593" y="22193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5" name="pt49695"/>
            <p:cNvSpPr/>
            <p:nvPr/>
          </p:nvSpPr>
          <p:spPr>
            <a:xfrm>
              <a:off x="8887406" y="19377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6" name="pt49696"/>
            <p:cNvSpPr/>
            <p:nvPr/>
          </p:nvSpPr>
          <p:spPr>
            <a:xfrm>
              <a:off x="9184210" y="23018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7" name="pt49697"/>
            <p:cNvSpPr/>
            <p:nvPr/>
          </p:nvSpPr>
          <p:spPr>
            <a:xfrm>
              <a:off x="8604896" y="20615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8" name="pt49698"/>
            <p:cNvSpPr/>
            <p:nvPr/>
          </p:nvSpPr>
          <p:spPr>
            <a:xfrm>
              <a:off x="8857896" y="20491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9" name="pt49699"/>
            <p:cNvSpPr/>
            <p:nvPr/>
          </p:nvSpPr>
          <p:spPr>
            <a:xfrm>
              <a:off x="8381780" y="25229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0" name="pt49700"/>
            <p:cNvSpPr/>
            <p:nvPr/>
          </p:nvSpPr>
          <p:spPr>
            <a:xfrm>
              <a:off x="8312152" y="24112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1" name="pt49701"/>
            <p:cNvSpPr/>
            <p:nvPr/>
          </p:nvSpPr>
          <p:spPr>
            <a:xfrm>
              <a:off x="8658156" y="23848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2" name="pt49702"/>
            <p:cNvSpPr/>
            <p:nvPr/>
          </p:nvSpPr>
          <p:spPr>
            <a:xfrm>
              <a:off x="8550210" y="25864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3" name="pt49703"/>
            <p:cNvSpPr/>
            <p:nvPr/>
          </p:nvSpPr>
          <p:spPr>
            <a:xfrm>
              <a:off x="8570436" y="25591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4" name="pt49704"/>
            <p:cNvSpPr/>
            <p:nvPr/>
          </p:nvSpPr>
          <p:spPr>
            <a:xfrm>
              <a:off x="8965842" y="22534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5" name="pt49705"/>
            <p:cNvSpPr/>
            <p:nvPr/>
          </p:nvSpPr>
          <p:spPr>
            <a:xfrm>
              <a:off x="8956027" y="21156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6" name="pt49706"/>
            <p:cNvSpPr/>
            <p:nvPr/>
          </p:nvSpPr>
          <p:spPr>
            <a:xfrm>
              <a:off x="9148018" y="21791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7" name="pt49707"/>
            <p:cNvSpPr/>
            <p:nvPr/>
          </p:nvSpPr>
          <p:spPr>
            <a:xfrm>
              <a:off x="8738867" y="1898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8" name="pt49708"/>
            <p:cNvSpPr/>
            <p:nvPr/>
          </p:nvSpPr>
          <p:spPr>
            <a:xfrm>
              <a:off x="8782816" y="21016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9" name="pt49709"/>
            <p:cNvSpPr/>
            <p:nvPr/>
          </p:nvSpPr>
          <p:spPr>
            <a:xfrm>
              <a:off x="8469500" y="22888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0" name="pt49710"/>
            <p:cNvSpPr/>
            <p:nvPr/>
          </p:nvSpPr>
          <p:spPr>
            <a:xfrm>
              <a:off x="8939053" y="19318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1" name="pt49711"/>
            <p:cNvSpPr/>
            <p:nvPr/>
          </p:nvSpPr>
          <p:spPr>
            <a:xfrm>
              <a:off x="8500809" y="24214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2" name="pt49712"/>
            <p:cNvSpPr/>
            <p:nvPr/>
          </p:nvSpPr>
          <p:spPr>
            <a:xfrm>
              <a:off x="9052414" y="21035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3" name="pt49713"/>
            <p:cNvSpPr/>
            <p:nvPr/>
          </p:nvSpPr>
          <p:spPr>
            <a:xfrm>
              <a:off x="8868306" y="2173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4" name="pt49714"/>
            <p:cNvSpPr/>
            <p:nvPr/>
          </p:nvSpPr>
          <p:spPr>
            <a:xfrm>
              <a:off x="8669239" y="23573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5" name="pt49715"/>
            <p:cNvSpPr/>
            <p:nvPr/>
          </p:nvSpPr>
          <p:spPr>
            <a:xfrm>
              <a:off x="9495513" y="22415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6" name="pt49716"/>
            <p:cNvSpPr/>
            <p:nvPr/>
          </p:nvSpPr>
          <p:spPr>
            <a:xfrm>
              <a:off x="9068885" y="18561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7" name="pt49717"/>
            <p:cNvSpPr/>
            <p:nvPr/>
          </p:nvSpPr>
          <p:spPr>
            <a:xfrm>
              <a:off x="8431181" y="2371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8" name="pt49718"/>
            <p:cNvSpPr/>
            <p:nvPr/>
          </p:nvSpPr>
          <p:spPr>
            <a:xfrm>
              <a:off x="9226651" y="19776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9" name="pt49719"/>
            <p:cNvSpPr/>
            <p:nvPr/>
          </p:nvSpPr>
          <p:spPr>
            <a:xfrm>
              <a:off x="9177111" y="18466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0" name="pt49720"/>
            <p:cNvSpPr/>
            <p:nvPr/>
          </p:nvSpPr>
          <p:spPr>
            <a:xfrm>
              <a:off x="8956027" y="20798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1" name="pt49721"/>
            <p:cNvSpPr/>
            <p:nvPr/>
          </p:nvSpPr>
          <p:spPr>
            <a:xfrm>
              <a:off x="8500809" y="24579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2" name="pt49722"/>
            <p:cNvSpPr/>
            <p:nvPr/>
          </p:nvSpPr>
          <p:spPr>
            <a:xfrm>
              <a:off x="8899053" y="21938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3" name="pt49723"/>
            <p:cNvSpPr/>
            <p:nvPr/>
          </p:nvSpPr>
          <p:spPr>
            <a:xfrm>
              <a:off x="8864906" y="1937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4" name="pt49724"/>
            <p:cNvSpPr/>
            <p:nvPr/>
          </p:nvSpPr>
          <p:spPr>
            <a:xfrm>
              <a:off x="8312152" y="25842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5" name="pt49725"/>
            <p:cNvSpPr/>
            <p:nvPr/>
          </p:nvSpPr>
          <p:spPr>
            <a:xfrm>
              <a:off x="9036737" y="18105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6" name="pt49726"/>
            <p:cNvSpPr/>
            <p:nvPr/>
          </p:nvSpPr>
          <p:spPr>
            <a:xfrm>
              <a:off x="8715936" y="22150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7" name="pt49727"/>
            <p:cNvSpPr/>
            <p:nvPr/>
          </p:nvSpPr>
          <p:spPr>
            <a:xfrm>
              <a:off x="9151289" y="2162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8" name="pt49728"/>
            <p:cNvSpPr/>
            <p:nvPr/>
          </p:nvSpPr>
          <p:spPr>
            <a:xfrm>
              <a:off x="8431181" y="24423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9" name="pt49729"/>
            <p:cNvSpPr/>
            <p:nvPr/>
          </p:nvSpPr>
          <p:spPr>
            <a:xfrm>
              <a:off x="8312152" y="24912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0" name="pt49730"/>
            <p:cNvSpPr/>
            <p:nvPr/>
          </p:nvSpPr>
          <p:spPr>
            <a:xfrm>
              <a:off x="9417384" y="19198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1" name="pt49731"/>
            <p:cNvSpPr/>
            <p:nvPr/>
          </p:nvSpPr>
          <p:spPr>
            <a:xfrm>
              <a:off x="9606545" y="23168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2" name="pt49732"/>
            <p:cNvSpPr/>
            <p:nvPr/>
          </p:nvSpPr>
          <p:spPr>
            <a:xfrm>
              <a:off x="8782816" y="20602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3" name="pt49733"/>
            <p:cNvSpPr/>
            <p:nvPr/>
          </p:nvSpPr>
          <p:spPr>
            <a:xfrm>
              <a:off x="8745877" y="21188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4" name="pt49734"/>
            <p:cNvSpPr/>
            <p:nvPr/>
          </p:nvSpPr>
          <p:spPr>
            <a:xfrm>
              <a:off x="9222422" y="19415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5" name="pt49735"/>
            <p:cNvSpPr/>
            <p:nvPr/>
          </p:nvSpPr>
          <p:spPr>
            <a:xfrm>
              <a:off x="8826587" y="21749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6" name="pt49736"/>
            <p:cNvSpPr/>
            <p:nvPr/>
          </p:nvSpPr>
          <p:spPr>
            <a:xfrm>
              <a:off x="9044150" y="18347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7" name="pt49737"/>
            <p:cNvSpPr/>
            <p:nvPr/>
          </p:nvSpPr>
          <p:spPr>
            <a:xfrm>
              <a:off x="9004922" y="15998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8" name="pt49738"/>
            <p:cNvSpPr/>
            <p:nvPr/>
          </p:nvSpPr>
          <p:spPr>
            <a:xfrm>
              <a:off x="9147356" y="21612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9" name="pt49739"/>
            <p:cNvSpPr/>
            <p:nvPr/>
          </p:nvSpPr>
          <p:spPr>
            <a:xfrm>
              <a:off x="9436506" y="23985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0" name="pt49740"/>
            <p:cNvSpPr/>
            <p:nvPr/>
          </p:nvSpPr>
          <p:spPr>
            <a:xfrm>
              <a:off x="8312152" y="24083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1" name="pt49741"/>
            <p:cNvSpPr/>
            <p:nvPr/>
          </p:nvSpPr>
          <p:spPr>
            <a:xfrm>
              <a:off x="9187914" y="22375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2" name="pt49742"/>
            <p:cNvSpPr/>
            <p:nvPr/>
          </p:nvSpPr>
          <p:spPr>
            <a:xfrm>
              <a:off x="9421732" y="18706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3" name="pt49743"/>
            <p:cNvSpPr/>
            <p:nvPr/>
          </p:nvSpPr>
          <p:spPr>
            <a:xfrm>
              <a:off x="9068885" y="17991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4" name="pt49744"/>
            <p:cNvSpPr/>
            <p:nvPr/>
          </p:nvSpPr>
          <p:spPr>
            <a:xfrm>
              <a:off x="8834965" y="2073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5" name="pt49745"/>
            <p:cNvSpPr/>
            <p:nvPr/>
          </p:nvSpPr>
          <p:spPr>
            <a:xfrm>
              <a:off x="9050093" y="20462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6" name="pt49746"/>
            <p:cNvSpPr/>
            <p:nvPr/>
          </p:nvSpPr>
          <p:spPr>
            <a:xfrm>
              <a:off x="9370170" y="21602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7" name="pt49747"/>
            <p:cNvSpPr/>
            <p:nvPr/>
          </p:nvSpPr>
          <p:spPr>
            <a:xfrm>
              <a:off x="8633583" y="22249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8" name="pt49748"/>
            <p:cNvSpPr/>
            <p:nvPr/>
          </p:nvSpPr>
          <p:spPr>
            <a:xfrm>
              <a:off x="9123951" y="20043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9" name="pt49749"/>
            <p:cNvSpPr/>
            <p:nvPr/>
          </p:nvSpPr>
          <p:spPr>
            <a:xfrm>
              <a:off x="9167950" y="17666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0" name="pt49750"/>
            <p:cNvSpPr/>
            <p:nvPr/>
          </p:nvSpPr>
          <p:spPr>
            <a:xfrm>
              <a:off x="8570436" y="24810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1" name="pt49751"/>
            <p:cNvSpPr/>
            <p:nvPr/>
          </p:nvSpPr>
          <p:spPr>
            <a:xfrm>
              <a:off x="8381780" y="24314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2" name="pt49752"/>
            <p:cNvSpPr/>
            <p:nvPr/>
          </p:nvSpPr>
          <p:spPr>
            <a:xfrm>
              <a:off x="9221993" y="19964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3" name="pt49753"/>
            <p:cNvSpPr/>
            <p:nvPr/>
          </p:nvSpPr>
          <p:spPr>
            <a:xfrm>
              <a:off x="8658156" y="23503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4" name="pt49754"/>
            <p:cNvSpPr/>
            <p:nvPr/>
          </p:nvSpPr>
          <p:spPr>
            <a:xfrm>
              <a:off x="9636399" y="19204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5" name="pt49755"/>
            <p:cNvSpPr/>
            <p:nvPr/>
          </p:nvSpPr>
          <p:spPr>
            <a:xfrm>
              <a:off x="9642404" y="24678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6" name="pt49756"/>
            <p:cNvSpPr/>
            <p:nvPr/>
          </p:nvSpPr>
          <p:spPr>
            <a:xfrm>
              <a:off x="8312152" y="24681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7" name="pt49757"/>
            <p:cNvSpPr/>
            <p:nvPr/>
          </p:nvSpPr>
          <p:spPr>
            <a:xfrm>
              <a:off x="9274162" y="19768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8" name="pt49758"/>
            <p:cNvSpPr/>
            <p:nvPr/>
          </p:nvSpPr>
          <p:spPr>
            <a:xfrm>
              <a:off x="8570436" y="25284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9" name="pt49759"/>
            <p:cNvSpPr/>
            <p:nvPr/>
          </p:nvSpPr>
          <p:spPr>
            <a:xfrm>
              <a:off x="9071998" y="18457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0" name="pt49760"/>
            <p:cNvSpPr/>
            <p:nvPr/>
          </p:nvSpPr>
          <p:spPr>
            <a:xfrm>
              <a:off x="8861436" y="19615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1" name="pt49761"/>
            <p:cNvSpPr/>
            <p:nvPr/>
          </p:nvSpPr>
          <p:spPr>
            <a:xfrm>
              <a:off x="8922686" y="18921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2" name="pt49762"/>
            <p:cNvSpPr/>
            <p:nvPr/>
          </p:nvSpPr>
          <p:spPr>
            <a:xfrm>
              <a:off x="9084871" y="19667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3" name="pt49763"/>
            <p:cNvSpPr/>
            <p:nvPr/>
          </p:nvSpPr>
          <p:spPr>
            <a:xfrm>
              <a:off x="8689465" y="24282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4" name="pt49764"/>
            <p:cNvSpPr/>
            <p:nvPr/>
          </p:nvSpPr>
          <p:spPr>
            <a:xfrm>
              <a:off x="8731558" y="22052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5" name="pt49765"/>
            <p:cNvSpPr/>
            <p:nvPr/>
          </p:nvSpPr>
          <p:spPr>
            <a:xfrm>
              <a:off x="8381780" y="24980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6" name="pt49766"/>
            <p:cNvSpPr/>
            <p:nvPr/>
          </p:nvSpPr>
          <p:spPr>
            <a:xfrm>
              <a:off x="8971473" y="21097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7" name="pt49767"/>
            <p:cNvSpPr/>
            <p:nvPr/>
          </p:nvSpPr>
          <p:spPr>
            <a:xfrm>
              <a:off x="8782816" y="20701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8" name="pt49768"/>
            <p:cNvSpPr/>
            <p:nvPr/>
          </p:nvSpPr>
          <p:spPr>
            <a:xfrm>
              <a:off x="8689465" y="22717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9" name="pt49769"/>
            <p:cNvSpPr/>
            <p:nvPr/>
          </p:nvSpPr>
          <p:spPr>
            <a:xfrm>
              <a:off x="9047741" y="22244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0" name="pt49770"/>
            <p:cNvSpPr/>
            <p:nvPr/>
          </p:nvSpPr>
          <p:spPr>
            <a:xfrm>
              <a:off x="8550210" y="25247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1" name="pt49771"/>
            <p:cNvSpPr/>
            <p:nvPr/>
          </p:nvSpPr>
          <p:spPr>
            <a:xfrm>
              <a:off x="8679650" y="24908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2" name="pt49772"/>
            <p:cNvSpPr/>
            <p:nvPr/>
          </p:nvSpPr>
          <p:spPr>
            <a:xfrm>
              <a:off x="8312152" y="21982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3" name="pt49773"/>
            <p:cNvSpPr/>
            <p:nvPr/>
          </p:nvSpPr>
          <p:spPr>
            <a:xfrm>
              <a:off x="8868306" y="22038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4" name="pt49774"/>
            <p:cNvSpPr/>
            <p:nvPr/>
          </p:nvSpPr>
          <p:spPr>
            <a:xfrm>
              <a:off x="8878122" y="21713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5" name="pt49775"/>
            <p:cNvSpPr/>
            <p:nvPr/>
          </p:nvSpPr>
          <p:spPr>
            <a:xfrm>
              <a:off x="8947749" y="21195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6" name="pt49776"/>
            <p:cNvSpPr/>
            <p:nvPr/>
          </p:nvSpPr>
          <p:spPr>
            <a:xfrm>
              <a:off x="8907297" y="20910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7" name="pt49777"/>
            <p:cNvSpPr/>
            <p:nvPr/>
          </p:nvSpPr>
          <p:spPr>
            <a:xfrm>
              <a:off x="8788268" y="23077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8" name="pt49778"/>
            <p:cNvSpPr/>
            <p:nvPr/>
          </p:nvSpPr>
          <p:spPr>
            <a:xfrm>
              <a:off x="9077064" y="19894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9" name="pt49779"/>
            <p:cNvSpPr/>
            <p:nvPr/>
          </p:nvSpPr>
          <p:spPr>
            <a:xfrm>
              <a:off x="9104672" y="20653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0" name="pt49780"/>
            <p:cNvSpPr/>
            <p:nvPr/>
          </p:nvSpPr>
          <p:spPr>
            <a:xfrm>
              <a:off x="9054703" y="21275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1" name="pt49781"/>
            <p:cNvSpPr/>
            <p:nvPr/>
          </p:nvSpPr>
          <p:spPr>
            <a:xfrm>
              <a:off x="8961983" y="22700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2" name="pt49782"/>
            <p:cNvSpPr/>
            <p:nvPr/>
          </p:nvSpPr>
          <p:spPr>
            <a:xfrm>
              <a:off x="8846813" y="18327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3" name="pt49783"/>
            <p:cNvSpPr/>
            <p:nvPr/>
          </p:nvSpPr>
          <p:spPr>
            <a:xfrm>
              <a:off x="9123951" y="20189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4" name="pt49784"/>
            <p:cNvSpPr/>
            <p:nvPr/>
          </p:nvSpPr>
          <p:spPr>
            <a:xfrm>
              <a:off x="9208605" y="19334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5" name="pt49785"/>
            <p:cNvSpPr/>
            <p:nvPr/>
          </p:nvSpPr>
          <p:spPr>
            <a:xfrm>
              <a:off x="9010896" y="16875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6" name="pt49786"/>
            <p:cNvSpPr/>
            <p:nvPr/>
          </p:nvSpPr>
          <p:spPr>
            <a:xfrm>
              <a:off x="8731558" y="24122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7" name="pt49787"/>
            <p:cNvSpPr/>
            <p:nvPr/>
          </p:nvSpPr>
          <p:spPr>
            <a:xfrm>
              <a:off x="8312152" y="24441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8" name="pt49788"/>
            <p:cNvSpPr/>
            <p:nvPr/>
          </p:nvSpPr>
          <p:spPr>
            <a:xfrm>
              <a:off x="8887406" y="17972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9" name="pt49789"/>
            <p:cNvSpPr/>
            <p:nvPr/>
          </p:nvSpPr>
          <p:spPr>
            <a:xfrm>
              <a:off x="8793552" y="2124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0" name="pt49790"/>
            <p:cNvSpPr/>
            <p:nvPr/>
          </p:nvSpPr>
          <p:spPr>
            <a:xfrm>
              <a:off x="8939053" y="18834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1" name="pt49791"/>
            <p:cNvSpPr/>
            <p:nvPr/>
          </p:nvSpPr>
          <p:spPr>
            <a:xfrm>
              <a:off x="8861436" y="19960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2" name="pt49792"/>
            <p:cNvSpPr/>
            <p:nvPr/>
          </p:nvSpPr>
          <p:spPr>
            <a:xfrm>
              <a:off x="9007935" y="1979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3" name="pt49793"/>
            <p:cNvSpPr/>
            <p:nvPr/>
          </p:nvSpPr>
          <p:spPr>
            <a:xfrm>
              <a:off x="8932228" y="18899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4" name="pt49794"/>
            <p:cNvSpPr/>
            <p:nvPr/>
          </p:nvSpPr>
          <p:spPr>
            <a:xfrm>
              <a:off x="9118548" y="21796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5" name="pt49795"/>
            <p:cNvSpPr/>
            <p:nvPr/>
          </p:nvSpPr>
          <p:spPr>
            <a:xfrm>
              <a:off x="8500809" y="24714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6" name="pt49796"/>
            <p:cNvSpPr/>
            <p:nvPr/>
          </p:nvSpPr>
          <p:spPr>
            <a:xfrm>
              <a:off x="8500809" y="26199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7" name="pt49797"/>
            <p:cNvSpPr/>
            <p:nvPr/>
          </p:nvSpPr>
          <p:spPr>
            <a:xfrm>
              <a:off x="8808494" y="22148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8" name="pt49798"/>
            <p:cNvSpPr/>
            <p:nvPr/>
          </p:nvSpPr>
          <p:spPr>
            <a:xfrm>
              <a:off x="8839006" y="2136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9" name="pt49799"/>
            <p:cNvSpPr/>
            <p:nvPr/>
          </p:nvSpPr>
          <p:spPr>
            <a:xfrm>
              <a:off x="9185276" y="2284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0" name="pt49800"/>
            <p:cNvSpPr/>
            <p:nvPr/>
          </p:nvSpPr>
          <p:spPr>
            <a:xfrm>
              <a:off x="8793552" y="2091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1" name="pt49801"/>
            <p:cNvSpPr/>
            <p:nvPr/>
          </p:nvSpPr>
          <p:spPr>
            <a:xfrm>
              <a:off x="8312152" y="24703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2" name="pt49802"/>
            <p:cNvSpPr/>
            <p:nvPr/>
          </p:nvSpPr>
          <p:spPr>
            <a:xfrm>
              <a:off x="8707558" y="22064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3" name="pt49803"/>
            <p:cNvSpPr/>
            <p:nvPr/>
          </p:nvSpPr>
          <p:spPr>
            <a:xfrm>
              <a:off x="8945616" y="20579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4" name="pt49804"/>
            <p:cNvSpPr/>
            <p:nvPr/>
          </p:nvSpPr>
          <p:spPr>
            <a:xfrm>
              <a:off x="9073023" y="19517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5" name="pt49805"/>
            <p:cNvSpPr/>
            <p:nvPr/>
          </p:nvSpPr>
          <p:spPr>
            <a:xfrm>
              <a:off x="9278233" y="18954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6" name="pt49806"/>
            <p:cNvSpPr/>
            <p:nvPr/>
          </p:nvSpPr>
          <p:spPr>
            <a:xfrm>
              <a:off x="8381780" y="24873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7" name="pt49807"/>
            <p:cNvSpPr/>
            <p:nvPr/>
          </p:nvSpPr>
          <p:spPr>
            <a:xfrm>
              <a:off x="8945616" y="2093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8" name="pt49808"/>
            <p:cNvSpPr/>
            <p:nvPr/>
          </p:nvSpPr>
          <p:spPr>
            <a:xfrm>
              <a:off x="8381780" y="23123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9" name="pt49809"/>
            <p:cNvSpPr/>
            <p:nvPr/>
          </p:nvSpPr>
          <p:spPr>
            <a:xfrm>
              <a:off x="8817779" y="2145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0" name="pt49810"/>
            <p:cNvSpPr/>
            <p:nvPr/>
          </p:nvSpPr>
          <p:spPr>
            <a:xfrm>
              <a:off x="9259278" y="20375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1" name="pt49811"/>
            <p:cNvSpPr/>
            <p:nvPr/>
          </p:nvSpPr>
          <p:spPr>
            <a:xfrm>
              <a:off x="8864906" y="19149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2" name="pt49812"/>
            <p:cNvSpPr/>
            <p:nvPr/>
          </p:nvSpPr>
          <p:spPr>
            <a:xfrm>
              <a:off x="9509103" y="20082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3" name="pt49813"/>
            <p:cNvSpPr/>
            <p:nvPr/>
          </p:nvSpPr>
          <p:spPr>
            <a:xfrm>
              <a:off x="9187390" y="22851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4" name="pt49814"/>
            <p:cNvSpPr/>
            <p:nvPr/>
          </p:nvSpPr>
          <p:spPr>
            <a:xfrm>
              <a:off x="8738867" y="21705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5" name="pt49815"/>
            <p:cNvSpPr/>
            <p:nvPr/>
          </p:nvSpPr>
          <p:spPr>
            <a:xfrm>
              <a:off x="9052414" y="2235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6" name="pt49816"/>
            <p:cNvSpPr/>
            <p:nvPr/>
          </p:nvSpPr>
          <p:spPr>
            <a:xfrm>
              <a:off x="8890393" y="19482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7" name="pt49817"/>
            <p:cNvSpPr/>
            <p:nvPr/>
          </p:nvSpPr>
          <p:spPr>
            <a:xfrm>
              <a:off x="9356998" y="20658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8" name="pt49818"/>
            <p:cNvSpPr/>
            <p:nvPr/>
          </p:nvSpPr>
          <p:spPr>
            <a:xfrm>
              <a:off x="8961983" y="21010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9" name="pt49819"/>
            <p:cNvSpPr/>
            <p:nvPr/>
          </p:nvSpPr>
          <p:spPr>
            <a:xfrm>
              <a:off x="9087709" y="19801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0" name="pt49820"/>
            <p:cNvSpPr/>
            <p:nvPr/>
          </p:nvSpPr>
          <p:spPr>
            <a:xfrm>
              <a:off x="8932228" y="18992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1" name="pt49821"/>
            <p:cNvSpPr/>
            <p:nvPr/>
          </p:nvSpPr>
          <p:spPr>
            <a:xfrm>
              <a:off x="9079049" y="1990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2" name="pt49822"/>
            <p:cNvSpPr/>
            <p:nvPr/>
          </p:nvSpPr>
          <p:spPr>
            <a:xfrm>
              <a:off x="9501180" y="22375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3" name="pt49823"/>
            <p:cNvSpPr/>
            <p:nvPr/>
          </p:nvSpPr>
          <p:spPr>
            <a:xfrm>
              <a:off x="8381780" y="24581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4" name="pt49824"/>
            <p:cNvSpPr/>
            <p:nvPr/>
          </p:nvSpPr>
          <p:spPr>
            <a:xfrm>
              <a:off x="8943456" y="18925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5" name="pt49825"/>
            <p:cNvSpPr/>
            <p:nvPr/>
          </p:nvSpPr>
          <p:spPr>
            <a:xfrm>
              <a:off x="9054703" y="21032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6" name="pt49826"/>
            <p:cNvSpPr/>
            <p:nvPr/>
          </p:nvSpPr>
          <p:spPr>
            <a:xfrm>
              <a:off x="8469500" y="24601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7" name="pt49827"/>
            <p:cNvSpPr/>
            <p:nvPr/>
          </p:nvSpPr>
          <p:spPr>
            <a:xfrm>
              <a:off x="8887406" y="15391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8" name="pt49828"/>
            <p:cNvSpPr/>
            <p:nvPr/>
          </p:nvSpPr>
          <p:spPr>
            <a:xfrm>
              <a:off x="9104672" y="21540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9" name="pt49829"/>
            <p:cNvSpPr/>
            <p:nvPr/>
          </p:nvSpPr>
          <p:spPr>
            <a:xfrm>
              <a:off x="9584728" y="22559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0" name="pt49830"/>
            <p:cNvSpPr/>
            <p:nvPr/>
          </p:nvSpPr>
          <p:spPr>
            <a:xfrm>
              <a:off x="8469500" y="25504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1" name="pt49831"/>
            <p:cNvSpPr/>
            <p:nvPr/>
          </p:nvSpPr>
          <p:spPr>
            <a:xfrm>
              <a:off x="8934533" y="18952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2" name="pt49832"/>
            <p:cNvSpPr/>
            <p:nvPr/>
          </p:nvSpPr>
          <p:spPr>
            <a:xfrm>
              <a:off x="8658156" y="24587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3" name="pt49833"/>
            <p:cNvSpPr/>
            <p:nvPr/>
          </p:nvSpPr>
          <p:spPr>
            <a:xfrm>
              <a:off x="8570436" y="24821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4" name="pt49834"/>
            <p:cNvSpPr/>
            <p:nvPr/>
          </p:nvSpPr>
          <p:spPr>
            <a:xfrm>
              <a:off x="8689465" y="24265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5" name="pt49835"/>
            <p:cNvSpPr/>
            <p:nvPr/>
          </p:nvSpPr>
          <p:spPr>
            <a:xfrm>
              <a:off x="8989011" y="20069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6" name="pt49836"/>
            <p:cNvSpPr/>
            <p:nvPr/>
          </p:nvSpPr>
          <p:spPr>
            <a:xfrm>
              <a:off x="8500809" y="2652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7" name="pt49837"/>
            <p:cNvSpPr/>
            <p:nvPr/>
          </p:nvSpPr>
          <p:spPr>
            <a:xfrm>
              <a:off x="9474060" y="23083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8" name="pt49838"/>
            <p:cNvSpPr/>
            <p:nvPr/>
          </p:nvSpPr>
          <p:spPr>
            <a:xfrm>
              <a:off x="8431181" y="24561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9" name="pt49839"/>
            <p:cNvSpPr/>
            <p:nvPr/>
          </p:nvSpPr>
          <p:spPr>
            <a:xfrm>
              <a:off x="8689465" y="25481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0" name="pt49840"/>
            <p:cNvSpPr/>
            <p:nvPr/>
          </p:nvSpPr>
          <p:spPr>
            <a:xfrm>
              <a:off x="8715936" y="22477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1" name="pt49841"/>
            <p:cNvSpPr/>
            <p:nvPr/>
          </p:nvSpPr>
          <p:spPr>
            <a:xfrm>
              <a:off x="9780637" y="26592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2" name="pt49842"/>
            <p:cNvSpPr/>
            <p:nvPr/>
          </p:nvSpPr>
          <p:spPr>
            <a:xfrm>
              <a:off x="9199552" y="18731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3" name="pt49843"/>
            <p:cNvSpPr/>
            <p:nvPr/>
          </p:nvSpPr>
          <p:spPr>
            <a:xfrm>
              <a:off x="8793552" y="22384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4" name="pt49844"/>
            <p:cNvSpPr/>
            <p:nvPr/>
          </p:nvSpPr>
          <p:spPr>
            <a:xfrm>
              <a:off x="8312152" y="24104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5" name="pt49845"/>
            <p:cNvSpPr/>
            <p:nvPr/>
          </p:nvSpPr>
          <p:spPr>
            <a:xfrm>
              <a:off x="8949856" y="21678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6" name="pt49846"/>
            <p:cNvSpPr/>
            <p:nvPr/>
          </p:nvSpPr>
          <p:spPr>
            <a:xfrm>
              <a:off x="8381780" y="22739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7" name="pt49847"/>
            <p:cNvSpPr/>
            <p:nvPr/>
          </p:nvSpPr>
          <p:spPr>
            <a:xfrm>
              <a:off x="8604896" y="21628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8" name="pt49848"/>
            <p:cNvSpPr/>
            <p:nvPr/>
          </p:nvSpPr>
          <p:spPr>
            <a:xfrm>
              <a:off x="9636399" y="19707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9" name="pt49849"/>
            <p:cNvSpPr/>
            <p:nvPr/>
          </p:nvSpPr>
          <p:spPr>
            <a:xfrm>
              <a:off x="9283113" y="19322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0" name="pt49850"/>
            <p:cNvSpPr/>
            <p:nvPr/>
          </p:nvSpPr>
          <p:spPr>
            <a:xfrm>
              <a:off x="8550210" y="26351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1" name="pt49851"/>
            <p:cNvSpPr/>
            <p:nvPr/>
          </p:nvSpPr>
          <p:spPr>
            <a:xfrm>
              <a:off x="9100368" y="20987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2" name="pt49852"/>
            <p:cNvSpPr/>
            <p:nvPr/>
          </p:nvSpPr>
          <p:spPr>
            <a:xfrm>
              <a:off x="8500809" y="25908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3" name="pt49853"/>
            <p:cNvSpPr/>
            <p:nvPr/>
          </p:nvSpPr>
          <p:spPr>
            <a:xfrm>
              <a:off x="8431181" y="27553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4" name="pt49854"/>
            <p:cNvSpPr/>
            <p:nvPr/>
          </p:nvSpPr>
          <p:spPr>
            <a:xfrm>
              <a:off x="8982209" y="20856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5" name="pt49855"/>
            <p:cNvSpPr/>
            <p:nvPr/>
          </p:nvSpPr>
          <p:spPr>
            <a:xfrm>
              <a:off x="8381780" y="22100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6" name="pt49856"/>
            <p:cNvSpPr/>
            <p:nvPr/>
          </p:nvSpPr>
          <p:spPr>
            <a:xfrm>
              <a:off x="9304571" y="21478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7" name="pt49857"/>
            <p:cNvSpPr/>
            <p:nvPr/>
          </p:nvSpPr>
          <p:spPr>
            <a:xfrm>
              <a:off x="8947749" y="21426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8" name="pt49858"/>
            <p:cNvSpPr/>
            <p:nvPr/>
          </p:nvSpPr>
          <p:spPr>
            <a:xfrm>
              <a:off x="9071998" y="17158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9" name="pt49859"/>
            <p:cNvSpPr/>
            <p:nvPr/>
          </p:nvSpPr>
          <p:spPr>
            <a:xfrm>
              <a:off x="9423467" y="19590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0" name="pt49860"/>
            <p:cNvSpPr/>
            <p:nvPr/>
          </p:nvSpPr>
          <p:spPr>
            <a:xfrm>
              <a:off x="8901845" y="21993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1" name="pt49861"/>
            <p:cNvSpPr/>
            <p:nvPr/>
          </p:nvSpPr>
          <p:spPr>
            <a:xfrm>
              <a:off x="9213636" y="19129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2" name="pt49862"/>
            <p:cNvSpPr/>
            <p:nvPr/>
          </p:nvSpPr>
          <p:spPr>
            <a:xfrm>
              <a:off x="9404531" y="17472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3" name="pt49863"/>
            <p:cNvSpPr/>
            <p:nvPr/>
          </p:nvSpPr>
          <p:spPr>
            <a:xfrm>
              <a:off x="8961983" y="23167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4" name="pt49864"/>
            <p:cNvSpPr/>
            <p:nvPr/>
          </p:nvSpPr>
          <p:spPr>
            <a:xfrm>
              <a:off x="9322929" y="20360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5" name="pt49865"/>
            <p:cNvSpPr/>
            <p:nvPr/>
          </p:nvSpPr>
          <p:spPr>
            <a:xfrm>
              <a:off x="8312152" y="24138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6" name="pt49866"/>
            <p:cNvSpPr/>
            <p:nvPr/>
          </p:nvSpPr>
          <p:spPr>
            <a:xfrm>
              <a:off x="9308507" y="22124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7" name="pt49867"/>
            <p:cNvSpPr/>
            <p:nvPr/>
          </p:nvSpPr>
          <p:spPr>
            <a:xfrm>
              <a:off x="8738867" y="22561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8" name="pt49868"/>
            <p:cNvSpPr/>
            <p:nvPr/>
          </p:nvSpPr>
          <p:spPr>
            <a:xfrm>
              <a:off x="8782816" y="21992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9" name="pt49869"/>
            <p:cNvSpPr/>
            <p:nvPr/>
          </p:nvSpPr>
          <p:spPr>
            <a:xfrm>
              <a:off x="8431181" y="24266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0" name="pt49870"/>
            <p:cNvSpPr/>
            <p:nvPr/>
          </p:nvSpPr>
          <p:spPr>
            <a:xfrm>
              <a:off x="8793552" y="22473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1" name="pt49871"/>
            <p:cNvSpPr/>
            <p:nvPr/>
          </p:nvSpPr>
          <p:spPr>
            <a:xfrm>
              <a:off x="9056963" y="2138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2" name="pt49872"/>
            <p:cNvSpPr/>
            <p:nvPr/>
          </p:nvSpPr>
          <p:spPr>
            <a:xfrm>
              <a:off x="9097733" y="19599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3" name="pt49873"/>
            <p:cNvSpPr/>
            <p:nvPr/>
          </p:nvSpPr>
          <p:spPr>
            <a:xfrm>
              <a:off x="9242219" y="20770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4" name="pt49874"/>
            <p:cNvSpPr/>
            <p:nvPr/>
          </p:nvSpPr>
          <p:spPr>
            <a:xfrm>
              <a:off x="8941268" y="19865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5" name="pt49875"/>
            <p:cNvSpPr/>
            <p:nvPr/>
          </p:nvSpPr>
          <p:spPr>
            <a:xfrm>
              <a:off x="8961983" y="22156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6" name="pt49876"/>
            <p:cNvSpPr/>
            <p:nvPr/>
          </p:nvSpPr>
          <p:spPr>
            <a:xfrm>
              <a:off x="9594370" y="24749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7" name="pt49877"/>
            <p:cNvSpPr/>
            <p:nvPr/>
          </p:nvSpPr>
          <p:spPr>
            <a:xfrm>
              <a:off x="8570436" y="25002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8" name="pt49878"/>
            <p:cNvSpPr/>
            <p:nvPr/>
          </p:nvSpPr>
          <p:spPr>
            <a:xfrm>
              <a:off x="8976925" y="2227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9" name="pt49879"/>
            <p:cNvSpPr/>
            <p:nvPr/>
          </p:nvSpPr>
          <p:spPr>
            <a:xfrm>
              <a:off x="8381780" y="24290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0" name="pt49880"/>
            <p:cNvSpPr/>
            <p:nvPr/>
          </p:nvSpPr>
          <p:spPr>
            <a:xfrm>
              <a:off x="8738867" y="16053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1" name="pt49881"/>
            <p:cNvSpPr/>
            <p:nvPr/>
          </p:nvSpPr>
          <p:spPr>
            <a:xfrm>
              <a:off x="8765338" y="19848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2" name="pt49882"/>
            <p:cNvSpPr/>
            <p:nvPr/>
          </p:nvSpPr>
          <p:spPr>
            <a:xfrm>
              <a:off x="8861436" y="22115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3" name="pt49883"/>
            <p:cNvSpPr/>
            <p:nvPr/>
          </p:nvSpPr>
          <p:spPr>
            <a:xfrm>
              <a:off x="8381780" y="24294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4" name="pt49884"/>
            <p:cNvSpPr/>
            <p:nvPr/>
          </p:nvSpPr>
          <p:spPr>
            <a:xfrm>
              <a:off x="8646309" y="2487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5" name="pt49885"/>
            <p:cNvSpPr/>
            <p:nvPr/>
          </p:nvSpPr>
          <p:spPr>
            <a:xfrm>
              <a:off x="8312152" y="23349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6" name="pt49886"/>
            <p:cNvSpPr/>
            <p:nvPr/>
          </p:nvSpPr>
          <p:spPr>
            <a:xfrm>
              <a:off x="9266385" y="16501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7" name="pt49887"/>
            <p:cNvSpPr/>
            <p:nvPr/>
          </p:nvSpPr>
          <p:spPr>
            <a:xfrm>
              <a:off x="8723925" y="22905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8" name="pt49888"/>
            <p:cNvSpPr/>
            <p:nvPr/>
          </p:nvSpPr>
          <p:spPr>
            <a:xfrm>
              <a:off x="8669239" y="24769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9" name="pt49889"/>
            <p:cNvSpPr/>
            <p:nvPr/>
          </p:nvSpPr>
          <p:spPr>
            <a:xfrm>
              <a:off x="9034193" y="18056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0" name="pt49890"/>
            <p:cNvSpPr/>
            <p:nvPr/>
          </p:nvSpPr>
          <p:spPr>
            <a:xfrm>
              <a:off x="9067835" y="18207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1" name="pt49891"/>
            <p:cNvSpPr/>
            <p:nvPr/>
          </p:nvSpPr>
          <p:spPr>
            <a:xfrm>
              <a:off x="8927523" y="18489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2" name="pt49892"/>
            <p:cNvSpPr/>
            <p:nvPr/>
          </p:nvSpPr>
          <p:spPr>
            <a:xfrm>
              <a:off x="8679650" y="24948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3" name="pt49893"/>
            <p:cNvSpPr/>
            <p:nvPr/>
          </p:nvSpPr>
          <p:spPr>
            <a:xfrm>
              <a:off x="8431181" y="26417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4" name="pt49894"/>
            <p:cNvSpPr/>
            <p:nvPr/>
          </p:nvSpPr>
          <p:spPr>
            <a:xfrm>
              <a:off x="9564411" y="21812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5" name="pt49895"/>
            <p:cNvSpPr/>
            <p:nvPr/>
          </p:nvSpPr>
          <p:spPr>
            <a:xfrm>
              <a:off x="8715936" y="20295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6" name="pt49896"/>
            <p:cNvSpPr/>
            <p:nvPr/>
          </p:nvSpPr>
          <p:spPr>
            <a:xfrm>
              <a:off x="8431181" y="24926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7" name="pt49897"/>
            <p:cNvSpPr/>
            <p:nvPr/>
          </p:nvSpPr>
          <p:spPr>
            <a:xfrm>
              <a:off x="9001856" y="20688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8" name="pt49898"/>
            <p:cNvSpPr/>
            <p:nvPr/>
          </p:nvSpPr>
          <p:spPr>
            <a:xfrm>
              <a:off x="8550210" y="23794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9" name="pt49899"/>
            <p:cNvSpPr/>
            <p:nvPr/>
          </p:nvSpPr>
          <p:spPr>
            <a:xfrm>
              <a:off x="8731558" y="22297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0" name="pt49900"/>
            <p:cNvSpPr/>
            <p:nvPr/>
          </p:nvSpPr>
          <p:spPr>
            <a:xfrm>
              <a:off x="8619838" y="22595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1" name="pt49901"/>
            <p:cNvSpPr/>
            <p:nvPr/>
          </p:nvSpPr>
          <p:spPr>
            <a:xfrm>
              <a:off x="8679650" y="23729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2" name="pt49902"/>
            <p:cNvSpPr/>
            <p:nvPr/>
          </p:nvSpPr>
          <p:spPr>
            <a:xfrm>
              <a:off x="8956027" y="21770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3" name="pt49903"/>
            <p:cNvSpPr/>
            <p:nvPr/>
          </p:nvSpPr>
          <p:spPr>
            <a:xfrm>
              <a:off x="9247109" y="2031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4" name="pt49904"/>
            <p:cNvSpPr/>
            <p:nvPr/>
          </p:nvSpPr>
          <p:spPr>
            <a:xfrm>
              <a:off x="9037995" y="16699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5" name="pt49905"/>
            <p:cNvSpPr/>
            <p:nvPr/>
          </p:nvSpPr>
          <p:spPr>
            <a:xfrm>
              <a:off x="9120109" y="21928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6" name="pt49906"/>
            <p:cNvSpPr/>
            <p:nvPr/>
          </p:nvSpPr>
          <p:spPr>
            <a:xfrm>
              <a:off x="8846813" y="20942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7" name="pt49907"/>
            <p:cNvSpPr/>
            <p:nvPr/>
          </p:nvSpPr>
          <p:spPr>
            <a:xfrm>
              <a:off x="8982209" y="20417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8" name="pt49908"/>
            <p:cNvSpPr/>
            <p:nvPr/>
          </p:nvSpPr>
          <p:spPr>
            <a:xfrm>
              <a:off x="9056963" y="21047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9" name="pt49909"/>
            <p:cNvSpPr/>
            <p:nvPr/>
          </p:nvSpPr>
          <p:spPr>
            <a:xfrm>
              <a:off x="8469500" y="24246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0" name="pt49910"/>
            <p:cNvSpPr/>
            <p:nvPr/>
          </p:nvSpPr>
          <p:spPr>
            <a:xfrm>
              <a:off x="8658156" y="2360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1" name="pt49911"/>
            <p:cNvSpPr/>
            <p:nvPr/>
          </p:nvSpPr>
          <p:spPr>
            <a:xfrm>
              <a:off x="9525110" y="17329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2" name="pt49912"/>
            <p:cNvSpPr/>
            <p:nvPr/>
          </p:nvSpPr>
          <p:spPr>
            <a:xfrm>
              <a:off x="9680997" y="23091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3" name="pt49913"/>
            <p:cNvSpPr/>
            <p:nvPr/>
          </p:nvSpPr>
          <p:spPr>
            <a:xfrm>
              <a:off x="8912581" y="2116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4" name="pt49914"/>
            <p:cNvSpPr/>
            <p:nvPr/>
          </p:nvSpPr>
          <p:spPr>
            <a:xfrm>
              <a:off x="9184210" y="22657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5" name="pt49915"/>
            <p:cNvSpPr/>
            <p:nvPr/>
          </p:nvSpPr>
          <p:spPr>
            <a:xfrm>
              <a:off x="8793552" y="22040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6" name="pt49916"/>
            <p:cNvSpPr/>
            <p:nvPr/>
          </p:nvSpPr>
          <p:spPr>
            <a:xfrm>
              <a:off x="9215429" y="19860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7" name="pt49917"/>
            <p:cNvSpPr/>
            <p:nvPr/>
          </p:nvSpPr>
          <p:spPr>
            <a:xfrm>
              <a:off x="8963923" y="22747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8" name="pt49918"/>
            <p:cNvSpPr/>
            <p:nvPr/>
          </p:nvSpPr>
          <p:spPr>
            <a:xfrm>
              <a:off x="8381780" y="23480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9" name="pt49919"/>
            <p:cNvSpPr/>
            <p:nvPr/>
          </p:nvSpPr>
          <p:spPr>
            <a:xfrm>
              <a:off x="8550210" y="24556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0" name="pt49920"/>
            <p:cNvSpPr/>
            <p:nvPr/>
          </p:nvSpPr>
          <p:spPr>
            <a:xfrm>
              <a:off x="8932228" y="19618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1" name="pt49921"/>
            <p:cNvSpPr/>
            <p:nvPr/>
          </p:nvSpPr>
          <p:spPr>
            <a:xfrm>
              <a:off x="9633844" y="20321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2" name="pt49922"/>
            <p:cNvSpPr/>
            <p:nvPr/>
          </p:nvSpPr>
          <p:spPr>
            <a:xfrm>
              <a:off x="9360483" y="20487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3" name="pt49923"/>
            <p:cNvSpPr/>
            <p:nvPr/>
          </p:nvSpPr>
          <p:spPr>
            <a:xfrm>
              <a:off x="9474060" y="22896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4" name="pt49924"/>
            <p:cNvSpPr/>
            <p:nvPr/>
          </p:nvSpPr>
          <p:spPr>
            <a:xfrm>
              <a:off x="9142651" y="21040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5" name="pt49925"/>
            <p:cNvSpPr/>
            <p:nvPr/>
          </p:nvSpPr>
          <p:spPr>
            <a:xfrm>
              <a:off x="9088645" y="19414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6" name="pt49926"/>
            <p:cNvSpPr/>
            <p:nvPr/>
          </p:nvSpPr>
          <p:spPr>
            <a:xfrm>
              <a:off x="8604896" y="22797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7" name="pt49927"/>
            <p:cNvSpPr/>
            <p:nvPr/>
          </p:nvSpPr>
          <p:spPr>
            <a:xfrm>
              <a:off x="9087709" y="19866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8" name="pt49928"/>
            <p:cNvSpPr/>
            <p:nvPr/>
          </p:nvSpPr>
          <p:spPr>
            <a:xfrm>
              <a:off x="9047741" y="20390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9" name="pt49929"/>
            <p:cNvSpPr/>
            <p:nvPr/>
          </p:nvSpPr>
          <p:spPr>
            <a:xfrm>
              <a:off x="9326470" y="22058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0" name="pt49930"/>
            <p:cNvSpPr/>
            <p:nvPr/>
          </p:nvSpPr>
          <p:spPr>
            <a:xfrm>
              <a:off x="8431181" y="22623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1" name="pt49931"/>
            <p:cNvSpPr/>
            <p:nvPr/>
          </p:nvSpPr>
          <p:spPr>
            <a:xfrm>
              <a:off x="8669239" y="22572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2" name="pt49932"/>
            <p:cNvSpPr/>
            <p:nvPr/>
          </p:nvSpPr>
          <p:spPr>
            <a:xfrm>
              <a:off x="8679650" y="25107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3" name="pt49933"/>
            <p:cNvSpPr/>
            <p:nvPr/>
          </p:nvSpPr>
          <p:spPr>
            <a:xfrm>
              <a:off x="9576430" y="19259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4" name="pt49934"/>
            <p:cNvSpPr/>
            <p:nvPr/>
          </p:nvSpPr>
          <p:spPr>
            <a:xfrm>
              <a:off x="8723925" y="20657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5" name="pt49935"/>
            <p:cNvSpPr/>
            <p:nvPr/>
          </p:nvSpPr>
          <p:spPr>
            <a:xfrm>
              <a:off x="9413347" y="20215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6" name="pt49936"/>
            <p:cNvSpPr/>
            <p:nvPr/>
          </p:nvSpPr>
          <p:spPr>
            <a:xfrm>
              <a:off x="9123951" y="20153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7" name="pt49937"/>
            <p:cNvSpPr/>
            <p:nvPr/>
          </p:nvSpPr>
          <p:spPr>
            <a:xfrm>
              <a:off x="9226651" y="19817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8" name="pt49938"/>
            <p:cNvSpPr/>
            <p:nvPr/>
          </p:nvSpPr>
          <p:spPr>
            <a:xfrm>
              <a:off x="8646309" y="24059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9" name="pt49939"/>
            <p:cNvSpPr/>
            <p:nvPr/>
          </p:nvSpPr>
          <p:spPr>
            <a:xfrm>
              <a:off x="9079049" y="19924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0" name="pt49940"/>
            <p:cNvSpPr/>
            <p:nvPr/>
          </p:nvSpPr>
          <p:spPr>
            <a:xfrm>
              <a:off x="9321732" y="20156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1" name="pt49941"/>
            <p:cNvSpPr/>
            <p:nvPr/>
          </p:nvSpPr>
          <p:spPr>
            <a:xfrm>
              <a:off x="9286390" y="1980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2" name="pt49942"/>
            <p:cNvSpPr/>
            <p:nvPr/>
          </p:nvSpPr>
          <p:spPr>
            <a:xfrm>
              <a:off x="8793552" y="22644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3" name="pt49943"/>
            <p:cNvSpPr/>
            <p:nvPr/>
          </p:nvSpPr>
          <p:spPr>
            <a:xfrm>
              <a:off x="8431181" y="24775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4" name="pt49944"/>
            <p:cNvSpPr/>
            <p:nvPr/>
          </p:nvSpPr>
          <p:spPr>
            <a:xfrm>
              <a:off x="8588529" y="22742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5" name="pt49945"/>
            <p:cNvSpPr/>
            <p:nvPr/>
          </p:nvSpPr>
          <p:spPr>
            <a:xfrm>
              <a:off x="8633583" y="20367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6" name="pt49946"/>
            <p:cNvSpPr/>
            <p:nvPr/>
          </p:nvSpPr>
          <p:spPr>
            <a:xfrm>
              <a:off x="9044150" y="1728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7" name="pt49947"/>
            <p:cNvSpPr/>
            <p:nvPr/>
          </p:nvSpPr>
          <p:spPr>
            <a:xfrm>
              <a:off x="9076063" y="20705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8" name="pt49948"/>
            <p:cNvSpPr/>
            <p:nvPr/>
          </p:nvSpPr>
          <p:spPr>
            <a:xfrm>
              <a:off x="9010896" y="14638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9" name="pt49949"/>
            <p:cNvSpPr/>
            <p:nvPr/>
          </p:nvSpPr>
          <p:spPr>
            <a:xfrm>
              <a:off x="8312152" y="24591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0" name="pt49950"/>
            <p:cNvSpPr/>
            <p:nvPr/>
          </p:nvSpPr>
          <p:spPr>
            <a:xfrm>
              <a:off x="8842954" y="20741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1" name="pt49951"/>
            <p:cNvSpPr/>
            <p:nvPr/>
          </p:nvSpPr>
          <p:spPr>
            <a:xfrm>
              <a:off x="9052414" y="2238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2" name="pt49952"/>
            <p:cNvSpPr/>
            <p:nvPr/>
          </p:nvSpPr>
          <p:spPr>
            <a:xfrm>
              <a:off x="9124709" y="21280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3" name="pt49953"/>
            <p:cNvSpPr/>
            <p:nvPr/>
          </p:nvSpPr>
          <p:spPr>
            <a:xfrm>
              <a:off x="8707558" y="21636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4" name="pt49954"/>
            <p:cNvSpPr/>
            <p:nvPr/>
          </p:nvSpPr>
          <p:spPr>
            <a:xfrm>
              <a:off x="8782816" y="20902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5" name="pt49955"/>
            <p:cNvSpPr/>
            <p:nvPr/>
          </p:nvSpPr>
          <p:spPr>
            <a:xfrm>
              <a:off x="9123951" y="20339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6" name="pt49956"/>
            <p:cNvSpPr/>
            <p:nvPr/>
          </p:nvSpPr>
          <p:spPr>
            <a:xfrm>
              <a:off x="8927523" y="19173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7" name="pt49957"/>
            <p:cNvSpPr/>
            <p:nvPr/>
          </p:nvSpPr>
          <p:spPr>
            <a:xfrm>
              <a:off x="9007935" y="17644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8" name="pt49958"/>
            <p:cNvSpPr/>
            <p:nvPr/>
          </p:nvSpPr>
          <p:spPr>
            <a:xfrm>
              <a:off x="9562708" y="21040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9" name="pt49959"/>
            <p:cNvSpPr/>
            <p:nvPr/>
          </p:nvSpPr>
          <p:spPr>
            <a:xfrm>
              <a:off x="8934533" y="19089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0" name="pt49960"/>
            <p:cNvSpPr/>
            <p:nvPr/>
          </p:nvSpPr>
          <p:spPr>
            <a:xfrm>
              <a:off x="8550210" y="2515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1" name="pt49961"/>
            <p:cNvSpPr/>
            <p:nvPr/>
          </p:nvSpPr>
          <p:spPr>
            <a:xfrm>
              <a:off x="9319557" y="20695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2" name="pt49962"/>
            <p:cNvSpPr/>
            <p:nvPr/>
          </p:nvSpPr>
          <p:spPr>
            <a:xfrm>
              <a:off x="8978704" y="20115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3" name="pt49963"/>
            <p:cNvSpPr/>
            <p:nvPr/>
          </p:nvSpPr>
          <p:spPr>
            <a:xfrm>
              <a:off x="8861436" y="20322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4" name="pt49964"/>
            <p:cNvSpPr/>
            <p:nvPr/>
          </p:nvSpPr>
          <p:spPr>
            <a:xfrm>
              <a:off x="9436013" y="21972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5" name="pt49965"/>
            <p:cNvSpPr/>
            <p:nvPr/>
          </p:nvSpPr>
          <p:spPr>
            <a:xfrm>
              <a:off x="9482363" y="23078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6" name="pt49966"/>
            <p:cNvSpPr/>
            <p:nvPr/>
          </p:nvSpPr>
          <p:spPr>
            <a:xfrm>
              <a:off x="9169122" y="19448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7" name="pt49967"/>
            <p:cNvSpPr/>
            <p:nvPr/>
          </p:nvSpPr>
          <p:spPr>
            <a:xfrm>
              <a:off x="8669239" y="2069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8" name="pt49968"/>
            <p:cNvSpPr/>
            <p:nvPr/>
          </p:nvSpPr>
          <p:spPr>
            <a:xfrm>
              <a:off x="9052414" y="2270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9" name="pt49969"/>
            <p:cNvSpPr/>
            <p:nvPr/>
          </p:nvSpPr>
          <p:spPr>
            <a:xfrm>
              <a:off x="8874912" y="22939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0" name="pt49970"/>
            <p:cNvSpPr/>
            <p:nvPr/>
          </p:nvSpPr>
          <p:spPr>
            <a:xfrm>
              <a:off x="8679650" y="24980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1" name="pt49971"/>
            <p:cNvSpPr/>
            <p:nvPr/>
          </p:nvSpPr>
          <p:spPr>
            <a:xfrm>
              <a:off x="8861436" y="21970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2" name="pt49972"/>
            <p:cNvSpPr/>
            <p:nvPr/>
          </p:nvSpPr>
          <p:spPr>
            <a:xfrm>
              <a:off x="9111342" y="21085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3" name="pt49973"/>
            <p:cNvSpPr/>
            <p:nvPr/>
          </p:nvSpPr>
          <p:spPr>
            <a:xfrm>
              <a:off x="8782816" y="21217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4" name="pt49974"/>
            <p:cNvSpPr/>
            <p:nvPr/>
          </p:nvSpPr>
          <p:spPr>
            <a:xfrm>
              <a:off x="8633583" y="21954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5" name="pt49975"/>
            <p:cNvSpPr/>
            <p:nvPr/>
          </p:nvSpPr>
          <p:spPr>
            <a:xfrm>
              <a:off x="8939053" y="19540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6" name="pt49976"/>
            <p:cNvSpPr/>
            <p:nvPr/>
          </p:nvSpPr>
          <p:spPr>
            <a:xfrm>
              <a:off x="8917708" y="19901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7" name="pt49977"/>
            <p:cNvSpPr/>
            <p:nvPr/>
          </p:nvSpPr>
          <p:spPr>
            <a:xfrm>
              <a:off x="8550210" y="24972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8" name="pt49978"/>
            <p:cNvSpPr/>
            <p:nvPr/>
          </p:nvSpPr>
          <p:spPr>
            <a:xfrm>
              <a:off x="8961983" y="22533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9" name="pt49979"/>
            <p:cNvSpPr/>
            <p:nvPr/>
          </p:nvSpPr>
          <p:spPr>
            <a:xfrm>
              <a:off x="9091423" y="1750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0" name="pt49980"/>
            <p:cNvSpPr/>
            <p:nvPr/>
          </p:nvSpPr>
          <p:spPr>
            <a:xfrm>
              <a:off x="8588529" y="22360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1" name="pt49981"/>
            <p:cNvSpPr/>
            <p:nvPr/>
          </p:nvSpPr>
          <p:spPr>
            <a:xfrm>
              <a:off x="9088645" y="19466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2" name="pt49982"/>
            <p:cNvSpPr/>
            <p:nvPr/>
          </p:nvSpPr>
          <p:spPr>
            <a:xfrm>
              <a:off x="9642404" y="23808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3" name="pt49983"/>
            <p:cNvSpPr/>
            <p:nvPr/>
          </p:nvSpPr>
          <p:spPr>
            <a:xfrm>
              <a:off x="9184210" y="21643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4" name="pt49984"/>
            <p:cNvSpPr/>
            <p:nvPr/>
          </p:nvSpPr>
          <p:spPr>
            <a:xfrm>
              <a:off x="8500809" y="26454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5" name="pt49985"/>
            <p:cNvSpPr/>
            <p:nvPr/>
          </p:nvSpPr>
          <p:spPr>
            <a:xfrm>
              <a:off x="8834965" y="22083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6" name="pt49986"/>
            <p:cNvSpPr/>
            <p:nvPr/>
          </p:nvSpPr>
          <p:spPr>
            <a:xfrm>
              <a:off x="9654477" y="18525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7" name="pt49987"/>
            <p:cNvSpPr/>
            <p:nvPr/>
          </p:nvSpPr>
          <p:spPr>
            <a:xfrm>
              <a:off x="9237969" y="1870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8" name="pt49988"/>
            <p:cNvSpPr/>
            <p:nvPr/>
          </p:nvSpPr>
          <p:spPr>
            <a:xfrm>
              <a:off x="8963923" y="21813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9" name="pt49989"/>
            <p:cNvSpPr/>
            <p:nvPr/>
          </p:nvSpPr>
          <p:spPr>
            <a:xfrm>
              <a:off x="9116180" y="2010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0" name="pt49990"/>
            <p:cNvSpPr/>
            <p:nvPr/>
          </p:nvSpPr>
          <p:spPr>
            <a:xfrm>
              <a:off x="9208605" y="19800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1" name="pt49991"/>
            <p:cNvSpPr/>
            <p:nvPr/>
          </p:nvSpPr>
          <p:spPr>
            <a:xfrm>
              <a:off x="9100368" y="22240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2" name="pt49992"/>
            <p:cNvSpPr/>
            <p:nvPr/>
          </p:nvSpPr>
          <p:spPr>
            <a:xfrm>
              <a:off x="9046552" y="19527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3" name="pt49993"/>
            <p:cNvSpPr/>
            <p:nvPr/>
          </p:nvSpPr>
          <p:spPr>
            <a:xfrm>
              <a:off x="9073023" y="20028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4" name="pt49994"/>
            <p:cNvSpPr/>
            <p:nvPr/>
          </p:nvSpPr>
          <p:spPr>
            <a:xfrm>
              <a:off x="9196592" y="22700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5" name="pt49995"/>
            <p:cNvSpPr/>
            <p:nvPr/>
          </p:nvSpPr>
          <p:spPr>
            <a:xfrm>
              <a:off x="8899053" y="21964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6" name="pt49996"/>
            <p:cNvSpPr/>
            <p:nvPr/>
          </p:nvSpPr>
          <p:spPr>
            <a:xfrm>
              <a:off x="8731558" y="22109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7" name="pt49997"/>
            <p:cNvSpPr/>
            <p:nvPr/>
          </p:nvSpPr>
          <p:spPr>
            <a:xfrm>
              <a:off x="8857896" y="20083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8" name="pt49998"/>
            <p:cNvSpPr/>
            <p:nvPr/>
          </p:nvSpPr>
          <p:spPr>
            <a:xfrm>
              <a:off x="9052414" y="21780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9" name="pt49999"/>
            <p:cNvSpPr/>
            <p:nvPr/>
          </p:nvSpPr>
          <p:spPr>
            <a:xfrm>
              <a:off x="8469500" y="22116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0" name="pt50000"/>
            <p:cNvSpPr/>
            <p:nvPr/>
          </p:nvSpPr>
          <p:spPr>
            <a:xfrm>
              <a:off x="9068885" y="18318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1" name="pt50001"/>
            <p:cNvSpPr/>
            <p:nvPr/>
          </p:nvSpPr>
          <p:spPr>
            <a:xfrm>
              <a:off x="8469500" y="24674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2" name="pt50002"/>
            <p:cNvSpPr/>
            <p:nvPr/>
          </p:nvSpPr>
          <p:spPr>
            <a:xfrm>
              <a:off x="8527280" y="25895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3" name="pt50003"/>
            <p:cNvSpPr/>
            <p:nvPr/>
          </p:nvSpPr>
          <p:spPr>
            <a:xfrm>
              <a:off x="8658156" y="25639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4" name="pt50004"/>
            <p:cNvSpPr/>
            <p:nvPr/>
          </p:nvSpPr>
          <p:spPr>
            <a:xfrm>
              <a:off x="9252225" y="20461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5" name="pt50005"/>
            <p:cNvSpPr/>
            <p:nvPr/>
          </p:nvSpPr>
          <p:spPr>
            <a:xfrm>
              <a:off x="9421732" y="19092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6" name="pt50006"/>
            <p:cNvSpPr/>
            <p:nvPr/>
          </p:nvSpPr>
          <p:spPr>
            <a:xfrm>
              <a:off x="9020874" y="1636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7" name="pt50007"/>
            <p:cNvSpPr/>
            <p:nvPr/>
          </p:nvSpPr>
          <p:spPr>
            <a:xfrm>
              <a:off x="8604896" y="2244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8" name="pt50008"/>
            <p:cNvSpPr/>
            <p:nvPr/>
          </p:nvSpPr>
          <p:spPr>
            <a:xfrm>
              <a:off x="8500809" y="25556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9" name="pt50009"/>
            <p:cNvSpPr/>
            <p:nvPr/>
          </p:nvSpPr>
          <p:spPr>
            <a:xfrm>
              <a:off x="8500809" y="27387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0" name="pt50010"/>
            <p:cNvSpPr/>
            <p:nvPr/>
          </p:nvSpPr>
          <p:spPr>
            <a:xfrm>
              <a:off x="8431181" y="24030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1" name="pt50011"/>
            <p:cNvSpPr/>
            <p:nvPr/>
          </p:nvSpPr>
          <p:spPr>
            <a:xfrm>
              <a:off x="9034193" y="16346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2" name="pt50012"/>
            <p:cNvSpPr/>
            <p:nvPr/>
          </p:nvSpPr>
          <p:spPr>
            <a:xfrm>
              <a:off x="9007935" y="19436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3" name="pt50013"/>
            <p:cNvSpPr/>
            <p:nvPr/>
          </p:nvSpPr>
          <p:spPr>
            <a:xfrm>
              <a:off x="8907297" y="22385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4" name="pt50014"/>
            <p:cNvSpPr/>
            <p:nvPr/>
          </p:nvSpPr>
          <p:spPr>
            <a:xfrm>
              <a:off x="8312152" y="22454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5" name="pt50015"/>
            <p:cNvSpPr/>
            <p:nvPr/>
          </p:nvSpPr>
          <p:spPr>
            <a:xfrm>
              <a:off x="8846813" y="1931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6" name="pt50016"/>
            <p:cNvSpPr/>
            <p:nvPr/>
          </p:nvSpPr>
          <p:spPr>
            <a:xfrm>
              <a:off x="9079049" y="19218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7" name="pt50017"/>
            <p:cNvSpPr/>
            <p:nvPr/>
          </p:nvSpPr>
          <p:spPr>
            <a:xfrm>
              <a:off x="9044150" y="17879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8" name="pt50018"/>
            <p:cNvSpPr/>
            <p:nvPr/>
          </p:nvSpPr>
          <p:spPr>
            <a:xfrm>
              <a:off x="9062485" y="20556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9" name="pt50019"/>
            <p:cNvSpPr/>
            <p:nvPr/>
          </p:nvSpPr>
          <p:spPr>
            <a:xfrm>
              <a:off x="8965842" y="21679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0" name="pt50020"/>
            <p:cNvSpPr/>
            <p:nvPr/>
          </p:nvSpPr>
          <p:spPr>
            <a:xfrm>
              <a:off x="9174300" y="19793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1" name="pt50021"/>
            <p:cNvSpPr/>
            <p:nvPr/>
          </p:nvSpPr>
          <p:spPr>
            <a:xfrm>
              <a:off x="8929892" y="17888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2" name="pt50022"/>
            <p:cNvSpPr/>
            <p:nvPr/>
          </p:nvSpPr>
          <p:spPr>
            <a:xfrm>
              <a:off x="8857896" y="20057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3" name="pt50023"/>
            <p:cNvSpPr/>
            <p:nvPr/>
          </p:nvSpPr>
          <p:spPr>
            <a:xfrm>
              <a:off x="8738867" y="20881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4" name="pt50024"/>
            <p:cNvSpPr/>
            <p:nvPr/>
          </p:nvSpPr>
          <p:spPr>
            <a:xfrm>
              <a:off x="8759093" y="22278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5" name="pt50025"/>
            <p:cNvSpPr/>
            <p:nvPr/>
          </p:nvSpPr>
          <p:spPr>
            <a:xfrm>
              <a:off x="8854280" y="20280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6" name="pt50026"/>
            <p:cNvSpPr/>
            <p:nvPr/>
          </p:nvSpPr>
          <p:spPr>
            <a:xfrm>
              <a:off x="8745877" y="21820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7" name="pt50027"/>
            <p:cNvSpPr/>
            <p:nvPr/>
          </p:nvSpPr>
          <p:spPr>
            <a:xfrm>
              <a:off x="8956027" y="20803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8" name="pt50028"/>
            <p:cNvSpPr/>
            <p:nvPr/>
          </p:nvSpPr>
          <p:spPr>
            <a:xfrm>
              <a:off x="9079049" y="19952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9" name="pt50029"/>
            <p:cNvSpPr/>
            <p:nvPr/>
          </p:nvSpPr>
          <p:spPr>
            <a:xfrm>
              <a:off x="8961983" y="22251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0" name="pt50030"/>
            <p:cNvSpPr/>
            <p:nvPr/>
          </p:nvSpPr>
          <p:spPr>
            <a:xfrm>
              <a:off x="8912581" y="20357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1" name="pt50031"/>
            <p:cNvSpPr/>
            <p:nvPr/>
          </p:nvSpPr>
          <p:spPr>
            <a:xfrm>
              <a:off x="8842954" y="21594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2" name="pt50032"/>
            <p:cNvSpPr/>
            <p:nvPr/>
          </p:nvSpPr>
          <p:spPr>
            <a:xfrm>
              <a:off x="8550210" y="25436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3" name="pt50033"/>
            <p:cNvSpPr/>
            <p:nvPr/>
          </p:nvSpPr>
          <p:spPr>
            <a:xfrm>
              <a:off x="8782816" y="2217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4" name="pt50034"/>
            <p:cNvSpPr/>
            <p:nvPr/>
          </p:nvSpPr>
          <p:spPr>
            <a:xfrm>
              <a:off x="8965842" y="23174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5" name="pt50035"/>
            <p:cNvSpPr/>
            <p:nvPr/>
          </p:nvSpPr>
          <p:spPr>
            <a:xfrm>
              <a:off x="8887406" y="18820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6" name="pt50036"/>
            <p:cNvSpPr/>
            <p:nvPr/>
          </p:nvSpPr>
          <p:spPr>
            <a:xfrm>
              <a:off x="9457237" y="21526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7" name="pt50037"/>
            <p:cNvSpPr/>
            <p:nvPr/>
          </p:nvSpPr>
          <p:spPr>
            <a:xfrm>
              <a:off x="9054703" y="20988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8" name="pt50038"/>
            <p:cNvSpPr/>
            <p:nvPr/>
          </p:nvSpPr>
          <p:spPr>
            <a:xfrm>
              <a:off x="9027663" y="18625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9" name="pt50039"/>
            <p:cNvSpPr/>
            <p:nvPr/>
          </p:nvSpPr>
          <p:spPr>
            <a:xfrm>
              <a:off x="8312152" y="20860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0" name="pt50040"/>
            <p:cNvSpPr/>
            <p:nvPr/>
          </p:nvSpPr>
          <p:spPr>
            <a:xfrm>
              <a:off x="8669239" y="22184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1" name="pt50041"/>
            <p:cNvSpPr/>
            <p:nvPr/>
          </p:nvSpPr>
          <p:spPr>
            <a:xfrm>
              <a:off x="9147356" y="20147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2" name="pt50042"/>
            <p:cNvSpPr/>
            <p:nvPr/>
          </p:nvSpPr>
          <p:spPr>
            <a:xfrm>
              <a:off x="8987335" y="20587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3" name="pt50043"/>
            <p:cNvSpPr/>
            <p:nvPr/>
          </p:nvSpPr>
          <p:spPr>
            <a:xfrm>
              <a:off x="8619838" y="22538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4" name="pt50044"/>
            <p:cNvSpPr/>
            <p:nvPr/>
          </p:nvSpPr>
          <p:spPr>
            <a:xfrm>
              <a:off x="9062485" y="18477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5" name="pt50045"/>
            <p:cNvSpPr/>
            <p:nvPr/>
          </p:nvSpPr>
          <p:spPr>
            <a:xfrm>
              <a:off x="9088645" y="19984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6" name="pt50046"/>
            <p:cNvSpPr/>
            <p:nvPr/>
          </p:nvSpPr>
          <p:spPr>
            <a:xfrm>
              <a:off x="9060297" y="19908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7" name="pt50047"/>
            <p:cNvSpPr/>
            <p:nvPr/>
          </p:nvSpPr>
          <p:spPr>
            <a:xfrm>
              <a:off x="9115383" y="21227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8" name="pt50048"/>
            <p:cNvSpPr/>
            <p:nvPr/>
          </p:nvSpPr>
          <p:spPr>
            <a:xfrm>
              <a:off x="9102103" y="22504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9" name="pt50049"/>
            <p:cNvSpPr/>
            <p:nvPr/>
          </p:nvSpPr>
          <p:spPr>
            <a:xfrm>
              <a:off x="8679650" y="24629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0" name="pt50050"/>
            <p:cNvSpPr/>
            <p:nvPr/>
          </p:nvSpPr>
          <p:spPr>
            <a:xfrm>
              <a:off x="8830827" y="19517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1" name="pt50051"/>
            <p:cNvSpPr/>
            <p:nvPr/>
          </p:nvSpPr>
          <p:spPr>
            <a:xfrm>
              <a:off x="8782816" y="23086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2" name="pt50052"/>
            <p:cNvSpPr/>
            <p:nvPr/>
          </p:nvSpPr>
          <p:spPr>
            <a:xfrm>
              <a:off x="8752612" y="22592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3" name="pt50053"/>
            <p:cNvSpPr/>
            <p:nvPr/>
          </p:nvSpPr>
          <p:spPr>
            <a:xfrm>
              <a:off x="8527280" y="26285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4" name="pt50054"/>
            <p:cNvSpPr/>
            <p:nvPr/>
          </p:nvSpPr>
          <p:spPr>
            <a:xfrm>
              <a:off x="9279466" y="21010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5" name="pt50055"/>
            <p:cNvSpPr/>
            <p:nvPr/>
          </p:nvSpPr>
          <p:spPr>
            <a:xfrm>
              <a:off x="8788268" y="21761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6" name="pt50056"/>
            <p:cNvSpPr/>
            <p:nvPr/>
          </p:nvSpPr>
          <p:spPr>
            <a:xfrm>
              <a:off x="9155766" y="18845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7" name="pt50057"/>
            <p:cNvSpPr/>
            <p:nvPr/>
          </p:nvSpPr>
          <p:spPr>
            <a:xfrm>
              <a:off x="8469500" y="22753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8" name="pt50058"/>
            <p:cNvSpPr/>
            <p:nvPr/>
          </p:nvSpPr>
          <p:spPr>
            <a:xfrm>
              <a:off x="8658156" y="25303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9" name="pt50059"/>
            <p:cNvSpPr/>
            <p:nvPr/>
          </p:nvSpPr>
          <p:spPr>
            <a:xfrm>
              <a:off x="9184210" y="24040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0" name="pt50060"/>
            <p:cNvSpPr/>
            <p:nvPr/>
          </p:nvSpPr>
          <p:spPr>
            <a:xfrm>
              <a:off x="8312152" y="24866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1" name="pt50061"/>
            <p:cNvSpPr/>
            <p:nvPr/>
          </p:nvSpPr>
          <p:spPr>
            <a:xfrm>
              <a:off x="8500809" y="26319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2" name="pt50062"/>
            <p:cNvSpPr/>
            <p:nvPr/>
          </p:nvSpPr>
          <p:spPr>
            <a:xfrm>
              <a:off x="8868306" y="21500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3" name="pt50063"/>
            <p:cNvSpPr/>
            <p:nvPr/>
          </p:nvSpPr>
          <p:spPr>
            <a:xfrm>
              <a:off x="9408344" y="20069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4" name="pt50064"/>
            <p:cNvSpPr/>
            <p:nvPr/>
          </p:nvSpPr>
          <p:spPr>
            <a:xfrm>
              <a:off x="8431181" y="24285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5" name="pt50065"/>
            <p:cNvSpPr/>
            <p:nvPr/>
          </p:nvSpPr>
          <p:spPr>
            <a:xfrm>
              <a:off x="9148018" y="21267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6" name="pt50066"/>
            <p:cNvSpPr/>
            <p:nvPr/>
          </p:nvSpPr>
          <p:spPr>
            <a:xfrm>
              <a:off x="9584728" y="22437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7" name="pt50067"/>
            <p:cNvSpPr/>
            <p:nvPr/>
          </p:nvSpPr>
          <p:spPr>
            <a:xfrm>
              <a:off x="9076063" y="19257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8" name="pt50068"/>
            <p:cNvSpPr/>
            <p:nvPr/>
          </p:nvSpPr>
          <p:spPr>
            <a:xfrm>
              <a:off x="9126964" y="20368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9" name="pt50069"/>
            <p:cNvSpPr/>
            <p:nvPr/>
          </p:nvSpPr>
          <p:spPr>
            <a:xfrm>
              <a:off x="8826587" y="20238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0" name="pt50070"/>
            <p:cNvSpPr/>
            <p:nvPr/>
          </p:nvSpPr>
          <p:spPr>
            <a:xfrm>
              <a:off x="9052414" y="2150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1" name="pt50071"/>
            <p:cNvSpPr/>
            <p:nvPr/>
          </p:nvSpPr>
          <p:spPr>
            <a:xfrm>
              <a:off x="8861436" y="19499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2" name="pt50072"/>
            <p:cNvSpPr/>
            <p:nvPr/>
          </p:nvSpPr>
          <p:spPr>
            <a:xfrm>
              <a:off x="9226651" y="21682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3" name="pt50073"/>
            <p:cNvSpPr/>
            <p:nvPr/>
          </p:nvSpPr>
          <p:spPr>
            <a:xfrm>
              <a:off x="9350622" y="21848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4" name="pt50074"/>
            <p:cNvSpPr/>
            <p:nvPr/>
          </p:nvSpPr>
          <p:spPr>
            <a:xfrm>
              <a:off x="9050093" y="2253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5" name="pt50075"/>
            <p:cNvSpPr/>
            <p:nvPr/>
          </p:nvSpPr>
          <p:spPr>
            <a:xfrm>
              <a:off x="9573129" y="2248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6" name="pt50076"/>
            <p:cNvSpPr/>
            <p:nvPr/>
          </p:nvSpPr>
          <p:spPr>
            <a:xfrm>
              <a:off x="8570436" y="24441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7" name="pt50077"/>
            <p:cNvSpPr/>
            <p:nvPr/>
          </p:nvSpPr>
          <p:spPr>
            <a:xfrm>
              <a:off x="8604896" y="23559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8" name="pt50078"/>
            <p:cNvSpPr/>
            <p:nvPr/>
          </p:nvSpPr>
          <p:spPr>
            <a:xfrm>
              <a:off x="8381780" y="24149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9" name="pt50079"/>
            <p:cNvSpPr/>
            <p:nvPr/>
          </p:nvSpPr>
          <p:spPr>
            <a:xfrm>
              <a:off x="9077064" y="19921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0" name="pt50080"/>
            <p:cNvSpPr/>
            <p:nvPr/>
          </p:nvSpPr>
          <p:spPr>
            <a:xfrm>
              <a:off x="8679650" y="23355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1" name="pt50081"/>
            <p:cNvSpPr/>
            <p:nvPr/>
          </p:nvSpPr>
          <p:spPr>
            <a:xfrm>
              <a:off x="8813199" y="20002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2" name="pt50082"/>
            <p:cNvSpPr/>
            <p:nvPr/>
          </p:nvSpPr>
          <p:spPr>
            <a:xfrm>
              <a:off x="8588529" y="24561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3" name="pt50083"/>
            <p:cNvSpPr/>
            <p:nvPr/>
          </p:nvSpPr>
          <p:spPr>
            <a:xfrm>
              <a:off x="8846813" y="19939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4" name="pt50084"/>
            <p:cNvSpPr/>
            <p:nvPr/>
          </p:nvSpPr>
          <p:spPr>
            <a:xfrm>
              <a:off x="8846813" y="18713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5" name="pt50085"/>
            <p:cNvSpPr/>
            <p:nvPr/>
          </p:nvSpPr>
          <p:spPr>
            <a:xfrm>
              <a:off x="8669239" y="24608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6" name="pt50086"/>
            <p:cNvSpPr/>
            <p:nvPr/>
          </p:nvSpPr>
          <p:spPr>
            <a:xfrm>
              <a:off x="8817779" y="23048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7" name="pt50087"/>
            <p:cNvSpPr/>
            <p:nvPr/>
          </p:nvSpPr>
          <p:spPr>
            <a:xfrm>
              <a:off x="8550210" y="25863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8" name="pt50088"/>
            <p:cNvSpPr/>
            <p:nvPr/>
          </p:nvSpPr>
          <p:spPr>
            <a:xfrm>
              <a:off x="9321732" y="22524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9" name="pt50089"/>
            <p:cNvSpPr/>
            <p:nvPr/>
          </p:nvSpPr>
          <p:spPr>
            <a:xfrm>
              <a:off x="8689465" y="25387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0" name="pt50090"/>
            <p:cNvSpPr/>
            <p:nvPr/>
          </p:nvSpPr>
          <p:spPr>
            <a:xfrm>
              <a:off x="8813199" y="20510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1" name="pt50091"/>
            <p:cNvSpPr/>
            <p:nvPr/>
          </p:nvSpPr>
          <p:spPr>
            <a:xfrm>
              <a:off x="8550210" y="25130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2" name="pt50092"/>
            <p:cNvSpPr/>
            <p:nvPr/>
          </p:nvSpPr>
          <p:spPr>
            <a:xfrm>
              <a:off x="8738867" y="20713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3" name="pt50093"/>
            <p:cNvSpPr/>
            <p:nvPr/>
          </p:nvSpPr>
          <p:spPr>
            <a:xfrm>
              <a:off x="8679650" y="22812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4" name="pt50094"/>
            <p:cNvSpPr/>
            <p:nvPr/>
          </p:nvSpPr>
          <p:spPr>
            <a:xfrm>
              <a:off x="9324827" y="21252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5" name="pt50095"/>
            <p:cNvSpPr/>
            <p:nvPr/>
          </p:nvSpPr>
          <p:spPr>
            <a:xfrm>
              <a:off x="9007935" y="1898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6" name="pt50096"/>
            <p:cNvSpPr/>
            <p:nvPr/>
          </p:nvSpPr>
          <p:spPr>
            <a:xfrm>
              <a:off x="9197584" y="18442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7" name="pt50097"/>
            <p:cNvSpPr/>
            <p:nvPr/>
          </p:nvSpPr>
          <p:spPr>
            <a:xfrm>
              <a:off x="8500809" y="25443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8" name="pt50098"/>
            <p:cNvSpPr/>
            <p:nvPr/>
          </p:nvSpPr>
          <p:spPr>
            <a:xfrm>
              <a:off x="8752612" y="21883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9" name="pt50099"/>
            <p:cNvSpPr/>
            <p:nvPr/>
          </p:nvSpPr>
          <p:spPr>
            <a:xfrm>
              <a:off x="8431181" y="23704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0" name="pt50100"/>
            <p:cNvSpPr/>
            <p:nvPr/>
          </p:nvSpPr>
          <p:spPr>
            <a:xfrm>
              <a:off x="8431181" y="25013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1" name="pt50101"/>
            <p:cNvSpPr/>
            <p:nvPr/>
          </p:nvSpPr>
          <p:spPr>
            <a:xfrm>
              <a:off x="8707558" y="2296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2" name="pt50102"/>
            <p:cNvSpPr/>
            <p:nvPr/>
          </p:nvSpPr>
          <p:spPr>
            <a:xfrm>
              <a:off x="8901845" y="21121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3" name="pt50103"/>
            <p:cNvSpPr/>
            <p:nvPr/>
          </p:nvSpPr>
          <p:spPr>
            <a:xfrm>
              <a:off x="8868306" y="21343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4" name="pt50104"/>
            <p:cNvSpPr/>
            <p:nvPr/>
          </p:nvSpPr>
          <p:spPr>
            <a:xfrm>
              <a:off x="8658156" y="24764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5" name="pt50105"/>
            <p:cNvSpPr/>
            <p:nvPr/>
          </p:nvSpPr>
          <p:spPr>
            <a:xfrm>
              <a:off x="8969616" y="23122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6" name="pt50106"/>
            <p:cNvSpPr/>
            <p:nvPr/>
          </p:nvSpPr>
          <p:spPr>
            <a:xfrm>
              <a:off x="9522221" y="19027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7" name="pt50107"/>
            <p:cNvSpPr/>
            <p:nvPr/>
          </p:nvSpPr>
          <p:spPr>
            <a:xfrm>
              <a:off x="9213636" y="2010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8" name="pt50108"/>
            <p:cNvSpPr/>
            <p:nvPr/>
          </p:nvSpPr>
          <p:spPr>
            <a:xfrm>
              <a:off x="9179876" y="19117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9" name="pt50109"/>
            <p:cNvSpPr/>
            <p:nvPr/>
          </p:nvSpPr>
          <p:spPr>
            <a:xfrm>
              <a:off x="9320769" y="20379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0" name="pt50110"/>
            <p:cNvSpPr/>
            <p:nvPr/>
          </p:nvSpPr>
          <p:spPr>
            <a:xfrm>
              <a:off x="9218961" y="20035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1" name="pt50111"/>
            <p:cNvSpPr/>
            <p:nvPr/>
          </p:nvSpPr>
          <p:spPr>
            <a:xfrm>
              <a:off x="9123951" y="22393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2" name="pt50112"/>
            <p:cNvSpPr/>
            <p:nvPr/>
          </p:nvSpPr>
          <p:spPr>
            <a:xfrm>
              <a:off x="8961983" y="22666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3" name="pt50113"/>
            <p:cNvSpPr/>
            <p:nvPr/>
          </p:nvSpPr>
          <p:spPr>
            <a:xfrm>
              <a:off x="9436013" y="22008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4" name="pt50114"/>
            <p:cNvSpPr/>
            <p:nvPr/>
          </p:nvSpPr>
          <p:spPr>
            <a:xfrm>
              <a:off x="8731558" y="22368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5" name="pt50115"/>
            <p:cNvSpPr/>
            <p:nvPr/>
          </p:nvSpPr>
          <p:spPr>
            <a:xfrm>
              <a:off x="8312152" y="22277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6" name="pt50116"/>
            <p:cNvSpPr/>
            <p:nvPr/>
          </p:nvSpPr>
          <p:spPr>
            <a:xfrm>
              <a:off x="8646309" y="25313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7" name="pt50117"/>
            <p:cNvSpPr/>
            <p:nvPr/>
          </p:nvSpPr>
          <p:spPr>
            <a:xfrm>
              <a:off x="9090502" y="17687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8" name="pt50118"/>
            <p:cNvSpPr/>
            <p:nvPr/>
          </p:nvSpPr>
          <p:spPr>
            <a:xfrm>
              <a:off x="8881273" y="2144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9" name="pt50119"/>
            <p:cNvSpPr/>
            <p:nvPr/>
          </p:nvSpPr>
          <p:spPr>
            <a:xfrm>
              <a:off x="8854280" y="20378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0" name="pt50120"/>
            <p:cNvSpPr/>
            <p:nvPr/>
          </p:nvSpPr>
          <p:spPr>
            <a:xfrm>
              <a:off x="8312152" y="23645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1" name="pt50121"/>
            <p:cNvSpPr/>
            <p:nvPr/>
          </p:nvSpPr>
          <p:spPr>
            <a:xfrm>
              <a:off x="8941268" y="18918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2" name="pt50122"/>
            <p:cNvSpPr/>
            <p:nvPr/>
          </p:nvSpPr>
          <p:spPr>
            <a:xfrm>
              <a:off x="9090502" y="17953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3" name="pt50123"/>
            <p:cNvSpPr/>
            <p:nvPr/>
          </p:nvSpPr>
          <p:spPr>
            <a:xfrm>
              <a:off x="9256140" y="20263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4" name="pt50124"/>
            <p:cNvSpPr/>
            <p:nvPr/>
          </p:nvSpPr>
          <p:spPr>
            <a:xfrm>
              <a:off x="8500809" y="26381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5" name="pt50125"/>
            <p:cNvSpPr/>
            <p:nvPr/>
          </p:nvSpPr>
          <p:spPr>
            <a:xfrm>
              <a:off x="8932228" y="19694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6" name="pt50126"/>
            <p:cNvSpPr/>
            <p:nvPr/>
          </p:nvSpPr>
          <p:spPr>
            <a:xfrm>
              <a:off x="8771364" y="22751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7" name="pt50127"/>
            <p:cNvSpPr/>
            <p:nvPr/>
          </p:nvSpPr>
          <p:spPr>
            <a:xfrm>
              <a:off x="8500809" y="27362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8" name="pt50128"/>
            <p:cNvSpPr/>
            <p:nvPr/>
          </p:nvSpPr>
          <p:spPr>
            <a:xfrm>
              <a:off x="9077064" y="20729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9" name="pt50129"/>
            <p:cNvSpPr/>
            <p:nvPr/>
          </p:nvSpPr>
          <p:spPr>
            <a:xfrm>
              <a:off x="8777185" y="2361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0" name="pt50130"/>
            <p:cNvSpPr/>
            <p:nvPr/>
          </p:nvSpPr>
          <p:spPr>
            <a:xfrm>
              <a:off x="8669239" y="23539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1" name="pt50131"/>
            <p:cNvSpPr/>
            <p:nvPr/>
          </p:nvSpPr>
          <p:spPr>
            <a:xfrm>
              <a:off x="9382741" y="2175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2" name="pt50132"/>
            <p:cNvSpPr/>
            <p:nvPr/>
          </p:nvSpPr>
          <p:spPr>
            <a:xfrm>
              <a:off x="8939053" y="18567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3" name="pt50133"/>
            <p:cNvSpPr/>
            <p:nvPr/>
          </p:nvSpPr>
          <p:spPr>
            <a:xfrm>
              <a:off x="9480563" y="23033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4" name="pt50134"/>
            <p:cNvSpPr/>
            <p:nvPr/>
          </p:nvSpPr>
          <p:spPr>
            <a:xfrm>
              <a:off x="8752612" y="21264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5" name="pt50135"/>
            <p:cNvSpPr/>
            <p:nvPr/>
          </p:nvSpPr>
          <p:spPr>
            <a:xfrm>
              <a:off x="8633583" y="2071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6" name="pt50136"/>
            <p:cNvSpPr/>
            <p:nvPr/>
          </p:nvSpPr>
          <p:spPr>
            <a:xfrm>
              <a:off x="8842954" y="2002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7" name="pt50137"/>
            <p:cNvSpPr/>
            <p:nvPr/>
          </p:nvSpPr>
          <p:spPr>
            <a:xfrm>
              <a:off x="8633583" y="21526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8" name="pt50138"/>
            <p:cNvSpPr/>
            <p:nvPr/>
          </p:nvSpPr>
          <p:spPr>
            <a:xfrm>
              <a:off x="9167950" y="17716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9" name="pt50139"/>
            <p:cNvSpPr/>
            <p:nvPr/>
          </p:nvSpPr>
          <p:spPr>
            <a:xfrm>
              <a:off x="9060297" y="19546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0" name="pt50140"/>
            <p:cNvSpPr/>
            <p:nvPr/>
          </p:nvSpPr>
          <p:spPr>
            <a:xfrm>
              <a:off x="9620546" y="20657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1" name="pt50141"/>
            <p:cNvSpPr/>
            <p:nvPr/>
          </p:nvSpPr>
          <p:spPr>
            <a:xfrm>
              <a:off x="8658156" y="24321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2" name="pt50142"/>
            <p:cNvSpPr/>
            <p:nvPr/>
          </p:nvSpPr>
          <p:spPr>
            <a:xfrm>
              <a:off x="9108871" y="21449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3" name="pt50143"/>
            <p:cNvSpPr/>
            <p:nvPr/>
          </p:nvSpPr>
          <p:spPr>
            <a:xfrm>
              <a:off x="8842954" y="20837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4" name="pt50144"/>
            <p:cNvSpPr/>
            <p:nvPr/>
          </p:nvSpPr>
          <p:spPr>
            <a:xfrm>
              <a:off x="9197089" y="17855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5" name="pt50145"/>
            <p:cNvSpPr/>
            <p:nvPr/>
          </p:nvSpPr>
          <p:spPr>
            <a:xfrm>
              <a:off x="8941268" y="19915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6" name="pt50146"/>
            <p:cNvSpPr/>
            <p:nvPr/>
          </p:nvSpPr>
          <p:spPr>
            <a:xfrm>
              <a:off x="8550210" y="25998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7" name="pt50147"/>
            <p:cNvSpPr/>
            <p:nvPr/>
          </p:nvSpPr>
          <p:spPr>
            <a:xfrm>
              <a:off x="8941268" y="18636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8" name="pt50148"/>
            <p:cNvSpPr/>
            <p:nvPr/>
          </p:nvSpPr>
          <p:spPr>
            <a:xfrm>
              <a:off x="8857896" y="2031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9" name="pt50149"/>
            <p:cNvSpPr/>
            <p:nvPr/>
          </p:nvSpPr>
          <p:spPr>
            <a:xfrm>
              <a:off x="9051257" y="20406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0" name="pt50150"/>
            <p:cNvSpPr/>
            <p:nvPr/>
          </p:nvSpPr>
          <p:spPr>
            <a:xfrm>
              <a:off x="9434026" y="18133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1" name="pt50151"/>
            <p:cNvSpPr/>
            <p:nvPr/>
          </p:nvSpPr>
          <p:spPr>
            <a:xfrm>
              <a:off x="9079049" y="21370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2" name="pt50152"/>
            <p:cNvSpPr/>
            <p:nvPr/>
          </p:nvSpPr>
          <p:spPr>
            <a:xfrm>
              <a:off x="8793552" y="20486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3" name="pt50153"/>
            <p:cNvSpPr/>
            <p:nvPr/>
          </p:nvSpPr>
          <p:spPr>
            <a:xfrm>
              <a:off x="9004922" y="15672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4" name="pt50154"/>
            <p:cNvSpPr/>
            <p:nvPr/>
          </p:nvSpPr>
          <p:spPr>
            <a:xfrm>
              <a:off x="9221993" y="20010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5" name="pt50155"/>
            <p:cNvSpPr/>
            <p:nvPr/>
          </p:nvSpPr>
          <p:spPr>
            <a:xfrm>
              <a:off x="8961983" y="21475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6" name="pt50156"/>
            <p:cNvSpPr/>
            <p:nvPr/>
          </p:nvSpPr>
          <p:spPr>
            <a:xfrm>
              <a:off x="8500809" y="26749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7" name="pt50157"/>
            <p:cNvSpPr/>
            <p:nvPr/>
          </p:nvSpPr>
          <p:spPr>
            <a:xfrm>
              <a:off x="8469500" y="23817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8" name="pt50158"/>
            <p:cNvSpPr/>
            <p:nvPr/>
          </p:nvSpPr>
          <p:spPr>
            <a:xfrm>
              <a:off x="8956027" y="20951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9" name="pt50159"/>
            <p:cNvSpPr/>
            <p:nvPr/>
          </p:nvSpPr>
          <p:spPr>
            <a:xfrm>
              <a:off x="8633583" y="22457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0" name="pt50160"/>
            <p:cNvSpPr/>
            <p:nvPr/>
          </p:nvSpPr>
          <p:spPr>
            <a:xfrm>
              <a:off x="9277923" y="2057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1" name="pt50161"/>
            <p:cNvSpPr/>
            <p:nvPr/>
          </p:nvSpPr>
          <p:spPr>
            <a:xfrm>
              <a:off x="9179876" y="18243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2" name="pt50162"/>
            <p:cNvSpPr/>
            <p:nvPr/>
          </p:nvSpPr>
          <p:spPr>
            <a:xfrm>
              <a:off x="9199552" y="16800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3" name="pt50163"/>
            <p:cNvSpPr/>
            <p:nvPr/>
          </p:nvSpPr>
          <p:spPr>
            <a:xfrm>
              <a:off x="8857896" y="2005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4" name="pt50164"/>
            <p:cNvSpPr/>
            <p:nvPr/>
          </p:nvSpPr>
          <p:spPr>
            <a:xfrm>
              <a:off x="9087709" y="19912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5" name="pt50165"/>
            <p:cNvSpPr/>
            <p:nvPr/>
          </p:nvSpPr>
          <p:spPr>
            <a:xfrm>
              <a:off x="8431181" y="25751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6" name="pt50166"/>
            <p:cNvSpPr/>
            <p:nvPr/>
          </p:nvSpPr>
          <p:spPr>
            <a:xfrm>
              <a:off x="9326470" y="22399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7" name="pt50167"/>
            <p:cNvSpPr/>
            <p:nvPr/>
          </p:nvSpPr>
          <p:spPr>
            <a:xfrm>
              <a:off x="9576430" y="19680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8" name="pt50168"/>
            <p:cNvSpPr/>
            <p:nvPr/>
          </p:nvSpPr>
          <p:spPr>
            <a:xfrm>
              <a:off x="8971473" y="22513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9" name="pt50169"/>
            <p:cNvSpPr/>
            <p:nvPr/>
          </p:nvSpPr>
          <p:spPr>
            <a:xfrm>
              <a:off x="8932228" y="19344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0" name="pt50170"/>
            <p:cNvSpPr/>
            <p:nvPr/>
          </p:nvSpPr>
          <p:spPr>
            <a:xfrm>
              <a:off x="9414750" y="2046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1" name="pt50171"/>
            <p:cNvSpPr/>
            <p:nvPr/>
          </p:nvSpPr>
          <p:spPr>
            <a:xfrm>
              <a:off x="9457237" y="20316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2" name="pt50172"/>
            <p:cNvSpPr/>
            <p:nvPr/>
          </p:nvSpPr>
          <p:spPr>
            <a:xfrm>
              <a:off x="9199552" y="19160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3" name="pt50173"/>
            <p:cNvSpPr/>
            <p:nvPr/>
          </p:nvSpPr>
          <p:spPr>
            <a:xfrm>
              <a:off x="8904593" y="21481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4" name="pt50174"/>
            <p:cNvSpPr/>
            <p:nvPr/>
          </p:nvSpPr>
          <p:spPr>
            <a:xfrm>
              <a:off x="9486369" y="2378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5" name="pt50175"/>
            <p:cNvSpPr/>
            <p:nvPr/>
          </p:nvSpPr>
          <p:spPr>
            <a:xfrm>
              <a:off x="9184210" y="2200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6" name="pt50176"/>
            <p:cNvSpPr/>
            <p:nvPr/>
          </p:nvSpPr>
          <p:spPr>
            <a:xfrm>
              <a:off x="8929892" y="18563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7" name="pt50177"/>
            <p:cNvSpPr/>
            <p:nvPr/>
          </p:nvSpPr>
          <p:spPr>
            <a:xfrm>
              <a:off x="9780637" y="23940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8" name="pt50178"/>
            <p:cNvSpPr/>
            <p:nvPr/>
          </p:nvSpPr>
          <p:spPr>
            <a:xfrm>
              <a:off x="9664325" y="17292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9" name="pt50179"/>
            <p:cNvSpPr/>
            <p:nvPr/>
          </p:nvSpPr>
          <p:spPr>
            <a:xfrm>
              <a:off x="9111342" y="21045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0" name="pt50180"/>
            <p:cNvSpPr/>
            <p:nvPr/>
          </p:nvSpPr>
          <p:spPr>
            <a:xfrm>
              <a:off x="8830827" y="21387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1" name="pt50181"/>
            <p:cNvSpPr/>
            <p:nvPr/>
          </p:nvSpPr>
          <p:spPr>
            <a:xfrm>
              <a:off x="8633583" y="20502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2" name="pt50182"/>
            <p:cNvSpPr/>
            <p:nvPr/>
          </p:nvSpPr>
          <p:spPr>
            <a:xfrm>
              <a:off x="8633583" y="2211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3" name="pt50183"/>
            <p:cNvSpPr/>
            <p:nvPr/>
          </p:nvSpPr>
          <p:spPr>
            <a:xfrm>
              <a:off x="8500809" y="2339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4" name="pt50184"/>
            <p:cNvSpPr/>
            <p:nvPr/>
          </p:nvSpPr>
          <p:spPr>
            <a:xfrm>
              <a:off x="8881273" y="23768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5" name="pt50185"/>
            <p:cNvSpPr/>
            <p:nvPr/>
          </p:nvSpPr>
          <p:spPr>
            <a:xfrm>
              <a:off x="8646309" y="25109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6" name="pt50186"/>
            <p:cNvSpPr/>
            <p:nvPr/>
          </p:nvSpPr>
          <p:spPr>
            <a:xfrm>
              <a:off x="8868306" y="22972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7" name="pt50187"/>
            <p:cNvSpPr/>
            <p:nvPr/>
          </p:nvSpPr>
          <p:spPr>
            <a:xfrm>
              <a:off x="8765338" y="20210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8" name="pt50188"/>
            <p:cNvSpPr/>
            <p:nvPr/>
          </p:nvSpPr>
          <p:spPr>
            <a:xfrm>
              <a:off x="8619838" y="22028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9" name="pt50189"/>
            <p:cNvSpPr/>
            <p:nvPr/>
          </p:nvSpPr>
          <p:spPr>
            <a:xfrm>
              <a:off x="9321732" y="21861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0" name="pt50190"/>
            <p:cNvSpPr/>
            <p:nvPr/>
          </p:nvSpPr>
          <p:spPr>
            <a:xfrm>
              <a:off x="8469500" y="24907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1" name="pt50191"/>
            <p:cNvSpPr/>
            <p:nvPr/>
          </p:nvSpPr>
          <p:spPr>
            <a:xfrm>
              <a:off x="9010896" y="1589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2" name="pt50192"/>
            <p:cNvSpPr/>
            <p:nvPr/>
          </p:nvSpPr>
          <p:spPr>
            <a:xfrm>
              <a:off x="8431181" y="24479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3" name="pt50193"/>
            <p:cNvSpPr/>
            <p:nvPr/>
          </p:nvSpPr>
          <p:spPr>
            <a:xfrm>
              <a:off x="9179876" y="19488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4" name="pt50194"/>
            <p:cNvSpPr/>
            <p:nvPr/>
          </p:nvSpPr>
          <p:spPr>
            <a:xfrm>
              <a:off x="8500809" y="2531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5" name="pt50195"/>
            <p:cNvSpPr/>
            <p:nvPr/>
          </p:nvSpPr>
          <p:spPr>
            <a:xfrm>
              <a:off x="9320769" y="20600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6" name="pt50196"/>
            <p:cNvSpPr/>
            <p:nvPr/>
          </p:nvSpPr>
          <p:spPr>
            <a:xfrm>
              <a:off x="8469500" y="23862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7" name="pt50197"/>
            <p:cNvSpPr/>
            <p:nvPr/>
          </p:nvSpPr>
          <p:spPr>
            <a:xfrm>
              <a:off x="8987335" y="19939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8" name="pt50198"/>
            <p:cNvSpPr/>
            <p:nvPr/>
          </p:nvSpPr>
          <p:spPr>
            <a:xfrm>
              <a:off x="9187914" y="22579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9" name="pt50199"/>
            <p:cNvSpPr/>
            <p:nvPr/>
          </p:nvSpPr>
          <p:spPr>
            <a:xfrm>
              <a:off x="8619838" y="23063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0" name="pt50200"/>
            <p:cNvSpPr/>
            <p:nvPr/>
          </p:nvSpPr>
          <p:spPr>
            <a:xfrm>
              <a:off x="8752612" y="21644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1" name="pt50201"/>
            <p:cNvSpPr/>
            <p:nvPr/>
          </p:nvSpPr>
          <p:spPr>
            <a:xfrm>
              <a:off x="8500809" y="24352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2" name="pt50202"/>
            <p:cNvSpPr/>
            <p:nvPr/>
          </p:nvSpPr>
          <p:spPr>
            <a:xfrm>
              <a:off x="8731558" y="21793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3" name="pt50203"/>
            <p:cNvSpPr/>
            <p:nvPr/>
          </p:nvSpPr>
          <p:spPr>
            <a:xfrm>
              <a:off x="8881273" y="23155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4" name="pt50204"/>
            <p:cNvSpPr/>
            <p:nvPr/>
          </p:nvSpPr>
          <p:spPr>
            <a:xfrm>
              <a:off x="9425448" y="19583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5" name="pt50205"/>
            <p:cNvSpPr/>
            <p:nvPr/>
          </p:nvSpPr>
          <p:spPr>
            <a:xfrm>
              <a:off x="9606545" y="21725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6" name="pt50206"/>
            <p:cNvSpPr/>
            <p:nvPr/>
          </p:nvSpPr>
          <p:spPr>
            <a:xfrm>
              <a:off x="9550412" y="20299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7" name="pt50207"/>
            <p:cNvSpPr/>
            <p:nvPr/>
          </p:nvSpPr>
          <p:spPr>
            <a:xfrm>
              <a:off x="8431181" y="2561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8" name="pt50208"/>
            <p:cNvSpPr/>
            <p:nvPr/>
          </p:nvSpPr>
          <p:spPr>
            <a:xfrm>
              <a:off x="9538601" y="19969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9" name="pt50209"/>
            <p:cNvSpPr/>
            <p:nvPr/>
          </p:nvSpPr>
          <p:spPr>
            <a:xfrm>
              <a:off x="9067835" y="18535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0" name="pt50210"/>
            <p:cNvSpPr/>
            <p:nvPr/>
          </p:nvSpPr>
          <p:spPr>
            <a:xfrm>
              <a:off x="8431181" y="25082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1" name="pt50211"/>
            <p:cNvSpPr/>
            <p:nvPr/>
          </p:nvSpPr>
          <p:spPr>
            <a:xfrm>
              <a:off x="9004922" y="18735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2" name="pt50212"/>
            <p:cNvSpPr/>
            <p:nvPr/>
          </p:nvSpPr>
          <p:spPr>
            <a:xfrm>
              <a:off x="8752612" y="20701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3" name="pt50213"/>
            <p:cNvSpPr/>
            <p:nvPr/>
          </p:nvSpPr>
          <p:spPr>
            <a:xfrm>
              <a:off x="9196592" y="22944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4" name="pt50214"/>
            <p:cNvSpPr/>
            <p:nvPr/>
          </p:nvSpPr>
          <p:spPr>
            <a:xfrm>
              <a:off x="8707558" y="23514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5" name="pt50215"/>
            <p:cNvSpPr/>
            <p:nvPr/>
          </p:nvSpPr>
          <p:spPr>
            <a:xfrm>
              <a:off x="9326470" y="20945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6" name="pt50216"/>
            <p:cNvSpPr/>
            <p:nvPr/>
          </p:nvSpPr>
          <p:spPr>
            <a:xfrm>
              <a:off x="8864906" y="17474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7" name="pt50217"/>
            <p:cNvSpPr/>
            <p:nvPr/>
          </p:nvSpPr>
          <p:spPr>
            <a:xfrm>
              <a:off x="8890393" y="20345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8" name="pt50218"/>
            <p:cNvSpPr/>
            <p:nvPr/>
          </p:nvSpPr>
          <p:spPr>
            <a:xfrm>
              <a:off x="8658156" y="2448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9" name="pt50219"/>
            <p:cNvSpPr/>
            <p:nvPr/>
          </p:nvSpPr>
          <p:spPr>
            <a:xfrm>
              <a:off x="8469500" y="22939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0" name="pt50220"/>
            <p:cNvSpPr/>
            <p:nvPr/>
          </p:nvSpPr>
          <p:spPr>
            <a:xfrm>
              <a:off x="8978704" y="2062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1" name="pt50221"/>
            <p:cNvSpPr/>
            <p:nvPr/>
          </p:nvSpPr>
          <p:spPr>
            <a:xfrm>
              <a:off x="9184210" y="21535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2" name="pt50222"/>
            <p:cNvSpPr/>
            <p:nvPr/>
          </p:nvSpPr>
          <p:spPr>
            <a:xfrm>
              <a:off x="8765338" y="20080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3" name="pt50223"/>
            <p:cNvSpPr/>
            <p:nvPr/>
          </p:nvSpPr>
          <p:spPr>
            <a:xfrm>
              <a:off x="8980466" y="19829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4" name="pt50224"/>
            <p:cNvSpPr/>
            <p:nvPr/>
          </p:nvSpPr>
          <p:spPr>
            <a:xfrm>
              <a:off x="8570436" y="24249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5" name="pt50225"/>
            <p:cNvSpPr/>
            <p:nvPr/>
          </p:nvSpPr>
          <p:spPr>
            <a:xfrm>
              <a:off x="8817779" y="21675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6" name="pt50226"/>
            <p:cNvSpPr/>
            <p:nvPr/>
          </p:nvSpPr>
          <p:spPr>
            <a:xfrm>
              <a:off x="9405714" y="20744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7" name="pt50227"/>
            <p:cNvSpPr/>
            <p:nvPr/>
          </p:nvSpPr>
          <p:spPr>
            <a:xfrm>
              <a:off x="8431181" y="22840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8" name="pt50228"/>
            <p:cNvSpPr/>
            <p:nvPr/>
          </p:nvSpPr>
          <p:spPr>
            <a:xfrm>
              <a:off x="9148018" y="21342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9" name="pt50229"/>
            <p:cNvSpPr/>
            <p:nvPr/>
          </p:nvSpPr>
          <p:spPr>
            <a:xfrm>
              <a:off x="8588529" y="21921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0" name="pt50230"/>
            <p:cNvSpPr/>
            <p:nvPr/>
          </p:nvSpPr>
          <p:spPr>
            <a:xfrm>
              <a:off x="9321732" y="21171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1" name="pt50231"/>
            <p:cNvSpPr/>
            <p:nvPr/>
          </p:nvSpPr>
          <p:spPr>
            <a:xfrm>
              <a:off x="8846813" y="22203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2" name="pt50232"/>
            <p:cNvSpPr/>
            <p:nvPr/>
          </p:nvSpPr>
          <p:spPr>
            <a:xfrm>
              <a:off x="8854280" y="19387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3" name="pt50233"/>
            <p:cNvSpPr/>
            <p:nvPr/>
          </p:nvSpPr>
          <p:spPr>
            <a:xfrm>
              <a:off x="8527280" y="25306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4" name="pt50234"/>
            <p:cNvSpPr/>
            <p:nvPr/>
          </p:nvSpPr>
          <p:spPr>
            <a:xfrm>
              <a:off x="8658156" y="23720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5" name="pt50235"/>
            <p:cNvSpPr/>
            <p:nvPr/>
          </p:nvSpPr>
          <p:spPr>
            <a:xfrm>
              <a:off x="8745877" y="21722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6" name="pt50236"/>
            <p:cNvSpPr/>
            <p:nvPr/>
          </p:nvSpPr>
          <p:spPr>
            <a:xfrm>
              <a:off x="8431181" y="25225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7" name="pt50237"/>
            <p:cNvSpPr/>
            <p:nvPr/>
          </p:nvSpPr>
          <p:spPr>
            <a:xfrm>
              <a:off x="8842954" y="21417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8" name="pt50238"/>
            <p:cNvSpPr/>
            <p:nvPr/>
          </p:nvSpPr>
          <p:spPr>
            <a:xfrm>
              <a:off x="9155133" y="20843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9" name="pt50239"/>
            <p:cNvSpPr/>
            <p:nvPr/>
          </p:nvSpPr>
          <p:spPr>
            <a:xfrm>
              <a:off x="9036737" y="18634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0" name="pt50240"/>
            <p:cNvSpPr/>
            <p:nvPr/>
          </p:nvSpPr>
          <p:spPr>
            <a:xfrm>
              <a:off x="8312152" y="24325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1" name="pt50241"/>
            <p:cNvSpPr/>
            <p:nvPr/>
          </p:nvSpPr>
          <p:spPr>
            <a:xfrm>
              <a:off x="9010896" y="1735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2" name="pt50242"/>
            <p:cNvSpPr/>
            <p:nvPr/>
          </p:nvSpPr>
          <p:spPr>
            <a:xfrm>
              <a:off x="9654477" y="17378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3" name="pt50243"/>
            <p:cNvSpPr/>
            <p:nvPr/>
          </p:nvSpPr>
          <p:spPr>
            <a:xfrm>
              <a:off x="8633583" y="21772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4" name="pt50244"/>
            <p:cNvSpPr/>
            <p:nvPr/>
          </p:nvSpPr>
          <p:spPr>
            <a:xfrm>
              <a:off x="9382404" y="19075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5" name="pt50245"/>
            <p:cNvSpPr/>
            <p:nvPr/>
          </p:nvSpPr>
          <p:spPr>
            <a:xfrm>
              <a:off x="8669239" y="23728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6" name="pt50246"/>
            <p:cNvSpPr/>
            <p:nvPr/>
          </p:nvSpPr>
          <p:spPr>
            <a:xfrm>
              <a:off x="8550210" y="24754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7" name="pt50247"/>
            <p:cNvSpPr/>
            <p:nvPr/>
          </p:nvSpPr>
          <p:spPr>
            <a:xfrm>
              <a:off x="9457237" y="20340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8" name="pt50248"/>
            <p:cNvSpPr/>
            <p:nvPr/>
          </p:nvSpPr>
          <p:spPr>
            <a:xfrm>
              <a:off x="9275425" y="19990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9" name="pt50249"/>
            <p:cNvSpPr/>
            <p:nvPr/>
          </p:nvSpPr>
          <p:spPr>
            <a:xfrm>
              <a:off x="8978704" y="21151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0" name="pt50250"/>
            <p:cNvSpPr/>
            <p:nvPr/>
          </p:nvSpPr>
          <p:spPr>
            <a:xfrm>
              <a:off x="8932228" y="19698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1" name="pt50251"/>
            <p:cNvSpPr/>
            <p:nvPr/>
          </p:nvSpPr>
          <p:spPr>
            <a:xfrm>
              <a:off x="8850587" y="20967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2" name="pt50252"/>
            <p:cNvSpPr/>
            <p:nvPr/>
          </p:nvSpPr>
          <p:spPr>
            <a:xfrm>
              <a:off x="9360483" y="20712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3" name="pt50253"/>
            <p:cNvSpPr/>
            <p:nvPr/>
          </p:nvSpPr>
          <p:spPr>
            <a:xfrm>
              <a:off x="8890393" y="20384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4" name="pt50254"/>
            <p:cNvSpPr/>
            <p:nvPr/>
          </p:nvSpPr>
          <p:spPr>
            <a:xfrm>
              <a:off x="8658156" y="24313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5" name="pt50255"/>
            <p:cNvSpPr/>
            <p:nvPr/>
          </p:nvSpPr>
          <p:spPr>
            <a:xfrm>
              <a:off x="9620546" y="22098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6" name="pt50256"/>
            <p:cNvSpPr/>
            <p:nvPr/>
          </p:nvSpPr>
          <p:spPr>
            <a:xfrm>
              <a:off x="9324827" y="21543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7" name="pt50257"/>
            <p:cNvSpPr/>
            <p:nvPr/>
          </p:nvSpPr>
          <p:spPr>
            <a:xfrm>
              <a:off x="9185276" y="22304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8" name="pt50258"/>
            <p:cNvSpPr/>
            <p:nvPr/>
          </p:nvSpPr>
          <p:spPr>
            <a:xfrm>
              <a:off x="9518367" y="21834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9" name="pt50259"/>
            <p:cNvSpPr/>
            <p:nvPr/>
          </p:nvSpPr>
          <p:spPr>
            <a:xfrm>
              <a:off x="9461227" y="25031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0" name="pt50260"/>
            <p:cNvSpPr/>
            <p:nvPr/>
          </p:nvSpPr>
          <p:spPr>
            <a:xfrm>
              <a:off x="8803657" y="20173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1" name="pt50261"/>
            <p:cNvSpPr/>
            <p:nvPr/>
          </p:nvSpPr>
          <p:spPr>
            <a:xfrm>
              <a:off x="9408344" y="19546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2" name="pt50262"/>
            <p:cNvSpPr/>
            <p:nvPr/>
          </p:nvSpPr>
          <p:spPr>
            <a:xfrm>
              <a:off x="8881273" y="22118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3" name="pt50263"/>
            <p:cNvSpPr/>
            <p:nvPr/>
          </p:nvSpPr>
          <p:spPr>
            <a:xfrm>
              <a:off x="8469500" y="2334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4" name="pt50264"/>
            <p:cNvSpPr/>
            <p:nvPr/>
          </p:nvSpPr>
          <p:spPr>
            <a:xfrm>
              <a:off x="8658156" y="23611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5" name="pt50265"/>
            <p:cNvSpPr/>
            <p:nvPr/>
          </p:nvSpPr>
          <p:spPr>
            <a:xfrm>
              <a:off x="9135698" y="20646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6" name="pt50266"/>
            <p:cNvSpPr/>
            <p:nvPr/>
          </p:nvSpPr>
          <p:spPr>
            <a:xfrm>
              <a:off x="9750516" y="23079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7" name="pt50267"/>
            <p:cNvSpPr/>
            <p:nvPr/>
          </p:nvSpPr>
          <p:spPr>
            <a:xfrm>
              <a:off x="8381780" y="2395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8" name="pt50268"/>
            <p:cNvSpPr/>
            <p:nvPr/>
          </p:nvSpPr>
          <p:spPr>
            <a:xfrm>
              <a:off x="8619838" y="24150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9" name="pt50269"/>
            <p:cNvSpPr/>
            <p:nvPr/>
          </p:nvSpPr>
          <p:spPr>
            <a:xfrm>
              <a:off x="8500809" y="27229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0" name="pt50270"/>
            <p:cNvSpPr/>
            <p:nvPr/>
          </p:nvSpPr>
          <p:spPr>
            <a:xfrm>
              <a:off x="8846813" y="20716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1" name="pt50271"/>
            <p:cNvSpPr/>
            <p:nvPr/>
          </p:nvSpPr>
          <p:spPr>
            <a:xfrm>
              <a:off x="9091423" y="17079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2" name="pt50272"/>
            <p:cNvSpPr/>
            <p:nvPr/>
          </p:nvSpPr>
          <p:spPr>
            <a:xfrm>
              <a:off x="8707558" y="2303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3" name="pt50273"/>
            <p:cNvSpPr/>
            <p:nvPr/>
          </p:nvSpPr>
          <p:spPr>
            <a:xfrm>
              <a:off x="9471970" y="24024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4" name="pt50274"/>
            <p:cNvSpPr/>
            <p:nvPr/>
          </p:nvSpPr>
          <p:spPr>
            <a:xfrm>
              <a:off x="9116180" y="2008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5" name="pt50275"/>
            <p:cNvSpPr/>
            <p:nvPr/>
          </p:nvSpPr>
          <p:spPr>
            <a:xfrm>
              <a:off x="8723925" y="22024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6" name="pt50276"/>
            <p:cNvSpPr/>
            <p:nvPr/>
          </p:nvSpPr>
          <p:spPr>
            <a:xfrm>
              <a:off x="8550210" y="23927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7" name="pt50277"/>
            <p:cNvSpPr/>
            <p:nvPr/>
          </p:nvSpPr>
          <p:spPr>
            <a:xfrm>
              <a:off x="8431181" y="1979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8" name="pt50278"/>
            <p:cNvSpPr/>
            <p:nvPr/>
          </p:nvSpPr>
          <p:spPr>
            <a:xfrm>
              <a:off x="9507319" y="22771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9" name="pt50279"/>
            <p:cNvSpPr/>
            <p:nvPr/>
          </p:nvSpPr>
          <p:spPr>
            <a:xfrm>
              <a:off x="9222422" y="19345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0" name="pt50280"/>
            <p:cNvSpPr/>
            <p:nvPr/>
          </p:nvSpPr>
          <p:spPr>
            <a:xfrm>
              <a:off x="9126964" y="21090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1" name="pt50281"/>
            <p:cNvSpPr/>
            <p:nvPr/>
          </p:nvSpPr>
          <p:spPr>
            <a:xfrm>
              <a:off x="9044150" y="17702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2" name="pt50282"/>
            <p:cNvSpPr/>
            <p:nvPr/>
          </p:nvSpPr>
          <p:spPr>
            <a:xfrm>
              <a:off x="9169122" y="19425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3" name="pt50283"/>
            <p:cNvSpPr/>
            <p:nvPr/>
          </p:nvSpPr>
          <p:spPr>
            <a:xfrm>
              <a:off x="8793552" y="21039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4" name="pt50284"/>
            <p:cNvSpPr/>
            <p:nvPr/>
          </p:nvSpPr>
          <p:spPr>
            <a:xfrm>
              <a:off x="9436506" y="23545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5" name="pt50285"/>
            <p:cNvSpPr/>
            <p:nvPr/>
          </p:nvSpPr>
          <p:spPr>
            <a:xfrm>
              <a:off x="9537100" y="21443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6" name="pt50286"/>
            <p:cNvSpPr/>
            <p:nvPr/>
          </p:nvSpPr>
          <p:spPr>
            <a:xfrm>
              <a:off x="8431181" y="23124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7" name="pt50287"/>
            <p:cNvSpPr/>
            <p:nvPr/>
          </p:nvSpPr>
          <p:spPr>
            <a:xfrm>
              <a:off x="9874745" y="2537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8" name="pt50288"/>
            <p:cNvSpPr/>
            <p:nvPr/>
          </p:nvSpPr>
          <p:spPr>
            <a:xfrm>
              <a:off x="8669239" y="21770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9" name="pt50289"/>
            <p:cNvSpPr/>
            <p:nvPr/>
          </p:nvSpPr>
          <p:spPr>
            <a:xfrm>
              <a:off x="8550210" y="26102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0" name="pt50290"/>
            <p:cNvSpPr/>
            <p:nvPr/>
          </p:nvSpPr>
          <p:spPr>
            <a:xfrm>
              <a:off x="9064645" y="20640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1" name="pt50291"/>
            <p:cNvSpPr/>
            <p:nvPr/>
          </p:nvSpPr>
          <p:spPr>
            <a:xfrm>
              <a:off x="8500809" y="2409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2" name="pt50292"/>
            <p:cNvSpPr/>
            <p:nvPr/>
          </p:nvSpPr>
          <p:spPr>
            <a:xfrm>
              <a:off x="8752612" y="23554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3" name="pt50293"/>
            <p:cNvSpPr/>
            <p:nvPr/>
          </p:nvSpPr>
          <p:spPr>
            <a:xfrm>
              <a:off x="9453041" y="23039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4" name="pt50294"/>
            <p:cNvSpPr/>
            <p:nvPr/>
          </p:nvSpPr>
          <p:spPr>
            <a:xfrm>
              <a:off x="8669239" y="2431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5" name="pt50295"/>
            <p:cNvSpPr/>
            <p:nvPr/>
          </p:nvSpPr>
          <p:spPr>
            <a:xfrm>
              <a:off x="8752612" y="22659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6" name="pt50296"/>
            <p:cNvSpPr/>
            <p:nvPr/>
          </p:nvSpPr>
          <p:spPr>
            <a:xfrm>
              <a:off x="9030305" y="18953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7" name="pt50297"/>
            <p:cNvSpPr/>
            <p:nvPr/>
          </p:nvSpPr>
          <p:spPr>
            <a:xfrm>
              <a:off x="8500809" y="27065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8" name="pt50298"/>
            <p:cNvSpPr/>
            <p:nvPr/>
          </p:nvSpPr>
          <p:spPr>
            <a:xfrm>
              <a:off x="8980466" y="20218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9" name="pt50299"/>
            <p:cNvSpPr/>
            <p:nvPr/>
          </p:nvSpPr>
          <p:spPr>
            <a:xfrm>
              <a:off x="9642404" y="24645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0" name="pt50300"/>
            <p:cNvSpPr/>
            <p:nvPr/>
          </p:nvSpPr>
          <p:spPr>
            <a:xfrm>
              <a:off x="9400632" y="19197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1" name="pt50301"/>
            <p:cNvSpPr/>
            <p:nvPr/>
          </p:nvSpPr>
          <p:spPr>
            <a:xfrm>
              <a:off x="9480563" y="23243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2" name="pt50302"/>
            <p:cNvSpPr/>
            <p:nvPr/>
          </p:nvSpPr>
          <p:spPr>
            <a:xfrm>
              <a:off x="9382404" y="20987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3" name="pt50303"/>
            <p:cNvSpPr/>
            <p:nvPr/>
          </p:nvSpPr>
          <p:spPr>
            <a:xfrm>
              <a:off x="8731558" y="2240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4" name="pt50304"/>
            <p:cNvSpPr/>
            <p:nvPr/>
          </p:nvSpPr>
          <p:spPr>
            <a:xfrm>
              <a:off x="8500809" y="27163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5" name="pt50305"/>
            <p:cNvSpPr/>
            <p:nvPr/>
          </p:nvSpPr>
          <p:spPr>
            <a:xfrm>
              <a:off x="8907297" y="21310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6" name="pt50306"/>
            <p:cNvSpPr/>
            <p:nvPr/>
          </p:nvSpPr>
          <p:spPr>
            <a:xfrm>
              <a:off x="9123951" y="22085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7" name="pt50307"/>
            <p:cNvSpPr/>
            <p:nvPr/>
          </p:nvSpPr>
          <p:spPr>
            <a:xfrm>
              <a:off x="8731558" y="22137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8" name="pt50308"/>
            <p:cNvSpPr/>
            <p:nvPr/>
          </p:nvSpPr>
          <p:spPr>
            <a:xfrm>
              <a:off x="9020874" y="14906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9" name="pt50309"/>
            <p:cNvSpPr/>
            <p:nvPr/>
          </p:nvSpPr>
          <p:spPr>
            <a:xfrm>
              <a:off x="8830827" y="20358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0" name="pt50310"/>
            <p:cNvSpPr/>
            <p:nvPr/>
          </p:nvSpPr>
          <p:spPr>
            <a:xfrm>
              <a:off x="8669239" y="23905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1" name="pt50311"/>
            <p:cNvSpPr/>
            <p:nvPr/>
          </p:nvSpPr>
          <p:spPr>
            <a:xfrm>
              <a:off x="8777185" y="22608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2" name="pt50312"/>
            <p:cNvSpPr/>
            <p:nvPr/>
          </p:nvSpPr>
          <p:spPr>
            <a:xfrm>
              <a:off x="9052414" y="22420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3" name="pt50313"/>
            <p:cNvSpPr/>
            <p:nvPr/>
          </p:nvSpPr>
          <p:spPr>
            <a:xfrm>
              <a:off x="9090502" y="17683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4" name="pt50314"/>
            <p:cNvSpPr/>
            <p:nvPr/>
          </p:nvSpPr>
          <p:spPr>
            <a:xfrm>
              <a:off x="9581160" y="23631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5" name="pt50315"/>
            <p:cNvSpPr/>
            <p:nvPr/>
          </p:nvSpPr>
          <p:spPr>
            <a:xfrm>
              <a:off x="8312152" y="21343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6" name="pt50316"/>
            <p:cNvSpPr/>
            <p:nvPr/>
          </p:nvSpPr>
          <p:spPr>
            <a:xfrm>
              <a:off x="8782816" y="22231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7" name="pt50317"/>
            <p:cNvSpPr/>
            <p:nvPr/>
          </p:nvSpPr>
          <p:spPr>
            <a:xfrm>
              <a:off x="8723925" y="23238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8" name="pt50318"/>
            <p:cNvSpPr/>
            <p:nvPr/>
          </p:nvSpPr>
          <p:spPr>
            <a:xfrm>
              <a:off x="9118548" y="21111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9" name="pt50319"/>
            <p:cNvSpPr/>
            <p:nvPr/>
          </p:nvSpPr>
          <p:spPr>
            <a:xfrm>
              <a:off x="8884367" y="19848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0" name="pt50320"/>
            <p:cNvSpPr/>
            <p:nvPr/>
          </p:nvSpPr>
          <p:spPr>
            <a:xfrm>
              <a:off x="8738867" y="2275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1" name="pt50321"/>
            <p:cNvSpPr/>
            <p:nvPr/>
          </p:nvSpPr>
          <p:spPr>
            <a:xfrm>
              <a:off x="9507319" y="22090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2" name="pt50322"/>
            <p:cNvSpPr/>
            <p:nvPr/>
          </p:nvSpPr>
          <p:spPr>
            <a:xfrm>
              <a:off x="9417384" y="19259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3" name="pt50323"/>
            <p:cNvSpPr/>
            <p:nvPr/>
          </p:nvSpPr>
          <p:spPr>
            <a:xfrm>
              <a:off x="9350622" y="21580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4" name="pt50324"/>
            <p:cNvSpPr/>
            <p:nvPr/>
          </p:nvSpPr>
          <p:spPr>
            <a:xfrm>
              <a:off x="8431181" y="24328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5" name="pt50325"/>
            <p:cNvSpPr/>
            <p:nvPr/>
          </p:nvSpPr>
          <p:spPr>
            <a:xfrm>
              <a:off x="8939053" y="19453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6" name="pt50326"/>
            <p:cNvSpPr/>
            <p:nvPr/>
          </p:nvSpPr>
          <p:spPr>
            <a:xfrm>
              <a:off x="8842954" y="22215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7" name="pt50327"/>
            <p:cNvSpPr/>
            <p:nvPr/>
          </p:nvSpPr>
          <p:spPr>
            <a:xfrm>
              <a:off x="8550210" y="25503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8" name="pt50328"/>
            <p:cNvSpPr/>
            <p:nvPr/>
          </p:nvSpPr>
          <p:spPr>
            <a:xfrm>
              <a:off x="8619838" y="24104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9" name="pt50329"/>
            <p:cNvSpPr/>
            <p:nvPr/>
          </p:nvSpPr>
          <p:spPr>
            <a:xfrm>
              <a:off x="8965842" y="22686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0" name="pt50330"/>
            <p:cNvSpPr/>
            <p:nvPr/>
          </p:nvSpPr>
          <p:spPr>
            <a:xfrm>
              <a:off x="8312152" y="24903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1" name="pt50331"/>
            <p:cNvSpPr/>
            <p:nvPr/>
          </p:nvSpPr>
          <p:spPr>
            <a:xfrm>
              <a:off x="9329710" y="22101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2" name="pt50332"/>
            <p:cNvSpPr/>
            <p:nvPr/>
          </p:nvSpPr>
          <p:spPr>
            <a:xfrm>
              <a:off x="8738867" y="23426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3" name="pt50333"/>
            <p:cNvSpPr/>
            <p:nvPr/>
          </p:nvSpPr>
          <p:spPr>
            <a:xfrm>
              <a:off x="9031610" y="20360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4" name="pt50334"/>
            <p:cNvSpPr/>
            <p:nvPr/>
          </p:nvSpPr>
          <p:spPr>
            <a:xfrm>
              <a:off x="8715936" y="22941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5" name="pt50335"/>
            <p:cNvSpPr/>
            <p:nvPr/>
          </p:nvSpPr>
          <p:spPr>
            <a:xfrm>
              <a:off x="9181514" y="23074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6" name="pt50336"/>
            <p:cNvSpPr/>
            <p:nvPr/>
          </p:nvSpPr>
          <p:spPr>
            <a:xfrm>
              <a:off x="8738867" y="21627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7" name="pt50337"/>
            <p:cNvSpPr/>
            <p:nvPr/>
          </p:nvSpPr>
          <p:spPr>
            <a:xfrm>
              <a:off x="8731558" y="22436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8" name="pt50338"/>
            <p:cNvSpPr/>
            <p:nvPr/>
          </p:nvSpPr>
          <p:spPr>
            <a:xfrm>
              <a:off x="9501180" y="2206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9" name="pt50339"/>
            <p:cNvSpPr/>
            <p:nvPr/>
          </p:nvSpPr>
          <p:spPr>
            <a:xfrm>
              <a:off x="8698750" y="21073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0" name="pt50340"/>
            <p:cNvSpPr/>
            <p:nvPr/>
          </p:nvSpPr>
          <p:spPr>
            <a:xfrm>
              <a:off x="8312152" y="25185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1" name="pt50341"/>
            <p:cNvSpPr/>
            <p:nvPr/>
          </p:nvSpPr>
          <p:spPr>
            <a:xfrm>
              <a:off x="8947749" y="21007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2" name="pt50342"/>
            <p:cNvSpPr/>
            <p:nvPr/>
          </p:nvSpPr>
          <p:spPr>
            <a:xfrm>
              <a:off x="8854280" y="20747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3" name="pt50343"/>
            <p:cNvSpPr/>
            <p:nvPr/>
          </p:nvSpPr>
          <p:spPr>
            <a:xfrm>
              <a:off x="8550210" y="25654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4" name="pt50344"/>
            <p:cNvSpPr/>
            <p:nvPr/>
          </p:nvSpPr>
          <p:spPr>
            <a:xfrm>
              <a:off x="8381780" y="22963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5" name="pt50345"/>
            <p:cNvSpPr/>
            <p:nvPr/>
          </p:nvSpPr>
          <p:spPr>
            <a:xfrm>
              <a:off x="8570436" y="24318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6" name="pt50346"/>
            <p:cNvSpPr/>
            <p:nvPr/>
          </p:nvSpPr>
          <p:spPr>
            <a:xfrm>
              <a:off x="9141283" y="21241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7" name="pt50347"/>
            <p:cNvSpPr/>
            <p:nvPr/>
          </p:nvSpPr>
          <p:spPr>
            <a:xfrm>
              <a:off x="9097733" y="16339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8" name="pt50348"/>
            <p:cNvSpPr/>
            <p:nvPr/>
          </p:nvSpPr>
          <p:spPr>
            <a:xfrm>
              <a:off x="8922686" y="19190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9" name="pt50349"/>
            <p:cNvSpPr/>
            <p:nvPr/>
          </p:nvSpPr>
          <p:spPr>
            <a:xfrm>
              <a:off x="8960020" y="21994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0" name="pt50350"/>
            <p:cNvSpPr/>
            <p:nvPr/>
          </p:nvSpPr>
          <p:spPr>
            <a:xfrm>
              <a:off x="8646309" y="25069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1" name="pt50351"/>
            <p:cNvSpPr/>
            <p:nvPr/>
          </p:nvSpPr>
          <p:spPr>
            <a:xfrm>
              <a:off x="8658156" y="26493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2" name="pt50352"/>
            <p:cNvSpPr/>
            <p:nvPr/>
          </p:nvSpPr>
          <p:spPr>
            <a:xfrm>
              <a:off x="9195593" y="24039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3" name="pt50353"/>
            <p:cNvSpPr/>
            <p:nvPr/>
          </p:nvSpPr>
          <p:spPr>
            <a:xfrm>
              <a:off x="8771364" y="22683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4" name="pt50354"/>
            <p:cNvSpPr/>
            <p:nvPr/>
          </p:nvSpPr>
          <p:spPr>
            <a:xfrm>
              <a:off x="9828342" y="22831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5" name="pt50355"/>
            <p:cNvSpPr/>
            <p:nvPr/>
          </p:nvSpPr>
          <p:spPr>
            <a:xfrm>
              <a:off x="8961983" y="22110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6" name="pt50356"/>
            <p:cNvSpPr/>
            <p:nvPr/>
          </p:nvSpPr>
          <p:spPr>
            <a:xfrm>
              <a:off x="9425448" y="18301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7" name="pt50357"/>
            <p:cNvSpPr/>
            <p:nvPr/>
          </p:nvSpPr>
          <p:spPr>
            <a:xfrm>
              <a:off x="9193072" y="23810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8" name="pt50358"/>
            <p:cNvSpPr/>
            <p:nvPr/>
          </p:nvSpPr>
          <p:spPr>
            <a:xfrm>
              <a:off x="9052414" y="20914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9" name="pt50359"/>
            <p:cNvSpPr/>
            <p:nvPr/>
          </p:nvSpPr>
          <p:spPr>
            <a:xfrm>
              <a:off x="8715936" y="22512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0" name="pt50360"/>
            <p:cNvSpPr/>
            <p:nvPr/>
          </p:nvSpPr>
          <p:spPr>
            <a:xfrm>
              <a:off x="9169122" y="19134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1" name="pt50361"/>
            <p:cNvSpPr/>
            <p:nvPr/>
          </p:nvSpPr>
          <p:spPr>
            <a:xfrm>
              <a:off x="9262020" y="18291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2" name="pt50362"/>
            <p:cNvSpPr/>
            <p:nvPr/>
          </p:nvSpPr>
          <p:spPr>
            <a:xfrm>
              <a:off x="9087709" y="19461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3" name="pt50363"/>
            <p:cNvSpPr/>
            <p:nvPr/>
          </p:nvSpPr>
          <p:spPr>
            <a:xfrm>
              <a:off x="8939053" y="19314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4" name="pt50364"/>
            <p:cNvSpPr/>
            <p:nvPr/>
          </p:nvSpPr>
          <p:spPr>
            <a:xfrm>
              <a:off x="9215429" y="19368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5" name="pt50365"/>
            <p:cNvSpPr/>
            <p:nvPr/>
          </p:nvSpPr>
          <p:spPr>
            <a:xfrm>
              <a:off x="9325298" y="21710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6" name="pt50366"/>
            <p:cNvSpPr/>
            <p:nvPr/>
          </p:nvSpPr>
          <p:spPr>
            <a:xfrm>
              <a:off x="8963923" y="22917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7" name="pt50367"/>
            <p:cNvSpPr/>
            <p:nvPr/>
          </p:nvSpPr>
          <p:spPr>
            <a:xfrm>
              <a:off x="8707558" y="22856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8" name="pt50368"/>
            <p:cNvSpPr/>
            <p:nvPr/>
          </p:nvSpPr>
          <p:spPr>
            <a:xfrm>
              <a:off x="8431181" y="24005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9" name="pt50369"/>
            <p:cNvSpPr/>
            <p:nvPr/>
          </p:nvSpPr>
          <p:spPr>
            <a:xfrm>
              <a:off x="8500809" y="25345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0" name="pt50370"/>
            <p:cNvSpPr/>
            <p:nvPr/>
          </p:nvSpPr>
          <p:spPr>
            <a:xfrm>
              <a:off x="8932228" y="19707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1" name="pt50371"/>
            <p:cNvSpPr/>
            <p:nvPr/>
          </p:nvSpPr>
          <p:spPr>
            <a:xfrm>
              <a:off x="8312152" y="25646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2" name="pt50372"/>
            <p:cNvSpPr/>
            <p:nvPr/>
          </p:nvSpPr>
          <p:spPr>
            <a:xfrm>
              <a:off x="8570436" y="23715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3" name="pt50373"/>
            <p:cNvSpPr/>
            <p:nvPr/>
          </p:nvSpPr>
          <p:spPr>
            <a:xfrm>
              <a:off x="8842954" y="20644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4" name="pt50374"/>
            <p:cNvSpPr/>
            <p:nvPr/>
          </p:nvSpPr>
          <p:spPr>
            <a:xfrm>
              <a:off x="8752612" y="23261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5" name="pt50375"/>
            <p:cNvSpPr/>
            <p:nvPr/>
          </p:nvSpPr>
          <p:spPr>
            <a:xfrm>
              <a:off x="8550210" y="26019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6" name="pt50376"/>
            <p:cNvSpPr/>
            <p:nvPr/>
          </p:nvSpPr>
          <p:spPr>
            <a:xfrm>
              <a:off x="8469500" y="25904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7" name="pt50377"/>
            <p:cNvSpPr/>
            <p:nvPr/>
          </p:nvSpPr>
          <p:spPr>
            <a:xfrm>
              <a:off x="8960020" y="2191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8" name="pt50378"/>
            <p:cNvSpPr/>
            <p:nvPr/>
          </p:nvSpPr>
          <p:spPr>
            <a:xfrm>
              <a:off x="9352841" y="21769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9" name="pt50379"/>
            <p:cNvSpPr/>
            <p:nvPr/>
          </p:nvSpPr>
          <p:spPr>
            <a:xfrm>
              <a:off x="9278233" y="19115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0" name="pt50380"/>
            <p:cNvSpPr/>
            <p:nvPr/>
          </p:nvSpPr>
          <p:spPr>
            <a:xfrm>
              <a:off x="8901845" y="21431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1" name="pt50381"/>
            <p:cNvSpPr/>
            <p:nvPr/>
          </p:nvSpPr>
          <p:spPr>
            <a:xfrm>
              <a:off x="9548628" y="22335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2" name="pt50382"/>
            <p:cNvSpPr/>
            <p:nvPr/>
          </p:nvSpPr>
          <p:spPr>
            <a:xfrm>
              <a:off x="9756959" y="22188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3" name="pt50383"/>
            <p:cNvSpPr/>
            <p:nvPr/>
          </p:nvSpPr>
          <p:spPr>
            <a:xfrm>
              <a:off x="9087709" y="1996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4" name="pt50384"/>
            <p:cNvSpPr/>
            <p:nvPr/>
          </p:nvSpPr>
          <p:spPr>
            <a:xfrm>
              <a:off x="9060297" y="21484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5" name="pt50385"/>
            <p:cNvSpPr/>
            <p:nvPr/>
          </p:nvSpPr>
          <p:spPr>
            <a:xfrm>
              <a:off x="9187914" y="23912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6" name="pt50386"/>
            <p:cNvSpPr/>
            <p:nvPr/>
          </p:nvSpPr>
          <p:spPr>
            <a:xfrm>
              <a:off x="9750516" y="22355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7" name="pt50387"/>
            <p:cNvSpPr/>
            <p:nvPr/>
          </p:nvSpPr>
          <p:spPr>
            <a:xfrm>
              <a:off x="9304571" y="21079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8" name="pt50388"/>
            <p:cNvSpPr/>
            <p:nvPr/>
          </p:nvSpPr>
          <p:spPr>
            <a:xfrm>
              <a:off x="8570436" y="2435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9" name="pt50389"/>
            <p:cNvSpPr/>
            <p:nvPr/>
          </p:nvSpPr>
          <p:spPr>
            <a:xfrm>
              <a:off x="8731558" y="22448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0" name="pt50390"/>
            <p:cNvSpPr/>
            <p:nvPr/>
          </p:nvSpPr>
          <p:spPr>
            <a:xfrm>
              <a:off x="9056963" y="21320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1" name="pt50391"/>
            <p:cNvSpPr/>
            <p:nvPr/>
          </p:nvSpPr>
          <p:spPr>
            <a:xfrm>
              <a:off x="9004922" y="17683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2" name="pt50392"/>
            <p:cNvSpPr/>
            <p:nvPr/>
          </p:nvSpPr>
          <p:spPr>
            <a:xfrm>
              <a:off x="8956027" y="20616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3" name="pt50393"/>
            <p:cNvSpPr/>
            <p:nvPr/>
          </p:nvSpPr>
          <p:spPr>
            <a:xfrm>
              <a:off x="8679650" y="24574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4" name="pt50394"/>
            <p:cNvSpPr/>
            <p:nvPr/>
          </p:nvSpPr>
          <p:spPr>
            <a:xfrm>
              <a:off x="9356998" y="20294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5" name="pt50395"/>
            <p:cNvSpPr/>
            <p:nvPr/>
          </p:nvSpPr>
          <p:spPr>
            <a:xfrm>
              <a:off x="9581160" y="25090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6" name="pt50396"/>
            <p:cNvSpPr/>
            <p:nvPr/>
          </p:nvSpPr>
          <p:spPr>
            <a:xfrm>
              <a:off x="8500809" y="25345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7" name="pt50397"/>
            <p:cNvSpPr/>
            <p:nvPr/>
          </p:nvSpPr>
          <p:spPr>
            <a:xfrm>
              <a:off x="9104672" y="21071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8" name="pt50398"/>
            <p:cNvSpPr/>
            <p:nvPr/>
          </p:nvSpPr>
          <p:spPr>
            <a:xfrm>
              <a:off x="8658156" y="24407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9" name="pt50399"/>
            <p:cNvSpPr/>
            <p:nvPr/>
          </p:nvSpPr>
          <p:spPr>
            <a:xfrm>
              <a:off x="8864906" y="17979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0" name="pt50400"/>
            <p:cNvSpPr/>
            <p:nvPr/>
          </p:nvSpPr>
          <p:spPr>
            <a:xfrm>
              <a:off x="8842954" y="20747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1" name="pt50401"/>
            <p:cNvSpPr/>
            <p:nvPr/>
          </p:nvSpPr>
          <p:spPr>
            <a:xfrm>
              <a:off x="8500809" y="26217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2" name="pt50402"/>
            <p:cNvSpPr/>
            <p:nvPr/>
          </p:nvSpPr>
          <p:spPr>
            <a:xfrm>
              <a:off x="8932228" y="17932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3" name="pt50403"/>
            <p:cNvSpPr/>
            <p:nvPr/>
          </p:nvSpPr>
          <p:spPr>
            <a:xfrm>
              <a:off x="8588529" y="23098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4" name="pt50404"/>
            <p:cNvSpPr/>
            <p:nvPr/>
          </p:nvSpPr>
          <p:spPr>
            <a:xfrm>
              <a:off x="8588529" y="22034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5" name="pt50405"/>
            <p:cNvSpPr/>
            <p:nvPr/>
          </p:nvSpPr>
          <p:spPr>
            <a:xfrm>
              <a:off x="8738867" y="21949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6" name="pt50406"/>
            <p:cNvSpPr/>
            <p:nvPr/>
          </p:nvSpPr>
          <p:spPr>
            <a:xfrm>
              <a:off x="8907297" y="2233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7" name="pt50407"/>
            <p:cNvSpPr/>
            <p:nvPr/>
          </p:nvSpPr>
          <p:spPr>
            <a:xfrm>
              <a:off x="9102103" y="20828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8" name="pt50408"/>
            <p:cNvSpPr/>
            <p:nvPr/>
          </p:nvSpPr>
          <p:spPr>
            <a:xfrm>
              <a:off x="9576430" y="19928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9" name="pt50409"/>
            <p:cNvSpPr/>
            <p:nvPr/>
          </p:nvSpPr>
          <p:spPr>
            <a:xfrm>
              <a:off x="9259623" y="20096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0" name="pt50410"/>
            <p:cNvSpPr/>
            <p:nvPr/>
          </p:nvSpPr>
          <p:spPr>
            <a:xfrm>
              <a:off x="8689465" y="24831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1" name="pt50411"/>
            <p:cNvSpPr/>
            <p:nvPr/>
          </p:nvSpPr>
          <p:spPr>
            <a:xfrm>
              <a:off x="8707558" y="22044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2" name="pt50412"/>
            <p:cNvSpPr/>
            <p:nvPr/>
          </p:nvSpPr>
          <p:spPr>
            <a:xfrm>
              <a:off x="8920215" y="19912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3" name="pt50413"/>
            <p:cNvSpPr/>
            <p:nvPr/>
          </p:nvSpPr>
          <p:spPr>
            <a:xfrm>
              <a:off x="8469500" y="23552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4" name="pt50414"/>
            <p:cNvSpPr/>
            <p:nvPr/>
          </p:nvSpPr>
          <p:spPr>
            <a:xfrm>
              <a:off x="9077064" y="20569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5" name="pt50415"/>
            <p:cNvSpPr/>
            <p:nvPr/>
          </p:nvSpPr>
          <p:spPr>
            <a:xfrm>
              <a:off x="8646309" y="23554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6" name="pt50416"/>
            <p:cNvSpPr/>
            <p:nvPr/>
          </p:nvSpPr>
          <p:spPr>
            <a:xfrm>
              <a:off x="8604896" y="22320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7" name="pt50417"/>
            <p:cNvSpPr/>
            <p:nvPr/>
          </p:nvSpPr>
          <p:spPr>
            <a:xfrm>
              <a:off x="8312152" y="22011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8" name="pt50418"/>
            <p:cNvSpPr/>
            <p:nvPr/>
          </p:nvSpPr>
          <p:spPr>
            <a:xfrm>
              <a:off x="8932228" y="19840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9" name="pt50419"/>
            <p:cNvSpPr/>
            <p:nvPr/>
          </p:nvSpPr>
          <p:spPr>
            <a:xfrm>
              <a:off x="9350622" y="21521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0" name="pt50420"/>
            <p:cNvSpPr/>
            <p:nvPr/>
          </p:nvSpPr>
          <p:spPr>
            <a:xfrm>
              <a:off x="9010896" y="16663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1" name="pt50421"/>
            <p:cNvSpPr/>
            <p:nvPr/>
          </p:nvSpPr>
          <p:spPr>
            <a:xfrm>
              <a:off x="8813199" y="20208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2" name="pt50422"/>
            <p:cNvSpPr/>
            <p:nvPr/>
          </p:nvSpPr>
          <p:spPr>
            <a:xfrm>
              <a:off x="8738867" y="21410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3" name="pt50423"/>
            <p:cNvSpPr/>
            <p:nvPr/>
          </p:nvSpPr>
          <p:spPr>
            <a:xfrm>
              <a:off x="9020874" y="16245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4" name="pt50424"/>
            <p:cNvSpPr/>
            <p:nvPr/>
          </p:nvSpPr>
          <p:spPr>
            <a:xfrm>
              <a:off x="8550210" y="24574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5" name="pt50425"/>
            <p:cNvSpPr/>
            <p:nvPr/>
          </p:nvSpPr>
          <p:spPr>
            <a:xfrm>
              <a:off x="9102103" y="20157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6" name="pt50426"/>
            <p:cNvSpPr/>
            <p:nvPr/>
          </p:nvSpPr>
          <p:spPr>
            <a:xfrm>
              <a:off x="8381780" y="23952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7" name="pt50427"/>
            <p:cNvSpPr/>
            <p:nvPr/>
          </p:nvSpPr>
          <p:spPr>
            <a:xfrm>
              <a:off x="8381780" y="23597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8" name="pt50428"/>
            <p:cNvSpPr/>
            <p:nvPr/>
          </p:nvSpPr>
          <p:spPr>
            <a:xfrm>
              <a:off x="8752612" y="21106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9" name="pt50429"/>
            <p:cNvSpPr/>
            <p:nvPr/>
          </p:nvSpPr>
          <p:spPr>
            <a:xfrm>
              <a:off x="9030305" y="1859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0" name="pt50430"/>
            <p:cNvSpPr/>
            <p:nvPr/>
          </p:nvSpPr>
          <p:spPr>
            <a:xfrm>
              <a:off x="8469500" y="22117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1" name="pt50431"/>
            <p:cNvSpPr/>
            <p:nvPr/>
          </p:nvSpPr>
          <p:spPr>
            <a:xfrm>
              <a:off x="9062485" y="2015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2" name="pt50432"/>
            <p:cNvSpPr/>
            <p:nvPr/>
          </p:nvSpPr>
          <p:spPr>
            <a:xfrm>
              <a:off x="9010896" y="14420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3" name="pt50433"/>
            <p:cNvSpPr/>
            <p:nvPr/>
          </p:nvSpPr>
          <p:spPr>
            <a:xfrm>
              <a:off x="8658156" y="24387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4" name="pt50434"/>
            <p:cNvSpPr/>
            <p:nvPr/>
          </p:nvSpPr>
          <p:spPr>
            <a:xfrm>
              <a:off x="8899053" y="2195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5" name="pt50435"/>
            <p:cNvSpPr/>
            <p:nvPr/>
          </p:nvSpPr>
          <p:spPr>
            <a:xfrm>
              <a:off x="9350622" y="21492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6" name="pt50436"/>
            <p:cNvSpPr/>
            <p:nvPr/>
          </p:nvSpPr>
          <p:spPr>
            <a:xfrm>
              <a:off x="8752612" y="23591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7" name="pt50437"/>
            <p:cNvSpPr/>
            <p:nvPr/>
          </p:nvSpPr>
          <p:spPr>
            <a:xfrm>
              <a:off x="8884367" y="20014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8" name="pt50438"/>
            <p:cNvSpPr/>
            <p:nvPr/>
          </p:nvSpPr>
          <p:spPr>
            <a:xfrm>
              <a:off x="8861436" y="19611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9" name="pt50439"/>
            <p:cNvSpPr/>
            <p:nvPr/>
          </p:nvSpPr>
          <p:spPr>
            <a:xfrm>
              <a:off x="9123951" y="21580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0" name="pt50440"/>
            <p:cNvSpPr/>
            <p:nvPr/>
          </p:nvSpPr>
          <p:spPr>
            <a:xfrm>
              <a:off x="9457237" y="19789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1" name="pt50441"/>
            <p:cNvSpPr/>
            <p:nvPr/>
          </p:nvSpPr>
          <p:spPr>
            <a:xfrm>
              <a:off x="8771364" y="22312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2" name="pt50442"/>
            <p:cNvSpPr/>
            <p:nvPr/>
          </p:nvSpPr>
          <p:spPr>
            <a:xfrm>
              <a:off x="9034193" y="18089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3" name="pt50443"/>
            <p:cNvSpPr/>
            <p:nvPr/>
          </p:nvSpPr>
          <p:spPr>
            <a:xfrm>
              <a:off x="9268690" y="19422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4" name="pt50444"/>
            <p:cNvSpPr/>
            <p:nvPr/>
          </p:nvSpPr>
          <p:spPr>
            <a:xfrm>
              <a:off x="8658156" y="23898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5" name="pt50445"/>
            <p:cNvSpPr/>
            <p:nvPr/>
          </p:nvSpPr>
          <p:spPr>
            <a:xfrm>
              <a:off x="8798679" y="21423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6" name="pt50446"/>
            <p:cNvSpPr/>
            <p:nvPr/>
          </p:nvSpPr>
          <p:spPr>
            <a:xfrm>
              <a:off x="8803657" y="21887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7" name="pt50447"/>
            <p:cNvSpPr/>
            <p:nvPr/>
          </p:nvSpPr>
          <p:spPr>
            <a:xfrm>
              <a:off x="9346306" y="22025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8" name="pt50448"/>
            <p:cNvSpPr/>
            <p:nvPr/>
          </p:nvSpPr>
          <p:spPr>
            <a:xfrm>
              <a:off x="9286390" y="19276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9" name="pt50449"/>
            <p:cNvSpPr/>
            <p:nvPr/>
          </p:nvSpPr>
          <p:spPr>
            <a:xfrm>
              <a:off x="8312152" y="22653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0" name="pt50450"/>
            <p:cNvSpPr/>
            <p:nvPr/>
          </p:nvSpPr>
          <p:spPr>
            <a:xfrm>
              <a:off x="9185276" y="22432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1" name="pt50451"/>
            <p:cNvSpPr/>
            <p:nvPr/>
          </p:nvSpPr>
          <p:spPr>
            <a:xfrm>
              <a:off x="9408344" y="20437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2" name="pt50452"/>
            <p:cNvSpPr/>
            <p:nvPr/>
          </p:nvSpPr>
          <p:spPr>
            <a:xfrm>
              <a:off x="8777185" y="23217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3" name="pt50453"/>
            <p:cNvSpPr/>
            <p:nvPr/>
          </p:nvSpPr>
          <p:spPr>
            <a:xfrm>
              <a:off x="9350622" y="21791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4" name="pt50454"/>
            <p:cNvSpPr/>
            <p:nvPr/>
          </p:nvSpPr>
          <p:spPr>
            <a:xfrm>
              <a:off x="9518367" y="2083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5" name="pt50455"/>
            <p:cNvSpPr/>
            <p:nvPr/>
          </p:nvSpPr>
          <p:spPr>
            <a:xfrm>
              <a:off x="8588529" y="2219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6" name="pt50456"/>
            <p:cNvSpPr/>
            <p:nvPr/>
          </p:nvSpPr>
          <p:spPr>
            <a:xfrm>
              <a:off x="8312152" y="25325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7" name="pt50457"/>
            <p:cNvSpPr/>
            <p:nvPr/>
          </p:nvSpPr>
          <p:spPr>
            <a:xfrm>
              <a:off x="8803657" y="21477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8" name="pt50458"/>
            <p:cNvSpPr/>
            <p:nvPr/>
          </p:nvSpPr>
          <p:spPr>
            <a:xfrm>
              <a:off x="8312152" y="2511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9" name="pt50459"/>
            <p:cNvSpPr/>
            <p:nvPr/>
          </p:nvSpPr>
          <p:spPr>
            <a:xfrm>
              <a:off x="9606545" y="23739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0" name="pt50460"/>
            <p:cNvSpPr/>
            <p:nvPr/>
          </p:nvSpPr>
          <p:spPr>
            <a:xfrm>
              <a:off x="8961983" y="22310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1" name="pt50461"/>
            <p:cNvSpPr/>
            <p:nvPr/>
          </p:nvSpPr>
          <p:spPr>
            <a:xfrm>
              <a:off x="8381780" y="23531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2" name="pt50462"/>
            <p:cNvSpPr/>
            <p:nvPr/>
          </p:nvSpPr>
          <p:spPr>
            <a:xfrm>
              <a:off x="8782816" y="21529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3" name="pt50463"/>
            <p:cNvSpPr/>
            <p:nvPr/>
          </p:nvSpPr>
          <p:spPr>
            <a:xfrm>
              <a:off x="8312152" y="23787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4" name="pt50464"/>
            <p:cNvSpPr/>
            <p:nvPr/>
          </p:nvSpPr>
          <p:spPr>
            <a:xfrm>
              <a:off x="8830827" y="19676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5" name="pt50465"/>
            <p:cNvSpPr/>
            <p:nvPr/>
          </p:nvSpPr>
          <p:spPr>
            <a:xfrm>
              <a:off x="9115383" y="21055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6" name="pt50466"/>
            <p:cNvSpPr/>
            <p:nvPr/>
          </p:nvSpPr>
          <p:spPr>
            <a:xfrm>
              <a:off x="8961983" y="22519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7" name="pt50467"/>
            <p:cNvSpPr/>
            <p:nvPr/>
          </p:nvSpPr>
          <p:spPr>
            <a:xfrm>
              <a:off x="8817779" y="22794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8" name="pt50468"/>
            <p:cNvSpPr/>
            <p:nvPr/>
          </p:nvSpPr>
          <p:spPr>
            <a:xfrm>
              <a:off x="8788268" y="22353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9" name="pt50469"/>
            <p:cNvSpPr/>
            <p:nvPr/>
          </p:nvSpPr>
          <p:spPr>
            <a:xfrm>
              <a:off x="9037995" y="18116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0" name="pt50470"/>
            <p:cNvSpPr/>
            <p:nvPr/>
          </p:nvSpPr>
          <p:spPr>
            <a:xfrm>
              <a:off x="8861436" y="22320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1" name="pt50471"/>
            <p:cNvSpPr/>
            <p:nvPr/>
          </p:nvSpPr>
          <p:spPr>
            <a:xfrm>
              <a:off x="9485353" y="24795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2" name="pt50472"/>
            <p:cNvSpPr/>
            <p:nvPr/>
          </p:nvSpPr>
          <p:spPr>
            <a:xfrm>
              <a:off x="8961983" y="22578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3" name="pt50473"/>
            <p:cNvSpPr/>
            <p:nvPr/>
          </p:nvSpPr>
          <p:spPr>
            <a:xfrm>
              <a:off x="8619838" y="22428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4" name="pt50474"/>
            <p:cNvSpPr/>
            <p:nvPr/>
          </p:nvSpPr>
          <p:spPr>
            <a:xfrm>
              <a:off x="8813199" y="20722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5" name="pt50475"/>
            <p:cNvSpPr/>
            <p:nvPr/>
          </p:nvSpPr>
          <p:spPr>
            <a:xfrm>
              <a:off x="9436506" y="22652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6" name="pt50476"/>
            <p:cNvSpPr/>
            <p:nvPr/>
          </p:nvSpPr>
          <p:spPr>
            <a:xfrm>
              <a:off x="9495513" y="22805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7" name="pt50477"/>
            <p:cNvSpPr/>
            <p:nvPr/>
          </p:nvSpPr>
          <p:spPr>
            <a:xfrm>
              <a:off x="8982209" y="19940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8" name="pt50478"/>
            <p:cNvSpPr/>
            <p:nvPr/>
          </p:nvSpPr>
          <p:spPr>
            <a:xfrm>
              <a:off x="9548435" y="22834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9" name="pt50479"/>
            <p:cNvSpPr/>
            <p:nvPr/>
          </p:nvSpPr>
          <p:spPr>
            <a:xfrm>
              <a:off x="9471970" y="23314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0" name="pt50480"/>
            <p:cNvSpPr/>
            <p:nvPr/>
          </p:nvSpPr>
          <p:spPr>
            <a:xfrm>
              <a:off x="9480563" y="2572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1" name="pt50481"/>
            <p:cNvSpPr/>
            <p:nvPr/>
          </p:nvSpPr>
          <p:spPr>
            <a:xfrm>
              <a:off x="8971473" y="22011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2" name="pt50482"/>
            <p:cNvSpPr/>
            <p:nvPr/>
          </p:nvSpPr>
          <p:spPr>
            <a:xfrm>
              <a:off x="9056963" y="20507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3" name="pt50483"/>
            <p:cNvSpPr/>
            <p:nvPr/>
          </p:nvSpPr>
          <p:spPr>
            <a:xfrm>
              <a:off x="8588529" y="22048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4" name="pt50484"/>
            <p:cNvSpPr/>
            <p:nvPr/>
          </p:nvSpPr>
          <p:spPr>
            <a:xfrm>
              <a:off x="9197089" y="17517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5" name="pt50485"/>
            <p:cNvSpPr/>
            <p:nvPr/>
          </p:nvSpPr>
          <p:spPr>
            <a:xfrm>
              <a:off x="8550210" y="26156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6" name="pt50486"/>
            <p:cNvSpPr/>
            <p:nvPr/>
          </p:nvSpPr>
          <p:spPr>
            <a:xfrm>
              <a:off x="8854280" y="20552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7" name="pt50487"/>
            <p:cNvSpPr/>
            <p:nvPr/>
          </p:nvSpPr>
          <p:spPr>
            <a:xfrm>
              <a:off x="8759093" y="20176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8" name="pt50488"/>
            <p:cNvSpPr/>
            <p:nvPr/>
          </p:nvSpPr>
          <p:spPr>
            <a:xfrm>
              <a:off x="9079049" y="19243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9" name="pt50489"/>
            <p:cNvSpPr/>
            <p:nvPr/>
          </p:nvSpPr>
          <p:spPr>
            <a:xfrm>
              <a:off x="8689465" y="21562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0" name="pt50490"/>
            <p:cNvSpPr/>
            <p:nvPr/>
          </p:nvSpPr>
          <p:spPr>
            <a:xfrm>
              <a:off x="8890393" y="20335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1" name="pt50491"/>
            <p:cNvSpPr/>
            <p:nvPr/>
          </p:nvSpPr>
          <p:spPr>
            <a:xfrm>
              <a:off x="9048921" y="21097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2" name="pt50492"/>
            <p:cNvSpPr/>
            <p:nvPr/>
          </p:nvSpPr>
          <p:spPr>
            <a:xfrm>
              <a:off x="8830827" y="19910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3" name="pt50493"/>
            <p:cNvSpPr/>
            <p:nvPr/>
          </p:nvSpPr>
          <p:spPr>
            <a:xfrm>
              <a:off x="8500809" y="25749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4" name="pt50494"/>
            <p:cNvSpPr/>
            <p:nvPr/>
          </p:nvSpPr>
          <p:spPr>
            <a:xfrm>
              <a:off x="8679650" y="23883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5" name="pt50495"/>
            <p:cNvSpPr/>
            <p:nvPr/>
          </p:nvSpPr>
          <p:spPr>
            <a:xfrm>
              <a:off x="8759093" y="20821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6" name="pt50496"/>
            <p:cNvSpPr/>
            <p:nvPr/>
          </p:nvSpPr>
          <p:spPr>
            <a:xfrm>
              <a:off x="9007935" y="18520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7" name="pt50497"/>
            <p:cNvSpPr/>
            <p:nvPr/>
          </p:nvSpPr>
          <p:spPr>
            <a:xfrm>
              <a:off x="9120109" y="21032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8" name="pt50498"/>
            <p:cNvSpPr/>
            <p:nvPr/>
          </p:nvSpPr>
          <p:spPr>
            <a:xfrm>
              <a:off x="9382404" y="2154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9" name="pt50499"/>
            <p:cNvSpPr/>
            <p:nvPr/>
          </p:nvSpPr>
          <p:spPr>
            <a:xfrm>
              <a:off x="8431181" y="24350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0" name="pt50500"/>
            <p:cNvSpPr/>
            <p:nvPr/>
          </p:nvSpPr>
          <p:spPr>
            <a:xfrm>
              <a:off x="8715936" y="21168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1" name="pt50501"/>
            <p:cNvSpPr/>
            <p:nvPr/>
          </p:nvSpPr>
          <p:spPr>
            <a:xfrm>
              <a:off x="9102103" y="20966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2" name="pt50502"/>
            <p:cNvSpPr/>
            <p:nvPr/>
          </p:nvSpPr>
          <p:spPr>
            <a:xfrm>
              <a:off x="9581160" y="22783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3" name="pt50503"/>
            <p:cNvSpPr/>
            <p:nvPr/>
          </p:nvSpPr>
          <p:spPr>
            <a:xfrm>
              <a:off x="8469500" y="25993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4" name="pt50504"/>
            <p:cNvSpPr/>
            <p:nvPr/>
          </p:nvSpPr>
          <p:spPr>
            <a:xfrm>
              <a:off x="8782816" y="2117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5" name="pt50505"/>
            <p:cNvSpPr/>
            <p:nvPr/>
          </p:nvSpPr>
          <p:spPr>
            <a:xfrm>
              <a:off x="9495513" y="23602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6" name="pt50506"/>
            <p:cNvSpPr/>
            <p:nvPr/>
          </p:nvSpPr>
          <p:spPr>
            <a:xfrm>
              <a:off x="9461227" y="24429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7" name="pt50507"/>
            <p:cNvSpPr/>
            <p:nvPr/>
          </p:nvSpPr>
          <p:spPr>
            <a:xfrm>
              <a:off x="8312152" y="23571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8" name="pt50508"/>
            <p:cNvSpPr/>
            <p:nvPr/>
          </p:nvSpPr>
          <p:spPr>
            <a:xfrm>
              <a:off x="8793552" y="20881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9" name="pt50509"/>
            <p:cNvSpPr/>
            <p:nvPr/>
          </p:nvSpPr>
          <p:spPr>
            <a:xfrm>
              <a:off x="8830827" y="2177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0" name="pt50510"/>
            <p:cNvSpPr/>
            <p:nvPr/>
          </p:nvSpPr>
          <p:spPr>
            <a:xfrm>
              <a:off x="9701667" y="2459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1" name="pt50511"/>
            <p:cNvSpPr/>
            <p:nvPr/>
          </p:nvSpPr>
          <p:spPr>
            <a:xfrm>
              <a:off x="9259278" y="19739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2" name="pt50512"/>
            <p:cNvSpPr/>
            <p:nvPr/>
          </p:nvSpPr>
          <p:spPr>
            <a:xfrm>
              <a:off x="9215429" y="20717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3" name="pt50513"/>
            <p:cNvSpPr/>
            <p:nvPr/>
          </p:nvSpPr>
          <p:spPr>
            <a:xfrm>
              <a:off x="8817779" y="18886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4" name="pt50514"/>
            <p:cNvSpPr/>
            <p:nvPr/>
          </p:nvSpPr>
          <p:spPr>
            <a:xfrm>
              <a:off x="8793552" y="2045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5" name="pt50515"/>
            <p:cNvSpPr/>
            <p:nvPr/>
          </p:nvSpPr>
          <p:spPr>
            <a:xfrm>
              <a:off x="9642404" y="2449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6" name="pt50516"/>
            <p:cNvSpPr/>
            <p:nvPr/>
          </p:nvSpPr>
          <p:spPr>
            <a:xfrm>
              <a:off x="8431181" y="25422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7" name="pt50517"/>
            <p:cNvSpPr/>
            <p:nvPr/>
          </p:nvSpPr>
          <p:spPr>
            <a:xfrm>
              <a:off x="8469500" y="24450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8" name="pt50518"/>
            <p:cNvSpPr/>
            <p:nvPr/>
          </p:nvSpPr>
          <p:spPr>
            <a:xfrm>
              <a:off x="8658156" y="25318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9" name="pt50519"/>
            <p:cNvSpPr/>
            <p:nvPr/>
          </p:nvSpPr>
          <p:spPr>
            <a:xfrm>
              <a:off x="9797803" y="25734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0" name="pt50520"/>
            <p:cNvSpPr/>
            <p:nvPr/>
          </p:nvSpPr>
          <p:spPr>
            <a:xfrm>
              <a:off x="8550210" y="2517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1" name="pt50521"/>
            <p:cNvSpPr/>
            <p:nvPr/>
          </p:nvSpPr>
          <p:spPr>
            <a:xfrm>
              <a:off x="9123951" y="20587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2" name="pt50522"/>
            <p:cNvSpPr/>
            <p:nvPr/>
          </p:nvSpPr>
          <p:spPr>
            <a:xfrm>
              <a:off x="9058082" y="19396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3" name="pt50523"/>
            <p:cNvSpPr/>
            <p:nvPr/>
          </p:nvSpPr>
          <p:spPr>
            <a:xfrm>
              <a:off x="8658156" y="24038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4" name="pt50524"/>
            <p:cNvSpPr/>
            <p:nvPr/>
          </p:nvSpPr>
          <p:spPr>
            <a:xfrm>
              <a:off x="9155766" y="19081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5" name="pt50525"/>
            <p:cNvSpPr/>
            <p:nvPr/>
          </p:nvSpPr>
          <p:spPr>
            <a:xfrm>
              <a:off x="8793552" y="21258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6" name="pt50526"/>
            <p:cNvSpPr/>
            <p:nvPr/>
          </p:nvSpPr>
          <p:spPr>
            <a:xfrm>
              <a:off x="8864906" y="18885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7" name="pt50527"/>
            <p:cNvSpPr/>
            <p:nvPr/>
          </p:nvSpPr>
          <p:spPr>
            <a:xfrm>
              <a:off x="9780637" y="2447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8" name="pt50528"/>
            <p:cNvSpPr/>
            <p:nvPr/>
          </p:nvSpPr>
          <p:spPr>
            <a:xfrm>
              <a:off x="8679650" y="23473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9" name="pt50529"/>
            <p:cNvSpPr/>
            <p:nvPr/>
          </p:nvSpPr>
          <p:spPr>
            <a:xfrm>
              <a:off x="8604896" y="23523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0" name="pt50530"/>
            <p:cNvSpPr/>
            <p:nvPr/>
          </p:nvSpPr>
          <p:spPr>
            <a:xfrm>
              <a:off x="8604896" y="22987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1" name="pt50531"/>
            <p:cNvSpPr/>
            <p:nvPr/>
          </p:nvSpPr>
          <p:spPr>
            <a:xfrm>
              <a:off x="9283113" y="1977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2" name="pt50532"/>
            <p:cNvSpPr/>
            <p:nvPr/>
          </p:nvSpPr>
          <p:spPr>
            <a:xfrm>
              <a:off x="8920215" y="21183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3" name="pt50533"/>
            <p:cNvSpPr/>
            <p:nvPr/>
          </p:nvSpPr>
          <p:spPr>
            <a:xfrm>
              <a:off x="8381780" y="23540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4" name="pt50534"/>
            <p:cNvSpPr/>
            <p:nvPr/>
          </p:nvSpPr>
          <p:spPr>
            <a:xfrm>
              <a:off x="8857896" y="20399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5" name="pt50535"/>
            <p:cNvSpPr/>
            <p:nvPr/>
          </p:nvSpPr>
          <p:spPr>
            <a:xfrm>
              <a:off x="8920215" y="2119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6" name="pt50536"/>
            <p:cNvSpPr/>
            <p:nvPr/>
          </p:nvSpPr>
          <p:spPr>
            <a:xfrm>
              <a:off x="8912581" y="19625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7" name="pt50537"/>
            <p:cNvSpPr/>
            <p:nvPr/>
          </p:nvSpPr>
          <p:spPr>
            <a:xfrm>
              <a:off x="8312152" y="22889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8" name="pt50538"/>
            <p:cNvSpPr/>
            <p:nvPr/>
          </p:nvSpPr>
          <p:spPr>
            <a:xfrm>
              <a:off x="9197584" y="17876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9" name="pt50539"/>
            <p:cNvSpPr/>
            <p:nvPr/>
          </p:nvSpPr>
          <p:spPr>
            <a:xfrm>
              <a:off x="9350622" y="21699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0" name="pt50540"/>
            <p:cNvSpPr/>
            <p:nvPr/>
          </p:nvSpPr>
          <p:spPr>
            <a:xfrm>
              <a:off x="8731558" y="21983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1" name="pt50541"/>
            <p:cNvSpPr/>
            <p:nvPr/>
          </p:nvSpPr>
          <p:spPr>
            <a:xfrm>
              <a:off x="9010896" y="17713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2" name="pt50542"/>
            <p:cNvSpPr/>
            <p:nvPr/>
          </p:nvSpPr>
          <p:spPr>
            <a:xfrm>
              <a:off x="8793552" y="2091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3" name="pt50543"/>
            <p:cNvSpPr/>
            <p:nvPr/>
          </p:nvSpPr>
          <p:spPr>
            <a:xfrm>
              <a:off x="9457237" y="22888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4" name="pt50544"/>
            <p:cNvSpPr/>
            <p:nvPr/>
          </p:nvSpPr>
          <p:spPr>
            <a:xfrm>
              <a:off x="8971473" y="22564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5" name="pt50545"/>
            <p:cNvSpPr/>
            <p:nvPr/>
          </p:nvSpPr>
          <p:spPr>
            <a:xfrm>
              <a:off x="8932228" y="18684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6" name="pt50546"/>
            <p:cNvSpPr/>
            <p:nvPr/>
          </p:nvSpPr>
          <p:spPr>
            <a:xfrm>
              <a:off x="9058082" y="18864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7" name="pt50547"/>
            <p:cNvSpPr/>
            <p:nvPr/>
          </p:nvSpPr>
          <p:spPr>
            <a:xfrm>
              <a:off x="8550210" y="23251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8" name="pt50548"/>
            <p:cNvSpPr/>
            <p:nvPr/>
          </p:nvSpPr>
          <p:spPr>
            <a:xfrm>
              <a:off x="9213636" y="19790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9" name="pt50549"/>
            <p:cNvSpPr/>
            <p:nvPr/>
          </p:nvSpPr>
          <p:spPr>
            <a:xfrm>
              <a:off x="8890393" y="20110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0" name="pt50550"/>
            <p:cNvSpPr/>
            <p:nvPr/>
          </p:nvSpPr>
          <p:spPr>
            <a:xfrm>
              <a:off x="9288151" y="19267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1" name="pt50551"/>
            <p:cNvSpPr/>
            <p:nvPr/>
          </p:nvSpPr>
          <p:spPr>
            <a:xfrm>
              <a:off x="8588529" y="25221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2" name="pt50552"/>
            <p:cNvSpPr/>
            <p:nvPr/>
          </p:nvSpPr>
          <p:spPr>
            <a:xfrm>
              <a:off x="9222422" y="19903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3" name="pt50553"/>
            <p:cNvSpPr/>
            <p:nvPr/>
          </p:nvSpPr>
          <p:spPr>
            <a:xfrm>
              <a:off x="8738867" y="21989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4" name="pt50554"/>
            <p:cNvSpPr/>
            <p:nvPr/>
          </p:nvSpPr>
          <p:spPr>
            <a:xfrm>
              <a:off x="8527280" y="25463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5" name="pt50555"/>
            <p:cNvSpPr/>
            <p:nvPr/>
          </p:nvSpPr>
          <p:spPr>
            <a:xfrm>
              <a:off x="9148018" y="20437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6" name="pt50556"/>
            <p:cNvSpPr/>
            <p:nvPr/>
          </p:nvSpPr>
          <p:spPr>
            <a:xfrm>
              <a:off x="9003396" y="19445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7" name="pt50557"/>
            <p:cNvSpPr/>
            <p:nvPr/>
          </p:nvSpPr>
          <p:spPr>
            <a:xfrm>
              <a:off x="8715936" y="22677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8" name="pt50558"/>
            <p:cNvSpPr/>
            <p:nvPr/>
          </p:nvSpPr>
          <p:spPr>
            <a:xfrm>
              <a:off x="9076063" y="19298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9" name="pt50559"/>
            <p:cNvSpPr/>
            <p:nvPr/>
          </p:nvSpPr>
          <p:spPr>
            <a:xfrm>
              <a:off x="8771364" y="21896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0" name="pt50560"/>
            <p:cNvSpPr/>
            <p:nvPr/>
          </p:nvSpPr>
          <p:spPr>
            <a:xfrm>
              <a:off x="8932228" y="20708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1" name="pt50561"/>
            <p:cNvSpPr/>
            <p:nvPr/>
          </p:nvSpPr>
          <p:spPr>
            <a:xfrm>
              <a:off x="8588529" y="21608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2" name="pt50562"/>
            <p:cNvSpPr/>
            <p:nvPr/>
          </p:nvSpPr>
          <p:spPr>
            <a:xfrm>
              <a:off x="8312152" y="23856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3" name="pt50563"/>
            <p:cNvSpPr/>
            <p:nvPr/>
          </p:nvSpPr>
          <p:spPr>
            <a:xfrm>
              <a:off x="8381780" y="21448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4" name="pt50564"/>
            <p:cNvSpPr/>
            <p:nvPr/>
          </p:nvSpPr>
          <p:spPr>
            <a:xfrm>
              <a:off x="9068885" y="18606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5" name="pt50565"/>
            <p:cNvSpPr/>
            <p:nvPr/>
          </p:nvSpPr>
          <p:spPr>
            <a:xfrm>
              <a:off x="9088645" y="19551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6" name="pt50566"/>
            <p:cNvSpPr/>
            <p:nvPr/>
          </p:nvSpPr>
          <p:spPr>
            <a:xfrm>
              <a:off x="9044150" y="18250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7" name="pt50567"/>
            <p:cNvSpPr/>
            <p:nvPr/>
          </p:nvSpPr>
          <p:spPr>
            <a:xfrm>
              <a:off x="9077064" y="21032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8" name="pt50568"/>
            <p:cNvSpPr/>
            <p:nvPr/>
          </p:nvSpPr>
          <p:spPr>
            <a:xfrm>
              <a:off x="9067835" y="17505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9" name="pt50569"/>
            <p:cNvSpPr/>
            <p:nvPr/>
          </p:nvSpPr>
          <p:spPr>
            <a:xfrm>
              <a:off x="9030305" y="18512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0" name="pt50570"/>
            <p:cNvSpPr/>
            <p:nvPr/>
          </p:nvSpPr>
          <p:spPr>
            <a:xfrm>
              <a:off x="8932228" y="19207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1" name="pt50571"/>
            <p:cNvSpPr/>
            <p:nvPr/>
          </p:nvSpPr>
          <p:spPr>
            <a:xfrm>
              <a:off x="8893328" y="20683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2" name="pt50572"/>
            <p:cNvSpPr/>
            <p:nvPr/>
          </p:nvSpPr>
          <p:spPr>
            <a:xfrm>
              <a:off x="9382404" y="20776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3" name="pt50573"/>
            <p:cNvSpPr/>
            <p:nvPr/>
          </p:nvSpPr>
          <p:spPr>
            <a:xfrm>
              <a:off x="8803657" y="19763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4" name="pt50574"/>
            <p:cNvSpPr/>
            <p:nvPr/>
          </p:nvSpPr>
          <p:spPr>
            <a:xfrm>
              <a:off x="9027663" y="19119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5" name="pt50575"/>
            <p:cNvSpPr/>
            <p:nvPr/>
          </p:nvSpPr>
          <p:spPr>
            <a:xfrm>
              <a:off x="8830827" y="21479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6" name="pt50576"/>
            <p:cNvSpPr/>
            <p:nvPr/>
          </p:nvSpPr>
          <p:spPr>
            <a:xfrm>
              <a:off x="8963923" y="22698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7" name="pt50577"/>
            <p:cNvSpPr/>
            <p:nvPr/>
          </p:nvSpPr>
          <p:spPr>
            <a:xfrm>
              <a:off x="9286390" y="18749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8" name="pt50578"/>
            <p:cNvSpPr/>
            <p:nvPr/>
          </p:nvSpPr>
          <p:spPr>
            <a:xfrm>
              <a:off x="9020874" y="16579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9" name="pt50579"/>
            <p:cNvSpPr/>
            <p:nvPr/>
          </p:nvSpPr>
          <p:spPr>
            <a:xfrm>
              <a:off x="9126216" y="20335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0" name="pt50580"/>
            <p:cNvSpPr/>
            <p:nvPr/>
          </p:nvSpPr>
          <p:spPr>
            <a:xfrm>
              <a:off x="8901845" y="21899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1" name="pt50581"/>
            <p:cNvSpPr/>
            <p:nvPr/>
          </p:nvSpPr>
          <p:spPr>
            <a:xfrm>
              <a:off x="8381780" y="22011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2" name="pt50582"/>
            <p:cNvSpPr/>
            <p:nvPr/>
          </p:nvSpPr>
          <p:spPr>
            <a:xfrm>
              <a:off x="8312152" y="2398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3" name="pt50583"/>
            <p:cNvSpPr/>
            <p:nvPr/>
          </p:nvSpPr>
          <p:spPr>
            <a:xfrm>
              <a:off x="9642404" y="2142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4" name="pt50584"/>
            <p:cNvSpPr/>
            <p:nvPr/>
          </p:nvSpPr>
          <p:spPr>
            <a:xfrm>
              <a:off x="8604896" y="21473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5" name="pt50585"/>
            <p:cNvSpPr/>
            <p:nvPr/>
          </p:nvSpPr>
          <p:spPr>
            <a:xfrm>
              <a:off x="9370170" y="21078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6" name="pt50586"/>
            <p:cNvSpPr/>
            <p:nvPr/>
          </p:nvSpPr>
          <p:spPr>
            <a:xfrm>
              <a:off x="8961983" y="22669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7" name="pt50587"/>
            <p:cNvSpPr/>
            <p:nvPr/>
          </p:nvSpPr>
          <p:spPr>
            <a:xfrm>
              <a:off x="9268690" y="19107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8" name="pt50588"/>
            <p:cNvSpPr/>
            <p:nvPr/>
          </p:nvSpPr>
          <p:spPr>
            <a:xfrm>
              <a:off x="8312152" y="25773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9" name="pt50589"/>
            <p:cNvSpPr/>
            <p:nvPr/>
          </p:nvSpPr>
          <p:spPr>
            <a:xfrm>
              <a:off x="8874912" y="22068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0" name="pt50590"/>
            <p:cNvSpPr/>
            <p:nvPr/>
          </p:nvSpPr>
          <p:spPr>
            <a:xfrm>
              <a:off x="8842954" y="21436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1" name="pt50591"/>
            <p:cNvSpPr/>
            <p:nvPr/>
          </p:nvSpPr>
          <p:spPr>
            <a:xfrm>
              <a:off x="8588529" y="22503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2" name="pt50592"/>
            <p:cNvSpPr/>
            <p:nvPr/>
          </p:nvSpPr>
          <p:spPr>
            <a:xfrm>
              <a:off x="8956027" y="20231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3" name="pt50593"/>
            <p:cNvSpPr/>
            <p:nvPr/>
          </p:nvSpPr>
          <p:spPr>
            <a:xfrm>
              <a:off x="8527280" y="27330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4" name="pt50594"/>
            <p:cNvSpPr/>
            <p:nvPr/>
          </p:nvSpPr>
          <p:spPr>
            <a:xfrm>
              <a:off x="9056963" y="19753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5" name="pt50595"/>
            <p:cNvSpPr/>
            <p:nvPr/>
          </p:nvSpPr>
          <p:spPr>
            <a:xfrm>
              <a:off x="9978328" y="2478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6" name="pt50596"/>
            <p:cNvSpPr/>
            <p:nvPr/>
          </p:nvSpPr>
          <p:spPr>
            <a:xfrm>
              <a:off x="9187390" y="22635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7" name="pt50597"/>
            <p:cNvSpPr/>
            <p:nvPr/>
          </p:nvSpPr>
          <p:spPr>
            <a:xfrm>
              <a:off x="9308507" y="21714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8" name="pt50598"/>
            <p:cNvSpPr/>
            <p:nvPr/>
          </p:nvSpPr>
          <p:spPr>
            <a:xfrm>
              <a:off x="9436506" y="22077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9" name="pt50599"/>
            <p:cNvSpPr/>
            <p:nvPr/>
          </p:nvSpPr>
          <p:spPr>
            <a:xfrm>
              <a:off x="8960020" y="22188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0" name="pt50600"/>
            <p:cNvSpPr/>
            <p:nvPr/>
          </p:nvSpPr>
          <p:spPr>
            <a:xfrm>
              <a:off x="8312152" y="21088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1" name="pt50601"/>
            <p:cNvSpPr/>
            <p:nvPr/>
          </p:nvSpPr>
          <p:spPr>
            <a:xfrm>
              <a:off x="8992313" y="17459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2" name="pt50602"/>
            <p:cNvSpPr/>
            <p:nvPr/>
          </p:nvSpPr>
          <p:spPr>
            <a:xfrm>
              <a:off x="8431181" y="24095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3" name="pt50603"/>
            <p:cNvSpPr/>
            <p:nvPr/>
          </p:nvSpPr>
          <p:spPr>
            <a:xfrm>
              <a:off x="9110522" y="21029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4" name="pt50604"/>
            <p:cNvSpPr/>
            <p:nvPr/>
          </p:nvSpPr>
          <p:spPr>
            <a:xfrm>
              <a:off x="8500809" y="26293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5" name="pt50605"/>
            <p:cNvSpPr/>
            <p:nvPr/>
          </p:nvSpPr>
          <p:spPr>
            <a:xfrm>
              <a:off x="8527280" y="25191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6" name="pt50606"/>
            <p:cNvSpPr/>
            <p:nvPr/>
          </p:nvSpPr>
          <p:spPr>
            <a:xfrm>
              <a:off x="8312152" y="25819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7" name="pt50607"/>
            <p:cNvSpPr/>
            <p:nvPr/>
          </p:nvSpPr>
          <p:spPr>
            <a:xfrm>
              <a:off x="8619838" y="21975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8" name="pt50608"/>
            <p:cNvSpPr/>
            <p:nvPr/>
          </p:nvSpPr>
          <p:spPr>
            <a:xfrm>
              <a:off x="9104672" y="21674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9" name="pt50609"/>
            <p:cNvSpPr/>
            <p:nvPr/>
          </p:nvSpPr>
          <p:spPr>
            <a:xfrm>
              <a:off x="9405714" y="20020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0" name="pt50610"/>
            <p:cNvSpPr/>
            <p:nvPr/>
          </p:nvSpPr>
          <p:spPr>
            <a:xfrm>
              <a:off x="8312152" y="2451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1" name="pt50611"/>
            <p:cNvSpPr/>
            <p:nvPr/>
          </p:nvSpPr>
          <p:spPr>
            <a:xfrm>
              <a:off x="9104672" y="20515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2" name="pt50612"/>
            <p:cNvSpPr/>
            <p:nvPr/>
          </p:nvSpPr>
          <p:spPr>
            <a:xfrm>
              <a:off x="9304571" y="21696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3" name="pt50613"/>
            <p:cNvSpPr/>
            <p:nvPr/>
          </p:nvSpPr>
          <p:spPr>
            <a:xfrm>
              <a:off x="8899053" y="2237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4" name="pt50614"/>
            <p:cNvSpPr/>
            <p:nvPr/>
          </p:nvSpPr>
          <p:spPr>
            <a:xfrm>
              <a:off x="8798679" y="20601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5" name="pt50615"/>
            <p:cNvSpPr/>
            <p:nvPr/>
          </p:nvSpPr>
          <p:spPr>
            <a:xfrm>
              <a:off x="9054703" y="21830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6" name="pt50616"/>
            <p:cNvSpPr/>
            <p:nvPr/>
          </p:nvSpPr>
          <p:spPr>
            <a:xfrm>
              <a:off x="9169122" y="19456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7" name="pt50617"/>
            <p:cNvSpPr/>
            <p:nvPr/>
          </p:nvSpPr>
          <p:spPr>
            <a:xfrm>
              <a:off x="9178775" y="19225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8" name="pt50618"/>
            <p:cNvSpPr/>
            <p:nvPr/>
          </p:nvSpPr>
          <p:spPr>
            <a:xfrm>
              <a:off x="8431181" y="25138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9" name="pt50619"/>
            <p:cNvSpPr/>
            <p:nvPr/>
          </p:nvSpPr>
          <p:spPr>
            <a:xfrm>
              <a:off x="9054703" y="21043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0" name="pt50620"/>
            <p:cNvSpPr/>
            <p:nvPr/>
          </p:nvSpPr>
          <p:spPr>
            <a:xfrm>
              <a:off x="9286390" y="18387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1" name="pt50621"/>
            <p:cNvSpPr/>
            <p:nvPr/>
          </p:nvSpPr>
          <p:spPr>
            <a:xfrm>
              <a:off x="8798679" y="20865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2" name="pt50622"/>
            <p:cNvSpPr/>
            <p:nvPr/>
          </p:nvSpPr>
          <p:spPr>
            <a:xfrm>
              <a:off x="9247109" y="19678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3" name="pt50623"/>
            <p:cNvSpPr/>
            <p:nvPr/>
          </p:nvSpPr>
          <p:spPr>
            <a:xfrm>
              <a:off x="8890393" y="19383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4" name="pt50624"/>
            <p:cNvSpPr/>
            <p:nvPr/>
          </p:nvSpPr>
          <p:spPr>
            <a:xfrm>
              <a:off x="8939053" y="19742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5" name="pt50625"/>
            <p:cNvSpPr/>
            <p:nvPr/>
          </p:nvSpPr>
          <p:spPr>
            <a:xfrm>
              <a:off x="9047741" y="20381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6" name="pt50626"/>
            <p:cNvSpPr/>
            <p:nvPr/>
          </p:nvSpPr>
          <p:spPr>
            <a:xfrm>
              <a:off x="8689465" y="24401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7" name="pt50627"/>
            <p:cNvSpPr/>
            <p:nvPr/>
          </p:nvSpPr>
          <p:spPr>
            <a:xfrm>
              <a:off x="9108871" y="20804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8" name="pt50628"/>
            <p:cNvSpPr/>
            <p:nvPr/>
          </p:nvSpPr>
          <p:spPr>
            <a:xfrm>
              <a:off x="8500809" y="27436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9" name="pt50629"/>
            <p:cNvSpPr/>
            <p:nvPr/>
          </p:nvSpPr>
          <p:spPr>
            <a:xfrm>
              <a:off x="9036737" y="18526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0" name="pt50630"/>
            <p:cNvSpPr/>
            <p:nvPr/>
          </p:nvSpPr>
          <p:spPr>
            <a:xfrm>
              <a:off x="8669239" y="24187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1" name="pt50631"/>
            <p:cNvSpPr/>
            <p:nvPr/>
          </p:nvSpPr>
          <p:spPr>
            <a:xfrm>
              <a:off x="8922686" y="17215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2" name="pt50632"/>
            <p:cNvSpPr/>
            <p:nvPr/>
          </p:nvSpPr>
          <p:spPr>
            <a:xfrm>
              <a:off x="9400632" y="18817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3" name="pt50633"/>
            <p:cNvSpPr/>
            <p:nvPr/>
          </p:nvSpPr>
          <p:spPr>
            <a:xfrm>
              <a:off x="8839006" y="22333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4" name="pt50634"/>
            <p:cNvSpPr/>
            <p:nvPr/>
          </p:nvSpPr>
          <p:spPr>
            <a:xfrm>
              <a:off x="8980466" y="19910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5" name="pt50635"/>
            <p:cNvSpPr/>
            <p:nvPr/>
          </p:nvSpPr>
          <p:spPr>
            <a:xfrm>
              <a:off x="9036737" y="18337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6" name="pt50636"/>
            <p:cNvSpPr/>
            <p:nvPr/>
          </p:nvSpPr>
          <p:spPr>
            <a:xfrm>
              <a:off x="9501180" y="21681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7" name="pt50637"/>
            <p:cNvSpPr/>
            <p:nvPr/>
          </p:nvSpPr>
          <p:spPr>
            <a:xfrm>
              <a:off x="9242219" y="18145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8" name="pt50638"/>
            <p:cNvSpPr/>
            <p:nvPr/>
          </p:nvSpPr>
          <p:spPr>
            <a:xfrm>
              <a:off x="8312152" y="25262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9" name="pt50639"/>
            <p:cNvSpPr/>
            <p:nvPr/>
          </p:nvSpPr>
          <p:spPr>
            <a:xfrm>
              <a:off x="8868306" y="22980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0" name="pt50640"/>
            <p:cNvSpPr/>
            <p:nvPr/>
          </p:nvSpPr>
          <p:spPr>
            <a:xfrm>
              <a:off x="9287859" y="19349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1" name="pt50641"/>
            <p:cNvSpPr/>
            <p:nvPr/>
          </p:nvSpPr>
          <p:spPr>
            <a:xfrm>
              <a:off x="8646309" y="23285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2" name="pt50642"/>
            <p:cNvSpPr/>
            <p:nvPr/>
          </p:nvSpPr>
          <p:spPr>
            <a:xfrm>
              <a:off x="8971473" y="22709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3" name="pt50643"/>
            <p:cNvSpPr/>
            <p:nvPr/>
          </p:nvSpPr>
          <p:spPr>
            <a:xfrm>
              <a:off x="8500809" y="25934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4" name="pt50644"/>
            <p:cNvSpPr/>
            <p:nvPr/>
          </p:nvSpPr>
          <p:spPr>
            <a:xfrm>
              <a:off x="8990670" y="17344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5" name="pt50645"/>
            <p:cNvSpPr/>
            <p:nvPr/>
          </p:nvSpPr>
          <p:spPr>
            <a:xfrm>
              <a:off x="8989011" y="19915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6" name="pt50646"/>
            <p:cNvSpPr/>
            <p:nvPr/>
          </p:nvSpPr>
          <p:spPr>
            <a:xfrm>
              <a:off x="9179876" y="19707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7" name="pt50647"/>
            <p:cNvSpPr/>
            <p:nvPr/>
          </p:nvSpPr>
          <p:spPr>
            <a:xfrm>
              <a:off x="8381780" y="24952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8" name="pt50648"/>
            <p:cNvSpPr/>
            <p:nvPr/>
          </p:nvSpPr>
          <p:spPr>
            <a:xfrm>
              <a:off x="9064645" y="20512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9" name="pt50649"/>
            <p:cNvSpPr/>
            <p:nvPr/>
          </p:nvSpPr>
          <p:spPr>
            <a:xfrm>
              <a:off x="9480563" y="24097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0" name="pt50650"/>
            <p:cNvSpPr/>
            <p:nvPr/>
          </p:nvSpPr>
          <p:spPr>
            <a:xfrm>
              <a:off x="9189996" y="22286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1" name="pt50651"/>
            <p:cNvSpPr/>
            <p:nvPr/>
          </p:nvSpPr>
          <p:spPr>
            <a:xfrm>
              <a:off x="9052414" y="21806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2" name="pt50652"/>
            <p:cNvSpPr/>
            <p:nvPr/>
          </p:nvSpPr>
          <p:spPr>
            <a:xfrm>
              <a:off x="9517293" y="19900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3" name="pt50653"/>
            <p:cNvSpPr/>
            <p:nvPr/>
          </p:nvSpPr>
          <p:spPr>
            <a:xfrm>
              <a:off x="9087709" y="21713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4" name="pt50654"/>
            <p:cNvSpPr/>
            <p:nvPr/>
          </p:nvSpPr>
          <p:spPr>
            <a:xfrm>
              <a:off x="8752612" y="22143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5" name="pt50655"/>
            <p:cNvSpPr/>
            <p:nvPr/>
          </p:nvSpPr>
          <p:spPr>
            <a:xfrm>
              <a:off x="8633583" y="21226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6" name="pt50656"/>
            <p:cNvSpPr/>
            <p:nvPr/>
          </p:nvSpPr>
          <p:spPr>
            <a:xfrm>
              <a:off x="9359136" y="2063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7" name="pt50657"/>
            <p:cNvSpPr/>
            <p:nvPr/>
          </p:nvSpPr>
          <p:spPr>
            <a:xfrm>
              <a:off x="8949856" y="20957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8" name="pt50658"/>
            <p:cNvSpPr/>
            <p:nvPr/>
          </p:nvSpPr>
          <p:spPr>
            <a:xfrm>
              <a:off x="8550210" y="25074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9" name="pt50659"/>
            <p:cNvSpPr/>
            <p:nvPr/>
          </p:nvSpPr>
          <p:spPr>
            <a:xfrm>
              <a:off x="9525110" y="17595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0" name="pt50660"/>
            <p:cNvSpPr/>
            <p:nvPr/>
          </p:nvSpPr>
          <p:spPr>
            <a:xfrm>
              <a:off x="9196592" y="2240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1" name="pt50661"/>
            <p:cNvSpPr/>
            <p:nvPr/>
          </p:nvSpPr>
          <p:spPr>
            <a:xfrm>
              <a:off x="9123951" y="20691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2" name="pt50662"/>
            <p:cNvSpPr/>
            <p:nvPr/>
          </p:nvSpPr>
          <p:spPr>
            <a:xfrm>
              <a:off x="9044150" y="17681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3" name="pt50663"/>
            <p:cNvSpPr/>
            <p:nvPr/>
          </p:nvSpPr>
          <p:spPr>
            <a:xfrm>
              <a:off x="8381780" y="22890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4" name="pt50664"/>
            <p:cNvSpPr/>
            <p:nvPr/>
          </p:nvSpPr>
          <p:spPr>
            <a:xfrm>
              <a:off x="9079049" y="19701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5" name="pt50665"/>
            <p:cNvSpPr/>
            <p:nvPr/>
          </p:nvSpPr>
          <p:spPr>
            <a:xfrm>
              <a:off x="8588529" y="2325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6" name="pt50666"/>
            <p:cNvSpPr/>
            <p:nvPr/>
          </p:nvSpPr>
          <p:spPr>
            <a:xfrm>
              <a:off x="9352841" y="21104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7" name="pt50667"/>
            <p:cNvSpPr/>
            <p:nvPr/>
          </p:nvSpPr>
          <p:spPr>
            <a:xfrm>
              <a:off x="9084871" y="21610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8" name="pt50668"/>
            <p:cNvSpPr/>
            <p:nvPr/>
          </p:nvSpPr>
          <p:spPr>
            <a:xfrm>
              <a:off x="9104672" y="20164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9" name="pt50669"/>
            <p:cNvSpPr/>
            <p:nvPr/>
          </p:nvSpPr>
          <p:spPr>
            <a:xfrm>
              <a:off x="9037995" y="18327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0" name="pt50670"/>
            <p:cNvSpPr/>
            <p:nvPr/>
          </p:nvSpPr>
          <p:spPr>
            <a:xfrm>
              <a:off x="8689465" y="24335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1" name="pt50671"/>
            <p:cNvSpPr/>
            <p:nvPr/>
          </p:nvSpPr>
          <p:spPr>
            <a:xfrm>
              <a:off x="8947749" y="20384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2" name="pt50672"/>
            <p:cNvSpPr/>
            <p:nvPr/>
          </p:nvSpPr>
          <p:spPr>
            <a:xfrm>
              <a:off x="8689465" y="22913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3" name="pt50673"/>
            <p:cNvSpPr/>
            <p:nvPr/>
          </p:nvSpPr>
          <p:spPr>
            <a:xfrm>
              <a:off x="8839006" y="19359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4" name="pt50674"/>
            <p:cNvSpPr/>
            <p:nvPr/>
          </p:nvSpPr>
          <p:spPr>
            <a:xfrm>
              <a:off x="8929892" y="17288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5" name="pt50675"/>
            <p:cNvSpPr/>
            <p:nvPr/>
          </p:nvSpPr>
          <p:spPr>
            <a:xfrm>
              <a:off x="9174300" y="20732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6" name="pt50676"/>
            <p:cNvSpPr/>
            <p:nvPr/>
          </p:nvSpPr>
          <p:spPr>
            <a:xfrm>
              <a:off x="9007935" y="20952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7" name="pt50677"/>
            <p:cNvSpPr/>
            <p:nvPr/>
          </p:nvSpPr>
          <p:spPr>
            <a:xfrm>
              <a:off x="9037995" y="19560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8" name="pt50678"/>
            <p:cNvSpPr/>
            <p:nvPr/>
          </p:nvSpPr>
          <p:spPr>
            <a:xfrm>
              <a:off x="8963923" y="22160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9" name="pt50679"/>
            <p:cNvSpPr/>
            <p:nvPr/>
          </p:nvSpPr>
          <p:spPr>
            <a:xfrm>
              <a:off x="8500809" y="26993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0" name="pt50680"/>
            <p:cNvSpPr/>
            <p:nvPr/>
          </p:nvSpPr>
          <p:spPr>
            <a:xfrm>
              <a:off x="8619838" y="22784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1" name="pt50681"/>
            <p:cNvSpPr/>
            <p:nvPr/>
          </p:nvSpPr>
          <p:spPr>
            <a:xfrm>
              <a:off x="8788268" y="21518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2" name="pt50682"/>
            <p:cNvSpPr/>
            <p:nvPr/>
          </p:nvSpPr>
          <p:spPr>
            <a:xfrm>
              <a:off x="9359136" y="19213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3" name="pt50683"/>
            <p:cNvSpPr/>
            <p:nvPr/>
          </p:nvSpPr>
          <p:spPr>
            <a:xfrm>
              <a:off x="8992313" y="18011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4" name="pt50684"/>
            <p:cNvSpPr/>
            <p:nvPr/>
          </p:nvSpPr>
          <p:spPr>
            <a:xfrm>
              <a:off x="9196592" y="22408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5" name="pt50685"/>
            <p:cNvSpPr/>
            <p:nvPr/>
          </p:nvSpPr>
          <p:spPr>
            <a:xfrm>
              <a:off x="9071998" y="18518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6" name="pt50686"/>
            <p:cNvSpPr/>
            <p:nvPr/>
          </p:nvSpPr>
          <p:spPr>
            <a:xfrm>
              <a:off x="9308507" y="22067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7" name="pt50687"/>
            <p:cNvSpPr/>
            <p:nvPr/>
          </p:nvSpPr>
          <p:spPr>
            <a:xfrm>
              <a:off x="8633583" y="20487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8" name="pt50688"/>
            <p:cNvSpPr/>
            <p:nvPr/>
          </p:nvSpPr>
          <p:spPr>
            <a:xfrm>
              <a:off x="8939053" y="19055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9" name="pt50689"/>
            <p:cNvSpPr/>
            <p:nvPr/>
          </p:nvSpPr>
          <p:spPr>
            <a:xfrm>
              <a:off x="9221993" y="20916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0" name="pt50690"/>
            <p:cNvSpPr/>
            <p:nvPr/>
          </p:nvSpPr>
          <p:spPr>
            <a:xfrm>
              <a:off x="8813199" y="20359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1" name="pt50691"/>
            <p:cNvSpPr/>
            <p:nvPr/>
          </p:nvSpPr>
          <p:spPr>
            <a:xfrm>
              <a:off x="8431181" y="24391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2" name="pt50692"/>
            <p:cNvSpPr/>
            <p:nvPr/>
          </p:nvSpPr>
          <p:spPr>
            <a:xfrm>
              <a:off x="9185276" y="21672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3" name="pt50693"/>
            <p:cNvSpPr/>
            <p:nvPr/>
          </p:nvSpPr>
          <p:spPr>
            <a:xfrm>
              <a:off x="8707558" y="21833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4" name="pt50694"/>
            <p:cNvSpPr/>
            <p:nvPr/>
          </p:nvSpPr>
          <p:spPr>
            <a:xfrm>
              <a:off x="9104672" y="22410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5" name="pt50695"/>
            <p:cNvSpPr/>
            <p:nvPr/>
          </p:nvSpPr>
          <p:spPr>
            <a:xfrm>
              <a:off x="8956027" y="21652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6" name="pt50696"/>
            <p:cNvSpPr/>
            <p:nvPr/>
          </p:nvSpPr>
          <p:spPr>
            <a:xfrm>
              <a:off x="8842954" y="20494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7" name="pt50697"/>
            <p:cNvSpPr/>
            <p:nvPr/>
          </p:nvSpPr>
          <p:spPr>
            <a:xfrm>
              <a:off x="9098616" y="19766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8" name="pt50698"/>
            <p:cNvSpPr/>
            <p:nvPr/>
          </p:nvSpPr>
          <p:spPr>
            <a:xfrm>
              <a:off x="8658156" y="2308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9" name="pt50699"/>
            <p:cNvSpPr/>
            <p:nvPr/>
          </p:nvSpPr>
          <p:spPr>
            <a:xfrm>
              <a:off x="9037995" y="17280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0" name="pt50700"/>
            <p:cNvSpPr/>
            <p:nvPr/>
          </p:nvSpPr>
          <p:spPr>
            <a:xfrm>
              <a:off x="9620546" y="21567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1" name="pt50701"/>
            <p:cNvSpPr/>
            <p:nvPr/>
          </p:nvSpPr>
          <p:spPr>
            <a:xfrm>
              <a:off x="9382741" y="2089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2" name="pt50702"/>
            <p:cNvSpPr/>
            <p:nvPr/>
          </p:nvSpPr>
          <p:spPr>
            <a:xfrm>
              <a:off x="8312152" y="25403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3" name="pt50703"/>
            <p:cNvSpPr/>
            <p:nvPr/>
          </p:nvSpPr>
          <p:spPr>
            <a:xfrm>
              <a:off x="9247109" y="19299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4" name="pt50704"/>
            <p:cNvSpPr/>
            <p:nvPr/>
          </p:nvSpPr>
          <p:spPr>
            <a:xfrm>
              <a:off x="8550210" y="25746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5" name="pt50705"/>
            <p:cNvSpPr/>
            <p:nvPr/>
          </p:nvSpPr>
          <p:spPr>
            <a:xfrm>
              <a:off x="8932228" y="19835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6" name="pt50706"/>
            <p:cNvSpPr/>
            <p:nvPr/>
          </p:nvSpPr>
          <p:spPr>
            <a:xfrm>
              <a:off x="9104672" y="20169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7" name="pt50707"/>
            <p:cNvSpPr/>
            <p:nvPr/>
          </p:nvSpPr>
          <p:spPr>
            <a:xfrm>
              <a:off x="9352841" y="20691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8" name="pt50708"/>
            <p:cNvSpPr/>
            <p:nvPr/>
          </p:nvSpPr>
          <p:spPr>
            <a:xfrm>
              <a:off x="8793552" y="23730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9" name="pt50709"/>
            <p:cNvSpPr/>
            <p:nvPr/>
          </p:nvSpPr>
          <p:spPr>
            <a:xfrm>
              <a:off x="8431181" y="23576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0" name="pt50710"/>
            <p:cNvSpPr/>
            <p:nvPr/>
          </p:nvSpPr>
          <p:spPr>
            <a:xfrm>
              <a:off x="8846813" y="19303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1" name="pt50711"/>
            <p:cNvSpPr/>
            <p:nvPr/>
          </p:nvSpPr>
          <p:spPr>
            <a:xfrm>
              <a:off x="8759093" y="20963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2" name="pt50712"/>
            <p:cNvSpPr/>
            <p:nvPr/>
          </p:nvSpPr>
          <p:spPr>
            <a:xfrm>
              <a:off x="9548435" y="21198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3" name="pt50713"/>
            <p:cNvSpPr/>
            <p:nvPr/>
          </p:nvSpPr>
          <p:spPr>
            <a:xfrm>
              <a:off x="9044150" y="19901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4" name="pt50714"/>
            <p:cNvSpPr/>
            <p:nvPr/>
          </p:nvSpPr>
          <p:spPr>
            <a:xfrm>
              <a:off x="9501180" y="23468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5" name="pt50715"/>
            <p:cNvSpPr/>
            <p:nvPr/>
          </p:nvSpPr>
          <p:spPr>
            <a:xfrm>
              <a:off x="8550210" y="26749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6" name="pt50716"/>
            <p:cNvSpPr/>
            <p:nvPr/>
          </p:nvSpPr>
          <p:spPr>
            <a:xfrm>
              <a:off x="9135698" y="2079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7" name="pt50717"/>
            <p:cNvSpPr/>
            <p:nvPr/>
          </p:nvSpPr>
          <p:spPr>
            <a:xfrm>
              <a:off x="8929892" y="16929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8" name="pt50718"/>
            <p:cNvSpPr/>
            <p:nvPr/>
          </p:nvSpPr>
          <p:spPr>
            <a:xfrm>
              <a:off x="8312152" y="25054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9" name="pt50719"/>
            <p:cNvSpPr/>
            <p:nvPr/>
          </p:nvSpPr>
          <p:spPr>
            <a:xfrm>
              <a:off x="8312152" y="2432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0" name="pt50720"/>
            <p:cNvSpPr/>
            <p:nvPr/>
          </p:nvSpPr>
          <p:spPr>
            <a:xfrm>
              <a:off x="9196093" y="21909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1" name="pt50721"/>
            <p:cNvSpPr/>
            <p:nvPr/>
          </p:nvSpPr>
          <p:spPr>
            <a:xfrm>
              <a:off x="9286390" y="19125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2" name="pt50722"/>
            <p:cNvSpPr/>
            <p:nvPr/>
          </p:nvSpPr>
          <p:spPr>
            <a:xfrm>
              <a:off x="9179876" y="18546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3" name="pt50723"/>
            <p:cNvSpPr/>
            <p:nvPr/>
          </p:nvSpPr>
          <p:spPr>
            <a:xfrm>
              <a:off x="9780637" y="28058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4" name="pt50724"/>
            <p:cNvSpPr/>
            <p:nvPr/>
          </p:nvSpPr>
          <p:spPr>
            <a:xfrm>
              <a:off x="8669239" y="22516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5" name="pt50725"/>
            <p:cNvSpPr/>
            <p:nvPr/>
          </p:nvSpPr>
          <p:spPr>
            <a:xfrm>
              <a:off x="8945616" y="21324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6" name="pt50726"/>
            <p:cNvSpPr/>
            <p:nvPr/>
          </p:nvSpPr>
          <p:spPr>
            <a:xfrm>
              <a:off x="8381780" y="25393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7" name="pt50727"/>
            <p:cNvSpPr/>
            <p:nvPr/>
          </p:nvSpPr>
          <p:spPr>
            <a:xfrm>
              <a:off x="8500809" y="25534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8" name="pt50728"/>
            <p:cNvSpPr/>
            <p:nvPr/>
          </p:nvSpPr>
          <p:spPr>
            <a:xfrm>
              <a:off x="9123951" y="21015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9" name="pt50729"/>
            <p:cNvSpPr/>
            <p:nvPr/>
          </p:nvSpPr>
          <p:spPr>
            <a:xfrm>
              <a:off x="9319557" y="22268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0" name="pt50730"/>
            <p:cNvSpPr/>
            <p:nvPr/>
          </p:nvSpPr>
          <p:spPr>
            <a:xfrm>
              <a:off x="9120109" y="2075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1" name="pt50731"/>
            <p:cNvSpPr/>
            <p:nvPr/>
          </p:nvSpPr>
          <p:spPr>
            <a:xfrm>
              <a:off x="9405714" y="19533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2" name="pt50732"/>
            <p:cNvSpPr/>
            <p:nvPr/>
          </p:nvSpPr>
          <p:spPr>
            <a:xfrm>
              <a:off x="9067835" y="18127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3" name="pt50733"/>
            <p:cNvSpPr/>
            <p:nvPr/>
          </p:nvSpPr>
          <p:spPr>
            <a:xfrm>
              <a:off x="9242219" y="20190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4" name="pt50734"/>
            <p:cNvSpPr/>
            <p:nvPr/>
          </p:nvSpPr>
          <p:spPr>
            <a:xfrm>
              <a:off x="8469500" y="22154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5" name="pt50735"/>
            <p:cNvSpPr/>
            <p:nvPr/>
          </p:nvSpPr>
          <p:spPr>
            <a:xfrm>
              <a:off x="9115383" y="20633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6" name="pt50736"/>
            <p:cNvSpPr/>
            <p:nvPr/>
          </p:nvSpPr>
          <p:spPr>
            <a:xfrm>
              <a:off x="8707558" y="24092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7" name="pt50737"/>
            <p:cNvSpPr/>
            <p:nvPr/>
          </p:nvSpPr>
          <p:spPr>
            <a:xfrm>
              <a:off x="8707558" y="22347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8" name="pt50738"/>
            <p:cNvSpPr/>
            <p:nvPr/>
          </p:nvSpPr>
          <p:spPr>
            <a:xfrm>
              <a:off x="8619838" y="22552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9" name="pt50739"/>
            <p:cNvSpPr/>
            <p:nvPr/>
          </p:nvSpPr>
          <p:spPr>
            <a:xfrm>
              <a:off x="9077064" y="1978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0" name="pt50740"/>
            <p:cNvSpPr/>
            <p:nvPr/>
          </p:nvSpPr>
          <p:spPr>
            <a:xfrm>
              <a:off x="8738867" y="21943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1" name="pt50741"/>
            <p:cNvSpPr/>
            <p:nvPr/>
          </p:nvSpPr>
          <p:spPr>
            <a:xfrm>
              <a:off x="9186336" y="22634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2" name="pt50742"/>
            <p:cNvSpPr/>
            <p:nvPr/>
          </p:nvSpPr>
          <p:spPr>
            <a:xfrm>
              <a:off x="9237969" y="2214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3" name="pt50743"/>
            <p:cNvSpPr/>
            <p:nvPr/>
          </p:nvSpPr>
          <p:spPr>
            <a:xfrm>
              <a:off x="9288151" y="19907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4" name="pt50744"/>
            <p:cNvSpPr/>
            <p:nvPr/>
          </p:nvSpPr>
          <p:spPr>
            <a:xfrm>
              <a:off x="8901845" y="21724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5" name="pt50745"/>
            <p:cNvSpPr/>
            <p:nvPr/>
          </p:nvSpPr>
          <p:spPr>
            <a:xfrm>
              <a:off x="8646309" y="24137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6" name="pt50746"/>
            <p:cNvSpPr/>
            <p:nvPr/>
          </p:nvSpPr>
          <p:spPr>
            <a:xfrm>
              <a:off x="8381780" y="23957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7" name="pt50747"/>
            <p:cNvSpPr/>
            <p:nvPr/>
          </p:nvSpPr>
          <p:spPr>
            <a:xfrm>
              <a:off x="8907297" y="21048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8" name="pt50748"/>
            <p:cNvSpPr/>
            <p:nvPr/>
          </p:nvSpPr>
          <p:spPr>
            <a:xfrm>
              <a:off x="9286979" y="19755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9" name="pt50749"/>
            <p:cNvSpPr/>
            <p:nvPr/>
          </p:nvSpPr>
          <p:spPr>
            <a:xfrm>
              <a:off x="8381780" y="23147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0" name="pt50750"/>
            <p:cNvSpPr/>
            <p:nvPr/>
          </p:nvSpPr>
          <p:spPr>
            <a:xfrm>
              <a:off x="9076063" y="1934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1" name="pt50751"/>
            <p:cNvSpPr/>
            <p:nvPr/>
          </p:nvSpPr>
          <p:spPr>
            <a:xfrm>
              <a:off x="8874912" y="21447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2" name="pt50752"/>
            <p:cNvSpPr/>
            <p:nvPr/>
          </p:nvSpPr>
          <p:spPr>
            <a:xfrm>
              <a:off x="8658156" y="22920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3" name="pt50753"/>
            <p:cNvSpPr/>
            <p:nvPr/>
          </p:nvSpPr>
          <p:spPr>
            <a:xfrm>
              <a:off x="8868306" y="2233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4" name="pt50754"/>
            <p:cNvSpPr/>
            <p:nvPr/>
          </p:nvSpPr>
          <p:spPr>
            <a:xfrm>
              <a:off x="8731558" y="23406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5" name="pt50755"/>
            <p:cNvSpPr/>
            <p:nvPr/>
          </p:nvSpPr>
          <p:spPr>
            <a:xfrm>
              <a:off x="8500809" y="23961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6" name="pt50756"/>
            <p:cNvSpPr/>
            <p:nvPr/>
          </p:nvSpPr>
          <p:spPr>
            <a:xfrm>
              <a:off x="8679650" y="24791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7" name="pt50757"/>
            <p:cNvSpPr/>
            <p:nvPr/>
          </p:nvSpPr>
          <p:spPr>
            <a:xfrm>
              <a:off x="8826587" y="23284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8" name="pt50758"/>
            <p:cNvSpPr/>
            <p:nvPr/>
          </p:nvSpPr>
          <p:spPr>
            <a:xfrm>
              <a:off x="8588529" y="23703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9" name="pt50759"/>
            <p:cNvSpPr/>
            <p:nvPr/>
          </p:nvSpPr>
          <p:spPr>
            <a:xfrm>
              <a:off x="8834965" y="20633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0" name="pt50760"/>
            <p:cNvSpPr/>
            <p:nvPr/>
          </p:nvSpPr>
          <p:spPr>
            <a:xfrm>
              <a:off x="9222422" y="19433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1" name="pt50761"/>
            <p:cNvSpPr/>
            <p:nvPr/>
          </p:nvSpPr>
          <p:spPr>
            <a:xfrm>
              <a:off x="8788268" y="20080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2" name="pt50762"/>
            <p:cNvSpPr/>
            <p:nvPr/>
          </p:nvSpPr>
          <p:spPr>
            <a:xfrm>
              <a:off x="9664325" y="14139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3" name="pt50763"/>
            <p:cNvSpPr/>
            <p:nvPr/>
          </p:nvSpPr>
          <p:spPr>
            <a:xfrm>
              <a:off x="8932228" y="19317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4" name="pt50764"/>
            <p:cNvSpPr/>
            <p:nvPr/>
          </p:nvSpPr>
          <p:spPr>
            <a:xfrm>
              <a:off x="8817779" y="2234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5" name="pt50765"/>
            <p:cNvSpPr/>
            <p:nvPr/>
          </p:nvSpPr>
          <p:spPr>
            <a:xfrm>
              <a:off x="8777185" y="2282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6" name="pt50766"/>
            <p:cNvSpPr/>
            <p:nvPr/>
          </p:nvSpPr>
          <p:spPr>
            <a:xfrm>
              <a:off x="9104672" y="19891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7" name="pt50767"/>
            <p:cNvSpPr/>
            <p:nvPr/>
          </p:nvSpPr>
          <p:spPr>
            <a:xfrm>
              <a:off x="9642404" y="21028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8" name="pt50768"/>
            <p:cNvSpPr/>
            <p:nvPr/>
          </p:nvSpPr>
          <p:spPr>
            <a:xfrm>
              <a:off x="8782816" y="20866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9" name="pt50769"/>
            <p:cNvSpPr/>
            <p:nvPr/>
          </p:nvSpPr>
          <p:spPr>
            <a:xfrm>
              <a:off x="9001856" y="20851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0" name="pt50770"/>
            <p:cNvSpPr/>
            <p:nvPr/>
          </p:nvSpPr>
          <p:spPr>
            <a:xfrm>
              <a:off x="9087709" y="19871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1" name="pt50771"/>
            <p:cNvSpPr/>
            <p:nvPr/>
          </p:nvSpPr>
          <p:spPr>
            <a:xfrm>
              <a:off x="8738867" y="2282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2" name="pt50772"/>
            <p:cNvSpPr/>
            <p:nvPr/>
          </p:nvSpPr>
          <p:spPr>
            <a:xfrm>
              <a:off x="9277923" y="19932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3" name="pt50773"/>
            <p:cNvSpPr/>
            <p:nvPr/>
          </p:nvSpPr>
          <p:spPr>
            <a:xfrm>
              <a:off x="8868306" y="22333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4" name="pt50774"/>
            <p:cNvSpPr/>
            <p:nvPr/>
          </p:nvSpPr>
          <p:spPr>
            <a:xfrm>
              <a:off x="9324827" y="2348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5" name="pt50775"/>
            <p:cNvSpPr/>
            <p:nvPr/>
          </p:nvSpPr>
          <p:spPr>
            <a:xfrm>
              <a:off x="8500809" y="24737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6" name="pt50776"/>
            <p:cNvSpPr/>
            <p:nvPr/>
          </p:nvSpPr>
          <p:spPr>
            <a:xfrm>
              <a:off x="9060297" y="19810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7" name="pt50777"/>
            <p:cNvSpPr/>
            <p:nvPr/>
          </p:nvSpPr>
          <p:spPr>
            <a:xfrm>
              <a:off x="9208605" y="1877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8" name="pt50778"/>
            <p:cNvSpPr/>
            <p:nvPr/>
          </p:nvSpPr>
          <p:spPr>
            <a:xfrm>
              <a:off x="8698750" y="22848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9" name="pt50779"/>
            <p:cNvSpPr/>
            <p:nvPr/>
          </p:nvSpPr>
          <p:spPr>
            <a:xfrm>
              <a:off x="8929892" y="17817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0" name="pt50780"/>
            <p:cNvSpPr/>
            <p:nvPr/>
          </p:nvSpPr>
          <p:spPr>
            <a:xfrm>
              <a:off x="8679650" y="24550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1" name="pt50781"/>
            <p:cNvSpPr/>
            <p:nvPr/>
          </p:nvSpPr>
          <p:spPr>
            <a:xfrm>
              <a:off x="8312152" y="24347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2" name="pt50782"/>
            <p:cNvSpPr/>
            <p:nvPr/>
          </p:nvSpPr>
          <p:spPr>
            <a:xfrm>
              <a:off x="9301626" y="22303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3" name="pt50783"/>
            <p:cNvSpPr/>
            <p:nvPr/>
          </p:nvSpPr>
          <p:spPr>
            <a:xfrm>
              <a:off x="8550210" y="26046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4" name="pt50784"/>
            <p:cNvSpPr/>
            <p:nvPr/>
          </p:nvSpPr>
          <p:spPr>
            <a:xfrm>
              <a:off x="8527280" y="24877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5" name="pt50785"/>
            <p:cNvSpPr/>
            <p:nvPr/>
          </p:nvSpPr>
          <p:spPr>
            <a:xfrm>
              <a:off x="8381780" y="22894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6" name="pt50786"/>
            <p:cNvSpPr/>
            <p:nvPr/>
          </p:nvSpPr>
          <p:spPr>
            <a:xfrm>
              <a:off x="9046552" y="1932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7" name="pt50787"/>
            <p:cNvSpPr/>
            <p:nvPr/>
          </p:nvSpPr>
          <p:spPr>
            <a:xfrm>
              <a:off x="9003396" y="19383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8" name="pt50788"/>
            <p:cNvSpPr/>
            <p:nvPr/>
          </p:nvSpPr>
          <p:spPr>
            <a:xfrm>
              <a:off x="8723925" y="21439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9" name="pt50789"/>
            <p:cNvSpPr/>
            <p:nvPr/>
          </p:nvSpPr>
          <p:spPr>
            <a:xfrm>
              <a:off x="8679650" y="25500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0" name="pt50790"/>
            <p:cNvSpPr/>
            <p:nvPr/>
          </p:nvSpPr>
          <p:spPr>
            <a:xfrm>
              <a:off x="8793552" y="23241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1" name="pt50791"/>
            <p:cNvSpPr/>
            <p:nvPr/>
          </p:nvSpPr>
          <p:spPr>
            <a:xfrm>
              <a:off x="8698750" y="22886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2" name="pt50792"/>
            <p:cNvSpPr/>
            <p:nvPr/>
          </p:nvSpPr>
          <p:spPr>
            <a:xfrm>
              <a:off x="8745877" y="20827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3" name="pt50793"/>
            <p:cNvSpPr/>
            <p:nvPr/>
          </p:nvSpPr>
          <p:spPr>
            <a:xfrm>
              <a:off x="8874912" y="20938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4" name="pt50794"/>
            <p:cNvSpPr/>
            <p:nvPr/>
          </p:nvSpPr>
          <p:spPr>
            <a:xfrm>
              <a:off x="9195593" y="22221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5" name="pt50795"/>
            <p:cNvSpPr/>
            <p:nvPr/>
          </p:nvSpPr>
          <p:spPr>
            <a:xfrm>
              <a:off x="8669239" y="22445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6" name="pt50796"/>
            <p:cNvSpPr/>
            <p:nvPr/>
          </p:nvSpPr>
          <p:spPr>
            <a:xfrm>
              <a:off x="9620546" y="20743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7" name="pt50797"/>
            <p:cNvSpPr/>
            <p:nvPr/>
          </p:nvSpPr>
          <p:spPr>
            <a:xfrm>
              <a:off x="9126216" y="21582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8" name="pt50798"/>
            <p:cNvSpPr/>
            <p:nvPr/>
          </p:nvSpPr>
          <p:spPr>
            <a:xfrm>
              <a:off x="9189996" y="22610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9" name="pt50799"/>
            <p:cNvSpPr/>
            <p:nvPr/>
          </p:nvSpPr>
          <p:spPr>
            <a:xfrm>
              <a:off x="8759093" y="20777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0" name="pt50800"/>
            <p:cNvSpPr/>
            <p:nvPr/>
          </p:nvSpPr>
          <p:spPr>
            <a:xfrm>
              <a:off x="9528241" y="20453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1" name="pt50801"/>
            <p:cNvSpPr/>
            <p:nvPr/>
          </p:nvSpPr>
          <p:spPr>
            <a:xfrm>
              <a:off x="8381780" y="2323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2" name="pt50802"/>
            <p:cNvSpPr/>
            <p:nvPr/>
          </p:nvSpPr>
          <p:spPr>
            <a:xfrm>
              <a:off x="9275425" y="1940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3" name="pt50803"/>
            <p:cNvSpPr/>
            <p:nvPr/>
          </p:nvSpPr>
          <p:spPr>
            <a:xfrm>
              <a:off x="9606545" y="25380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4" name="pt50804"/>
            <p:cNvSpPr/>
            <p:nvPr/>
          </p:nvSpPr>
          <p:spPr>
            <a:xfrm>
              <a:off x="8971473" y="2164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5" name="pt50805"/>
            <p:cNvSpPr/>
            <p:nvPr/>
          </p:nvSpPr>
          <p:spPr>
            <a:xfrm>
              <a:off x="9218961" y="19730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6" name="pt50806"/>
            <p:cNvSpPr/>
            <p:nvPr/>
          </p:nvSpPr>
          <p:spPr>
            <a:xfrm>
              <a:off x="9042937" y="17162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7" name="pt50807"/>
            <p:cNvSpPr/>
            <p:nvPr/>
          </p:nvSpPr>
          <p:spPr>
            <a:xfrm>
              <a:off x="8669239" y="23980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8" name="pt50808"/>
            <p:cNvSpPr/>
            <p:nvPr/>
          </p:nvSpPr>
          <p:spPr>
            <a:xfrm>
              <a:off x="8890393" y="16981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9" name="pt50809"/>
            <p:cNvSpPr/>
            <p:nvPr/>
          </p:nvSpPr>
          <p:spPr>
            <a:xfrm>
              <a:off x="8738867" y="21333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0" name="pt50810"/>
            <p:cNvSpPr/>
            <p:nvPr/>
          </p:nvSpPr>
          <p:spPr>
            <a:xfrm>
              <a:off x="8381780" y="24035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1" name="pt50811"/>
            <p:cNvSpPr/>
            <p:nvPr/>
          </p:nvSpPr>
          <p:spPr>
            <a:xfrm>
              <a:off x="8817779" y="21976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2" name="pt50812"/>
            <p:cNvSpPr/>
            <p:nvPr/>
          </p:nvSpPr>
          <p:spPr>
            <a:xfrm>
              <a:off x="9047741" y="22703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3" name="pt50813"/>
            <p:cNvSpPr/>
            <p:nvPr/>
          </p:nvSpPr>
          <p:spPr>
            <a:xfrm>
              <a:off x="8312152" y="25955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4" name="pt50814"/>
            <p:cNvSpPr/>
            <p:nvPr/>
          </p:nvSpPr>
          <p:spPr>
            <a:xfrm>
              <a:off x="9096846" y="16935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5" name="pt50815"/>
            <p:cNvSpPr/>
            <p:nvPr/>
          </p:nvSpPr>
          <p:spPr>
            <a:xfrm>
              <a:off x="8312152" y="23478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6" name="pt50816"/>
            <p:cNvSpPr/>
            <p:nvPr/>
          </p:nvSpPr>
          <p:spPr>
            <a:xfrm>
              <a:off x="9139903" y="20230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7" name="pt50817"/>
            <p:cNvSpPr/>
            <p:nvPr/>
          </p:nvSpPr>
          <p:spPr>
            <a:xfrm>
              <a:off x="9652003" y="21387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8" name="pt50818"/>
            <p:cNvSpPr/>
            <p:nvPr/>
          </p:nvSpPr>
          <p:spPr>
            <a:xfrm>
              <a:off x="8759093" y="21475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9" name="pt50819"/>
            <p:cNvSpPr/>
            <p:nvPr/>
          </p:nvSpPr>
          <p:spPr>
            <a:xfrm>
              <a:off x="8381780" y="23531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0" name="pt50820"/>
            <p:cNvSpPr/>
            <p:nvPr/>
          </p:nvSpPr>
          <p:spPr>
            <a:xfrm>
              <a:off x="8945616" y="20984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1" name="pt50821"/>
            <p:cNvSpPr/>
            <p:nvPr/>
          </p:nvSpPr>
          <p:spPr>
            <a:xfrm>
              <a:off x="9517293" y="22702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2" name="pt50822"/>
            <p:cNvSpPr/>
            <p:nvPr/>
          </p:nvSpPr>
          <p:spPr>
            <a:xfrm>
              <a:off x="9537100" y="21789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3" name="pt50823"/>
            <p:cNvSpPr/>
            <p:nvPr/>
          </p:nvSpPr>
          <p:spPr>
            <a:xfrm>
              <a:off x="8500809" y="26999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4" name="pt50824"/>
            <p:cNvSpPr/>
            <p:nvPr/>
          </p:nvSpPr>
          <p:spPr>
            <a:xfrm>
              <a:off x="9259278" y="2067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5" name="pt50825"/>
            <p:cNvSpPr/>
            <p:nvPr/>
          </p:nvSpPr>
          <p:spPr>
            <a:xfrm>
              <a:off x="8861436" y="19604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6" name="pt50826"/>
            <p:cNvSpPr/>
            <p:nvPr/>
          </p:nvSpPr>
          <p:spPr>
            <a:xfrm>
              <a:off x="9218524" y="19710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7" name="pt50827"/>
            <p:cNvSpPr/>
            <p:nvPr/>
          </p:nvSpPr>
          <p:spPr>
            <a:xfrm>
              <a:off x="9457237" y="22548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8" name="pt50828"/>
            <p:cNvSpPr/>
            <p:nvPr/>
          </p:nvSpPr>
          <p:spPr>
            <a:xfrm>
              <a:off x="8679650" y="25149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9" name="pt50829"/>
            <p:cNvSpPr/>
            <p:nvPr/>
          </p:nvSpPr>
          <p:spPr>
            <a:xfrm>
              <a:off x="9388372" y="21377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0" name="pt50830"/>
            <p:cNvSpPr/>
            <p:nvPr/>
          </p:nvSpPr>
          <p:spPr>
            <a:xfrm>
              <a:off x="8927523" y="1821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1" name="pt50831"/>
            <p:cNvSpPr/>
            <p:nvPr/>
          </p:nvSpPr>
          <p:spPr>
            <a:xfrm>
              <a:off x="8842954" y="20872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2" name="pt50832"/>
            <p:cNvSpPr/>
            <p:nvPr/>
          </p:nvSpPr>
          <p:spPr>
            <a:xfrm>
              <a:off x="8759093" y="21129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3" name="pt50833"/>
            <p:cNvSpPr/>
            <p:nvPr/>
          </p:nvSpPr>
          <p:spPr>
            <a:xfrm>
              <a:off x="8817779" y="22239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4" name="pt50834"/>
            <p:cNvSpPr/>
            <p:nvPr/>
          </p:nvSpPr>
          <p:spPr>
            <a:xfrm>
              <a:off x="9352841" y="21448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5" name="pt50835"/>
            <p:cNvSpPr/>
            <p:nvPr/>
          </p:nvSpPr>
          <p:spPr>
            <a:xfrm>
              <a:off x="8752612" y="21580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6" name="pt50836"/>
            <p:cNvSpPr/>
            <p:nvPr/>
          </p:nvSpPr>
          <p:spPr>
            <a:xfrm>
              <a:off x="9421732" y="19714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7" name="pt50837"/>
            <p:cNvSpPr/>
            <p:nvPr/>
          </p:nvSpPr>
          <p:spPr>
            <a:xfrm>
              <a:off x="9507319" y="23290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8" name="pt50838"/>
            <p:cNvSpPr/>
            <p:nvPr/>
          </p:nvSpPr>
          <p:spPr>
            <a:xfrm>
              <a:off x="8431181" y="24842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9" name="pt50839"/>
            <p:cNvSpPr/>
            <p:nvPr/>
          </p:nvSpPr>
          <p:spPr>
            <a:xfrm>
              <a:off x="8658156" y="23143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0" name="pt50840"/>
            <p:cNvSpPr/>
            <p:nvPr/>
          </p:nvSpPr>
          <p:spPr>
            <a:xfrm>
              <a:off x="8500809" y="27533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1" name="pt50841"/>
            <p:cNvSpPr/>
            <p:nvPr/>
          </p:nvSpPr>
          <p:spPr>
            <a:xfrm>
              <a:off x="8570436" y="24349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2" name="pt50842"/>
            <p:cNvSpPr/>
            <p:nvPr/>
          </p:nvSpPr>
          <p:spPr>
            <a:xfrm>
              <a:off x="8793552" y="23853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3" name="pt50843"/>
            <p:cNvSpPr/>
            <p:nvPr/>
          </p:nvSpPr>
          <p:spPr>
            <a:xfrm>
              <a:off x="9010896" y="16981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4" name="pt50844"/>
            <p:cNvSpPr/>
            <p:nvPr/>
          </p:nvSpPr>
          <p:spPr>
            <a:xfrm>
              <a:off x="9352841" y="20734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5" name="pt50845"/>
            <p:cNvSpPr/>
            <p:nvPr/>
          </p:nvSpPr>
          <p:spPr>
            <a:xfrm>
              <a:off x="9199552" y="1847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6" name="pt50846"/>
            <p:cNvSpPr/>
            <p:nvPr/>
          </p:nvSpPr>
          <p:spPr>
            <a:xfrm>
              <a:off x="9480563" y="24294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7" name="pt50847"/>
            <p:cNvSpPr/>
            <p:nvPr/>
          </p:nvSpPr>
          <p:spPr>
            <a:xfrm>
              <a:off x="9077064" y="19711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8" name="pt50848"/>
            <p:cNvSpPr/>
            <p:nvPr/>
          </p:nvSpPr>
          <p:spPr>
            <a:xfrm>
              <a:off x="8431181" y="22621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9" name="pt50849"/>
            <p:cNvSpPr/>
            <p:nvPr/>
          </p:nvSpPr>
          <p:spPr>
            <a:xfrm>
              <a:off x="9642404" y="22896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0" name="pt50850"/>
            <p:cNvSpPr/>
            <p:nvPr/>
          </p:nvSpPr>
          <p:spPr>
            <a:xfrm>
              <a:off x="9230780" y="21360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1" name="pt50851"/>
            <p:cNvSpPr/>
            <p:nvPr/>
          </p:nvSpPr>
          <p:spPr>
            <a:xfrm>
              <a:off x="9259623" y="20356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2" name="pt50852"/>
            <p:cNvSpPr/>
            <p:nvPr/>
          </p:nvSpPr>
          <p:spPr>
            <a:xfrm>
              <a:off x="9797803" y="28473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3" name="pt50853"/>
            <p:cNvSpPr/>
            <p:nvPr/>
          </p:nvSpPr>
          <p:spPr>
            <a:xfrm>
              <a:off x="9359136" y="19381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4" name="pt50854"/>
            <p:cNvSpPr/>
            <p:nvPr/>
          </p:nvSpPr>
          <p:spPr>
            <a:xfrm>
              <a:off x="8431181" y="23067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5" name="pt50855"/>
            <p:cNvSpPr/>
            <p:nvPr/>
          </p:nvSpPr>
          <p:spPr>
            <a:xfrm>
              <a:off x="9581160" y="23169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6" name="pt50856"/>
            <p:cNvSpPr/>
            <p:nvPr/>
          </p:nvSpPr>
          <p:spPr>
            <a:xfrm>
              <a:off x="8646309" y="25282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7" name="pt50857"/>
            <p:cNvSpPr/>
            <p:nvPr/>
          </p:nvSpPr>
          <p:spPr>
            <a:xfrm>
              <a:off x="9750516" y="22809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8" name="pt50858"/>
            <p:cNvSpPr/>
            <p:nvPr/>
          </p:nvSpPr>
          <p:spPr>
            <a:xfrm>
              <a:off x="9199552" y="18557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9" name="pt50859"/>
            <p:cNvSpPr/>
            <p:nvPr/>
          </p:nvSpPr>
          <p:spPr>
            <a:xfrm>
              <a:off x="9406741" y="19138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0" name="pt50860"/>
            <p:cNvSpPr/>
            <p:nvPr/>
          </p:nvSpPr>
          <p:spPr>
            <a:xfrm>
              <a:off x="8646309" y="24504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1" name="pt50861"/>
            <p:cNvSpPr/>
            <p:nvPr/>
          </p:nvSpPr>
          <p:spPr>
            <a:xfrm>
              <a:off x="8834965" y="20492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2" name="pt50862"/>
            <p:cNvSpPr/>
            <p:nvPr/>
          </p:nvSpPr>
          <p:spPr>
            <a:xfrm>
              <a:off x="9076063" y="19575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3" name="pt50863"/>
            <p:cNvSpPr/>
            <p:nvPr/>
          </p:nvSpPr>
          <p:spPr>
            <a:xfrm>
              <a:off x="8707558" y="22307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4" name="pt50864"/>
            <p:cNvSpPr/>
            <p:nvPr/>
          </p:nvSpPr>
          <p:spPr>
            <a:xfrm>
              <a:off x="9048921" y="21190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5" name="pt50865"/>
            <p:cNvSpPr/>
            <p:nvPr/>
          </p:nvSpPr>
          <p:spPr>
            <a:xfrm>
              <a:off x="8834965" y="21199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6" name="pt50866"/>
            <p:cNvSpPr/>
            <p:nvPr/>
          </p:nvSpPr>
          <p:spPr>
            <a:xfrm>
              <a:off x="9047741" y="22706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7" name="pt50867"/>
            <p:cNvSpPr/>
            <p:nvPr/>
          </p:nvSpPr>
          <p:spPr>
            <a:xfrm>
              <a:off x="8901845" y="22324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8" name="pt50868"/>
            <p:cNvSpPr/>
            <p:nvPr/>
          </p:nvSpPr>
          <p:spPr>
            <a:xfrm>
              <a:off x="9076063" y="19277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9" name="pt50869"/>
            <p:cNvSpPr/>
            <p:nvPr/>
          </p:nvSpPr>
          <p:spPr>
            <a:xfrm>
              <a:off x="8765338" y="20324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0" name="pt50870"/>
            <p:cNvSpPr/>
            <p:nvPr/>
          </p:nvSpPr>
          <p:spPr>
            <a:xfrm>
              <a:off x="9042937" y="17641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1" name="pt50871"/>
            <p:cNvSpPr/>
            <p:nvPr/>
          </p:nvSpPr>
          <p:spPr>
            <a:xfrm>
              <a:off x="8312152" y="24683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2" name="pt50872"/>
            <p:cNvSpPr/>
            <p:nvPr/>
          </p:nvSpPr>
          <p:spPr>
            <a:xfrm>
              <a:off x="9044150" y="18188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3" name="pt50873"/>
            <p:cNvSpPr/>
            <p:nvPr/>
          </p:nvSpPr>
          <p:spPr>
            <a:xfrm>
              <a:off x="8527280" y="26245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4" name="pt50874"/>
            <p:cNvSpPr/>
            <p:nvPr/>
          </p:nvSpPr>
          <p:spPr>
            <a:xfrm>
              <a:off x="9169122" y="20199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5" name="pt50875"/>
            <p:cNvSpPr/>
            <p:nvPr/>
          </p:nvSpPr>
          <p:spPr>
            <a:xfrm>
              <a:off x="8993941" y="19329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6" name="pt50876"/>
            <p:cNvSpPr/>
            <p:nvPr/>
          </p:nvSpPr>
          <p:spPr>
            <a:xfrm>
              <a:off x="8808494" y="22226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7" name="pt50877"/>
            <p:cNvSpPr/>
            <p:nvPr/>
          </p:nvSpPr>
          <p:spPr>
            <a:xfrm>
              <a:off x="9178222" y="20284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8" name="pt50878"/>
            <p:cNvSpPr/>
            <p:nvPr/>
          </p:nvSpPr>
          <p:spPr>
            <a:xfrm>
              <a:off x="8381780" y="23331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9" name="pt50879"/>
            <p:cNvSpPr/>
            <p:nvPr/>
          </p:nvSpPr>
          <p:spPr>
            <a:xfrm>
              <a:off x="9780637" y="25286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0" name="pt50880"/>
            <p:cNvSpPr/>
            <p:nvPr/>
          </p:nvSpPr>
          <p:spPr>
            <a:xfrm>
              <a:off x="8646309" y="25264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1" name="pt50881"/>
            <p:cNvSpPr/>
            <p:nvPr/>
          </p:nvSpPr>
          <p:spPr>
            <a:xfrm>
              <a:off x="8949856" y="21583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2" name="pt50882"/>
            <p:cNvSpPr/>
            <p:nvPr/>
          </p:nvSpPr>
          <p:spPr>
            <a:xfrm>
              <a:off x="8550210" y="26120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3" name="pt50883"/>
            <p:cNvSpPr/>
            <p:nvPr/>
          </p:nvSpPr>
          <p:spPr>
            <a:xfrm>
              <a:off x="8381780" y="24415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4" name="pt50884"/>
            <p:cNvSpPr/>
            <p:nvPr/>
          </p:nvSpPr>
          <p:spPr>
            <a:xfrm>
              <a:off x="8381780" y="26082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5" name="pt50885"/>
            <p:cNvSpPr/>
            <p:nvPr/>
          </p:nvSpPr>
          <p:spPr>
            <a:xfrm>
              <a:off x="9322929" y="22413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6" name="pt50886"/>
            <p:cNvSpPr/>
            <p:nvPr/>
          </p:nvSpPr>
          <p:spPr>
            <a:xfrm>
              <a:off x="8920215" y="20966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7" name="pt50887"/>
            <p:cNvSpPr/>
            <p:nvPr/>
          </p:nvSpPr>
          <p:spPr>
            <a:xfrm>
              <a:off x="9581160" y="2468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8" name="pt50888"/>
            <p:cNvSpPr/>
            <p:nvPr/>
          </p:nvSpPr>
          <p:spPr>
            <a:xfrm>
              <a:off x="8312152" y="23862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9" name="pt50889"/>
            <p:cNvSpPr/>
            <p:nvPr/>
          </p:nvSpPr>
          <p:spPr>
            <a:xfrm>
              <a:off x="8469500" y="24141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0" name="pt50890"/>
            <p:cNvSpPr/>
            <p:nvPr/>
          </p:nvSpPr>
          <p:spPr>
            <a:xfrm>
              <a:off x="8890393" y="2113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1" name="pt50891"/>
            <p:cNvSpPr/>
            <p:nvPr/>
          </p:nvSpPr>
          <p:spPr>
            <a:xfrm>
              <a:off x="8723925" y="22196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2" name="pt50892"/>
            <p:cNvSpPr/>
            <p:nvPr/>
          </p:nvSpPr>
          <p:spPr>
            <a:xfrm>
              <a:off x="9414750" y="20985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3" name="pt50893"/>
            <p:cNvSpPr/>
            <p:nvPr/>
          </p:nvSpPr>
          <p:spPr>
            <a:xfrm>
              <a:off x="8312152" y="25553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4" name="pt50894"/>
            <p:cNvSpPr/>
            <p:nvPr/>
          </p:nvSpPr>
          <p:spPr>
            <a:xfrm>
              <a:off x="8646309" y="25147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5" name="pt50895"/>
            <p:cNvSpPr/>
            <p:nvPr/>
          </p:nvSpPr>
          <p:spPr>
            <a:xfrm>
              <a:off x="9048921" y="22450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6" name="pt50896"/>
            <p:cNvSpPr/>
            <p:nvPr/>
          </p:nvSpPr>
          <p:spPr>
            <a:xfrm>
              <a:off x="9197089" y="16900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7" name="pt50897"/>
            <p:cNvSpPr/>
            <p:nvPr/>
          </p:nvSpPr>
          <p:spPr>
            <a:xfrm>
              <a:off x="8633583" y="20754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8" name="pt50898"/>
            <p:cNvSpPr/>
            <p:nvPr/>
          </p:nvSpPr>
          <p:spPr>
            <a:xfrm>
              <a:off x="8965842" y="2256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9" name="pt50899"/>
            <p:cNvSpPr/>
            <p:nvPr/>
          </p:nvSpPr>
          <p:spPr>
            <a:xfrm>
              <a:off x="8633583" y="20886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0" name="pt50900"/>
            <p:cNvSpPr/>
            <p:nvPr/>
          </p:nvSpPr>
          <p:spPr>
            <a:xfrm>
              <a:off x="8929892" y="17425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1" name="pt50901"/>
            <p:cNvSpPr/>
            <p:nvPr/>
          </p:nvSpPr>
          <p:spPr>
            <a:xfrm>
              <a:off x="8469500" y="24784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2" name="pt50902"/>
            <p:cNvSpPr/>
            <p:nvPr/>
          </p:nvSpPr>
          <p:spPr>
            <a:xfrm>
              <a:off x="8777185" y="23481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3" name="pt50903"/>
            <p:cNvSpPr/>
            <p:nvPr/>
          </p:nvSpPr>
          <p:spPr>
            <a:xfrm>
              <a:off x="9141283" y="21753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4" name="pt50904"/>
            <p:cNvSpPr/>
            <p:nvPr/>
          </p:nvSpPr>
          <p:spPr>
            <a:xfrm>
              <a:off x="8929892" y="19027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5" name="pt50905"/>
            <p:cNvSpPr/>
            <p:nvPr/>
          </p:nvSpPr>
          <p:spPr>
            <a:xfrm>
              <a:off x="8922686" y="17891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6" name="pt50906"/>
            <p:cNvSpPr/>
            <p:nvPr/>
          </p:nvSpPr>
          <p:spPr>
            <a:xfrm>
              <a:off x="8500809" y="27744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7" name="pt50907"/>
            <p:cNvSpPr/>
            <p:nvPr/>
          </p:nvSpPr>
          <p:spPr>
            <a:xfrm>
              <a:off x="8817779" y="23355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8" name="pt50908"/>
            <p:cNvSpPr/>
            <p:nvPr/>
          </p:nvSpPr>
          <p:spPr>
            <a:xfrm>
              <a:off x="8731558" y="21880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9" name="pt50909"/>
            <p:cNvSpPr/>
            <p:nvPr/>
          </p:nvSpPr>
          <p:spPr>
            <a:xfrm>
              <a:off x="8813199" y="2059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0" name="pt50910"/>
            <p:cNvSpPr/>
            <p:nvPr/>
          </p:nvSpPr>
          <p:spPr>
            <a:xfrm>
              <a:off x="9421732" y="18850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1" name="pt50911"/>
            <p:cNvSpPr/>
            <p:nvPr/>
          </p:nvSpPr>
          <p:spPr>
            <a:xfrm>
              <a:off x="8980466" y="19999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2" name="pt50912"/>
            <p:cNvSpPr/>
            <p:nvPr/>
          </p:nvSpPr>
          <p:spPr>
            <a:xfrm>
              <a:off x="9507319" y="22031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3" name="pt50913"/>
            <p:cNvSpPr/>
            <p:nvPr/>
          </p:nvSpPr>
          <p:spPr>
            <a:xfrm>
              <a:off x="9167950" y="18992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4" name="pt50914"/>
            <p:cNvSpPr/>
            <p:nvPr/>
          </p:nvSpPr>
          <p:spPr>
            <a:xfrm>
              <a:off x="9104672" y="21157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5" name="pt50915"/>
            <p:cNvSpPr/>
            <p:nvPr/>
          </p:nvSpPr>
          <p:spPr>
            <a:xfrm>
              <a:off x="8669239" y="24337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6" name="pt50916"/>
            <p:cNvSpPr/>
            <p:nvPr/>
          </p:nvSpPr>
          <p:spPr>
            <a:xfrm>
              <a:off x="9382741" y="20401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7" name="pt50917"/>
            <p:cNvSpPr/>
            <p:nvPr/>
          </p:nvSpPr>
          <p:spPr>
            <a:xfrm>
              <a:off x="8646309" y="24777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8" name="pt50918"/>
            <p:cNvSpPr/>
            <p:nvPr/>
          </p:nvSpPr>
          <p:spPr>
            <a:xfrm>
              <a:off x="8707558" y="22370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9" name="pt50919"/>
            <p:cNvSpPr/>
            <p:nvPr/>
          </p:nvSpPr>
          <p:spPr>
            <a:xfrm>
              <a:off x="8570436" y="24884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0" name="pt50920"/>
            <p:cNvSpPr/>
            <p:nvPr/>
          </p:nvSpPr>
          <p:spPr>
            <a:xfrm>
              <a:off x="9218524" y="19580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1" name="pt50921"/>
            <p:cNvSpPr/>
            <p:nvPr/>
          </p:nvSpPr>
          <p:spPr>
            <a:xfrm>
              <a:off x="8912581" y="21477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2" name="pt50922"/>
            <p:cNvSpPr/>
            <p:nvPr/>
          </p:nvSpPr>
          <p:spPr>
            <a:xfrm>
              <a:off x="8469500" y="27254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3" name="pt50923"/>
            <p:cNvSpPr/>
            <p:nvPr/>
          </p:nvSpPr>
          <p:spPr>
            <a:xfrm>
              <a:off x="9031610" y="18198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4" name="pt50924"/>
            <p:cNvSpPr/>
            <p:nvPr/>
          </p:nvSpPr>
          <p:spPr>
            <a:xfrm>
              <a:off x="9581160" y="21440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5" name="pt50925"/>
            <p:cNvSpPr/>
            <p:nvPr/>
          </p:nvSpPr>
          <p:spPr>
            <a:xfrm>
              <a:off x="8312152" y="24433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6" name="pt50926"/>
            <p:cNvSpPr/>
            <p:nvPr/>
          </p:nvSpPr>
          <p:spPr>
            <a:xfrm>
              <a:off x="9179876" y="18594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7" name="pt50927"/>
            <p:cNvSpPr/>
            <p:nvPr/>
          </p:nvSpPr>
          <p:spPr>
            <a:xfrm>
              <a:off x="8588529" y="21459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8" name="pt50928"/>
            <p:cNvSpPr/>
            <p:nvPr/>
          </p:nvSpPr>
          <p:spPr>
            <a:xfrm>
              <a:off x="8745877" y="21735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9" name="pt50929"/>
            <p:cNvSpPr/>
            <p:nvPr/>
          </p:nvSpPr>
          <p:spPr>
            <a:xfrm>
              <a:off x="9179876" y="18909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0" name="pt50930"/>
            <p:cNvSpPr/>
            <p:nvPr/>
          </p:nvSpPr>
          <p:spPr>
            <a:xfrm>
              <a:off x="8864906" y="19703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1" name="pt50931"/>
            <p:cNvSpPr/>
            <p:nvPr/>
          </p:nvSpPr>
          <p:spPr>
            <a:xfrm>
              <a:off x="8588529" y="22630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2" name="pt50932"/>
            <p:cNvSpPr/>
            <p:nvPr/>
          </p:nvSpPr>
          <p:spPr>
            <a:xfrm>
              <a:off x="8500809" y="25719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3" name="pt50933"/>
            <p:cNvSpPr/>
            <p:nvPr/>
          </p:nvSpPr>
          <p:spPr>
            <a:xfrm>
              <a:off x="9068885" y="19536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4" name="pt50934"/>
            <p:cNvSpPr/>
            <p:nvPr/>
          </p:nvSpPr>
          <p:spPr>
            <a:xfrm>
              <a:off x="9562708" y="21330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5" name="pt50935"/>
            <p:cNvSpPr/>
            <p:nvPr/>
          </p:nvSpPr>
          <p:spPr>
            <a:xfrm>
              <a:off x="9636399" y="21949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6" name="pt50936"/>
            <p:cNvSpPr/>
            <p:nvPr/>
          </p:nvSpPr>
          <p:spPr>
            <a:xfrm>
              <a:off x="9546889" y="21195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7" name="pt50937"/>
            <p:cNvSpPr/>
            <p:nvPr/>
          </p:nvSpPr>
          <p:spPr>
            <a:xfrm>
              <a:off x="8646309" y="24826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8" name="pt50938"/>
            <p:cNvSpPr/>
            <p:nvPr/>
          </p:nvSpPr>
          <p:spPr>
            <a:xfrm>
              <a:off x="8588529" y="23162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9" name="pt50939"/>
            <p:cNvSpPr/>
            <p:nvPr/>
          </p:nvSpPr>
          <p:spPr>
            <a:xfrm>
              <a:off x="9118548" y="21606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0" name="pt50940"/>
            <p:cNvSpPr/>
            <p:nvPr/>
          </p:nvSpPr>
          <p:spPr>
            <a:xfrm>
              <a:off x="8834965" y="20425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1" name="pt50941"/>
            <p:cNvSpPr/>
            <p:nvPr/>
          </p:nvSpPr>
          <p:spPr>
            <a:xfrm>
              <a:off x="8431181" y="24275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2" name="pt50942"/>
            <p:cNvSpPr/>
            <p:nvPr/>
          </p:nvSpPr>
          <p:spPr>
            <a:xfrm>
              <a:off x="9213636" y="20238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3" name="pt50943"/>
            <p:cNvSpPr/>
            <p:nvPr/>
          </p:nvSpPr>
          <p:spPr>
            <a:xfrm>
              <a:off x="9064645" y="19523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4" name="pt50944"/>
            <p:cNvSpPr/>
            <p:nvPr/>
          </p:nvSpPr>
          <p:spPr>
            <a:xfrm>
              <a:off x="8861436" y="20015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5" name="pt50945"/>
            <p:cNvSpPr/>
            <p:nvPr/>
          </p:nvSpPr>
          <p:spPr>
            <a:xfrm>
              <a:off x="8312152" y="23620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6" name="pt50946"/>
            <p:cNvSpPr/>
            <p:nvPr/>
          </p:nvSpPr>
          <p:spPr>
            <a:xfrm>
              <a:off x="8658156" y="23581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7" name="pt50947"/>
            <p:cNvSpPr/>
            <p:nvPr/>
          </p:nvSpPr>
          <p:spPr>
            <a:xfrm>
              <a:off x="9242219" y="19597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8" name="pt50948"/>
            <p:cNvSpPr/>
            <p:nvPr/>
          </p:nvSpPr>
          <p:spPr>
            <a:xfrm>
              <a:off x="9652003" y="22146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9" name="pt50949"/>
            <p:cNvSpPr/>
            <p:nvPr/>
          </p:nvSpPr>
          <p:spPr>
            <a:xfrm>
              <a:off x="9485353" y="23751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0" name="pt50950"/>
            <p:cNvSpPr/>
            <p:nvPr/>
          </p:nvSpPr>
          <p:spPr>
            <a:xfrm>
              <a:off x="9321732" y="2180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1" name="pt50951"/>
            <p:cNvSpPr/>
            <p:nvPr/>
          </p:nvSpPr>
          <p:spPr>
            <a:xfrm>
              <a:off x="9434026" y="18820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2" name="pt50952"/>
            <p:cNvSpPr/>
            <p:nvPr/>
          </p:nvSpPr>
          <p:spPr>
            <a:xfrm>
              <a:off x="8798679" y="22096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3" name="pt50953"/>
            <p:cNvSpPr/>
            <p:nvPr/>
          </p:nvSpPr>
          <p:spPr>
            <a:xfrm>
              <a:off x="9221993" y="19733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4" name="pt50954"/>
            <p:cNvSpPr/>
            <p:nvPr/>
          </p:nvSpPr>
          <p:spPr>
            <a:xfrm>
              <a:off x="8570436" y="25246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5" name="pt50955"/>
            <p:cNvSpPr/>
            <p:nvPr/>
          </p:nvSpPr>
          <p:spPr>
            <a:xfrm>
              <a:off x="9044150" y="17368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6" name="pt50956"/>
            <p:cNvSpPr/>
            <p:nvPr/>
          </p:nvSpPr>
          <p:spPr>
            <a:xfrm>
              <a:off x="9206269" y="17463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7" name="pt50957"/>
            <p:cNvSpPr/>
            <p:nvPr/>
          </p:nvSpPr>
          <p:spPr>
            <a:xfrm>
              <a:off x="9550412" y="20769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8" name="pt50958"/>
            <p:cNvSpPr/>
            <p:nvPr/>
          </p:nvSpPr>
          <p:spPr>
            <a:xfrm>
              <a:off x="9664325" y="18446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9" name="pt50959"/>
            <p:cNvSpPr/>
            <p:nvPr/>
          </p:nvSpPr>
          <p:spPr>
            <a:xfrm>
              <a:off x="8679650" y="24958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0" name="pt50960"/>
            <p:cNvSpPr/>
            <p:nvPr/>
          </p:nvSpPr>
          <p:spPr>
            <a:xfrm>
              <a:off x="8669239" y="22917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1" name="pt50961"/>
            <p:cNvSpPr/>
            <p:nvPr/>
          </p:nvSpPr>
          <p:spPr>
            <a:xfrm>
              <a:off x="9557615" y="21062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2" name="pt50962"/>
            <p:cNvSpPr/>
            <p:nvPr/>
          </p:nvSpPr>
          <p:spPr>
            <a:xfrm>
              <a:off x="9237969" y="20048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3" name="pt50963"/>
            <p:cNvSpPr/>
            <p:nvPr/>
          </p:nvSpPr>
          <p:spPr>
            <a:xfrm>
              <a:off x="8312152" y="24787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4" name="pt50964"/>
            <p:cNvSpPr/>
            <p:nvPr/>
          </p:nvSpPr>
          <p:spPr>
            <a:xfrm>
              <a:off x="8646309" y="25280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5" name="pt50965"/>
            <p:cNvSpPr/>
            <p:nvPr/>
          </p:nvSpPr>
          <p:spPr>
            <a:xfrm>
              <a:off x="9642404" y="22393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6" name="pt50966"/>
            <p:cNvSpPr/>
            <p:nvPr/>
          </p:nvSpPr>
          <p:spPr>
            <a:xfrm>
              <a:off x="8431181" y="23764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7" name="pt50967"/>
            <p:cNvSpPr/>
            <p:nvPr/>
          </p:nvSpPr>
          <p:spPr>
            <a:xfrm>
              <a:off x="8500809" y="25782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8" name="pt50968"/>
            <p:cNvSpPr/>
            <p:nvPr/>
          </p:nvSpPr>
          <p:spPr>
            <a:xfrm>
              <a:off x="8941268" y="19231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9" name="pt50969"/>
            <p:cNvSpPr/>
            <p:nvPr/>
          </p:nvSpPr>
          <p:spPr>
            <a:xfrm>
              <a:off x="8431181" y="24525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0" name="pt50970"/>
            <p:cNvSpPr/>
            <p:nvPr/>
          </p:nvSpPr>
          <p:spPr>
            <a:xfrm>
              <a:off x="8752612" y="21222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1" name="pt50971"/>
            <p:cNvSpPr/>
            <p:nvPr/>
          </p:nvSpPr>
          <p:spPr>
            <a:xfrm>
              <a:off x="8431181" y="24274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2" name="pt50972"/>
            <p:cNvSpPr/>
            <p:nvPr/>
          </p:nvSpPr>
          <p:spPr>
            <a:xfrm>
              <a:off x="8771364" y="2302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3" name="pt50973"/>
            <p:cNvSpPr/>
            <p:nvPr/>
          </p:nvSpPr>
          <p:spPr>
            <a:xfrm>
              <a:off x="9404531" y="17496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4" name="pt50974"/>
            <p:cNvSpPr/>
            <p:nvPr/>
          </p:nvSpPr>
          <p:spPr>
            <a:xfrm>
              <a:off x="8500809" y="26150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5" name="pt50975"/>
            <p:cNvSpPr/>
            <p:nvPr/>
          </p:nvSpPr>
          <p:spPr>
            <a:xfrm>
              <a:off x="9400632" y="20166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6" name="pt50976"/>
            <p:cNvSpPr/>
            <p:nvPr/>
          </p:nvSpPr>
          <p:spPr>
            <a:xfrm>
              <a:off x="8793552" y="20635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7" name="pt50977"/>
            <p:cNvSpPr/>
            <p:nvPr/>
          </p:nvSpPr>
          <p:spPr>
            <a:xfrm>
              <a:off x="9482363" y="23236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8" name="pt50978"/>
            <p:cNvSpPr/>
            <p:nvPr/>
          </p:nvSpPr>
          <p:spPr>
            <a:xfrm>
              <a:off x="8929892" y="17495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9" name="pt50979"/>
            <p:cNvSpPr/>
            <p:nvPr/>
          </p:nvSpPr>
          <p:spPr>
            <a:xfrm>
              <a:off x="8633583" y="2220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0" name="pt50980"/>
            <p:cNvSpPr/>
            <p:nvPr/>
          </p:nvSpPr>
          <p:spPr>
            <a:xfrm>
              <a:off x="8500809" y="26417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1" name="pt50981"/>
            <p:cNvSpPr/>
            <p:nvPr/>
          </p:nvSpPr>
          <p:spPr>
            <a:xfrm>
              <a:off x="9020874" y="16257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2" name="pt50982"/>
            <p:cNvSpPr/>
            <p:nvPr/>
          </p:nvSpPr>
          <p:spPr>
            <a:xfrm>
              <a:off x="8633583" y="21455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3" name="pt50983"/>
            <p:cNvSpPr/>
            <p:nvPr/>
          </p:nvSpPr>
          <p:spPr>
            <a:xfrm>
              <a:off x="8887406" y="19306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4" name="pt50984"/>
            <p:cNvSpPr/>
            <p:nvPr/>
          </p:nvSpPr>
          <p:spPr>
            <a:xfrm>
              <a:off x="9522221" y="16875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5" name="pt50985"/>
            <p:cNvSpPr/>
            <p:nvPr/>
          </p:nvSpPr>
          <p:spPr>
            <a:xfrm>
              <a:off x="9044150" y="1705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6" name="pt50986"/>
            <p:cNvSpPr/>
            <p:nvPr/>
          </p:nvSpPr>
          <p:spPr>
            <a:xfrm>
              <a:off x="8500809" y="27046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7" name="pt50987"/>
            <p:cNvSpPr/>
            <p:nvPr/>
          </p:nvSpPr>
          <p:spPr>
            <a:xfrm>
              <a:off x="8604896" y="23119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8" name="pt50988"/>
            <p:cNvSpPr/>
            <p:nvPr/>
          </p:nvSpPr>
          <p:spPr>
            <a:xfrm>
              <a:off x="8588529" y="2247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9" name="pt50989"/>
            <p:cNvSpPr/>
            <p:nvPr/>
          </p:nvSpPr>
          <p:spPr>
            <a:xfrm>
              <a:off x="8989011" y="19568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0" name="pt50990"/>
            <p:cNvSpPr/>
            <p:nvPr/>
          </p:nvSpPr>
          <p:spPr>
            <a:xfrm>
              <a:off x="8731558" y="21309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1" name="pt50991"/>
            <p:cNvSpPr/>
            <p:nvPr/>
          </p:nvSpPr>
          <p:spPr>
            <a:xfrm>
              <a:off x="8500809" y="26625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2" name="pt50992"/>
            <p:cNvSpPr/>
            <p:nvPr/>
          </p:nvSpPr>
          <p:spPr>
            <a:xfrm>
              <a:off x="9218961" y="21064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3" name="pt50993"/>
            <p:cNvSpPr/>
            <p:nvPr/>
          </p:nvSpPr>
          <p:spPr>
            <a:xfrm>
              <a:off x="8469500" y="25133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4" name="pt50994"/>
            <p:cNvSpPr/>
            <p:nvPr/>
          </p:nvSpPr>
          <p:spPr>
            <a:xfrm>
              <a:off x="8854280" y="19551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5" name="pt50995"/>
            <p:cNvSpPr/>
            <p:nvPr/>
          </p:nvSpPr>
          <p:spPr>
            <a:xfrm>
              <a:off x="9060297" y="19711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6" name="pt50996"/>
            <p:cNvSpPr/>
            <p:nvPr/>
          </p:nvSpPr>
          <p:spPr>
            <a:xfrm>
              <a:off x="9034193" y="18567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7" name="pt50997"/>
            <p:cNvSpPr/>
            <p:nvPr/>
          </p:nvSpPr>
          <p:spPr>
            <a:xfrm>
              <a:off x="9370170" y="21229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8" name="pt50998"/>
            <p:cNvSpPr/>
            <p:nvPr/>
          </p:nvSpPr>
          <p:spPr>
            <a:xfrm>
              <a:off x="9111342" y="20195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9" name="pt50999"/>
            <p:cNvSpPr/>
            <p:nvPr/>
          </p:nvSpPr>
          <p:spPr>
            <a:xfrm>
              <a:off x="9301626" y="21552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0" name="pt51000"/>
            <p:cNvSpPr/>
            <p:nvPr/>
          </p:nvSpPr>
          <p:spPr>
            <a:xfrm>
              <a:off x="8431181" y="24154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1" name="pt51001"/>
            <p:cNvSpPr/>
            <p:nvPr/>
          </p:nvSpPr>
          <p:spPr>
            <a:xfrm>
              <a:off x="8500809" y="25034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2" name="pt51002"/>
            <p:cNvSpPr/>
            <p:nvPr/>
          </p:nvSpPr>
          <p:spPr>
            <a:xfrm>
              <a:off x="8963923" y="22566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3" name="pt51003"/>
            <p:cNvSpPr/>
            <p:nvPr/>
          </p:nvSpPr>
          <p:spPr>
            <a:xfrm>
              <a:off x="9060297" y="19325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4" name="pt51004"/>
            <p:cNvSpPr/>
            <p:nvPr/>
          </p:nvSpPr>
          <p:spPr>
            <a:xfrm>
              <a:off x="9325298" y="21893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5" name="pt51005"/>
            <p:cNvSpPr/>
            <p:nvPr/>
          </p:nvSpPr>
          <p:spPr>
            <a:xfrm>
              <a:off x="9186336" y="23118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6" name="pt51006"/>
            <p:cNvSpPr/>
            <p:nvPr/>
          </p:nvSpPr>
          <p:spPr>
            <a:xfrm>
              <a:off x="9405714" y="20305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7" name="pt51007"/>
            <p:cNvSpPr/>
            <p:nvPr/>
          </p:nvSpPr>
          <p:spPr>
            <a:xfrm>
              <a:off x="8798679" y="21932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8" name="pt51008"/>
            <p:cNvSpPr/>
            <p:nvPr/>
          </p:nvSpPr>
          <p:spPr>
            <a:xfrm>
              <a:off x="8731558" y="23750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9" name="pt51009"/>
            <p:cNvSpPr/>
            <p:nvPr/>
          </p:nvSpPr>
          <p:spPr>
            <a:xfrm>
              <a:off x="8793552" y="23771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0" name="pt51010"/>
            <p:cNvSpPr/>
            <p:nvPr/>
          </p:nvSpPr>
          <p:spPr>
            <a:xfrm>
              <a:off x="8619838" y="2262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1" name="pt51011"/>
            <p:cNvSpPr/>
            <p:nvPr/>
          </p:nvSpPr>
          <p:spPr>
            <a:xfrm>
              <a:off x="9421732" y="19024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2" name="pt51012"/>
            <p:cNvSpPr/>
            <p:nvPr/>
          </p:nvSpPr>
          <p:spPr>
            <a:xfrm>
              <a:off x="8381780" y="23320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3" name="pt51013"/>
            <p:cNvSpPr/>
            <p:nvPr/>
          </p:nvSpPr>
          <p:spPr>
            <a:xfrm>
              <a:off x="8949856" y="20637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4" name="pt51014"/>
            <p:cNvSpPr/>
            <p:nvPr/>
          </p:nvSpPr>
          <p:spPr>
            <a:xfrm>
              <a:off x="8907297" y="20985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5" name="pt51015"/>
            <p:cNvSpPr/>
            <p:nvPr/>
          </p:nvSpPr>
          <p:spPr>
            <a:xfrm>
              <a:off x="8469500" y="2264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6" name="pt51016"/>
            <p:cNvSpPr/>
            <p:nvPr/>
          </p:nvSpPr>
          <p:spPr>
            <a:xfrm>
              <a:off x="8899053" y="23804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7" name="pt51017"/>
            <p:cNvSpPr/>
            <p:nvPr/>
          </p:nvSpPr>
          <p:spPr>
            <a:xfrm>
              <a:off x="9715521" y="22735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8" name="pt51018"/>
            <p:cNvSpPr/>
            <p:nvPr/>
          </p:nvSpPr>
          <p:spPr>
            <a:xfrm>
              <a:off x="8765338" y="20972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9" name="pt51019"/>
            <p:cNvSpPr/>
            <p:nvPr/>
          </p:nvSpPr>
          <p:spPr>
            <a:xfrm>
              <a:off x="8698750" y="23681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0" name="pt51020"/>
            <p:cNvSpPr/>
            <p:nvPr/>
          </p:nvSpPr>
          <p:spPr>
            <a:xfrm>
              <a:off x="9252225" y="19428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1" name="pt51021"/>
            <p:cNvSpPr/>
            <p:nvPr/>
          </p:nvSpPr>
          <p:spPr>
            <a:xfrm>
              <a:off x="8893328" y="2024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2" name="pt51022"/>
            <p:cNvSpPr/>
            <p:nvPr/>
          </p:nvSpPr>
          <p:spPr>
            <a:xfrm>
              <a:off x="8771364" y="23478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3" name="pt51023"/>
            <p:cNvSpPr/>
            <p:nvPr/>
          </p:nvSpPr>
          <p:spPr>
            <a:xfrm>
              <a:off x="8570436" y="23820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4" name="pt51024"/>
            <p:cNvSpPr/>
            <p:nvPr/>
          </p:nvSpPr>
          <p:spPr>
            <a:xfrm>
              <a:off x="8939053" y="17565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5" name="pt51025"/>
            <p:cNvSpPr/>
            <p:nvPr/>
          </p:nvSpPr>
          <p:spPr>
            <a:xfrm>
              <a:off x="9316366" y="22236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6" name="pt51026"/>
            <p:cNvSpPr/>
            <p:nvPr/>
          </p:nvSpPr>
          <p:spPr>
            <a:xfrm>
              <a:off x="8884367" y="20586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7" name="pt51027"/>
            <p:cNvSpPr/>
            <p:nvPr/>
          </p:nvSpPr>
          <p:spPr>
            <a:xfrm>
              <a:off x="8956027" y="20330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8" name="pt51028"/>
            <p:cNvSpPr/>
            <p:nvPr/>
          </p:nvSpPr>
          <p:spPr>
            <a:xfrm>
              <a:off x="8679650" y="23696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9" name="pt51029"/>
            <p:cNvSpPr/>
            <p:nvPr/>
          </p:nvSpPr>
          <p:spPr>
            <a:xfrm>
              <a:off x="9001856" y="21326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0" name="pt51030"/>
            <p:cNvSpPr/>
            <p:nvPr/>
          </p:nvSpPr>
          <p:spPr>
            <a:xfrm>
              <a:off x="9562708" y="19826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1" name="pt51031"/>
            <p:cNvSpPr/>
            <p:nvPr/>
          </p:nvSpPr>
          <p:spPr>
            <a:xfrm>
              <a:off x="8759093" y="21530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2" name="pt51032"/>
            <p:cNvSpPr/>
            <p:nvPr/>
          </p:nvSpPr>
          <p:spPr>
            <a:xfrm>
              <a:off x="8679650" y="25267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3" name="pt51033"/>
            <p:cNvSpPr/>
            <p:nvPr/>
          </p:nvSpPr>
          <p:spPr>
            <a:xfrm>
              <a:off x="8920215" y="19424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4" name="pt51034"/>
            <p:cNvSpPr/>
            <p:nvPr/>
          </p:nvSpPr>
          <p:spPr>
            <a:xfrm>
              <a:off x="8658156" y="24678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5" name="pt51035"/>
            <p:cNvSpPr/>
            <p:nvPr/>
          </p:nvSpPr>
          <p:spPr>
            <a:xfrm>
              <a:off x="8731558" y="24163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6" name="pt51036"/>
            <p:cNvSpPr/>
            <p:nvPr/>
          </p:nvSpPr>
          <p:spPr>
            <a:xfrm>
              <a:off x="9126216" y="20138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7" name="pt51037"/>
            <p:cNvSpPr/>
            <p:nvPr/>
          </p:nvSpPr>
          <p:spPr>
            <a:xfrm>
              <a:off x="8619838" y="23917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8" name="pt51038"/>
            <p:cNvSpPr/>
            <p:nvPr/>
          </p:nvSpPr>
          <p:spPr>
            <a:xfrm>
              <a:off x="8619838" y="22709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9" name="pt51039"/>
            <p:cNvSpPr/>
            <p:nvPr/>
          </p:nvSpPr>
          <p:spPr>
            <a:xfrm>
              <a:off x="8976925" y="22124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0" name="pt51040"/>
            <p:cNvSpPr/>
            <p:nvPr/>
          </p:nvSpPr>
          <p:spPr>
            <a:xfrm>
              <a:off x="8771364" y="23642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1" name="pt51041"/>
            <p:cNvSpPr/>
            <p:nvPr/>
          </p:nvSpPr>
          <p:spPr>
            <a:xfrm>
              <a:off x="9100368" y="20306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2" name="pt51042"/>
            <p:cNvSpPr/>
            <p:nvPr/>
          </p:nvSpPr>
          <p:spPr>
            <a:xfrm>
              <a:off x="8312152" y="24578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3" name="pt51043"/>
            <p:cNvSpPr/>
            <p:nvPr/>
          </p:nvSpPr>
          <p:spPr>
            <a:xfrm>
              <a:off x="8731558" y="2383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4" name="pt51044"/>
            <p:cNvSpPr/>
            <p:nvPr/>
          </p:nvSpPr>
          <p:spPr>
            <a:xfrm>
              <a:off x="9010896" y="17776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5" name="pt51045"/>
            <p:cNvSpPr/>
            <p:nvPr/>
          </p:nvSpPr>
          <p:spPr>
            <a:xfrm>
              <a:off x="9118548" y="20475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6" name="pt51046"/>
            <p:cNvSpPr/>
            <p:nvPr/>
          </p:nvSpPr>
          <p:spPr>
            <a:xfrm>
              <a:off x="8312152" y="24051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7" name="pt51047"/>
            <p:cNvSpPr/>
            <p:nvPr/>
          </p:nvSpPr>
          <p:spPr>
            <a:xfrm>
              <a:off x="8980466" y="21350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8" name="pt51048"/>
            <p:cNvSpPr/>
            <p:nvPr/>
          </p:nvSpPr>
          <p:spPr>
            <a:xfrm>
              <a:off x="9466476" y="22408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9" name="pt51049"/>
            <p:cNvSpPr/>
            <p:nvPr/>
          </p:nvSpPr>
          <p:spPr>
            <a:xfrm>
              <a:off x="8633583" y="20286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0" name="pt51050"/>
            <p:cNvSpPr/>
            <p:nvPr/>
          </p:nvSpPr>
          <p:spPr>
            <a:xfrm>
              <a:off x="8949856" y="21583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1" name="pt51051"/>
            <p:cNvSpPr/>
            <p:nvPr/>
          </p:nvSpPr>
          <p:spPr>
            <a:xfrm>
              <a:off x="9197584" y="16770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2" name="pt51052"/>
            <p:cNvSpPr/>
            <p:nvPr/>
          </p:nvSpPr>
          <p:spPr>
            <a:xfrm>
              <a:off x="8588529" y="2336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3" name="pt51053"/>
            <p:cNvSpPr/>
            <p:nvPr/>
          </p:nvSpPr>
          <p:spPr>
            <a:xfrm>
              <a:off x="8604896" y="19336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4" name="pt51054"/>
            <p:cNvSpPr/>
            <p:nvPr/>
          </p:nvSpPr>
          <p:spPr>
            <a:xfrm>
              <a:off x="8929892" y="17727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5" name="pt51055"/>
            <p:cNvSpPr/>
            <p:nvPr/>
          </p:nvSpPr>
          <p:spPr>
            <a:xfrm>
              <a:off x="8759093" y="21418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6" name="pt51056"/>
            <p:cNvSpPr/>
            <p:nvPr/>
          </p:nvSpPr>
          <p:spPr>
            <a:xfrm>
              <a:off x="8500809" y="24427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7" name="pt51057"/>
            <p:cNvSpPr/>
            <p:nvPr/>
          </p:nvSpPr>
          <p:spPr>
            <a:xfrm>
              <a:off x="8917708" y="20783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8" name="pt51058"/>
            <p:cNvSpPr/>
            <p:nvPr/>
          </p:nvSpPr>
          <p:spPr>
            <a:xfrm>
              <a:off x="8500809" y="25314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9" name="pt51059"/>
            <p:cNvSpPr/>
            <p:nvPr/>
          </p:nvSpPr>
          <p:spPr>
            <a:xfrm>
              <a:off x="8312152" y="23564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0" name="pt51060"/>
            <p:cNvSpPr/>
            <p:nvPr/>
          </p:nvSpPr>
          <p:spPr>
            <a:xfrm>
              <a:off x="8588529" y="19466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1" name="pt51061"/>
            <p:cNvSpPr/>
            <p:nvPr/>
          </p:nvSpPr>
          <p:spPr>
            <a:xfrm>
              <a:off x="9087709" y="20585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2" name="pt51062"/>
            <p:cNvSpPr/>
            <p:nvPr/>
          </p:nvSpPr>
          <p:spPr>
            <a:xfrm>
              <a:off x="8927523" y="18140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3" name="pt51063"/>
            <p:cNvSpPr/>
            <p:nvPr/>
          </p:nvSpPr>
          <p:spPr>
            <a:xfrm>
              <a:off x="9084871" y="18989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4" name="pt51064"/>
            <p:cNvSpPr/>
            <p:nvPr/>
          </p:nvSpPr>
          <p:spPr>
            <a:xfrm>
              <a:off x="9076063" y="18698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5" name="pt51065"/>
            <p:cNvSpPr/>
            <p:nvPr/>
          </p:nvSpPr>
          <p:spPr>
            <a:xfrm>
              <a:off x="8431181" y="21546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6" name="pt51066"/>
            <p:cNvSpPr/>
            <p:nvPr/>
          </p:nvSpPr>
          <p:spPr>
            <a:xfrm>
              <a:off x="8469500" y="24192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7" name="pt51067"/>
            <p:cNvSpPr/>
            <p:nvPr/>
          </p:nvSpPr>
          <p:spPr>
            <a:xfrm>
              <a:off x="9044150" y="17098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8" name="pt51068"/>
            <p:cNvSpPr/>
            <p:nvPr/>
          </p:nvSpPr>
          <p:spPr>
            <a:xfrm>
              <a:off x="8874912" y="21152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9" name="pt51069"/>
            <p:cNvSpPr/>
            <p:nvPr/>
          </p:nvSpPr>
          <p:spPr>
            <a:xfrm>
              <a:off x="8798679" y="21010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0" name="pt51070"/>
            <p:cNvSpPr/>
            <p:nvPr/>
          </p:nvSpPr>
          <p:spPr>
            <a:xfrm>
              <a:off x="8619838" y="2343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1" name="pt51071"/>
            <p:cNvSpPr/>
            <p:nvPr/>
          </p:nvSpPr>
          <p:spPr>
            <a:xfrm>
              <a:off x="8745877" y="21609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2" name="pt51072"/>
            <p:cNvSpPr/>
            <p:nvPr/>
          </p:nvSpPr>
          <p:spPr>
            <a:xfrm>
              <a:off x="9324827" y="21879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3" name="pt51073"/>
            <p:cNvSpPr/>
            <p:nvPr/>
          </p:nvSpPr>
          <p:spPr>
            <a:xfrm>
              <a:off x="8956027" y="21346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4" name="pt51074"/>
            <p:cNvSpPr/>
            <p:nvPr/>
          </p:nvSpPr>
          <p:spPr>
            <a:xfrm>
              <a:off x="9037995" y="18467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5" name="pt51075"/>
            <p:cNvSpPr/>
            <p:nvPr/>
          </p:nvSpPr>
          <p:spPr>
            <a:xfrm>
              <a:off x="9408344" y="18282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6" name="pt51076"/>
            <p:cNvSpPr/>
            <p:nvPr/>
          </p:nvSpPr>
          <p:spPr>
            <a:xfrm>
              <a:off x="9044150" y="17830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7" name="pt51077"/>
            <p:cNvSpPr/>
            <p:nvPr/>
          </p:nvSpPr>
          <p:spPr>
            <a:xfrm>
              <a:off x="9034193" y="1813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8" name="pt51078"/>
            <p:cNvSpPr/>
            <p:nvPr/>
          </p:nvSpPr>
          <p:spPr>
            <a:xfrm>
              <a:off x="9350622" y="21563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9" name="pt51079"/>
            <p:cNvSpPr/>
            <p:nvPr/>
          </p:nvSpPr>
          <p:spPr>
            <a:xfrm>
              <a:off x="8588529" y="23283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0" name="pt51080"/>
            <p:cNvSpPr/>
            <p:nvPr/>
          </p:nvSpPr>
          <p:spPr>
            <a:xfrm>
              <a:off x="8745877" y="21286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1" name="pt51081"/>
            <p:cNvSpPr/>
            <p:nvPr/>
          </p:nvSpPr>
          <p:spPr>
            <a:xfrm>
              <a:off x="8932228" y="19579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2" name="pt51082"/>
            <p:cNvSpPr/>
            <p:nvPr/>
          </p:nvSpPr>
          <p:spPr>
            <a:xfrm>
              <a:off x="9108871" y="21142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3" name="pt51083"/>
            <p:cNvSpPr/>
            <p:nvPr/>
          </p:nvSpPr>
          <p:spPr>
            <a:xfrm>
              <a:off x="9259278" y="20771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4" name="pt51084"/>
            <p:cNvSpPr/>
            <p:nvPr/>
          </p:nvSpPr>
          <p:spPr>
            <a:xfrm>
              <a:off x="8850587" y="21254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5" name="pt51085"/>
            <p:cNvSpPr/>
            <p:nvPr/>
          </p:nvSpPr>
          <p:spPr>
            <a:xfrm>
              <a:off x="9562708" y="21811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6" name="pt51086"/>
            <p:cNvSpPr/>
            <p:nvPr/>
          </p:nvSpPr>
          <p:spPr>
            <a:xfrm>
              <a:off x="9088645" y="19514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7" name="pt51087"/>
            <p:cNvSpPr/>
            <p:nvPr/>
          </p:nvSpPr>
          <p:spPr>
            <a:xfrm>
              <a:off x="9780637" y="25993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8" name="pt51088"/>
            <p:cNvSpPr/>
            <p:nvPr/>
          </p:nvSpPr>
          <p:spPr>
            <a:xfrm>
              <a:off x="8765338" y="20223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9" name="pt51089"/>
            <p:cNvSpPr/>
            <p:nvPr/>
          </p:nvSpPr>
          <p:spPr>
            <a:xfrm>
              <a:off x="8887406" y="19857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0" name="pt51090"/>
            <p:cNvSpPr/>
            <p:nvPr/>
          </p:nvSpPr>
          <p:spPr>
            <a:xfrm>
              <a:off x="9037995" y="17294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1" name="pt51091"/>
            <p:cNvSpPr/>
            <p:nvPr/>
          </p:nvSpPr>
          <p:spPr>
            <a:xfrm>
              <a:off x="8771364" y="24058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2" name="pt51092"/>
            <p:cNvSpPr/>
            <p:nvPr/>
          </p:nvSpPr>
          <p:spPr>
            <a:xfrm>
              <a:off x="8777185" y="22998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3" name="pt51093"/>
            <p:cNvSpPr/>
            <p:nvPr/>
          </p:nvSpPr>
          <p:spPr>
            <a:xfrm>
              <a:off x="8588529" y="22410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4" name="pt51094"/>
            <p:cNvSpPr/>
            <p:nvPr/>
          </p:nvSpPr>
          <p:spPr>
            <a:xfrm>
              <a:off x="8752612" y="21560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5" name="pt51095"/>
            <p:cNvSpPr/>
            <p:nvPr/>
          </p:nvSpPr>
          <p:spPr>
            <a:xfrm>
              <a:off x="8633583" y="21724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6" name="pt51096"/>
            <p:cNvSpPr/>
            <p:nvPr/>
          </p:nvSpPr>
          <p:spPr>
            <a:xfrm>
              <a:off x="9077064" y="20596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7" name="pt51097"/>
            <p:cNvSpPr/>
            <p:nvPr/>
          </p:nvSpPr>
          <p:spPr>
            <a:xfrm>
              <a:off x="9780422" y="25080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8" name="pt51098"/>
            <p:cNvSpPr/>
            <p:nvPr/>
          </p:nvSpPr>
          <p:spPr>
            <a:xfrm>
              <a:off x="8679650" y="23432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9" name="pt51099"/>
            <p:cNvSpPr/>
            <p:nvPr/>
          </p:nvSpPr>
          <p:spPr>
            <a:xfrm>
              <a:off x="9044150" y="1742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0" name="pt51100"/>
            <p:cNvSpPr/>
            <p:nvPr/>
          </p:nvSpPr>
          <p:spPr>
            <a:xfrm>
              <a:off x="8679650" y="2342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1" name="pt51101"/>
            <p:cNvSpPr/>
            <p:nvPr/>
          </p:nvSpPr>
          <p:spPr>
            <a:xfrm>
              <a:off x="9035469" y="17757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2" name="pt51102"/>
            <p:cNvSpPr/>
            <p:nvPr/>
          </p:nvSpPr>
          <p:spPr>
            <a:xfrm>
              <a:off x="8619838" y="19732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3" name="pt51103"/>
            <p:cNvSpPr/>
            <p:nvPr/>
          </p:nvSpPr>
          <p:spPr>
            <a:xfrm>
              <a:off x="8312152" y="26578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4" name="pt51104"/>
            <p:cNvSpPr/>
            <p:nvPr/>
          </p:nvSpPr>
          <p:spPr>
            <a:xfrm>
              <a:off x="9388372" y="21379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5" name="pt51105"/>
            <p:cNvSpPr/>
            <p:nvPr/>
          </p:nvSpPr>
          <p:spPr>
            <a:xfrm>
              <a:off x="8731558" y="21761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6" name="pt51106"/>
            <p:cNvSpPr/>
            <p:nvPr/>
          </p:nvSpPr>
          <p:spPr>
            <a:xfrm>
              <a:off x="8469500" y="24595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7" name="pt51107"/>
            <p:cNvSpPr/>
            <p:nvPr/>
          </p:nvSpPr>
          <p:spPr>
            <a:xfrm>
              <a:off x="9471970" y="22576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8" name="pt51108"/>
            <p:cNvSpPr/>
            <p:nvPr/>
          </p:nvSpPr>
          <p:spPr>
            <a:xfrm>
              <a:off x="9123951" y="21087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9" name="pt51109"/>
            <p:cNvSpPr/>
            <p:nvPr/>
          </p:nvSpPr>
          <p:spPr>
            <a:xfrm>
              <a:off x="8469500" y="24500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0" name="pt51110"/>
            <p:cNvSpPr/>
            <p:nvPr/>
          </p:nvSpPr>
          <p:spPr>
            <a:xfrm>
              <a:off x="8961983" y="21442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1" name="pt51111"/>
            <p:cNvSpPr/>
            <p:nvPr/>
          </p:nvSpPr>
          <p:spPr>
            <a:xfrm>
              <a:off x="9123951" y="21026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2" name="pt51112"/>
            <p:cNvSpPr/>
            <p:nvPr/>
          </p:nvSpPr>
          <p:spPr>
            <a:xfrm>
              <a:off x="8803657" y="2191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3" name="pt51113"/>
            <p:cNvSpPr/>
            <p:nvPr/>
          </p:nvSpPr>
          <p:spPr>
            <a:xfrm>
              <a:off x="8956027" y="21460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4" name="pt51114"/>
            <p:cNvSpPr/>
            <p:nvPr/>
          </p:nvSpPr>
          <p:spPr>
            <a:xfrm>
              <a:off x="8798679" y="22350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5" name="pt51115"/>
            <p:cNvSpPr/>
            <p:nvPr/>
          </p:nvSpPr>
          <p:spPr>
            <a:xfrm>
              <a:off x="8469500" y="23890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6" name="pt51116"/>
            <p:cNvSpPr/>
            <p:nvPr/>
          </p:nvSpPr>
          <p:spPr>
            <a:xfrm>
              <a:off x="8929892" y="17851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7" name="pt51117"/>
            <p:cNvSpPr/>
            <p:nvPr/>
          </p:nvSpPr>
          <p:spPr>
            <a:xfrm>
              <a:off x="8817779" y="20872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8" name="pt51118"/>
            <p:cNvSpPr/>
            <p:nvPr/>
          </p:nvSpPr>
          <p:spPr>
            <a:xfrm>
              <a:off x="8890393" y="20165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9" name="pt51119"/>
            <p:cNvSpPr/>
            <p:nvPr/>
          </p:nvSpPr>
          <p:spPr>
            <a:xfrm>
              <a:off x="8912581" y="21134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0" name="pt51120"/>
            <p:cNvSpPr/>
            <p:nvPr/>
          </p:nvSpPr>
          <p:spPr>
            <a:xfrm>
              <a:off x="9030305" y="18747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1" name="pt51121"/>
            <p:cNvSpPr/>
            <p:nvPr/>
          </p:nvSpPr>
          <p:spPr>
            <a:xfrm>
              <a:off x="8469500" y="23966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2" name="pt51122"/>
            <p:cNvSpPr/>
            <p:nvPr/>
          </p:nvSpPr>
          <p:spPr>
            <a:xfrm>
              <a:off x="8971473" y="20460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3" name="pt51123"/>
            <p:cNvSpPr/>
            <p:nvPr/>
          </p:nvSpPr>
          <p:spPr>
            <a:xfrm>
              <a:off x="8698750" y="23800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4" name="pt51124"/>
            <p:cNvSpPr/>
            <p:nvPr/>
          </p:nvSpPr>
          <p:spPr>
            <a:xfrm>
              <a:off x="8527280" y="26269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5" name="pt51125"/>
            <p:cNvSpPr/>
            <p:nvPr/>
          </p:nvSpPr>
          <p:spPr>
            <a:xfrm>
              <a:off x="9037995" y="1850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6" name="pt51126"/>
            <p:cNvSpPr/>
            <p:nvPr/>
          </p:nvSpPr>
          <p:spPr>
            <a:xfrm>
              <a:off x="8834965" y="20922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7" name="pt51127"/>
            <p:cNvSpPr/>
            <p:nvPr/>
          </p:nvSpPr>
          <p:spPr>
            <a:xfrm>
              <a:off x="9147356" y="2220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8" name="pt51128"/>
            <p:cNvSpPr/>
            <p:nvPr/>
          </p:nvSpPr>
          <p:spPr>
            <a:xfrm>
              <a:off x="8887406" y="18967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9" name="pt51129"/>
            <p:cNvSpPr/>
            <p:nvPr/>
          </p:nvSpPr>
          <p:spPr>
            <a:xfrm>
              <a:off x="8868306" y="21516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0" name="pt51130"/>
            <p:cNvSpPr/>
            <p:nvPr/>
          </p:nvSpPr>
          <p:spPr>
            <a:xfrm>
              <a:off x="8570436" y="24786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1" name="pt51131"/>
            <p:cNvSpPr/>
            <p:nvPr/>
          </p:nvSpPr>
          <p:spPr>
            <a:xfrm>
              <a:off x="8961983" y="21367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2" name="pt51132"/>
            <p:cNvSpPr/>
            <p:nvPr/>
          </p:nvSpPr>
          <p:spPr>
            <a:xfrm>
              <a:off x="9151289" y="21495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3" name="pt51133"/>
            <p:cNvSpPr/>
            <p:nvPr/>
          </p:nvSpPr>
          <p:spPr>
            <a:xfrm>
              <a:off x="8312152" y="24517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4" name="pt51134"/>
            <p:cNvSpPr/>
            <p:nvPr/>
          </p:nvSpPr>
          <p:spPr>
            <a:xfrm>
              <a:off x="8312152" y="24331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5" name="pt51135"/>
            <p:cNvSpPr/>
            <p:nvPr/>
          </p:nvSpPr>
          <p:spPr>
            <a:xfrm>
              <a:off x="9606545" y="22924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6" name="pt51136"/>
            <p:cNvSpPr/>
            <p:nvPr/>
          </p:nvSpPr>
          <p:spPr>
            <a:xfrm>
              <a:off x="9126216" y="20238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7" name="pt51137"/>
            <p:cNvSpPr/>
            <p:nvPr/>
          </p:nvSpPr>
          <p:spPr>
            <a:xfrm>
              <a:off x="9207674" y="18422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8" name="pt51138"/>
            <p:cNvSpPr/>
            <p:nvPr/>
          </p:nvSpPr>
          <p:spPr>
            <a:xfrm>
              <a:off x="8633583" y="22129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9" name="pt51139"/>
            <p:cNvSpPr/>
            <p:nvPr/>
          </p:nvSpPr>
          <p:spPr>
            <a:xfrm>
              <a:off x="8782816" y="21164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0" name="pt51140"/>
            <p:cNvSpPr/>
            <p:nvPr/>
          </p:nvSpPr>
          <p:spPr>
            <a:xfrm>
              <a:off x="8854280" y="20629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1" name="pt51141"/>
            <p:cNvSpPr/>
            <p:nvPr/>
          </p:nvSpPr>
          <p:spPr>
            <a:xfrm>
              <a:off x="8381780" y="2455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2" name="pt51142"/>
            <p:cNvSpPr/>
            <p:nvPr/>
          </p:nvSpPr>
          <p:spPr>
            <a:xfrm>
              <a:off x="8604896" y="22254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3" name="pt51143"/>
            <p:cNvSpPr/>
            <p:nvPr/>
          </p:nvSpPr>
          <p:spPr>
            <a:xfrm>
              <a:off x="8846813" y="19960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4" name="pt51144"/>
            <p:cNvSpPr/>
            <p:nvPr/>
          </p:nvSpPr>
          <p:spPr>
            <a:xfrm>
              <a:off x="8861436" y="19728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5" name="pt51145"/>
            <p:cNvSpPr/>
            <p:nvPr/>
          </p:nvSpPr>
          <p:spPr>
            <a:xfrm>
              <a:off x="8798679" y="20761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6" name="pt51146"/>
            <p:cNvSpPr/>
            <p:nvPr/>
          </p:nvSpPr>
          <p:spPr>
            <a:xfrm>
              <a:off x="8932228" y="19785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7" name="pt51147"/>
            <p:cNvSpPr/>
            <p:nvPr/>
          </p:nvSpPr>
          <p:spPr>
            <a:xfrm>
              <a:off x="9123951" y="20553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8" name="pt51148"/>
            <p:cNvSpPr/>
            <p:nvPr/>
          </p:nvSpPr>
          <p:spPr>
            <a:xfrm>
              <a:off x="8312152" y="24221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9" name="pt51149"/>
            <p:cNvSpPr/>
            <p:nvPr/>
          </p:nvSpPr>
          <p:spPr>
            <a:xfrm>
              <a:off x="9400632" y="1999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0" name="pt51150"/>
            <p:cNvSpPr/>
            <p:nvPr/>
          </p:nvSpPr>
          <p:spPr>
            <a:xfrm>
              <a:off x="8588529" y="22709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1" name="pt51151"/>
            <p:cNvSpPr/>
            <p:nvPr/>
          </p:nvSpPr>
          <p:spPr>
            <a:xfrm>
              <a:off x="8588529" y="21767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2" name="pt51152"/>
            <p:cNvSpPr/>
            <p:nvPr/>
          </p:nvSpPr>
          <p:spPr>
            <a:xfrm>
              <a:off x="9076063" y="19450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3" name="pt51153"/>
            <p:cNvSpPr/>
            <p:nvPr/>
          </p:nvSpPr>
          <p:spPr>
            <a:xfrm>
              <a:off x="8469500" y="24507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4" name="pt51154"/>
            <p:cNvSpPr/>
            <p:nvPr/>
          </p:nvSpPr>
          <p:spPr>
            <a:xfrm>
              <a:off x="9034193" y="16874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5" name="pt51155"/>
            <p:cNvSpPr/>
            <p:nvPr/>
          </p:nvSpPr>
          <p:spPr>
            <a:xfrm>
              <a:off x="9185276" y="22901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6" name="pt51156"/>
            <p:cNvSpPr/>
            <p:nvPr/>
          </p:nvSpPr>
          <p:spPr>
            <a:xfrm>
              <a:off x="8887406" y="20085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7" name="pt51157"/>
            <p:cNvSpPr/>
            <p:nvPr/>
          </p:nvSpPr>
          <p:spPr>
            <a:xfrm>
              <a:off x="9208605" y="19360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8" name="pt51158"/>
            <p:cNvSpPr/>
            <p:nvPr/>
          </p:nvSpPr>
          <p:spPr>
            <a:xfrm>
              <a:off x="9056963" y="21878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9" name="pt51159"/>
            <p:cNvSpPr/>
            <p:nvPr/>
          </p:nvSpPr>
          <p:spPr>
            <a:xfrm>
              <a:off x="9304571" y="21847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0" name="pt51160"/>
            <p:cNvSpPr/>
            <p:nvPr/>
          </p:nvSpPr>
          <p:spPr>
            <a:xfrm>
              <a:off x="8834965" y="21585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1" name="pt51161"/>
            <p:cNvSpPr/>
            <p:nvPr/>
          </p:nvSpPr>
          <p:spPr>
            <a:xfrm>
              <a:off x="9141283" y="21266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2" name="pt51162"/>
            <p:cNvSpPr/>
            <p:nvPr/>
          </p:nvSpPr>
          <p:spPr>
            <a:xfrm>
              <a:off x="9546889" y="20701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3" name="pt51163"/>
            <p:cNvSpPr/>
            <p:nvPr/>
          </p:nvSpPr>
          <p:spPr>
            <a:xfrm>
              <a:off x="8500809" y="27933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4" name="pt51164"/>
            <p:cNvSpPr/>
            <p:nvPr/>
          </p:nvSpPr>
          <p:spPr>
            <a:xfrm>
              <a:off x="9453041" y="22616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5" name="pt51165"/>
            <p:cNvSpPr/>
            <p:nvPr/>
          </p:nvSpPr>
          <p:spPr>
            <a:xfrm>
              <a:off x="8312152" y="24775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6" name="pt51166"/>
            <p:cNvSpPr/>
            <p:nvPr/>
          </p:nvSpPr>
          <p:spPr>
            <a:xfrm>
              <a:off x="8793552" y="20805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7" name="pt51167"/>
            <p:cNvSpPr/>
            <p:nvPr/>
          </p:nvSpPr>
          <p:spPr>
            <a:xfrm>
              <a:off x="8874912" y="22455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8" name="pt51168"/>
            <p:cNvSpPr/>
            <p:nvPr/>
          </p:nvSpPr>
          <p:spPr>
            <a:xfrm>
              <a:off x="8658156" y="2437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9" name="pt51169"/>
            <p:cNvSpPr/>
            <p:nvPr/>
          </p:nvSpPr>
          <p:spPr>
            <a:xfrm>
              <a:off x="9087709" y="20089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0" name="pt51170"/>
            <p:cNvSpPr/>
            <p:nvPr/>
          </p:nvSpPr>
          <p:spPr>
            <a:xfrm>
              <a:off x="8874912" y="21739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1" name="pt51171"/>
            <p:cNvSpPr/>
            <p:nvPr/>
          </p:nvSpPr>
          <p:spPr>
            <a:xfrm>
              <a:off x="9068885" y="18742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2" name="pt51172"/>
            <p:cNvSpPr/>
            <p:nvPr/>
          </p:nvSpPr>
          <p:spPr>
            <a:xfrm>
              <a:off x="8431181" y="24110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3" name="pt51173"/>
            <p:cNvSpPr/>
            <p:nvPr/>
          </p:nvSpPr>
          <p:spPr>
            <a:xfrm>
              <a:off x="8803657" y="21751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4" name="pt51174"/>
            <p:cNvSpPr/>
            <p:nvPr/>
          </p:nvSpPr>
          <p:spPr>
            <a:xfrm>
              <a:off x="8980466" y="22147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5" name="pt51175"/>
            <p:cNvSpPr/>
            <p:nvPr/>
          </p:nvSpPr>
          <p:spPr>
            <a:xfrm>
              <a:off x="8669239" y="2500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6" name="pt51176"/>
            <p:cNvSpPr/>
            <p:nvPr/>
          </p:nvSpPr>
          <p:spPr>
            <a:xfrm>
              <a:off x="9283113" y="21200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7" name="pt51177"/>
            <p:cNvSpPr/>
            <p:nvPr/>
          </p:nvSpPr>
          <p:spPr>
            <a:xfrm>
              <a:off x="9123951" y="20628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8" name="pt51178"/>
            <p:cNvSpPr/>
            <p:nvPr/>
          </p:nvSpPr>
          <p:spPr>
            <a:xfrm>
              <a:off x="8715936" y="21521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9" name="pt51179"/>
            <p:cNvSpPr/>
            <p:nvPr/>
          </p:nvSpPr>
          <p:spPr>
            <a:xfrm>
              <a:off x="9316366" y="22625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0" name="pt51180"/>
            <p:cNvSpPr/>
            <p:nvPr/>
          </p:nvSpPr>
          <p:spPr>
            <a:xfrm>
              <a:off x="9329710" y="2201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1" name="pt51181"/>
            <p:cNvSpPr/>
            <p:nvPr/>
          </p:nvSpPr>
          <p:spPr>
            <a:xfrm>
              <a:off x="8312152" y="2461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2" name="pt51182"/>
            <p:cNvSpPr/>
            <p:nvPr/>
          </p:nvSpPr>
          <p:spPr>
            <a:xfrm>
              <a:off x="8920215" y="19819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3" name="pt51183"/>
            <p:cNvSpPr/>
            <p:nvPr/>
          </p:nvSpPr>
          <p:spPr>
            <a:xfrm>
              <a:off x="8857896" y="19878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4" name="pt51184"/>
            <p:cNvSpPr/>
            <p:nvPr/>
          </p:nvSpPr>
          <p:spPr>
            <a:xfrm>
              <a:off x="8431181" y="25627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5" name="pt51185"/>
            <p:cNvSpPr/>
            <p:nvPr/>
          </p:nvSpPr>
          <p:spPr>
            <a:xfrm>
              <a:off x="8899053" y="21128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6" name="pt51186"/>
            <p:cNvSpPr/>
            <p:nvPr/>
          </p:nvSpPr>
          <p:spPr>
            <a:xfrm>
              <a:off x="9067835" y="18482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7" name="pt51187"/>
            <p:cNvSpPr/>
            <p:nvPr/>
          </p:nvSpPr>
          <p:spPr>
            <a:xfrm>
              <a:off x="8679650" y="23508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8" name="pt51188"/>
            <p:cNvSpPr/>
            <p:nvPr/>
          </p:nvSpPr>
          <p:spPr>
            <a:xfrm>
              <a:off x="9329710" y="21988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9" name="pt51189"/>
            <p:cNvSpPr/>
            <p:nvPr/>
          </p:nvSpPr>
          <p:spPr>
            <a:xfrm>
              <a:off x="8956027" y="2093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0" name="pt51190"/>
            <p:cNvSpPr/>
            <p:nvPr/>
          </p:nvSpPr>
          <p:spPr>
            <a:xfrm>
              <a:off x="8980466" y="19806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1" name="pt51191"/>
            <p:cNvSpPr/>
            <p:nvPr/>
          </p:nvSpPr>
          <p:spPr>
            <a:xfrm>
              <a:off x="8381780" y="23033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2" name="pt51192"/>
            <p:cNvSpPr/>
            <p:nvPr/>
          </p:nvSpPr>
          <p:spPr>
            <a:xfrm>
              <a:off x="8868306" y="22419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3" name="pt51193"/>
            <p:cNvSpPr/>
            <p:nvPr/>
          </p:nvSpPr>
          <p:spPr>
            <a:xfrm>
              <a:off x="9037995" y="18041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4" name="pt51194"/>
            <p:cNvSpPr/>
            <p:nvPr/>
          </p:nvSpPr>
          <p:spPr>
            <a:xfrm>
              <a:off x="9010896" y="17022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5" name="pt51195"/>
            <p:cNvSpPr/>
            <p:nvPr/>
          </p:nvSpPr>
          <p:spPr>
            <a:xfrm>
              <a:off x="8527280" y="25305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6" name="pt51196"/>
            <p:cNvSpPr/>
            <p:nvPr/>
          </p:nvSpPr>
          <p:spPr>
            <a:xfrm>
              <a:off x="9148018" y="21811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7" name="pt51197"/>
            <p:cNvSpPr/>
            <p:nvPr/>
          </p:nvSpPr>
          <p:spPr>
            <a:xfrm>
              <a:off x="8633583" y="21549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8" name="pt51198"/>
            <p:cNvSpPr/>
            <p:nvPr/>
          </p:nvSpPr>
          <p:spPr>
            <a:xfrm>
              <a:off x="9090502" y="18853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9" name="pt51199"/>
            <p:cNvSpPr/>
            <p:nvPr/>
          </p:nvSpPr>
          <p:spPr>
            <a:xfrm>
              <a:off x="8874912" y="2337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0" name="pt51200"/>
            <p:cNvSpPr/>
            <p:nvPr/>
          </p:nvSpPr>
          <p:spPr>
            <a:xfrm>
              <a:off x="9010896" y="15738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1" name="pt51201"/>
            <p:cNvSpPr/>
            <p:nvPr/>
          </p:nvSpPr>
          <p:spPr>
            <a:xfrm>
              <a:off x="8431181" y="24389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2" name="pt51202"/>
            <p:cNvSpPr/>
            <p:nvPr/>
          </p:nvSpPr>
          <p:spPr>
            <a:xfrm>
              <a:off x="8899053" y="21585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3" name="pt51203"/>
            <p:cNvSpPr/>
            <p:nvPr/>
          </p:nvSpPr>
          <p:spPr>
            <a:xfrm>
              <a:off x="9406741" y="20036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4" name="pt51204"/>
            <p:cNvSpPr/>
            <p:nvPr/>
          </p:nvSpPr>
          <p:spPr>
            <a:xfrm>
              <a:off x="9213636" y="19575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5" name="pt51205"/>
            <p:cNvSpPr/>
            <p:nvPr/>
          </p:nvSpPr>
          <p:spPr>
            <a:xfrm>
              <a:off x="8312152" y="24490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6" name="pt51206"/>
            <p:cNvSpPr/>
            <p:nvPr/>
          </p:nvSpPr>
          <p:spPr>
            <a:xfrm>
              <a:off x="8842954" y="2136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7" name="pt51207"/>
            <p:cNvSpPr/>
            <p:nvPr/>
          </p:nvSpPr>
          <p:spPr>
            <a:xfrm>
              <a:off x="9042937" y="18220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8" name="pt51208"/>
            <p:cNvSpPr/>
            <p:nvPr/>
          </p:nvSpPr>
          <p:spPr>
            <a:xfrm>
              <a:off x="9636399" y="21766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9" name="pt51209"/>
            <p:cNvSpPr/>
            <p:nvPr/>
          </p:nvSpPr>
          <p:spPr>
            <a:xfrm>
              <a:off x="8500809" y="25755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0" name="pt51210"/>
            <p:cNvSpPr/>
            <p:nvPr/>
          </p:nvSpPr>
          <p:spPr>
            <a:xfrm>
              <a:off x="8469500" y="24968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1" name="pt51211"/>
            <p:cNvSpPr/>
            <p:nvPr/>
          </p:nvSpPr>
          <p:spPr>
            <a:xfrm>
              <a:off x="8588529" y="22230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2" name="pt51212"/>
            <p:cNvSpPr/>
            <p:nvPr/>
          </p:nvSpPr>
          <p:spPr>
            <a:xfrm>
              <a:off x="8752612" y="21422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3" name="pt51213"/>
            <p:cNvSpPr/>
            <p:nvPr/>
          </p:nvSpPr>
          <p:spPr>
            <a:xfrm>
              <a:off x="8759093" y="20447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4" name="pt51214"/>
            <p:cNvSpPr/>
            <p:nvPr/>
          </p:nvSpPr>
          <p:spPr>
            <a:xfrm>
              <a:off x="8980466" y="20194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5" name="pt51215"/>
            <p:cNvSpPr/>
            <p:nvPr/>
          </p:nvSpPr>
          <p:spPr>
            <a:xfrm>
              <a:off x="8890393" y="19548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6" name="pt51216"/>
            <p:cNvSpPr/>
            <p:nvPr/>
          </p:nvSpPr>
          <p:spPr>
            <a:xfrm>
              <a:off x="8723925" y="20894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7" name="pt51217"/>
            <p:cNvSpPr/>
            <p:nvPr/>
          </p:nvSpPr>
          <p:spPr>
            <a:xfrm>
              <a:off x="8864906" y="18369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8" name="pt51218"/>
            <p:cNvSpPr/>
            <p:nvPr/>
          </p:nvSpPr>
          <p:spPr>
            <a:xfrm>
              <a:off x="8431181" y="24292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9" name="pt51219"/>
            <p:cNvSpPr/>
            <p:nvPr/>
          </p:nvSpPr>
          <p:spPr>
            <a:xfrm>
              <a:off x="9031610" y="18590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0" name="pt51220"/>
            <p:cNvSpPr/>
            <p:nvPr/>
          </p:nvSpPr>
          <p:spPr>
            <a:xfrm>
              <a:off x="8878122" y="21114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1" name="pt51221"/>
            <p:cNvSpPr/>
            <p:nvPr/>
          </p:nvSpPr>
          <p:spPr>
            <a:xfrm>
              <a:off x="8890393" y="20383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2" name="pt51222"/>
            <p:cNvSpPr/>
            <p:nvPr/>
          </p:nvSpPr>
          <p:spPr>
            <a:xfrm>
              <a:off x="8899053" y="21708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3" name="pt51223"/>
            <p:cNvSpPr/>
            <p:nvPr/>
          </p:nvSpPr>
          <p:spPr>
            <a:xfrm>
              <a:off x="8887406" y="19664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4" name="pt51224"/>
            <p:cNvSpPr/>
            <p:nvPr/>
          </p:nvSpPr>
          <p:spPr>
            <a:xfrm>
              <a:off x="8822239" y="22587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5" name="pt51225"/>
            <p:cNvSpPr/>
            <p:nvPr/>
          </p:nvSpPr>
          <p:spPr>
            <a:xfrm>
              <a:off x="8500809" y="25176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6" name="pt51226"/>
            <p:cNvSpPr/>
            <p:nvPr/>
          </p:nvSpPr>
          <p:spPr>
            <a:xfrm>
              <a:off x="8312152" y="24865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7" name="pt51227"/>
            <p:cNvSpPr/>
            <p:nvPr/>
          </p:nvSpPr>
          <p:spPr>
            <a:xfrm>
              <a:off x="8658156" y="25669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8" name="pt51228"/>
            <p:cNvSpPr/>
            <p:nvPr/>
          </p:nvSpPr>
          <p:spPr>
            <a:xfrm>
              <a:off x="8469500" y="22584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9" name="pt51229"/>
            <p:cNvSpPr/>
            <p:nvPr/>
          </p:nvSpPr>
          <p:spPr>
            <a:xfrm>
              <a:off x="9242219" y="19841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0" name="pt51230"/>
            <p:cNvSpPr/>
            <p:nvPr/>
          </p:nvSpPr>
          <p:spPr>
            <a:xfrm>
              <a:off x="8570436" y="24548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1" name="pt51231"/>
            <p:cNvSpPr/>
            <p:nvPr/>
          </p:nvSpPr>
          <p:spPr>
            <a:xfrm>
              <a:off x="9350622" y="20526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2" name="pt51232"/>
            <p:cNvSpPr/>
            <p:nvPr/>
          </p:nvSpPr>
          <p:spPr>
            <a:xfrm>
              <a:off x="8941268" y="19188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3" name="pt51233"/>
            <p:cNvSpPr/>
            <p:nvPr/>
          </p:nvSpPr>
          <p:spPr>
            <a:xfrm>
              <a:off x="8312152" y="26119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4" name="pt51234"/>
            <p:cNvSpPr/>
            <p:nvPr/>
          </p:nvSpPr>
          <p:spPr>
            <a:xfrm>
              <a:off x="9584728" y="20863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5" name="pt51235"/>
            <p:cNvSpPr/>
            <p:nvPr/>
          </p:nvSpPr>
          <p:spPr>
            <a:xfrm>
              <a:off x="9485353" y="22948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6" name="pt51236"/>
            <p:cNvSpPr/>
            <p:nvPr/>
          </p:nvSpPr>
          <p:spPr>
            <a:xfrm>
              <a:off x="8899053" y="23135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7" name="pt51237"/>
            <p:cNvSpPr/>
            <p:nvPr/>
          </p:nvSpPr>
          <p:spPr>
            <a:xfrm>
              <a:off x="8777185" y="22130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8" name="pt51238"/>
            <p:cNvSpPr/>
            <p:nvPr/>
          </p:nvSpPr>
          <p:spPr>
            <a:xfrm>
              <a:off x="8619838" y="23380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9" name="pt51239"/>
            <p:cNvSpPr/>
            <p:nvPr/>
          </p:nvSpPr>
          <p:spPr>
            <a:xfrm>
              <a:off x="9237969" y="19220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0" name="pt51240"/>
            <p:cNvSpPr/>
            <p:nvPr/>
          </p:nvSpPr>
          <p:spPr>
            <a:xfrm>
              <a:off x="8469500" y="23205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1" name="pt51241"/>
            <p:cNvSpPr/>
            <p:nvPr/>
          </p:nvSpPr>
          <p:spPr>
            <a:xfrm>
              <a:off x="9668168" y="2553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2" name="pt51242"/>
            <p:cNvSpPr/>
            <p:nvPr/>
          </p:nvSpPr>
          <p:spPr>
            <a:xfrm>
              <a:off x="8878122" y="21641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3" name="pt51243"/>
            <p:cNvSpPr/>
            <p:nvPr/>
          </p:nvSpPr>
          <p:spPr>
            <a:xfrm>
              <a:off x="8738867" y="22435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4" name="pt51244"/>
            <p:cNvSpPr/>
            <p:nvPr/>
          </p:nvSpPr>
          <p:spPr>
            <a:xfrm>
              <a:off x="8922686" y="20242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5" name="pt51245"/>
            <p:cNvSpPr/>
            <p:nvPr/>
          </p:nvSpPr>
          <p:spPr>
            <a:xfrm>
              <a:off x="8941268" y="20621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6" name="pt51246"/>
            <p:cNvSpPr/>
            <p:nvPr/>
          </p:nvSpPr>
          <p:spPr>
            <a:xfrm>
              <a:off x="8431181" y="25990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7" name="pt51247"/>
            <p:cNvSpPr/>
            <p:nvPr/>
          </p:nvSpPr>
          <p:spPr>
            <a:xfrm>
              <a:off x="9322929" y="21247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8" name="pt51248"/>
            <p:cNvSpPr/>
            <p:nvPr/>
          </p:nvSpPr>
          <p:spPr>
            <a:xfrm>
              <a:off x="8731558" y="23586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9" name="pt51249"/>
            <p:cNvSpPr/>
            <p:nvPr/>
          </p:nvSpPr>
          <p:spPr>
            <a:xfrm>
              <a:off x="8715936" y="22734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0" name="pt51250"/>
            <p:cNvSpPr/>
            <p:nvPr/>
          </p:nvSpPr>
          <p:spPr>
            <a:xfrm>
              <a:off x="8619838" y="23348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1" name="pt51251"/>
            <p:cNvSpPr/>
            <p:nvPr/>
          </p:nvSpPr>
          <p:spPr>
            <a:xfrm>
              <a:off x="9010896" y="17344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2" name="pt51252"/>
            <p:cNvSpPr/>
            <p:nvPr/>
          </p:nvSpPr>
          <p:spPr>
            <a:xfrm>
              <a:off x="8469500" y="22128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3" name="pt51253"/>
            <p:cNvSpPr/>
            <p:nvPr/>
          </p:nvSpPr>
          <p:spPr>
            <a:xfrm>
              <a:off x="8646309" y="24021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4" name="pt51254"/>
            <p:cNvSpPr/>
            <p:nvPr/>
          </p:nvSpPr>
          <p:spPr>
            <a:xfrm>
              <a:off x="9187390" y="22443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5" name="pt51255"/>
            <p:cNvSpPr/>
            <p:nvPr/>
          </p:nvSpPr>
          <p:spPr>
            <a:xfrm>
              <a:off x="8312152" y="2544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6" name="pt51256"/>
            <p:cNvSpPr/>
            <p:nvPr/>
          </p:nvSpPr>
          <p:spPr>
            <a:xfrm>
              <a:off x="9035469" y="1806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7" name="pt51257"/>
            <p:cNvSpPr/>
            <p:nvPr/>
          </p:nvSpPr>
          <p:spPr>
            <a:xfrm>
              <a:off x="9010896" y="17687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8" name="pt51258"/>
            <p:cNvSpPr/>
            <p:nvPr/>
          </p:nvSpPr>
          <p:spPr>
            <a:xfrm>
              <a:off x="8738867" y="20144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9" name="pt51259"/>
            <p:cNvSpPr/>
            <p:nvPr/>
          </p:nvSpPr>
          <p:spPr>
            <a:xfrm>
              <a:off x="8469500" y="2279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0" name="pt51260"/>
            <p:cNvSpPr/>
            <p:nvPr/>
          </p:nvSpPr>
          <p:spPr>
            <a:xfrm>
              <a:off x="9050093" y="21408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1" name="pt51261"/>
            <p:cNvSpPr/>
            <p:nvPr/>
          </p:nvSpPr>
          <p:spPr>
            <a:xfrm>
              <a:off x="9259278" y="20866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2" name="pt51262"/>
            <p:cNvSpPr/>
            <p:nvPr/>
          </p:nvSpPr>
          <p:spPr>
            <a:xfrm>
              <a:off x="9090502" y="18301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3" name="pt51263"/>
            <p:cNvSpPr/>
            <p:nvPr/>
          </p:nvSpPr>
          <p:spPr>
            <a:xfrm>
              <a:off x="8765338" y="20621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4" name="pt51264"/>
            <p:cNvSpPr/>
            <p:nvPr/>
          </p:nvSpPr>
          <p:spPr>
            <a:xfrm>
              <a:off x="8731558" y="2385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5" name="pt51265"/>
            <p:cNvSpPr/>
            <p:nvPr/>
          </p:nvSpPr>
          <p:spPr>
            <a:xfrm>
              <a:off x="9052414" y="20219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6" name="pt51266"/>
            <p:cNvSpPr/>
            <p:nvPr/>
          </p:nvSpPr>
          <p:spPr>
            <a:xfrm>
              <a:off x="8745877" y="21603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7" name="pt51267"/>
            <p:cNvSpPr/>
            <p:nvPr/>
          </p:nvSpPr>
          <p:spPr>
            <a:xfrm>
              <a:off x="9185276" y="22415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8" name="pt51268"/>
            <p:cNvSpPr/>
            <p:nvPr/>
          </p:nvSpPr>
          <p:spPr>
            <a:xfrm>
              <a:off x="9715521" y="22764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9" name="pt51269"/>
            <p:cNvSpPr/>
            <p:nvPr/>
          </p:nvSpPr>
          <p:spPr>
            <a:xfrm>
              <a:off x="8312152" y="24465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0" name="pt51270"/>
            <p:cNvSpPr/>
            <p:nvPr/>
          </p:nvSpPr>
          <p:spPr>
            <a:xfrm>
              <a:off x="9259278" y="20378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1" name="pt51271"/>
            <p:cNvSpPr/>
            <p:nvPr/>
          </p:nvSpPr>
          <p:spPr>
            <a:xfrm>
              <a:off x="8689465" y="23848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2" name="pt51272"/>
            <p:cNvSpPr/>
            <p:nvPr/>
          </p:nvSpPr>
          <p:spPr>
            <a:xfrm>
              <a:off x="8500809" y="26575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3" name="pt51273"/>
            <p:cNvSpPr/>
            <p:nvPr/>
          </p:nvSpPr>
          <p:spPr>
            <a:xfrm>
              <a:off x="9111342" y="20213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4" name="pt51274"/>
            <p:cNvSpPr/>
            <p:nvPr/>
          </p:nvSpPr>
          <p:spPr>
            <a:xfrm>
              <a:off x="9594370" y="21657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5" name="pt51275"/>
            <p:cNvSpPr/>
            <p:nvPr/>
          </p:nvSpPr>
          <p:spPr>
            <a:xfrm>
              <a:off x="9184210" y="21870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6" name="pt51276"/>
            <p:cNvSpPr/>
            <p:nvPr/>
          </p:nvSpPr>
          <p:spPr>
            <a:xfrm>
              <a:off x="8312152" y="25331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7" name="pt51277"/>
            <p:cNvSpPr/>
            <p:nvPr/>
          </p:nvSpPr>
          <p:spPr>
            <a:xfrm>
              <a:off x="8782816" y="22254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8" name="pt51278"/>
            <p:cNvSpPr/>
            <p:nvPr/>
          </p:nvSpPr>
          <p:spPr>
            <a:xfrm>
              <a:off x="9054703" y="20785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9" name="pt51279"/>
            <p:cNvSpPr/>
            <p:nvPr/>
          </p:nvSpPr>
          <p:spPr>
            <a:xfrm>
              <a:off x="8920215" y="21102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0" name="pt51280"/>
            <p:cNvSpPr/>
            <p:nvPr/>
          </p:nvSpPr>
          <p:spPr>
            <a:xfrm>
              <a:off x="9068885" y="16894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1" name="pt51281"/>
            <p:cNvSpPr/>
            <p:nvPr/>
          </p:nvSpPr>
          <p:spPr>
            <a:xfrm>
              <a:off x="9231999" y="19929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2" name="pt51282"/>
            <p:cNvSpPr/>
            <p:nvPr/>
          </p:nvSpPr>
          <p:spPr>
            <a:xfrm>
              <a:off x="9207674" y="18244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3" name="pt51283"/>
            <p:cNvSpPr/>
            <p:nvPr/>
          </p:nvSpPr>
          <p:spPr>
            <a:xfrm>
              <a:off x="8698750" y="23708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4" name="pt51284"/>
            <p:cNvSpPr/>
            <p:nvPr/>
          </p:nvSpPr>
          <p:spPr>
            <a:xfrm>
              <a:off x="9068885" y="20919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5" name="pt51285"/>
            <p:cNvSpPr/>
            <p:nvPr/>
          </p:nvSpPr>
          <p:spPr>
            <a:xfrm>
              <a:off x="8312152" y="25432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6" name="pt51286"/>
            <p:cNvSpPr/>
            <p:nvPr/>
          </p:nvSpPr>
          <p:spPr>
            <a:xfrm>
              <a:off x="9179876" y="18574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7" name="pt51287"/>
            <p:cNvSpPr/>
            <p:nvPr/>
          </p:nvSpPr>
          <p:spPr>
            <a:xfrm>
              <a:off x="8633583" y="2157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8" name="pt51288"/>
            <p:cNvSpPr/>
            <p:nvPr/>
          </p:nvSpPr>
          <p:spPr>
            <a:xfrm>
              <a:off x="9010896" y="17868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9" name="pt51289"/>
            <p:cNvSpPr/>
            <p:nvPr/>
          </p:nvSpPr>
          <p:spPr>
            <a:xfrm>
              <a:off x="8312152" y="24228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0" name="pt51290"/>
            <p:cNvSpPr/>
            <p:nvPr/>
          </p:nvSpPr>
          <p:spPr>
            <a:xfrm>
              <a:off x="8604896" y="22548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1" name="pt51291"/>
            <p:cNvSpPr/>
            <p:nvPr/>
          </p:nvSpPr>
          <p:spPr>
            <a:xfrm>
              <a:off x="8731558" y="23671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2" name="pt51292"/>
            <p:cNvSpPr/>
            <p:nvPr/>
          </p:nvSpPr>
          <p:spPr>
            <a:xfrm>
              <a:off x="9102103" y="23160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3" name="pt51293"/>
            <p:cNvSpPr/>
            <p:nvPr/>
          </p:nvSpPr>
          <p:spPr>
            <a:xfrm>
              <a:off x="8679650" y="24391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4" name="pt51294"/>
            <p:cNvSpPr/>
            <p:nvPr/>
          </p:nvSpPr>
          <p:spPr>
            <a:xfrm>
              <a:off x="9187390" y="22635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5" name="pt51295"/>
            <p:cNvSpPr/>
            <p:nvPr/>
          </p:nvSpPr>
          <p:spPr>
            <a:xfrm>
              <a:off x="9030305" y="17204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6" name="pt51296"/>
            <p:cNvSpPr/>
            <p:nvPr/>
          </p:nvSpPr>
          <p:spPr>
            <a:xfrm>
              <a:off x="8868306" y="21583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7" name="pt51297"/>
            <p:cNvSpPr/>
            <p:nvPr/>
          </p:nvSpPr>
          <p:spPr>
            <a:xfrm>
              <a:off x="8500809" y="24684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8" name="pt51298"/>
            <p:cNvSpPr/>
            <p:nvPr/>
          </p:nvSpPr>
          <p:spPr>
            <a:xfrm>
              <a:off x="8782816" y="21334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9" name="pt51299"/>
            <p:cNvSpPr/>
            <p:nvPr/>
          </p:nvSpPr>
          <p:spPr>
            <a:xfrm>
              <a:off x="8771364" y="21777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0" name="pt51300"/>
            <p:cNvSpPr/>
            <p:nvPr/>
          </p:nvSpPr>
          <p:spPr>
            <a:xfrm>
              <a:off x="8312152" y="21455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1" name="pt51301"/>
            <p:cNvSpPr/>
            <p:nvPr/>
          </p:nvSpPr>
          <p:spPr>
            <a:xfrm>
              <a:off x="8381780" y="20969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2" name="pt51302"/>
            <p:cNvSpPr/>
            <p:nvPr/>
          </p:nvSpPr>
          <p:spPr>
            <a:xfrm>
              <a:off x="9030305" y="18803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3" name="pt51303"/>
            <p:cNvSpPr/>
            <p:nvPr/>
          </p:nvSpPr>
          <p:spPr>
            <a:xfrm>
              <a:off x="9230780" y="20892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4" name="pt51304"/>
            <p:cNvSpPr/>
            <p:nvPr/>
          </p:nvSpPr>
          <p:spPr>
            <a:xfrm>
              <a:off x="9187914" y="21897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5" name="pt51305"/>
            <p:cNvSpPr/>
            <p:nvPr/>
          </p:nvSpPr>
          <p:spPr>
            <a:xfrm>
              <a:off x="9573129" y="20239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6" name="pt51306"/>
            <p:cNvSpPr/>
            <p:nvPr/>
          </p:nvSpPr>
          <p:spPr>
            <a:xfrm>
              <a:off x="8707558" y="22297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7" name="pt51307"/>
            <p:cNvSpPr/>
            <p:nvPr/>
          </p:nvSpPr>
          <p:spPr>
            <a:xfrm>
              <a:off x="9034193" y="17979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8" name="pt51308"/>
            <p:cNvSpPr/>
            <p:nvPr/>
          </p:nvSpPr>
          <p:spPr>
            <a:xfrm>
              <a:off x="9206269" y="18064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9" name="pt51309"/>
            <p:cNvSpPr/>
            <p:nvPr/>
          </p:nvSpPr>
          <p:spPr>
            <a:xfrm>
              <a:off x="8312152" y="23875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0" name="pt51310"/>
            <p:cNvSpPr/>
            <p:nvPr/>
          </p:nvSpPr>
          <p:spPr>
            <a:xfrm>
              <a:off x="9237969" y="19825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1" name="pt51311"/>
            <p:cNvSpPr/>
            <p:nvPr/>
          </p:nvSpPr>
          <p:spPr>
            <a:xfrm>
              <a:off x="9010896" y="17904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2" name="pt51312"/>
            <p:cNvSpPr/>
            <p:nvPr/>
          </p:nvSpPr>
          <p:spPr>
            <a:xfrm>
              <a:off x="8381780" y="25759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3" name="pt51313"/>
            <p:cNvSpPr/>
            <p:nvPr/>
          </p:nvSpPr>
          <p:spPr>
            <a:xfrm>
              <a:off x="9044150" y="1795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4" name="pt51314"/>
            <p:cNvSpPr/>
            <p:nvPr/>
          </p:nvSpPr>
          <p:spPr>
            <a:xfrm>
              <a:off x="9135698" y="20804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5" name="pt51315"/>
            <p:cNvSpPr/>
            <p:nvPr/>
          </p:nvSpPr>
          <p:spPr>
            <a:xfrm>
              <a:off x="8738867" y="23476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6" name="pt51316"/>
            <p:cNvSpPr/>
            <p:nvPr/>
          </p:nvSpPr>
          <p:spPr>
            <a:xfrm>
              <a:off x="8312152" y="23665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7" name="pt51317"/>
            <p:cNvSpPr/>
            <p:nvPr/>
          </p:nvSpPr>
          <p:spPr>
            <a:xfrm>
              <a:off x="9434026" y="1848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8" name="pt51318"/>
            <p:cNvSpPr/>
            <p:nvPr/>
          </p:nvSpPr>
          <p:spPr>
            <a:xfrm>
              <a:off x="8723925" y="23403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9" name="pt51319"/>
            <p:cNvSpPr/>
            <p:nvPr/>
          </p:nvSpPr>
          <p:spPr>
            <a:xfrm>
              <a:off x="9193072" y="22428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0" name="pt51320"/>
            <p:cNvSpPr/>
            <p:nvPr/>
          </p:nvSpPr>
          <p:spPr>
            <a:xfrm>
              <a:off x="8469500" y="24564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1" name="pt51321"/>
            <p:cNvSpPr/>
            <p:nvPr/>
          </p:nvSpPr>
          <p:spPr>
            <a:xfrm>
              <a:off x="8861436" y="19289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2" name="pt51322"/>
            <p:cNvSpPr/>
            <p:nvPr/>
          </p:nvSpPr>
          <p:spPr>
            <a:xfrm>
              <a:off x="8500809" y="28561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3" name="pt51323"/>
            <p:cNvSpPr/>
            <p:nvPr/>
          </p:nvSpPr>
          <p:spPr>
            <a:xfrm>
              <a:off x="9068885" y="19372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4" name="pt51324"/>
            <p:cNvSpPr/>
            <p:nvPr/>
          </p:nvSpPr>
          <p:spPr>
            <a:xfrm>
              <a:off x="8932228" y="18519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5" name="pt51325"/>
            <p:cNvSpPr/>
            <p:nvPr/>
          </p:nvSpPr>
          <p:spPr>
            <a:xfrm>
              <a:off x="8868306" y="21963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6" name="pt51326"/>
            <p:cNvSpPr/>
            <p:nvPr/>
          </p:nvSpPr>
          <p:spPr>
            <a:xfrm>
              <a:off x="8846813" y="21645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7" name="pt51327"/>
            <p:cNvSpPr/>
            <p:nvPr/>
          </p:nvSpPr>
          <p:spPr>
            <a:xfrm>
              <a:off x="9874745" y="26200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8" name="pt51328"/>
            <p:cNvSpPr/>
            <p:nvPr/>
          </p:nvSpPr>
          <p:spPr>
            <a:xfrm>
              <a:off x="8469500" y="24604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9" name="pt51329"/>
            <p:cNvSpPr/>
            <p:nvPr/>
          </p:nvSpPr>
          <p:spPr>
            <a:xfrm>
              <a:off x="9054703" y="2027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0" name="pt51330"/>
            <p:cNvSpPr/>
            <p:nvPr/>
          </p:nvSpPr>
          <p:spPr>
            <a:xfrm>
              <a:off x="9557615" y="20657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1" name="pt51331"/>
            <p:cNvSpPr/>
            <p:nvPr/>
          </p:nvSpPr>
          <p:spPr>
            <a:xfrm>
              <a:off x="8604896" y="24124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2" name="pt51332"/>
            <p:cNvSpPr/>
            <p:nvPr/>
          </p:nvSpPr>
          <p:spPr>
            <a:xfrm>
              <a:off x="8588529" y="23409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3" name="pt51333"/>
            <p:cNvSpPr/>
            <p:nvPr/>
          </p:nvSpPr>
          <p:spPr>
            <a:xfrm>
              <a:off x="8312152" y="24401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4" name="pt51334"/>
            <p:cNvSpPr/>
            <p:nvPr/>
          </p:nvSpPr>
          <p:spPr>
            <a:xfrm>
              <a:off x="9199552" y="18079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5" name="pt51335"/>
            <p:cNvSpPr/>
            <p:nvPr/>
          </p:nvSpPr>
          <p:spPr>
            <a:xfrm>
              <a:off x="8987335" y="19943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6" name="pt51336"/>
            <p:cNvSpPr/>
            <p:nvPr/>
          </p:nvSpPr>
          <p:spPr>
            <a:xfrm>
              <a:off x="9218961" y="20282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7" name="pt51337"/>
            <p:cNvSpPr/>
            <p:nvPr/>
          </p:nvSpPr>
          <p:spPr>
            <a:xfrm>
              <a:off x="9668168" y="27944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8" name="pt51338"/>
            <p:cNvSpPr/>
            <p:nvPr/>
          </p:nvSpPr>
          <p:spPr>
            <a:xfrm>
              <a:off x="8929892" y="18936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9" name="pt51339"/>
            <p:cNvSpPr/>
            <p:nvPr/>
          </p:nvSpPr>
          <p:spPr>
            <a:xfrm>
              <a:off x="8431181" y="24380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0" name="pt51340"/>
            <p:cNvSpPr/>
            <p:nvPr/>
          </p:nvSpPr>
          <p:spPr>
            <a:xfrm>
              <a:off x="9356998" y="18992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1" name="pt51341"/>
            <p:cNvSpPr/>
            <p:nvPr/>
          </p:nvSpPr>
          <p:spPr>
            <a:xfrm>
              <a:off x="8500809" y="25403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2" name="pt51342"/>
            <p:cNvSpPr/>
            <p:nvPr/>
          </p:nvSpPr>
          <p:spPr>
            <a:xfrm>
              <a:off x="8817779" y="23501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3" name="pt51343"/>
            <p:cNvSpPr/>
            <p:nvPr/>
          </p:nvSpPr>
          <p:spPr>
            <a:xfrm>
              <a:off x="8500809" y="24574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4" name="pt51344"/>
            <p:cNvSpPr/>
            <p:nvPr/>
          </p:nvSpPr>
          <p:spPr>
            <a:xfrm>
              <a:off x="9308507" y="20806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5" name="pt51345"/>
            <p:cNvSpPr/>
            <p:nvPr/>
          </p:nvSpPr>
          <p:spPr>
            <a:xfrm>
              <a:off x="8965842" y="2219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6" name="pt51346"/>
            <p:cNvSpPr/>
            <p:nvPr/>
          </p:nvSpPr>
          <p:spPr>
            <a:xfrm>
              <a:off x="9111342" y="20357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7" name="pt51347"/>
            <p:cNvSpPr/>
            <p:nvPr/>
          </p:nvSpPr>
          <p:spPr>
            <a:xfrm>
              <a:off x="8899053" y="22255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8" name="pt51348"/>
            <p:cNvSpPr/>
            <p:nvPr/>
          </p:nvSpPr>
          <p:spPr>
            <a:xfrm>
              <a:off x="9102103" y="21834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9" name="pt51349"/>
            <p:cNvSpPr/>
            <p:nvPr/>
          </p:nvSpPr>
          <p:spPr>
            <a:xfrm>
              <a:off x="8857896" y="1870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0" name="pt51350"/>
            <p:cNvSpPr/>
            <p:nvPr/>
          </p:nvSpPr>
          <p:spPr>
            <a:xfrm>
              <a:off x="8777185" y="22712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1" name="pt51351"/>
            <p:cNvSpPr/>
            <p:nvPr/>
          </p:nvSpPr>
          <p:spPr>
            <a:xfrm>
              <a:off x="9308507" y="22641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2" name="pt51352"/>
            <p:cNvSpPr/>
            <p:nvPr/>
          </p:nvSpPr>
          <p:spPr>
            <a:xfrm>
              <a:off x="9413347" y="19514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3" name="pt51353"/>
            <p:cNvSpPr/>
            <p:nvPr/>
          </p:nvSpPr>
          <p:spPr>
            <a:xfrm>
              <a:off x="8738867" y="21712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4" name="pt51354"/>
            <p:cNvSpPr/>
            <p:nvPr/>
          </p:nvSpPr>
          <p:spPr>
            <a:xfrm>
              <a:off x="8941268" y="19746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5" name="pt51355"/>
            <p:cNvSpPr/>
            <p:nvPr/>
          </p:nvSpPr>
          <p:spPr>
            <a:xfrm>
              <a:off x="8570436" y="25058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6" name="pt51356"/>
            <p:cNvSpPr/>
            <p:nvPr/>
          </p:nvSpPr>
          <p:spPr>
            <a:xfrm>
              <a:off x="8956027" y="21390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7" name="pt51357"/>
            <p:cNvSpPr/>
            <p:nvPr/>
          </p:nvSpPr>
          <p:spPr>
            <a:xfrm>
              <a:off x="8633583" y="21302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8" name="pt51358"/>
            <p:cNvSpPr/>
            <p:nvPr/>
          </p:nvSpPr>
          <p:spPr>
            <a:xfrm>
              <a:off x="8312152" y="21452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9" name="pt51359"/>
            <p:cNvSpPr/>
            <p:nvPr/>
          </p:nvSpPr>
          <p:spPr>
            <a:xfrm>
              <a:off x="9668168" y="26041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0" name="pt51360"/>
            <p:cNvSpPr/>
            <p:nvPr/>
          </p:nvSpPr>
          <p:spPr>
            <a:xfrm>
              <a:off x="8689465" y="25294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1" name="pt51361"/>
            <p:cNvSpPr/>
            <p:nvPr/>
          </p:nvSpPr>
          <p:spPr>
            <a:xfrm>
              <a:off x="9110522" y="21590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2" name="pt51362"/>
            <p:cNvSpPr/>
            <p:nvPr/>
          </p:nvSpPr>
          <p:spPr>
            <a:xfrm>
              <a:off x="9044150" y="17324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3" name="pt51363"/>
            <p:cNvSpPr/>
            <p:nvPr/>
          </p:nvSpPr>
          <p:spPr>
            <a:xfrm>
              <a:off x="8633583" y="24168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4" name="pt51364"/>
            <p:cNvSpPr/>
            <p:nvPr/>
          </p:nvSpPr>
          <p:spPr>
            <a:xfrm>
              <a:off x="8381780" y="21530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5" name="pt51365"/>
            <p:cNvSpPr/>
            <p:nvPr/>
          </p:nvSpPr>
          <p:spPr>
            <a:xfrm>
              <a:off x="8798679" y="21190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6" name="pt51366"/>
            <p:cNvSpPr/>
            <p:nvPr/>
          </p:nvSpPr>
          <p:spPr>
            <a:xfrm>
              <a:off x="8381780" y="25443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7" name="pt51367"/>
            <p:cNvSpPr/>
            <p:nvPr/>
          </p:nvSpPr>
          <p:spPr>
            <a:xfrm>
              <a:off x="8312152" y="23841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8" name="pt51368"/>
            <p:cNvSpPr/>
            <p:nvPr/>
          </p:nvSpPr>
          <p:spPr>
            <a:xfrm>
              <a:off x="9324827" y="21247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9" name="pt51369"/>
            <p:cNvSpPr/>
            <p:nvPr/>
          </p:nvSpPr>
          <p:spPr>
            <a:xfrm>
              <a:off x="8765338" y="20632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0" name="pt51370"/>
            <p:cNvSpPr/>
            <p:nvPr/>
          </p:nvSpPr>
          <p:spPr>
            <a:xfrm>
              <a:off x="9382741" y="20797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1" name="pt51371"/>
            <p:cNvSpPr/>
            <p:nvPr/>
          </p:nvSpPr>
          <p:spPr>
            <a:xfrm>
              <a:off x="9115383" y="20587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2" name="pt51372"/>
            <p:cNvSpPr/>
            <p:nvPr/>
          </p:nvSpPr>
          <p:spPr>
            <a:xfrm>
              <a:off x="9067835" y="18124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3" name="pt51373"/>
            <p:cNvSpPr/>
            <p:nvPr/>
          </p:nvSpPr>
          <p:spPr>
            <a:xfrm>
              <a:off x="9636399" y="20197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4" name="pt51374"/>
            <p:cNvSpPr/>
            <p:nvPr/>
          </p:nvSpPr>
          <p:spPr>
            <a:xfrm>
              <a:off x="9037995" y="17190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5" name="pt51375"/>
            <p:cNvSpPr/>
            <p:nvPr/>
          </p:nvSpPr>
          <p:spPr>
            <a:xfrm>
              <a:off x="8834965" y="20412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6" name="pt51376"/>
            <p:cNvSpPr/>
            <p:nvPr/>
          </p:nvSpPr>
          <p:spPr>
            <a:xfrm>
              <a:off x="8679650" y="24077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7" name="pt51377"/>
            <p:cNvSpPr/>
            <p:nvPr/>
          </p:nvSpPr>
          <p:spPr>
            <a:xfrm>
              <a:off x="8929892" y="18415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8" name="pt51378"/>
            <p:cNvSpPr/>
            <p:nvPr/>
          </p:nvSpPr>
          <p:spPr>
            <a:xfrm>
              <a:off x="8920215" y="21096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9" name="pt51379"/>
            <p:cNvSpPr/>
            <p:nvPr/>
          </p:nvSpPr>
          <p:spPr>
            <a:xfrm>
              <a:off x="8759093" y="21566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0" name="pt51380"/>
            <p:cNvSpPr/>
            <p:nvPr/>
          </p:nvSpPr>
          <p:spPr>
            <a:xfrm>
              <a:off x="8798679" y="22332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1" name="pt51381"/>
            <p:cNvSpPr/>
            <p:nvPr/>
          </p:nvSpPr>
          <p:spPr>
            <a:xfrm>
              <a:off x="9294459" y="1951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2" name="pt51382"/>
            <p:cNvSpPr/>
            <p:nvPr/>
          </p:nvSpPr>
          <p:spPr>
            <a:xfrm>
              <a:off x="8745877" y="20877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3" name="pt51383"/>
            <p:cNvSpPr/>
            <p:nvPr/>
          </p:nvSpPr>
          <p:spPr>
            <a:xfrm>
              <a:off x="8312152" y="24053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4" name="pt51384"/>
            <p:cNvSpPr/>
            <p:nvPr/>
          </p:nvSpPr>
          <p:spPr>
            <a:xfrm>
              <a:off x="9321732" y="21902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5" name="pt51385"/>
            <p:cNvSpPr/>
            <p:nvPr/>
          </p:nvSpPr>
          <p:spPr>
            <a:xfrm>
              <a:off x="9324827" y="20625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6" name="pt51386"/>
            <p:cNvSpPr/>
            <p:nvPr/>
          </p:nvSpPr>
          <p:spPr>
            <a:xfrm>
              <a:off x="9252225" y="19461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7" name="pt51387"/>
            <p:cNvSpPr/>
            <p:nvPr/>
          </p:nvSpPr>
          <p:spPr>
            <a:xfrm>
              <a:off x="9828342" y="24063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8" name="pt51388"/>
            <p:cNvSpPr/>
            <p:nvPr/>
          </p:nvSpPr>
          <p:spPr>
            <a:xfrm>
              <a:off x="8969616" y="22647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9" name="pt51389"/>
            <p:cNvSpPr/>
            <p:nvPr/>
          </p:nvSpPr>
          <p:spPr>
            <a:xfrm>
              <a:off x="9124709" y="20614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0" name="pt51390"/>
            <p:cNvSpPr/>
            <p:nvPr/>
          </p:nvSpPr>
          <p:spPr>
            <a:xfrm>
              <a:off x="8679650" y="24859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1" name="pt51391"/>
            <p:cNvSpPr/>
            <p:nvPr/>
          </p:nvSpPr>
          <p:spPr>
            <a:xfrm>
              <a:off x="9067835" y="1805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2" name="pt51392"/>
            <p:cNvSpPr/>
            <p:nvPr/>
          </p:nvSpPr>
          <p:spPr>
            <a:xfrm>
              <a:off x="9359136" y="20977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3" name="pt51393"/>
            <p:cNvSpPr/>
            <p:nvPr/>
          </p:nvSpPr>
          <p:spPr>
            <a:xfrm>
              <a:off x="8884367" y="20589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4" name="pt51394"/>
            <p:cNvSpPr/>
            <p:nvPr/>
          </p:nvSpPr>
          <p:spPr>
            <a:xfrm>
              <a:off x="8669239" y="21783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5" name="pt51395"/>
            <p:cNvSpPr/>
            <p:nvPr/>
          </p:nvSpPr>
          <p:spPr>
            <a:xfrm>
              <a:off x="8963923" y="22315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6" name="pt51396"/>
            <p:cNvSpPr/>
            <p:nvPr/>
          </p:nvSpPr>
          <p:spPr>
            <a:xfrm>
              <a:off x="9102103" y="21514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7" name="pt51397"/>
            <p:cNvSpPr/>
            <p:nvPr/>
          </p:nvSpPr>
          <p:spPr>
            <a:xfrm>
              <a:off x="8431181" y="23217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8" name="pt51398"/>
            <p:cNvSpPr/>
            <p:nvPr/>
          </p:nvSpPr>
          <p:spPr>
            <a:xfrm>
              <a:off x="9268690" y="19822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9" name="pt51399"/>
            <p:cNvSpPr/>
            <p:nvPr/>
          </p:nvSpPr>
          <p:spPr>
            <a:xfrm>
              <a:off x="9178775" y="19321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0" name="pt51400"/>
            <p:cNvSpPr/>
            <p:nvPr/>
          </p:nvSpPr>
          <p:spPr>
            <a:xfrm>
              <a:off x="8982209" y="20714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1" name="pt51401"/>
            <p:cNvSpPr/>
            <p:nvPr/>
          </p:nvSpPr>
          <p:spPr>
            <a:xfrm>
              <a:off x="8646309" y="24445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2" name="pt51402"/>
            <p:cNvSpPr/>
            <p:nvPr/>
          </p:nvSpPr>
          <p:spPr>
            <a:xfrm>
              <a:off x="9123951" y="2018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3" name="pt51403"/>
            <p:cNvSpPr/>
            <p:nvPr/>
          </p:nvSpPr>
          <p:spPr>
            <a:xfrm>
              <a:off x="9062485" y="18451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4" name="pt51404"/>
            <p:cNvSpPr/>
            <p:nvPr/>
          </p:nvSpPr>
          <p:spPr>
            <a:xfrm>
              <a:off x="9780637" y="26191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5" name="pt51405"/>
            <p:cNvSpPr/>
            <p:nvPr/>
          </p:nvSpPr>
          <p:spPr>
            <a:xfrm>
              <a:off x="8777185" y="22337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6" name="pt51406"/>
            <p:cNvSpPr/>
            <p:nvPr/>
          </p:nvSpPr>
          <p:spPr>
            <a:xfrm>
              <a:off x="8759093" y="20451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7" name="pt51407"/>
            <p:cNvSpPr/>
            <p:nvPr/>
          </p:nvSpPr>
          <p:spPr>
            <a:xfrm>
              <a:off x="8920215" y="21292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8" name="pt51408"/>
            <p:cNvSpPr/>
            <p:nvPr/>
          </p:nvSpPr>
          <p:spPr>
            <a:xfrm>
              <a:off x="8619838" y="22588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9" name="pt51409"/>
            <p:cNvSpPr/>
            <p:nvPr/>
          </p:nvSpPr>
          <p:spPr>
            <a:xfrm>
              <a:off x="8887406" y="15937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0" name="pt51410"/>
            <p:cNvSpPr/>
            <p:nvPr/>
          </p:nvSpPr>
          <p:spPr>
            <a:xfrm>
              <a:off x="8738867" y="21286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1" name="pt51411"/>
            <p:cNvSpPr/>
            <p:nvPr/>
          </p:nvSpPr>
          <p:spPr>
            <a:xfrm>
              <a:off x="8707558" y="22994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2" name="pt51412"/>
            <p:cNvSpPr/>
            <p:nvPr/>
          </p:nvSpPr>
          <p:spPr>
            <a:xfrm>
              <a:off x="9436506" y="22515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3" name="pt51413"/>
            <p:cNvSpPr/>
            <p:nvPr/>
          </p:nvSpPr>
          <p:spPr>
            <a:xfrm>
              <a:off x="9184210" y="24577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4" name="pt51414"/>
            <p:cNvSpPr/>
            <p:nvPr/>
          </p:nvSpPr>
          <p:spPr>
            <a:xfrm>
              <a:off x="9084871" y="19979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5" name="pt51415"/>
            <p:cNvSpPr/>
            <p:nvPr/>
          </p:nvSpPr>
          <p:spPr>
            <a:xfrm>
              <a:off x="9218961" y="20238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6" name="pt51416"/>
            <p:cNvSpPr/>
            <p:nvPr/>
          </p:nvSpPr>
          <p:spPr>
            <a:xfrm>
              <a:off x="8500809" y="26580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7" name="pt51417"/>
            <p:cNvSpPr/>
            <p:nvPr/>
          </p:nvSpPr>
          <p:spPr>
            <a:xfrm>
              <a:off x="9181514" y="22684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8" name="pt51418"/>
            <p:cNvSpPr/>
            <p:nvPr/>
          </p:nvSpPr>
          <p:spPr>
            <a:xfrm>
              <a:off x="8830827" y="19053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9" name="pt51419"/>
            <p:cNvSpPr/>
            <p:nvPr/>
          </p:nvSpPr>
          <p:spPr>
            <a:xfrm>
              <a:off x="8881273" y="21451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0" name="pt51420"/>
            <p:cNvSpPr/>
            <p:nvPr/>
          </p:nvSpPr>
          <p:spPr>
            <a:xfrm>
              <a:off x="8500809" y="2618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1" name="pt51421"/>
            <p:cNvSpPr/>
            <p:nvPr/>
          </p:nvSpPr>
          <p:spPr>
            <a:xfrm>
              <a:off x="8884367" y="1997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2" name="pt51422"/>
            <p:cNvSpPr/>
            <p:nvPr/>
          </p:nvSpPr>
          <p:spPr>
            <a:xfrm>
              <a:off x="9001856" y="20686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3" name="pt51423"/>
            <p:cNvSpPr/>
            <p:nvPr/>
          </p:nvSpPr>
          <p:spPr>
            <a:xfrm>
              <a:off x="9434026" y="18540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4" name="pt51424"/>
            <p:cNvSpPr/>
            <p:nvPr/>
          </p:nvSpPr>
          <p:spPr>
            <a:xfrm>
              <a:off x="9206269" y="17775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5" name="pt51425"/>
            <p:cNvSpPr/>
            <p:nvPr/>
          </p:nvSpPr>
          <p:spPr>
            <a:xfrm>
              <a:off x="8312152" y="24144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6" name="pt51426"/>
            <p:cNvSpPr/>
            <p:nvPr/>
          </p:nvSpPr>
          <p:spPr>
            <a:xfrm>
              <a:off x="9421732" y="20779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7" name="pt51427"/>
            <p:cNvSpPr/>
            <p:nvPr/>
          </p:nvSpPr>
          <p:spPr>
            <a:xfrm>
              <a:off x="8980466" y="19995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8" name="pt51428"/>
            <p:cNvSpPr/>
            <p:nvPr/>
          </p:nvSpPr>
          <p:spPr>
            <a:xfrm>
              <a:off x="8765338" y="20162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9" name="pt51429"/>
            <p:cNvSpPr/>
            <p:nvPr/>
          </p:nvSpPr>
          <p:spPr>
            <a:xfrm>
              <a:off x="9079049" y="18786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0" name="pt51430"/>
            <p:cNvSpPr/>
            <p:nvPr/>
          </p:nvSpPr>
          <p:spPr>
            <a:xfrm>
              <a:off x="9557615" y="21623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1" name="pt51431"/>
            <p:cNvSpPr/>
            <p:nvPr/>
          </p:nvSpPr>
          <p:spPr>
            <a:xfrm>
              <a:off x="9226651" y="19969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2" name="pt51432"/>
            <p:cNvSpPr/>
            <p:nvPr/>
          </p:nvSpPr>
          <p:spPr>
            <a:xfrm>
              <a:off x="9226651" y="19719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3" name="pt51433"/>
            <p:cNvSpPr/>
            <p:nvPr/>
          </p:nvSpPr>
          <p:spPr>
            <a:xfrm>
              <a:off x="8431181" y="24515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4" name="pt51434"/>
            <p:cNvSpPr/>
            <p:nvPr/>
          </p:nvSpPr>
          <p:spPr>
            <a:xfrm>
              <a:off x="9213636" y="19838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5" name="pt51435"/>
            <p:cNvSpPr/>
            <p:nvPr/>
          </p:nvSpPr>
          <p:spPr>
            <a:xfrm>
              <a:off x="8570436" y="22321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6" name="pt51436"/>
            <p:cNvSpPr/>
            <p:nvPr/>
          </p:nvSpPr>
          <p:spPr>
            <a:xfrm>
              <a:off x="9044150" y="17373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7" name="pt51437"/>
            <p:cNvSpPr/>
            <p:nvPr/>
          </p:nvSpPr>
          <p:spPr>
            <a:xfrm>
              <a:off x="8500809" y="25906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8" name="pt51438"/>
            <p:cNvSpPr/>
            <p:nvPr/>
          </p:nvSpPr>
          <p:spPr>
            <a:xfrm>
              <a:off x="8312152" y="2316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9" name="pt51439"/>
            <p:cNvSpPr/>
            <p:nvPr/>
          </p:nvSpPr>
          <p:spPr>
            <a:xfrm>
              <a:off x="8381780" y="24293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0" name="pt51440"/>
            <p:cNvSpPr/>
            <p:nvPr/>
          </p:nvSpPr>
          <p:spPr>
            <a:xfrm>
              <a:off x="8861436" y="21384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1" name="pt51441"/>
            <p:cNvSpPr/>
            <p:nvPr/>
          </p:nvSpPr>
          <p:spPr>
            <a:xfrm>
              <a:off x="8971473" y="22033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2" name="pt51442"/>
            <p:cNvSpPr/>
            <p:nvPr/>
          </p:nvSpPr>
          <p:spPr>
            <a:xfrm>
              <a:off x="9096846" y="17300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3" name="pt51443"/>
            <p:cNvSpPr/>
            <p:nvPr/>
          </p:nvSpPr>
          <p:spPr>
            <a:xfrm>
              <a:off x="9027663" y="18848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4" name="pt51444"/>
            <p:cNvSpPr/>
            <p:nvPr/>
          </p:nvSpPr>
          <p:spPr>
            <a:xfrm>
              <a:off x="8469500" y="2465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5" name="pt51445"/>
            <p:cNvSpPr/>
            <p:nvPr/>
          </p:nvSpPr>
          <p:spPr>
            <a:xfrm>
              <a:off x="8813199" y="21024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6" name="pt51446"/>
            <p:cNvSpPr/>
            <p:nvPr/>
          </p:nvSpPr>
          <p:spPr>
            <a:xfrm>
              <a:off x="9576430" y="20043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7" name="pt51447"/>
            <p:cNvSpPr/>
            <p:nvPr/>
          </p:nvSpPr>
          <p:spPr>
            <a:xfrm>
              <a:off x="9126216" y="20481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8" name="pt51448"/>
            <p:cNvSpPr/>
            <p:nvPr/>
          </p:nvSpPr>
          <p:spPr>
            <a:xfrm>
              <a:off x="8817779" y="23036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9" name="pt51449"/>
            <p:cNvSpPr/>
            <p:nvPr/>
          </p:nvSpPr>
          <p:spPr>
            <a:xfrm>
              <a:off x="9286390" y="20083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0" name="pt51450"/>
            <p:cNvSpPr/>
            <p:nvPr/>
          </p:nvSpPr>
          <p:spPr>
            <a:xfrm>
              <a:off x="8963923" y="21969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1" name="pt51451"/>
            <p:cNvSpPr/>
            <p:nvPr/>
          </p:nvSpPr>
          <p:spPr>
            <a:xfrm>
              <a:off x="8830827" y="20152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2" name="pt51452"/>
            <p:cNvSpPr/>
            <p:nvPr/>
          </p:nvSpPr>
          <p:spPr>
            <a:xfrm>
              <a:off x="8834965" y="22172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3" name="pt51453"/>
            <p:cNvSpPr/>
            <p:nvPr/>
          </p:nvSpPr>
          <p:spPr>
            <a:xfrm>
              <a:off x="8723925" y="22792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4" name="pt51454"/>
            <p:cNvSpPr/>
            <p:nvPr/>
          </p:nvSpPr>
          <p:spPr>
            <a:xfrm>
              <a:off x="8500809" y="26152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5" name="pt51455"/>
            <p:cNvSpPr/>
            <p:nvPr/>
          </p:nvSpPr>
          <p:spPr>
            <a:xfrm>
              <a:off x="8312152" y="24219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6" name="pt51456"/>
            <p:cNvSpPr/>
            <p:nvPr/>
          </p:nvSpPr>
          <p:spPr>
            <a:xfrm>
              <a:off x="9187390" y="21701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7" name="pt51457"/>
            <p:cNvSpPr/>
            <p:nvPr/>
          </p:nvSpPr>
          <p:spPr>
            <a:xfrm>
              <a:off x="8941268" y="19118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8" name="pt51458"/>
            <p:cNvSpPr/>
            <p:nvPr/>
          </p:nvSpPr>
          <p:spPr>
            <a:xfrm>
              <a:off x="8588529" y="20314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9" name="pt51459"/>
            <p:cNvSpPr/>
            <p:nvPr/>
          </p:nvSpPr>
          <p:spPr>
            <a:xfrm>
              <a:off x="8922686" y="20250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0" name="pt51460"/>
            <p:cNvSpPr/>
            <p:nvPr/>
          </p:nvSpPr>
          <p:spPr>
            <a:xfrm>
              <a:off x="8469500" y="22799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1" name="pt51461"/>
            <p:cNvSpPr/>
            <p:nvPr/>
          </p:nvSpPr>
          <p:spPr>
            <a:xfrm>
              <a:off x="8469500" y="23602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2" name="pt51462"/>
            <p:cNvSpPr/>
            <p:nvPr/>
          </p:nvSpPr>
          <p:spPr>
            <a:xfrm>
              <a:off x="8669239" y="2213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3" name="pt51463"/>
            <p:cNvSpPr/>
            <p:nvPr/>
          </p:nvSpPr>
          <p:spPr>
            <a:xfrm>
              <a:off x="9087709" y="19713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4" name="pt51464"/>
            <p:cNvSpPr/>
            <p:nvPr/>
          </p:nvSpPr>
          <p:spPr>
            <a:xfrm>
              <a:off x="9139903" y="20343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5" name="pt51465"/>
            <p:cNvSpPr/>
            <p:nvPr/>
          </p:nvSpPr>
          <p:spPr>
            <a:xfrm>
              <a:off x="8971473" y="22877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6" name="pt51466"/>
            <p:cNvSpPr/>
            <p:nvPr/>
          </p:nvSpPr>
          <p:spPr>
            <a:xfrm>
              <a:off x="8745877" y="21473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7" name="pt51467"/>
            <p:cNvSpPr/>
            <p:nvPr/>
          </p:nvSpPr>
          <p:spPr>
            <a:xfrm>
              <a:off x="9486369" y="23369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8" name="pt51468"/>
            <p:cNvSpPr/>
            <p:nvPr/>
          </p:nvSpPr>
          <p:spPr>
            <a:xfrm>
              <a:off x="9557615" y="19749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9" name="pt51469"/>
            <p:cNvSpPr/>
            <p:nvPr/>
          </p:nvSpPr>
          <p:spPr>
            <a:xfrm>
              <a:off x="8857896" y="1997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0" name="pt51470"/>
            <p:cNvSpPr/>
            <p:nvPr/>
          </p:nvSpPr>
          <p:spPr>
            <a:xfrm>
              <a:off x="8834965" y="18939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1" name="pt51471"/>
            <p:cNvSpPr/>
            <p:nvPr/>
          </p:nvSpPr>
          <p:spPr>
            <a:xfrm>
              <a:off x="9001856" y="2016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2" name="pt51472"/>
            <p:cNvSpPr/>
            <p:nvPr/>
          </p:nvSpPr>
          <p:spPr>
            <a:xfrm>
              <a:off x="8881273" y="21381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3" name="pt51473"/>
            <p:cNvSpPr/>
            <p:nvPr/>
          </p:nvSpPr>
          <p:spPr>
            <a:xfrm>
              <a:off x="8312152" y="24642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4" name="pt51474"/>
            <p:cNvSpPr/>
            <p:nvPr/>
          </p:nvSpPr>
          <p:spPr>
            <a:xfrm>
              <a:off x="9308507" y="2266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5" name="pt51475"/>
            <p:cNvSpPr/>
            <p:nvPr/>
          </p:nvSpPr>
          <p:spPr>
            <a:xfrm>
              <a:off x="9048921" y="2132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6" name="pt51476"/>
            <p:cNvSpPr/>
            <p:nvPr/>
          </p:nvSpPr>
          <p:spPr>
            <a:xfrm>
              <a:off x="9620546" y="21297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7" name="pt51477"/>
            <p:cNvSpPr/>
            <p:nvPr/>
          </p:nvSpPr>
          <p:spPr>
            <a:xfrm>
              <a:off x="9111342" y="20845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8" name="pt51478"/>
            <p:cNvSpPr/>
            <p:nvPr/>
          </p:nvSpPr>
          <p:spPr>
            <a:xfrm>
              <a:off x="9184210" y="21968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9" name="pt51479"/>
            <p:cNvSpPr/>
            <p:nvPr/>
          </p:nvSpPr>
          <p:spPr>
            <a:xfrm>
              <a:off x="8826587" y="21605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0" name="pt51480"/>
            <p:cNvSpPr/>
            <p:nvPr/>
          </p:nvSpPr>
          <p:spPr>
            <a:xfrm>
              <a:off x="8658156" y="24823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1" name="pt51481"/>
            <p:cNvSpPr/>
            <p:nvPr/>
          </p:nvSpPr>
          <p:spPr>
            <a:xfrm>
              <a:off x="9262699" y="17869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2" name="pt51482"/>
            <p:cNvSpPr/>
            <p:nvPr/>
          </p:nvSpPr>
          <p:spPr>
            <a:xfrm>
              <a:off x="9283113" y="21166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3" name="pt51483"/>
            <p:cNvSpPr/>
            <p:nvPr/>
          </p:nvSpPr>
          <p:spPr>
            <a:xfrm>
              <a:off x="8893328" y="1680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4" name="pt51484"/>
            <p:cNvSpPr/>
            <p:nvPr/>
          </p:nvSpPr>
          <p:spPr>
            <a:xfrm>
              <a:off x="9126964" y="19935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5" name="pt51485"/>
            <p:cNvSpPr/>
            <p:nvPr/>
          </p:nvSpPr>
          <p:spPr>
            <a:xfrm>
              <a:off x="9324827" y="21757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6" name="pt51486"/>
            <p:cNvSpPr/>
            <p:nvPr/>
          </p:nvSpPr>
          <p:spPr>
            <a:xfrm>
              <a:off x="8878122" y="21936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7" name="pt51487"/>
            <p:cNvSpPr/>
            <p:nvPr/>
          </p:nvSpPr>
          <p:spPr>
            <a:xfrm>
              <a:off x="9652003" y="22443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8" name="pt51488"/>
            <p:cNvSpPr/>
            <p:nvPr/>
          </p:nvSpPr>
          <p:spPr>
            <a:xfrm>
              <a:off x="8932228" y="19318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9" name="pt51489"/>
            <p:cNvSpPr/>
            <p:nvPr/>
          </p:nvSpPr>
          <p:spPr>
            <a:xfrm>
              <a:off x="9322929" y="20397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0" name="pt51490"/>
            <p:cNvSpPr/>
            <p:nvPr/>
          </p:nvSpPr>
          <p:spPr>
            <a:xfrm>
              <a:off x="9279466" y="20100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1" name="pt51491"/>
            <p:cNvSpPr/>
            <p:nvPr/>
          </p:nvSpPr>
          <p:spPr>
            <a:xfrm>
              <a:off x="9242219" y="19686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2" name="pt51492"/>
            <p:cNvSpPr/>
            <p:nvPr/>
          </p:nvSpPr>
          <p:spPr>
            <a:xfrm>
              <a:off x="8469500" y="21893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3" name="pt51493"/>
            <p:cNvSpPr/>
            <p:nvPr/>
          </p:nvSpPr>
          <p:spPr>
            <a:xfrm>
              <a:off x="8857896" y="21835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4" name="pt51494"/>
            <p:cNvSpPr/>
            <p:nvPr/>
          </p:nvSpPr>
          <p:spPr>
            <a:xfrm>
              <a:off x="8469500" y="2391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5" name="pt51495"/>
            <p:cNvSpPr/>
            <p:nvPr/>
          </p:nvSpPr>
          <p:spPr>
            <a:xfrm>
              <a:off x="9389022" y="21979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6" name="pt51496"/>
            <p:cNvSpPr/>
            <p:nvPr/>
          </p:nvSpPr>
          <p:spPr>
            <a:xfrm>
              <a:off x="9286979" y="21380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7" name="pt51497"/>
            <p:cNvSpPr/>
            <p:nvPr/>
          </p:nvSpPr>
          <p:spPr>
            <a:xfrm>
              <a:off x="8922686" y="19160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8" name="pt51498"/>
            <p:cNvSpPr/>
            <p:nvPr/>
          </p:nvSpPr>
          <p:spPr>
            <a:xfrm>
              <a:off x="8939053" y="17888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9" name="pt51499"/>
            <p:cNvSpPr/>
            <p:nvPr/>
          </p:nvSpPr>
          <p:spPr>
            <a:xfrm>
              <a:off x="9206269" y="18824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0" name="pt51500"/>
            <p:cNvSpPr/>
            <p:nvPr/>
          </p:nvSpPr>
          <p:spPr>
            <a:xfrm>
              <a:off x="9370170" y="19444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1" name="pt51501"/>
            <p:cNvSpPr/>
            <p:nvPr/>
          </p:nvSpPr>
          <p:spPr>
            <a:xfrm>
              <a:off x="8874912" y="21651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2" name="pt51502"/>
            <p:cNvSpPr/>
            <p:nvPr/>
          </p:nvSpPr>
          <p:spPr>
            <a:xfrm>
              <a:off x="8992313" y="18821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3" name="pt51503"/>
            <p:cNvSpPr/>
            <p:nvPr/>
          </p:nvSpPr>
          <p:spPr>
            <a:xfrm>
              <a:off x="8929892" y="18144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4" name="pt51504"/>
            <p:cNvSpPr/>
            <p:nvPr/>
          </p:nvSpPr>
          <p:spPr>
            <a:xfrm>
              <a:off x="8646309" y="23521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5" name="pt51505"/>
            <p:cNvSpPr/>
            <p:nvPr/>
          </p:nvSpPr>
          <p:spPr>
            <a:xfrm>
              <a:off x="9633844" y="19811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6" name="pt51506"/>
            <p:cNvSpPr/>
            <p:nvPr/>
          </p:nvSpPr>
          <p:spPr>
            <a:xfrm>
              <a:off x="8961983" y="21110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7" name="pt51507"/>
            <p:cNvSpPr/>
            <p:nvPr/>
          </p:nvSpPr>
          <p:spPr>
            <a:xfrm>
              <a:off x="9404531" y="20061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8" name="pt51508"/>
            <p:cNvSpPr/>
            <p:nvPr/>
          </p:nvSpPr>
          <p:spPr>
            <a:xfrm>
              <a:off x="9108871" y="20476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9" name="pt51509"/>
            <p:cNvSpPr/>
            <p:nvPr/>
          </p:nvSpPr>
          <p:spPr>
            <a:xfrm>
              <a:off x="9400632" y="19333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0" name="pt51510"/>
            <p:cNvSpPr/>
            <p:nvPr/>
          </p:nvSpPr>
          <p:spPr>
            <a:xfrm>
              <a:off x="9436506" y="21960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1" name="pt51511"/>
            <p:cNvSpPr/>
            <p:nvPr/>
          </p:nvSpPr>
          <p:spPr>
            <a:xfrm>
              <a:off x="9056963" y="20467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2" name="pt51512"/>
            <p:cNvSpPr/>
            <p:nvPr/>
          </p:nvSpPr>
          <p:spPr>
            <a:xfrm>
              <a:off x="9360483" y="21174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3" name="pt51513"/>
            <p:cNvSpPr/>
            <p:nvPr/>
          </p:nvSpPr>
          <p:spPr>
            <a:xfrm>
              <a:off x="8381780" y="22227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4" name="pt51514"/>
            <p:cNvSpPr/>
            <p:nvPr/>
          </p:nvSpPr>
          <p:spPr>
            <a:xfrm>
              <a:off x="8431181" y="26615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5" name="pt51515"/>
            <p:cNvSpPr/>
            <p:nvPr/>
          </p:nvSpPr>
          <p:spPr>
            <a:xfrm>
              <a:off x="8978704" y="19734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6" name="pt51516"/>
            <p:cNvSpPr/>
            <p:nvPr/>
          </p:nvSpPr>
          <p:spPr>
            <a:xfrm>
              <a:off x="8431181" y="25752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7" name="pt51517"/>
            <p:cNvSpPr/>
            <p:nvPr/>
          </p:nvSpPr>
          <p:spPr>
            <a:xfrm>
              <a:off x="8788268" y="22051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8" name="pt51518"/>
            <p:cNvSpPr/>
            <p:nvPr/>
          </p:nvSpPr>
          <p:spPr>
            <a:xfrm>
              <a:off x="8759093" y="21765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9" name="pt51519"/>
            <p:cNvSpPr/>
            <p:nvPr/>
          </p:nvSpPr>
          <p:spPr>
            <a:xfrm>
              <a:off x="8431181" y="2451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0" name="pt51520"/>
            <p:cNvSpPr/>
            <p:nvPr/>
          </p:nvSpPr>
          <p:spPr>
            <a:xfrm>
              <a:off x="9032906" y="19326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1" name="pt51521"/>
            <p:cNvSpPr/>
            <p:nvPr/>
          </p:nvSpPr>
          <p:spPr>
            <a:xfrm>
              <a:off x="8431181" y="22419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2" name="pt51522"/>
            <p:cNvSpPr/>
            <p:nvPr/>
          </p:nvSpPr>
          <p:spPr>
            <a:xfrm>
              <a:off x="8798679" y="21529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3" name="pt51523"/>
            <p:cNvSpPr/>
            <p:nvPr/>
          </p:nvSpPr>
          <p:spPr>
            <a:xfrm>
              <a:off x="9400632" y="19599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4" name="pt51524"/>
            <p:cNvSpPr/>
            <p:nvPr/>
          </p:nvSpPr>
          <p:spPr>
            <a:xfrm>
              <a:off x="8890393" y="19823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5" name="pt51525"/>
            <p:cNvSpPr/>
            <p:nvPr/>
          </p:nvSpPr>
          <p:spPr>
            <a:xfrm>
              <a:off x="8864906" y="19137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6" name="pt51526"/>
            <p:cNvSpPr/>
            <p:nvPr/>
          </p:nvSpPr>
          <p:spPr>
            <a:xfrm>
              <a:off x="9042937" y="1766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7" name="pt51527"/>
            <p:cNvSpPr/>
            <p:nvPr/>
          </p:nvSpPr>
          <p:spPr>
            <a:xfrm>
              <a:off x="9268690" y="18889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8" name="pt51528"/>
            <p:cNvSpPr/>
            <p:nvPr/>
          </p:nvSpPr>
          <p:spPr>
            <a:xfrm>
              <a:off x="8965842" y="21894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9" name="pt51529"/>
            <p:cNvSpPr/>
            <p:nvPr/>
          </p:nvSpPr>
          <p:spPr>
            <a:xfrm>
              <a:off x="8945616" y="21374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0" name="pt51530"/>
            <p:cNvSpPr/>
            <p:nvPr/>
          </p:nvSpPr>
          <p:spPr>
            <a:xfrm>
              <a:off x="9058082" y="21567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1" name="pt51531"/>
            <p:cNvSpPr/>
            <p:nvPr/>
          </p:nvSpPr>
          <p:spPr>
            <a:xfrm>
              <a:off x="8868306" y="22141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2" name="pt51532"/>
            <p:cNvSpPr/>
            <p:nvPr/>
          </p:nvSpPr>
          <p:spPr>
            <a:xfrm>
              <a:off x="8723925" y="20881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3" name="pt51533"/>
            <p:cNvSpPr/>
            <p:nvPr/>
          </p:nvSpPr>
          <p:spPr>
            <a:xfrm>
              <a:off x="8312152" y="26084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4" name="pt51534"/>
            <p:cNvSpPr/>
            <p:nvPr/>
          </p:nvSpPr>
          <p:spPr>
            <a:xfrm>
              <a:off x="8782816" y="22034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5" name="pt51535"/>
            <p:cNvSpPr/>
            <p:nvPr/>
          </p:nvSpPr>
          <p:spPr>
            <a:xfrm>
              <a:off x="8864906" y="20280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6" name="pt51536"/>
            <p:cNvSpPr/>
            <p:nvPr/>
          </p:nvSpPr>
          <p:spPr>
            <a:xfrm>
              <a:off x="8312152" y="25176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7" name="pt51537"/>
            <p:cNvSpPr/>
            <p:nvPr/>
          </p:nvSpPr>
          <p:spPr>
            <a:xfrm>
              <a:off x="9151289" y="20405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8" name="pt51538"/>
            <p:cNvSpPr/>
            <p:nvPr/>
          </p:nvSpPr>
          <p:spPr>
            <a:xfrm>
              <a:off x="8960020" y="22536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9" name="pt51539"/>
            <p:cNvSpPr/>
            <p:nvPr/>
          </p:nvSpPr>
          <p:spPr>
            <a:xfrm>
              <a:off x="9557615" y="21445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0" name="pt51540"/>
            <p:cNvSpPr/>
            <p:nvPr/>
          </p:nvSpPr>
          <p:spPr>
            <a:xfrm>
              <a:off x="9247109" y="19311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1" name="pt51541"/>
            <p:cNvSpPr/>
            <p:nvPr/>
          </p:nvSpPr>
          <p:spPr>
            <a:xfrm>
              <a:off x="9068885" y="19806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2" name="pt51542"/>
            <p:cNvSpPr/>
            <p:nvPr/>
          </p:nvSpPr>
          <p:spPr>
            <a:xfrm>
              <a:off x="8752612" y="22005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3" name="pt51543"/>
            <p:cNvSpPr/>
            <p:nvPr/>
          </p:nvSpPr>
          <p:spPr>
            <a:xfrm>
              <a:off x="8980466" y="19405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4" name="pt51544"/>
            <p:cNvSpPr/>
            <p:nvPr/>
          </p:nvSpPr>
          <p:spPr>
            <a:xfrm>
              <a:off x="9050093" y="20707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5" name="pt51545"/>
            <p:cNvSpPr/>
            <p:nvPr/>
          </p:nvSpPr>
          <p:spPr>
            <a:xfrm>
              <a:off x="8312152" y="23841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6" name="pt51546"/>
            <p:cNvSpPr/>
            <p:nvPr/>
          </p:nvSpPr>
          <p:spPr>
            <a:xfrm>
              <a:off x="8927523" y="19239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7" name="pt51547"/>
            <p:cNvSpPr/>
            <p:nvPr/>
          </p:nvSpPr>
          <p:spPr>
            <a:xfrm>
              <a:off x="8980466" y="20210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8" name="pt51548"/>
            <p:cNvSpPr/>
            <p:nvPr/>
          </p:nvSpPr>
          <p:spPr>
            <a:xfrm>
              <a:off x="9287859" y="19317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9" name="pt51549"/>
            <p:cNvSpPr/>
            <p:nvPr/>
          </p:nvSpPr>
          <p:spPr>
            <a:xfrm>
              <a:off x="9382404" y="21214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0" name="pt51550"/>
            <p:cNvSpPr/>
            <p:nvPr/>
          </p:nvSpPr>
          <p:spPr>
            <a:xfrm>
              <a:off x="9654477" y="18638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1" name="pt51551"/>
            <p:cNvSpPr/>
            <p:nvPr/>
          </p:nvSpPr>
          <p:spPr>
            <a:xfrm>
              <a:off x="8689465" y="23690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2" name="pt51552"/>
            <p:cNvSpPr/>
            <p:nvPr/>
          </p:nvSpPr>
          <p:spPr>
            <a:xfrm>
              <a:off x="9288151" y="18765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3" name="pt51553"/>
            <p:cNvSpPr/>
            <p:nvPr/>
          </p:nvSpPr>
          <p:spPr>
            <a:xfrm>
              <a:off x="8854280" y="19178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4" name="pt51554"/>
            <p:cNvSpPr/>
            <p:nvPr/>
          </p:nvSpPr>
          <p:spPr>
            <a:xfrm>
              <a:off x="8500809" y="25218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5" name="pt51555"/>
            <p:cNvSpPr/>
            <p:nvPr/>
          </p:nvSpPr>
          <p:spPr>
            <a:xfrm>
              <a:off x="8469500" y="22769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6" name="pt51556"/>
            <p:cNvSpPr/>
            <p:nvPr/>
          </p:nvSpPr>
          <p:spPr>
            <a:xfrm>
              <a:off x="8857896" y="18764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7" name="pt51557"/>
            <p:cNvSpPr/>
            <p:nvPr/>
          </p:nvSpPr>
          <p:spPr>
            <a:xfrm>
              <a:off x="8500809" y="27559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8" name="pt51558"/>
            <p:cNvSpPr/>
            <p:nvPr/>
          </p:nvSpPr>
          <p:spPr>
            <a:xfrm>
              <a:off x="8312152" y="24720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9" name="pt51559"/>
            <p:cNvSpPr/>
            <p:nvPr/>
          </p:nvSpPr>
          <p:spPr>
            <a:xfrm>
              <a:off x="9564411" y="22086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0" name="pt51560"/>
            <p:cNvSpPr/>
            <p:nvPr/>
          </p:nvSpPr>
          <p:spPr>
            <a:xfrm>
              <a:off x="8679650" y="23874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1" name="pt51561"/>
            <p:cNvSpPr/>
            <p:nvPr/>
          </p:nvSpPr>
          <p:spPr>
            <a:xfrm>
              <a:off x="8978704" y="20446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2" name="pt51562"/>
            <p:cNvSpPr/>
            <p:nvPr/>
          </p:nvSpPr>
          <p:spPr>
            <a:xfrm>
              <a:off x="8500809" y="25652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3" name="pt51563"/>
            <p:cNvSpPr/>
            <p:nvPr/>
          </p:nvSpPr>
          <p:spPr>
            <a:xfrm>
              <a:off x="8669239" y="22617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4" name="pt51564"/>
            <p:cNvSpPr/>
            <p:nvPr/>
          </p:nvSpPr>
          <p:spPr>
            <a:xfrm>
              <a:off x="8813199" y="20935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5" name="pt51565"/>
            <p:cNvSpPr/>
            <p:nvPr/>
          </p:nvSpPr>
          <p:spPr>
            <a:xfrm>
              <a:off x="9525110" y="20807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6" name="pt51566"/>
            <p:cNvSpPr/>
            <p:nvPr/>
          </p:nvSpPr>
          <p:spPr>
            <a:xfrm>
              <a:off x="8941268" y="1875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7" name="pt51567"/>
            <p:cNvSpPr/>
            <p:nvPr/>
          </p:nvSpPr>
          <p:spPr>
            <a:xfrm>
              <a:off x="9828342" y="23425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8" name="pt51568"/>
            <p:cNvSpPr/>
            <p:nvPr/>
          </p:nvSpPr>
          <p:spPr>
            <a:xfrm>
              <a:off x="8469500" y="25139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9" name="pt51569"/>
            <p:cNvSpPr/>
            <p:nvPr/>
          </p:nvSpPr>
          <p:spPr>
            <a:xfrm>
              <a:off x="8312152" y="23801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0" name="pt51570"/>
            <p:cNvSpPr/>
            <p:nvPr/>
          </p:nvSpPr>
          <p:spPr>
            <a:xfrm>
              <a:off x="8669239" y="22821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1" name="pt51571"/>
            <p:cNvSpPr/>
            <p:nvPr/>
          </p:nvSpPr>
          <p:spPr>
            <a:xfrm>
              <a:off x="8777185" y="23534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2" name="pt51572"/>
            <p:cNvSpPr/>
            <p:nvPr/>
          </p:nvSpPr>
          <p:spPr>
            <a:xfrm>
              <a:off x="8679650" y="25312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3" name="pt51573"/>
            <p:cNvSpPr/>
            <p:nvPr/>
          </p:nvSpPr>
          <p:spPr>
            <a:xfrm>
              <a:off x="9652073" y="21326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4" name="pt51574"/>
            <p:cNvSpPr/>
            <p:nvPr/>
          </p:nvSpPr>
          <p:spPr>
            <a:xfrm>
              <a:off x="8633583" y="2013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5" name="pt51575"/>
            <p:cNvSpPr/>
            <p:nvPr/>
          </p:nvSpPr>
          <p:spPr>
            <a:xfrm>
              <a:off x="8550210" y="2483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6" name="pt51576"/>
            <p:cNvSpPr/>
            <p:nvPr/>
          </p:nvSpPr>
          <p:spPr>
            <a:xfrm>
              <a:off x="9084871" y="20543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7" name="pt51577"/>
            <p:cNvSpPr/>
            <p:nvPr/>
          </p:nvSpPr>
          <p:spPr>
            <a:xfrm>
              <a:off x="8868306" y="22405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8" name="pt51578"/>
            <p:cNvSpPr/>
            <p:nvPr/>
          </p:nvSpPr>
          <p:spPr>
            <a:xfrm>
              <a:off x="9047741" y="21740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9" name="pt51579"/>
            <p:cNvSpPr/>
            <p:nvPr/>
          </p:nvSpPr>
          <p:spPr>
            <a:xfrm>
              <a:off x="8646309" y="25241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0" name="pt51580"/>
            <p:cNvSpPr/>
            <p:nvPr/>
          </p:nvSpPr>
          <p:spPr>
            <a:xfrm>
              <a:off x="8669239" y="23874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1" name="pt51581"/>
            <p:cNvSpPr/>
            <p:nvPr/>
          </p:nvSpPr>
          <p:spPr>
            <a:xfrm>
              <a:off x="9116180" y="21034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2" name="pt51582"/>
            <p:cNvSpPr/>
            <p:nvPr/>
          </p:nvSpPr>
          <p:spPr>
            <a:xfrm>
              <a:off x="9199552" y="18173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3" name="pt51583"/>
            <p:cNvSpPr/>
            <p:nvPr/>
          </p:nvSpPr>
          <p:spPr>
            <a:xfrm>
              <a:off x="8793552" y="20901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4" name="pt51584"/>
            <p:cNvSpPr/>
            <p:nvPr/>
          </p:nvSpPr>
          <p:spPr>
            <a:xfrm>
              <a:off x="8431181" y="22422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5" name="pt51585"/>
            <p:cNvSpPr/>
            <p:nvPr/>
          </p:nvSpPr>
          <p:spPr>
            <a:xfrm>
              <a:off x="8798679" y="21891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6" name="pt51586"/>
            <p:cNvSpPr/>
            <p:nvPr/>
          </p:nvSpPr>
          <p:spPr>
            <a:xfrm>
              <a:off x="8765338" y="19877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7" name="pt51587"/>
            <p:cNvSpPr/>
            <p:nvPr/>
          </p:nvSpPr>
          <p:spPr>
            <a:xfrm>
              <a:off x="8850587" y="20103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8" name="pt51588"/>
            <p:cNvSpPr/>
            <p:nvPr/>
          </p:nvSpPr>
          <p:spPr>
            <a:xfrm>
              <a:off x="8312152" y="24141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9" name="pt51589"/>
            <p:cNvSpPr/>
            <p:nvPr/>
          </p:nvSpPr>
          <p:spPr>
            <a:xfrm>
              <a:off x="8527280" y="25524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0" name="pt51590"/>
            <p:cNvSpPr/>
            <p:nvPr/>
          </p:nvSpPr>
          <p:spPr>
            <a:xfrm>
              <a:off x="8899053" y="22262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1" name="pt51591"/>
            <p:cNvSpPr/>
            <p:nvPr/>
          </p:nvSpPr>
          <p:spPr>
            <a:xfrm>
              <a:off x="9898409" y="24571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2" name="pt51592"/>
            <p:cNvSpPr/>
            <p:nvPr/>
          </p:nvSpPr>
          <p:spPr>
            <a:xfrm>
              <a:off x="8469500" y="22769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3" name="pt51593"/>
            <p:cNvSpPr/>
            <p:nvPr/>
          </p:nvSpPr>
          <p:spPr>
            <a:xfrm>
              <a:off x="9359136" y="2082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4" name="pt51594"/>
            <p:cNvSpPr/>
            <p:nvPr/>
          </p:nvSpPr>
          <p:spPr>
            <a:xfrm>
              <a:off x="8550210" y="26019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5" name="pt51595"/>
            <p:cNvSpPr/>
            <p:nvPr/>
          </p:nvSpPr>
          <p:spPr>
            <a:xfrm>
              <a:off x="9289315" y="19530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6" name="pt51596"/>
            <p:cNvSpPr/>
            <p:nvPr/>
          </p:nvSpPr>
          <p:spPr>
            <a:xfrm>
              <a:off x="8846813" y="19882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7" name="pt51597"/>
            <p:cNvSpPr/>
            <p:nvPr/>
          </p:nvSpPr>
          <p:spPr>
            <a:xfrm>
              <a:off x="9486369" y="23372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8" name="pt51598"/>
            <p:cNvSpPr/>
            <p:nvPr/>
          </p:nvSpPr>
          <p:spPr>
            <a:xfrm>
              <a:off x="8527280" y="25653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9" name="pt51599"/>
            <p:cNvSpPr/>
            <p:nvPr/>
          </p:nvSpPr>
          <p:spPr>
            <a:xfrm>
              <a:off x="8777185" y="21587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0" name="pt51600"/>
            <p:cNvSpPr/>
            <p:nvPr/>
          </p:nvSpPr>
          <p:spPr>
            <a:xfrm>
              <a:off x="9167950" y="17691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1" name="pt51601"/>
            <p:cNvSpPr/>
            <p:nvPr/>
          </p:nvSpPr>
          <p:spPr>
            <a:xfrm>
              <a:off x="8830827" y="20483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2" name="pt51602"/>
            <p:cNvSpPr/>
            <p:nvPr/>
          </p:nvSpPr>
          <p:spPr>
            <a:xfrm>
              <a:off x="8978704" y="20209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3" name="pt51603"/>
            <p:cNvSpPr/>
            <p:nvPr/>
          </p:nvSpPr>
          <p:spPr>
            <a:xfrm>
              <a:off x="9116180" y="19983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4" name="pt51604"/>
            <p:cNvSpPr/>
            <p:nvPr/>
          </p:nvSpPr>
          <p:spPr>
            <a:xfrm>
              <a:off x="9147356" y="21351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5" name="pt51605"/>
            <p:cNvSpPr/>
            <p:nvPr/>
          </p:nvSpPr>
          <p:spPr>
            <a:xfrm>
              <a:off x="9701667" y="22424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6" name="pt51606"/>
            <p:cNvSpPr/>
            <p:nvPr/>
          </p:nvSpPr>
          <p:spPr>
            <a:xfrm>
              <a:off x="9001856" y="21568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7" name="pt51607"/>
            <p:cNvSpPr/>
            <p:nvPr/>
          </p:nvSpPr>
          <p:spPr>
            <a:xfrm>
              <a:off x="8745877" y="21420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8" name="pt51608"/>
            <p:cNvSpPr/>
            <p:nvPr/>
          </p:nvSpPr>
          <p:spPr>
            <a:xfrm>
              <a:off x="9142651" y="21637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9" name="pt51609"/>
            <p:cNvSpPr/>
            <p:nvPr/>
          </p:nvSpPr>
          <p:spPr>
            <a:xfrm>
              <a:off x="8381780" y="23723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0" name="pt51610"/>
            <p:cNvSpPr/>
            <p:nvPr/>
          </p:nvSpPr>
          <p:spPr>
            <a:xfrm>
              <a:off x="8978704" y="19119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1" name="pt51611"/>
            <p:cNvSpPr/>
            <p:nvPr/>
          </p:nvSpPr>
          <p:spPr>
            <a:xfrm>
              <a:off x="9413347" y="20922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2" name="pt51612"/>
            <p:cNvSpPr/>
            <p:nvPr/>
          </p:nvSpPr>
          <p:spPr>
            <a:xfrm>
              <a:off x="8868306" y="21190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3" name="pt51613"/>
            <p:cNvSpPr/>
            <p:nvPr/>
          </p:nvSpPr>
          <p:spPr>
            <a:xfrm>
              <a:off x="8759093" y="20809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4" name="pt51614"/>
            <p:cNvSpPr/>
            <p:nvPr/>
          </p:nvSpPr>
          <p:spPr>
            <a:xfrm>
              <a:off x="9042937" y="17992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5" name="pt51615"/>
            <p:cNvSpPr/>
            <p:nvPr/>
          </p:nvSpPr>
          <p:spPr>
            <a:xfrm>
              <a:off x="8793552" y="23176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6" name="pt51616"/>
            <p:cNvSpPr/>
            <p:nvPr/>
          </p:nvSpPr>
          <p:spPr>
            <a:xfrm>
              <a:off x="8958035" y="22235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7" name="pt51617"/>
            <p:cNvSpPr/>
            <p:nvPr/>
          </p:nvSpPr>
          <p:spPr>
            <a:xfrm>
              <a:off x="8431181" y="24667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8" name="pt51618"/>
            <p:cNvSpPr/>
            <p:nvPr/>
          </p:nvSpPr>
          <p:spPr>
            <a:xfrm>
              <a:off x="9116180" y="20904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9" name="pt51619"/>
            <p:cNvSpPr/>
            <p:nvPr/>
          </p:nvSpPr>
          <p:spPr>
            <a:xfrm>
              <a:off x="9352440" y="21088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0" name="pt51620"/>
            <p:cNvSpPr/>
            <p:nvPr/>
          </p:nvSpPr>
          <p:spPr>
            <a:xfrm>
              <a:off x="9088645" y="1994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1" name="pt51621"/>
            <p:cNvSpPr/>
            <p:nvPr/>
          </p:nvSpPr>
          <p:spPr>
            <a:xfrm>
              <a:off x="9329710" y="21181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2" name="pt51622"/>
            <p:cNvSpPr/>
            <p:nvPr/>
          </p:nvSpPr>
          <p:spPr>
            <a:xfrm>
              <a:off x="8826587" y="20612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3" name="pt51623"/>
            <p:cNvSpPr/>
            <p:nvPr/>
          </p:nvSpPr>
          <p:spPr>
            <a:xfrm>
              <a:off x="8861436" y="19310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4" name="pt51624"/>
            <p:cNvSpPr/>
            <p:nvPr/>
          </p:nvSpPr>
          <p:spPr>
            <a:xfrm>
              <a:off x="8893328" y="1989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5" name="pt51625"/>
            <p:cNvSpPr/>
            <p:nvPr/>
          </p:nvSpPr>
          <p:spPr>
            <a:xfrm>
              <a:off x="8707558" y="23176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6" name="pt51626"/>
            <p:cNvSpPr/>
            <p:nvPr/>
          </p:nvSpPr>
          <p:spPr>
            <a:xfrm>
              <a:off x="8973309" y="21671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7" name="pt51627"/>
            <p:cNvSpPr/>
            <p:nvPr/>
          </p:nvSpPr>
          <p:spPr>
            <a:xfrm>
              <a:off x="9370170" y="20740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8" name="pt51628"/>
            <p:cNvSpPr/>
            <p:nvPr/>
          </p:nvSpPr>
          <p:spPr>
            <a:xfrm>
              <a:off x="8881273" y="22504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9" name="pt51629"/>
            <p:cNvSpPr/>
            <p:nvPr/>
          </p:nvSpPr>
          <p:spPr>
            <a:xfrm>
              <a:off x="9037995" y="17100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0" name="pt51630"/>
            <p:cNvSpPr/>
            <p:nvPr/>
          </p:nvSpPr>
          <p:spPr>
            <a:xfrm>
              <a:off x="8381780" y="22310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1" name="pt51631"/>
            <p:cNvSpPr/>
            <p:nvPr/>
          </p:nvSpPr>
          <p:spPr>
            <a:xfrm>
              <a:off x="8884367" y="21327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2" name="pt51632"/>
            <p:cNvSpPr/>
            <p:nvPr/>
          </p:nvSpPr>
          <p:spPr>
            <a:xfrm>
              <a:off x="8826587" y="21211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3" name="pt51633"/>
            <p:cNvSpPr/>
            <p:nvPr/>
          </p:nvSpPr>
          <p:spPr>
            <a:xfrm>
              <a:off x="8817779" y="20600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4" name="pt51634"/>
            <p:cNvSpPr/>
            <p:nvPr/>
          </p:nvSpPr>
          <p:spPr>
            <a:xfrm>
              <a:off x="8679650" y="24597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5" name="pt51635"/>
            <p:cNvSpPr/>
            <p:nvPr/>
          </p:nvSpPr>
          <p:spPr>
            <a:xfrm>
              <a:off x="8808494" y="23502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6" name="pt51636"/>
            <p:cNvSpPr/>
            <p:nvPr/>
          </p:nvSpPr>
          <p:spPr>
            <a:xfrm>
              <a:off x="8932228" y="18591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7" name="pt51637"/>
            <p:cNvSpPr/>
            <p:nvPr/>
          </p:nvSpPr>
          <p:spPr>
            <a:xfrm>
              <a:off x="8588529" y="22600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8" name="pt51638"/>
            <p:cNvSpPr/>
            <p:nvPr/>
          </p:nvSpPr>
          <p:spPr>
            <a:xfrm>
              <a:off x="8932228" y="19540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9" name="pt51639"/>
            <p:cNvSpPr/>
            <p:nvPr/>
          </p:nvSpPr>
          <p:spPr>
            <a:xfrm>
              <a:off x="8887406" y="19501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0" name="pt51640"/>
            <p:cNvSpPr/>
            <p:nvPr/>
          </p:nvSpPr>
          <p:spPr>
            <a:xfrm>
              <a:off x="8887406" y="20106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1" name="pt51641"/>
            <p:cNvSpPr/>
            <p:nvPr/>
          </p:nvSpPr>
          <p:spPr>
            <a:xfrm>
              <a:off x="8312152" y="23679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2" name="pt51642"/>
            <p:cNvSpPr/>
            <p:nvPr/>
          </p:nvSpPr>
          <p:spPr>
            <a:xfrm>
              <a:off x="8912581" y="21294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3" name="pt51643"/>
            <p:cNvSpPr/>
            <p:nvPr/>
          </p:nvSpPr>
          <p:spPr>
            <a:xfrm>
              <a:off x="9518367" y="19523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4" name="pt51644"/>
            <p:cNvSpPr/>
            <p:nvPr/>
          </p:nvSpPr>
          <p:spPr>
            <a:xfrm>
              <a:off x="9218961" y="20880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5" name="pt51645"/>
            <p:cNvSpPr/>
            <p:nvPr/>
          </p:nvSpPr>
          <p:spPr>
            <a:xfrm>
              <a:off x="8658156" y="24785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6" name="pt51646"/>
            <p:cNvSpPr/>
            <p:nvPr/>
          </p:nvSpPr>
          <p:spPr>
            <a:xfrm>
              <a:off x="8431181" y="26385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7" name="pt51647"/>
            <p:cNvSpPr/>
            <p:nvPr/>
          </p:nvSpPr>
          <p:spPr>
            <a:xfrm>
              <a:off x="8846813" y="22063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8" name="pt51648"/>
            <p:cNvSpPr/>
            <p:nvPr/>
          </p:nvSpPr>
          <p:spPr>
            <a:xfrm>
              <a:off x="9042937" y="17853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9" name="pt51649"/>
            <p:cNvSpPr/>
            <p:nvPr/>
          </p:nvSpPr>
          <p:spPr>
            <a:xfrm>
              <a:off x="9215429" y="19950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0" name="pt51650"/>
            <p:cNvSpPr/>
            <p:nvPr/>
          </p:nvSpPr>
          <p:spPr>
            <a:xfrm>
              <a:off x="8431181" y="24999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1" name="pt51651"/>
            <p:cNvSpPr/>
            <p:nvPr/>
          </p:nvSpPr>
          <p:spPr>
            <a:xfrm>
              <a:off x="9048921" y="21343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2" name="pt51652"/>
            <p:cNvSpPr/>
            <p:nvPr/>
          </p:nvSpPr>
          <p:spPr>
            <a:xfrm>
              <a:off x="8961983" y="22882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3" name="pt51653"/>
            <p:cNvSpPr/>
            <p:nvPr/>
          </p:nvSpPr>
          <p:spPr>
            <a:xfrm>
              <a:off x="8830827" y="20502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4" name="pt51654"/>
            <p:cNvSpPr/>
            <p:nvPr/>
          </p:nvSpPr>
          <p:spPr>
            <a:xfrm>
              <a:off x="8884367" y="20868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5" name="pt51655"/>
            <p:cNvSpPr/>
            <p:nvPr/>
          </p:nvSpPr>
          <p:spPr>
            <a:xfrm>
              <a:off x="9482363" y="23955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6" name="pt51656"/>
            <p:cNvSpPr/>
            <p:nvPr/>
          </p:nvSpPr>
          <p:spPr>
            <a:xfrm>
              <a:off x="9308507" y="22307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7" name="pt51657"/>
            <p:cNvSpPr/>
            <p:nvPr/>
          </p:nvSpPr>
          <p:spPr>
            <a:xfrm>
              <a:off x="8550210" y="25304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8" name="pt51658"/>
            <p:cNvSpPr/>
            <p:nvPr/>
          </p:nvSpPr>
          <p:spPr>
            <a:xfrm>
              <a:off x="8431181" y="24360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9" name="pt51659"/>
            <p:cNvSpPr/>
            <p:nvPr/>
          </p:nvSpPr>
          <p:spPr>
            <a:xfrm>
              <a:off x="8771364" y="22737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0" name="pt51660"/>
            <p:cNvSpPr/>
            <p:nvPr/>
          </p:nvSpPr>
          <p:spPr>
            <a:xfrm>
              <a:off x="8793552" y="20841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1" name="pt51661"/>
            <p:cNvSpPr/>
            <p:nvPr/>
          </p:nvSpPr>
          <p:spPr>
            <a:xfrm>
              <a:off x="8874912" y="22116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2" name="pt51662"/>
            <p:cNvSpPr/>
            <p:nvPr/>
          </p:nvSpPr>
          <p:spPr>
            <a:xfrm>
              <a:off x="8813199" y="19923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3" name="pt51663"/>
            <p:cNvSpPr/>
            <p:nvPr/>
          </p:nvSpPr>
          <p:spPr>
            <a:xfrm>
              <a:off x="8842954" y="22037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4" name="pt51664"/>
            <p:cNvSpPr/>
            <p:nvPr/>
          </p:nvSpPr>
          <p:spPr>
            <a:xfrm>
              <a:off x="8312152" y="24028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5" name="pt51665"/>
            <p:cNvSpPr/>
            <p:nvPr/>
          </p:nvSpPr>
          <p:spPr>
            <a:xfrm>
              <a:off x="9067835" y="18422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6" name="pt51666"/>
            <p:cNvSpPr/>
            <p:nvPr/>
          </p:nvSpPr>
          <p:spPr>
            <a:xfrm>
              <a:off x="9421732" y="20572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7" name="pt51667"/>
            <p:cNvSpPr/>
            <p:nvPr/>
          </p:nvSpPr>
          <p:spPr>
            <a:xfrm>
              <a:off x="8431181" y="25984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8" name="pt51668"/>
            <p:cNvSpPr/>
            <p:nvPr/>
          </p:nvSpPr>
          <p:spPr>
            <a:xfrm>
              <a:off x="9035469" y="17748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9" name="pt51669"/>
            <p:cNvSpPr/>
            <p:nvPr/>
          </p:nvSpPr>
          <p:spPr>
            <a:xfrm>
              <a:off x="8500809" y="24827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0" name="pt51670"/>
            <p:cNvSpPr/>
            <p:nvPr/>
          </p:nvSpPr>
          <p:spPr>
            <a:xfrm>
              <a:off x="8312152" y="24986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1" name="pt51671"/>
            <p:cNvSpPr/>
            <p:nvPr/>
          </p:nvSpPr>
          <p:spPr>
            <a:xfrm>
              <a:off x="9222422" y="19111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2" name="pt51672"/>
            <p:cNvSpPr/>
            <p:nvPr/>
          </p:nvSpPr>
          <p:spPr>
            <a:xfrm>
              <a:off x="8698750" y="21937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3" name="pt51673"/>
            <p:cNvSpPr/>
            <p:nvPr/>
          </p:nvSpPr>
          <p:spPr>
            <a:xfrm>
              <a:off x="9356410" y="20628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4" name="pt51674"/>
            <p:cNvSpPr/>
            <p:nvPr/>
          </p:nvSpPr>
          <p:spPr>
            <a:xfrm>
              <a:off x="9084871" y="1917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5" name="pt51675"/>
            <p:cNvSpPr/>
            <p:nvPr/>
          </p:nvSpPr>
          <p:spPr>
            <a:xfrm>
              <a:off x="8850587" y="20382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6" name="pt51676"/>
            <p:cNvSpPr/>
            <p:nvPr/>
          </p:nvSpPr>
          <p:spPr>
            <a:xfrm>
              <a:off x="8658156" y="23719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7" name="pt51677"/>
            <p:cNvSpPr/>
            <p:nvPr/>
          </p:nvSpPr>
          <p:spPr>
            <a:xfrm>
              <a:off x="9537100" y="21734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8" name="pt51678"/>
            <p:cNvSpPr/>
            <p:nvPr/>
          </p:nvSpPr>
          <p:spPr>
            <a:xfrm>
              <a:off x="8707558" y="21594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9" name="pt51679"/>
            <p:cNvSpPr/>
            <p:nvPr/>
          </p:nvSpPr>
          <p:spPr>
            <a:xfrm>
              <a:off x="9414750" y="19543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0" name="pt51680"/>
            <p:cNvSpPr/>
            <p:nvPr/>
          </p:nvSpPr>
          <p:spPr>
            <a:xfrm>
              <a:off x="8312152" y="24213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1" name="pt51681"/>
            <p:cNvSpPr/>
            <p:nvPr/>
          </p:nvSpPr>
          <p:spPr>
            <a:xfrm>
              <a:off x="9047741" y="21625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2" name="pt51682"/>
            <p:cNvSpPr/>
            <p:nvPr/>
          </p:nvSpPr>
          <p:spPr>
            <a:xfrm>
              <a:off x="8431181" y="23207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3" name="pt51683"/>
            <p:cNvSpPr/>
            <p:nvPr/>
          </p:nvSpPr>
          <p:spPr>
            <a:xfrm>
              <a:off x="9417384" y="19463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4" name="pt51684"/>
            <p:cNvSpPr/>
            <p:nvPr/>
          </p:nvSpPr>
          <p:spPr>
            <a:xfrm>
              <a:off x="8980466" y="20552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5" name="pt51685"/>
            <p:cNvSpPr/>
            <p:nvPr/>
          </p:nvSpPr>
          <p:spPr>
            <a:xfrm>
              <a:off x="8965842" y="22366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6" name="pt51686"/>
            <p:cNvSpPr/>
            <p:nvPr/>
          </p:nvSpPr>
          <p:spPr>
            <a:xfrm>
              <a:off x="9278233" y="1830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7" name="pt51687"/>
            <p:cNvSpPr/>
            <p:nvPr/>
          </p:nvSpPr>
          <p:spPr>
            <a:xfrm>
              <a:off x="8550210" y="25637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8" name="pt51688"/>
            <p:cNvSpPr/>
            <p:nvPr/>
          </p:nvSpPr>
          <p:spPr>
            <a:xfrm>
              <a:off x="9288151" y="19596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9" name="pt51689"/>
            <p:cNvSpPr/>
            <p:nvPr/>
          </p:nvSpPr>
          <p:spPr>
            <a:xfrm>
              <a:off x="9453041" y="22161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0" name="pt51690"/>
            <p:cNvSpPr/>
            <p:nvPr/>
          </p:nvSpPr>
          <p:spPr>
            <a:xfrm>
              <a:off x="8759093" y="21744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1" name="pt51691"/>
            <p:cNvSpPr/>
            <p:nvPr/>
          </p:nvSpPr>
          <p:spPr>
            <a:xfrm>
              <a:off x="8817779" y="22257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2" name="pt51692"/>
            <p:cNvSpPr/>
            <p:nvPr/>
          </p:nvSpPr>
          <p:spPr>
            <a:xfrm>
              <a:off x="8312152" y="24883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3" name="pt51693"/>
            <p:cNvSpPr/>
            <p:nvPr/>
          </p:nvSpPr>
          <p:spPr>
            <a:xfrm>
              <a:off x="8469500" y="23163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4" name="pt51694"/>
            <p:cNvSpPr/>
            <p:nvPr/>
          </p:nvSpPr>
          <p:spPr>
            <a:xfrm>
              <a:off x="9048921" y="22561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5" name="pt51695"/>
            <p:cNvSpPr/>
            <p:nvPr/>
          </p:nvSpPr>
          <p:spPr>
            <a:xfrm>
              <a:off x="9046552" y="19314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6" name="pt51696"/>
            <p:cNvSpPr/>
            <p:nvPr/>
          </p:nvSpPr>
          <p:spPr>
            <a:xfrm>
              <a:off x="8312152" y="23878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7" name="pt51697"/>
            <p:cNvSpPr/>
            <p:nvPr/>
          </p:nvSpPr>
          <p:spPr>
            <a:xfrm>
              <a:off x="9289315" y="1899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8" name="pt51698"/>
            <p:cNvSpPr/>
            <p:nvPr/>
          </p:nvSpPr>
          <p:spPr>
            <a:xfrm>
              <a:off x="8947749" y="21570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9" name="pt51699"/>
            <p:cNvSpPr/>
            <p:nvPr/>
          </p:nvSpPr>
          <p:spPr>
            <a:xfrm>
              <a:off x="9010896" y="1764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0" name="pt51700"/>
            <p:cNvSpPr/>
            <p:nvPr/>
          </p:nvSpPr>
          <p:spPr>
            <a:xfrm>
              <a:off x="8658156" y="24212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1" name="pt51701"/>
            <p:cNvSpPr/>
            <p:nvPr/>
          </p:nvSpPr>
          <p:spPr>
            <a:xfrm>
              <a:off x="9528241" y="19811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2" name="pt51702"/>
            <p:cNvSpPr/>
            <p:nvPr/>
          </p:nvSpPr>
          <p:spPr>
            <a:xfrm>
              <a:off x="8929892" y="16551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3" name="pt51703"/>
            <p:cNvSpPr/>
            <p:nvPr/>
          </p:nvSpPr>
          <p:spPr>
            <a:xfrm>
              <a:off x="8723925" y="22048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4" name="pt51704"/>
            <p:cNvSpPr/>
            <p:nvPr/>
          </p:nvSpPr>
          <p:spPr>
            <a:xfrm>
              <a:off x="9034193" y="17916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5" name="pt51705"/>
            <p:cNvSpPr/>
            <p:nvPr/>
          </p:nvSpPr>
          <p:spPr>
            <a:xfrm>
              <a:off x="8817779" y="2114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6" name="pt51706"/>
            <p:cNvSpPr/>
            <p:nvPr/>
          </p:nvSpPr>
          <p:spPr>
            <a:xfrm>
              <a:off x="8550210" y="25312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7" name="pt51707"/>
            <p:cNvSpPr/>
            <p:nvPr/>
          </p:nvSpPr>
          <p:spPr>
            <a:xfrm>
              <a:off x="9259623" y="19704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8" name="pt51708"/>
            <p:cNvSpPr/>
            <p:nvPr/>
          </p:nvSpPr>
          <p:spPr>
            <a:xfrm>
              <a:off x="8604896" y="20442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9" name="pt51709"/>
            <p:cNvSpPr/>
            <p:nvPr/>
          </p:nvSpPr>
          <p:spPr>
            <a:xfrm>
              <a:off x="9322929" y="19992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0" name="pt51710"/>
            <p:cNvSpPr/>
            <p:nvPr/>
          </p:nvSpPr>
          <p:spPr>
            <a:xfrm>
              <a:off x="8500809" y="25618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1" name="pt51711"/>
            <p:cNvSpPr/>
            <p:nvPr/>
          </p:nvSpPr>
          <p:spPr>
            <a:xfrm>
              <a:off x="9584728" y="20702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2" name="pt51712"/>
            <p:cNvSpPr/>
            <p:nvPr/>
          </p:nvSpPr>
          <p:spPr>
            <a:xfrm>
              <a:off x="8633583" y="19403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3" name="pt51713"/>
            <p:cNvSpPr/>
            <p:nvPr/>
          </p:nvSpPr>
          <p:spPr>
            <a:xfrm>
              <a:off x="8904593" y="22742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4" name="pt51714"/>
            <p:cNvSpPr/>
            <p:nvPr/>
          </p:nvSpPr>
          <p:spPr>
            <a:xfrm>
              <a:off x="8312152" y="20809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5" name="pt51715"/>
            <p:cNvSpPr/>
            <p:nvPr/>
          </p:nvSpPr>
          <p:spPr>
            <a:xfrm>
              <a:off x="8890393" y="20493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6" name="pt51716"/>
            <p:cNvSpPr/>
            <p:nvPr/>
          </p:nvSpPr>
          <p:spPr>
            <a:xfrm>
              <a:off x="8782816" y="22415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7" name="pt51717"/>
            <p:cNvSpPr/>
            <p:nvPr/>
          </p:nvSpPr>
          <p:spPr>
            <a:xfrm>
              <a:off x="8777185" y="22859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8" name="pt51718"/>
            <p:cNvSpPr/>
            <p:nvPr/>
          </p:nvSpPr>
          <p:spPr>
            <a:xfrm>
              <a:off x="8381780" y="22613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9" name="pt51719"/>
            <p:cNvSpPr/>
            <p:nvPr/>
          </p:nvSpPr>
          <p:spPr>
            <a:xfrm>
              <a:off x="8679650" y="23622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0" name="pt51720"/>
            <p:cNvSpPr/>
            <p:nvPr/>
          </p:nvSpPr>
          <p:spPr>
            <a:xfrm>
              <a:off x="8927523" y="1857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1" name="pt51721"/>
            <p:cNvSpPr/>
            <p:nvPr/>
          </p:nvSpPr>
          <p:spPr>
            <a:xfrm>
              <a:off x="8798679" y="21201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2" name="pt51722"/>
            <p:cNvSpPr/>
            <p:nvPr/>
          </p:nvSpPr>
          <p:spPr>
            <a:xfrm>
              <a:off x="9319557" y="21597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3" name="pt51723"/>
            <p:cNvSpPr/>
            <p:nvPr/>
          </p:nvSpPr>
          <p:spPr>
            <a:xfrm>
              <a:off x="9088645" y="19440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4" name="pt51724"/>
            <p:cNvSpPr/>
            <p:nvPr/>
          </p:nvSpPr>
          <p:spPr>
            <a:xfrm>
              <a:off x="9110522" y="20636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5" name="pt51725"/>
            <p:cNvSpPr/>
            <p:nvPr/>
          </p:nvSpPr>
          <p:spPr>
            <a:xfrm>
              <a:off x="8745877" y="20237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6" name="pt51726"/>
            <p:cNvSpPr/>
            <p:nvPr/>
          </p:nvSpPr>
          <p:spPr>
            <a:xfrm>
              <a:off x="8861436" y="21761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7" name="pt51727"/>
            <p:cNvSpPr/>
            <p:nvPr/>
          </p:nvSpPr>
          <p:spPr>
            <a:xfrm>
              <a:off x="8570436" y="2423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8" name="pt51728"/>
            <p:cNvSpPr/>
            <p:nvPr/>
          </p:nvSpPr>
          <p:spPr>
            <a:xfrm>
              <a:off x="8771364" y="21811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9" name="pt51729"/>
            <p:cNvSpPr/>
            <p:nvPr/>
          </p:nvSpPr>
          <p:spPr>
            <a:xfrm>
              <a:off x="8731558" y="24098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0" name="pt51730"/>
            <p:cNvSpPr/>
            <p:nvPr/>
          </p:nvSpPr>
          <p:spPr>
            <a:xfrm>
              <a:off x="8619838" y="22715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1" name="pt51731"/>
            <p:cNvSpPr/>
            <p:nvPr/>
          </p:nvSpPr>
          <p:spPr>
            <a:xfrm>
              <a:off x="9007935" y="1972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2" name="pt51732"/>
            <p:cNvSpPr/>
            <p:nvPr/>
          </p:nvSpPr>
          <p:spPr>
            <a:xfrm>
              <a:off x="8901845" y="21566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3" name="pt51733"/>
            <p:cNvSpPr/>
            <p:nvPr/>
          </p:nvSpPr>
          <p:spPr>
            <a:xfrm>
              <a:off x="9546889" y="19170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4" name="pt51734"/>
            <p:cNvSpPr/>
            <p:nvPr/>
          </p:nvSpPr>
          <p:spPr>
            <a:xfrm>
              <a:off x="8752612" y="21882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5" name="pt51735"/>
            <p:cNvSpPr/>
            <p:nvPr/>
          </p:nvSpPr>
          <p:spPr>
            <a:xfrm>
              <a:off x="9636399" y="20605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6" name="pt51736"/>
            <p:cNvSpPr/>
            <p:nvPr/>
          </p:nvSpPr>
          <p:spPr>
            <a:xfrm>
              <a:off x="8469500" y="23589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7" name="pt51737"/>
            <p:cNvSpPr/>
            <p:nvPr/>
          </p:nvSpPr>
          <p:spPr>
            <a:xfrm>
              <a:off x="8861436" y="21463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8" name="pt51738"/>
            <p:cNvSpPr/>
            <p:nvPr/>
          </p:nvSpPr>
          <p:spPr>
            <a:xfrm>
              <a:off x="9548628" y="19812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9" name="pt51739"/>
            <p:cNvSpPr/>
            <p:nvPr/>
          </p:nvSpPr>
          <p:spPr>
            <a:xfrm>
              <a:off x="8381780" y="24616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0" name="pt51740"/>
            <p:cNvSpPr/>
            <p:nvPr/>
          </p:nvSpPr>
          <p:spPr>
            <a:xfrm>
              <a:off x="8989011" y="19576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1" name="pt51741"/>
            <p:cNvSpPr/>
            <p:nvPr/>
          </p:nvSpPr>
          <p:spPr>
            <a:xfrm>
              <a:off x="8980466" y="20692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2" name="pt51742"/>
            <p:cNvSpPr/>
            <p:nvPr/>
          </p:nvSpPr>
          <p:spPr>
            <a:xfrm>
              <a:off x="9548628" y="21502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3" name="pt51743"/>
            <p:cNvSpPr/>
            <p:nvPr/>
          </p:nvSpPr>
          <p:spPr>
            <a:xfrm>
              <a:off x="8570436" y="23729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4" name="pt51744"/>
            <p:cNvSpPr/>
            <p:nvPr/>
          </p:nvSpPr>
          <p:spPr>
            <a:xfrm>
              <a:off x="8920215" y="21711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5" name="pt51745"/>
            <p:cNvSpPr/>
            <p:nvPr/>
          </p:nvSpPr>
          <p:spPr>
            <a:xfrm>
              <a:off x="9111342" y="21043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6" name="pt51746"/>
            <p:cNvSpPr/>
            <p:nvPr/>
          </p:nvSpPr>
          <p:spPr>
            <a:xfrm>
              <a:off x="8707558" y="22724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7" name="pt51747"/>
            <p:cNvSpPr/>
            <p:nvPr/>
          </p:nvSpPr>
          <p:spPr>
            <a:xfrm>
              <a:off x="9088645" y="19832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8" name="pt51748"/>
            <p:cNvSpPr/>
            <p:nvPr/>
          </p:nvSpPr>
          <p:spPr>
            <a:xfrm>
              <a:off x="8738867" y="20797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9" name="pt51749"/>
            <p:cNvSpPr/>
            <p:nvPr/>
          </p:nvSpPr>
          <p:spPr>
            <a:xfrm>
              <a:off x="9642404" y="24417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0" name="pt51750"/>
            <p:cNvSpPr/>
            <p:nvPr/>
          </p:nvSpPr>
          <p:spPr>
            <a:xfrm>
              <a:off x="8990670" y="18547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1" name="pt51751"/>
            <p:cNvSpPr/>
            <p:nvPr/>
          </p:nvSpPr>
          <p:spPr>
            <a:xfrm>
              <a:off x="8698750" y="24524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2" name="pt51752"/>
            <p:cNvSpPr/>
            <p:nvPr/>
          </p:nvSpPr>
          <p:spPr>
            <a:xfrm>
              <a:off x="8904593" y="22918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3" name="pt51753"/>
            <p:cNvSpPr/>
            <p:nvPr/>
          </p:nvSpPr>
          <p:spPr>
            <a:xfrm>
              <a:off x="8788268" y="2056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4" name="pt51754"/>
            <p:cNvSpPr/>
            <p:nvPr/>
          </p:nvSpPr>
          <p:spPr>
            <a:xfrm>
              <a:off x="9030305" y="19078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5" name="pt51755"/>
            <p:cNvSpPr/>
            <p:nvPr/>
          </p:nvSpPr>
          <p:spPr>
            <a:xfrm>
              <a:off x="8469500" y="23618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6" name="pt51756"/>
            <p:cNvSpPr/>
            <p:nvPr/>
          </p:nvSpPr>
          <p:spPr>
            <a:xfrm>
              <a:off x="9178775" y="19820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7" name="pt51757"/>
            <p:cNvSpPr/>
            <p:nvPr/>
          </p:nvSpPr>
          <p:spPr>
            <a:xfrm>
              <a:off x="9178775" y="20026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8" name="pt51758"/>
            <p:cNvSpPr/>
            <p:nvPr/>
          </p:nvSpPr>
          <p:spPr>
            <a:xfrm>
              <a:off x="9750516" y="22491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9" name="pt51759"/>
            <p:cNvSpPr/>
            <p:nvPr/>
          </p:nvSpPr>
          <p:spPr>
            <a:xfrm>
              <a:off x="8381780" y="22166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0" name="pt51760"/>
            <p:cNvSpPr/>
            <p:nvPr/>
          </p:nvSpPr>
          <p:spPr>
            <a:xfrm>
              <a:off x="9322929" y="22414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1" name="pt51761"/>
            <p:cNvSpPr/>
            <p:nvPr/>
          </p:nvSpPr>
          <p:spPr>
            <a:xfrm>
              <a:off x="8633583" y="21781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2" name="pt51762"/>
            <p:cNvSpPr/>
            <p:nvPr/>
          </p:nvSpPr>
          <p:spPr>
            <a:xfrm>
              <a:off x="9067835" y="20268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3" name="pt51763"/>
            <p:cNvSpPr/>
            <p:nvPr/>
          </p:nvSpPr>
          <p:spPr>
            <a:xfrm>
              <a:off x="8803657" y="20755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4" name="pt51764"/>
            <p:cNvSpPr/>
            <p:nvPr/>
          </p:nvSpPr>
          <p:spPr>
            <a:xfrm>
              <a:off x="9350622" y="21348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5" name="pt51765"/>
            <p:cNvSpPr/>
            <p:nvPr/>
          </p:nvSpPr>
          <p:spPr>
            <a:xfrm>
              <a:off x="8980466" y="19943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6" name="pt51766"/>
            <p:cNvSpPr/>
            <p:nvPr/>
          </p:nvSpPr>
          <p:spPr>
            <a:xfrm>
              <a:off x="8890393" y="19544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7" name="pt51767"/>
            <p:cNvSpPr/>
            <p:nvPr/>
          </p:nvSpPr>
          <p:spPr>
            <a:xfrm>
              <a:off x="9620546" y="22051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8" name="pt51768"/>
            <p:cNvSpPr/>
            <p:nvPr/>
          </p:nvSpPr>
          <p:spPr>
            <a:xfrm>
              <a:off x="8669239" y="23766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9" name="pt51769"/>
            <p:cNvSpPr/>
            <p:nvPr/>
          </p:nvSpPr>
          <p:spPr>
            <a:xfrm>
              <a:off x="9562708" y="19625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0" name="pt51770"/>
            <p:cNvSpPr/>
            <p:nvPr/>
          </p:nvSpPr>
          <p:spPr>
            <a:xfrm>
              <a:off x="9304571" y="2180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1" name="pt51771"/>
            <p:cNvSpPr/>
            <p:nvPr/>
          </p:nvSpPr>
          <p:spPr>
            <a:xfrm>
              <a:off x="8752612" y="2269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2" name="pt51772"/>
            <p:cNvSpPr/>
            <p:nvPr/>
          </p:nvSpPr>
          <p:spPr>
            <a:xfrm>
              <a:off x="9750516" y="24505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3" name="pt51773"/>
            <p:cNvSpPr/>
            <p:nvPr/>
          </p:nvSpPr>
          <p:spPr>
            <a:xfrm>
              <a:off x="8752612" y="22334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4" name="pt51774"/>
            <p:cNvSpPr/>
            <p:nvPr/>
          </p:nvSpPr>
          <p:spPr>
            <a:xfrm>
              <a:off x="9356410" y="2131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5" name="pt51775"/>
            <p:cNvSpPr/>
            <p:nvPr/>
          </p:nvSpPr>
          <p:spPr>
            <a:xfrm>
              <a:off x="9797803" y="26283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6" name="pt51776"/>
            <p:cNvSpPr/>
            <p:nvPr/>
          </p:nvSpPr>
          <p:spPr>
            <a:xfrm>
              <a:off x="8887406" y="19392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7" name="pt51777"/>
            <p:cNvSpPr/>
            <p:nvPr/>
          </p:nvSpPr>
          <p:spPr>
            <a:xfrm>
              <a:off x="8893328" y="21554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8" name="pt51778"/>
            <p:cNvSpPr/>
            <p:nvPr/>
          </p:nvSpPr>
          <p:spPr>
            <a:xfrm>
              <a:off x="8899053" y="21558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9" name="pt51779"/>
            <p:cNvSpPr/>
            <p:nvPr/>
          </p:nvSpPr>
          <p:spPr>
            <a:xfrm>
              <a:off x="9340807" y="21364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0" name="pt51780"/>
            <p:cNvSpPr/>
            <p:nvPr/>
          </p:nvSpPr>
          <p:spPr>
            <a:xfrm>
              <a:off x="8604896" y="21579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1" name="pt51781"/>
            <p:cNvSpPr/>
            <p:nvPr/>
          </p:nvSpPr>
          <p:spPr>
            <a:xfrm>
              <a:off x="8588529" y="22228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2" name="pt51782"/>
            <p:cNvSpPr/>
            <p:nvPr/>
          </p:nvSpPr>
          <p:spPr>
            <a:xfrm>
              <a:off x="8312152" y="23264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3" name="pt51783"/>
            <p:cNvSpPr/>
            <p:nvPr/>
          </p:nvSpPr>
          <p:spPr>
            <a:xfrm>
              <a:off x="9259623" y="19761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4" name="pt51784"/>
            <p:cNvSpPr/>
            <p:nvPr/>
          </p:nvSpPr>
          <p:spPr>
            <a:xfrm>
              <a:off x="8431181" y="25609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5" name="pt51785"/>
            <p:cNvSpPr/>
            <p:nvPr/>
          </p:nvSpPr>
          <p:spPr>
            <a:xfrm>
              <a:off x="9620546" y="23478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6" name="pt51786"/>
            <p:cNvSpPr/>
            <p:nvPr/>
          </p:nvSpPr>
          <p:spPr>
            <a:xfrm>
              <a:off x="8312152" y="23987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7" name="pt51787"/>
            <p:cNvSpPr/>
            <p:nvPr/>
          </p:nvSpPr>
          <p:spPr>
            <a:xfrm>
              <a:off x="9167950" y="1858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8" name="pt51788"/>
            <p:cNvSpPr/>
            <p:nvPr/>
          </p:nvSpPr>
          <p:spPr>
            <a:xfrm>
              <a:off x="9039244" y="16815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9" name="pt51789"/>
            <p:cNvSpPr/>
            <p:nvPr/>
          </p:nvSpPr>
          <p:spPr>
            <a:xfrm>
              <a:off x="9360483" y="21094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0" name="pt51790"/>
            <p:cNvSpPr/>
            <p:nvPr/>
          </p:nvSpPr>
          <p:spPr>
            <a:xfrm>
              <a:off x="8312152" y="22807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1" name="pt51791"/>
            <p:cNvSpPr/>
            <p:nvPr/>
          </p:nvSpPr>
          <p:spPr>
            <a:xfrm>
              <a:off x="9356410" y="20703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2" name="pt51792"/>
            <p:cNvSpPr/>
            <p:nvPr/>
          </p:nvSpPr>
          <p:spPr>
            <a:xfrm>
              <a:off x="8431181" y="25726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3" name="pt51793"/>
            <p:cNvSpPr/>
            <p:nvPr/>
          </p:nvSpPr>
          <p:spPr>
            <a:xfrm>
              <a:off x="8619838" y="22663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4" name="pt51794"/>
            <p:cNvSpPr/>
            <p:nvPr/>
          </p:nvSpPr>
          <p:spPr>
            <a:xfrm>
              <a:off x="8550210" y="23971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5" name="pt51795"/>
            <p:cNvSpPr/>
            <p:nvPr/>
          </p:nvSpPr>
          <p:spPr>
            <a:xfrm>
              <a:off x="8793552" y="20080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6" name="pt51796"/>
            <p:cNvSpPr/>
            <p:nvPr/>
          </p:nvSpPr>
          <p:spPr>
            <a:xfrm>
              <a:off x="9277923" y="19153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7" name="pt51797"/>
            <p:cNvSpPr/>
            <p:nvPr/>
          </p:nvSpPr>
          <p:spPr>
            <a:xfrm>
              <a:off x="9042937" y="17644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8" name="pt51798"/>
            <p:cNvSpPr/>
            <p:nvPr/>
          </p:nvSpPr>
          <p:spPr>
            <a:xfrm>
              <a:off x="8570436" y="23747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9" name="pt51799"/>
            <p:cNvSpPr/>
            <p:nvPr/>
          </p:nvSpPr>
          <p:spPr>
            <a:xfrm>
              <a:off x="8890393" y="19689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0" name="pt51800"/>
            <p:cNvSpPr/>
            <p:nvPr/>
          </p:nvSpPr>
          <p:spPr>
            <a:xfrm>
              <a:off x="9522221" y="20961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1" name="pt51801"/>
            <p:cNvSpPr/>
            <p:nvPr/>
          </p:nvSpPr>
          <p:spPr>
            <a:xfrm>
              <a:off x="8738867" y="18869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2" name="pt51802"/>
            <p:cNvSpPr/>
            <p:nvPr/>
          </p:nvSpPr>
          <p:spPr>
            <a:xfrm>
              <a:off x="9405714" y="19580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3" name="pt51803"/>
            <p:cNvSpPr/>
            <p:nvPr/>
          </p:nvSpPr>
          <p:spPr>
            <a:xfrm>
              <a:off x="8633583" y="20112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4" name="pt51804"/>
            <p:cNvSpPr/>
            <p:nvPr/>
          </p:nvSpPr>
          <p:spPr>
            <a:xfrm>
              <a:off x="8874912" y="22466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5" name="pt51805"/>
            <p:cNvSpPr/>
            <p:nvPr/>
          </p:nvSpPr>
          <p:spPr>
            <a:xfrm>
              <a:off x="9633844" y="21637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6" name="pt51806"/>
            <p:cNvSpPr/>
            <p:nvPr/>
          </p:nvSpPr>
          <p:spPr>
            <a:xfrm>
              <a:off x="8500809" y="25256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7" name="pt51807"/>
            <p:cNvSpPr/>
            <p:nvPr/>
          </p:nvSpPr>
          <p:spPr>
            <a:xfrm>
              <a:off x="8826587" y="21941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8" name="pt51808"/>
            <p:cNvSpPr/>
            <p:nvPr/>
          </p:nvSpPr>
          <p:spPr>
            <a:xfrm>
              <a:off x="8941268" y="18746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9" name="pt51809"/>
            <p:cNvSpPr/>
            <p:nvPr/>
          </p:nvSpPr>
          <p:spPr>
            <a:xfrm>
              <a:off x="9231999" y="20013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0" name="pt51810"/>
            <p:cNvSpPr/>
            <p:nvPr/>
          </p:nvSpPr>
          <p:spPr>
            <a:xfrm>
              <a:off x="9126216" y="20858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1" name="pt51811"/>
            <p:cNvSpPr/>
            <p:nvPr/>
          </p:nvSpPr>
          <p:spPr>
            <a:xfrm>
              <a:off x="9425448" y="19502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2" name="pt51812"/>
            <p:cNvSpPr/>
            <p:nvPr/>
          </p:nvSpPr>
          <p:spPr>
            <a:xfrm>
              <a:off x="9322929" y="21581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3" name="pt51813"/>
            <p:cNvSpPr/>
            <p:nvPr/>
          </p:nvSpPr>
          <p:spPr>
            <a:xfrm>
              <a:off x="8947749" y="20715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4" name="pt51814"/>
            <p:cNvSpPr/>
            <p:nvPr/>
          </p:nvSpPr>
          <p:spPr>
            <a:xfrm>
              <a:off x="8759093" y="21185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5" name="pt51815"/>
            <p:cNvSpPr/>
            <p:nvPr/>
          </p:nvSpPr>
          <p:spPr>
            <a:xfrm>
              <a:off x="8312152" y="24403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6" name="pt51816"/>
            <p:cNvSpPr/>
            <p:nvPr/>
          </p:nvSpPr>
          <p:spPr>
            <a:xfrm>
              <a:off x="9079049" y="19514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7" name="pt51817"/>
            <p:cNvSpPr/>
            <p:nvPr/>
          </p:nvSpPr>
          <p:spPr>
            <a:xfrm>
              <a:off x="8570436" y="25604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8" name="pt51818"/>
            <p:cNvSpPr/>
            <p:nvPr/>
          </p:nvSpPr>
          <p:spPr>
            <a:xfrm>
              <a:off x="9064645" y="18676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9" name="pt51819"/>
            <p:cNvSpPr/>
            <p:nvPr/>
          </p:nvSpPr>
          <p:spPr>
            <a:xfrm>
              <a:off x="9071998" y="18113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0" name="pt51820"/>
            <p:cNvSpPr/>
            <p:nvPr/>
          </p:nvSpPr>
          <p:spPr>
            <a:xfrm>
              <a:off x="8679650" y="23973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1" name="pt51821"/>
            <p:cNvSpPr/>
            <p:nvPr/>
          </p:nvSpPr>
          <p:spPr>
            <a:xfrm>
              <a:off x="8469500" y="24011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2" name="pt51822"/>
            <p:cNvSpPr/>
            <p:nvPr/>
          </p:nvSpPr>
          <p:spPr>
            <a:xfrm>
              <a:off x="8830827" y="2051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3" name="pt51823"/>
            <p:cNvSpPr/>
            <p:nvPr/>
          </p:nvSpPr>
          <p:spPr>
            <a:xfrm>
              <a:off x="9528241" y="1944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4" name="pt51824"/>
            <p:cNvSpPr/>
            <p:nvPr/>
          </p:nvSpPr>
          <p:spPr>
            <a:xfrm>
              <a:off x="8917708" y="20149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5" name="pt51825"/>
            <p:cNvSpPr/>
            <p:nvPr/>
          </p:nvSpPr>
          <p:spPr>
            <a:xfrm>
              <a:off x="9286979" y="19664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6" name="pt51826"/>
            <p:cNvSpPr/>
            <p:nvPr/>
          </p:nvSpPr>
          <p:spPr>
            <a:xfrm>
              <a:off x="8731558" y="21540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7" name="pt51827"/>
            <p:cNvSpPr/>
            <p:nvPr/>
          </p:nvSpPr>
          <p:spPr>
            <a:xfrm>
              <a:off x="8698750" y="23342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8" name="pt51828"/>
            <p:cNvSpPr/>
            <p:nvPr/>
          </p:nvSpPr>
          <p:spPr>
            <a:xfrm>
              <a:off x="8839006" y="21917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9" name="pt51829"/>
            <p:cNvSpPr/>
            <p:nvPr/>
          </p:nvSpPr>
          <p:spPr>
            <a:xfrm>
              <a:off x="9461227" y="24201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0" name="pt51830"/>
            <p:cNvSpPr/>
            <p:nvPr/>
          </p:nvSpPr>
          <p:spPr>
            <a:xfrm>
              <a:off x="8431181" y="24111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1" name="pt51831"/>
            <p:cNvSpPr/>
            <p:nvPr/>
          </p:nvSpPr>
          <p:spPr>
            <a:xfrm>
              <a:off x="9576430" y="20547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2" name="pt51832"/>
            <p:cNvSpPr/>
            <p:nvPr/>
          </p:nvSpPr>
          <p:spPr>
            <a:xfrm>
              <a:off x="8312152" y="24953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3" name="pt51833"/>
            <p:cNvSpPr/>
            <p:nvPr/>
          </p:nvSpPr>
          <p:spPr>
            <a:xfrm>
              <a:off x="8817779" y="22008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4" name="pt51834"/>
            <p:cNvSpPr/>
            <p:nvPr/>
          </p:nvSpPr>
          <p:spPr>
            <a:xfrm>
              <a:off x="8958035" y="22538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5" name="pt51835"/>
            <p:cNvSpPr/>
            <p:nvPr/>
          </p:nvSpPr>
          <p:spPr>
            <a:xfrm>
              <a:off x="8920215" y="21741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6" name="pt51836"/>
            <p:cNvSpPr/>
            <p:nvPr/>
          </p:nvSpPr>
          <p:spPr>
            <a:xfrm>
              <a:off x="8738867" y="22336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7" name="pt51837"/>
            <p:cNvSpPr/>
            <p:nvPr/>
          </p:nvSpPr>
          <p:spPr>
            <a:xfrm>
              <a:off x="9486369" y="24398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8" name="pt51838"/>
            <p:cNvSpPr/>
            <p:nvPr/>
          </p:nvSpPr>
          <p:spPr>
            <a:xfrm>
              <a:off x="8993941" y="20085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9" name="pt51839"/>
            <p:cNvSpPr/>
            <p:nvPr/>
          </p:nvSpPr>
          <p:spPr>
            <a:xfrm>
              <a:off x="8588529" y="22347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0" name="pt51840"/>
            <p:cNvSpPr/>
            <p:nvPr/>
          </p:nvSpPr>
          <p:spPr>
            <a:xfrm>
              <a:off x="9177111" y="20036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1" name="pt51841"/>
            <p:cNvSpPr/>
            <p:nvPr/>
          </p:nvSpPr>
          <p:spPr>
            <a:xfrm>
              <a:off x="9715521" y="23171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2" name="pt51842"/>
            <p:cNvSpPr/>
            <p:nvPr/>
          </p:nvSpPr>
          <p:spPr>
            <a:xfrm>
              <a:off x="9301626" y="21922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3" name="pt51843"/>
            <p:cNvSpPr/>
            <p:nvPr/>
          </p:nvSpPr>
          <p:spPr>
            <a:xfrm>
              <a:off x="9206269" y="17581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4" name="pt51844"/>
            <p:cNvSpPr/>
            <p:nvPr/>
          </p:nvSpPr>
          <p:spPr>
            <a:xfrm>
              <a:off x="8765338" y="19780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5" name="pt51845"/>
            <p:cNvSpPr/>
            <p:nvPr/>
          </p:nvSpPr>
          <p:spPr>
            <a:xfrm>
              <a:off x="9184210" y="22504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6" name="pt51846"/>
            <p:cNvSpPr/>
            <p:nvPr/>
          </p:nvSpPr>
          <p:spPr>
            <a:xfrm>
              <a:off x="8993941" y="20695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7" name="pt51847"/>
            <p:cNvSpPr/>
            <p:nvPr/>
          </p:nvSpPr>
          <p:spPr>
            <a:xfrm>
              <a:off x="8500809" y="25174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8" name="pt51848"/>
            <p:cNvSpPr/>
            <p:nvPr/>
          </p:nvSpPr>
          <p:spPr>
            <a:xfrm>
              <a:off x="9027663" y="18946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9" name="pt51849"/>
            <p:cNvSpPr/>
            <p:nvPr/>
          </p:nvSpPr>
          <p:spPr>
            <a:xfrm>
              <a:off x="8817779" y="21482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0" name="pt51850"/>
            <p:cNvSpPr/>
            <p:nvPr/>
          </p:nvSpPr>
          <p:spPr>
            <a:xfrm>
              <a:off x="8788268" y="21266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1" name="pt51851"/>
            <p:cNvSpPr/>
            <p:nvPr/>
          </p:nvSpPr>
          <p:spPr>
            <a:xfrm>
              <a:off x="8381780" y="23160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2" name="pt51852"/>
            <p:cNvSpPr/>
            <p:nvPr/>
          </p:nvSpPr>
          <p:spPr>
            <a:xfrm>
              <a:off x="8381780" y="23950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3" name="pt51853"/>
            <p:cNvSpPr/>
            <p:nvPr/>
          </p:nvSpPr>
          <p:spPr>
            <a:xfrm>
              <a:off x="9564411" y="20535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4" name="pt51854"/>
            <p:cNvSpPr/>
            <p:nvPr/>
          </p:nvSpPr>
          <p:spPr>
            <a:xfrm>
              <a:off x="8550210" y="24491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5" name="pt51855"/>
            <p:cNvSpPr/>
            <p:nvPr/>
          </p:nvSpPr>
          <p:spPr>
            <a:xfrm>
              <a:off x="8312152" y="24726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6" name="pt51856"/>
            <p:cNvSpPr/>
            <p:nvPr/>
          </p:nvSpPr>
          <p:spPr>
            <a:xfrm>
              <a:off x="9480563" y="24940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7" name="pt51857"/>
            <p:cNvSpPr/>
            <p:nvPr/>
          </p:nvSpPr>
          <p:spPr>
            <a:xfrm>
              <a:off x="8723925" y="21981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8" name="pt51858"/>
            <p:cNvSpPr/>
            <p:nvPr/>
          </p:nvSpPr>
          <p:spPr>
            <a:xfrm>
              <a:off x="8431181" y="24306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9" name="pt51859"/>
            <p:cNvSpPr/>
            <p:nvPr/>
          </p:nvSpPr>
          <p:spPr>
            <a:xfrm>
              <a:off x="9594370" y="23769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0" name="pt51860"/>
            <p:cNvSpPr/>
            <p:nvPr/>
          </p:nvSpPr>
          <p:spPr>
            <a:xfrm>
              <a:off x="8868306" y="21519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1" name="pt51861"/>
            <p:cNvSpPr/>
            <p:nvPr/>
          </p:nvSpPr>
          <p:spPr>
            <a:xfrm>
              <a:off x="8500809" y="25881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2" name="pt51862"/>
            <p:cNvSpPr/>
            <p:nvPr/>
          </p:nvSpPr>
          <p:spPr>
            <a:xfrm>
              <a:off x="9367432" y="19174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3" name="pt51863"/>
            <p:cNvSpPr/>
            <p:nvPr/>
          </p:nvSpPr>
          <p:spPr>
            <a:xfrm>
              <a:off x="8956027" y="21003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4" name="pt51864"/>
            <p:cNvSpPr/>
            <p:nvPr/>
          </p:nvSpPr>
          <p:spPr>
            <a:xfrm>
              <a:off x="8707558" y="2212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5" name="pt51865"/>
            <p:cNvSpPr/>
            <p:nvPr/>
          </p:nvSpPr>
          <p:spPr>
            <a:xfrm>
              <a:off x="8312152" y="25988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6" name="pt51866"/>
            <p:cNvSpPr/>
            <p:nvPr/>
          </p:nvSpPr>
          <p:spPr>
            <a:xfrm>
              <a:off x="8588529" y="22082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7" name="pt51867"/>
            <p:cNvSpPr/>
            <p:nvPr/>
          </p:nvSpPr>
          <p:spPr>
            <a:xfrm>
              <a:off x="9030305" y="19119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8" name="pt51868"/>
            <p:cNvSpPr/>
            <p:nvPr/>
          </p:nvSpPr>
          <p:spPr>
            <a:xfrm>
              <a:off x="8765338" y="20869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9" name="pt51869"/>
            <p:cNvSpPr/>
            <p:nvPr/>
          </p:nvSpPr>
          <p:spPr>
            <a:xfrm>
              <a:off x="8980466" y="19598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0" name="pt51870"/>
            <p:cNvSpPr/>
            <p:nvPr/>
          </p:nvSpPr>
          <p:spPr>
            <a:xfrm>
              <a:off x="9010896" y="17842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1" name="pt51871"/>
            <p:cNvSpPr/>
            <p:nvPr/>
          </p:nvSpPr>
          <p:spPr>
            <a:xfrm>
              <a:off x="8864906" y="20718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2" name="pt51872"/>
            <p:cNvSpPr/>
            <p:nvPr/>
          </p:nvSpPr>
          <p:spPr>
            <a:xfrm>
              <a:off x="9434026" y="18594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3" name="pt51873"/>
            <p:cNvSpPr/>
            <p:nvPr/>
          </p:nvSpPr>
          <p:spPr>
            <a:xfrm>
              <a:off x="8312152" y="21725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4" name="pt51874"/>
            <p:cNvSpPr/>
            <p:nvPr/>
          </p:nvSpPr>
          <p:spPr>
            <a:xfrm>
              <a:off x="8604896" y="23009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5" name="pt51875"/>
            <p:cNvSpPr/>
            <p:nvPr/>
          </p:nvSpPr>
          <p:spPr>
            <a:xfrm>
              <a:off x="8312152" y="24693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6" name="pt51876"/>
            <p:cNvSpPr/>
            <p:nvPr/>
          </p:nvSpPr>
          <p:spPr>
            <a:xfrm>
              <a:off x="8570436" y="25120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7" name="pt51877"/>
            <p:cNvSpPr/>
            <p:nvPr/>
          </p:nvSpPr>
          <p:spPr>
            <a:xfrm>
              <a:off x="8698750" y="2414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8" name="pt51878"/>
            <p:cNvSpPr/>
            <p:nvPr/>
          </p:nvSpPr>
          <p:spPr>
            <a:xfrm>
              <a:off x="9118548" y="22323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9" name="pt51879"/>
            <p:cNvSpPr/>
            <p:nvPr/>
          </p:nvSpPr>
          <p:spPr>
            <a:xfrm>
              <a:off x="9486369" y="24509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0" name="pt51880"/>
            <p:cNvSpPr/>
            <p:nvPr/>
          </p:nvSpPr>
          <p:spPr>
            <a:xfrm>
              <a:off x="9287859" y="19314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1" name="pt51881"/>
            <p:cNvSpPr/>
            <p:nvPr/>
          </p:nvSpPr>
          <p:spPr>
            <a:xfrm>
              <a:off x="8381780" y="2305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2" name="pt51882"/>
            <p:cNvSpPr/>
            <p:nvPr/>
          </p:nvSpPr>
          <p:spPr>
            <a:xfrm>
              <a:off x="9062485" y="19725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3" name="pt51883"/>
            <p:cNvSpPr/>
            <p:nvPr/>
          </p:nvSpPr>
          <p:spPr>
            <a:xfrm>
              <a:off x="9509103" y="21330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4" name="pt51884"/>
            <p:cNvSpPr/>
            <p:nvPr/>
          </p:nvSpPr>
          <p:spPr>
            <a:xfrm>
              <a:off x="8765338" y="22676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5" name="pt51885"/>
            <p:cNvSpPr/>
            <p:nvPr/>
          </p:nvSpPr>
          <p:spPr>
            <a:xfrm>
              <a:off x="8431181" y="25065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6" name="pt51886"/>
            <p:cNvSpPr/>
            <p:nvPr/>
          </p:nvSpPr>
          <p:spPr>
            <a:xfrm>
              <a:off x="9289315" y="19590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7" name="pt51887"/>
            <p:cNvSpPr/>
            <p:nvPr/>
          </p:nvSpPr>
          <p:spPr>
            <a:xfrm>
              <a:off x="9035469" y="17546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8" name="pt51888"/>
            <p:cNvSpPr/>
            <p:nvPr/>
          </p:nvSpPr>
          <p:spPr>
            <a:xfrm>
              <a:off x="8846813" y="1953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9" name="pt51889"/>
            <p:cNvSpPr/>
            <p:nvPr/>
          </p:nvSpPr>
          <p:spPr>
            <a:xfrm>
              <a:off x="8312152" y="21435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0" name="pt51890"/>
            <p:cNvSpPr/>
            <p:nvPr/>
          </p:nvSpPr>
          <p:spPr>
            <a:xfrm>
              <a:off x="8850587" y="2190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1" name="pt51891"/>
            <p:cNvSpPr/>
            <p:nvPr/>
          </p:nvSpPr>
          <p:spPr>
            <a:xfrm>
              <a:off x="9111342" y="20979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2" name="pt51892"/>
            <p:cNvSpPr/>
            <p:nvPr/>
          </p:nvSpPr>
          <p:spPr>
            <a:xfrm>
              <a:off x="8907297" y="20543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3" name="pt51893"/>
            <p:cNvSpPr/>
            <p:nvPr/>
          </p:nvSpPr>
          <p:spPr>
            <a:xfrm>
              <a:off x="9178222" y="20209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4" name="pt51894"/>
            <p:cNvSpPr/>
            <p:nvPr/>
          </p:nvSpPr>
          <p:spPr>
            <a:xfrm>
              <a:off x="8646309" y="24220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5" name="pt51895"/>
            <p:cNvSpPr/>
            <p:nvPr/>
          </p:nvSpPr>
          <p:spPr>
            <a:xfrm>
              <a:off x="9525110" y="17561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6" name="pt51896"/>
            <p:cNvSpPr/>
            <p:nvPr/>
          </p:nvSpPr>
          <p:spPr>
            <a:xfrm>
              <a:off x="8956027" y="21507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7" name="pt51897"/>
            <p:cNvSpPr/>
            <p:nvPr/>
          </p:nvSpPr>
          <p:spPr>
            <a:xfrm>
              <a:off x="8949856" y="21113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8" name="pt51898"/>
            <p:cNvSpPr/>
            <p:nvPr/>
          </p:nvSpPr>
          <p:spPr>
            <a:xfrm>
              <a:off x="9047741" y="2050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9" name="pt51899"/>
            <p:cNvSpPr/>
            <p:nvPr/>
          </p:nvSpPr>
          <p:spPr>
            <a:xfrm>
              <a:off x="8793552" y="21370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0" name="pt51900"/>
            <p:cNvSpPr/>
            <p:nvPr/>
          </p:nvSpPr>
          <p:spPr>
            <a:xfrm>
              <a:off x="9098616" y="21014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1" name="pt51901"/>
            <p:cNvSpPr/>
            <p:nvPr/>
          </p:nvSpPr>
          <p:spPr>
            <a:xfrm>
              <a:off x="8949856" y="21143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2" name="pt51902"/>
            <p:cNvSpPr/>
            <p:nvPr/>
          </p:nvSpPr>
          <p:spPr>
            <a:xfrm>
              <a:off x="9084871" y="19989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3" name="pt51903"/>
            <p:cNvSpPr/>
            <p:nvPr/>
          </p:nvSpPr>
          <p:spPr>
            <a:xfrm>
              <a:off x="8980466" y="20328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4" name="pt51904"/>
            <p:cNvSpPr/>
            <p:nvPr/>
          </p:nvSpPr>
          <p:spPr>
            <a:xfrm>
              <a:off x="8707558" y="22207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5" name="pt51905"/>
            <p:cNvSpPr/>
            <p:nvPr/>
          </p:nvSpPr>
          <p:spPr>
            <a:xfrm>
              <a:off x="9052414" y="20652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6" name="pt51906"/>
            <p:cNvSpPr/>
            <p:nvPr/>
          </p:nvSpPr>
          <p:spPr>
            <a:xfrm>
              <a:off x="8777185" y="2244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7" name="pt51907"/>
            <p:cNvSpPr/>
            <p:nvPr/>
          </p:nvSpPr>
          <p:spPr>
            <a:xfrm>
              <a:off x="8431181" y="24491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8" name="pt51908"/>
            <p:cNvSpPr/>
            <p:nvPr/>
          </p:nvSpPr>
          <p:spPr>
            <a:xfrm>
              <a:off x="8947749" y="21218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9" name="pt51909"/>
            <p:cNvSpPr/>
            <p:nvPr/>
          </p:nvSpPr>
          <p:spPr>
            <a:xfrm>
              <a:off x="8469500" y="22588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0" name="pt51910"/>
            <p:cNvSpPr/>
            <p:nvPr/>
          </p:nvSpPr>
          <p:spPr>
            <a:xfrm>
              <a:off x="8431181" y="26027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1" name="pt51911"/>
            <p:cNvSpPr/>
            <p:nvPr/>
          </p:nvSpPr>
          <p:spPr>
            <a:xfrm>
              <a:off x="8759093" y="20908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2" name="pt51912"/>
            <p:cNvSpPr/>
            <p:nvPr/>
          </p:nvSpPr>
          <p:spPr>
            <a:xfrm>
              <a:off x="8312152" y="25127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3" name="pt51913"/>
            <p:cNvSpPr/>
            <p:nvPr/>
          </p:nvSpPr>
          <p:spPr>
            <a:xfrm>
              <a:off x="9087709" y="19498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4" name="pt51914"/>
            <p:cNvSpPr/>
            <p:nvPr/>
          </p:nvSpPr>
          <p:spPr>
            <a:xfrm>
              <a:off x="9185276" y="24109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5" name="pt51915"/>
            <p:cNvSpPr/>
            <p:nvPr/>
          </p:nvSpPr>
          <p:spPr>
            <a:xfrm>
              <a:off x="9573129" y="23731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6" name="pt51916"/>
            <p:cNvSpPr/>
            <p:nvPr/>
          </p:nvSpPr>
          <p:spPr>
            <a:xfrm>
              <a:off x="9701667" y="23401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7" name="pt51917"/>
            <p:cNvSpPr/>
            <p:nvPr/>
          </p:nvSpPr>
          <p:spPr>
            <a:xfrm>
              <a:off x="8868306" y="22010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8" name="pt51918"/>
            <p:cNvSpPr/>
            <p:nvPr/>
          </p:nvSpPr>
          <p:spPr>
            <a:xfrm>
              <a:off x="9135698" y="1986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9" name="pt51919"/>
            <p:cNvSpPr/>
            <p:nvPr/>
          </p:nvSpPr>
          <p:spPr>
            <a:xfrm>
              <a:off x="8907297" y="21010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0" name="pt51920"/>
            <p:cNvSpPr/>
            <p:nvPr/>
          </p:nvSpPr>
          <p:spPr>
            <a:xfrm>
              <a:off x="9324827" y="22206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1" name="pt51921"/>
            <p:cNvSpPr/>
            <p:nvPr/>
          </p:nvSpPr>
          <p:spPr>
            <a:xfrm>
              <a:off x="8899053" y="21188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2" name="pt51922"/>
            <p:cNvSpPr/>
            <p:nvPr/>
          </p:nvSpPr>
          <p:spPr>
            <a:xfrm>
              <a:off x="8771364" y="23084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3" name="pt51923"/>
            <p:cNvSpPr/>
            <p:nvPr/>
          </p:nvSpPr>
          <p:spPr>
            <a:xfrm>
              <a:off x="8381780" y="2465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4" name="pt51924"/>
            <p:cNvSpPr/>
            <p:nvPr/>
          </p:nvSpPr>
          <p:spPr>
            <a:xfrm>
              <a:off x="8550210" y="25531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5" name="pt51925"/>
            <p:cNvSpPr/>
            <p:nvPr/>
          </p:nvSpPr>
          <p:spPr>
            <a:xfrm>
              <a:off x="9274162" y="17242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6" name="pt51926"/>
            <p:cNvSpPr/>
            <p:nvPr/>
          </p:nvSpPr>
          <p:spPr>
            <a:xfrm>
              <a:off x="9405714" y="19143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7" name="pt51927"/>
            <p:cNvSpPr/>
            <p:nvPr/>
          </p:nvSpPr>
          <p:spPr>
            <a:xfrm>
              <a:off x="8669239" y="24281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8" name="pt51928"/>
            <p:cNvSpPr/>
            <p:nvPr/>
          </p:nvSpPr>
          <p:spPr>
            <a:xfrm>
              <a:off x="9037995" y="18881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9" name="pt51929"/>
            <p:cNvSpPr/>
            <p:nvPr/>
          </p:nvSpPr>
          <p:spPr>
            <a:xfrm>
              <a:off x="8500809" y="2567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0" name="pt51930"/>
            <p:cNvSpPr/>
            <p:nvPr/>
          </p:nvSpPr>
          <p:spPr>
            <a:xfrm>
              <a:off x="9350622" y="20651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1" name="pt51931"/>
            <p:cNvSpPr/>
            <p:nvPr/>
          </p:nvSpPr>
          <p:spPr>
            <a:xfrm>
              <a:off x="8861436" y="19672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2" name="pt51932"/>
            <p:cNvSpPr/>
            <p:nvPr/>
          </p:nvSpPr>
          <p:spPr>
            <a:xfrm>
              <a:off x="9367432" y="19528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3" name="pt51933"/>
            <p:cNvSpPr/>
            <p:nvPr/>
          </p:nvSpPr>
          <p:spPr>
            <a:xfrm>
              <a:off x="9308507" y="21776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4" name="pt51934"/>
            <p:cNvSpPr/>
            <p:nvPr/>
          </p:nvSpPr>
          <p:spPr>
            <a:xfrm>
              <a:off x="8550210" y="22142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5" name="pt51935"/>
            <p:cNvSpPr/>
            <p:nvPr/>
          </p:nvSpPr>
          <p:spPr>
            <a:xfrm>
              <a:off x="9277923" y="20486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6" name="pt51936"/>
            <p:cNvSpPr/>
            <p:nvPr/>
          </p:nvSpPr>
          <p:spPr>
            <a:xfrm>
              <a:off x="8839006" y="22089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7" name="pt51937"/>
            <p:cNvSpPr/>
            <p:nvPr/>
          </p:nvSpPr>
          <p:spPr>
            <a:xfrm>
              <a:off x="8431181" y="22966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8" name="pt51938"/>
            <p:cNvSpPr/>
            <p:nvPr/>
          </p:nvSpPr>
          <p:spPr>
            <a:xfrm>
              <a:off x="8752612" y="21577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9" name="pt51939"/>
            <p:cNvSpPr/>
            <p:nvPr/>
          </p:nvSpPr>
          <p:spPr>
            <a:xfrm>
              <a:off x="8826587" y="22734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0" name="pt51940"/>
            <p:cNvSpPr/>
            <p:nvPr/>
          </p:nvSpPr>
          <p:spPr>
            <a:xfrm>
              <a:off x="9382404" y="21077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1" name="pt51941"/>
            <p:cNvSpPr/>
            <p:nvPr/>
          </p:nvSpPr>
          <p:spPr>
            <a:xfrm>
              <a:off x="8469500" y="22141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2" name="pt51942"/>
            <p:cNvSpPr/>
            <p:nvPr/>
          </p:nvSpPr>
          <p:spPr>
            <a:xfrm>
              <a:off x="9097733" y="17469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3" name="pt51943"/>
            <p:cNvSpPr/>
            <p:nvPr/>
          </p:nvSpPr>
          <p:spPr>
            <a:xfrm>
              <a:off x="8960020" y="22681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4" name="pt51944"/>
            <p:cNvSpPr/>
            <p:nvPr/>
          </p:nvSpPr>
          <p:spPr>
            <a:xfrm>
              <a:off x="9084871" y="18687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5" name="pt51945"/>
            <p:cNvSpPr/>
            <p:nvPr/>
          </p:nvSpPr>
          <p:spPr>
            <a:xfrm>
              <a:off x="9087709" y="21572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6" name="pt51946"/>
            <p:cNvSpPr/>
            <p:nvPr/>
          </p:nvSpPr>
          <p:spPr>
            <a:xfrm>
              <a:off x="9087709" y="19786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7" name="pt51947"/>
            <p:cNvSpPr/>
            <p:nvPr/>
          </p:nvSpPr>
          <p:spPr>
            <a:xfrm>
              <a:off x="9548435" y="22911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8" name="pt51948"/>
            <p:cNvSpPr/>
            <p:nvPr/>
          </p:nvSpPr>
          <p:spPr>
            <a:xfrm>
              <a:off x="8469500" y="23150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9" name="pt51949"/>
            <p:cNvSpPr/>
            <p:nvPr/>
          </p:nvSpPr>
          <p:spPr>
            <a:xfrm>
              <a:off x="9978328" y="26257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0" name="pt51950"/>
            <p:cNvSpPr/>
            <p:nvPr/>
          </p:nvSpPr>
          <p:spPr>
            <a:xfrm>
              <a:off x="8431181" y="24492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1" name="pt51951"/>
            <p:cNvSpPr/>
            <p:nvPr/>
          </p:nvSpPr>
          <p:spPr>
            <a:xfrm>
              <a:off x="8570436" y="24390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2" name="pt51952"/>
            <p:cNvSpPr/>
            <p:nvPr/>
          </p:nvSpPr>
          <p:spPr>
            <a:xfrm>
              <a:off x="8826587" y="22669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3" name="pt51953"/>
            <p:cNvSpPr/>
            <p:nvPr/>
          </p:nvSpPr>
          <p:spPr>
            <a:xfrm>
              <a:off x="8932228" y="19112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4" name="pt51954"/>
            <p:cNvSpPr/>
            <p:nvPr/>
          </p:nvSpPr>
          <p:spPr>
            <a:xfrm>
              <a:off x="8679650" y="24784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5" name="pt51955"/>
            <p:cNvSpPr/>
            <p:nvPr/>
          </p:nvSpPr>
          <p:spPr>
            <a:xfrm>
              <a:off x="8949856" y="21175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6" name="pt51956"/>
            <p:cNvSpPr/>
            <p:nvPr/>
          </p:nvSpPr>
          <p:spPr>
            <a:xfrm>
              <a:off x="9537100" y="21728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7" name="pt51957"/>
            <p:cNvSpPr/>
            <p:nvPr/>
          </p:nvSpPr>
          <p:spPr>
            <a:xfrm>
              <a:off x="8698750" y="24101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8" name="pt51958"/>
            <p:cNvSpPr/>
            <p:nvPr/>
          </p:nvSpPr>
          <p:spPr>
            <a:xfrm>
              <a:off x="8469500" y="22586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9" name="pt51959"/>
            <p:cNvSpPr/>
            <p:nvPr/>
          </p:nvSpPr>
          <p:spPr>
            <a:xfrm>
              <a:off x="8864906" y="2069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0" name="pt51960"/>
            <p:cNvSpPr/>
            <p:nvPr/>
          </p:nvSpPr>
          <p:spPr>
            <a:xfrm>
              <a:off x="9087709" y="19601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1" name="pt51961"/>
            <p:cNvSpPr/>
            <p:nvPr/>
          </p:nvSpPr>
          <p:spPr>
            <a:xfrm>
              <a:off x="9146692" y="20464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2" name="pt51962"/>
            <p:cNvSpPr/>
            <p:nvPr/>
          </p:nvSpPr>
          <p:spPr>
            <a:xfrm>
              <a:off x="9482363" y="22966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3" name="pt51963"/>
            <p:cNvSpPr/>
            <p:nvPr/>
          </p:nvSpPr>
          <p:spPr>
            <a:xfrm>
              <a:off x="9642404" y="21589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4" name="pt51964"/>
            <p:cNvSpPr/>
            <p:nvPr/>
          </p:nvSpPr>
          <p:spPr>
            <a:xfrm>
              <a:off x="9068885" y="18796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5" name="pt51965"/>
            <p:cNvSpPr/>
            <p:nvPr/>
          </p:nvSpPr>
          <p:spPr>
            <a:xfrm>
              <a:off x="9436506" y="22262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6" name="pt51966"/>
            <p:cNvSpPr/>
            <p:nvPr/>
          </p:nvSpPr>
          <p:spPr>
            <a:xfrm>
              <a:off x="8312152" y="2098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7" name="pt51967"/>
            <p:cNvSpPr/>
            <p:nvPr/>
          </p:nvSpPr>
          <p:spPr>
            <a:xfrm>
              <a:off x="8689465" y="26314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8" name="pt51968"/>
            <p:cNvSpPr/>
            <p:nvPr/>
          </p:nvSpPr>
          <p:spPr>
            <a:xfrm>
              <a:off x="9197089" y="16466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9" name="pt51969"/>
            <p:cNvSpPr/>
            <p:nvPr/>
          </p:nvSpPr>
          <p:spPr>
            <a:xfrm>
              <a:off x="8826587" y="2175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0" name="pt51970"/>
            <p:cNvSpPr/>
            <p:nvPr/>
          </p:nvSpPr>
          <p:spPr>
            <a:xfrm>
              <a:off x="9321732" y="21730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1" name="pt51971"/>
            <p:cNvSpPr/>
            <p:nvPr/>
          </p:nvSpPr>
          <p:spPr>
            <a:xfrm>
              <a:off x="8570436" y="2617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2" name="pt51972"/>
            <p:cNvSpPr/>
            <p:nvPr/>
          </p:nvSpPr>
          <p:spPr>
            <a:xfrm>
              <a:off x="8960020" y="21962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3" name="pt51973"/>
            <p:cNvSpPr/>
            <p:nvPr/>
          </p:nvSpPr>
          <p:spPr>
            <a:xfrm>
              <a:off x="8679650" y="23686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4" name="pt51974"/>
            <p:cNvSpPr/>
            <p:nvPr/>
          </p:nvSpPr>
          <p:spPr>
            <a:xfrm>
              <a:off x="8527280" y="25718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5" name="pt51975"/>
            <p:cNvSpPr/>
            <p:nvPr/>
          </p:nvSpPr>
          <p:spPr>
            <a:xfrm>
              <a:off x="8312152" y="25218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6" name="pt51976"/>
            <p:cNvSpPr/>
            <p:nvPr/>
          </p:nvSpPr>
          <p:spPr>
            <a:xfrm>
              <a:off x="9680997" y="24482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7" name="pt51977"/>
            <p:cNvSpPr/>
            <p:nvPr/>
          </p:nvSpPr>
          <p:spPr>
            <a:xfrm>
              <a:off x="8570436" y="23714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8" name="pt51978"/>
            <p:cNvSpPr/>
            <p:nvPr/>
          </p:nvSpPr>
          <p:spPr>
            <a:xfrm>
              <a:off x="9388372" y="2115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9" name="pt51979"/>
            <p:cNvSpPr/>
            <p:nvPr/>
          </p:nvSpPr>
          <p:spPr>
            <a:xfrm>
              <a:off x="8927523" y="18672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0" name="pt51980"/>
            <p:cNvSpPr/>
            <p:nvPr/>
          </p:nvSpPr>
          <p:spPr>
            <a:xfrm>
              <a:off x="8312152" y="24782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1" name="pt51981"/>
            <p:cNvSpPr/>
            <p:nvPr/>
          </p:nvSpPr>
          <p:spPr>
            <a:xfrm>
              <a:off x="9179876" y="18528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2" name="pt51982"/>
            <p:cNvSpPr/>
            <p:nvPr/>
          </p:nvSpPr>
          <p:spPr>
            <a:xfrm>
              <a:off x="8312152" y="24412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3" name="pt51983"/>
            <p:cNvSpPr/>
            <p:nvPr/>
          </p:nvSpPr>
          <p:spPr>
            <a:xfrm>
              <a:off x="9044150" y="1792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4" name="pt51984"/>
            <p:cNvSpPr/>
            <p:nvPr/>
          </p:nvSpPr>
          <p:spPr>
            <a:xfrm>
              <a:off x="8922686" y="18430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5" name="pt51985"/>
            <p:cNvSpPr/>
            <p:nvPr/>
          </p:nvSpPr>
          <p:spPr>
            <a:xfrm>
              <a:off x="9346306" y="21372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6" name="pt51986"/>
            <p:cNvSpPr/>
            <p:nvPr/>
          </p:nvSpPr>
          <p:spPr>
            <a:xfrm>
              <a:off x="9828342" y="22701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7" name="pt51987"/>
            <p:cNvSpPr/>
            <p:nvPr/>
          </p:nvSpPr>
          <p:spPr>
            <a:xfrm>
              <a:off x="8846813" y="21856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8" name="pt51988"/>
            <p:cNvSpPr/>
            <p:nvPr/>
          </p:nvSpPr>
          <p:spPr>
            <a:xfrm>
              <a:off x="8431181" y="2410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9" name="pt51989"/>
            <p:cNvSpPr/>
            <p:nvPr/>
          </p:nvSpPr>
          <p:spPr>
            <a:xfrm>
              <a:off x="8431181" y="23786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0" name="pt51990"/>
            <p:cNvSpPr/>
            <p:nvPr/>
          </p:nvSpPr>
          <p:spPr>
            <a:xfrm>
              <a:off x="8817779" y="20686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1" name="pt51991"/>
            <p:cNvSpPr/>
            <p:nvPr/>
          </p:nvSpPr>
          <p:spPr>
            <a:xfrm>
              <a:off x="8922686" y="19380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2" name="pt51992"/>
            <p:cNvSpPr/>
            <p:nvPr/>
          </p:nvSpPr>
          <p:spPr>
            <a:xfrm>
              <a:off x="9750516" y="24350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3" name="pt51993"/>
            <p:cNvSpPr/>
            <p:nvPr/>
          </p:nvSpPr>
          <p:spPr>
            <a:xfrm>
              <a:off x="9874745" y="2373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4" name="pt51994"/>
            <p:cNvSpPr/>
            <p:nvPr/>
          </p:nvSpPr>
          <p:spPr>
            <a:xfrm>
              <a:off x="9215429" y="21290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5" name="pt51995"/>
            <p:cNvSpPr/>
            <p:nvPr/>
          </p:nvSpPr>
          <p:spPr>
            <a:xfrm>
              <a:off x="9199552" y="17883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6" name="pt51996"/>
            <p:cNvSpPr/>
            <p:nvPr/>
          </p:nvSpPr>
          <p:spPr>
            <a:xfrm>
              <a:off x="8619838" y="22739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7" name="pt51997"/>
            <p:cNvSpPr/>
            <p:nvPr/>
          </p:nvSpPr>
          <p:spPr>
            <a:xfrm>
              <a:off x="8887406" y="14997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8" name="pt51998"/>
            <p:cNvSpPr/>
            <p:nvPr/>
          </p:nvSpPr>
          <p:spPr>
            <a:xfrm>
              <a:off x="8817779" y="20766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9" name="pt51999"/>
            <p:cNvSpPr/>
            <p:nvPr/>
          </p:nvSpPr>
          <p:spPr>
            <a:xfrm>
              <a:off x="8861436" y="20407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0" name="pt52000"/>
            <p:cNvSpPr/>
            <p:nvPr/>
          </p:nvSpPr>
          <p:spPr>
            <a:xfrm>
              <a:off x="9222422" y="1933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1" name="pt52001"/>
            <p:cNvSpPr/>
            <p:nvPr/>
          </p:nvSpPr>
          <p:spPr>
            <a:xfrm>
              <a:off x="8947749" y="20417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2" name="pt52002"/>
            <p:cNvSpPr/>
            <p:nvPr/>
          </p:nvSpPr>
          <p:spPr>
            <a:xfrm>
              <a:off x="8469500" y="24262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3" name="pt52003"/>
            <p:cNvSpPr/>
            <p:nvPr/>
          </p:nvSpPr>
          <p:spPr>
            <a:xfrm>
              <a:off x="8960020" y="20826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4" name="pt52004"/>
            <p:cNvSpPr/>
            <p:nvPr/>
          </p:nvSpPr>
          <p:spPr>
            <a:xfrm>
              <a:off x="8500809" y="2556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5" name="pt52005"/>
            <p:cNvSpPr/>
            <p:nvPr/>
          </p:nvSpPr>
          <p:spPr>
            <a:xfrm>
              <a:off x="8312152" y="24662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6" name="pt52006"/>
            <p:cNvSpPr/>
            <p:nvPr/>
          </p:nvSpPr>
          <p:spPr>
            <a:xfrm>
              <a:off x="8646309" y="24643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7" name="pt52007"/>
            <p:cNvSpPr/>
            <p:nvPr/>
          </p:nvSpPr>
          <p:spPr>
            <a:xfrm>
              <a:off x="8798679" y="2265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8" name="pt52008"/>
            <p:cNvSpPr/>
            <p:nvPr/>
          </p:nvSpPr>
          <p:spPr>
            <a:xfrm>
              <a:off x="9174300" y="19953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9" name="pt52009"/>
            <p:cNvSpPr/>
            <p:nvPr/>
          </p:nvSpPr>
          <p:spPr>
            <a:xfrm>
              <a:off x="8992313" y="17944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0" name="pt52010"/>
            <p:cNvSpPr/>
            <p:nvPr/>
          </p:nvSpPr>
          <p:spPr>
            <a:xfrm>
              <a:off x="8550210" y="26169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1" name="pt52011"/>
            <p:cNvSpPr/>
            <p:nvPr/>
          </p:nvSpPr>
          <p:spPr>
            <a:xfrm>
              <a:off x="8707558" y="22606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2" name="pt52012"/>
            <p:cNvSpPr/>
            <p:nvPr/>
          </p:nvSpPr>
          <p:spPr>
            <a:xfrm>
              <a:off x="8679650" y="2512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3" name="pt52013"/>
            <p:cNvSpPr/>
            <p:nvPr/>
          </p:nvSpPr>
          <p:spPr>
            <a:xfrm>
              <a:off x="8963923" y="22508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4" name="pt52014"/>
            <p:cNvSpPr/>
            <p:nvPr/>
          </p:nvSpPr>
          <p:spPr>
            <a:xfrm>
              <a:off x="8738867" y="22010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5" name="pt52015"/>
            <p:cNvSpPr/>
            <p:nvPr/>
          </p:nvSpPr>
          <p:spPr>
            <a:xfrm>
              <a:off x="9294459" y="19980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6" name="pt52016"/>
            <p:cNvSpPr/>
            <p:nvPr/>
          </p:nvSpPr>
          <p:spPr>
            <a:xfrm>
              <a:off x="8381780" y="22338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7" name="pt52017"/>
            <p:cNvSpPr/>
            <p:nvPr/>
          </p:nvSpPr>
          <p:spPr>
            <a:xfrm>
              <a:off x="8965842" y="22668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8" name="pt52018"/>
            <p:cNvSpPr/>
            <p:nvPr/>
          </p:nvSpPr>
          <p:spPr>
            <a:xfrm>
              <a:off x="8431181" y="23309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9" name="pt52019"/>
            <p:cNvSpPr/>
            <p:nvPr/>
          </p:nvSpPr>
          <p:spPr>
            <a:xfrm>
              <a:off x="8431181" y="24256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0" name="pt52020"/>
            <p:cNvSpPr/>
            <p:nvPr/>
          </p:nvSpPr>
          <p:spPr>
            <a:xfrm>
              <a:off x="8920215" y="20779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1" name="pt52021"/>
            <p:cNvSpPr/>
            <p:nvPr/>
          </p:nvSpPr>
          <p:spPr>
            <a:xfrm>
              <a:off x="8669239" y="22422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2" name="pt52022"/>
            <p:cNvSpPr/>
            <p:nvPr/>
          </p:nvSpPr>
          <p:spPr>
            <a:xfrm>
              <a:off x="8707558" y="23094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3" name="pt52023"/>
            <p:cNvSpPr/>
            <p:nvPr/>
          </p:nvSpPr>
          <p:spPr>
            <a:xfrm>
              <a:off x="8939053" y="19085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4" name="pt52024"/>
            <p:cNvSpPr/>
            <p:nvPr/>
          </p:nvSpPr>
          <p:spPr>
            <a:xfrm>
              <a:off x="8669239" y="22933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5" name="pt52025"/>
            <p:cNvSpPr/>
            <p:nvPr/>
          </p:nvSpPr>
          <p:spPr>
            <a:xfrm>
              <a:off x="8658156" y="23725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6" name="pt52026"/>
            <p:cNvSpPr/>
            <p:nvPr/>
          </p:nvSpPr>
          <p:spPr>
            <a:xfrm>
              <a:off x="8890393" y="20115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7" name="pt52027"/>
            <p:cNvSpPr/>
            <p:nvPr/>
          </p:nvSpPr>
          <p:spPr>
            <a:xfrm>
              <a:off x="8604896" y="23101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8" name="pt52028"/>
            <p:cNvSpPr/>
            <p:nvPr/>
          </p:nvSpPr>
          <p:spPr>
            <a:xfrm>
              <a:off x="8707558" y="2356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9" name="pt52029"/>
            <p:cNvSpPr/>
            <p:nvPr/>
          </p:nvSpPr>
          <p:spPr>
            <a:xfrm>
              <a:off x="8884367" y="2095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0" name="pt52030"/>
            <p:cNvSpPr/>
            <p:nvPr/>
          </p:nvSpPr>
          <p:spPr>
            <a:xfrm>
              <a:off x="9030305" y="18707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1" name="pt52031"/>
            <p:cNvSpPr/>
            <p:nvPr/>
          </p:nvSpPr>
          <p:spPr>
            <a:xfrm>
              <a:off x="8431181" y="2455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2" name="pt52032"/>
            <p:cNvSpPr/>
            <p:nvPr/>
          </p:nvSpPr>
          <p:spPr>
            <a:xfrm>
              <a:off x="9780637" y="24491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3" name="pt52033"/>
            <p:cNvSpPr/>
            <p:nvPr/>
          </p:nvSpPr>
          <p:spPr>
            <a:xfrm>
              <a:off x="8973309" y="22671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4" name="pt52034"/>
            <p:cNvSpPr/>
            <p:nvPr/>
          </p:nvSpPr>
          <p:spPr>
            <a:xfrm>
              <a:off x="8961983" y="22387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5" name="pt52035"/>
            <p:cNvSpPr/>
            <p:nvPr/>
          </p:nvSpPr>
          <p:spPr>
            <a:xfrm>
              <a:off x="8752612" y="21566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6" name="pt52036"/>
            <p:cNvSpPr/>
            <p:nvPr/>
          </p:nvSpPr>
          <p:spPr>
            <a:xfrm>
              <a:off x="9088645" y="20163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7" name="pt52037"/>
            <p:cNvSpPr/>
            <p:nvPr/>
          </p:nvSpPr>
          <p:spPr>
            <a:xfrm>
              <a:off x="8965842" y="21388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8" name="pt52038"/>
            <p:cNvSpPr/>
            <p:nvPr/>
          </p:nvSpPr>
          <p:spPr>
            <a:xfrm>
              <a:off x="9104672" y="20371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9" name="pt52039"/>
            <p:cNvSpPr/>
            <p:nvPr/>
          </p:nvSpPr>
          <p:spPr>
            <a:xfrm>
              <a:off x="8813199" y="20413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0" name="pt52040"/>
            <p:cNvSpPr/>
            <p:nvPr/>
          </p:nvSpPr>
          <p:spPr>
            <a:xfrm>
              <a:off x="9606545" y="23661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1" name="pt52041"/>
            <p:cNvSpPr/>
            <p:nvPr/>
          </p:nvSpPr>
          <p:spPr>
            <a:xfrm>
              <a:off x="8469500" y="22040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2" name="pt52042"/>
            <p:cNvSpPr/>
            <p:nvPr/>
          </p:nvSpPr>
          <p:spPr>
            <a:xfrm>
              <a:off x="8793552" y="21169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3" name="pt52043"/>
            <p:cNvSpPr/>
            <p:nvPr/>
          </p:nvSpPr>
          <p:spPr>
            <a:xfrm>
              <a:off x="8550210" y="25161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4" name="pt52044"/>
            <p:cNvSpPr/>
            <p:nvPr/>
          </p:nvSpPr>
          <p:spPr>
            <a:xfrm>
              <a:off x="8874912" y="22028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5" name="pt52045"/>
            <p:cNvSpPr/>
            <p:nvPr/>
          </p:nvSpPr>
          <p:spPr>
            <a:xfrm>
              <a:off x="9215429" y="20591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6" name="pt52046"/>
            <p:cNvSpPr/>
            <p:nvPr/>
          </p:nvSpPr>
          <p:spPr>
            <a:xfrm>
              <a:off x="8731558" y="24143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7" name="pt52047"/>
            <p:cNvSpPr/>
            <p:nvPr/>
          </p:nvSpPr>
          <p:spPr>
            <a:xfrm>
              <a:off x="9480563" y="25117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8" name="pt52048"/>
            <p:cNvSpPr/>
            <p:nvPr/>
          </p:nvSpPr>
          <p:spPr>
            <a:xfrm>
              <a:off x="8658156" y="24740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9" name="pt52049"/>
            <p:cNvSpPr/>
            <p:nvPr/>
          </p:nvSpPr>
          <p:spPr>
            <a:xfrm>
              <a:off x="8929892" y="17799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0" name="pt52050"/>
            <p:cNvSpPr/>
            <p:nvPr/>
          </p:nvSpPr>
          <p:spPr>
            <a:xfrm>
              <a:off x="8707558" y="22832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1" name="pt52051"/>
            <p:cNvSpPr/>
            <p:nvPr/>
          </p:nvSpPr>
          <p:spPr>
            <a:xfrm>
              <a:off x="8803657" y="21487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2" name="pt52052"/>
            <p:cNvSpPr/>
            <p:nvPr/>
          </p:nvSpPr>
          <p:spPr>
            <a:xfrm>
              <a:off x="8929892" y="1809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3" name="pt52053"/>
            <p:cNvSpPr/>
            <p:nvPr/>
          </p:nvSpPr>
          <p:spPr>
            <a:xfrm>
              <a:off x="8788268" y="21102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4" name="pt52054"/>
            <p:cNvSpPr/>
            <p:nvPr/>
          </p:nvSpPr>
          <p:spPr>
            <a:xfrm>
              <a:off x="9044150" y="17759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5" name="pt52055"/>
            <p:cNvSpPr/>
            <p:nvPr/>
          </p:nvSpPr>
          <p:spPr>
            <a:xfrm>
              <a:off x="8929892" y="18368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6" name="pt52056"/>
            <p:cNvSpPr/>
            <p:nvPr/>
          </p:nvSpPr>
          <p:spPr>
            <a:xfrm>
              <a:off x="8500809" y="25576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7" name="pt52057"/>
            <p:cNvSpPr/>
            <p:nvPr/>
          </p:nvSpPr>
          <p:spPr>
            <a:xfrm>
              <a:off x="9507319" y="21826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8" name="pt52058"/>
            <p:cNvSpPr/>
            <p:nvPr/>
          </p:nvSpPr>
          <p:spPr>
            <a:xfrm>
              <a:off x="8658156" y="23768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9" name="pt52059"/>
            <p:cNvSpPr/>
            <p:nvPr/>
          </p:nvSpPr>
          <p:spPr>
            <a:xfrm>
              <a:off x="8604896" y="24058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0" name="pt52060"/>
            <p:cNvSpPr/>
            <p:nvPr/>
          </p:nvSpPr>
          <p:spPr>
            <a:xfrm>
              <a:off x="8738867" y="1958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1" name="pt52061"/>
            <p:cNvSpPr/>
            <p:nvPr/>
          </p:nvSpPr>
          <p:spPr>
            <a:xfrm>
              <a:off x="9196592" y="2309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2" name="pt52062"/>
            <p:cNvSpPr/>
            <p:nvPr/>
          </p:nvSpPr>
          <p:spPr>
            <a:xfrm>
              <a:off x="8669239" y="23398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3" name="pt52063"/>
            <p:cNvSpPr/>
            <p:nvPr/>
          </p:nvSpPr>
          <p:spPr>
            <a:xfrm>
              <a:off x="8312152" y="24282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4" name="pt52064"/>
            <p:cNvSpPr/>
            <p:nvPr/>
          </p:nvSpPr>
          <p:spPr>
            <a:xfrm>
              <a:off x="9042937" y="18234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5" name="pt52065"/>
            <p:cNvSpPr/>
            <p:nvPr/>
          </p:nvSpPr>
          <p:spPr>
            <a:xfrm>
              <a:off x="8958035" y="22559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6" name="pt52066"/>
            <p:cNvSpPr/>
            <p:nvPr/>
          </p:nvSpPr>
          <p:spPr>
            <a:xfrm>
              <a:off x="8500809" y="28014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7" name="pt52067"/>
            <p:cNvSpPr/>
            <p:nvPr/>
          </p:nvSpPr>
          <p:spPr>
            <a:xfrm>
              <a:off x="8431181" y="25047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8" name="pt52068"/>
            <p:cNvSpPr/>
            <p:nvPr/>
          </p:nvSpPr>
          <p:spPr>
            <a:xfrm>
              <a:off x="8312152" y="26427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9" name="pt52069"/>
            <p:cNvSpPr/>
            <p:nvPr/>
          </p:nvSpPr>
          <p:spPr>
            <a:xfrm>
              <a:off x="8881273" y="21165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0" name="pt52070"/>
            <p:cNvSpPr/>
            <p:nvPr/>
          </p:nvSpPr>
          <p:spPr>
            <a:xfrm>
              <a:off x="8798679" y="20949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1" name="pt52071"/>
            <p:cNvSpPr/>
            <p:nvPr/>
          </p:nvSpPr>
          <p:spPr>
            <a:xfrm>
              <a:off x="8500809" y="25429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2" name="pt52072"/>
            <p:cNvSpPr/>
            <p:nvPr/>
          </p:nvSpPr>
          <p:spPr>
            <a:xfrm>
              <a:off x="8798679" y="21218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3" name="pt52073"/>
            <p:cNvSpPr/>
            <p:nvPr/>
          </p:nvSpPr>
          <p:spPr>
            <a:xfrm>
              <a:off x="8817779" y="20403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4" name="pt52074"/>
            <p:cNvSpPr/>
            <p:nvPr/>
          </p:nvSpPr>
          <p:spPr>
            <a:xfrm>
              <a:off x="8679650" y="23605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5" name="pt52075"/>
            <p:cNvSpPr/>
            <p:nvPr/>
          </p:nvSpPr>
          <p:spPr>
            <a:xfrm>
              <a:off x="9155133" y="21584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6" name="pt52076"/>
            <p:cNvSpPr/>
            <p:nvPr/>
          </p:nvSpPr>
          <p:spPr>
            <a:xfrm>
              <a:off x="8864906" y="20541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7" name="pt52077"/>
            <p:cNvSpPr/>
            <p:nvPr/>
          </p:nvSpPr>
          <p:spPr>
            <a:xfrm>
              <a:off x="8689465" y="24242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8" name="pt52078"/>
            <p:cNvSpPr/>
            <p:nvPr/>
          </p:nvSpPr>
          <p:spPr>
            <a:xfrm>
              <a:off x="9010896" y="17721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9" name="pt52079"/>
            <p:cNvSpPr/>
            <p:nvPr/>
          </p:nvSpPr>
          <p:spPr>
            <a:xfrm>
              <a:off x="8982209" y="19991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0" name="pt52080"/>
            <p:cNvSpPr/>
            <p:nvPr/>
          </p:nvSpPr>
          <p:spPr>
            <a:xfrm>
              <a:off x="8745877" y="21800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1" name="pt52081"/>
            <p:cNvSpPr/>
            <p:nvPr/>
          </p:nvSpPr>
          <p:spPr>
            <a:xfrm>
              <a:off x="9142651" y="21553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2" name="pt52082"/>
            <p:cNvSpPr/>
            <p:nvPr/>
          </p:nvSpPr>
          <p:spPr>
            <a:xfrm>
              <a:off x="8813199" y="2136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3" name="pt52083"/>
            <p:cNvSpPr/>
            <p:nvPr/>
          </p:nvSpPr>
          <p:spPr>
            <a:xfrm>
              <a:off x="9262020" y="17759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4" name="pt52084"/>
            <p:cNvSpPr/>
            <p:nvPr/>
          </p:nvSpPr>
          <p:spPr>
            <a:xfrm>
              <a:off x="9046552" y="1810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5" name="pt52085"/>
            <p:cNvSpPr/>
            <p:nvPr/>
          </p:nvSpPr>
          <p:spPr>
            <a:xfrm>
              <a:off x="9620546" y="23905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6" name="pt52086"/>
            <p:cNvSpPr/>
            <p:nvPr/>
          </p:nvSpPr>
          <p:spPr>
            <a:xfrm>
              <a:off x="8588529" y="2279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7" name="pt52087"/>
            <p:cNvSpPr/>
            <p:nvPr/>
          </p:nvSpPr>
          <p:spPr>
            <a:xfrm>
              <a:off x="8868306" y="22112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8" name="pt52088"/>
            <p:cNvSpPr/>
            <p:nvPr/>
          </p:nvSpPr>
          <p:spPr>
            <a:xfrm>
              <a:off x="8782816" y="20624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9" name="pt52089"/>
            <p:cNvSpPr/>
            <p:nvPr/>
          </p:nvSpPr>
          <p:spPr>
            <a:xfrm>
              <a:off x="8381780" y="23151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0" name="pt52090"/>
            <p:cNvSpPr/>
            <p:nvPr/>
          </p:nvSpPr>
          <p:spPr>
            <a:xfrm>
              <a:off x="9177111" y="1875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1" name="pt52091"/>
            <p:cNvSpPr/>
            <p:nvPr/>
          </p:nvSpPr>
          <p:spPr>
            <a:xfrm>
              <a:off x="8920215" y="21679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2" name="pt52092"/>
            <p:cNvSpPr/>
            <p:nvPr/>
          </p:nvSpPr>
          <p:spPr>
            <a:xfrm>
              <a:off x="8842954" y="20773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3" name="pt52093"/>
            <p:cNvSpPr/>
            <p:nvPr/>
          </p:nvSpPr>
          <p:spPr>
            <a:xfrm>
              <a:off x="8669239" y="23821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4" name="pt52094"/>
            <p:cNvSpPr/>
            <p:nvPr/>
          </p:nvSpPr>
          <p:spPr>
            <a:xfrm>
              <a:off x="8956027" y="21079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5" name="pt52095"/>
            <p:cNvSpPr/>
            <p:nvPr/>
          </p:nvSpPr>
          <p:spPr>
            <a:xfrm>
              <a:off x="9340807" y="21578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6" name="pt52096"/>
            <p:cNvSpPr/>
            <p:nvPr/>
          </p:nvSpPr>
          <p:spPr>
            <a:xfrm>
              <a:off x="8884367" y="20949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7" name="pt52097"/>
            <p:cNvSpPr/>
            <p:nvPr/>
          </p:nvSpPr>
          <p:spPr>
            <a:xfrm>
              <a:off x="8658156" y="23236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8" name="pt52098"/>
            <p:cNvSpPr/>
            <p:nvPr/>
          </p:nvSpPr>
          <p:spPr>
            <a:xfrm>
              <a:off x="8658156" y="24212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9" name="pt52099"/>
            <p:cNvSpPr/>
            <p:nvPr/>
          </p:nvSpPr>
          <p:spPr>
            <a:xfrm>
              <a:off x="8798679" y="21105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0" name="pt52100"/>
            <p:cNvSpPr/>
            <p:nvPr/>
          </p:nvSpPr>
          <p:spPr>
            <a:xfrm>
              <a:off x="9120109" y="20984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1" name="pt52101"/>
            <p:cNvSpPr/>
            <p:nvPr/>
          </p:nvSpPr>
          <p:spPr>
            <a:xfrm>
              <a:off x="8312152" y="25196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2" name="pt52102"/>
            <p:cNvSpPr/>
            <p:nvPr/>
          </p:nvSpPr>
          <p:spPr>
            <a:xfrm>
              <a:off x="9436013" y="22841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3" name="pt52103"/>
            <p:cNvSpPr/>
            <p:nvPr/>
          </p:nvSpPr>
          <p:spPr>
            <a:xfrm>
              <a:off x="8381780" y="24633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4" name="pt52104"/>
            <p:cNvSpPr/>
            <p:nvPr/>
          </p:nvSpPr>
          <p:spPr>
            <a:xfrm>
              <a:off x="9185276" y="22832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5" name="pt52105"/>
            <p:cNvSpPr/>
            <p:nvPr/>
          </p:nvSpPr>
          <p:spPr>
            <a:xfrm>
              <a:off x="9067835" y="18210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6" name="pt52106"/>
            <p:cNvSpPr/>
            <p:nvPr/>
          </p:nvSpPr>
          <p:spPr>
            <a:xfrm>
              <a:off x="8715936" y="23052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7" name="pt52107"/>
            <p:cNvSpPr/>
            <p:nvPr/>
          </p:nvSpPr>
          <p:spPr>
            <a:xfrm>
              <a:off x="9062485" y="19081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8" name="pt52108"/>
            <p:cNvSpPr/>
            <p:nvPr/>
          </p:nvSpPr>
          <p:spPr>
            <a:xfrm>
              <a:off x="9108871" y="2002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9" name="pt52109"/>
            <p:cNvSpPr/>
            <p:nvPr/>
          </p:nvSpPr>
          <p:spPr>
            <a:xfrm>
              <a:off x="8550210" y="25314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0" name="pt52110"/>
            <p:cNvSpPr/>
            <p:nvPr/>
          </p:nvSpPr>
          <p:spPr>
            <a:xfrm>
              <a:off x="8813199" y="20372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1" name="pt52111"/>
            <p:cNvSpPr/>
            <p:nvPr/>
          </p:nvSpPr>
          <p:spPr>
            <a:xfrm>
              <a:off x="9050093" y="23745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2" name="pt52112"/>
            <p:cNvSpPr/>
            <p:nvPr/>
          </p:nvSpPr>
          <p:spPr>
            <a:xfrm>
              <a:off x="8745877" y="20344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3" name="pt52113"/>
            <p:cNvSpPr/>
            <p:nvPr/>
          </p:nvSpPr>
          <p:spPr>
            <a:xfrm>
              <a:off x="9548628" y="20686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4" name="pt52114"/>
            <p:cNvSpPr/>
            <p:nvPr/>
          </p:nvSpPr>
          <p:spPr>
            <a:xfrm>
              <a:off x="9221993" y="20169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5" name="pt52115"/>
            <p:cNvSpPr/>
            <p:nvPr/>
          </p:nvSpPr>
          <p:spPr>
            <a:xfrm>
              <a:off x="8588529" y="22934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6" name="pt52116"/>
            <p:cNvSpPr/>
            <p:nvPr/>
          </p:nvSpPr>
          <p:spPr>
            <a:xfrm>
              <a:off x="8312152" y="2615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7" name="pt52117"/>
            <p:cNvSpPr/>
            <p:nvPr/>
          </p:nvSpPr>
          <p:spPr>
            <a:xfrm>
              <a:off x="8588529" y="21964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8" name="pt52118"/>
            <p:cNvSpPr/>
            <p:nvPr/>
          </p:nvSpPr>
          <p:spPr>
            <a:xfrm>
              <a:off x="8669239" y="23049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9" name="pt52119"/>
            <p:cNvSpPr/>
            <p:nvPr/>
          </p:nvSpPr>
          <p:spPr>
            <a:xfrm>
              <a:off x="9305101" y="21768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0" name="pt52120"/>
            <p:cNvSpPr/>
            <p:nvPr/>
          </p:nvSpPr>
          <p:spPr>
            <a:xfrm>
              <a:off x="8752612" y="21100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1" name="pt52121"/>
            <p:cNvSpPr/>
            <p:nvPr/>
          </p:nvSpPr>
          <p:spPr>
            <a:xfrm>
              <a:off x="8793552" y="2302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2" name="pt52122"/>
            <p:cNvSpPr/>
            <p:nvPr/>
          </p:nvSpPr>
          <p:spPr>
            <a:xfrm>
              <a:off x="8619838" y="22678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3" name="pt52123"/>
            <p:cNvSpPr/>
            <p:nvPr/>
          </p:nvSpPr>
          <p:spPr>
            <a:xfrm>
              <a:off x="8817779" y="20686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4" name="pt52124"/>
            <p:cNvSpPr/>
            <p:nvPr/>
          </p:nvSpPr>
          <p:spPr>
            <a:xfrm>
              <a:off x="8890393" y="20222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5" name="pt52125"/>
            <p:cNvSpPr/>
            <p:nvPr/>
          </p:nvSpPr>
          <p:spPr>
            <a:xfrm>
              <a:off x="8922686" y="18009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6" name="pt52126"/>
            <p:cNvSpPr/>
            <p:nvPr/>
          </p:nvSpPr>
          <p:spPr>
            <a:xfrm>
              <a:off x="9413347" y="19529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7" name="pt52127"/>
            <p:cNvSpPr/>
            <p:nvPr/>
          </p:nvSpPr>
          <p:spPr>
            <a:xfrm>
              <a:off x="8669239" y="24048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8" name="pt52128"/>
            <p:cNvSpPr/>
            <p:nvPr/>
          </p:nvSpPr>
          <p:spPr>
            <a:xfrm>
              <a:off x="8588529" y="23233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9" name="pt52129"/>
            <p:cNvSpPr/>
            <p:nvPr/>
          </p:nvSpPr>
          <p:spPr>
            <a:xfrm>
              <a:off x="8939053" y="1905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0" name="pt52130"/>
            <p:cNvSpPr/>
            <p:nvPr/>
          </p:nvSpPr>
          <p:spPr>
            <a:xfrm>
              <a:off x="9010896" y="17368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1" name="pt52131"/>
            <p:cNvSpPr/>
            <p:nvPr/>
          </p:nvSpPr>
          <p:spPr>
            <a:xfrm>
              <a:off x="8842954" y="19987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2" name="pt52132"/>
            <p:cNvSpPr/>
            <p:nvPr/>
          </p:nvSpPr>
          <p:spPr>
            <a:xfrm>
              <a:off x="9115383" y="20874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3" name="pt52133"/>
            <p:cNvSpPr/>
            <p:nvPr/>
          </p:nvSpPr>
          <p:spPr>
            <a:xfrm>
              <a:off x="8669239" y="23100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4" name="pt52134"/>
            <p:cNvSpPr/>
            <p:nvPr/>
          </p:nvSpPr>
          <p:spPr>
            <a:xfrm>
              <a:off x="9098616" y="19815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5" name="pt52135"/>
            <p:cNvSpPr/>
            <p:nvPr/>
          </p:nvSpPr>
          <p:spPr>
            <a:xfrm>
              <a:off x="9123951" y="22531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6" name="pt52136"/>
            <p:cNvSpPr/>
            <p:nvPr/>
          </p:nvSpPr>
          <p:spPr>
            <a:xfrm>
              <a:off x="8588529" y="23822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7" name="pt52137"/>
            <p:cNvSpPr/>
            <p:nvPr/>
          </p:nvSpPr>
          <p:spPr>
            <a:xfrm>
              <a:off x="8633583" y="20149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8" name="pt52138"/>
            <p:cNvSpPr/>
            <p:nvPr/>
          </p:nvSpPr>
          <p:spPr>
            <a:xfrm>
              <a:off x="8976925" y="22664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9" name="pt52139"/>
            <p:cNvSpPr/>
            <p:nvPr/>
          </p:nvSpPr>
          <p:spPr>
            <a:xfrm>
              <a:off x="8312152" y="23983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0" name="pt52140"/>
            <p:cNvSpPr/>
            <p:nvPr/>
          </p:nvSpPr>
          <p:spPr>
            <a:xfrm>
              <a:off x="8777185" y="22825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1" name="pt52141"/>
            <p:cNvSpPr/>
            <p:nvPr/>
          </p:nvSpPr>
          <p:spPr>
            <a:xfrm>
              <a:off x="8864906" y="18339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2" name="pt52142"/>
            <p:cNvSpPr/>
            <p:nvPr/>
          </p:nvSpPr>
          <p:spPr>
            <a:xfrm>
              <a:off x="9606545" y="22021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3" name="pt52143"/>
            <p:cNvSpPr/>
            <p:nvPr/>
          </p:nvSpPr>
          <p:spPr>
            <a:xfrm>
              <a:off x="8312152" y="24420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4" name="pt52144"/>
            <p:cNvSpPr/>
            <p:nvPr/>
          </p:nvSpPr>
          <p:spPr>
            <a:xfrm>
              <a:off x="9325298" y="21795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5" name="pt52145"/>
            <p:cNvSpPr/>
            <p:nvPr/>
          </p:nvSpPr>
          <p:spPr>
            <a:xfrm>
              <a:off x="9042937" y="17589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6" name="pt52146"/>
            <p:cNvSpPr/>
            <p:nvPr/>
          </p:nvSpPr>
          <p:spPr>
            <a:xfrm>
              <a:off x="8890393" y="21254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7" name="pt52147"/>
            <p:cNvSpPr/>
            <p:nvPr/>
          </p:nvSpPr>
          <p:spPr>
            <a:xfrm>
              <a:off x="8752612" y="22498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8" name="pt52148"/>
            <p:cNvSpPr/>
            <p:nvPr/>
          </p:nvSpPr>
          <p:spPr>
            <a:xfrm>
              <a:off x="9262020" y="18254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9" name="pt52149"/>
            <p:cNvSpPr/>
            <p:nvPr/>
          </p:nvSpPr>
          <p:spPr>
            <a:xfrm>
              <a:off x="9196592" y="23398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0" name="pt52150"/>
            <p:cNvSpPr/>
            <p:nvPr/>
          </p:nvSpPr>
          <p:spPr>
            <a:xfrm>
              <a:off x="8570436" y="22959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1" name="pt52151"/>
            <p:cNvSpPr/>
            <p:nvPr/>
          </p:nvSpPr>
          <p:spPr>
            <a:xfrm>
              <a:off x="8381780" y="24349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2" name="pt52152"/>
            <p:cNvSpPr/>
            <p:nvPr/>
          </p:nvSpPr>
          <p:spPr>
            <a:xfrm>
              <a:off x="9548435" y="20098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3" name="pt52153"/>
            <p:cNvSpPr/>
            <p:nvPr/>
          </p:nvSpPr>
          <p:spPr>
            <a:xfrm>
              <a:off x="9067835" y="18100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4" name="pt52154"/>
            <p:cNvSpPr/>
            <p:nvPr/>
          </p:nvSpPr>
          <p:spPr>
            <a:xfrm>
              <a:off x="9139903" y="20717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5" name="pt52155"/>
            <p:cNvSpPr/>
            <p:nvPr/>
          </p:nvSpPr>
          <p:spPr>
            <a:xfrm>
              <a:off x="8633583" y="23826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6" name="pt52156"/>
            <p:cNvSpPr/>
            <p:nvPr/>
          </p:nvSpPr>
          <p:spPr>
            <a:xfrm>
              <a:off x="9652003" y="22539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7" name="pt52157"/>
            <p:cNvSpPr/>
            <p:nvPr/>
          </p:nvSpPr>
          <p:spPr>
            <a:xfrm>
              <a:off x="9507319" y="22413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8" name="pt52158"/>
            <p:cNvSpPr/>
            <p:nvPr/>
          </p:nvSpPr>
          <p:spPr>
            <a:xfrm>
              <a:off x="8980466" y="19778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9" name="pt52159"/>
            <p:cNvSpPr/>
            <p:nvPr/>
          </p:nvSpPr>
          <p:spPr>
            <a:xfrm>
              <a:off x="8431181" y="22863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0" name="pt52160"/>
            <p:cNvSpPr/>
            <p:nvPr/>
          </p:nvSpPr>
          <p:spPr>
            <a:xfrm>
              <a:off x="8669239" y="23413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1" name="pt52161"/>
            <p:cNvSpPr/>
            <p:nvPr/>
          </p:nvSpPr>
          <p:spPr>
            <a:xfrm>
              <a:off x="9247109" y="20159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2" name="pt52162"/>
            <p:cNvSpPr/>
            <p:nvPr/>
          </p:nvSpPr>
          <p:spPr>
            <a:xfrm>
              <a:off x="8745877" y="21385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3" name="pt52163"/>
            <p:cNvSpPr/>
            <p:nvPr/>
          </p:nvSpPr>
          <p:spPr>
            <a:xfrm>
              <a:off x="8312152" y="24600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4" name="pt52164"/>
            <p:cNvSpPr/>
            <p:nvPr/>
          </p:nvSpPr>
          <p:spPr>
            <a:xfrm>
              <a:off x="8707558" y="23576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5" name="pt52165"/>
            <p:cNvSpPr/>
            <p:nvPr/>
          </p:nvSpPr>
          <p:spPr>
            <a:xfrm>
              <a:off x="8777185" y="22218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6" name="pt52166"/>
            <p:cNvSpPr/>
            <p:nvPr/>
          </p:nvSpPr>
          <p:spPr>
            <a:xfrm>
              <a:off x="9218961" y="20627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7" name="pt52167"/>
            <p:cNvSpPr/>
            <p:nvPr/>
          </p:nvSpPr>
          <p:spPr>
            <a:xfrm>
              <a:off x="8793552" y="2033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8" name="pt52168"/>
            <p:cNvSpPr/>
            <p:nvPr/>
          </p:nvSpPr>
          <p:spPr>
            <a:xfrm>
              <a:off x="9404531" y="17347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9" name="pt52169"/>
            <p:cNvSpPr/>
            <p:nvPr/>
          </p:nvSpPr>
          <p:spPr>
            <a:xfrm>
              <a:off x="8707558" y="22863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0" name="pt52170"/>
            <p:cNvSpPr/>
            <p:nvPr/>
          </p:nvSpPr>
          <p:spPr>
            <a:xfrm>
              <a:off x="8917708" y="20428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1" name="pt52171"/>
            <p:cNvSpPr/>
            <p:nvPr/>
          </p:nvSpPr>
          <p:spPr>
            <a:xfrm>
              <a:off x="8759093" y="2105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2" name="pt52172"/>
            <p:cNvSpPr/>
            <p:nvPr/>
          </p:nvSpPr>
          <p:spPr>
            <a:xfrm>
              <a:off x="9305101" y="21980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3" name="pt52173"/>
            <p:cNvSpPr/>
            <p:nvPr/>
          </p:nvSpPr>
          <p:spPr>
            <a:xfrm>
              <a:off x="9039244" y="17591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4" name="pt52174"/>
            <p:cNvSpPr/>
            <p:nvPr/>
          </p:nvSpPr>
          <p:spPr>
            <a:xfrm>
              <a:off x="8312152" y="2466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5" name="pt52175"/>
            <p:cNvSpPr/>
            <p:nvPr/>
          </p:nvSpPr>
          <p:spPr>
            <a:xfrm>
              <a:off x="8932228" y="19268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6" name="pt52176"/>
            <p:cNvSpPr/>
            <p:nvPr/>
          </p:nvSpPr>
          <p:spPr>
            <a:xfrm>
              <a:off x="8633583" y="20106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7" name="pt52177"/>
            <p:cNvSpPr/>
            <p:nvPr/>
          </p:nvSpPr>
          <p:spPr>
            <a:xfrm>
              <a:off x="9414750" y="20273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8" name="pt52178"/>
            <p:cNvSpPr/>
            <p:nvPr/>
          </p:nvSpPr>
          <p:spPr>
            <a:xfrm>
              <a:off x="8604896" y="2185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9" name="pt52179"/>
            <p:cNvSpPr/>
            <p:nvPr/>
          </p:nvSpPr>
          <p:spPr>
            <a:xfrm>
              <a:off x="8842954" y="18919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0" name="pt52180"/>
            <p:cNvSpPr/>
            <p:nvPr/>
          </p:nvSpPr>
          <p:spPr>
            <a:xfrm>
              <a:off x="9062485" y="18404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1" name="pt52181"/>
            <p:cNvSpPr/>
            <p:nvPr/>
          </p:nvSpPr>
          <p:spPr>
            <a:xfrm>
              <a:off x="9316366" y="21628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2" name="pt52182"/>
            <p:cNvSpPr/>
            <p:nvPr/>
          </p:nvSpPr>
          <p:spPr>
            <a:xfrm>
              <a:off x="8782816" y="21063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3" name="pt52183"/>
            <p:cNvSpPr/>
            <p:nvPr/>
          </p:nvSpPr>
          <p:spPr>
            <a:xfrm>
              <a:off x="9054703" y="20088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4" name="pt52184"/>
            <p:cNvSpPr/>
            <p:nvPr/>
          </p:nvSpPr>
          <p:spPr>
            <a:xfrm>
              <a:off x="8469500" y="25354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5" name="pt52185"/>
            <p:cNvSpPr/>
            <p:nvPr/>
          </p:nvSpPr>
          <p:spPr>
            <a:xfrm>
              <a:off x="8588529" y="21883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6" name="pt52186"/>
            <p:cNvSpPr/>
            <p:nvPr/>
          </p:nvSpPr>
          <p:spPr>
            <a:xfrm>
              <a:off x="9179876" y="19863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7" name="pt52187"/>
            <p:cNvSpPr/>
            <p:nvPr/>
          </p:nvSpPr>
          <p:spPr>
            <a:xfrm>
              <a:off x="9301626" y="2108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8" name="pt52188"/>
            <p:cNvSpPr/>
            <p:nvPr/>
          </p:nvSpPr>
          <p:spPr>
            <a:xfrm>
              <a:off x="8312152" y="24348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9" name="pt52189"/>
            <p:cNvSpPr/>
            <p:nvPr/>
          </p:nvSpPr>
          <p:spPr>
            <a:xfrm>
              <a:off x="9370170" y="19864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0" name="pt52190"/>
            <p:cNvSpPr/>
            <p:nvPr/>
          </p:nvSpPr>
          <p:spPr>
            <a:xfrm>
              <a:off x="9226651" y="2003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1" name="pt52191"/>
            <p:cNvSpPr/>
            <p:nvPr/>
          </p:nvSpPr>
          <p:spPr>
            <a:xfrm>
              <a:off x="8570436" y="2570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2" name="pt52192"/>
            <p:cNvSpPr/>
            <p:nvPr/>
          </p:nvSpPr>
          <p:spPr>
            <a:xfrm>
              <a:off x="8752612" y="21663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3" name="pt52193"/>
            <p:cNvSpPr/>
            <p:nvPr/>
          </p:nvSpPr>
          <p:spPr>
            <a:xfrm>
              <a:off x="9158273" y="19231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4" name="pt52194"/>
            <p:cNvSpPr/>
            <p:nvPr/>
          </p:nvSpPr>
          <p:spPr>
            <a:xfrm>
              <a:off x="9207674" y="18399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5" name="pt52195"/>
            <p:cNvSpPr/>
            <p:nvPr/>
          </p:nvSpPr>
          <p:spPr>
            <a:xfrm>
              <a:off x="8707558" y="21871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6" name="pt52196"/>
            <p:cNvSpPr/>
            <p:nvPr/>
          </p:nvSpPr>
          <p:spPr>
            <a:xfrm>
              <a:off x="8658156" y="22107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7" name="pt52197"/>
            <p:cNvSpPr/>
            <p:nvPr/>
          </p:nvSpPr>
          <p:spPr>
            <a:xfrm>
              <a:off x="8431181" y="23243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8" name="pt52198"/>
            <p:cNvSpPr/>
            <p:nvPr/>
          </p:nvSpPr>
          <p:spPr>
            <a:xfrm>
              <a:off x="9077064" y="20724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9" name="pt52199"/>
            <p:cNvSpPr/>
            <p:nvPr/>
          </p:nvSpPr>
          <p:spPr>
            <a:xfrm>
              <a:off x="8604896" y="23313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0" name="pt52200"/>
            <p:cNvSpPr/>
            <p:nvPr/>
          </p:nvSpPr>
          <p:spPr>
            <a:xfrm>
              <a:off x="8798679" y="22638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1" name="pt52201"/>
            <p:cNvSpPr/>
            <p:nvPr/>
          </p:nvSpPr>
          <p:spPr>
            <a:xfrm>
              <a:off x="8500809" y="26391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2" name="pt52202"/>
            <p:cNvSpPr/>
            <p:nvPr/>
          </p:nvSpPr>
          <p:spPr>
            <a:xfrm>
              <a:off x="8803657" y="20673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3" name="pt52203"/>
            <p:cNvSpPr/>
            <p:nvPr/>
          </p:nvSpPr>
          <p:spPr>
            <a:xfrm>
              <a:off x="9068885" y="18023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4" name="pt52204"/>
            <p:cNvSpPr/>
            <p:nvPr/>
          </p:nvSpPr>
          <p:spPr>
            <a:xfrm>
              <a:off x="8861436" y="19790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5" name="pt52205"/>
            <p:cNvSpPr/>
            <p:nvPr/>
          </p:nvSpPr>
          <p:spPr>
            <a:xfrm>
              <a:off x="8731558" y="23788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6" name="pt52206"/>
            <p:cNvSpPr/>
            <p:nvPr/>
          </p:nvSpPr>
          <p:spPr>
            <a:xfrm>
              <a:off x="8864906" y="20121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7" name="pt52207"/>
            <p:cNvSpPr/>
            <p:nvPr/>
          </p:nvSpPr>
          <p:spPr>
            <a:xfrm>
              <a:off x="8864906" y="1964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8" name="pt52208"/>
            <p:cNvSpPr/>
            <p:nvPr/>
          </p:nvSpPr>
          <p:spPr>
            <a:xfrm>
              <a:off x="8679650" y="24763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9" name="pt52209"/>
            <p:cNvSpPr/>
            <p:nvPr/>
          </p:nvSpPr>
          <p:spPr>
            <a:xfrm>
              <a:off x="8887406" y="19390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0" name="pt52210"/>
            <p:cNvSpPr/>
            <p:nvPr/>
          </p:nvSpPr>
          <p:spPr>
            <a:xfrm>
              <a:off x="8965842" y="21505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1" name="pt52211"/>
            <p:cNvSpPr/>
            <p:nvPr/>
          </p:nvSpPr>
          <p:spPr>
            <a:xfrm>
              <a:off x="9664325" y="16444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2" name="pt52212"/>
            <p:cNvSpPr/>
            <p:nvPr/>
          </p:nvSpPr>
          <p:spPr>
            <a:xfrm>
              <a:off x="8961983" y="22295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3" name="pt52213"/>
            <p:cNvSpPr/>
            <p:nvPr/>
          </p:nvSpPr>
          <p:spPr>
            <a:xfrm>
              <a:off x="8715936" y="22321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4" name="pt52214"/>
            <p:cNvSpPr/>
            <p:nvPr/>
          </p:nvSpPr>
          <p:spPr>
            <a:xfrm>
              <a:off x="8715936" y="22504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5" name="pt52215"/>
            <p:cNvSpPr/>
            <p:nvPr/>
          </p:nvSpPr>
          <p:spPr>
            <a:xfrm>
              <a:off x="8830827" y="22001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6" name="pt52216"/>
            <p:cNvSpPr/>
            <p:nvPr/>
          </p:nvSpPr>
          <p:spPr>
            <a:xfrm>
              <a:off x="9104672" y="2101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7" name="pt52217"/>
            <p:cNvSpPr/>
            <p:nvPr/>
          </p:nvSpPr>
          <p:spPr>
            <a:xfrm>
              <a:off x="9196093" y="22897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8" name="pt52218"/>
            <p:cNvSpPr/>
            <p:nvPr/>
          </p:nvSpPr>
          <p:spPr>
            <a:xfrm>
              <a:off x="9466476" y="23998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9" name="pt52219"/>
            <p:cNvSpPr/>
            <p:nvPr/>
          </p:nvSpPr>
          <p:spPr>
            <a:xfrm>
              <a:off x="8759093" y="20558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0" name="pt52220"/>
            <p:cNvSpPr/>
            <p:nvPr/>
          </p:nvSpPr>
          <p:spPr>
            <a:xfrm>
              <a:off x="8698750" y="22543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1" name="pt52221"/>
            <p:cNvSpPr/>
            <p:nvPr/>
          </p:nvSpPr>
          <p:spPr>
            <a:xfrm>
              <a:off x="9266385" y="1838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2" name="pt52222"/>
            <p:cNvSpPr/>
            <p:nvPr/>
          </p:nvSpPr>
          <p:spPr>
            <a:xfrm>
              <a:off x="9517293" y="21078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3" name="pt52223"/>
            <p:cNvSpPr/>
            <p:nvPr/>
          </p:nvSpPr>
          <p:spPr>
            <a:xfrm>
              <a:off x="8500809" y="28336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4" name="pt52224"/>
            <p:cNvSpPr/>
            <p:nvPr/>
          </p:nvSpPr>
          <p:spPr>
            <a:xfrm>
              <a:off x="9207674" y="17883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5" name="pt52225"/>
            <p:cNvSpPr/>
            <p:nvPr/>
          </p:nvSpPr>
          <p:spPr>
            <a:xfrm>
              <a:off x="8745877" y="21485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6" name="pt52226"/>
            <p:cNvSpPr/>
            <p:nvPr/>
          </p:nvSpPr>
          <p:spPr>
            <a:xfrm>
              <a:off x="8759093" y="22974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7" name="pt52227"/>
            <p:cNvSpPr/>
            <p:nvPr/>
          </p:nvSpPr>
          <p:spPr>
            <a:xfrm>
              <a:off x="8689465" y="24808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8" name="pt52228"/>
            <p:cNvSpPr/>
            <p:nvPr/>
          </p:nvSpPr>
          <p:spPr>
            <a:xfrm>
              <a:off x="9077064" y="20728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9" name="pt52229"/>
            <p:cNvSpPr/>
            <p:nvPr/>
          </p:nvSpPr>
          <p:spPr>
            <a:xfrm>
              <a:off x="8927523" y="18932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0" name="pt52230"/>
            <p:cNvSpPr/>
            <p:nvPr/>
          </p:nvSpPr>
          <p:spPr>
            <a:xfrm>
              <a:off x="8969616" y="22469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1" name="pt52231"/>
            <p:cNvSpPr/>
            <p:nvPr/>
          </p:nvSpPr>
          <p:spPr>
            <a:xfrm>
              <a:off x="8619838" y="21036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2" name="pt52232"/>
            <p:cNvSpPr/>
            <p:nvPr/>
          </p:nvSpPr>
          <p:spPr>
            <a:xfrm>
              <a:off x="8500809" y="26443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3" name="pt52233"/>
            <p:cNvSpPr/>
            <p:nvPr/>
          </p:nvSpPr>
          <p:spPr>
            <a:xfrm>
              <a:off x="9664325" y="17773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4" name="pt52234"/>
            <p:cNvSpPr/>
            <p:nvPr/>
          </p:nvSpPr>
          <p:spPr>
            <a:xfrm>
              <a:off x="9256140" y="20508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5" name="pt52235"/>
            <p:cNvSpPr/>
            <p:nvPr/>
          </p:nvSpPr>
          <p:spPr>
            <a:xfrm>
              <a:off x="8588529" y="23050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6" name="pt52236"/>
            <p:cNvSpPr/>
            <p:nvPr/>
          </p:nvSpPr>
          <p:spPr>
            <a:xfrm>
              <a:off x="9076063" y="19782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7" name="pt52237"/>
            <p:cNvSpPr/>
            <p:nvPr/>
          </p:nvSpPr>
          <p:spPr>
            <a:xfrm>
              <a:off x="8500809" y="2626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8" name="pt52238"/>
            <p:cNvSpPr/>
            <p:nvPr/>
          </p:nvSpPr>
          <p:spPr>
            <a:xfrm>
              <a:off x="8381780" y="24497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9" name="pt52239"/>
            <p:cNvSpPr/>
            <p:nvPr/>
          </p:nvSpPr>
          <p:spPr>
            <a:xfrm>
              <a:off x="8901845" y="22404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0" name="pt52240"/>
            <p:cNvSpPr/>
            <p:nvPr/>
          </p:nvSpPr>
          <p:spPr>
            <a:xfrm>
              <a:off x="8431181" y="24970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1" name="pt52241"/>
            <p:cNvSpPr/>
            <p:nvPr/>
          </p:nvSpPr>
          <p:spPr>
            <a:xfrm>
              <a:off x="8570436" y="23738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2" name="pt52242"/>
            <p:cNvSpPr/>
            <p:nvPr/>
          </p:nvSpPr>
          <p:spPr>
            <a:xfrm>
              <a:off x="8842954" y="21783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3" name="pt52243"/>
            <p:cNvSpPr/>
            <p:nvPr/>
          </p:nvSpPr>
          <p:spPr>
            <a:xfrm>
              <a:off x="8500809" y="25380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4" name="pt52244"/>
            <p:cNvSpPr/>
            <p:nvPr/>
          </p:nvSpPr>
          <p:spPr>
            <a:xfrm>
              <a:off x="8604896" y="23047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5" name="pt52245"/>
            <p:cNvSpPr/>
            <p:nvPr/>
          </p:nvSpPr>
          <p:spPr>
            <a:xfrm>
              <a:off x="8312152" y="23897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6" name="pt52246"/>
            <p:cNvSpPr/>
            <p:nvPr/>
          </p:nvSpPr>
          <p:spPr>
            <a:xfrm>
              <a:off x="8868306" y="22090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7" name="pt52247"/>
            <p:cNvSpPr/>
            <p:nvPr/>
          </p:nvSpPr>
          <p:spPr>
            <a:xfrm>
              <a:off x="8707558" y="20977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8" name="pt52248"/>
            <p:cNvSpPr/>
            <p:nvPr/>
          </p:nvSpPr>
          <p:spPr>
            <a:xfrm>
              <a:off x="8932228" y="18411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9" name="pt52249"/>
            <p:cNvSpPr/>
            <p:nvPr/>
          </p:nvSpPr>
          <p:spPr>
            <a:xfrm>
              <a:off x="8658156" y="23050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0" name="pt52250"/>
            <p:cNvSpPr/>
            <p:nvPr/>
          </p:nvSpPr>
          <p:spPr>
            <a:xfrm>
              <a:off x="9319557" y="20413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1" name="pt52251"/>
            <p:cNvSpPr/>
            <p:nvPr/>
          </p:nvSpPr>
          <p:spPr>
            <a:xfrm>
              <a:off x="8731558" y="23122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2" name="pt52252"/>
            <p:cNvSpPr/>
            <p:nvPr/>
          </p:nvSpPr>
          <p:spPr>
            <a:xfrm>
              <a:off x="9030305" y="20461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3" name="pt52253"/>
            <p:cNvSpPr/>
            <p:nvPr/>
          </p:nvSpPr>
          <p:spPr>
            <a:xfrm>
              <a:off x="8312152" y="2527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4" name="pt52254"/>
            <p:cNvSpPr/>
            <p:nvPr/>
          </p:nvSpPr>
          <p:spPr>
            <a:xfrm>
              <a:off x="9044150" y="17967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5" name="pt52255"/>
            <p:cNvSpPr/>
            <p:nvPr/>
          </p:nvSpPr>
          <p:spPr>
            <a:xfrm>
              <a:off x="8469500" y="23157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6" name="pt52256"/>
            <p:cNvSpPr/>
            <p:nvPr/>
          </p:nvSpPr>
          <p:spPr>
            <a:xfrm>
              <a:off x="8993941" y="21291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7" name="pt52257"/>
            <p:cNvSpPr/>
            <p:nvPr/>
          </p:nvSpPr>
          <p:spPr>
            <a:xfrm>
              <a:off x="8846813" y="21882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8" name="pt52258"/>
            <p:cNvSpPr/>
            <p:nvPr/>
          </p:nvSpPr>
          <p:spPr>
            <a:xfrm>
              <a:off x="8752612" y="22581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9" name="pt52259"/>
            <p:cNvSpPr/>
            <p:nvPr/>
          </p:nvSpPr>
          <p:spPr>
            <a:xfrm>
              <a:off x="8646309" y="25123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0" name="pt52260"/>
            <p:cNvSpPr/>
            <p:nvPr/>
          </p:nvSpPr>
          <p:spPr>
            <a:xfrm>
              <a:off x="8381780" y="2415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1" name="pt52261"/>
            <p:cNvSpPr/>
            <p:nvPr/>
          </p:nvSpPr>
          <p:spPr>
            <a:xfrm>
              <a:off x="9141283" y="20969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2" name="pt52262"/>
            <p:cNvSpPr/>
            <p:nvPr/>
          </p:nvSpPr>
          <p:spPr>
            <a:xfrm>
              <a:off x="8669239" y="24074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3" name="pt52263"/>
            <p:cNvSpPr/>
            <p:nvPr/>
          </p:nvSpPr>
          <p:spPr>
            <a:xfrm>
              <a:off x="9664325" y="12828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4" name="pt52264"/>
            <p:cNvSpPr/>
            <p:nvPr/>
          </p:nvSpPr>
          <p:spPr>
            <a:xfrm>
              <a:off x="9237969" y="18743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5" name="pt52265"/>
            <p:cNvSpPr/>
            <p:nvPr/>
          </p:nvSpPr>
          <p:spPr>
            <a:xfrm>
              <a:off x="9185276" y="22475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6" name="pt52266"/>
            <p:cNvSpPr/>
            <p:nvPr/>
          </p:nvSpPr>
          <p:spPr>
            <a:xfrm>
              <a:off x="9193072" y="22860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7" name="pt52267"/>
            <p:cNvSpPr/>
            <p:nvPr/>
          </p:nvSpPr>
          <p:spPr>
            <a:xfrm>
              <a:off x="8989011" y="20364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8" name="pt52268"/>
            <p:cNvSpPr/>
            <p:nvPr/>
          </p:nvSpPr>
          <p:spPr>
            <a:xfrm>
              <a:off x="8469500" y="24480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9" name="pt52269"/>
            <p:cNvSpPr/>
            <p:nvPr/>
          </p:nvSpPr>
          <p:spPr>
            <a:xfrm>
              <a:off x="8901845" y="22280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0" name="pt52270"/>
            <p:cNvSpPr/>
            <p:nvPr/>
          </p:nvSpPr>
          <p:spPr>
            <a:xfrm>
              <a:off x="8679650" y="2342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1" name="pt52271"/>
            <p:cNvSpPr/>
            <p:nvPr/>
          </p:nvSpPr>
          <p:spPr>
            <a:xfrm>
              <a:off x="8854280" y="21790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2" name="pt52272"/>
            <p:cNvSpPr/>
            <p:nvPr/>
          </p:nvSpPr>
          <p:spPr>
            <a:xfrm>
              <a:off x="8884367" y="20311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3" name="pt52273"/>
            <p:cNvSpPr/>
            <p:nvPr/>
          </p:nvSpPr>
          <p:spPr>
            <a:xfrm>
              <a:off x="8431181" y="24549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4" name="pt52274"/>
            <p:cNvSpPr/>
            <p:nvPr/>
          </p:nvSpPr>
          <p:spPr>
            <a:xfrm>
              <a:off x="8669239" y="21818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5" name="pt52275"/>
            <p:cNvSpPr/>
            <p:nvPr/>
          </p:nvSpPr>
          <p:spPr>
            <a:xfrm>
              <a:off x="8842954" y="20594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6" name="pt52276"/>
            <p:cNvSpPr/>
            <p:nvPr/>
          </p:nvSpPr>
          <p:spPr>
            <a:xfrm>
              <a:off x="9004922" y="17257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7" name="pt52277"/>
            <p:cNvSpPr/>
            <p:nvPr/>
          </p:nvSpPr>
          <p:spPr>
            <a:xfrm>
              <a:off x="8932228" y="18701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8" name="pt52278"/>
            <p:cNvSpPr/>
            <p:nvPr/>
          </p:nvSpPr>
          <p:spPr>
            <a:xfrm>
              <a:off x="9155133" y="2103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9" name="pt52279"/>
            <p:cNvSpPr/>
            <p:nvPr/>
          </p:nvSpPr>
          <p:spPr>
            <a:xfrm>
              <a:off x="8588529" y="21857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0" name="pt52280"/>
            <p:cNvSpPr/>
            <p:nvPr/>
          </p:nvSpPr>
          <p:spPr>
            <a:xfrm>
              <a:off x="9104672" y="21231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1" name="pt52281"/>
            <p:cNvSpPr/>
            <p:nvPr/>
          </p:nvSpPr>
          <p:spPr>
            <a:xfrm>
              <a:off x="9215429" y="19744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2" name="pt52282"/>
            <p:cNvSpPr/>
            <p:nvPr/>
          </p:nvSpPr>
          <p:spPr>
            <a:xfrm>
              <a:off x="9360483" y="20877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3" name="pt52283"/>
            <p:cNvSpPr/>
            <p:nvPr/>
          </p:nvSpPr>
          <p:spPr>
            <a:xfrm>
              <a:off x="8907297" y="21181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4" name="pt52284"/>
            <p:cNvSpPr/>
            <p:nvPr/>
          </p:nvSpPr>
          <p:spPr>
            <a:xfrm>
              <a:off x="9308507" y="21948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5" name="pt52285"/>
            <p:cNvSpPr/>
            <p:nvPr/>
          </p:nvSpPr>
          <p:spPr>
            <a:xfrm>
              <a:off x="8312152" y="2626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6" name="pt52286"/>
            <p:cNvSpPr/>
            <p:nvPr/>
          </p:nvSpPr>
          <p:spPr>
            <a:xfrm>
              <a:off x="8431181" y="26196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7" name="pt52287"/>
            <p:cNvSpPr/>
            <p:nvPr/>
          </p:nvSpPr>
          <p:spPr>
            <a:xfrm>
              <a:off x="8500809" y="2678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8" name="pt52288"/>
            <p:cNvSpPr/>
            <p:nvPr/>
          </p:nvSpPr>
          <p:spPr>
            <a:xfrm>
              <a:off x="8963923" y="21612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9" name="pt52289"/>
            <p:cNvSpPr/>
            <p:nvPr/>
          </p:nvSpPr>
          <p:spPr>
            <a:xfrm>
              <a:off x="8793552" y="22583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0" name="pt52290"/>
            <p:cNvSpPr/>
            <p:nvPr/>
          </p:nvSpPr>
          <p:spPr>
            <a:xfrm>
              <a:off x="9142651" y="2194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1" name="pt52291"/>
            <p:cNvSpPr/>
            <p:nvPr/>
          </p:nvSpPr>
          <p:spPr>
            <a:xfrm>
              <a:off x="8932228" y="19233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2" name="pt52292"/>
            <p:cNvSpPr/>
            <p:nvPr/>
          </p:nvSpPr>
          <p:spPr>
            <a:xfrm>
              <a:off x="9242219" y="20835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3" name="pt52293"/>
            <p:cNvSpPr/>
            <p:nvPr/>
          </p:nvSpPr>
          <p:spPr>
            <a:xfrm>
              <a:off x="8633583" y="21306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4" name="pt52294"/>
            <p:cNvSpPr/>
            <p:nvPr/>
          </p:nvSpPr>
          <p:spPr>
            <a:xfrm>
              <a:off x="9509103" y="20388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5" name="pt52295"/>
            <p:cNvSpPr/>
            <p:nvPr/>
          </p:nvSpPr>
          <p:spPr>
            <a:xfrm>
              <a:off x="9319557" y="21948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6" name="pt52296"/>
            <p:cNvSpPr/>
            <p:nvPr/>
          </p:nvSpPr>
          <p:spPr>
            <a:xfrm>
              <a:off x="8890393" y="20370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7" name="pt52297"/>
            <p:cNvSpPr/>
            <p:nvPr/>
          </p:nvSpPr>
          <p:spPr>
            <a:xfrm>
              <a:off x="9382741" y="20883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8" name="pt52298"/>
            <p:cNvSpPr/>
            <p:nvPr/>
          </p:nvSpPr>
          <p:spPr>
            <a:xfrm>
              <a:off x="9406741" y="16891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9" name="pt52299"/>
            <p:cNvSpPr/>
            <p:nvPr/>
          </p:nvSpPr>
          <p:spPr>
            <a:xfrm>
              <a:off x="8813199" y="20201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0" name="pt52300"/>
            <p:cNvSpPr/>
            <p:nvPr/>
          </p:nvSpPr>
          <p:spPr>
            <a:xfrm>
              <a:off x="9750516" y="24835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1" name="pt52301"/>
            <p:cNvSpPr/>
            <p:nvPr/>
          </p:nvSpPr>
          <p:spPr>
            <a:xfrm>
              <a:off x="8588529" y="22548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2" name="pt52302"/>
            <p:cNvSpPr/>
            <p:nvPr/>
          </p:nvSpPr>
          <p:spPr>
            <a:xfrm>
              <a:off x="8679650" y="24410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3" name="pt52303"/>
            <p:cNvSpPr/>
            <p:nvPr/>
          </p:nvSpPr>
          <p:spPr>
            <a:xfrm>
              <a:off x="9197584" y="15693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4" name="pt52304"/>
            <p:cNvSpPr/>
            <p:nvPr/>
          </p:nvSpPr>
          <p:spPr>
            <a:xfrm>
              <a:off x="8658156" y="24143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5" name="pt52305"/>
            <p:cNvSpPr/>
            <p:nvPr/>
          </p:nvSpPr>
          <p:spPr>
            <a:xfrm>
              <a:off x="9052414" y="21823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6" name="pt52306"/>
            <p:cNvSpPr/>
            <p:nvPr/>
          </p:nvSpPr>
          <p:spPr>
            <a:xfrm>
              <a:off x="9031610" y="17862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7" name="pt52307"/>
            <p:cNvSpPr/>
            <p:nvPr/>
          </p:nvSpPr>
          <p:spPr>
            <a:xfrm>
              <a:off x="9557615" y="22798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8" name="pt52308"/>
            <p:cNvSpPr/>
            <p:nvPr/>
          </p:nvSpPr>
          <p:spPr>
            <a:xfrm>
              <a:off x="8570436" y="24462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9" name="pt52309"/>
            <p:cNvSpPr/>
            <p:nvPr/>
          </p:nvSpPr>
          <p:spPr>
            <a:xfrm>
              <a:off x="8907297" y="21112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0" name="pt52310"/>
            <p:cNvSpPr/>
            <p:nvPr/>
          </p:nvSpPr>
          <p:spPr>
            <a:xfrm>
              <a:off x="9252225" y="20406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1" name="pt52311"/>
            <p:cNvSpPr/>
            <p:nvPr/>
          </p:nvSpPr>
          <p:spPr>
            <a:xfrm>
              <a:off x="8381780" y="23386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2" name="pt52312"/>
            <p:cNvSpPr/>
            <p:nvPr/>
          </p:nvSpPr>
          <p:spPr>
            <a:xfrm>
              <a:off x="9564411" y="20680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3" name="pt52313"/>
            <p:cNvSpPr/>
            <p:nvPr/>
          </p:nvSpPr>
          <p:spPr>
            <a:xfrm>
              <a:off x="8961983" y="22354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4" name="pt52314"/>
            <p:cNvSpPr/>
            <p:nvPr/>
          </p:nvSpPr>
          <p:spPr>
            <a:xfrm>
              <a:off x="8842954" y="22431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5" name="pt52315"/>
            <p:cNvSpPr/>
            <p:nvPr/>
          </p:nvSpPr>
          <p:spPr>
            <a:xfrm>
              <a:off x="8861436" y="19944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6" name="pt52316"/>
            <p:cNvSpPr/>
            <p:nvPr/>
          </p:nvSpPr>
          <p:spPr>
            <a:xfrm>
              <a:off x="8527280" y="24382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7" name="pt52317"/>
            <p:cNvSpPr/>
            <p:nvPr/>
          </p:nvSpPr>
          <p:spPr>
            <a:xfrm>
              <a:off x="8469500" y="23625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8" name="pt52318"/>
            <p:cNvSpPr/>
            <p:nvPr/>
          </p:nvSpPr>
          <p:spPr>
            <a:xfrm>
              <a:off x="8971473" y="22540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9" name="pt52319"/>
            <p:cNvSpPr/>
            <p:nvPr/>
          </p:nvSpPr>
          <p:spPr>
            <a:xfrm>
              <a:off x="8633583" y="21859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0" name="pt52320"/>
            <p:cNvSpPr/>
            <p:nvPr/>
          </p:nvSpPr>
          <p:spPr>
            <a:xfrm>
              <a:off x="8619838" y="22450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1" name="pt52321"/>
            <p:cNvSpPr/>
            <p:nvPr/>
          </p:nvSpPr>
          <p:spPr>
            <a:xfrm>
              <a:off x="9557615" y="21850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2" name="pt52322"/>
            <p:cNvSpPr/>
            <p:nvPr/>
          </p:nvSpPr>
          <p:spPr>
            <a:xfrm>
              <a:off x="9425448" y="19222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3" name="pt52323"/>
            <p:cNvSpPr/>
            <p:nvPr/>
          </p:nvSpPr>
          <p:spPr>
            <a:xfrm>
              <a:off x="9044150" y="17893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4" name="pt52324"/>
            <p:cNvSpPr/>
            <p:nvPr/>
          </p:nvSpPr>
          <p:spPr>
            <a:xfrm>
              <a:off x="9142651" y="20652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5" name="pt52325"/>
            <p:cNvSpPr/>
            <p:nvPr/>
          </p:nvSpPr>
          <p:spPr>
            <a:xfrm>
              <a:off x="8679650" y="24761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6" name="pt52326"/>
            <p:cNvSpPr/>
            <p:nvPr/>
          </p:nvSpPr>
          <p:spPr>
            <a:xfrm>
              <a:off x="8850587" y="20416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7" name="pt52327"/>
            <p:cNvSpPr/>
            <p:nvPr/>
          </p:nvSpPr>
          <p:spPr>
            <a:xfrm>
              <a:off x="8723925" y="22967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8" name="pt52328"/>
            <p:cNvSpPr/>
            <p:nvPr/>
          </p:nvSpPr>
          <p:spPr>
            <a:xfrm>
              <a:off x="8312152" y="24152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9" name="pt52329"/>
            <p:cNvSpPr/>
            <p:nvPr/>
          </p:nvSpPr>
          <p:spPr>
            <a:xfrm>
              <a:off x="8881273" y="2167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0" name="pt52330"/>
            <p:cNvSpPr/>
            <p:nvPr/>
          </p:nvSpPr>
          <p:spPr>
            <a:xfrm>
              <a:off x="8939053" y="19028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1" name="pt52331"/>
            <p:cNvSpPr/>
            <p:nvPr/>
          </p:nvSpPr>
          <p:spPr>
            <a:xfrm>
              <a:off x="9576430" y="21395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2" name="pt52332"/>
            <p:cNvSpPr/>
            <p:nvPr/>
          </p:nvSpPr>
          <p:spPr>
            <a:xfrm>
              <a:off x="9052414" y="21659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3" name="pt52333"/>
            <p:cNvSpPr/>
            <p:nvPr/>
          </p:nvSpPr>
          <p:spPr>
            <a:xfrm>
              <a:off x="9356410" y="20622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4" name="pt52334"/>
            <p:cNvSpPr/>
            <p:nvPr/>
          </p:nvSpPr>
          <p:spPr>
            <a:xfrm>
              <a:off x="9259278" y="21561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5" name="pt52335"/>
            <p:cNvSpPr/>
            <p:nvPr/>
          </p:nvSpPr>
          <p:spPr>
            <a:xfrm>
              <a:off x="8588529" y="24463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6" name="pt52336"/>
            <p:cNvSpPr/>
            <p:nvPr/>
          </p:nvSpPr>
          <p:spPr>
            <a:xfrm>
              <a:off x="9324827" y="21550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7" name="pt52337"/>
            <p:cNvSpPr/>
            <p:nvPr/>
          </p:nvSpPr>
          <p:spPr>
            <a:xfrm>
              <a:off x="8570436" y="25184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8" name="pt52338"/>
            <p:cNvSpPr/>
            <p:nvPr/>
          </p:nvSpPr>
          <p:spPr>
            <a:xfrm>
              <a:off x="9034193" y="17709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9" name="pt52339"/>
            <p:cNvSpPr/>
            <p:nvPr/>
          </p:nvSpPr>
          <p:spPr>
            <a:xfrm>
              <a:off x="8588529" y="22796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0" name="pt52340"/>
            <p:cNvSpPr/>
            <p:nvPr/>
          </p:nvSpPr>
          <p:spPr>
            <a:xfrm>
              <a:off x="8723925" y="20061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1" name="pt52341"/>
            <p:cNvSpPr/>
            <p:nvPr/>
          </p:nvSpPr>
          <p:spPr>
            <a:xfrm>
              <a:off x="8887406" y="19001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2" name="pt52342"/>
            <p:cNvSpPr/>
            <p:nvPr/>
          </p:nvSpPr>
          <p:spPr>
            <a:xfrm>
              <a:off x="8431181" y="24630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3" name="pt52343"/>
            <p:cNvSpPr/>
            <p:nvPr/>
          </p:nvSpPr>
          <p:spPr>
            <a:xfrm>
              <a:off x="9007935" y="17872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4" name="pt52344"/>
            <p:cNvSpPr/>
            <p:nvPr/>
          </p:nvSpPr>
          <p:spPr>
            <a:xfrm>
              <a:off x="8907297" y="21334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5" name="pt52345"/>
            <p:cNvSpPr/>
            <p:nvPr/>
          </p:nvSpPr>
          <p:spPr>
            <a:xfrm>
              <a:off x="8759093" y="21422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6" name="pt52346"/>
            <p:cNvSpPr/>
            <p:nvPr/>
          </p:nvSpPr>
          <p:spPr>
            <a:xfrm>
              <a:off x="8604896" y="23457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7" name="pt52347"/>
            <p:cNvSpPr/>
            <p:nvPr/>
          </p:nvSpPr>
          <p:spPr>
            <a:xfrm>
              <a:off x="9004922" y="1600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8" name="pt52348"/>
            <p:cNvSpPr/>
            <p:nvPr/>
          </p:nvSpPr>
          <p:spPr>
            <a:xfrm>
              <a:off x="8500809" y="26659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9" name="pt52349"/>
            <p:cNvSpPr/>
            <p:nvPr/>
          </p:nvSpPr>
          <p:spPr>
            <a:xfrm>
              <a:off x="8604896" y="21752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0" name="pt52350"/>
            <p:cNvSpPr/>
            <p:nvPr/>
          </p:nvSpPr>
          <p:spPr>
            <a:xfrm>
              <a:off x="8312152" y="23817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1" name="pt52351"/>
            <p:cNvSpPr/>
            <p:nvPr/>
          </p:nvSpPr>
          <p:spPr>
            <a:xfrm>
              <a:off x="8312152" y="25497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2" name="pt52352"/>
            <p:cNvSpPr/>
            <p:nvPr/>
          </p:nvSpPr>
          <p:spPr>
            <a:xfrm>
              <a:off x="8312152" y="22615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3" name="pt52353"/>
            <p:cNvSpPr/>
            <p:nvPr/>
          </p:nvSpPr>
          <p:spPr>
            <a:xfrm>
              <a:off x="8431181" y="25121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4" name="pt52354"/>
            <p:cNvSpPr/>
            <p:nvPr/>
          </p:nvSpPr>
          <p:spPr>
            <a:xfrm>
              <a:off x="8312152" y="21423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5" name="pt52355"/>
            <p:cNvSpPr/>
            <p:nvPr/>
          </p:nvSpPr>
          <p:spPr>
            <a:xfrm>
              <a:off x="9701667" y="22754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6" name="pt52356"/>
            <p:cNvSpPr/>
            <p:nvPr/>
          </p:nvSpPr>
          <p:spPr>
            <a:xfrm>
              <a:off x="8500809" y="2293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7" name="pt52357"/>
            <p:cNvSpPr/>
            <p:nvPr/>
          </p:nvSpPr>
          <p:spPr>
            <a:xfrm>
              <a:off x="8381780" y="22402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8" name="pt52358"/>
            <p:cNvSpPr/>
            <p:nvPr/>
          </p:nvSpPr>
          <p:spPr>
            <a:xfrm>
              <a:off x="9480563" y="23466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9" name="pt52359"/>
            <p:cNvSpPr/>
            <p:nvPr/>
          </p:nvSpPr>
          <p:spPr>
            <a:xfrm>
              <a:off x="8469500" y="22782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0" name="pt52360"/>
            <p:cNvSpPr/>
            <p:nvPr/>
          </p:nvSpPr>
          <p:spPr>
            <a:xfrm>
              <a:off x="9525110" y="19302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1" name="pt52361"/>
            <p:cNvSpPr/>
            <p:nvPr/>
          </p:nvSpPr>
          <p:spPr>
            <a:xfrm>
              <a:off x="8619838" y="22322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2" name="pt52362"/>
            <p:cNvSpPr/>
            <p:nvPr/>
          </p:nvSpPr>
          <p:spPr>
            <a:xfrm>
              <a:off x="8312152" y="26253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3" name="pt52363"/>
            <p:cNvSpPr/>
            <p:nvPr/>
          </p:nvSpPr>
          <p:spPr>
            <a:xfrm>
              <a:off x="8669239" y="24516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4" name="pt52364"/>
            <p:cNvSpPr/>
            <p:nvPr/>
          </p:nvSpPr>
          <p:spPr>
            <a:xfrm>
              <a:off x="9181514" y="22769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5" name="pt52365"/>
            <p:cNvSpPr/>
            <p:nvPr/>
          </p:nvSpPr>
          <p:spPr>
            <a:xfrm>
              <a:off x="9207674" y="18495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6" name="pt52366"/>
            <p:cNvSpPr/>
            <p:nvPr/>
          </p:nvSpPr>
          <p:spPr>
            <a:xfrm>
              <a:off x="9370170" y="21047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7" name="pt52367"/>
            <p:cNvSpPr/>
            <p:nvPr/>
          </p:nvSpPr>
          <p:spPr>
            <a:xfrm>
              <a:off x="8588529" y="2272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8" name="pt52368"/>
            <p:cNvSpPr/>
            <p:nvPr/>
          </p:nvSpPr>
          <p:spPr>
            <a:xfrm>
              <a:off x="8431181" y="25684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9" name="pt52369"/>
            <p:cNvSpPr/>
            <p:nvPr/>
          </p:nvSpPr>
          <p:spPr>
            <a:xfrm>
              <a:off x="8817779" y="20028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0" name="pt52370"/>
            <p:cNvSpPr/>
            <p:nvPr/>
          </p:nvSpPr>
          <p:spPr>
            <a:xfrm>
              <a:off x="9151289" y="20580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1" name="pt52371"/>
            <p:cNvSpPr/>
            <p:nvPr/>
          </p:nvSpPr>
          <p:spPr>
            <a:xfrm>
              <a:off x="8669239" y="22870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2" name="pt52372"/>
            <p:cNvSpPr/>
            <p:nvPr/>
          </p:nvSpPr>
          <p:spPr>
            <a:xfrm>
              <a:off x="9104672" y="21705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3" name="pt52373"/>
            <p:cNvSpPr/>
            <p:nvPr/>
          </p:nvSpPr>
          <p:spPr>
            <a:xfrm>
              <a:off x="9324827" y="20636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4" name="pt52374"/>
            <p:cNvSpPr/>
            <p:nvPr/>
          </p:nvSpPr>
          <p:spPr>
            <a:xfrm>
              <a:off x="8500809" y="2631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5" name="pt52375"/>
            <p:cNvSpPr/>
            <p:nvPr/>
          </p:nvSpPr>
          <p:spPr>
            <a:xfrm>
              <a:off x="9167950" y="18087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6" name="pt52376"/>
            <p:cNvSpPr/>
            <p:nvPr/>
          </p:nvSpPr>
          <p:spPr>
            <a:xfrm>
              <a:off x="8469500" y="21497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7" name="pt52377"/>
            <p:cNvSpPr/>
            <p:nvPr/>
          </p:nvSpPr>
          <p:spPr>
            <a:xfrm>
              <a:off x="9091423" y="17208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8" name="pt52378"/>
            <p:cNvSpPr/>
            <p:nvPr/>
          </p:nvSpPr>
          <p:spPr>
            <a:xfrm>
              <a:off x="9044150" y="17472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9" name="pt52379"/>
            <p:cNvSpPr/>
            <p:nvPr/>
          </p:nvSpPr>
          <p:spPr>
            <a:xfrm>
              <a:off x="9208605" y="19193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0" name="pt52380"/>
            <p:cNvSpPr/>
            <p:nvPr/>
          </p:nvSpPr>
          <p:spPr>
            <a:xfrm>
              <a:off x="8500809" y="2573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1" name="pt52381"/>
            <p:cNvSpPr/>
            <p:nvPr/>
          </p:nvSpPr>
          <p:spPr>
            <a:xfrm>
              <a:off x="8312152" y="2428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2" name="pt52382"/>
            <p:cNvSpPr/>
            <p:nvPr/>
          </p:nvSpPr>
          <p:spPr>
            <a:xfrm>
              <a:off x="8469500" y="21585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3" name="pt52383"/>
            <p:cNvSpPr/>
            <p:nvPr/>
          </p:nvSpPr>
          <p:spPr>
            <a:xfrm>
              <a:off x="8890393" y="15859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4" name="pt52384"/>
            <p:cNvSpPr/>
            <p:nvPr/>
          </p:nvSpPr>
          <p:spPr>
            <a:xfrm>
              <a:off x="8312152" y="24540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5" name="pt52385"/>
            <p:cNvSpPr/>
            <p:nvPr/>
          </p:nvSpPr>
          <p:spPr>
            <a:xfrm>
              <a:off x="9031610" y="19555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6" name="pt52386"/>
            <p:cNvSpPr/>
            <p:nvPr/>
          </p:nvSpPr>
          <p:spPr>
            <a:xfrm>
              <a:off x="8992313" y="17185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7" name="pt52387"/>
            <p:cNvSpPr/>
            <p:nvPr/>
          </p:nvSpPr>
          <p:spPr>
            <a:xfrm>
              <a:off x="8874912" y="22833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8" name="pt52388"/>
            <p:cNvSpPr/>
            <p:nvPr/>
          </p:nvSpPr>
          <p:spPr>
            <a:xfrm>
              <a:off x="9167950" y="1858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9" name="pt52389"/>
            <p:cNvSpPr/>
            <p:nvPr/>
          </p:nvSpPr>
          <p:spPr>
            <a:xfrm>
              <a:off x="8550210" y="24724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0" name="pt52390"/>
            <p:cNvSpPr/>
            <p:nvPr/>
          </p:nvSpPr>
          <p:spPr>
            <a:xfrm>
              <a:off x="9044150" y="17963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1" name="pt52391"/>
            <p:cNvSpPr/>
            <p:nvPr/>
          </p:nvSpPr>
          <p:spPr>
            <a:xfrm>
              <a:off x="8973309" y="22296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2" name="pt52392"/>
            <p:cNvSpPr/>
            <p:nvPr/>
          </p:nvSpPr>
          <p:spPr>
            <a:xfrm>
              <a:off x="8723925" y="20927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3" name="pt52393"/>
            <p:cNvSpPr/>
            <p:nvPr/>
          </p:nvSpPr>
          <p:spPr>
            <a:xfrm>
              <a:off x="9195593" y="22861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4" name="pt52394"/>
            <p:cNvSpPr/>
            <p:nvPr/>
          </p:nvSpPr>
          <p:spPr>
            <a:xfrm>
              <a:off x="8431181" y="25896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5" name="pt52395"/>
            <p:cNvSpPr/>
            <p:nvPr/>
          </p:nvSpPr>
          <p:spPr>
            <a:xfrm>
              <a:off x="9538601" y="20433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6" name="pt52396"/>
            <p:cNvSpPr/>
            <p:nvPr/>
          </p:nvSpPr>
          <p:spPr>
            <a:xfrm>
              <a:off x="9098616" y="20917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7" name="pt52397"/>
            <p:cNvSpPr/>
            <p:nvPr/>
          </p:nvSpPr>
          <p:spPr>
            <a:xfrm>
              <a:off x="9231999" y="19706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8" name="pt52398"/>
            <p:cNvSpPr/>
            <p:nvPr/>
          </p:nvSpPr>
          <p:spPr>
            <a:xfrm>
              <a:off x="8868306" y="22154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9" name="pt52399"/>
            <p:cNvSpPr/>
            <p:nvPr/>
          </p:nvSpPr>
          <p:spPr>
            <a:xfrm>
              <a:off x="8759093" y="22893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0" name="pt52400"/>
            <p:cNvSpPr/>
            <p:nvPr/>
          </p:nvSpPr>
          <p:spPr>
            <a:xfrm>
              <a:off x="8527280" y="26095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1" name="pt52401"/>
            <p:cNvSpPr/>
            <p:nvPr/>
          </p:nvSpPr>
          <p:spPr>
            <a:xfrm>
              <a:off x="8912581" y="19077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2" name="pt52402"/>
            <p:cNvSpPr/>
            <p:nvPr/>
          </p:nvSpPr>
          <p:spPr>
            <a:xfrm>
              <a:off x="9068885" y="18514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3" name="pt52403"/>
            <p:cNvSpPr/>
            <p:nvPr/>
          </p:nvSpPr>
          <p:spPr>
            <a:xfrm>
              <a:off x="8917708" y="20395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4" name="pt52404"/>
            <p:cNvSpPr/>
            <p:nvPr/>
          </p:nvSpPr>
          <p:spPr>
            <a:xfrm>
              <a:off x="8679650" y="24937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5" name="pt52405"/>
            <p:cNvSpPr/>
            <p:nvPr/>
          </p:nvSpPr>
          <p:spPr>
            <a:xfrm>
              <a:off x="8570436" y="23646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6" name="pt52406"/>
            <p:cNvSpPr/>
            <p:nvPr/>
          </p:nvSpPr>
          <p:spPr>
            <a:xfrm>
              <a:off x="9421732" y="18508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7" name="pt52407"/>
            <p:cNvSpPr/>
            <p:nvPr/>
          </p:nvSpPr>
          <p:spPr>
            <a:xfrm>
              <a:off x="9668168" y="29216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8" name="pt52408"/>
            <p:cNvSpPr/>
            <p:nvPr/>
          </p:nvSpPr>
          <p:spPr>
            <a:xfrm>
              <a:off x="8826587" y="21708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9" name="pt52409"/>
            <p:cNvSpPr/>
            <p:nvPr/>
          </p:nvSpPr>
          <p:spPr>
            <a:xfrm>
              <a:off x="9232403" y="20781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0" name="pt52410"/>
            <p:cNvSpPr/>
            <p:nvPr/>
          </p:nvSpPr>
          <p:spPr>
            <a:xfrm>
              <a:off x="8312152" y="23829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1" name="pt52411"/>
            <p:cNvSpPr/>
            <p:nvPr/>
          </p:nvSpPr>
          <p:spPr>
            <a:xfrm>
              <a:off x="9104672" y="21348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2" name="pt52412"/>
            <p:cNvSpPr/>
            <p:nvPr/>
          </p:nvSpPr>
          <p:spPr>
            <a:xfrm>
              <a:off x="8864906" y="1921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3" name="pt52413"/>
            <p:cNvSpPr/>
            <p:nvPr/>
          </p:nvSpPr>
          <p:spPr>
            <a:xfrm>
              <a:off x="8826587" y="21784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4" name="pt52414"/>
            <p:cNvSpPr/>
            <p:nvPr/>
          </p:nvSpPr>
          <p:spPr>
            <a:xfrm>
              <a:off x="8715936" y="22417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5" name="pt52415"/>
            <p:cNvSpPr/>
            <p:nvPr/>
          </p:nvSpPr>
          <p:spPr>
            <a:xfrm>
              <a:off x="8633583" y="20362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6" name="pt52416"/>
            <p:cNvSpPr/>
            <p:nvPr/>
          </p:nvSpPr>
          <p:spPr>
            <a:xfrm>
              <a:off x="8731558" y="22474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7" name="pt52417"/>
            <p:cNvSpPr/>
            <p:nvPr/>
          </p:nvSpPr>
          <p:spPr>
            <a:xfrm>
              <a:off x="9184210" y="22215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8" name="pt52418"/>
            <p:cNvSpPr/>
            <p:nvPr/>
          </p:nvSpPr>
          <p:spPr>
            <a:xfrm>
              <a:off x="8312152" y="23912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9" name="pt52419"/>
            <p:cNvSpPr/>
            <p:nvPr/>
          </p:nvSpPr>
          <p:spPr>
            <a:xfrm>
              <a:off x="9046552" y="1914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0" name="pt52420"/>
            <p:cNvSpPr/>
            <p:nvPr/>
          </p:nvSpPr>
          <p:spPr>
            <a:xfrm>
              <a:off x="9324827" y="20867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1" name="pt52421"/>
            <p:cNvSpPr/>
            <p:nvPr/>
          </p:nvSpPr>
          <p:spPr>
            <a:xfrm>
              <a:off x="8469500" y="21488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2" name="pt52422"/>
            <p:cNvSpPr/>
            <p:nvPr/>
          </p:nvSpPr>
          <p:spPr>
            <a:xfrm>
              <a:off x="8945616" y="20714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3" name="pt52423"/>
            <p:cNvSpPr/>
            <p:nvPr/>
          </p:nvSpPr>
          <p:spPr>
            <a:xfrm>
              <a:off x="8842954" y="21888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4" name="pt52424"/>
            <p:cNvSpPr/>
            <p:nvPr/>
          </p:nvSpPr>
          <p:spPr>
            <a:xfrm>
              <a:off x="8738867" y="21769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5" name="pt52425"/>
            <p:cNvSpPr/>
            <p:nvPr/>
          </p:nvSpPr>
          <p:spPr>
            <a:xfrm>
              <a:off x="8707558" y="21398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6" name="pt52426"/>
            <p:cNvSpPr/>
            <p:nvPr/>
          </p:nvSpPr>
          <p:spPr>
            <a:xfrm>
              <a:off x="9252225" y="19867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7" name="pt52427"/>
            <p:cNvSpPr/>
            <p:nvPr/>
          </p:nvSpPr>
          <p:spPr>
            <a:xfrm>
              <a:off x="9329710" y="21789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8" name="pt52428"/>
            <p:cNvSpPr/>
            <p:nvPr/>
          </p:nvSpPr>
          <p:spPr>
            <a:xfrm>
              <a:off x="9232403" y="20611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9" name="pt52429"/>
            <p:cNvSpPr/>
            <p:nvPr/>
          </p:nvSpPr>
          <p:spPr>
            <a:xfrm>
              <a:off x="8500809" y="26033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0" name="pt52430"/>
            <p:cNvSpPr/>
            <p:nvPr/>
          </p:nvSpPr>
          <p:spPr>
            <a:xfrm>
              <a:off x="8312152" y="18784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1" name="pt52431"/>
            <p:cNvSpPr/>
            <p:nvPr/>
          </p:nvSpPr>
          <p:spPr>
            <a:xfrm>
              <a:off x="9522221" y="18443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2" name="pt52432"/>
            <p:cNvSpPr/>
            <p:nvPr/>
          </p:nvSpPr>
          <p:spPr>
            <a:xfrm>
              <a:off x="9620546" y="21148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3" name="pt52433"/>
            <p:cNvSpPr/>
            <p:nvPr/>
          </p:nvSpPr>
          <p:spPr>
            <a:xfrm>
              <a:off x="8500809" y="25252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4" name="pt52434"/>
            <p:cNvSpPr/>
            <p:nvPr/>
          </p:nvSpPr>
          <p:spPr>
            <a:xfrm>
              <a:off x="9179876" y="19548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5" name="pt52435"/>
            <p:cNvSpPr/>
            <p:nvPr/>
          </p:nvSpPr>
          <p:spPr>
            <a:xfrm>
              <a:off x="8798679" y="20889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6" name="pt52436"/>
            <p:cNvSpPr/>
            <p:nvPr/>
          </p:nvSpPr>
          <p:spPr>
            <a:xfrm>
              <a:off x="8312152" y="2570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7" name="pt52437"/>
            <p:cNvSpPr/>
            <p:nvPr/>
          </p:nvSpPr>
          <p:spPr>
            <a:xfrm>
              <a:off x="9480563" y="24030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8" name="pt52438"/>
            <p:cNvSpPr/>
            <p:nvPr/>
          </p:nvSpPr>
          <p:spPr>
            <a:xfrm>
              <a:off x="9179876" y="18813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9" name="pt52439"/>
            <p:cNvSpPr/>
            <p:nvPr/>
          </p:nvSpPr>
          <p:spPr>
            <a:xfrm>
              <a:off x="8312152" y="23282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0" name="pt52440"/>
            <p:cNvSpPr/>
            <p:nvPr/>
          </p:nvSpPr>
          <p:spPr>
            <a:xfrm>
              <a:off x="8698750" y="21306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1" name="pt52441"/>
            <p:cNvSpPr/>
            <p:nvPr/>
          </p:nvSpPr>
          <p:spPr>
            <a:xfrm>
              <a:off x="9147356" y="20987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2" name="pt52442"/>
            <p:cNvSpPr/>
            <p:nvPr/>
          </p:nvSpPr>
          <p:spPr>
            <a:xfrm>
              <a:off x="9319557" y="21594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3" name="pt52443"/>
            <p:cNvSpPr/>
            <p:nvPr/>
          </p:nvSpPr>
          <p:spPr>
            <a:xfrm>
              <a:off x="8861436" y="19611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4" name="pt52444"/>
            <p:cNvSpPr/>
            <p:nvPr/>
          </p:nvSpPr>
          <p:spPr>
            <a:xfrm>
              <a:off x="9325298" y="20997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5" name="pt52445"/>
            <p:cNvSpPr/>
            <p:nvPr/>
          </p:nvSpPr>
          <p:spPr>
            <a:xfrm>
              <a:off x="8469500" y="2366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6" name="pt52446"/>
            <p:cNvSpPr/>
            <p:nvPr/>
          </p:nvSpPr>
          <p:spPr>
            <a:xfrm>
              <a:off x="9756959" y="23709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7" name="pt52447"/>
            <p:cNvSpPr/>
            <p:nvPr/>
          </p:nvSpPr>
          <p:spPr>
            <a:xfrm>
              <a:off x="8381780" y="23262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8" name="pt52448"/>
            <p:cNvSpPr/>
            <p:nvPr/>
          </p:nvSpPr>
          <p:spPr>
            <a:xfrm>
              <a:off x="8961983" y="22556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9" name="pt52449"/>
            <p:cNvSpPr/>
            <p:nvPr/>
          </p:nvSpPr>
          <p:spPr>
            <a:xfrm>
              <a:off x="9874745" y="25313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0" name="pt52450"/>
            <p:cNvSpPr/>
            <p:nvPr/>
          </p:nvSpPr>
          <p:spPr>
            <a:xfrm>
              <a:off x="9098616" y="21520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1" name="pt52451"/>
            <p:cNvSpPr/>
            <p:nvPr/>
          </p:nvSpPr>
          <p:spPr>
            <a:xfrm>
              <a:off x="8381780" y="23527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2" name="pt52452"/>
            <p:cNvSpPr/>
            <p:nvPr/>
          </p:nvSpPr>
          <p:spPr>
            <a:xfrm>
              <a:off x="8901845" y="20938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3" name="pt52453"/>
            <p:cNvSpPr/>
            <p:nvPr/>
          </p:nvSpPr>
          <p:spPr>
            <a:xfrm>
              <a:off x="9123951" y="21045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4" name="pt52454"/>
            <p:cNvSpPr/>
            <p:nvPr/>
          </p:nvSpPr>
          <p:spPr>
            <a:xfrm>
              <a:off x="8945616" y="20787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5" name="pt52455"/>
            <p:cNvSpPr/>
            <p:nvPr/>
          </p:nvSpPr>
          <p:spPr>
            <a:xfrm>
              <a:off x="9018082" y="1533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6" name="pt52456"/>
            <p:cNvSpPr/>
            <p:nvPr/>
          </p:nvSpPr>
          <p:spPr>
            <a:xfrm>
              <a:off x="9123951" y="1990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7" name="pt52457"/>
            <p:cNvSpPr/>
            <p:nvPr/>
          </p:nvSpPr>
          <p:spPr>
            <a:xfrm>
              <a:off x="8826587" y="23270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8" name="pt52458"/>
            <p:cNvSpPr/>
            <p:nvPr/>
          </p:nvSpPr>
          <p:spPr>
            <a:xfrm>
              <a:off x="9079049" y="21477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9" name="pt52459"/>
            <p:cNvSpPr/>
            <p:nvPr/>
          </p:nvSpPr>
          <p:spPr>
            <a:xfrm>
              <a:off x="8588529" y="22189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0" name="pt52460"/>
            <p:cNvSpPr/>
            <p:nvPr/>
          </p:nvSpPr>
          <p:spPr>
            <a:xfrm>
              <a:off x="8765338" y="20180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1" name="pt52461"/>
            <p:cNvSpPr/>
            <p:nvPr/>
          </p:nvSpPr>
          <p:spPr>
            <a:xfrm>
              <a:off x="8813199" y="22037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2" name="pt52462"/>
            <p:cNvSpPr/>
            <p:nvPr/>
          </p:nvSpPr>
          <p:spPr>
            <a:xfrm>
              <a:off x="9116180" y="20133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3" name="pt52463"/>
            <p:cNvSpPr/>
            <p:nvPr/>
          </p:nvSpPr>
          <p:spPr>
            <a:xfrm>
              <a:off x="9517293" y="20142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4" name="pt52464"/>
            <p:cNvSpPr/>
            <p:nvPr/>
          </p:nvSpPr>
          <p:spPr>
            <a:xfrm>
              <a:off x="8500809" y="25668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5" name="pt52465"/>
            <p:cNvSpPr/>
            <p:nvPr/>
          </p:nvSpPr>
          <p:spPr>
            <a:xfrm>
              <a:off x="8958035" y="22125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6" name="pt52466"/>
            <p:cNvSpPr/>
            <p:nvPr/>
          </p:nvSpPr>
          <p:spPr>
            <a:xfrm>
              <a:off x="8658156" y="25639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7" name="pt52467"/>
            <p:cNvSpPr/>
            <p:nvPr/>
          </p:nvSpPr>
          <p:spPr>
            <a:xfrm>
              <a:off x="8842954" y="20511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8" name="pt52468"/>
            <p:cNvSpPr/>
            <p:nvPr/>
          </p:nvSpPr>
          <p:spPr>
            <a:xfrm>
              <a:off x="9231999" y="20156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9" name="pt52469"/>
            <p:cNvSpPr/>
            <p:nvPr/>
          </p:nvSpPr>
          <p:spPr>
            <a:xfrm>
              <a:off x="8550210" y="24160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0" name="pt52470"/>
            <p:cNvSpPr/>
            <p:nvPr/>
          </p:nvSpPr>
          <p:spPr>
            <a:xfrm>
              <a:off x="9436506" y="22364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1" name="pt52471"/>
            <p:cNvSpPr/>
            <p:nvPr/>
          </p:nvSpPr>
          <p:spPr>
            <a:xfrm>
              <a:off x="8312152" y="25271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2" name="pt52472"/>
            <p:cNvSpPr/>
            <p:nvPr/>
          </p:nvSpPr>
          <p:spPr>
            <a:xfrm>
              <a:off x="8312152" y="25419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3" name="pt52473"/>
            <p:cNvSpPr/>
            <p:nvPr/>
          </p:nvSpPr>
          <p:spPr>
            <a:xfrm>
              <a:off x="9756959" y="20869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4" name="pt52474"/>
            <p:cNvSpPr/>
            <p:nvPr/>
          </p:nvSpPr>
          <p:spPr>
            <a:xfrm>
              <a:off x="8312152" y="21812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5" name="pt52475"/>
            <p:cNvSpPr/>
            <p:nvPr/>
          </p:nvSpPr>
          <p:spPr>
            <a:xfrm>
              <a:off x="9044150" y="1802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6" name="pt52476"/>
            <p:cNvSpPr/>
            <p:nvPr/>
          </p:nvSpPr>
          <p:spPr>
            <a:xfrm>
              <a:off x="9389022" y="21794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7" name="pt52477"/>
            <p:cNvSpPr/>
            <p:nvPr/>
          </p:nvSpPr>
          <p:spPr>
            <a:xfrm>
              <a:off x="8887406" y="19345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8" name="pt52478"/>
            <p:cNvSpPr/>
            <p:nvPr/>
          </p:nvSpPr>
          <p:spPr>
            <a:xfrm>
              <a:off x="9077064" y="18811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9" name="pt52479"/>
            <p:cNvSpPr/>
            <p:nvPr/>
          </p:nvSpPr>
          <p:spPr>
            <a:xfrm>
              <a:off x="9115383" y="20603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0" name="pt52480"/>
            <p:cNvSpPr/>
            <p:nvPr/>
          </p:nvSpPr>
          <p:spPr>
            <a:xfrm>
              <a:off x="9030305" y="18335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1" name="pt52481"/>
            <p:cNvSpPr/>
            <p:nvPr/>
          </p:nvSpPr>
          <p:spPr>
            <a:xfrm>
              <a:off x="9242219" y="19851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2" name="pt52482"/>
            <p:cNvSpPr/>
            <p:nvPr/>
          </p:nvSpPr>
          <p:spPr>
            <a:xfrm>
              <a:off x="9068885" y="18372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3" name="pt52483"/>
            <p:cNvSpPr/>
            <p:nvPr/>
          </p:nvSpPr>
          <p:spPr>
            <a:xfrm>
              <a:off x="8527280" y="26510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4" name="pt52484"/>
            <p:cNvSpPr/>
            <p:nvPr/>
          </p:nvSpPr>
          <p:spPr>
            <a:xfrm>
              <a:off x="9003396" y="19905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5" name="pt52485"/>
            <p:cNvSpPr/>
            <p:nvPr/>
          </p:nvSpPr>
          <p:spPr>
            <a:xfrm>
              <a:off x="8646309" y="25821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6" name="pt52486"/>
            <p:cNvSpPr/>
            <p:nvPr/>
          </p:nvSpPr>
          <p:spPr>
            <a:xfrm>
              <a:off x="9471970" y="22309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7" name="pt52487"/>
            <p:cNvSpPr/>
            <p:nvPr/>
          </p:nvSpPr>
          <p:spPr>
            <a:xfrm>
              <a:off x="8431181" y="23967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8" name="pt52488"/>
            <p:cNvSpPr/>
            <p:nvPr/>
          </p:nvSpPr>
          <p:spPr>
            <a:xfrm>
              <a:off x="9184210" y="21858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9" name="pt52489"/>
            <p:cNvSpPr/>
            <p:nvPr/>
          </p:nvSpPr>
          <p:spPr>
            <a:xfrm>
              <a:off x="9196592" y="2234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0" name="pt52490"/>
            <p:cNvSpPr/>
            <p:nvPr/>
          </p:nvSpPr>
          <p:spPr>
            <a:xfrm>
              <a:off x="9047741" y="20853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1" name="pt52491"/>
            <p:cNvSpPr/>
            <p:nvPr/>
          </p:nvSpPr>
          <p:spPr>
            <a:xfrm>
              <a:off x="9218961" y="2020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2" name="pt52492"/>
            <p:cNvSpPr/>
            <p:nvPr/>
          </p:nvSpPr>
          <p:spPr>
            <a:xfrm>
              <a:off x="8834965" y="20684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3" name="pt52493"/>
            <p:cNvSpPr/>
            <p:nvPr/>
          </p:nvSpPr>
          <p:spPr>
            <a:xfrm>
              <a:off x="8842954" y="21777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4" name="pt52494"/>
            <p:cNvSpPr/>
            <p:nvPr/>
          </p:nvSpPr>
          <p:spPr>
            <a:xfrm>
              <a:off x="8312152" y="2427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5" name="pt52495"/>
            <p:cNvSpPr/>
            <p:nvPr/>
          </p:nvSpPr>
          <p:spPr>
            <a:xfrm>
              <a:off x="8570436" y="25176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6" name="pt52496"/>
            <p:cNvSpPr/>
            <p:nvPr/>
          </p:nvSpPr>
          <p:spPr>
            <a:xfrm>
              <a:off x="8980466" y="20015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7" name="pt52497"/>
            <p:cNvSpPr/>
            <p:nvPr/>
          </p:nvSpPr>
          <p:spPr>
            <a:xfrm>
              <a:off x="8868306" y="21715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8" name="pt52498"/>
            <p:cNvSpPr/>
            <p:nvPr/>
          </p:nvSpPr>
          <p:spPr>
            <a:xfrm>
              <a:off x="9196093" y="22686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9" name="pt52499"/>
            <p:cNvSpPr/>
            <p:nvPr/>
          </p:nvSpPr>
          <p:spPr>
            <a:xfrm>
              <a:off x="8312152" y="24063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0" name="pt52500"/>
            <p:cNvSpPr/>
            <p:nvPr/>
          </p:nvSpPr>
          <p:spPr>
            <a:xfrm>
              <a:off x="8570436" y="25121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1" name="pt52501"/>
            <p:cNvSpPr/>
            <p:nvPr/>
          </p:nvSpPr>
          <p:spPr>
            <a:xfrm>
              <a:off x="9326470" y="21579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2" name="pt52502"/>
            <p:cNvSpPr/>
            <p:nvPr/>
          </p:nvSpPr>
          <p:spPr>
            <a:xfrm>
              <a:off x="8782816" y="22552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3" name="pt52503"/>
            <p:cNvSpPr/>
            <p:nvPr/>
          </p:nvSpPr>
          <p:spPr>
            <a:xfrm>
              <a:off x="9108871" y="22282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4" name="pt52504"/>
            <p:cNvSpPr/>
            <p:nvPr/>
          </p:nvSpPr>
          <p:spPr>
            <a:xfrm>
              <a:off x="9010896" y="15852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5" name="pt52505"/>
            <p:cNvSpPr/>
            <p:nvPr/>
          </p:nvSpPr>
          <p:spPr>
            <a:xfrm>
              <a:off x="8920215" y="2125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6" name="pt52506"/>
            <p:cNvSpPr/>
            <p:nvPr/>
          </p:nvSpPr>
          <p:spPr>
            <a:xfrm>
              <a:off x="9007935" y="18589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7" name="pt52507"/>
            <p:cNvSpPr/>
            <p:nvPr/>
          </p:nvSpPr>
          <p:spPr>
            <a:xfrm>
              <a:off x="9259623" y="19969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8" name="pt52508"/>
            <p:cNvSpPr/>
            <p:nvPr/>
          </p:nvSpPr>
          <p:spPr>
            <a:xfrm>
              <a:off x="9732410" y="22801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9" name="pt52509"/>
            <p:cNvSpPr/>
            <p:nvPr/>
          </p:nvSpPr>
          <p:spPr>
            <a:xfrm>
              <a:off x="8922686" y="18118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0" name="pt52510"/>
            <p:cNvSpPr/>
            <p:nvPr/>
          </p:nvSpPr>
          <p:spPr>
            <a:xfrm>
              <a:off x="9277923" y="18925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1" name="pt52511"/>
            <p:cNvSpPr/>
            <p:nvPr/>
          </p:nvSpPr>
          <p:spPr>
            <a:xfrm>
              <a:off x="9356998" y="20321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2" name="pt52512"/>
            <p:cNvSpPr/>
            <p:nvPr/>
          </p:nvSpPr>
          <p:spPr>
            <a:xfrm>
              <a:off x="9010896" y="17744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3" name="pt52513"/>
            <p:cNvSpPr/>
            <p:nvPr/>
          </p:nvSpPr>
          <p:spPr>
            <a:xfrm>
              <a:off x="8500809" y="25698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4" name="pt52514"/>
            <p:cNvSpPr/>
            <p:nvPr/>
          </p:nvSpPr>
          <p:spPr>
            <a:xfrm>
              <a:off x="8817779" y="21359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5" name="pt52515"/>
            <p:cNvSpPr/>
            <p:nvPr/>
          </p:nvSpPr>
          <p:spPr>
            <a:xfrm>
              <a:off x="9079049" y="20756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6" name="pt52516"/>
            <p:cNvSpPr/>
            <p:nvPr/>
          </p:nvSpPr>
          <p:spPr>
            <a:xfrm>
              <a:off x="9123951" y="22421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7" name="pt52517"/>
            <p:cNvSpPr/>
            <p:nvPr/>
          </p:nvSpPr>
          <p:spPr>
            <a:xfrm>
              <a:off x="8312152" y="2419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8" name="pt52518"/>
            <p:cNvSpPr/>
            <p:nvPr/>
          </p:nvSpPr>
          <p:spPr>
            <a:xfrm>
              <a:off x="8431181" y="24650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9" name="pt52519"/>
            <p:cNvSpPr/>
            <p:nvPr/>
          </p:nvSpPr>
          <p:spPr>
            <a:xfrm>
              <a:off x="9283113" y="21821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0" name="pt52520"/>
            <p:cNvSpPr/>
            <p:nvPr/>
          </p:nvSpPr>
          <p:spPr>
            <a:xfrm>
              <a:off x="8679650" y="24778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1" name="pt52521"/>
            <p:cNvSpPr/>
            <p:nvPr/>
          </p:nvSpPr>
          <p:spPr>
            <a:xfrm>
              <a:off x="9486369" y="24168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2" name="pt52522"/>
            <p:cNvSpPr/>
            <p:nvPr/>
          </p:nvSpPr>
          <p:spPr>
            <a:xfrm>
              <a:off x="8881273" y="2251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3" name="pt52523"/>
            <p:cNvSpPr/>
            <p:nvPr/>
          </p:nvSpPr>
          <p:spPr>
            <a:xfrm>
              <a:off x="9027663" y="1891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4" name="pt52524"/>
            <p:cNvSpPr/>
            <p:nvPr/>
          </p:nvSpPr>
          <p:spPr>
            <a:xfrm>
              <a:off x="8381780" y="24022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5" name="pt52525"/>
            <p:cNvSpPr/>
            <p:nvPr/>
          </p:nvSpPr>
          <p:spPr>
            <a:xfrm>
              <a:off x="9196093" y="22546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6" name="pt52526"/>
            <p:cNvSpPr/>
            <p:nvPr/>
          </p:nvSpPr>
          <p:spPr>
            <a:xfrm>
              <a:off x="8920215" y="20959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7" name="pt52527"/>
            <p:cNvSpPr/>
            <p:nvPr/>
          </p:nvSpPr>
          <p:spPr>
            <a:xfrm>
              <a:off x="8550210" y="25368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8" name="pt52528"/>
            <p:cNvSpPr/>
            <p:nvPr/>
          </p:nvSpPr>
          <p:spPr>
            <a:xfrm>
              <a:off x="8679650" y="24004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9" name="pt52529"/>
            <p:cNvSpPr/>
            <p:nvPr/>
          </p:nvSpPr>
          <p:spPr>
            <a:xfrm>
              <a:off x="9550412" y="20352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0" name="pt52530"/>
            <p:cNvSpPr/>
            <p:nvPr/>
          </p:nvSpPr>
          <p:spPr>
            <a:xfrm>
              <a:off x="8745877" y="2143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1" name="pt52531"/>
            <p:cNvSpPr/>
            <p:nvPr/>
          </p:nvSpPr>
          <p:spPr>
            <a:xfrm>
              <a:off x="9324827" y="21054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2" name="pt52532"/>
            <p:cNvSpPr/>
            <p:nvPr/>
          </p:nvSpPr>
          <p:spPr>
            <a:xfrm>
              <a:off x="8723925" y="2306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3" name="pt52533"/>
            <p:cNvSpPr/>
            <p:nvPr/>
          </p:nvSpPr>
          <p:spPr>
            <a:xfrm>
              <a:off x="8881273" y="21719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4" name="pt52534"/>
            <p:cNvSpPr/>
            <p:nvPr/>
          </p:nvSpPr>
          <p:spPr>
            <a:xfrm>
              <a:off x="8646309" y="23487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5" name="pt52535"/>
            <p:cNvSpPr/>
            <p:nvPr/>
          </p:nvSpPr>
          <p:spPr>
            <a:xfrm>
              <a:off x="9010896" y="15504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6" name="pt52536"/>
            <p:cNvSpPr/>
            <p:nvPr/>
          </p:nvSpPr>
          <p:spPr>
            <a:xfrm>
              <a:off x="8669239" y="22971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7" name="pt52537"/>
            <p:cNvSpPr/>
            <p:nvPr/>
          </p:nvSpPr>
          <p:spPr>
            <a:xfrm>
              <a:off x="9147356" y="20380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8" name="pt52538"/>
            <p:cNvSpPr/>
            <p:nvPr/>
          </p:nvSpPr>
          <p:spPr>
            <a:xfrm>
              <a:off x="9316366" y="22029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9" name="pt52539"/>
            <p:cNvSpPr/>
            <p:nvPr/>
          </p:nvSpPr>
          <p:spPr>
            <a:xfrm>
              <a:off x="9010896" y="17811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0" name="pt52540"/>
            <p:cNvSpPr/>
            <p:nvPr/>
          </p:nvSpPr>
          <p:spPr>
            <a:xfrm>
              <a:off x="8381780" y="23766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1" name="pt52541"/>
            <p:cNvSpPr/>
            <p:nvPr/>
          </p:nvSpPr>
          <p:spPr>
            <a:xfrm>
              <a:off x="8969616" y="2302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2" name="pt52542"/>
            <p:cNvSpPr/>
            <p:nvPr/>
          </p:nvSpPr>
          <p:spPr>
            <a:xfrm>
              <a:off x="8500809" y="25202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3" name="pt52543"/>
            <p:cNvSpPr/>
            <p:nvPr/>
          </p:nvSpPr>
          <p:spPr>
            <a:xfrm>
              <a:off x="8901845" y="22238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4" name="pt52544"/>
            <p:cNvSpPr/>
            <p:nvPr/>
          </p:nvSpPr>
          <p:spPr>
            <a:xfrm>
              <a:off x="9056963" y="20280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5" name="pt52545"/>
            <p:cNvSpPr/>
            <p:nvPr/>
          </p:nvSpPr>
          <p:spPr>
            <a:xfrm>
              <a:off x="9088645" y="19772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6" name="pt52546"/>
            <p:cNvSpPr/>
            <p:nvPr/>
          </p:nvSpPr>
          <p:spPr>
            <a:xfrm>
              <a:off x="8929892" y="18862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7" name="pt52547"/>
            <p:cNvSpPr/>
            <p:nvPr/>
          </p:nvSpPr>
          <p:spPr>
            <a:xfrm>
              <a:off x="8813199" y="20230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8" name="pt52548"/>
            <p:cNvSpPr/>
            <p:nvPr/>
          </p:nvSpPr>
          <p:spPr>
            <a:xfrm>
              <a:off x="9389022" y="20409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9" name="pt52549"/>
            <p:cNvSpPr/>
            <p:nvPr/>
          </p:nvSpPr>
          <p:spPr>
            <a:xfrm>
              <a:off x="8854280" y="2197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0" name="pt52550"/>
            <p:cNvSpPr/>
            <p:nvPr/>
          </p:nvSpPr>
          <p:spPr>
            <a:xfrm>
              <a:off x="8707558" y="23191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1" name="pt52551"/>
            <p:cNvSpPr/>
            <p:nvPr/>
          </p:nvSpPr>
          <p:spPr>
            <a:xfrm>
              <a:off x="9046552" y="19748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2" name="pt52552"/>
            <p:cNvSpPr/>
            <p:nvPr/>
          </p:nvSpPr>
          <p:spPr>
            <a:xfrm>
              <a:off x="8633583" y="21284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3" name="pt52553"/>
            <p:cNvSpPr/>
            <p:nvPr/>
          </p:nvSpPr>
          <p:spPr>
            <a:xfrm>
              <a:off x="8861436" y="1943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4" name="pt52554"/>
            <p:cNvSpPr/>
            <p:nvPr/>
          </p:nvSpPr>
          <p:spPr>
            <a:xfrm>
              <a:off x="9423467" y="18171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5" name="pt52555"/>
            <p:cNvSpPr/>
            <p:nvPr/>
          </p:nvSpPr>
          <p:spPr>
            <a:xfrm>
              <a:off x="9126964" y="20689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6" name="pt52556"/>
            <p:cNvSpPr/>
            <p:nvPr/>
          </p:nvSpPr>
          <p:spPr>
            <a:xfrm>
              <a:off x="9151289" y="20094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7" name="pt52557"/>
            <p:cNvSpPr/>
            <p:nvPr/>
          </p:nvSpPr>
          <p:spPr>
            <a:xfrm>
              <a:off x="8752612" y="20749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8" name="pt52558"/>
            <p:cNvSpPr/>
            <p:nvPr/>
          </p:nvSpPr>
          <p:spPr>
            <a:xfrm>
              <a:off x="8619838" y="22317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9" name="pt52559"/>
            <p:cNvSpPr/>
            <p:nvPr/>
          </p:nvSpPr>
          <p:spPr>
            <a:xfrm>
              <a:off x="8500809" y="26499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0" name="pt52560"/>
            <p:cNvSpPr/>
            <p:nvPr/>
          </p:nvSpPr>
          <p:spPr>
            <a:xfrm>
              <a:off x="9294459" y="19181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1" name="pt52561"/>
            <p:cNvSpPr/>
            <p:nvPr/>
          </p:nvSpPr>
          <p:spPr>
            <a:xfrm>
              <a:off x="8689465" y="23121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2" name="pt52562"/>
            <p:cNvSpPr/>
            <p:nvPr/>
          </p:nvSpPr>
          <p:spPr>
            <a:xfrm>
              <a:off x="8312152" y="24842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3" name="pt52563"/>
            <p:cNvSpPr/>
            <p:nvPr/>
          </p:nvSpPr>
          <p:spPr>
            <a:xfrm>
              <a:off x="8782816" y="21847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4" name="pt52564"/>
            <p:cNvSpPr/>
            <p:nvPr/>
          </p:nvSpPr>
          <p:spPr>
            <a:xfrm>
              <a:off x="8941268" y="18427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5" name="pt52565"/>
            <p:cNvSpPr/>
            <p:nvPr/>
          </p:nvSpPr>
          <p:spPr>
            <a:xfrm>
              <a:off x="8874912" y="22070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6" name="pt52566"/>
            <p:cNvSpPr/>
            <p:nvPr/>
          </p:nvSpPr>
          <p:spPr>
            <a:xfrm>
              <a:off x="9620546" y="23919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7" name="pt52567"/>
            <p:cNvSpPr/>
            <p:nvPr/>
          </p:nvSpPr>
          <p:spPr>
            <a:xfrm>
              <a:off x="8312152" y="25160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8" name="pt52568"/>
            <p:cNvSpPr/>
            <p:nvPr/>
          </p:nvSpPr>
          <p:spPr>
            <a:xfrm>
              <a:off x="8808494" y="21857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9" name="pt52569"/>
            <p:cNvSpPr/>
            <p:nvPr/>
          </p:nvSpPr>
          <p:spPr>
            <a:xfrm>
              <a:off x="9732410" y="22213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0" name="pt52570"/>
            <p:cNvSpPr/>
            <p:nvPr/>
          </p:nvSpPr>
          <p:spPr>
            <a:xfrm>
              <a:off x="8658156" y="24711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1" name="pt52571"/>
            <p:cNvSpPr/>
            <p:nvPr/>
          </p:nvSpPr>
          <p:spPr>
            <a:xfrm>
              <a:off x="8500809" y="26767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2" name="pt52572"/>
            <p:cNvSpPr/>
            <p:nvPr/>
          </p:nvSpPr>
          <p:spPr>
            <a:xfrm>
              <a:off x="9003396" y="19463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3" name="pt52573"/>
            <p:cNvSpPr/>
            <p:nvPr/>
          </p:nvSpPr>
          <p:spPr>
            <a:xfrm>
              <a:off x="8679650" y="24723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4" name="pt52574"/>
            <p:cNvSpPr/>
            <p:nvPr/>
          </p:nvSpPr>
          <p:spPr>
            <a:xfrm>
              <a:off x="9326470" y="2220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5" name="pt52575"/>
            <p:cNvSpPr/>
            <p:nvPr/>
          </p:nvSpPr>
          <p:spPr>
            <a:xfrm>
              <a:off x="8731558" y="22178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6" name="pt52576"/>
            <p:cNvSpPr/>
            <p:nvPr/>
          </p:nvSpPr>
          <p:spPr>
            <a:xfrm>
              <a:off x="9215429" y="22457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7" name="pt52577"/>
            <p:cNvSpPr/>
            <p:nvPr/>
          </p:nvSpPr>
          <p:spPr>
            <a:xfrm>
              <a:off x="8723925" y="22430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8" name="pt52578"/>
            <p:cNvSpPr/>
            <p:nvPr/>
          </p:nvSpPr>
          <p:spPr>
            <a:xfrm>
              <a:off x="8588529" y="21770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9" name="pt52579"/>
            <p:cNvSpPr/>
            <p:nvPr/>
          </p:nvSpPr>
          <p:spPr>
            <a:xfrm>
              <a:off x="9413347" y="21031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0" name="pt52580"/>
            <p:cNvSpPr/>
            <p:nvPr/>
          </p:nvSpPr>
          <p:spPr>
            <a:xfrm>
              <a:off x="8771364" y="22327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1" name="pt52581"/>
            <p:cNvSpPr/>
            <p:nvPr/>
          </p:nvSpPr>
          <p:spPr>
            <a:xfrm>
              <a:off x="8707558" y="22749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2" name="pt52582"/>
            <p:cNvSpPr/>
            <p:nvPr/>
          </p:nvSpPr>
          <p:spPr>
            <a:xfrm>
              <a:off x="8842954" y="21053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3" name="pt52583"/>
            <p:cNvSpPr/>
            <p:nvPr/>
          </p:nvSpPr>
          <p:spPr>
            <a:xfrm>
              <a:off x="8500809" y="24799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4" name="pt52584"/>
            <p:cNvSpPr/>
            <p:nvPr/>
          </p:nvSpPr>
          <p:spPr>
            <a:xfrm>
              <a:off x="9389022" y="21974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5" name="pt52585"/>
            <p:cNvSpPr/>
            <p:nvPr/>
          </p:nvSpPr>
          <p:spPr>
            <a:xfrm>
              <a:off x="8850587" y="19342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6" name="pt52586"/>
            <p:cNvSpPr/>
            <p:nvPr/>
          </p:nvSpPr>
          <p:spPr>
            <a:xfrm>
              <a:off x="8759093" y="20774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7" name="pt52587"/>
            <p:cNvSpPr/>
            <p:nvPr/>
          </p:nvSpPr>
          <p:spPr>
            <a:xfrm>
              <a:off x="8689465" y="23963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8" name="pt52588"/>
            <p:cNvSpPr/>
            <p:nvPr/>
          </p:nvSpPr>
          <p:spPr>
            <a:xfrm>
              <a:off x="8550210" y="22927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9" name="pt52589"/>
            <p:cNvSpPr/>
            <p:nvPr/>
          </p:nvSpPr>
          <p:spPr>
            <a:xfrm>
              <a:off x="9046552" y="18917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0" name="pt52590"/>
            <p:cNvSpPr/>
            <p:nvPr/>
          </p:nvSpPr>
          <p:spPr>
            <a:xfrm>
              <a:off x="9007935" y="20679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1" name="pt52591"/>
            <p:cNvSpPr/>
            <p:nvPr/>
          </p:nvSpPr>
          <p:spPr>
            <a:xfrm>
              <a:off x="8646309" y="23690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2" name="pt52592"/>
            <p:cNvSpPr/>
            <p:nvPr/>
          </p:nvSpPr>
          <p:spPr>
            <a:xfrm>
              <a:off x="8550210" y="23805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3" name="pt52593"/>
            <p:cNvSpPr/>
            <p:nvPr/>
          </p:nvSpPr>
          <p:spPr>
            <a:xfrm>
              <a:off x="8899053" y="22324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4" name="pt52594"/>
            <p:cNvSpPr/>
            <p:nvPr/>
          </p:nvSpPr>
          <p:spPr>
            <a:xfrm>
              <a:off x="9324827" y="22657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5" name="pt52595"/>
            <p:cNvSpPr/>
            <p:nvPr/>
          </p:nvSpPr>
          <p:spPr>
            <a:xfrm>
              <a:off x="8619838" y="23381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6" name="pt52596"/>
            <p:cNvSpPr/>
            <p:nvPr/>
          </p:nvSpPr>
          <p:spPr>
            <a:xfrm>
              <a:off x="9010896" y="17604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7" name="pt52597"/>
            <p:cNvSpPr/>
            <p:nvPr/>
          </p:nvSpPr>
          <p:spPr>
            <a:xfrm>
              <a:off x="8619838" y="23444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8" name="pt52598"/>
            <p:cNvSpPr/>
            <p:nvPr/>
          </p:nvSpPr>
          <p:spPr>
            <a:xfrm>
              <a:off x="8834965" y="21517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9" name="pt52599"/>
            <p:cNvSpPr/>
            <p:nvPr/>
          </p:nvSpPr>
          <p:spPr>
            <a:xfrm>
              <a:off x="9020874" y="17880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0" name="pt52600"/>
            <p:cNvSpPr/>
            <p:nvPr/>
          </p:nvSpPr>
          <p:spPr>
            <a:xfrm>
              <a:off x="9518367" y="20141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1" name="pt52601"/>
            <p:cNvSpPr/>
            <p:nvPr/>
          </p:nvSpPr>
          <p:spPr>
            <a:xfrm>
              <a:off x="9406741" y="17000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2" name="pt52602"/>
            <p:cNvSpPr/>
            <p:nvPr/>
          </p:nvSpPr>
          <p:spPr>
            <a:xfrm>
              <a:off x="9186336" y="22514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3" name="pt52603"/>
            <p:cNvSpPr/>
            <p:nvPr/>
          </p:nvSpPr>
          <p:spPr>
            <a:xfrm>
              <a:off x="9123951" y="21631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4" name="pt52604"/>
            <p:cNvSpPr/>
            <p:nvPr/>
          </p:nvSpPr>
          <p:spPr>
            <a:xfrm>
              <a:off x="8689465" y="23149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5" name="pt52605"/>
            <p:cNvSpPr/>
            <p:nvPr/>
          </p:nvSpPr>
          <p:spPr>
            <a:xfrm>
              <a:off x="8570436" y="24319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6" name="pt52606"/>
            <p:cNvSpPr/>
            <p:nvPr/>
          </p:nvSpPr>
          <p:spPr>
            <a:xfrm>
              <a:off x="9581160" y="23041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7" name="pt52607"/>
            <p:cNvSpPr/>
            <p:nvPr/>
          </p:nvSpPr>
          <p:spPr>
            <a:xfrm>
              <a:off x="8738867" y="2143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8" name="pt52608"/>
            <p:cNvSpPr/>
            <p:nvPr/>
          </p:nvSpPr>
          <p:spPr>
            <a:xfrm>
              <a:off x="9010896" y="17752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9" name="pt52609"/>
            <p:cNvSpPr/>
            <p:nvPr/>
          </p:nvSpPr>
          <p:spPr>
            <a:xfrm>
              <a:off x="9141283" y="2048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0" name="pt52610"/>
            <p:cNvSpPr/>
            <p:nvPr/>
          </p:nvSpPr>
          <p:spPr>
            <a:xfrm>
              <a:off x="9004922" y="17563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1" name="pt52611"/>
            <p:cNvSpPr/>
            <p:nvPr/>
          </p:nvSpPr>
          <p:spPr>
            <a:xfrm>
              <a:off x="8550210" y="26011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2" name="pt52612"/>
            <p:cNvSpPr/>
            <p:nvPr/>
          </p:nvSpPr>
          <p:spPr>
            <a:xfrm>
              <a:off x="8961983" y="23238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3" name="pt52613"/>
            <p:cNvSpPr/>
            <p:nvPr/>
          </p:nvSpPr>
          <p:spPr>
            <a:xfrm>
              <a:off x="9010896" y="17175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4" name="pt52614"/>
            <p:cNvSpPr/>
            <p:nvPr/>
          </p:nvSpPr>
          <p:spPr>
            <a:xfrm>
              <a:off x="8980466" y="20099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5" name="pt52615"/>
            <p:cNvSpPr/>
            <p:nvPr/>
          </p:nvSpPr>
          <p:spPr>
            <a:xfrm>
              <a:off x="8907297" y="20640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6" name="pt52616"/>
            <p:cNvSpPr/>
            <p:nvPr/>
          </p:nvSpPr>
          <p:spPr>
            <a:xfrm>
              <a:off x="8939053" y="19224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7" name="pt52617"/>
            <p:cNvSpPr/>
            <p:nvPr/>
          </p:nvSpPr>
          <p:spPr>
            <a:xfrm>
              <a:off x="9501180" y="22157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8" name="pt52618"/>
            <p:cNvSpPr/>
            <p:nvPr/>
          </p:nvSpPr>
          <p:spPr>
            <a:xfrm>
              <a:off x="8771364" y="22363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9" name="pt52619"/>
            <p:cNvSpPr/>
            <p:nvPr/>
          </p:nvSpPr>
          <p:spPr>
            <a:xfrm>
              <a:off x="8588529" y="22489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0" name="pt52620"/>
            <p:cNvSpPr/>
            <p:nvPr/>
          </p:nvSpPr>
          <p:spPr>
            <a:xfrm>
              <a:off x="8469500" y="25483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1" name="pt52621"/>
            <p:cNvSpPr/>
            <p:nvPr/>
          </p:nvSpPr>
          <p:spPr>
            <a:xfrm>
              <a:off x="8431181" y="25190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2" name="pt52622"/>
            <p:cNvSpPr/>
            <p:nvPr/>
          </p:nvSpPr>
          <p:spPr>
            <a:xfrm>
              <a:off x="8912581" y="20887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3" name="pt52623"/>
            <p:cNvSpPr/>
            <p:nvPr/>
          </p:nvSpPr>
          <p:spPr>
            <a:xfrm>
              <a:off x="9104672" y="22142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4" name="pt52624"/>
            <p:cNvSpPr/>
            <p:nvPr/>
          </p:nvSpPr>
          <p:spPr>
            <a:xfrm>
              <a:off x="9042937" y="1818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5" name="pt52625"/>
            <p:cNvSpPr/>
            <p:nvPr/>
          </p:nvSpPr>
          <p:spPr>
            <a:xfrm>
              <a:off x="9044150" y="17864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6" name="pt52626"/>
            <p:cNvSpPr/>
            <p:nvPr/>
          </p:nvSpPr>
          <p:spPr>
            <a:xfrm>
              <a:off x="9232403" y="20386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7" name="pt52627"/>
            <p:cNvSpPr/>
            <p:nvPr/>
          </p:nvSpPr>
          <p:spPr>
            <a:xfrm>
              <a:off x="8752612" y="22466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8" name="pt52628"/>
            <p:cNvSpPr/>
            <p:nvPr/>
          </p:nvSpPr>
          <p:spPr>
            <a:xfrm>
              <a:off x="9184210" y="22377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9" name="pt52629"/>
            <p:cNvSpPr/>
            <p:nvPr/>
          </p:nvSpPr>
          <p:spPr>
            <a:xfrm>
              <a:off x="8904593" y="21794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0" name="pt52630"/>
            <p:cNvSpPr/>
            <p:nvPr/>
          </p:nvSpPr>
          <p:spPr>
            <a:xfrm>
              <a:off x="8500809" y="26721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1" name="pt52631"/>
            <p:cNvSpPr/>
            <p:nvPr/>
          </p:nvSpPr>
          <p:spPr>
            <a:xfrm>
              <a:off x="9216319" y="20293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2" name="pt52632"/>
            <p:cNvSpPr/>
            <p:nvPr/>
          </p:nvSpPr>
          <p:spPr>
            <a:xfrm>
              <a:off x="9208605" y="20078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3" name="pt52633"/>
            <p:cNvSpPr/>
            <p:nvPr/>
          </p:nvSpPr>
          <p:spPr>
            <a:xfrm>
              <a:off x="8927523" y="1947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4" name="pt52634"/>
            <p:cNvSpPr/>
            <p:nvPr/>
          </p:nvSpPr>
          <p:spPr>
            <a:xfrm>
              <a:off x="9007935" y="20056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5" name="pt52635"/>
            <p:cNvSpPr/>
            <p:nvPr/>
          </p:nvSpPr>
          <p:spPr>
            <a:xfrm>
              <a:off x="8989011" y="20348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6" name="pt52636"/>
            <p:cNvSpPr/>
            <p:nvPr/>
          </p:nvSpPr>
          <p:spPr>
            <a:xfrm>
              <a:off x="9304571" y="21596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7" name="pt52637"/>
            <p:cNvSpPr/>
            <p:nvPr/>
          </p:nvSpPr>
          <p:spPr>
            <a:xfrm>
              <a:off x="9370170" y="21381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8" name="pt52638"/>
            <p:cNvSpPr/>
            <p:nvPr/>
          </p:nvSpPr>
          <p:spPr>
            <a:xfrm>
              <a:off x="8431181" y="25146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9" name="pt52639"/>
            <p:cNvSpPr/>
            <p:nvPr/>
          </p:nvSpPr>
          <p:spPr>
            <a:xfrm>
              <a:off x="9715521" y="23362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0" name="pt52640"/>
            <p:cNvSpPr/>
            <p:nvPr/>
          </p:nvSpPr>
          <p:spPr>
            <a:xfrm>
              <a:off x="9266385" y="17633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1" name="pt52641"/>
            <p:cNvSpPr/>
            <p:nvPr/>
          </p:nvSpPr>
          <p:spPr>
            <a:xfrm>
              <a:off x="8633583" y="20987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2" name="pt52642"/>
            <p:cNvSpPr/>
            <p:nvPr/>
          </p:nvSpPr>
          <p:spPr>
            <a:xfrm>
              <a:off x="9732410" y="2307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3" name="pt52643"/>
            <p:cNvSpPr/>
            <p:nvPr/>
          </p:nvSpPr>
          <p:spPr>
            <a:xfrm>
              <a:off x="8646309" y="23332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4" name="pt52644"/>
            <p:cNvSpPr/>
            <p:nvPr/>
          </p:nvSpPr>
          <p:spPr>
            <a:xfrm>
              <a:off x="9178775" y="19490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5" name="pt52645"/>
            <p:cNvSpPr/>
            <p:nvPr/>
          </p:nvSpPr>
          <p:spPr>
            <a:xfrm>
              <a:off x="9104672" y="21245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6" name="pt52646"/>
            <p:cNvSpPr/>
            <p:nvPr/>
          </p:nvSpPr>
          <p:spPr>
            <a:xfrm>
              <a:off x="8793552" y="21764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7" name="pt52647"/>
            <p:cNvSpPr/>
            <p:nvPr/>
          </p:nvSpPr>
          <p:spPr>
            <a:xfrm>
              <a:off x="8588529" y="21994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8" name="pt52648"/>
            <p:cNvSpPr/>
            <p:nvPr/>
          </p:nvSpPr>
          <p:spPr>
            <a:xfrm>
              <a:off x="9346306" y="21649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9" name="pt52649"/>
            <p:cNvSpPr/>
            <p:nvPr/>
          </p:nvSpPr>
          <p:spPr>
            <a:xfrm>
              <a:off x="8765338" y="20653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0" name="pt52650"/>
            <p:cNvSpPr/>
            <p:nvPr/>
          </p:nvSpPr>
          <p:spPr>
            <a:xfrm>
              <a:off x="9278233" y="19543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1" name="pt52651"/>
            <p:cNvSpPr/>
            <p:nvPr/>
          </p:nvSpPr>
          <p:spPr>
            <a:xfrm>
              <a:off x="9329710" y="21835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2" name="pt52652"/>
            <p:cNvSpPr/>
            <p:nvPr/>
          </p:nvSpPr>
          <p:spPr>
            <a:xfrm>
              <a:off x="9088645" y="19625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3" name="pt52653"/>
            <p:cNvSpPr/>
            <p:nvPr/>
          </p:nvSpPr>
          <p:spPr>
            <a:xfrm>
              <a:off x="8588529" y="20946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4" name="pt52654"/>
            <p:cNvSpPr/>
            <p:nvPr/>
          </p:nvSpPr>
          <p:spPr>
            <a:xfrm>
              <a:off x="8864906" y="17480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5" name="pt52655"/>
            <p:cNvSpPr/>
            <p:nvPr/>
          </p:nvSpPr>
          <p:spPr>
            <a:xfrm>
              <a:off x="8431181" y="2493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6" name="pt52656"/>
            <p:cNvSpPr/>
            <p:nvPr/>
          </p:nvSpPr>
          <p:spPr>
            <a:xfrm>
              <a:off x="8817779" y="21112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7" name="pt52657"/>
            <p:cNvSpPr/>
            <p:nvPr/>
          </p:nvSpPr>
          <p:spPr>
            <a:xfrm>
              <a:off x="8881273" y="22795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8" name="pt52658"/>
            <p:cNvSpPr/>
            <p:nvPr/>
          </p:nvSpPr>
          <p:spPr>
            <a:xfrm>
              <a:off x="9237969" y="18861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9" name="pt52659"/>
            <p:cNvSpPr/>
            <p:nvPr/>
          </p:nvSpPr>
          <p:spPr>
            <a:xfrm>
              <a:off x="8878122" y="21404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0" name="pt52660"/>
            <p:cNvSpPr/>
            <p:nvPr/>
          </p:nvSpPr>
          <p:spPr>
            <a:xfrm>
              <a:off x="9294459" y="2126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1" name="pt52661"/>
            <p:cNvSpPr/>
            <p:nvPr/>
          </p:nvSpPr>
          <p:spPr>
            <a:xfrm>
              <a:off x="8868306" y="21864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2" name="pt52662"/>
            <p:cNvSpPr/>
            <p:nvPr/>
          </p:nvSpPr>
          <p:spPr>
            <a:xfrm>
              <a:off x="8723925" y="21489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3" name="pt52663"/>
            <p:cNvSpPr/>
            <p:nvPr/>
          </p:nvSpPr>
          <p:spPr>
            <a:xfrm>
              <a:off x="8381780" y="21644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4" name="pt52664"/>
            <p:cNvSpPr/>
            <p:nvPr/>
          </p:nvSpPr>
          <p:spPr>
            <a:xfrm>
              <a:off x="8527280" y="27517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5" name="pt52665"/>
            <p:cNvSpPr/>
            <p:nvPr/>
          </p:nvSpPr>
          <p:spPr>
            <a:xfrm>
              <a:off x="8588529" y="22824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6" name="pt52666"/>
            <p:cNvSpPr/>
            <p:nvPr/>
          </p:nvSpPr>
          <p:spPr>
            <a:xfrm>
              <a:off x="8723925" y="21984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7" name="pt52667"/>
            <p:cNvSpPr/>
            <p:nvPr/>
          </p:nvSpPr>
          <p:spPr>
            <a:xfrm>
              <a:off x="9174300" y="21453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8" name="pt52668"/>
            <p:cNvSpPr/>
            <p:nvPr/>
          </p:nvSpPr>
          <p:spPr>
            <a:xfrm>
              <a:off x="9047741" y="21967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9" name="pt52669"/>
            <p:cNvSpPr/>
            <p:nvPr/>
          </p:nvSpPr>
          <p:spPr>
            <a:xfrm>
              <a:off x="8550210" y="24949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0" name="pt52670"/>
            <p:cNvSpPr/>
            <p:nvPr/>
          </p:nvSpPr>
          <p:spPr>
            <a:xfrm>
              <a:off x="9388372" y="21039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1" name="pt52671"/>
            <p:cNvSpPr/>
            <p:nvPr/>
          </p:nvSpPr>
          <p:spPr>
            <a:xfrm>
              <a:off x="9036737" y="17940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2" name="pt52672"/>
            <p:cNvSpPr/>
            <p:nvPr/>
          </p:nvSpPr>
          <p:spPr>
            <a:xfrm>
              <a:off x="8857896" y="19865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3" name="pt52673"/>
            <p:cNvSpPr/>
            <p:nvPr/>
          </p:nvSpPr>
          <p:spPr>
            <a:xfrm>
              <a:off x="8960020" y="22183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4" name="pt52674"/>
            <p:cNvSpPr/>
            <p:nvPr/>
          </p:nvSpPr>
          <p:spPr>
            <a:xfrm>
              <a:off x="8978704" y="20263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5" name="pt52675"/>
            <p:cNvSpPr/>
            <p:nvPr/>
          </p:nvSpPr>
          <p:spPr>
            <a:xfrm>
              <a:off x="8803657" y="20661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6" name="pt52676"/>
            <p:cNvSpPr/>
            <p:nvPr/>
          </p:nvSpPr>
          <p:spPr>
            <a:xfrm>
              <a:off x="9039244" y="18661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7" name="pt52677"/>
            <p:cNvSpPr/>
            <p:nvPr/>
          </p:nvSpPr>
          <p:spPr>
            <a:xfrm>
              <a:off x="9208605" y="19363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8" name="pt52678"/>
            <p:cNvSpPr/>
            <p:nvPr/>
          </p:nvSpPr>
          <p:spPr>
            <a:xfrm>
              <a:off x="8381780" y="22695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9" name="pt52679"/>
            <p:cNvSpPr/>
            <p:nvPr/>
          </p:nvSpPr>
          <p:spPr>
            <a:xfrm>
              <a:off x="8777185" y="23223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0" name="pt52680"/>
            <p:cNvSpPr/>
            <p:nvPr/>
          </p:nvSpPr>
          <p:spPr>
            <a:xfrm>
              <a:off x="9181514" y="23207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1" name="pt52681"/>
            <p:cNvSpPr/>
            <p:nvPr/>
          </p:nvSpPr>
          <p:spPr>
            <a:xfrm>
              <a:off x="9316366" y="23186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2" name="pt52682"/>
            <p:cNvSpPr/>
            <p:nvPr/>
          </p:nvSpPr>
          <p:spPr>
            <a:xfrm>
              <a:off x="8570436" y="2198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3" name="pt52683"/>
            <p:cNvSpPr/>
            <p:nvPr/>
          </p:nvSpPr>
          <p:spPr>
            <a:xfrm>
              <a:off x="9322929" y="22294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4" name="pt52684"/>
            <p:cNvSpPr/>
            <p:nvPr/>
          </p:nvSpPr>
          <p:spPr>
            <a:xfrm>
              <a:off x="9584728" y="21528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5" name="pt52685"/>
            <p:cNvSpPr/>
            <p:nvPr/>
          </p:nvSpPr>
          <p:spPr>
            <a:xfrm>
              <a:off x="9252225" y="19648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6" name="pt52686"/>
            <p:cNvSpPr/>
            <p:nvPr/>
          </p:nvSpPr>
          <p:spPr>
            <a:xfrm>
              <a:off x="8381780" y="24803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7" name="pt52687"/>
            <p:cNvSpPr/>
            <p:nvPr/>
          </p:nvSpPr>
          <p:spPr>
            <a:xfrm>
              <a:off x="9090502" y="18493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8" name="pt52688"/>
            <p:cNvSpPr/>
            <p:nvPr/>
          </p:nvSpPr>
          <p:spPr>
            <a:xfrm>
              <a:off x="8878122" y="20994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9" name="pt52689"/>
            <p:cNvSpPr/>
            <p:nvPr/>
          </p:nvSpPr>
          <p:spPr>
            <a:xfrm>
              <a:off x="9538601" y="20780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0" name="pt52690"/>
            <p:cNvSpPr/>
            <p:nvPr/>
          </p:nvSpPr>
          <p:spPr>
            <a:xfrm>
              <a:off x="8500809" y="26364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1" name="pt52691"/>
            <p:cNvSpPr/>
            <p:nvPr/>
          </p:nvSpPr>
          <p:spPr>
            <a:xfrm>
              <a:off x="9388372" y="22031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2" name="pt52692"/>
            <p:cNvSpPr/>
            <p:nvPr/>
          </p:nvSpPr>
          <p:spPr>
            <a:xfrm>
              <a:off x="9032906" y="18367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3" name="pt52693"/>
            <p:cNvSpPr/>
            <p:nvPr/>
          </p:nvSpPr>
          <p:spPr>
            <a:xfrm>
              <a:off x="8381780" y="23352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4" name="pt52694"/>
            <p:cNvSpPr/>
            <p:nvPr/>
          </p:nvSpPr>
          <p:spPr>
            <a:xfrm>
              <a:off x="8633583" y="20418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5" name="pt52695"/>
            <p:cNvSpPr/>
            <p:nvPr/>
          </p:nvSpPr>
          <p:spPr>
            <a:xfrm>
              <a:off x="9052414" y="22493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6" name="pt52696"/>
            <p:cNvSpPr/>
            <p:nvPr/>
          </p:nvSpPr>
          <p:spPr>
            <a:xfrm>
              <a:off x="8669239" y="23927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7" name="pt52697"/>
            <p:cNvSpPr/>
            <p:nvPr/>
          </p:nvSpPr>
          <p:spPr>
            <a:xfrm>
              <a:off x="8469500" y="25070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8" name="pt52698"/>
            <p:cNvSpPr/>
            <p:nvPr/>
          </p:nvSpPr>
          <p:spPr>
            <a:xfrm>
              <a:off x="8619838" y="23196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9" name="pt52699"/>
            <p:cNvSpPr/>
            <p:nvPr/>
          </p:nvSpPr>
          <p:spPr>
            <a:xfrm>
              <a:off x="9052414" y="2215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0" name="pt52700"/>
            <p:cNvSpPr/>
            <p:nvPr/>
          </p:nvSpPr>
          <p:spPr>
            <a:xfrm>
              <a:off x="9098616" y="20975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1" name="pt52701"/>
            <p:cNvSpPr/>
            <p:nvPr/>
          </p:nvSpPr>
          <p:spPr>
            <a:xfrm>
              <a:off x="9142651" y="22419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2" name="pt52702"/>
            <p:cNvSpPr/>
            <p:nvPr/>
          </p:nvSpPr>
          <p:spPr>
            <a:xfrm>
              <a:off x="8500809" y="26312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3" name="pt52703"/>
            <p:cNvSpPr/>
            <p:nvPr/>
          </p:nvSpPr>
          <p:spPr>
            <a:xfrm>
              <a:off x="9068885" y="19753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4" name="pt52704"/>
            <p:cNvSpPr/>
            <p:nvPr/>
          </p:nvSpPr>
          <p:spPr>
            <a:xfrm>
              <a:off x="9482363" y="22946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5" name="pt52705"/>
            <p:cNvSpPr/>
            <p:nvPr/>
          </p:nvSpPr>
          <p:spPr>
            <a:xfrm>
              <a:off x="9007935" y="19370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6" name="pt52706"/>
            <p:cNvSpPr/>
            <p:nvPr/>
          </p:nvSpPr>
          <p:spPr>
            <a:xfrm>
              <a:off x="8689465" y="24334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7" name="pt52707"/>
            <p:cNvSpPr/>
            <p:nvPr/>
          </p:nvSpPr>
          <p:spPr>
            <a:xfrm>
              <a:off x="8698750" y="21702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8" name="pt52708"/>
            <p:cNvSpPr/>
            <p:nvPr/>
          </p:nvSpPr>
          <p:spPr>
            <a:xfrm>
              <a:off x="9636399" y="2049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9" name="pt52709"/>
            <p:cNvSpPr/>
            <p:nvPr/>
          </p:nvSpPr>
          <p:spPr>
            <a:xfrm>
              <a:off x="8904593" y="22488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0" name="pt52710"/>
            <p:cNvSpPr/>
            <p:nvPr/>
          </p:nvSpPr>
          <p:spPr>
            <a:xfrm>
              <a:off x="9633844" y="20415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1" name="pt52711"/>
            <p:cNvSpPr/>
            <p:nvPr/>
          </p:nvSpPr>
          <p:spPr>
            <a:xfrm>
              <a:off x="8633583" y="20848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2" name="pt52712"/>
            <p:cNvSpPr/>
            <p:nvPr/>
          </p:nvSpPr>
          <p:spPr>
            <a:xfrm>
              <a:off x="8771364" y="23365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3" name="pt52713"/>
            <p:cNvSpPr/>
            <p:nvPr/>
          </p:nvSpPr>
          <p:spPr>
            <a:xfrm>
              <a:off x="8738867" y="21694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4" name="pt52714"/>
            <p:cNvSpPr/>
            <p:nvPr/>
          </p:nvSpPr>
          <p:spPr>
            <a:xfrm>
              <a:off x="8570436" y="23571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5" name="pt52715"/>
            <p:cNvSpPr/>
            <p:nvPr/>
          </p:nvSpPr>
          <p:spPr>
            <a:xfrm>
              <a:off x="8500809" y="26487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6" name="pt52716"/>
            <p:cNvSpPr/>
            <p:nvPr/>
          </p:nvSpPr>
          <p:spPr>
            <a:xfrm>
              <a:off x="8588529" y="2258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7" name="pt52717"/>
            <p:cNvSpPr/>
            <p:nvPr/>
          </p:nvSpPr>
          <p:spPr>
            <a:xfrm>
              <a:off x="9076063" y="20150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8" name="pt52718"/>
            <p:cNvSpPr/>
            <p:nvPr/>
          </p:nvSpPr>
          <p:spPr>
            <a:xfrm>
              <a:off x="9100368" y="20723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9" name="pt52719"/>
            <p:cNvSpPr/>
            <p:nvPr/>
          </p:nvSpPr>
          <p:spPr>
            <a:xfrm>
              <a:off x="9316366" y="21223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0" name="pt52720"/>
            <p:cNvSpPr/>
            <p:nvPr/>
          </p:nvSpPr>
          <p:spPr>
            <a:xfrm>
              <a:off x="9077064" y="19028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1" name="pt52721"/>
            <p:cNvSpPr/>
            <p:nvPr/>
          </p:nvSpPr>
          <p:spPr>
            <a:xfrm>
              <a:off x="8689465" y="24964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2" name="pt52722"/>
            <p:cNvSpPr/>
            <p:nvPr/>
          </p:nvSpPr>
          <p:spPr>
            <a:xfrm>
              <a:off x="9027663" y="20517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3" name="pt52723"/>
            <p:cNvSpPr/>
            <p:nvPr/>
          </p:nvSpPr>
          <p:spPr>
            <a:xfrm>
              <a:off x="8689465" y="24452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4" name="pt52724"/>
            <p:cNvSpPr/>
            <p:nvPr/>
          </p:nvSpPr>
          <p:spPr>
            <a:xfrm>
              <a:off x="8973309" y="22296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5" name="pt52725"/>
            <p:cNvSpPr/>
            <p:nvPr/>
          </p:nvSpPr>
          <p:spPr>
            <a:xfrm>
              <a:off x="9525110" y="17259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6" name="pt52726"/>
            <p:cNvSpPr/>
            <p:nvPr/>
          </p:nvSpPr>
          <p:spPr>
            <a:xfrm>
              <a:off x="8868306" y="21988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7" name="pt52727"/>
            <p:cNvSpPr/>
            <p:nvPr/>
          </p:nvSpPr>
          <p:spPr>
            <a:xfrm>
              <a:off x="8798679" y="22425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8" name="pt52728"/>
            <p:cNvSpPr/>
            <p:nvPr/>
          </p:nvSpPr>
          <p:spPr>
            <a:xfrm>
              <a:off x="9277923" y="21075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9" name="pt52729"/>
            <p:cNvSpPr/>
            <p:nvPr/>
          </p:nvSpPr>
          <p:spPr>
            <a:xfrm>
              <a:off x="9056963" y="19521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0" name="pt52730"/>
            <p:cNvSpPr/>
            <p:nvPr/>
          </p:nvSpPr>
          <p:spPr>
            <a:xfrm>
              <a:off x="9146692" y="21347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1" name="pt52731"/>
            <p:cNvSpPr/>
            <p:nvPr/>
          </p:nvSpPr>
          <p:spPr>
            <a:xfrm>
              <a:off x="8381780" y="23061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2" name="pt52732"/>
            <p:cNvSpPr/>
            <p:nvPr/>
          </p:nvSpPr>
          <p:spPr>
            <a:xfrm>
              <a:off x="9098616" y="21711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3" name="pt52733"/>
            <p:cNvSpPr/>
            <p:nvPr/>
          </p:nvSpPr>
          <p:spPr>
            <a:xfrm>
              <a:off x="8588529" y="22976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4" name="pt52734"/>
            <p:cNvSpPr/>
            <p:nvPr/>
          </p:nvSpPr>
          <p:spPr>
            <a:xfrm>
              <a:off x="8669239" y="23884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5" name="pt52735"/>
            <p:cNvSpPr/>
            <p:nvPr/>
          </p:nvSpPr>
          <p:spPr>
            <a:xfrm>
              <a:off x="8846813" y="22214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6" name="pt52736"/>
            <p:cNvSpPr/>
            <p:nvPr/>
          </p:nvSpPr>
          <p:spPr>
            <a:xfrm>
              <a:off x="9352841" y="22020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7" name="pt52737"/>
            <p:cNvSpPr/>
            <p:nvPr/>
          </p:nvSpPr>
          <p:spPr>
            <a:xfrm>
              <a:off x="9010896" y="15959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8" name="pt52738"/>
            <p:cNvSpPr/>
            <p:nvPr/>
          </p:nvSpPr>
          <p:spPr>
            <a:xfrm>
              <a:off x="8707558" y="21679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9" name="pt52739"/>
            <p:cNvSpPr/>
            <p:nvPr/>
          </p:nvSpPr>
          <p:spPr>
            <a:xfrm>
              <a:off x="9227900" y="20544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0" name="pt52740"/>
            <p:cNvSpPr/>
            <p:nvPr/>
          </p:nvSpPr>
          <p:spPr>
            <a:xfrm>
              <a:off x="8619838" y="23171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1" name="pt52741"/>
            <p:cNvSpPr/>
            <p:nvPr/>
          </p:nvSpPr>
          <p:spPr>
            <a:xfrm>
              <a:off x="8469500" y="2303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2" name="pt52742"/>
            <p:cNvSpPr/>
            <p:nvPr/>
          </p:nvSpPr>
          <p:spPr>
            <a:xfrm>
              <a:off x="8646309" y="24386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3" name="pt52743"/>
            <p:cNvSpPr/>
            <p:nvPr/>
          </p:nvSpPr>
          <p:spPr>
            <a:xfrm>
              <a:off x="9423467" y="19641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4" name="pt52744"/>
            <p:cNvSpPr/>
            <p:nvPr/>
          </p:nvSpPr>
          <p:spPr>
            <a:xfrm>
              <a:off x="8980466" y="20043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5" name="pt52745"/>
            <p:cNvSpPr/>
            <p:nvPr/>
          </p:nvSpPr>
          <p:spPr>
            <a:xfrm>
              <a:off x="9184210" y="22366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6" name="pt52746"/>
            <p:cNvSpPr/>
            <p:nvPr/>
          </p:nvSpPr>
          <p:spPr>
            <a:xfrm>
              <a:off x="9232403" y="19934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7" name="pt52747"/>
            <p:cNvSpPr/>
            <p:nvPr/>
          </p:nvSpPr>
          <p:spPr>
            <a:xfrm>
              <a:off x="8777185" y="22234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8" name="pt52748"/>
            <p:cNvSpPr/>
            <p:nvPr/>
          </p:nvSpPr>
          <p:spPr>
            <a:xfrm>
              <a:off x="8932228" y="18087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9" name="pt52749"/>
            <p:cNvSpPr/>
            <p:nvPr/>
          </p:nvSpPr>
          <p:spPr>
            <a:xfrm>
              <a:off x="8817779" y="20129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0" name="pt52750"/>
            <p:cNvSpPr/>
            <p:nvPr/>
          </p:nvSpPr>
          <p:spPr>
            <a:xfrm>
              <a:off x="9010896" y="17315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1" name="pt52751"/>
            <p:cNvSpPr/>
            <p:nvPr/>
          </p:nvSpPr>
          <p:spPr>
            <a:xfrm>
              <a:off x="8469500" y="23307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2" name="pt52752"/>
            <p:cNvSpPr/>
            <p:nvPr/>
          </p:nvSpPr>
          <p:spPr>
            <a:xfrm>
              <a:off x="8679650" y="25106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3" name="pt52753"/>
            <p:cNvSpPr/>
            <p:nvPr/>
          </p:nvSpPr>
          <p:spPr>
            <a:xfrm>
              <a:off x="9088645" y="19589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4" name="pt52754"/>
            <p:cNvSpPr/>
            <p:nvPr/>
          </p:nvSpPr>
          <p:spPr>
            <a:xfrm>
              <a:off x="8431181" y="22813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5" name="pt52755"/>
            <p:cNvSpPr/>
            <p:nvPr/>
          </p:nvSpPr>
          <p:spPr>
            <a:xfrm>
              <a:off x="8312152" y="24217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6" name="pt52756"/>
            <p:cNvSpPr/>
            <p:nvPr/>
          </p:nvSpPr>
          <p:spPr>
            <a:xfrm>
              <a:off x="9068885" y="20228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7" name="pt52757"/>
            <p:cNvSpPr/>
            <p:nvPr/>
          </p:nvSpPr>
          <p:spPr>
            <a:xfrm>
              <a:off x="8771364" y="23409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8" name="pt52758"/>
            <p:cNvSpPr/>
            <p:nvPr/>
          </p:nvSpPr>
          <p:spPr>
            <a:xfrm>
              <a:off x="8381780" y="2171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9" name="pt52759"/>
            <p:cNvSpPr/>
            <p:nvPr/>
          </p:nvSpPr>
          <p:spPr>
            <a:xfrm>
              <a:off x="9277923" y="18807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0" name="pt52760"/>
            <p:cNvSpPr/>
            <p:nvPr/>
          </p:nvSpPr>
          <p:spPr>
            <a:xfrm>
              <a:off x="8469500" y="23718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1" name="pt52761"/>
            <p:cNvSpPr/>
            <p:nvPr/>
          </p:nvSpPr>
          <p:spPr>
            <a:xfrm>
              <a:off x="8890393" y="22099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2" name="pt52762"/>
            <p:cNvSpPr/>
            <p:nvPr/>
          </p:nvSpPr>
          <p:spPr>
            <a:xfrm>
              <a:off x="8857896" y="18690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3" name="pt52763"/>
            <p:cNvSpPr/>
            <p:nvPr/>
          </p:nvSpPr>
          <p:spPr>
            <a:xfrm>
              <a:off x="9642404" y="24224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4" name="pt52764"/>
            <p:cNvSpPr/>
            <p:nvPr/>
          </p:nvSpPr>
          <p:spPr>
            <a:xfrm>
              <a:off x="9036737" y="17769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5" name="pt52765"/>
            <p:cNvSpPr/>
            <p:nvPr/>
          </p:nvSpPr>
          <p:spPr>
            <a:xfrm>
              <a:off x="9538601" y="22044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6" name="pt52766"/>
            <p:cNvSpPr/>
            <p:nvPr/>
          </p:nvSpPr>
          <p:spPr>
            <a:xfrm>
              <a:off x="8956027" y="20910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7" name="pt52767"/>
            <p:cNvSpPr/>
            <p:nvPr/>
          </p:nvSpPr>
          <p:spPr>
            <a:xfrm>
              <a:off x="8550210" y="25986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8" name="pt52768"/>
            <p:cNvSpPr/>
            <p:nvPr/>
          </p:nvSpPr>
          <p:spPr>
            <a:xfrm>
              <a:off x="8830827" y="1969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9" name="pt52769"/>
            <p:cNvSpPr/>
            <p:nvPr/>
          </p:nvSpPr>
          <p:spPr>
            <a:xfrm>
              <a:off x="8469500" y="24077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0" name="pt52770"/>
            <p:cNvSpPr/>
            <p:nvPr/>
          </p:nvSpPr>
          <p:spPr>
            <a:xfrm>
              <a:off x="8679650" y="25122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1" name="pt52771"/>
            <p:cNvSpPr/>
            <p:nvPr/>
          </p:nvSpPr>
          <p:spPr>
            <a:xfrm>
              <a:off x="9340807" y="20715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2" name="pt52772"/>
            <p:cNvSpPr/>
            <p:nvPr/>
          </p:nvSpPr>
          <p:spPr>
            <a:xfrm>
              <a:off x="8932228" y="18362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3" name="pt52773"/>
            <p:cNvSpPr/>
            <p:nvPr/>
          </p:nvSpPr>
          <p:spPr>
            <a:xfrm>
              <a:off x="9652073" y="22113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4" name="pt52774"/>
            <p:cNvSpPr/>
            <p:nvPr/>
          </p:nvSpPr>
          <p:spPr>
            <a:xfrm>
              <a:off x="8941268" y="19602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5" name="pt52775"/>
            <p:cNvSpPr/>
            <p:nvPr/>
          </p:nvSpPr>
          <p:spPr>
            <a:xfrm>
              <a:off x="8431181" y="24062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6" name="pt52776"/>
            <p:cNvSpPr/>
            <p:nvPr/>
          </p:nvSpPr>
          <p:spPr>
            <a:xfrm>
              <a:off x="9289315" y="20269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7" name="pt52777"/>
            <p:cNvSpPr/>
            <p:nvPr/>
          </p:nvSpPr>
          <p:spPr>
            <a:xfrm>
              <a:off x="8381780" y="23330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8" name="pt52778"/>
            <p:cNvSpPr/>
            <p:nvPr/>
          </p:nvSpPr>
          <p:spPr>
            <a:xfrm>
              <a:off x="9068885" y="19909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9" name="pt52779"/>
            <p:cNvSpPr/>
            <p:nvPr/>
          </p:nvSpPr>
          <p:spPr>
            <a:xfrm>
              <a:off x="8932228" y="18740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0" name="pt52780"/>
            <p:cNvSpPr/>
            <p:nvPr/>
          </p:nvSpPr>
          <p:spPr>
            <a:xfrm>
              <a:off x="8861436" y="19990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1" name="pt52781"/>
            <p:cNvSpPr/>
            <p:nvPr/>
          </p:nvSpPr>
          <p:spPr>
            <a:xfrm>
              <a:off x="8723925" y="21443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2" name="pt52782"/>
            <p:cNvSpPr/>
            <p:nvPr/>
          </p:nvSpPr>
          <p:spPr>
            <a:xfrm>
              <a:off x="8588529" y="21497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3" name="pt52783"/>
            <p:cNvSpPr/>
            <p:nvPr/>
          </p:nvSpPr>
          <p:spPr>
            <a:xfrm>
              <a:off x="8500809" y="24789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4" name="pt52784"/>
            <p:cNvSpPr/>
            <p:nvPr/>
          </p:nvSpPr>
          <p:spPr>
            <a:xfrm>
              <a:off x="9550412" y="21586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5" name="pt52785"/>
            <p:cNvSpPr/>
            <p:nvPr/>
          </p:nvSpPr>
          <p:spPr>
            <a:xfrm>
              <a:off x="8958035" y="21598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6" name="pt52786"/>
            <p:cNvSpPr/>
            <p:nvPr/>
          </p:nvSpPr>
          <p:spPr>
            <a:xfrm>
              <a:off x="8689465" y="2395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7" name="pt52787"/>
            <p:cNvSpPr/>
            <p:nvPr/>
          </p:nvSpPr>
          <p:spPr>
            <a:xfrm>
              <a:off x="9242219" y="19238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8" name="pt52788"/>
            <p:cNvSpPr/>
            <p:nvPr/>
          </p:nvSpPr>
          <p:spPr>
            <a:xfrm>
              <a:off x="9032906" y="19406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9" name="pt52789"/>
            <p:cNvSpPr/>
            <p:nvPr/>
          </p:nvSpPr>
          <p:spPr>
            <a:xfrm>
              <a:off x="8765338" y="2001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0" name="pt52790"/>
            <p:cNvSpPr/>
            <p:nvPr/>
          </p:nvSpPr>
          <p:spPr>
            <a:xfrm>
              <a:off x="9756959" y="22339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1" name="pt52791"/>
            <p:cNvSpPr/>
            <p:nvPr/>
          </p:nvSpPr>
          <p:spPr>
            <a:xfrm>
              <a:off x="8971473" y="22629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2" name="pt52792"/>
            <p:cNvSpPr/>
            <p:nvPr/>
          </p:nvSpPr>
          <p:spPr>
            <a:xfrm>
              <a:off x="9978328" y="25519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3" name="pt52793"/>
            <p:cNvSpPr/>
            <p:nvPr/>
          </p:nvSpPr>
          <p:spPr>
            <a:xfrm>
              <a:off x="8619838" y="23813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4" name="pt52794"/>
            <p:cNvSpPr/>
            <p:nvPr/>
          </p:nvSpPr>
          <p:spPr>
            <a:xfrm>
              <a:off x="9027663" y="18784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5" name="pt52795"/>
            <p:cNvSpPr/>
            <p:nvPr/>
          </p:nvSpPr>
          <p:spPr>
            <a:xfrm>
              <a:off x="8887406" y="18491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6" name="pt52796"/>
            <p:cNvSpPr/>
            <p:nvPr/>
          </p:nvSpPr>
          <p:spPr>
            <a:xfrm>
              <a:off x="8920215" y="19265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7" name="pt52797"/>
            <p:cNvSpPr/>
            <p:nvPr/>
          </p:nvSpPr>
          <p:spPr>
            <a:xfrm>
              <a:off x="8431181" y="24885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8" name="pt52798"/>
            <p:cNvSpPr/>
            <p:nvPr/>
          </p:nvSpPr>
          <p:spPr>
            <a:xfrm>
              <a:off x="8570436" y="24175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9" name="pt52799"/>
            <p:cNvSpPr/>
            <p:nvPr/>
          </p:nvSpPr>
          <p:spPr>
            <a:xfrm>
              <a:off x="8846813" y="20402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0" name="pt52800"/>
            <p:cNvSpPr/>
            <p:nvPr/>
          </p:nvSpPr>
          <p:spPr>
            <a:xfrm>
              <a:off x="8813199" y="21699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1" name="pt52801"/>
            <p:cNvSpPr/>
            <p:nvPr/>
          </p:nvSpPr>
          <p:spPr>
            <a:xfrm>
              <a:off x="8689465" y="23979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2" name="pt52802"/>
            <p:cNvSpPr/>
            <p:nvPr/>
          </p:nvSpPr>
          <p:spPr>
            <a:xfrm>
              <a:off x="8731558" y="21654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3" name="pt52803"/>
            <p:cNvSpPr/>
            <p:nvPr/>
          </p:nvSpPr>
          <p:spPr>
            <a:xfrm>
              <a:off x="8947749" y="20987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4" name="pt52804"/>
            <p:cNvSpPr/>
            <p:nvPr/>
          </p:nvSpPr>
          <p:spPr>
            <a:xfrm>
              <a:off x="8588529" y="2273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5" name="pt52805"/>
            <p:cNvSpPr/>
            <p:nvPr/>
          </p:nvSpPr>
          <p:spPr>
            <a:xfrm>
              <a:off x="8961983" y="23042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6" name="pt52806"/>
            <p:cNvSpPr/>
            <p:nvPr/>
          </p:nvSpPr>
          <p:spPr>
            <a:xfrm>
              <a:off x="9305101" y="22028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7" name="pt52807"/>
            <p:cNvSpPr/>
            <p:nvPr/>
          </p:nvSpPr>
          <p:spPr>
            <a:xfrm>
              <a:off x="9141283" y="21662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8" name="pt52808"/>
            <p:cNvSpPr/>
            <p:nvPr/>
          </p:nvSpPr>
          <p:spPr>
            <a:xfrm>
              <a:off x="9206269" y="16897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9" name="pt52809"/>
            <p:cNvSpPr/>
            <p:nvPr/>
          </p:nvSpPr>
          <p:spPr>
            <a:xfrm>
              <a:off x="9056963" y="20498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0" name="pt52810"/>
            <p:cNvSpPr/>
            <p:nvPr/>
          </p:nvSpPr>
          <p:spPr>
            <a:xfrm>
              <a:off x="8890393" y="19805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1" name="pt52811"/>
            <p:cNvSpPr/>
            <p:nvPr/>
          </p:nvSpPr>
          <p:spPr>
            <a:xfrm>
              <a:off x="9076063" y="20820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2" name="pt52812"/>
            <p:cNvSpPr/>
            <p:nvPr/>
          </p:nvSpPr>
          <p:spPr>
            <a:xfrm>
              <a:off x="9480563" y="22903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3" name="pt52813"/>
            <p:cNvSpPr/>
            <p:nvPr/>
          </p:nvSpPr>
          <p:spPr>
            <a:xfrm>
              <a:off x="9003396" y="20000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4" name="pt52814"/>
            <p:cNvSpPr/>
            <p:nvPr/>
          </p:nvSpPr>
          <p:spPr>
            <a:xfrm>
              <a:off x="8934533" y="19647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5" name="pt52815"/>
            <p:cNvSpPr/>
            <p:nvPr/>
          </p:nvSpPr>
          <p:spPr>
            <a:xfrm>
              <a:off x="8633583" y="20153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6" name="pt52816"/>
            <p:cNvSpPr/>
            <p:nvPr/>
          </p:nvSpPr>
          <p:spPr>
            <a:xfrm>
              <a:off x="8381780" y="25387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7" name="pt52817"/>
            <p:cNvSpPr/>
            <p:nvPr/>
          </p:nvSpPr>
          <p:spPr>
            <a:xfrm>
              <a:off x="8500809" y="2525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8" name="pt52818"/>
            <p:cNvSpPr/>
            <p:nvPr/>
          </p:nvSpPr>
          <p:spPr>
            <a:xfrm>
              <a:off x="8633583" y="21284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9" name="pt52819"/>
            <p:cNvSpPr/>
            <p:nvPr/>
          </p:nvSpPr>
          <p:spPr>
            <a:xfrm>
              <a:off x="9027663" y="18919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0" name="pt52820"/>
            <p:cNvSpPr/>
            <p:nvPr/>
          </p:nvSpPr>
          <p:spPr>
            <a:xfrm>
              <a:off x="9227900" y="21318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1" name="pt52821"/>
            <p:cNvSpPr/>
            <p:nvPr/>
          </p:nvSpPr>
          <p:spPr>
            <a:xfrm>
              <a:off x="9557615" y="20987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2" name="pt52822"/>
            <p:cNvSpPr/>
            <p:nvPr/>
          </p:nvSpPr>
          <p:spPr>
            <a:xfrm>
              <a:off x="8868306" y="2167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3" name="pt52823"/>
            <p:cNvSpPr/>
            <p:nvPr/>
          </p:nvSpPr>
          <p:spPr>
            <a:xfrm>
              <a:off x="9594370" y="22260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4" name="pt52824"/>
            <p:cNvSpPr/>
            <p:nvPr/>
          </p:nvSpPr>
          <p:spPr>
            <a:xfrm>
              <a:off x="8588529" y="22783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5" name="pt52825"/>
            <p:cNvSpPr/>
            <p:nvPr/>
          </p:nvSpPr>
          <p:spPr>
            <a:xfrm>
              <a:off x="9509103" y="20481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6" name="pt52826"/>
            <p:cNvSpPr/>
            <p:nvPr/>
          </p:nvSpPr>
          <p:spPr>
            <a:xfrm>
              <a:off x="9667785" y="25501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7" name="pt52827"/>
            <p:cNvSpPr/>
            <p:nvPr/>
          </p:nvSpPr>
          <p:spPr>
            <a:xfrm>
              <a:off x="8884367" y="21345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8" name="pt52828"/>
            <p:cNvSpPr/>
            <p:nvPr/>
          </p:nvSpPr>
          <p:spPr>
            <a:xfrm>
              <a:off x="8550210" y="25864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9" name="pt52829"/>
            <p:cNvSpPr/>
            <p:nvPr/>
          </p:nvSpPr>
          <p:spPr>
            <a:xfrm>
              <a:off x="9032906" y="18351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0" name="pt52830"/>
            <p:cNvSpPr/>
            <p:nvPr/>
          </p:nvSpPr>
          <p:spPr>
            <a:xfrm>
              <a:off x="9050093" y="20542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1" name="pt52831"/>
            <p:cNvSpPr/>
            <p:nvPr/>
          </p:nvSpPr>
          <p:spPr>
            <a:xfrm>
              <a:off x="9115383" y="20855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2" name="pt52832"/>
            <p:cNvSpPr/>
            <p:nvPr/>
          </p:nvSpPr>
          <p:spPr>
            <a:xfrm>
              <a:off x="8312152" y="2204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3" name="pt52833"/>
            <p:cNvSpPr/>
            <p:nvPr/>
          </p:nvSpPr>
          <p:spPr>
            <a:xfrm>
              <a:off x="9453041" y="22738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4" name="pt52834"/>
            <p:cNvSpPr/>
            <p:nvPr/>
          </p:nvSpPr>
          <p:spPr>
            <a:xfrm>
              <a:off x="8431181" y="25595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5" name="pt52835"/>
            <p:cNvSpPr/>
            <p:nvPr/>
          </p:nvSpPr>
          <p:spPr>
            <a:xfrm>
              <a:off x="8570436" y="24070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6" name="pt52836"/>
            <p:cNvSpPr/>
            <p:nvPr/>
          </p:nvSpPr>
          <p:spPr>
            <a:xfrm>
              <a:off x="8312152" y="24681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7" name="pt52837"/>
            <p:cNvSpPr/>
            <p:nvPr/>
          </p:nvSpPr>
          <p:spPr>
            <a:xfrm>
              <a:off x="8469500" y="23722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8" name="pt52838"/>
            <p:cNvSpPr/>
            <p:nvPr/>
          </p:nvSpPr>
          <p:spPr>
            <a:xfrm>
              <a:off x="9110522" y="20822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9" name="pt52839"/>
            <p:cNvSpPr/>
            <p:nvPr/>
          </p:nvSpPr>
          <p:spPr>
            <a:xfrm>
              <a:off x="8782816" y="20951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0" name="pt52840"/>
            <p:cNvSpPr/>
            <p:nvPr/>
          </p:nvSpPr>
          <p:spPr>
            <a:xfrm>
              <a:off x="9231999" y="20246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1" name="pt52841"/>
            <p:cNvSpPr/>
            <p:nvPr/>
          </p:nvSpPr>
          <p:spPr>
            <a:xfrm>
              <a:off x="9010896" y="15125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2" name="pt52842"/>
            <p:cNvSpPr/>
            <p:nvPr/>
          </p:nvSpPr>
          <p:spPr>
            <a:xfrm>
              <a:off x="8971473" y="22650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3" name="pt52843"/>
            <p:cNvSpPr/>
            <p:nvPr/>
          </p:nvSpPr>
          <p:spPr>
            <a:xfrm>
              <a:off x="8987335" y="20719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4" name="pt52844"/>
            <p:cNvSpPr/>
            <p:nvPr/>
          </p:nvSpPr>
          <p:spPr>
            <a:xfrm>
              <a:off x="9279466" y="19804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5" name="pt52845"/>
            <p:cNvSpPr/>
            <p:nvPr/>
          </p:nvSpPr>
          <p:spPr>
            <a:xfrm>
              <a:off x="9155133" y="20795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6" name="pt52846"/>
            <p:cNvSpPr/>
            <p:nvPr/>
          </p:nvSpPr>
          <p:spPr>
            <a:xfrm>
              <a:off x="8633583" y="22716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7" name="pt52847"/>
            <p:cNvSpPr/>
            <p:nvPr/>
          </p:nvSpPr>
          <p:spPr>
            <a:xfrm>
              <a:off x="8679650" y="24029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8" name="pt52848"/>
            <p:cNvSpPr/>
            <p:nvPr/>
          </p:nvSpPr>
          <p:spPr>
            <a:xfrm>
              <a:off x="8588529" y="22608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9" name="pt52849"/>
            <p:cNvSpPr/>
            <p:nvPr/>
          </p:nvSpPr>
          <p:spPr>
            <a:xfrm>
              <a:off x="9196093" y="23277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0" name="pt52850"/>
            <p:cNvSpPr/>
            <p:nvPr/>
          </p:nvSpPr>
          <p:spPr>
            <a:xfrm>
              <a:off x="8619838" y="22631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1" name="pt52851"/>
            <p:cNvSpPr/>
            <p:nvPr/>
          </p:nvSpPr>
          <p:spPr>
            <a:xfrm>
              <a:off x="8715936" y="22883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2" name="pt52852"/>
            <p:cNvSpPr/>
            <p:nvPr/>
          </p:nvSpPr>
          <p:spPr>
            <a:xfrm>
              <a:off x="9308507" y="22300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3" name="pt52853"/>
            <p:cNvSpPr/>
            <p:nvPr/>
          </p:nvSpPr>
          <p:spPr>
            <a:xfrm>
              <a:off x="8669239" y="23586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4" name="pt52854"/>
            <p:cNvSpPr/>
            <p:nvPr/>
          </p:nvSpPr>
          <p:spPr>
            <a:xfrm>
              <a:off x="8381780" y="23531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5" name="pt52855"/>
            <p:cNvSpPr/>
            <p:nvPr/>
          </p:nvSpPr>
          <p:spPr>
            <a:xfrm>
              <a:off x="9167950" y="17693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6" name="pt52856"/>
            <p:cNvSpPr/>
            <p:nvPr/>
          </p:nvSpPr>
          <p:spPr>
            <a:xfrm>
              <a:off x="9146692" y="20733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7" name="pt52857"/>
            <p:cNvSpPr/>
            <p:nvPr/>
          </p:nvSpPr>
          <p:spPr>
            <a:xfrm>
              <a:off x="9242219" y="19661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8" name="pt52858"/>
            <p:cNvSpPr/>
            <p:nvPr/>
          </p:nvSpPr>
          <p:spPr>
            <a:xfrm>
              <a:off x="8813199" y="2050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9" name="pt52859"/>
            <p:cNvSpPr/>
            <p:nvPr/>
          </p:nvSpPr>
          <p:spPr>
            <a:xfrm>
              <a:off x="8934533" y="18538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0" name="pt52860"/>
            <p:cNvSpPr/>
            <p:nvPr/>
          </p:nvSpPr>
          <p:spPr>
            <a:xfrm>
              <a:off x="8570436" y="24966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1" name="pt52861"/>
            <p:cNvSpPr/>
            <p:nvPr/>
          </p:nvSpPr>
          <p:spPr>
            <a:xfrm>
              <a:off x="9126216" y="20272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2" name="pt52862"/>
            <p:cNvSpPr/>
            <p:nvPr/>
          </p:nvSpPr>
          <p:spPr>
            <a:xfrm>
              <a:off x="8777185" y="2239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3" name="pt52863"/>
            <p:cNvSpPr/>
            <p:nvPr/>
          </p:nvSpPr>
          <p:spPr>
            <a:xfrm>
              <a:off x="8731558" y="21229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4" name="pt52864"/>
            <p:cNvSpPr/>
            <p:nvPr/>
          </p:nvSpPr>
          <p:spPr>
            <a:xfrm>
              <a:off x="9316366" y="2197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5" name="pt52865"/>
            <p:cNvSpPr/>
            <p:nvPr/>
          </p:nvSpPr>
          <p:spPr>
            <a:xfrm>
              <a:off x="9715521" y="23512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6" name="pt52866"/>
            <p:cNvSpPr/>
            <p:nvPr/>
          </p:nvSpPr>
          <p:spPr>
            <a:xfrm>
              <a:off x="8500809" y="26319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7" name="pt52867"/>
            <p:cNvSpPr/>
            <p:nvPr/>
          </p:nvSpPr>
          <p:spPr>
            <a:xfrm>
              <a:off x="8500809" y="26427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8" name="pt52868"/>
            <p:cNvSpPr/>
            <p:nvPr/>
          </p:nvSpPr>
          <p:spPr>
            <a:xfrm>
              <a:off x="9060297" y="19682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9" name="pt52869"/>
            <p:cNvSpPr/>
            <p:nvPr/>
          </p:nvSpPr>
          <p:spPr>
            <a:xfrm>
              <a:off x="8723925" y="2223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0" name="pt52870"/>
            <p:cNvSpPr/>
            <p:nvPr/>
          </p:nvSpPr>
          <p:spPr>
            <a:xfrm>
              <a:off x="8550210" y="26168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1" name="pt52871"/>
            <p:cNvSpPr/>
            <p:nvPr/>
          </p:nvSpPr>
          <p:spPr>
            <a:xfrm>
              <a:off x="8861436" y="20041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2" name="pt52872"/>
            <p:cNvSpPr/>
            <p:nvPr/>
          </p:nvSpPr>
          <p:spPr>
            <a:xfrm>
              <a:off x="9756959" y="22798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3" name="pt52873"/>
            <p:cNvSpPr/>
            <p:nvPr/>
          </p:nvSpPr>
          <p:spPr>
            <a:xfrm>
              <a:off x="9115383" y="20017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4" name="pt52874"/>
            <p:cNvSpPr/>
            <p:nvPr/>
          </p:nvSpPr>
          <p:spPr>
            <a:xfrm>
              <a:off x="9321732" y="2173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5" name="pt52875"/>
            <p:cNvSpPr/>
            <p:nvPr/>
          </p:nvSpPr>
          <p:spPr>
            <a:xfrm>
              <a:off x="9054703" y="21430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6" name="pt52876"/>
            <p:cNvSpPr/>
            <p:nvPr/>
          </p:nvSpPr>
          <p:spPr>
            <a:xfrm>
              <a:off x="9187914" y="22336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7" name="pt52877"/>
            <p:cNvSpPr/>
            <p:nvPr/>
          </p:nvSpPr>
          <p:spPr>
            <a:xfrm>
              <a:off x="9256140" y="20638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8" name="pt52878"/>
            <p:cNvSpPr/>
            <p:nvPr/>
          </p:nvSpPr>
          <p:spPr>
            <a:xfrm>
              <a:off x="8976925" y="22022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9" name="pt52879"/>
            <p:cNvSpPr/>
            <p:nvPr/>
          </p:nvSpPr>
          <p:spPr>
            <a:xfrm>
              <a:off x="8927523" y="18530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0" name="pt52880"/>
            <p:cNvSpPr/>
            <p:nvPr/>
          </p:nvSpPr>
          <p:spPr>
            <a:xfrm>
              <a:off x="9034193" y="18080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1" name="pt52881"/>
            <p:cNvSpPr/>
            <p:nvPr/>
          </p:nvSpPr>
          <p:spPr>
            <a:xfrm>
              <a:off x="9237969" y="22053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2" name="pt52882"/>
            <p:cNvSpPr/>
            <p:nvPr/>
          </p:nvSpPr>
          <p:spPr>
            <a:xfrm>
              <a:off x="8500809" y="25274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3" name="pt52883"/>
            <p:cNvSpPr/>
            <p:nvPr/>
          </p:nvSpPr>
          <p:spPr>
            <a:xfrm>
              <a:off x="8431181" y="22081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4" name="pt52884"/>
            <p:cNvSpPr/>
            <p:nvPr/>
          </p:nvSpPr>
          <p:spPr>
            <a:xfrm>
              <a:off x="9196093" y="22873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5" name="pt52885"/>
            <p:cNvSpPr/>
            <p:nvPr/>
          </p:nvSpPr>
          <p:spPr>
            <a:xfrm>
              <a:off x="8669239" y="23162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6" name="pt52886"/>
            <p:cNvSpPr/>
            <p:nvPr/>
          </p:nvSpPr>
          <p:spPr>
            <a:xfrm>
              <a:off x="9507319" y="21096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7" name="pt52887"/>
            <p:cNvSpPr/>
            <p:nvPr/>
          </p:nvSpPr>
          <p:spPr>
            <a:xfrm>
              <a:off x="9359136" y="1971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8" name="pt52888"/>
            <p:cNvSpPr/>
            <p:nvPr/>
          </p:nvSpPr>
          <p:spPr>
            <a:xfrm>
              <a:off x="8920215" y="2151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9" name="pt52889"/>
            <p:cNvSpPr/>
            <p:nvPr/>
          </p:nvSpPr>
          <p:spPr>
            <a:xfrm>
              <a:off x="9007935" y="17109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0" name="pt52890"/>
            <p:cNvSpPr/>
            <p:nvPr/>
          </p:nvSpPr>
          <p:spPr>
            <a:xfrm>
              <a:off x="9068885" y="18106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1" name="pt52891"/>
            <p:cNvSpPr/>
            <p:nvPr/>
          </p:nvSpPr>
          <p:spPr>
            <a:xfrm>
              <a:off x="9389022" y="20471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2" name="pt52892"/>
            <p:cNvSpPr/>
            <p:nvPr/>
          </p:nvSpPr>
          <p:spPr>
            <a:xfrm>
              <a:off x="9196592" y="2265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3" name="pt52893"/>
            <p:cNvSpPr/>
            <p:nvPr/>
          </p:nvSpPr>
          <p:spPr>
            <a:xfrm>
              <a:off x="9097733" y="20134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4" name="pt52894"/>
            <p:cNvSpPr/>
            <p:nvPr/>
          </p:nvSpPr>
          <p:spPr>
            <a:xfrm>
              <a:off x="9573129" y="20247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5" name="pt52895"/>
            <p:cNvSpPr/>
            <p:nvPr/>
          </p:nvSpPr>
          <p:spPr>
            <a:xfrm>
              <a:off x="9278233" y="1974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6" name="pt52896"/>
            <p:cNvSpPr/>
            <p:nvPr/>
          </p:nvSpPr>
          <p:spPr>
            <a:xfrm>
              <a:off x="8793552" y="21235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7" name="pt52897"/>
            <p:cNvSpPr/>
            <p:nvPr/>
          </p:nvSpPr>
          <p:spPr>
            <a:xfrm>
              <a:off x="8312152" y="24379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8" name="pt52898"/>
            <p:cNvSpPr/>
            <p:nvPr/>
          </p:nvSpPr>
          <p:spPr>
            <a:xfrm>
              <a:off x="8381780" y="24589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9" name="pt52899"/>
            <p:cNvSpPr/>
            <p:nvPr/>
          </p:nvSpPr>
          <p:spPr>
            <a:xfrm>
              <a:off x="8939053" y="19355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0" name="pt52900"/>
            <p:cNvSpPr/>
            <p:nvPr/>
          </p:nvSpPr>
          <p:spPr>
            <a:xfrm>
              <a:off x="8947749" y="20269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1" name="pt52901"/>
            <p:cNvSpPr/>
            <p:nvPr/>
          </p:nvSpPr>
          <p:spPr>
            <a:xfrm>
              <a:off x="9199552" y="18014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2" name="pt52902"/>
            <p:cNvSpPr/>
            <p:nvPr/>
          </p:nvSpPr>
          <p:spPr>
            <a:xfrm>
              <a:off x="8961983" y="22286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3" name="pt52903"/>
            <p:cNvSpPr/>
            <p:nvPr/>
          </p:nvSpPr>
          <p:spPr>
            <a:xfrm>
              <a:off x="8738867" y="20294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4" name="pt52904"/>
            <p:cNvSpPr/>
            <p:nvPr/>
          </p:nvSpPr>
          <p:spPr>
            <a:xfrm>
              <a:off x="8864906" y="19365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5" name="pt52905"/>
            <p:cNvSpPr/>
            <p:nvPr/>
          </p:nvSpPr>
          <p:spPr>
            <a:xfrm>
              <a:off x="9346306" y="21435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6" name="pt52906"/>
            <p:cNvSpPr/>
            <p:nvPr/>
          </p:nvSpPr>
          <p:spPr>
            <a:xfrm>
              <a:off x="9067835" y="18183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7" name="pt52907"/>
            <p:cNvSpPr/>
            <p:nvPr/>
          </p:nvSpPr>
          <p:spPr>
            <a:xfrm>
              <a:off x="9208605" y="19274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8" name="pt52908"/>
            <p:cNvSpPr/>
            <p:nvPr/>
          </p:nvSpPr>
          <p:spPr>
            <a:xfrm>
              <a:off x="9286979" y="18653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9" name="pt52909"/>
            <p:cNvSpPr/>
            <p:nvPr/>
          </p:nvSpPr>
          <p:spPr>
            <a:xfrm>
              <a:off x="9668168" y="24118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0" name="pt52910"/>
            <p:cNvSpPr/>
            <p:nvPr/>
          </p:nvSpPr>
          <p:spPr>
            <a:xfrm>
              <a:off x="8707558" y="21620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1" name="pt52911"/>
            <p:cNvSpPr/>
            <p:nvPr/>
          </p:nvSpPr>
          <p:spPr>
            <a:xfrm>
              <a:off x="8922686" y="19301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2" name="pt52912"/>
            <p:cNvSpPr/>
            <p:nvPr/>
          </p:nvSpPr>
          <p:spPr>
            <a:xfrm>
              <a:off x="8890393" y="16260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3" name="pt52913"/>
            <p:cNvSpPr/>
            <p:nvPr/>
          </p:nvSpPr>
          <p:spPr>
            <a:xfrm>
              <a:off x="9232403" y="20633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4" name="pt52914"/>
            <p:cNvSpPr/>
            <p:nvPr/>
          </p:nvSpPr>
          <p:spPr>
            <a:xfrm>
              <a:off x="8469500" y="22107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5" name="pt52915"/>
            <p:cNvSpPr/>
            <p:nvPr/>
          </p:nvSpPr>
          <p:spPr>
            <a:xfrm>
              <a:off x="8431181" y="25645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6" name="pt52916"/>
            <p:cNvSpPr/>
            <p:nvPr/>
          </p:nvSpPr>
          <p:spPr>
            <a:xfrm>
              <a:off x="9010896" y="17306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7" name="pt52917"/>
            <p:cNvSpPr/>
            <p:nvPr/>
          </p:nvSpPr>
          <p:spPr>
            <a:xfrm>
              <a:off x="8752612" y="22953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8" name="pt52918"/>
            <p:cNvSpPr/>
            <p:nvPr/>
          </p:nvSpPr>
          <p:spPr>
            <a:xfrm>
              <a:off x="9196093" y="22420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9" name="pt52919"/>
            <p:cNvSpPr/>
            <p:nvPr/>
          </p:nvSpPr>
          <p:spPr>
            <a:xfrm>
              <a:off x="8312152" y="24451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0" name="pt52920"/>
            <p:cNvSpPr/>
            <p:nvPr/>
          </p:nvSpPr>
          <p:spPr>
            <a:xfrm>
              <a:off x="8469500" y="25079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1" name="pt52921"/>
            <p:cNvSpPr/>
            <p:nvPr/>
          </p:nvSpPr>
          <p:spPr>
            <a:xfrm>
              <a:off x="8798679" y="21137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2" name="pt52922"/>
            <p:cNvSpPr/>
            <p:nvPr/>
          </p:nvSpPr>
          <p:spPr>
            <a:xfrm>
              <a:off x="9581160" y="21575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3" name="pt52923"/>
            <p:cNvSpPr/>
            <p:nvPr/>
          </p:nvSpPr>
          <p:spPr>
            <a:xfrm>
              <a:off x="8527280" y="26300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4" name="pt52924"/>
            <p:cNvSpPr/>
            <p:nvPr/>
          </p:nvSpPr>
          <p:spPr>
            <a:xfrm>
              <a:off x="9031610" y="18759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5" name="pt52925"/>
            <p:cNvSpPr/>
            <p:nvPr/>
          </p:nvSpPr>
          <p:spPr>
            <a:xfrm>
              <a:off x="8500809" y="26810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6" name="pt52926"/>
            <p:cNvSpPr/>
            <p:nvPr/>
          </p:nvSpPr>
          <p:spPr>
            <a:xfrm>
              <a:off x="8817779" y="21013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7" name="pt52927"/>
            <p:cNvSpPr/>
            <p:nvPr/>
          </p:nvSpPr>
          <p:spPr>
            <a:xfrm>
              <a:off x="8381780" y="23665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8" name="pt52928"/>
            <p:cNvSpPr/>
            <p:nvPr/>
          </p:nvSpPr>
          <p:spPr>
            <a:xfrm>
              <a:off x="8604896" y="24201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9" name="pt52929"/>
            <p:cNvSpPr/>
            <p:nvPr/>
          </p:nvSpPr>
          <p:spPr>
            <a:xfrm>
              <a:off x="9501180" y="21859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0" name="pt52930"/>
            <p:cNvSpPr/>
            <p:nvPr/>
          </p:nvSpPr>
          <p:spPr>
            <a:xfrm>
              <a:off x="9286979" y="19625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1" name="pt52931"/>
            <p:cNvSpPr/>
            <p:nvPr/>
          </p:nvSpPr>
          <p:spPr>
            <a:xfrm>
              <a:off x="8752612" y="21926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2" name="pt52932"/>
            <p:cNvSpPr/>
            <p:nvPr/>
          </p:nvSpPr>
          <p:spPr>
            <a:xfrm>
              <a:off x="9326470" y="22418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3" name="pt52933"/>
            <p:cNvSpPr/>
            <p:nvPr/>
          </p:nvSpPr>
          <p:spPr>
            <a:xfrm>
              <a:off x="8500809" y="25433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4" name="pt52934"/>
            <p:cNvSpPr/>
            <p:nvPr/>
          </p:nvSpPr>
          <p:spPr>
            <a:xfrm>
              <a:off x="8961983" y="22192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5" name="pt52935"/>
            <p:cNvSpPr/>
            <p:nvPr/>
          </p:nvSpPr>
          <p:spPr>
            <a:xfrm>
              <a:off x="9633844" y="20185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6" name="pt52936"/>
            <p:cNvSpPr/>
            <p:nvPr/>
          </p:nvSpPr>
          <p:spPr>
            <a:xfrm>
              <a:off x="8788268" y="20824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7" name="pt52937"/>
            <p:cNvSpPr/>
            <p:nvPr/>
          </p:nvSpPr>
          <p:spPr>
            <a:xfrm>
              <a:off x="8987335" y="20643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8" name="pt52938"/>
            <p:cNvSpPr/>
            <p:nvPr/>
          </p:nvSpPr>
          <p:spPr>
            <a:xfrm>
              <a:off x="8765338" y="20929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9" name="pt52939"/>
            <p:cNvSpPr/>
            <p:nvPr/>
          </p:nvSpPr>
          <p:spPr>
            <a:xfrm>
              <a:off x="9287859" y="19232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0" name="pt52940"/>
            <p:cNvSpPr/>
            <p:nvPr/>
          </p:nvSpPr>
          <p:spPr>
            <a:xfrm>
              <a:off x="9480563" y="23323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1" name="pt52941"/>
            <p:cNvSpPr/>
            <p:nvPr/>
          </p:nvSpPr>
          <p:spPr>
            <a:xfrm>
              <a:off x="9275425" y="17981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2" name="pt52942"/>
            <p:cNvSpPr/>
            <p:nvPr/>
          </p:nvSpPr>
          <p:spPr>
            <a:xfrm>
              <a:off x="9283113" y="20202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3" name="pt52943"/>
            <p:cNvSpPr/>
            <p:nvPr/>
          </p:nvSpPr>
          <p:spPr>
            <a:xfrm>
              <a:off x="8922686" y="18810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4" name="pt52944"/>
            <p:cNvSpPr/>
            <p:nvPr/>
          </p:nvSpPr>
          <p:spPr>
            <a:xfrm>
              <a:off x="9074042" y="19057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5" name="pt52945"/>
            <p:cNvSpPr/>
            <p:nvPr/>
          </p:nvSpPr>
          <p:spPr>
            <a:xfrm>
              <a:off x="8679650" y="23997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6" name="pt52946"/>
            <p:cNvSpPr/>
            <p:nvPr/>
          </p:nvSpPr>
          <p:spPr>
            <a:xfrm>
              <a:off x="9126216" y="20381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7" name="pt52947"/>
            <p:cNvSpPr/>
            <p:nvPr/>
          </p:nvSpPr>
          <p:spPr>
            <a:xfrm>
              <a:off x="8381780" y="23648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8" name="pt52948"/>
            <p:cNvSpPr/>
            <p:nvPr/>
          </p:nvSpPr>
          <p:spPr>
            <a:xfrm>
              <a:off x="8570436" y="23821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9" name="pt52949"/>
            <p:cNvSpPr/>
            <p:nvPr/>
          </p:nvSpPr>
          <p:spPr>
            <a:xfrm>
              <a:off x="8980466" y="19840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0" name="pt52950"/>
            <p:cNvSpPr/>
            <p:nvPr/>
          </p:nvSpPr>
          <p:spPr>
            <a:xfrm>
              <a:off x="8738867" y="23826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1" name="pt52951"/>
            <p:cNvSpPr/>
            <p:nvPr/>
          </p:nvSpPr>
          <p:spPr>
            <a:xfrm>
              <a:off x="8604896" y="21786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2" name="pt52952"/>
            <p:cNvSpPr/>
            <p:nvPr/>
          </p:nvSpPr>
          <p:spPr>
            <a:xfrm>
              <a:off x="8500809" y="2734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3" name="pt52953"/>
            <p:cNvSpPr/>
            <p:nvPr/>
          </p:nvSpPr>
          <p:spPr>
            <a:xfrm>
              <a:off x="8765338" y="2134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4" name="pt52954"/>
            <p:cNvSpPr/>
            <p:nvPr/>
          </p:nvSpPr>
          <p:spPr>
            <a:xfrm>
              <a:off x="8550210" y="24594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5" name="pt52955"/>
            <p:cNvSpPr/>
            <p:nvPr/>
          </p:nvSpPr>
          <p:spPr>
            <a:xfrm>
              <a:off x="8588529" y="21828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6" name="pt52956"/>
            <p:cNvSpPr/>
            <p:nvPr/>
          </p:nvSpPr>
          <p:spPr>
            <a:xfrm>
              <a:off x="8312152" y="23500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7" name="pt52957"/>
            <p:cNvSpPr/>
            <p:nvPr/>
          </p:nvSpPr>
          <p:spPr>
            <a:xfrm>
              <a:off x="9528241" y="17903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8" name="pt52958"/>
            <p:cNvSpPr/>
            <p:nvPr/>
          </p:nvSpPr>
          <p:spPr>
            <a:xfrm>
              <a:off x="8646309" y="24264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9" name="pt52959"/>
            <p:cNvSpPr/>
            <p:nvPr/>
          </p:nvSpPr>
          <p:spPr>
            <a:xfrm>
              <a:off x="9509103" y="21538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0" name="pt52960"/>
            <p:cNvSpPr/>
            <p:nvPr/>
          </p:nvSpPr>
          <p:spPr>
            <a:xfrm>
              <a:off x="8588529" y="22740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1" name="pt52961"/>
            <p:cNvSpPr/>
            <p:nvPr/>
          </p:nvSpPr>
          <p:spPr>
            <a:xfrm>
              <a:off x="8961983" y="22541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2" name="pt52962"/>
            <p:cNvSpPr/>
            <p:nvPr/>
          </p:nvSpPr>
          <p:spPr>
            <a:xfrm>
              <a:off x="8854280" y="19292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3" name="pt52963"/>
            <p:cNvSpPr/>
            <p:nvPr/>
          </p:nvSpPr>
          <p:spPr>
            <a:xfrm>
              <a:off x="9010896" y="16096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4" name="pt52964"/>
            <p:cNvSpPr/>
            <p:nvPr/>
          </p:nvSpPr>
          <p:spPr>
            <a:xfrm>
              <a:off x="9087709" y="20705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5" name="pt52965"/>
            <p:cNvSpPr/>
            <p:nvPr/>
          </p:nvSpPr>
          <p:spPr>
            <a:xfrm>
              <a:off x="8588529" y="21679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6" name="pt52966"/>
            <p:cNvSpPr/>
            <p:nvPr/>
          </p:nvSpPr>
          <p:spPr>
            <a:xfrm>
              <a:off x="8707558" y="23506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7" name="pt52967"/>
            <p:cNvSpPr/>
            <p:nvPr/>
          </p:nvSpPr>
          <p:spPr>
            <a:xfrm>
              <a:off x="8890393" y="16447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8" name="pt52968"/>
            <p:cNvSpPr/>
            <p:nvPr/>
          </p:nvSpPr>
          <p:spPr>
            <a:xfrm>
              <a:off x="8381780" y="25436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9" name="pt52969"/>
            <p:cNvSpPr/>
            <p:nvPr/>
          </p:nvSpPr>
          <p:spPr>
            <a:xfrm>
              <a:off x="8868306" y="21055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0" name="pt52970"/>
            <p:cNvSpPr/>
            <p:nvPr/>
          </p:nvSpPr>
          <p:spPr>
            <a:xfrm>
              <a:off x="8715936" y="2112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1" name="pt52971"/>
            <p:cNvSpPr/>
            <p:nvPr/>
          </p:nvSpPr>
          <p:spPr>
            <a:xfrm>
              <a:off x="8813199" y="21480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2" name="pt52972"/>
            <p:cNvSpPr/>
            <p:nvPr/>
          </p:nvSpPr>
          <p:spPr>
            <a:xfrm>
              <a:off x="8381780" y="2451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3" name="pt52973"/>
            <p:cNvSpPr/>
            <p:nvPr/>
          </p:nvSpPr>
          <p:spPr>
            <a:xfrm>
              <a:off x="8570436" y="25425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4" name="pt52974"/>
            <p:cNvSpPr/>
            <p:nvPr/>
          </p:nvSpPr>
          <p:spPr>
            <a:xfrm>
              <a:off x="9756959" y="24981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5" name="pt52975"/>
            <p:cNvSpPr/>
            <p:nvPr/>
          </p:nvSpPr>
          <p:spPr>
            <a:xfrm>
              <a:off x="8846813" y="19487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6" name="pt52976"/>
            <p:cNvSpPr/>
            <p:nvPr/>
          </p:nvSpPr>
          <p:spPr>
            <a:xfrm>
              <a:off x="8381780" y="22047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7" name="pt52977"/>
            <p:cNvSpPr/>
            <p:nvPr/>
          </p:nvSpPr>
          <p:spPr>
            <a:xfrm>
              <a:off x="8500809" y="25587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8" name="pt52978"/>
            <p:cNvSpPr/>
            <p:nvPr/>
          </p:nvSpPr>
          <p:spPr>
            <a:xfrm>
              <a:off x="9027663" y="20631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9" name="pt52979"/>
            <p:cNvSpPr/>
            <p:nvPr/>
          </p:nvSpPr>
          <p:spPr>
            <a:xfrm>
              <a:off x="9091423" y="18860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0" name="pt52980"/>
            <p:cNvSpPr/>
            <p:nvPr/>
          </p:nvSpPr>
          <p:spPr>
            <a:xfrm>
              <a:off x="8765338" y="22428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1" name="pt52981"/>
            <p:cNvSpPr/>
            <p:nvPr/>
          </p:nvSpPr>
          <p:spPr>
            <a:xfrm>
              <a:off x="8604896" y="23454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2" name="pt52982"/>
            <p:cNvSpPr/>
            <p:nvPr/>
          </p:nvSpPr>
          <p:spPr>
            <a:xfrm>
              <a:off x="9077064" y="20369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3" name="pt52983"/>
            <p:cNvSpPr/>
            <p:nvPr/>
          </p:nvSpPr>
          <p:spPr>
            <a:xfrm>
              <a:off x="8834965" y="20496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4" name="pt52984"/>
            <p:cNvSpPr/>
            <p:nvPr/>
          </p:nvSpPr>
          <p:spPr>
            <a:xfrm>
              <a:off x="8500809" y="26790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5" name="pt52985"/>
            <p:cNvSpPr/>
            <p:nvPr/>
          </p:nvSpPr>
          <p:spPr>
            <a:xfrm>
              <a:off x="8731558" y="21121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6" name="pt52986"/>
            <p:cNvSpPr/>
            <p:nvPr/>
          </p:nvSpPr>
          <p:spPr>
            <a:xfrm>
              <a:off x="9279466" y="18924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7" name="pt52987"/>
            <p:cNvSpPr/>
            <p:nvPr/>
          </p:nvSpPr>
          <p:spPr>
            <a:xfrm>
              <a:off x="8469500" y="2333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8" name="pt52988"/>
            <p:cNvSpPr/>
            <p:nvPr/>
          </p:nvSpPr>
          <p:spPr>
            <a:xfrm>
              <a:off x="8846813" y="21175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9" name="pt52989"/>
            <p:cNvSpPr/>
            <p:nvPr/>
          </p:nvSpPr>
          <p:spPr>
            <a:xfrm>
              <a:off x="8469500" y="22477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0" name="pt52990"/>
            <p:cNvSpPr/>
            <p:nvPr/>
          </p:nvSpPr>
          <p:spPr>
            <a:xfrm>
              <a:off x="9052414" y="22305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1" name="pt52991"/>
            <p:cNvSpPr/>
            <p:nvPr/>
          </p:nvSpPr>
          <p:spPr>
            <a:xfrm>
              <a:off x="8689465" y="23704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2" name="pt52992"/>
            <p:cNvSpPr/>
            <p:nvPr/>
          </p:nvSpPr>
          <p:spPr>
            <a:xfrm>
              <a:off x="9010896" y="17233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3" name="pt52993"/>
            <p:cNvSpPr/>
            <p:nvPr/>
          </p:nvSpPr>
          <p:spPr>
            <a:xfrm>
              <a:off x="9207674" y="18356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4" name="pt52994"/>
            <p:cNvSpPr/>
            <p:nvPr/>
          </p:nvSpPr>
          <p:spPr>
            <a:xfrm>
              <a:off x="8646309" y="24970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5" name="pt52995"/>
            <p:cNvSpPr/>
            <p:nvPr/>
          </p:nvSpPr>
          <p:spPr>
            <a:xfrm>
              <a:off x="8658156" y="24854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6" name="pt52996"/>
            <p:cNvSpPr/>
            <p:nvPr/>
          </p:nvSpPr>
          <p:spPr>
            <a:xfrm>
              <a:off x="8588529" y="21385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7" name="pt52997"/>
            <p:cNvSpPr/>
            <p:nvPr/>
          </p:nvSpPr>
          <p:spPr>
            <a:xfrm>
              <a:off x="8570436" y="24181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8" name="pt52998"/>
            <p:cNvSpPr/>
            <p:nvPr/>
          </p:nvSpPr>
          <p:spPr>
            <a:xfrm>
              <a:off x="8619838" y="24127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9" name="pt52999"/>
            <p:cNvSpPr/>
            <p:nvPr/>
          </p:nvSpPr>
          <p:spPr>
            <a:xfrm>
              <a:off x="8738867" y="22658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0" name="pt53000"/>
            <p:cNvSpPr/>
            <p:nvPr/>
          </p:nvSpPr>
          <p:spPr>
            <a:xfrm>
              <a:off x="8707558" y="21877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1" name="pt53001"/>
            <p:cNvSpPr/>
            <p:nvPr/>
          </p:nvSpPr>
          <p:spPr>
            <a:xfrm>
              <a:off x="9797803" y="27198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2" name="pt53002"/>
            <p:cNvSpPr/>
            <p:nvPr/>
          </p:nvSpPr>
          <p:spPr>
            <a:xfrm>
              <a:off x="9179876" y="19016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3" name="pt53003"/>
            <p:cNvSpPr/>
            <p:nvPr/>
          </p:nvSpPr>
          <p:spPr>
            <a:xfrm>
              <a:off x="8619838" y="22433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4" name="pt53004"/>
            <p:cNvSpPr/>
            <p:nvPr/>
          </p:nvSpPr>
          <p:spPr>
            <a:xfrm>
              <a:off x="8658156" y="24503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5" name="pt53005"/>
            <p:cNvSpPr/>
            <p:nvPr/>
          </p:nvSpPr>
          <p:spPr>
            <a:xfrm>
              <a:off x="9102103" y="19827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6" name="pt53006"/>
            <p:cNvSpPr/>
            <p:nvPr/>
          </p:nvSpPr>
          <p:spPr>
            <a:xfrm>
              <a:off x="9047741" y="20938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7" name="pt53007"/>
            <p:cNvSpPr/>
            <p:nvPr/>
          </p:nvSpPr>
          <p:spPr>
            <a:xfrm>
              <a:off x="8846813" y="2069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8" name="pt53008"/>
            <p:cNvSpPr/>
            <p:nvPr/>
          </p:nvSpPr>
          <p:spPr>
            <a:xfrm>
              <a:off x="8619838" y="21636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9" name="pt53009"/>
            <p:cNvSpPr/>
            <p:nvPr/>
          </p:nvSpPr>
          <p:spPr>
            <a:xfrm>
              <a:off x="8588529" y="24000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0" name="pt53010"/>
            <p:cNvSpPr/>
            <p:nvPr/>
          </p:nvSpPr>
          <p:spPr>
            <a:xfrm>
              <a:off x="8619838" y="23272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1" name="pt53011"/>
            <p:cNvSpPr/>
            <p:nvPr/>
          </p:nvSpPr>
          <p:spPr>
            <a:xfrm>
              <a:off x="8887406" y="19607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2" name="pt53012"/>
            <p:cNvSpPr/>
            <p:nvPr/>
          </p:nvSpPr>
          <p:spPr>
            <a:xfrm>
              <a:off x="9116180" y="20928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3" name="pt53013"/>
            <p:cNvSpPr/>
            <p:nvPr/>
          </p:nvSpPr>
          <p:spPr>
            <a:xfrm>
              <a:off x="8469500" y="22874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4" name="pt53014"/>
            <p:cNvSpPr/>
            <p:nvPr/>
          </p:nvSpPr>
          <p:spPr>
            <a:xfrm>
              <a:off x="8588529" y="23346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5" name="pt53015"/>
            <p:cNvSpPr/>
            <p:nvPr/>
          </p:nvSpPr>
          <p:spPr>
            <a:xfrm>
              <a:off x="8679650" y="24373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6" name="pt53016"/>
            <p:cNvSpPr/>
            <p:nvPr/>
          </p:nvSpPr>
          <p:spPr>
            <a:xfrm>
              <a:off x="8884367" y="19884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7" name="pt53017"/>
            <p:cNvSpPr/>
            <p:nvPr/>
          </p:nvSpPr>
          <p:spPr>
            <a:xfrm>
              <a:off x="8731558" y="20613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8" name="pt53018"/>
            <p:cNvSpPr/>
            <p:nvPr/>
          </p:nvSpPr>
          <p:spPr>
            <a:xfrm>
              <a:off x="8604896" y="22528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9" name="pt53019"/>
            <p:cNvSpPr/>
            <p:nvPr/>
          </p:nvSpPr>
          <p:spPr>
            <a:xfrm>
              <a:off x="8431181" y="24346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0" name="pt53020"/>
            <p:cNvSpPr/>
            <p:nvPr/>
          </p:nvSpPr>
          <p:spPr>
            <a:xfrm>
              <a:off x="9485353" y="24608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1" name="pt53021"/>
            <p:cNvSpPr/>
            <p:nvPr/>
          </p:nvSpPr>
          <p:spPr>
            <a:xfrm>
              <a:off x="8759093" y="21698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2" name="pt53022"/>
            <p:cNvSpPr/>
            <p:nvPr/>
          </p:nvSpPr>
          <p:spPr>
            <a:xfrm>
              <a:off x="8381780" y="23537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3" name="pt53023"/>
            <p:cNvSpPr/>
            <p:nvPr/>
          </p:nvSpPr>
          <p:spPr>
            <a:xfrm>
              <a:off x="8431181" y="2514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4" name="pt53024"/>
            <p:cNvSpPr/>
            <p:nvPr/>
          </p:nvSpPr>
          <p:spPr>
            <a:xfrm>
              <a:off x="8500809" y="25369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5" name="pt53025"/>
            <p:cNvSpPr/>
            <p:nvPr/>
          </p:nvSpPr>
          <p:spPr>
            <a:xfrm>
              <a:off x="8861436" y="20334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6" name="pt53026"/>
            <p:cNvSpPr/>
            <p:nvPr/>
          </p:nvSpPr>
          <p:spPr>
            <a:xfrm>
              <a:off x="8646309" y="23333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7" name="pt53027"/>
            <p:cNvSpPr/>
            <p:nvPr/>
          </p:nvSpPr>
          <p:spPr>
            <a:xfrm>
              <a:off x="9780422" y="27818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8" name="pt53028"/>
            <p:cNvSpPr/>
            <p:nvPr/>
          </p:nvSpPr>
          <p:spPr>
            <a:xfrm>
              <a:off x="8698750" y="23109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9" name="pt53029"/>
            <p:cNvSpPr/>
            <p:nvPr/>
          </p:nvSpPr>
          <p:spPr>
            <a:xfrm>
              <a:off x="9042937" y="17768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0" name="pt53030"/>
            <p:cNvSpPr/>
            <p:nvPr/>
          </p:nvSpPr>
          <p:spPr>
            <a:xfrm>
              <a:off x="9158273" y="19797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1" name="pt53031"/>
            <p:cNvSpPr/>
            <p:nvPr/>
          </p:nvSpPr>
          <p:spPr>
            <a:xfrm>
              <a:off x="9195593" y="22209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2" name="pt53032"/>
            <p:cNvSpPr/>
            <p:nvPr/>
          </p:nvSpPr>
          <p:spPr>
            <a:xfrm>
              <a:off x="9356998" y="20782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3" name="pt53033"/>
            <p:cNvSpPr/>
            <p:nvPr/>
          </p:nvSpPr>
          <p:spPr>
            <a:xfrm>
              <a:off x="8822239" y="21486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4" name="pt53034"/>
            <p:cNvSpPr/>
            <p:nvPr/>
          </p:nvSpPr>
          <p:spPr>
            <a:xfrm>
              <a:off x="8759093" y="2027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5" name="pt53035"/>
            <p:cNvSpPr/>
            <p:nvPr/>
          </p:nvSpPr>
          <p:spPr>
            <a:xfrm>
              <a:off x="8808494" y="21650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6" name="pt53036"/>
            <p:cNvSpPr/>
            <p:nvPr/>
          </p:nvSpPr>
          <p:spPr>
            <a:xfrm>
              <a:off x="8881273" y="21560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7" name="pt53037"/>
            <p:cNvSpPr/>
            <p:nvPr/>
          </p:nvSpPr>
          <p:spPr>
            <a:xfrm>
              <a:off x="9064645" y="19637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8" name="pt53038"/>
            <p:cNvSpPr/>
            <p:nvPr/>
          </p:nvSpPr>
          <p:spPr>
            <a:xfrm>
              <a:off x="9087709" y="19256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9" name="pt53039"/>
            <p:cNvSpPr/>
            <p:nvPr/>
          </p:nvSpPr>
          <p:spPr>
            <a:xfrm>
              <a:off x="8980466" y="20096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0" name="pt53040"/>
            <p:cNvSpPr/>
            <p:nvPr/>
          </p:nvSpPr>
          <p:spPr>
            <a:xfrm>
              <a:off x="8550210" y="25738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1" name="pt53041"/>
            <p:cNvSpPr/>
            <p:nvPr/>
          </p:nvSpPr>
          <p:spPr>
            <a:xfrm>
              <a:off x="9155766" y="18627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2" name="pt53042"/>
            <p:cNvSpPr/>
            <p:nvPr/>
          </p:nvSpPr>
          <p:spPr>
            <a:xfrm>
              <a:off x="8798679" y="22176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3" name="pt53043"/>
            <p:cNvSpPr/>
            <p:nvPr/>
          </p:nvSpPr>
          <p:spPr>
            <a:xfrm>
              <a:off x="9352841" y="21617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4" name="pt53044"/>
            <p:cNvSpPr/>
            <p:nvPr/>
          </p:nvSpPr>
          <p:spPr>
            <a:xfrm>
              <a:off x="8830827" y="18545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5" name="pt53045"/>
            <p:cNvSpPr/>
            <p:nvPr/>
          </p:nvSpPr>
          <p:spPr>
            <a:xfrm>
              <a:off x="8312152" y="23420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6" name="pt53046"/>
            <p:cNvSpPr/>
            <p:nvPr/>
          </p:nvSpPr>
          <p:spPr>
            <a:xfrm>
              <a:off x="8679650" y="24412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7" name="pt53047"/>
            <p:cNvSpPr/>
            <p:nvPr/>
          </p:nvSpPr>
          <p:spPr>
            <a:xfrm>
              <a:off x="8646309" y="23692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8" name="pt53048"/>
            <p:cNvSpPr/>
            <p:nvPr/>
          </p:nvSpPr>
          <p:spPr>
            <a:xfrm>
              <a:off x="9286390" y="18682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9" name="pt53049"/>
            <p:cNvSpPr/>
            <p:nvPr/>
          </p:nvSpPr>
          <p:spPr>
            <a:xfrm>
              <a:off x="8813199" y="19440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0" name="pt53050"/>
            <p:cNvSpPr/>
            <p:nvPr/>
          </p:nvSpPr>
          <p:spPr>
            <a:xfrm>
              <a:off x="8588529" y="22956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1" name="pt53051"/>
            <p:cNvSpPr/>
            <p:nvPr/>
          </p:nvSpPr>
          <p:spPr>
            <a:xfrm>
              <a:off x="9346306" y="21596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2" name="pt53052"/>
            <p:cNvSpPr/>
            <p:nvPr/>
          </p:nvSpPr>
          <p:spPr>
            <a:xfrm>
              <a:off x="9620546" y="20136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3" name="pt53053"/>
            <p:cNvSpPr/>
            <p:nvPr/>
          </p:nvSpPr>
          <p:spPr>
            <a:xfrm>
              <a:off x="9115383" y="21159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4" name="pt53054"/>
            <p:cNvSpPr/>
            <p:nvPr/>
          </p:nvSpPr>
          <p:spPr>
            <a:xfrm>
              <a:off x="8619838" y="21520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5" name="pt53055"/>
            <p:cNvSpPr/>
            <p:nvPr/>
          </p:nvSpPr>
          <p:spPr>
            <a:xfrm>
              <a:off x="8500809" y="25706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6" name="pt53056"/>
            <p:cNvSpPr/>
            <p:nvPr/>
          </p:nvSpPr>
          <p:spPr>
            <a:xfrm>
              <a:off x="9087709" y="20766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7" name="pt53057"/>
            <p:cNvSpPr/>
            <p:nvPr/>
          </p:nvSpPr>
          <p:spPr>
            <a:xfrm>
              <a:off x="8842954" y="20228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8" name="pt53058"/>
            <p:cNvSpPr/>
            <p:nvPr/>
          </p:nvSpPr>
          <p:spPr>
            <a:xfrm>
              <a:off x="8817779" y="22694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9" name="pt53059"/>
            <p:cNvSpPr/>
            <p:nvPr/>
          </p:nvSpPr>
          <p:spPr>
            <a:xfrm>
              <a:off x="9308507" y="22549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0" name="pt53060"/>
            <p:cNvSpPr/>
            <p:nvPr/>
          </p:nvSpPr>
          <p:spPr>
            <a:xfrm>
              <a:off x="8793552" y="23159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1" name="pt53061"/>
            <p:cNvSpPr/>
            <p:nvPr/>
          </p:nvSpPr>
          <p:spPr>
            <a:xfrm>
              <a:off x="9126964" y="20176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2" name="pt53062"/>
            <p:cNvSpPr/>
            <p:nvPr/>
          </p:nvSpPr>
          <p:spPr>
            <a:xfrm>
              <a:off x="8945616" y="21400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3" name="pt53063"/>
            <p:cNvSpPr/>
            <p:nvPr/>
          </p:nvSpPr>
          <p:spPr>
            <a:xfrm>
              <a:off x="8752612" y="20982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4" name="pt53064"/>
            <p:cNvSpPr/>
            <p:nvPr/>
          </p:nvSpPr>
          <p:spPr>
            <a:xfrm>
              <a:off x="8633583" y="21630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5" name="pt53065"/>
            <p:cNvSpPr/>
            <p:nvPr/>
          </p:nvSpPr>
          <p:spPr>
            <a:xfrm>
              <a:off x="9076063" y="19640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6" name="pt53066"/>
            <p:cNvSpPr/>
            <p:nvPr/>
          </p:nvSpPr>
          <p:spPr>
            <a:xfrm>
              <a:off x="8312152" y="24659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7" name="pt53067"/>
            <p:cNvSpPr/>
            <p:nvPr/>
          </p:nvSpPr>
          <p:spPr>
            <a:xfrm>
              <a:off x="8312152" y="24801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8" name="pt53068"/>
            <p:cNvSpPr/>
            <p:nvPr/>
          </p:nvSpPr>
          <p:spPr>
            <a:xfrm>
              <a:off x="8868306" y="21120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9" name="pt53069"/>
            <p:cNvSpPr/>
            <p:nvPr/>
          </p:nvSpPr>
          <p:spPr>
            <a:xfrm>
              <a:off x="9037995" y="18565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0" name="pt53070"/>
            <p:cNvSpPr/>
            <p:nvPr/>
          </p:nvSpPr>
          <p:spPr>
            <a:xfrm>
              <a:off x="8782816" y="23085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1" name="pt53071"/>
            <p:cNvSpPr/>
            <p:nvPr/>
          </p:nvSpPr>
          <p:spPr>
            <a:xfrm>
              <a:off x="8633583" y="20838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2" name="pt53072"/>
            <p:cNvSpPr/>
            <p:nvPr/>
          </p:nvSpPr>
          <p:spPr>
            <a:xfrm>
              <a:off x="9316366" y="2130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3" name="pt53073"/>
            <p:cNvSpPr/>
            <p:nvPr/>
          </p:nvSpPr>
          <p:spPr>
            <a:xfrm>
              <a:off x="9074042" y="19215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4" name="pt53074"/>
            <p:cNvSpPr/>
            <p:nvPr/>
          </p:nvSpPr>
          <p:spPr>
            <a:xfrm>
              <a:off x="9482363" y="22875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5" name="pt53075"/>
            <p:cNvSpPr/>
            <p:nvPr/>
          </p:nvSpPr>
          <p:spPr>
            <a:xfrm>
              <a:off x="8604896" y="2338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6" name="pt53076"/>
            <p:cNvSpPr/>
            <p:nvPr/>
          </p:nvSpPr>
          <p:spPr>
            <a:xfrm>
              <a:off x="8588529" y="23075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7" name="pt53077"/>
            <p:cNvSpPr/>
            <p:nvPr/>
          </p:nvSpPr>
          <p:spPr>
            <a:xfrm>
              <a:off x="8500809" y="27439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8" name="pt53078"/>
            <p:cNvSpPr/>
            <p:nvPr/>
          </p:nvSpPr>
          <p:spPr>
            <a:xfrm>
              <a:off x="8469500" y="24611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9" name="pt53079"/>
            <p:cNvSpPr/>
            <p:nvPr/>
          </p:nvSpPr>
          <p:spPr>
            <a:xfrm>
              <a:off x="8588529" y="22029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0" name="pt53080"/>
            <p:cNvSpPr/>
            <p:nvPr/>
          </p:nvSpPr>
          <p:spPr>
            <a:xfrm>
              <a:off x="8771364" y="23053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1" name="pt53081"/>
            <p:cNvSpPr/>
            <p:nvPr/>
          </p:nvSpPr>
          <p:spPr>
            <a:xfrm>
              <a:off x="8901845" y="21494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2" name="pt53082"/>
            <p:cNvSpPr/>
            <p:nvPr/>
          </p:nvSpPr>
          <p:spPr>
            <a:xfrm>
              <a:off x="8550210" y="26190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3" name="pt53083"/>
            <p:cNvSpPr/>
            <p:nvPr/>
          </p:nvSpPr>
          <p:spPr>
            <a:xfrm>
              <a:off x="8861436" y="1958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4" name="pt53084"/>
            <p:cNvSpPr/>
            <p:nvPr/>
          </p:nvSpPr>
          <p:spPr>
            <a:xfrm>
              <a:off x="9147356" y="21187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5" name="pt53085"/>
            <p:cNvSpPr/>
            <p:nvPr/>
          </p:nvSpPr>
          <p:spPr>
            <a:xfrm>
              <a:off x="8982209" y="19964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6" name="pt53086"/>
            <p:cNvSpPr/>
            <p:nvPr/>
          </p:nvSpPr>
          <p:spPr>
            <a:xfrm>
              <a:off x="9010896" y="18498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7" name="pt53087"/>
            <p:cNvSpPr/>
            <p:nvPr/>
          </p:nvSpPr>
          <p:spPr>
            <a:xfrm>
              <a:off x="9480563" y="24408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8" name="pt53088"/>
            <p:cNvSpPr/>
            <p:nvPr/>
          </p:nvSpPr>
          <p:spPr>
            <a:xfrm>
              <a:off x="9287859" y="19343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9" name="pt53089"/>
            <p:cNvSpPr/>
            <p:nvPr/>
          </p:nvSpPr>
          <p:spPr>
            <a:xfrm>
              <a:off x="8570436" y="22149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0" name="pt53090"/>
            <p:cNvSpPr/>
            <p:nvPr/>
          </p:nvSpPr>
          <p:spPr>
            <a:xfrm>
              <a:off x="9178775" y="19052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1" name="pt53091"/>
            <p:cNvSpPr/>
            <p:nvPr/>
          </p:nvSpPr>
          <p:spPr>
            <a:xfrm>
              <a:off x="8679650" y="25310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2" name="pt53092"/>
            <p:cNvSpPr/>
            <p:nvPr/>
          </p:nvSpPr>
          <p:spPr>
            <a:xfrm>
              <a:off x="8570436" y="23093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3" name="pt53093"/>
            <p:cNvSpPr/>
            <p:nvPr/>
          </p:nvSpPr>
          <p:spPr>
            <a:xfrm>
              <a:off x="8842954" y="21777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4" name="pt53094"/>
            <p:cNvSpPr/>
            <p:nvPr/>
          </p:nvSpPr>
          <p:spPr>
            <a:xfrm>
              <a:off x="8826587" y="21272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5" name="pt53095"/>
            <p:cNvSpPr/>
            <p:nvPr/>
          </p:nvSpPr>
          <p:spPr>
            <a:xfrm>
              <a:off x="9184210" y="21660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6" name="pt53096"/>
            <p:cNvSpPr/>
            <p:nvPr/>
          </p:nvSpPr>
          <p:spPr>
            <a:xfrm>
              <a:off x="9076063" y="20729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7" name="pt53097"/>
            <p:cNvSpPr/>
            <p:nvPr/>
          </p:nvSpPr>
          <p:spPr>
            <a:xfrm>
              <a:off x="8679650" y="24710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8" name="pt53098"/>
            <p:cNvSpPr/>
            <p:nvPr/>
          </p:nvSpPr>
          <p:spPr>
            <a:xfrm>
              <a:off x="9076063" y="1891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9" name="pt53099"/>
            <p:cNvSpPr/>
            <p:nvPr/>
          </p:nvSpPr>
          <p:spPr>
            <a:xfrm>
              <a:off x="9102103" y="21450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0" name="pt53100"/>
            <p:cNvSpPr/>
            <p:nvPr/>
          </p:nvSpPr>
          <p:spPr>
            <a:xfrm>
              <a:off x="9044150" y="17636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1" name="pt53101"/>
            <p:cNvSpPr/>
            <p:nvPr/>
          </p:nvSpPr>
          <p:spPr>
            <a:xfrm>
              <a:off x="9007935" y="19474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2" name="pt53102"/>
            <p:cNvSpPr/>
            <p:nvPr/>
          </p:nvSpPr>
          <p:spPr>
            <a:xfrm>
              <a:off x="9325298" y="21466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3" name="pt53103"/>
            <p:cNvSpPr/>
            <p:nvPr/>
          </p:nvSpPr>
          <p:spPr>
            <a:xfrm>
              <a:off x="9096846" y="17147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4" name="pt53104"/>
            <p:cNvSpPr/>
            <p:nvPr/>
          </p:nvSpPr>
          <p:spPr>
            <a:xfrm>
              <a:off x="8752612" y="23278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5" name="pt53105"/>
            <p:cNvSpPr/>
            <p:nvPr/>
          </p:nvSpPr>
          <p:spPr>
            <a:xfrm>
              <a:off x="9268690" y="19004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6" name="pt53106"/>
            <p:cNvSpPr/>
            <p:nvPr/>
          </p:nvSpPr>
          <p:spPr>
            <a:xfrm>
              <a:off x="9701667" y="26193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7" name="pt53107"/>
            <p:cNvSpPr/>
            <p:nvPr/>
          </p:nvSpPr>
          <p:spPr>
            <a:xfrm>
              <a:off x="9226651" y="19851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8" name="pt53108"/>
            <p:cNvSpPr/>
            <p:nvPr/>
          </p:nvSpPr>
          <p:spPr>
            <a:xfrm>
              <a:off x="8961983" y="22344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9" name="pt53109"/>
            <p:cNvSpPr/>
            <p:nvPr/>
          </p:nvSpPr>
          <p:spPr>
            <a:xfrm>
              <a:off x="9186336" y="22331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0" name="pt53110"/>
            <p:cNvSpPr/>
            <p:nvPr/>
          </p:nvSpPr>
          <p:spPr>
            <a:xfrm>
              <a:off x="8588529" y="21948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1" name="pt53111"/>
            <p:cNvSpPr/>
            <p:nvPr/>
          </p:nvSpPr>
          <p:spPr>
            <a:xfrm>
              <a:off x="8469500" y="23350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2" name="pt53112"/>
            <p:cNvSpPr/>
            <p:nvPr/>
          </p:nvSpPr>
          <p:spPr>
            <a:xfrm>
              <a:off x="8312152" y="23875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3" name="pt53113"/>
            <p:cNvSpPr/>
            <p:nvPr/>
          </p:nvSpPr>
          <p:spPr>
            <a:xfrm>
              <a:off x="8963923" y="22318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4" name="pt53114"/>
            <p:cNvSpPr/>
            <p:nvPr/>
          </p:nvSpPr>
          <p:spPr>
            <a:xfrm>
              <a:off x="8469500" y="22584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5" name="pt53115"/>
            <p:cNvSpPr/>
            <p:nvPr/>
          </p:nvSpPr>
          <p:spPr>
            <a:xfrm>
              <a:off x="9146692" y="21372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6" name="pt53116"/>
            <p:cNvSpPr/>
            <p:nvPr/>
          </p:nvSpPr>
          <p:spPr>
            <a:xfrm>
              <a:off x="9218524" y="20089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7" name="pt53117"/>
            <p:cNvSpPr/>
            <p:nvPr/>
          </p:nvSpPr>
          <p:spPr>
            <a:xfrm>
              <a:off x="8963923" y="22202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8" name="pt53118"/>
            <p:cNvSpPr/>
            <p:nvPr/>
          </p:nvSpPr>
          <p:spPr>
            <a:xfrm>
              <a:off x="9197089" y="1792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9" name="pt53119"/>
            <p:cNvSpPr/>
            <p:nvPr/>
          </p:nvSpPr>
          <p:spPr>
            <a:xfrm>
              <a:off x="9196592" y="2275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0" name="pt53120"/>
            <p:cNvSpPr/>
            <p:nvPr/>
          </p:nvSpPr>
          <p:spPr>
            <a:xfrm>
              <a:off x="8698750" y="23830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1" name="pt53121"/>
            <p:cNvSpPr/>
            <p:nvPr/>
          </p:nvSpPr>
          <p:spPr>
            <a:xfrm>
              <a:off x="9195593" y="22860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2" name="pt53122"/>
            <p:cNvSpPr/>
            <p:nvPr/>
          </p:nvSpPr>
          <p:spPr>
            <a:xfrm>
              <a:off x="8941268" y="18391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3" name="pt53123"/>
            <p:cNvSpPr/>
            <p:nvPr/>
          </p:nvSpPr>
          <p:spPr>
            <a:xfrm>
              <a:off x="9148018" y="2090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4" name="pt53124"/>
            <p:cNvSpPr/>
            <p:nvPr/>
          </p:nvSpPr>
          <p:spPr>
            <a:xfrm>
              <a:off x="8707558" y="21064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5" name="pt53125"/>
            <p:cNvSpPr/>
            <p:nvPr/>
          </p:nvSpPr>
          <p:spPr>
            <a:xfrm>
              <a:off x="8604896" y="21699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6" name="pt53126"/>
            <p:cNvSpPr/>
            <p:nvPr/>
          </p:nvSpPr>
          <p:spPr>
            <a:xfrm>
              <a:off x="8570436" y="25044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7" name="pt53127"/>
            <p:cNvSpPr/>
            <p:nvPr/>
          </p:nvSpPr>
          <p:spPr>
            <a:xfrm>
              <a:off x="8738867" y="2329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8" name="pt53128"/>
            <p:cNvSpPr/>
            <p:nvPr/>
          </p:nvSpPr>
          <p:spPr>
            <a:xfrm>
              <a:off x="9178775" y="19083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9" name="pt53129"/>
            <p:cNvSpPr/>
            <p:nvPr/>
          </p:nvSpPr>
          <p:spPr>
            <a:xfrm>
              <a:off x="8679650" y="23785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0" name="pt53130"/>
            <p:cNvSpPr/>
            <p:nvPr/>
          </p:nvSpPr>
          <p:spPr>
            <a:xfrm>
              <a:off x="8646309" y="24441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1" name="pt53131"/>
            <p:cNvSpPr/>
            <p:nvPr/>
          </p:nvSpPr>
          <p:spPr>
            <a:xfrm>
              <a:off x="8941268" y="19278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2" name="pt53132"/>
            <p:cNvSpPr/>
            <p:nvPr/>
          </p:nvSpPr>
          <p:spPr>
            <a:xfrm>
              <a:off x="9088645" y="19430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3" name="pt53133"/>
            <p:cNvSpPr/>
            <p:nvPr/>
          </p:nvSpPr>
          <p:spPr>
            <a:xfrm>
              <a:off x="8312152" y="2496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4" name="pt53134"/>
            <p:cNvSpPr/>
            <p:nvPr/>
          </p:nvSpPr>
          <p:spPr>
            <a:xfrm>
              <a:off x="8920215" y="21122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5" name="pt53135"/>
            <p:cNvSpPr/>
            <p:nvPr/>
          </p:nvSpPr>
          <p:spPr>
            <a:xfrm>
              <a:off x="9275425" y="19896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6" name="pt53136"/>
            <p:cNvSpPr/>
            <p:nvPr/>
          </p:nvSpPr>
          <p:spPr>
            <a:xfrm>
              <a:off x="9141283" y="22564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7" name="pt53137"/>
            <p:cNvSpPr/>
            <p:nvPr/>
          </p:nvSpPr>
          <p:spPr>
            <a:xfrm>
              <a:off x="8469500" y="22358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8" name="pt53138"/>
            <p:cNvSpPr/>
            <p:nvPr/>
          </p:nvSpPr>
          <p:spPr>
            <a:xfrm>
              <a:off x="9485353" y="22974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9" name="pt53139"/>
            <p:cNvSpPr/>
            <p:nvPr/>
          </p:nvSpPr>
          <p:spPr>
            <a:xfrm>
              <a:off x="8550210" y="22613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0" name="pt53140"/>
            <p:cNvSpPr/>
            <p:nvPr/>
          </p:nvSpPr>
          <p:spPr>
            <a:xfrm>
              <a:off x="9231999" y="19927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1" name="pt53141"/>
            <p:cNvSpPr/>
            <p:nvPr/>
          </p:nvSpPr>
          <p:spPr>
            <a:xfrm>
              <a:off x="8679650" y="24688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2" name="pt53142"/>
            <p:cNvSpPr/>
            <p:nvPr/>
          </p:nvSpPr>
          <p:spPr>
            <a:xfrm>
              <a:off x="9247109" y="20502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3" name="pt53143"/>
            <p:cNvSpPr/>
            <p:nvPr/>
          </p:nvSpPr>
          <p:spPr>
            <a:xfrm>
              <a:off x="9546889" y="20797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4" name="pt53144"/>
            <p:cNvSpPr/>
            <p:nvPr/>
          </p:nvSpPr>
          <p:spPr>
            <a:xfrm>
              <a:off x="8830827" y="21116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5" name="pt53145"/>
            <p:cNvSpPr/>
            <p:nvPr/>
          </p:nvSpPr>
          <p:spPr>
            <a:xfrm>
              <a:off x="9031610" y="18327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6" name="pt53146"/>
            <p:cNvSpPr/>
            <p:nvPr/>
          </p:nvSpPr>
          <p:spPr>
            <a:xfrm>
              <a:off x="8312152" y="22297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7" name="pt53147"/>
            <p:cNvSpPr/>
            <p:nvPr/>
          </p:nvSpPr>
          <p:spPr>
            <a:xfrm>
              <a:off x="8738867" y="22995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8" name="pt53148"/>
            <p:cNvSpPr/>
            <p:nvPr/>
          </p:nvSpPr>
          <p:spPr>
            <a:xfrm>
              <a:off x="9206269" y="16897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9" name="pt53149"/>
            <p:cNvSpPr/>
            <p:nvPr/>
          </p:nvSpPr>
          <p:spPr>
            <a:xfrm>
              <a:off x="8817779" y="21717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0" name="pt53150"/>
            <p:cNvSpPr/>
            <p:nvPr/>
          </p:nvSpPr>
          <p:spPr>
            <a:xfrm>
              <a:off x="8312152" y="2394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1" name="pt53151"/>
            <p:cNvSpPr/>
            <p:nvPr/>
          </p:nvSpPr>
          <p:spPr>
            <a:xfrm>
              <a:off x="8431181" y="26049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2" name="pt53152"/>
            <p:cNvSpPr/>
            <p:nvPr/>
          </p:nvSpPr>
          <p:spPr>
            <a:xfrm>
              <a:off x="8312152" y="22766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3" name="pt53153"/>
            <p:cNvSpPr/>
            <p:nvPr/>
          </p:nvSpPr>
          <p:spPr>
            <a:xfrm>
              <a:off x="9525110" y="19621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4" name="pt53154"/>
            <p:cNvSpPr/>
            <p:nvPr/>
          </p:nvSpPr>
          <p:spPr>
            <a:xfrm>
              <a:off x="8868306" y="21463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5" name="pt53155"/>
            <p:cNvSpPr/>
            <p:nvPr/>
          </p:nvSpPr>
          <p:spPr>
            <a:xfrm>
              <a:off x="8949856" y="19796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6" name="pt53156"/>
            <p:cNvSpPr/>
            <p:nvPr/>
          </p:nvSpPr>
          <p:spPr>
            <a:xfrm>
              <a:off x="9007935" y="19044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7" name="pt53157"/>
            <p:cNvSpPr/>
            <p:nvPr/>
          </p:nvSpPr>
          <p:spPr>
            <a:xfrm>
              <a:off x="9732410" y="24621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8" name="pt53158"/>
            <p:cNvSpPr/>
            <p:nvPr/>
          </p:nvSpPr>
          <p:spPr>
            <a:xfrm>
              <a:off x="8929892" y="18310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9" name="pt53159"/>
            <p:cNvSpPr/>
            <p:nvPr/>
          </p:nvSpPr>
          <p:spPr>
            <a:xfrm>
              <a:off x="9222422" y="19625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0" name="pt53160"/>
            <p:cNvSpPr/>
            <p:nvPr/>
          </p:nvSpPr>
          <p:spPr>
            <a:xfrm>
              <a:off x="8469500" y="24053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1" name="pt53161"/>
            <p:cNvSpPr/>
            <p:nvPr/>
          </p:nvSpPr>
          <p:spPr>
            <a:xfrm>
              <a:off x="8500809" y="23493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2" name="pt53162"/>
            <p:cNvSpPr/>
            <p:nvPr/>
          </p:nvSpPr>
          <p:spPr>
            <a:xfrm>
              <a:off x="9030305" y="1830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3" name="pt53163"/>
            <p:cNvSpPr/>
            <p:nvPr/>
          </p:nvSpPr>
          <p:spPr>
            <a:xfrm>
              <a:off x="8868306" y="22345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4" name="pt53164"/>
            <p:cNvSpPr/>
            <p:nvPr/>
          </p:nvSpPr>
          <p:spPr>
            <a:xfrm>
              <a:off x="9035469" y="17967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5" name="pt53165"/>
            <p:cNvSpPr/>
            <p:nvPr/>
          </p:nvSpPr>
          <p:spPr>
            <a:xfrm>
              <a:off x="8715936" y="21573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6" name="pt53166"/>
            <p:cNvSpPr/>
            <p:nvPr/>
          </p:nvSpPr>
          <p:spPr>
            <a:xfrm>
              <a:off x="9037995" y="18485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7" name="pt53167"/>
            <p:cNvSpPr/>
            <p:nvPr/>
          </p:nvSpPr>
          <p:spPr>
            <a:xfrm>
              <a:off x="9199552" y="17675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8" name="pt53168"/>
            <p:cNvSpPr/>
            <p:nvPr/>
          </p:nvSpPr>
          <p:spPr>
            <a:xfrm>
              <a:off x="8431181" y="23865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9" name="pt53169"/>
            <p:cNvSpPr/>
            <p:nvPr/>
          </p:nvSpPr>
          <p:spPr>
            <a:xfrm>
              <a:off x="9197584" y="17665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0" name="pt53170"/>
            <p:cNvSpPr/>
            <p:nvPr/>
          </p:nvSpPr>
          <p:spPr>
            <a:xfrm>
              <a:off x="9010896" y="17195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1" name="pt53171"/>
            <p:cNvSpPr/>
            <p:nvPr/>
          </p:nvSpPr>
          <p:spPr>
            <a:xfrm>
              <a:off x="8980466" y="20288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2" name="pt53172"/>
            <p:cNvSpPr/>
            <p:nvPr/>
          </p:nvSpPr>
          <p:spPr>
            <a:xfrm>
              <a:off x="9546889" y="22677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3" name="pt53173"/>
            <p:cNvSpPr/>
            <p:nvPr/>
          </p:nvSpPr>
          <p:spPr>
            <a:xfrm>
              <a:off x="8431181" y="21604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4" name="pt53174"/>
            <p:cNvSpPr/>
            <p:nvPr/>
          </p:nvSpPr>
          <p:spPr>
            <a:xfrm>
              <a:off x="8646309" y="2433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5" name="pt53175"/>
            <p:cNvSpPr/>
            <p:nvPr/>
          </p:nvSpPr>
          <p:spPr>
            <a:xfrm>
              <a:off x="8619838" y="2246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6" name="pt53176"/>
            <p:cNvSpPr/>
            <p:nvPr/>
          </p:nvSpPr>
          <p:spPr>
            <a:xfrm>
              <a:off x="8570436" y="24816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7" name="pt53177"/>
            <p:cNvSpPr/>
            <p:nvPr/>
          </p:nvSpPr>
          <p:spPr>
            <a:xfrm>
              <a:off x="8813199" y="22018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8" name="pt53178"/>
            <p:cNvSpPr/>
            <p:nvPr/>
          </p:nvSpPr>
          <p:spPr>
            <a:xfrm>
              <a:off x="8752612" y="21260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9" name="pt53179"/>
            <p:cNvSpPr/>
            <p:nvPr/>
          </p:nvSpPr>
          <p:spPr>
            <a:xfrm>
              <a:off x="9098616" y="2098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0" name="pt53180"/>
            <p:cNvSpPr/>
            <p:nvPr/>
          </p:nvSpPr>
          <p:spPr>
            <a:xfrm>
              <a:off x="8752612" y="22881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1" name="pt53181"/>
            <p:cNvSpPr/>
            <p:nvPr/>
          </p:nvSpPr>
          <p:spPr>
            <a:xfrm>
              <a:off x="8707558" y="21958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2" name="pt53182"/>
            <p:cNvSpPr/>
            <p:nvPr/>
          </p:nvSpPr>
          <p:spPr>
            <a:xfrm>
              <a:off x="9486369" y="24037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3" name="pt53183"/>
            <p:cNvSpPr/>
            <p:nvPr/>
          </p:nvSpPr>
          <p:spPr>
            <a:xfrm>
              <a:off x="8312152" y="2349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4" name="pt53184"/>
            <p:cNvSpPr/>
            <p:nvPr/>
          </p:nvSpPr>
          <p:spPr>
            <a:xfrm>
              <a:off x="8782816" y="22046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5" name="pt53185"/>
            <p:cNvSpPr/>
            <p:nvPr/>
          </p:nvSpPr>
          <p:spPr>
            <a:xfrm>
              <a:off x="8500809" y="24781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6" name="pt53186"/>
            <p:cNvSpPr/>
            <p:nvPr/>
          </p:nvSpPr>
          <p:spPr>
            <a:xfrm>
              <a:off x="8381780" y="22533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7" name="pt53187"/>
            <p:cNvSpPr/>
            <p:nvPr/>
          </p:nvSpPr>
          <p:spPr>
            <a:xfrm>
              <a:off x="9118548" y="20840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8" name="pt53188"/>
            <p:cNvSpPr/>
            <p:nvPr/>
          </p:nvSpPr>
          <p:spPr>
            <a:xfrm>
              <a:off x="9538601" y="22664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9" name="pt53189"/>
            <p:cNvSpPr/>
            <p:nvPr/>
          </p:nvSpPr>
          <p:spPr>
            <a:xfrm>
              <a:off x="9044150" y="17771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0" name="pt53190"/>
            <p:cNvSpPr/>
            <p:nvPr/>
          </p:nvSpPr>
          <p:spPr>
            <a:xfrm>
              <a:off x="8570436" y="24772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1" name="pt53191"/>
            <p:cNvSpPr/>
            <p:nvPr/>
          </p:nvSpPr>
          <p:spPr>
            <a:xfrm>
              <a:off x="8604896" y="24254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2" name="pt53192"/>
            <p:cNvSpPr/>
            <p:nvPr/>
          </p:nvSpPr>
          <p:spPr>
            <a:xfrm>
              <a:off x="8793552" y="20739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3" name="pt53193"/>
            <p:cNvSpPr/>
            <p:nvPr/>
          </p:nvSpPr>
          <p:spPr>
            <a:xfrm>
              <a:off x="8707558" y="23499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4" name="pt53194"/>
            <p:cNvSpPr/>
            <p:nvPr/>
          </p:nvSpPr>
          <p:spPr>
            <a:xfrm>
              <a:off x="8846813" y="20204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5" name="pt53195"/>
            <p:cNvSpPr/>
            <p:nvPr/>
          </p:nvSpPr>
          <p:spPr>
            <a:xfrm>
              <a:off x="9195593" y="21845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6" name="pt53196"/>
            <p:cNvSpPr/>
            <p:nvPr/>
          </p:nvSpPr>
          <p:spPr>
            <a:xfrm>
              <a:off x="9457237" y="21758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7" name="pt53197"/>
            <p:cNvSpPr/>
            <p:nvPr/>
          </p:nvSpPr>
          <p:spPr>
            <a:xfrm>
              <a:off x="9382741" y="21176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8" name="pt53198"/>
            <p:cNvSpPr/>
            <p:nvPr/>
          </p:nvSpPr>
          <p:spPr>
            <a:xfrm>
              <a:off x="9453041" y="22478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9" name="pt53199"/>
            <p:cNvSpPr/>
            <p:nvPr/>
          </p:nvSpPr>
          <p:spPr>
            <a:xfrm>
              <a:off x="9027663" y="17040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0" name="pt53200"/>
            <p:cNvSpPr/>
            <p:nvPr/>
          </p:nvSpPr>
          <p:spPr>
            <a:xfrm>
              <a:off x="8500809" y="24406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1" name="pt53201"/>
            <p:cNvSpPr/>
            <p:nvPr/>
          </p:nvSpPr>
          <p:spPr>
            <a:xfrm>
              <a:off x="9104672" y="20289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2" name="pt53202"/>
            <p:cNvSpPr/>
            <p:nvPr/>
          </p:nvSpPr>
          <p:spPr>
            <a:xfrm>
              <a:off x="8588529" y="22731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3" name="pt53203"/>
            <p:cNvSpPr/>
            <p:nvPr/>
          </p:nvSpPr>
          <p:spPr>
            <a:xfrm>
              <a:off x="8312152" y="24778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4" name="pt53204"/>
            <p:cNvSpPr/>
            <p:nvPr/>
          </p:nvSpPr>
          <p:spPr>
            <a:xfrm>
              <a:off x="8707558" y="21974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5" name="pt53205"/>
            <p:cNvSpPr/>
            <p:nvPr/>
          </p:nvSpPr>
          <p:spPr>
            <a:xfrm>
              <a:off x="9003396" y="20242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6" name="pt53206"/>
            <p:cNvSpPr/>
            <p:nvPr/>
          </p:nvSpPr>
          <p:spPr>
            <a:xfrm>
              <a:off x="8669239" y="24411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7" name="pt53207"/>
            <p:cNvSpPr/>
            <p:nvPr/>
          </p:nvSpPr>
          <p:spPr>
            <a:xfrm>
              <a:off x="8854280" y="19791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8" name="pt53208"/>
            <p:cNvSpPr/>
            <p:nvPr/>
          </p:nvSpPr>
          <p:spPr>
            <a:xfrm>
              <a:off x="9123951" y="19931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9" name="pt53209"/>
            <p:cNvSpPr/>
            <p:nvPr/>
          </p:nvSpPr>
          <p:spPr>
            <a:xfrm>
              <a:off x="8500809" y="27236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0" name="pt53210"/>
            <p:cNvSpPr/>
            <p:nvPr/>
          </p:nvSpPr>
          <p:spPr>
            <a:xfrm>
              <a:off x="8945616" y="20835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1" name="pt53211"/>
            <p:cNvSpPr/>
            <p:nvPr/>
          </p:nvSpPr>
          <p:spPr>
            <a:xfrm>
              <a:off x="8929892" y="17499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2" name="pt53212"/>
            <p:cNvSpPr/>
            <p:nvPr/>
          </p:nvSpPr>
          <p:spPr>
            <a:xfrm>
              <a:off x="8588529" y="21178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3" name="pt53213"/>
            <p:cNvSpPr/>
            <p:nvPr/>
          </p:nvSpPr>
          <p:spPr>
            <a:xfrm>
              <a:off x="9142651" y="20872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4" name="pt53214"/>
            <p:cNvSpPr/>
            <p:nvPr/>
          </p:nvSpPr>
          <p:spPr>
            <a:xfrm>
              <a:off x="8500809" y="25354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5" name="pt53215"/>
            <p:cNvSpPr/>
            <p:nvPr/>
          </p:nvSpPr>
          <p:spPr>
            <a:xfrm>
              <a:off x="8861436" y="21921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6" name="pt53216"/>
            <p:cNvSpPr/>
            <p:nvPr/>
          </p:nvSpPr>
          <p:spPr>
            <a:xfrm>
              <a:off x="8500809" y="26261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7" name="pt53217"/>
            <p:cNvSpPr/>
            <p:nvPr/>
          </p:nvSpPr>
          <p:spPr>
            <a:xfrm>
              <a:off x="9196592" y="23096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8" name="pt53218"/>
            <p:cNvSpPr/>
            <p:nvPr/>
          </p:nvSpPr>
          <p:spPr>
            <a:xfrm>
              <a:off x="8669239" y="23512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9" name="pt53219"/>
            <p:cNvSpPr/>
            <p:nvPr/>
          </p:nvSpPr>
          <p:spPr>
            <a:xfrm>
              <a:off x="8633583" y="21828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0" name="pt53220"/>
            <p:cNvSpPr/>
            <p:nvPr/>
          </p:nvSpPr>
          <p:spPr>
            <a:xfrm>
              <a:off x="8707558" y="22109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1" name="pt53221"/>
            <p:cNvSpPr/>
            <p:nvPr/>
          </p:nvSpPr>
          <p:spPr>
            <a:xfrm>
              <a:off x="9123951" y="21336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2" name="pt53222"/>
            <p:cNvSpPr/>
            <p:nvPr/>
          </p:nvSpPr>
          <p:spPr>
            <a:xfrm>
              <a:off x="8588529" y="23508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3" name="pt53223"/>
            <p:cNvSpPr/>
            <p:nvPr/>
          </p:nvSpPr>
          <p:spPr>
            <a:xfrm>
              <a:off x="9324827" y="21586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4" name="pt53224"/>
            <p:cNvSpPr/>
            <p:nvPr/>
          </p:nvSpPr>
          <p:spPr>
            <a:xfrm>
              <a:off x="8381780" y="23073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5" name="pt53225"/>
            <p:cNvSpPr/>
            <p:nvPr/>
          </p:nvSpPr>
          <p:spPr>
            <a:xfrm>
              <a:off x="8431181" y="24046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6" name="pt53226"/>
            <p:cNvSpPr/>
            <p:nvPr/>
          </p:nvSpPr>
          <p:spPr>
            <a:xfrm>
              <a:off x="9010896" y="17799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7" name="pt53227"/>
            <p:cNvSpPr/>
            <p:nvPr/>
          </p:nvSpPr>
          <p:spPr>
            <a:xfrm>
              <a:off x="8431181" y="2350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8" name="pt53228"/>
            <p:cNvSpPr/>
            <p:nvPr/>
          </p:nvSpPr>
          <p:spPr>
            <a:xfrm>
              <a:off x="8798679" y="21177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9" name="pt53229"/>
            <p:cNvSpPr/>
            <p:nvPr/>
          </p:nvSpPr>
          <p:spPr>
            <a:xfrm>
              <a:off x="8868306" y="21876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0" name="pt53230"/>
            <p:cNvSpPr/>
            <p:nvPr/>
          </p:nvSpPr>
          <p:spPr>
            <a:xfrm>
              <a:off x="8469500" y="2326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1" name="pt53231"/>
            <p:cNvSpPr/>
            <p:nvPr/>
          </p:nvSpPr>
          <p:spPr>
            <a:xfrm>
              <a:off x="9195593" y="21868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2" name="pt53232"/>
            <p:cNvSpPr/>
            <p:nvPr/>
          </p:nvSpPr>
          <p:spPr>
            <a:xfrm>
              <a:off x="9350622" y="21347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3" name="pt53233"/>
            <p:cNvSpPr/>
            <p:nvPr/>
          </p:nvSpPr>
          <p:spPr>
            <a:xfrm>
              <a:off x="8619838" y="21454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4" name="pt53234"/>
            <p:cNvSpPr/>
            <p:nvPr/>
          </p:nvSpPr>
          <p:spPr>
            <a:xfrm>
              <a:off x="9222422" y="2100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5" name="pt53235"/>
            <p:cNvSpPr/>
            <p:nvPr/>
          </p:nvSpPr>
          <p:spPr>
            <a:xfrm>
              <a:off x="9056963" y="20286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6" name="pt53236"/>
            <p:cNvSpPr/>
            <p:nvPr/>
          </p:nvSpPr>
          <p:spPr>
            <a:xfrm>
              <a:off x="8963923" y="23090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7" name="pt53237"/>
            <p:cNvSpPr/>
            <p:nvPr/>
          </p:nvSpPr>
          <p:spPr>
            <a:xfrm>
              <a:off x="8884367" y="19853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8" name="pt53238"/>
            <p:cNvSpPr/>
            <p:nvPr/>
          </p:nvSpPr>
          <p:spPr>
            <a:xfrm>
              <a:off x="8669239" y="23381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9" name="pt53239"/>
            <p:cNvSpPr/>
            <p:nvPr/>
          </p:nvSpPr>
          <p:spPr>
            <a:xfrm>
              <a:off x="9032906" y="18441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0" name="pt53240"/>
            <p:cNvSpPr/>
            <p:nvPr/>
          </p:nvSpPr>
          <p:spPr>
            <a:xfrm>
              <a:off x="8646309" y="25055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1" name="pt53241"/>
            <p:cNvSpPr/>
            <p:nvPr/>
          </p:nvSpPr>
          <p:spPr>
            <a:xfrm>
              <a:off x="8777185" y="21788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2" name="pt53242"/>
            <p:cNvSpPr/>
            <p:nvPr/>
          </p:nvSpPr>
          <p:spPr>
            <a:xfrm>
              <a:off x="8381780" y="23176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3" name="pt53243"/>
            <p:cNvSpPr/>
            <p:nvPr/>
          </p:nvSpPr>
          <p:spPr>
            <a:xfrm>
              <a:off x="8500809" y="25194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4" name="pt53244"/>
            <p:cNvSpPr/>
            <p:nvPr/>
          </p:nvSpPr>
          <p:spPr>
            <a:xfrm>
              <a:off x="8920215" y="19990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5" name="pt53245"/>
            <p:cNvSpPr/>
            <p:nvPr/>
          </p:nvSpPr>
          <p:spPr>
            <a:xfrm>
              <a:off x="8381780" y="23890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6" name="pt53246"/>
            <p:cNvSpPr/>
            <p:nvPr/>
          </p:nvSpPr>
          <p:spPr>
            <a:xfrm>
              <a:off x="9068885" y="2094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7" name="pt53247"/>
            <p:cNvSpPr/>
            <p:nvPr/>
          </p:nvSpPr>
          <p:spPr>
            <a:xfrm>
              <a:off x="8777185" y="23905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8" name="pt53248"/>
            <p:cNvSpPr/>
            <p:nvPr/>
          </p:nvSpPr>
          <p:spPr>
            <a:xfrm>
              <a:off x="8842954" y="20062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9" name="pt53249"/>
            <p:cNvSpPr/>
            <p:nvPr/>
          </p:nvSpPr>
          <p:spPr>
            <a:xfrm>
              <a:off x="8890393" y="1973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0" name="pt53250"/>
            <p:cNvSpPr/>
            <p:nvPr/>
          </p:nvSpPr>
          <p:spPr>
            <a:xfrm>
              <a:off x="9148018" y="21260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1" name="pt53251"/>
            <p:cNvSpPr/>
            <p:nvPr/>
          </p:nvSpPr>
          <p:spPr>
            <a:xfrm>
              <a:off x="8798679" y="21037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2" name="pt53252"/>
            <p:cNvSpPr/>
            <p:nvPr/>
          </p:nvSpPr>
          <p:spPr>
            <a:xfrm>
              <a:off x="9076063" y="18582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3" name="pt53253"/>
            <p:cNvSpPr/>
            <p:nvPr/>
          </p:nvSpPr>
          <p:spPr>
            <a:xfrm>
              <a:off x="8961983" y="22457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4" name="pt53254"/>
            <p:cNvSpPr/>
            <p:nvPr/>
          </p:nvSpPr>
          <p:spPr>
            <a:xfrm>
              <a:off x="8312152" y="2468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5" name="pt53255"/>
            <p:cNvSpPr/>
            <p:nvPr/>
          </p:nvSpPr>
          <p:spPr>
            <a:xfrm>
              <a:off x="8431181" y="2263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6" name="pt53256"/>
            <p:cNvSpPr/>
            <p:nvPr/>
          </p:nvSpPr>
          <p:spPr>
            <a:xfrm>
              <a:off x="8312152" y="22886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7" name="pt53257"/>
            <p:cNvSpPr/>
            <p:nvPr/>
          </p:nvSpPr>
          <p:spPr>
            <a:xfrm>
              <a:off x="9104672" y="2037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8" name="pt53258"/>
            <p:cNvSpPr/>
            <p:nvPr/>
          </p:nvSpPr>
          <p:spPr>
            <a:xfrm>
              <a:off x="8469500" y="24103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9" name="pt53259"/>
            <p:cNvSpPr/>
            <p:nvPr/>
          </p:nvSpPr>
          <p:spPr>
            <a:xfrm>
              <a:off x="9667785" y="21995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0" name="pt53260"/>
            <p:cNvSpPr/>
            <p:nvPr/>
          </p:nvSpPr>
          <p:spPr>
            <a:xfrm>
              <a:off x="9400632" y="21344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1" name="pt53261"/>
            <p:cNvSpPr/>
            <p:nvPr/>
          </p:nvSpPr>
          <p:spPr>
            <a:xfrm>
              <a:off x="9003396" y="20244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2" name="pt53262"/>
            <p:cNvSpPr/>
            <p:nvPr/>
          </p:nvSpPr>
          <p:spPr>
            <a:xfrm>
              <a:off x="8707558" y="20054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3" name="pt53263"/>
            <p:cNvSpPr/>
            <p:nvPr/>
          </p:nvSpPr>
          <p:spPr>
            <a:xfrm>
              <a:off x="8381780" y="2485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4" name="pt53264"/>
            <p:cNvSpPr/>
            <p:nvPr/>
          </p:nvSpPr>
          <p:spPr>
            <a:xfrm>
              <a:off x="8633583" y="20902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5" name="pt53265"/>
            <p:cNvSpPr/>
            <p:nvPr/>
          </p:nvSpPr>
          <p:spPr>
            <a:xfrm>
              <a:off x="9461227" y="23997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6" name="pt53266"/>
            <p:cNvSpPr/>
            <p:nvPr/>
          </p:nvSpPr>
          <p:spPr>
            <a:xfrm>
              <a:off x="8381780" y="24263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7" name="pt53267"/>
            <p:cNvSpPr/>
            <p:nvPr/>
          </p:nvSpPr>
          <p:spPr>
            <a:xfrm>
              <a:off x="8312152" y="24219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8" name="pt53268"/>
            <p:cNvSpPr/>
            <p:nvPr/>
          </p:nvSpPr>
          <p:spPr>
            <a:xfrm>
              <a:off x="8469500" y="2520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9" name="pt53269"/>
            <p:cNvSpPr/>
            <p:nvPr/>
          </p:nvSpPr>
          <p:spPr>
            <a:xfrm>
              <a:off x="8381780" y="23080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0" name="pt53270"/>
            <p:cNvSpPr/>
            <p:nvPr/>
          </p:nvSpPr>
          <p:spPr>
            <a:xfrm>
              <a:off x="9068885" y="19650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1" name="pt53271"/>
            <p:cNvSpPr/>
            <p:nvPr/>
          </p:nvSpPr>
          <p:spPr>
            <a:xfrm>
              <a:off x="8723925" y="22600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2" name="pt53272"/>
            <p:cNvSpPr/>
            <p:nvPr/>
          </p:nvSpPr>
          <p:spPr>
            <a:xfrm>
              <a:off x="8619838" y="23078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3" name="pt53273"/>
            <p:cNvSpPr/>
            <p:nvPr/>
          </p:nvSpPr>
          <p:spPr>
            <a:xfrm>
              <a:off x="9123951" y="20648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4" name="pt53274"/>
            <p:cNvSpPr/>
            <p:nvPr/>
          </p:nvSpPr>
          <p:spPr>
            <a:xfrm>
              <a:off x="9116180" y="20624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5" name="pt53275"/>
            <p:cNvSpPr/>
            <p:nvPr/>
          </p:nvSpPr>
          <p:spPr>
            <a:xfrm>
              <a:off x="8989011" y="19608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6" name="pt53276"/>
            <p:cNvSpPr/>
            <p:nvPr/>
          </p:nvSpPr>
          <p:spPr>
            <a:xfrm>
              <a:off x="8570436" y="25125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7" name="pt53277"/>
            <p:cNvSpPr/>
            <p:nvPr/>
          </p:nvSpPr>
          <p:spPr>
            <a:xfrm>
              <a:off x="9474060" y="23174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8" name="pt53278"/>
            <p:cNvSpPr/>
            <p:nvPr/>
          </p:nvSpPr>
          <p:spPr>
            <a:xfrm>
              <a:off x="9480563" y="24635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9" name="pt53279"/>
            <p:cNvSpPr/>
            <p:nvPr/>
          </p:nvSpPr>
          <p:spPr>
            <a:xfrm>
              <a:off x="8752612" y="21757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0" name="pt53280"/>
            <p:cNvSpPr/>
            <p:nvPr/>
          </p:nvSpPr>
          <p:spPr>
            <a:xfrm>
              <a:off x="9359136" y="20447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1" name="pt53281"/>
            <p:cNvSpPr/>
            <p:nvPr/>
          </p:nvSpPr>
          <p:spPr>
            <a:xfrm>
              <a:off x="8679650" y="24412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2" name="pt53282"/>
            <p:cNvSpPr/>
            <p:nvPr/>
          </p:nvSpPr>
          <p:spPr>
            <a:xfrm>
              <a:off x="8834965" y="21685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3" name="pt53283"/>
            <p:cNvSpPr/>
            <p:nvPr/>
          </p:nvSpPr>
          <p:spPr>
            <a:xfrm>
              <a:off x="8707558" y="23693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4" name="pt53284"/>
            <p:cNvSpPr/>
            <p:nvPr/>
          </p:nvSpPr>
          <p:spPr>
            <a:xfrm>
              <a:off x="9111342" y="21083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5" name="pt53285"/>
            <p:cNvSpPr/>
            <p:nvPr/>
          </p:nvSpPr>
          <p:spPr>
            <a:xfrm>
              <a:off x="8469500" y="21454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6" name="pt53286"/>
            <p:cNvSpPr/>
            <p:nvPr/>
          </p:nvSpPr>
          <p:spPr>
            <a:xfrm>
              <a:off x="9199552" y="1797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7" name="pt53287"/>
            <p:cNvSpPr/>
            <p:nvPr/>
          </p:nvSpPr>
          <p:spPr>
            <a:xfrm>
              <a:off x="9509103" y="21593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8" name="pt53288"/>
            <p:cNvSpPr/>
            <p:nvPr/>
          </p:nvSpPr>
          <p:spPr>
            <a:xfrm>
              <a:off x="9308507" y="22309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9" name="pt53289"/>
            <p:cNvSpPr/>
            <p:nvPr/>
          </p:nvSpPr>
          <p:spPr>
            <a:xfrm>
              <a:off x="8782816" y="22288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0" name="pt53290"/>
            <p:cNvSpPr/>
            <p:nvPr/>
          </p:nvSpPr>
          <p:spPr>
            <a:xfrm>
              <a:off x="8619838" y="22381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1" name="pt53291"/>
            <p:cNvSpPr/>
            <p:nvPr/>
          </p:nvSpPr>
          <p:spPr>
            <a:xfrm>
              <a:off x="8431181" y="24509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2" name="pt53292"/>
            <p:cNvSpPr/>
            <p:nvPr/>
          </p:nvSpPr>
          <p:spPr>
            <a:xfrm>
              <a:off x="8604896" y="22302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3" name="pt53293"/>
            <p:cNvSpPr/>
            <p:nvPr/>
          </p:nvSpPr>
          <p:spPr>
            <a:xfrm>
              <a:off x="9068885" y="1858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4" name="pt53294"/>
            <p:cNvSpPr/>
            <p:nvPr/>
          </p:nvSpPr>
          <p:spPr>
            <a:xfrm>
              <a:off x="9169122" y="21329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5" name="pt53295"/>
            <p:cNvSpPr/>
            <p:nvPr/>
          </p:nvSpPr>
          <p:spPr>
            <a:xfrm>
              <a:off x="9652003" y="23491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6" name="pt53296"/>
            <p:cNvSpPr/>
            <p:nvPr/>
          </p:nvSpPr>
          <p:spPr>
            <a:xfrm>
              <a:off x="8381780" y="23612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7" name="pt53297"/>
            <p:cNvSpPr/>
            <p:nvPr/>
          </p:nvSpPr>
          <p:spPr>
            <a:xfrm>
              <a:off x="8570436" y="24423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8" name="pt53298"/>
            <p:cNvSpPr/>
            <p:nvPr/>
          </p:nvSpPr>
          <p:spPr>
            <a:xfrm>
              <a:off x="8752612" y="21584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9" name="pt53299"/>
            <p:cNvSpPr/>
            <p:nvPr/>
          </p:nvSpPr>
          <p:spPr>
            <a:xfrm>
              <a:off x="8817779" y="20822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0" name="pt53300"/>
            <p:cNvSpPr/>
            <p:nvPr/>
          </p:nvSpPr>
          <p:spPr>
            <a:xfrm>
              <a:off x="9030305" y="18330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1" name="pt53301"/>
            <p:cNvSpPr/>
            <p:nvPr/>
          </p:nvSpPr>
          <p:spPr>
            <a:xfrm>
              <a:off x="9124709" y="21097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2" name="pt53302"/>
            <p:cNvSpPr/>
            <p:nvPr/>
          </p:nvSpPr>
          <p:spPr>
            <a:xfrm>
              <a:off x="9421732" y="1853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3" name="pt53303"/>
            <p:cNvSpPr/>
            <p:nvPr/>
          </p:nvSpPr>
          <p:spPr>
            <a:xfrm>
              <a:off x="8731558" y="21445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4" name="pt53304"/>
            <p:cNvSpPr/>
            <p:nvPr/>
          </p:nvSpPr>
          <p:spPr>
            <a:xfrm>
              <a:off x="8527280" y="27393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5" name="pt53305"/>
            <p:cNvSpPr/>
            <p:nvPr/>
          </p:nvSpPr>
          <p:spPr>
            <a:xfrm>
              <a:off x="8312152" y="23261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6" name="pt53306"/>
            <p:cNvSpPr/>
            <p:nvPr/>
          </p:nvSpPr>
          <p:spPr>
            <a:xfrm>
              <a:off x="9118548" y="21617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7" name="pt53307"/>
            <p:cNvSpPr/>
            <p:nvPr/>
          </p:nvSpPr>
          <p:spPr>
            <a:xfrm>
              <a:off x="9155133" y="2118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8" name="pt53308"/>
            <p:cNvSpPr/>
            <p:nvPr/>
          </p:nvSpPr>
          <p:spPr>
            <a:xfrm>
              <a:off x="9259278" y="20891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9" name="pt53309"/>
            <p:cNvSpPr/>
            <p:nvPr/>
          </p:nvSpPr>
          <p:spPr>
            <a:xfrm>
              <a:off x="9001856" y="20663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0" name="pt53310"/>
            <p:cNvSpPr/>
            <p:nvPr/>
          </p:nvSpPr>
          <p:spPr>
            <a:xfrm>
              <a:off x="9004922" y="17459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1" name="pt53311"/>
            <p:cNvSpPr/>
            <p:nvPr/>
          </p:nvSpPr>
          <p:spPr>
            <a:xfrm>
              <a:off x="8619838" y="2362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2" name="pt53312"/>
            <p:cNvSpPr/>
            <p:nvPr/>
          </p:nvSpPr>
          <p:spPr>
            <a:xfrm>
              <a:off x="8550210" y="2377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3" name="pt53313"/>
            <p:cNvSpPr/>
            <p:nvPr/>
          </p:nvSpPr>
          <p:spPr>
            <a:xfrm>
              <a:off x="8917708" y="21076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4" name="pt53314"/>
            <p:cNvSpPr/>
            <p:nvPr/>
          </p:nvSpPr>
          <p:spPr>
            <a:xfrm>
              <a:off x="8431181" y="23803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5" name="pt53315"/>
            <p:cNvSpPr/>
            <p:nvPr/>
          </p:nvSpPr>
          <p:spPr>
            <a:xfrm>
              <a:off x="8846813" y="20021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6" name="pt53316"/>
            <p:cNvSpPr/>
            <p:nvPr/>
          </p:nvSpPr>
          <p:spPr>
            <a:xfrm>
              <a:off x="8752612" y="23739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7" name="pt53317"/>
            <p:cNvSpPr/>
            <p:nvPr/>
          </p:nvSpPr>
          <p:spPr>
            <a:xfrm>
              <a:off x="8633583" y="20940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8" name="pt53318"/>
            <p:cNvSpPr/>
            <p:nvPr/>
          </p:nvSpPr>
          <p:spPr>
            <a:xfrm>
              <a:off x="8312152" y="25115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9" name="pt53319"/>
            <p:cNvSpPr/>
            <p:nvPr/>
          </p:nvSpPr>
          <p:spPr>
            <a:xfrm>
              <a:off x="8588529" y="21440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0" name="pt53320"/>
            <p:cNvSpPr/>
            <p:nvPr/>
          </p:nvSpPr>
          <p:spPr>
            <a:xfrm>
              <a:off x="9828342" y="22839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1" name="pt53321"/>
            <p:cNvSpPr/>
            <p:nvPr/>
          </p:nvSpPr>
          <p:spPr>
            <a:xfrm>
              <a:off x="8633583" y="22544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2" name="pt53322"/>
            <p:cNvSpPr/>
            <p:nvPr/>
          </p:nvSpPr>
          <p:spPr>
            <a:xfrm>
              <a:off x="8956027" y="21198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3" name="pt53323"/>
            <p:cNvSpPr/>
            <p:nvPr/>
          </p:nvSpPr>
          <p:spPr>
            <a:xfrm>
              <a:off x="8798679" y="21790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4" name="pt53324"/>
            <p:cNvSpPr/>
            <p:nvPr/>
          </p:nvSpPr>
          <p:spPr>
            <a:xfrm>
              <a:off x="8431181" y="24277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5" name="pt53325"/>
            <p:cNvSpPr/>
            <p:nvPr/>
          </p:nvSpPr>
          <p:spPr>
            <a:xfrm>
              <a:off x="9044150" y="17396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6" name="pt53326"/>
            <p:cNvSpPr/>
            <p:nvPr/>
          </p:nvSpPr>
          <p:spPr>
            <a:xfrm>
              <a:off x="8887406" y="16155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7" name="pt53327"/>
            <p:cNvSpPr/>
            <p:nvPr/>
          </p:nvSpPr>
          <p:spPr>
            <a:xfrm>
              <a:off x="9187390" y="22465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8" name="pt53328"/>
            <p:cNvSpPr/>
            <p:nvPr/>
          </p:nvSpPr>
          <p:spPr>
            <a:xfrm>
              <a:off x="8899053" y="21384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9" name="pt53329"/>
            <p:cNvSpPr/>
            <p:nvPr/>
          </p:nvSpPr>
          <p:spPr>
            <a:xfrm>
              <a:off x="8707558" y="23342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0" name="pt53330"/>
            <p:cNvSpPr/>
            <p:nvPr/>
          </p:nvSpPr>
          <p:spPr>
            <a:xfrm>
              <a:off x="9076063" y="1789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1" name="pt53331"/>
            <p:cNvSpPr/>
            <p:nvPr/>
          </p:nvSpPr>
          <p:spPr>
            <a:xfrm>
              <a:off x="8723925" y="21415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2" name="pt53332"/>
            <p:cNvSpPr/>
            <p:nvPr/>
          </p:nvSpPr>
          <p:spPr>
            <a:xfrm>
              <a:off x="8949856" y="22071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3" name="pt53333"/>
            <p:cNvSpPr/>
            <p:nvPr/>
          </p:nvSpPr>
          <p:spPr>
            <a:xfrm>
              <a:off x="8431181" y="24987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4" name="pt53334"/>
            <p:cNvSpPr/>
            <p:nvPr/>
          </p:nvSpPr>
          <p:spPr>
            <a:xfrm>
              <a:off x="8963923" y="22292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5" name="pt53335"/>
            <p:cNvSpPr/>
            <p:nvPr/>
          </p:nvSpPr>
          <p:spPr>
            <a:xfrm>
              <a:off x="9278233" y="18131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6" name="pt53336"/>
            <p:cNvSpPr/>
            <p:nvPr/>
          </p:nvSpPr>
          <p:spPr>
            <a:xfrm>
              <a:off x="8431181" y="24351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7" name="pt53337"/>
            <p:cNvSpPr/>
            <p:nvPr/>
          </p:nvSpPr>
          <p:spPr>
            <a:xfrm>
              <a:off x="9288151" y="19312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8" name="pt53338"/>
            <p:cNvSpPr/>
            <p:nvPr/>
          </p:nvSpPr>
          <p:spPr>
            <a:xfrm>
              <a:off x="9231999" y="20711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9" name="pt53339"/>
            <p:cNvSpPr/>
            <p:nvPr/>
          </p:nvSpPr>
          <p:spPr>
            <a:xfrm>
              <a:off x="9197089" y="1823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0" name="pt53340"/>
            <p:cNvSpPr/>
            <p:nvPr/>
          </p:nvSpPr>
          <p:spPr>
            <a:xfrm>
              <a:off x="8588529" y="22472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1" name="pt53341"/>
            <p:cNvSpPr/>
            <p:nvPr/>
          </p:nvSpPr>
          <p:spPr>
            <a:xfrm>
              <a:off x="8312152" y="2522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2" name="pt53342"/>
            <p:cNvSpPr/>
            <p:nvPr/>
          </p:nvSpPr>
          <p:spPr>
            <a:xfrm>
              <a:off x="9010896" y="17714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3" name="pt53343"/>
            <p:cNvSpPr/>
            <p:nvPr/>
          </p:nvSpPr>
          <p:spPr>
            <a:xfrm>
              <a:off x="8312152" y="24404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4" name="pt53344"/>
            <p:cNvSpPr/>
            <p:nvPr/>
          </p:nvSpPr>
          <p:spPr>
            <a:xfrm>
              <a:off x="9389022" y="21060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5" name="pt53345"/>
            <p:cNvSpPr/>
            <p:nvPr/>
          </p:nvSpPr>
          <p:spPr>
            <a:xfrm>
              <a:off x="8469500" y="21917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6" name="pt53346"/>
            <p:cNvSpPr/>
            <p:nvPr/>
          </p:nvSpPr>
          <p:spPr>
            <a:xfrm>
              <a:off x="9030305" y="18392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7" name="pt53347"/>
            <p:cNvSpPr/>
            <p:nvPr/>
          </p:nvSpPr>
          <p:spPr>
            <a:xfrm>
              <a:off x="8834965" y="21541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8" name="pt53348"/>
            <p:cNvSpPr/>
            <p:nvPr/>
          </p:nvSpPr>
          <p:spPr>
            <a:xfrm>
              <a:off x="8669239" y="22988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9" name="pt53349"/>
            <p:cNvSpPr/>
            <p:nvPr/>
          </p:nvSpPr>
          <p:spPr>
            <a:xfrm>
              <a:off x="8817779" y="20071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0" name="pt53350"/>
            <p:cNvSpPr/>
            <p:nvPr/>
          </p:nvSpPr>
          <p:spPr>
            <a:xfrm>
              <a:off x="8861436" y="21174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1" name="pt53351"/>
            <p:cNvSpPr/>
            <p:nvPr/>
          </p:nvSpPr>
          <p:spPr>
            <a:xfrm>
              <a:off x="8500809" y="24302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2" name="pt53352"/>
            <p:cNvSpPr/>
            <p:nvPr/>
          </p:nvSpPr>
          <p:spPr>
            <a:xfrm>
              <a:off x="8707558" y="21996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3" name="pt53353"/>
            <p:cNvSpPr/>
            <p:nvPr/>
          </p:nvSpPr>
          <p:spPr>
            <a:xfrm>
              <a:off x="8527280" y="23897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4" name="pt53354"/>
            <p:cNvSpPr/>
            <p:nvPr/>
          </p:nvSpPr>
          <p:spPr>
            <a:xfrm>
              <a:off x="9096846" y="16316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5" name="pt53355"/>
            <p:cNvSpPr/>
            <p:nvPr/>
          </p:nvSpPr>
          <p:spPr>
            <a:xfrm>
              <a:off x="9185276" y="22148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6" name="pt53356"/>
            <p:cNvSpPr/>
            <p:nvPr/>
          </p:nvSpPr>
          <p:spPr>
            <a:xfrm>
              <a:off x="8633583" y="21927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7" name="pt53357"/>
            <p:cNvSpPr/>
            <p:nvPr/>
          </p:nvSpPr>
          <p:spPr>
            <a:xfrm>
              <a:off x="9286979" y="19863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8" name="pt53358"/>
            <p:cNvSpPr/>
            <p:nvPr/>
          </p:nvSpPr>
          <p:spPr>
            <a:xfrm>
              <a:off x="9102103" y="22440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9" name="pt53359"/>
            <p:cNvSpPr/>
            <p:nvPr/>
          </p:nvSpPr>
          <p:spPr>
            <a:xfrm>
              <a:off x="8570436" y="24333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0" name="pt53360"/>
            <p:cNvSpPr/>
            <p:nvPr/>
          </p:nvSpPr>
          <p:spPr>
            <a:xfrm>
              <a:off x="9187390" y="22225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1" name="pt53361"/>
            <p:cNvSpPr/>
            <p:nvPr/>
          </p:nvSpPr>
          <p:spPr>
            <a:xfrm>
              <a:off x="9320769" y="21061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2" name="pt53362"/>
            <p:cNvSpPr/>
            <p:nvPr/>
          </p:nvSpPr>
          <p:spPr>
            <a:xfrm>
              <a:off x="8469500" y="2403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3" name="pt53363"/>
            <p:cNvSpPr/>
            <p:nvPr/>
          </p:nvSpPr>
          <p:spPr>
            <a:xfrm>
              <a:off x="9780422" y="26701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4" name="pt53364"/>
            <p:cNvSpPr/>
            <p:nvPr/>
          </p:nvSpPr>
          <p:spPr>
            <a:xfrm>
              <a:off x="8312152" y="24708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5" name="pt53365"/>
            <p:cNvSpPr/>
            <p:nvPr/>
          </p:nvSpPr>
          <p:spPr>
            <a:xfrm>
              <a:off x="8887406" y="15693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6" name="pt53366"/>
            <p:cNvSpPr/>
            <p:nvPr/>
          </p:nvSpPr>
          <p:spPr>
            <a:xfrm>
              <a:off x="9010896" y="17683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7" name="pt53367"/>
            <p:cNvSpPr/>
            <p:nvPr/>
          </p:nvSpPr>
          <p:spPr>
            <a:xfrm>
              <a:off x="8570436" y="25178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8" name="pt53368"/>
            <p:cNvSpPr/>
            <p:nvPr/>
          </p:nvSpPr>
          <p:spPr>
            <a:xfrm>
              <a:off x="9044150" y="17830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9" name="pt53369"/>
            <p:cNvSpPr/>
            <p:nvPr/>
          </p:nvSpPr>
          <p:spPr>
            <a:xfrm>
              <a:off x="8868306" y="21593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0" name="pt53370"/>
            <p:cNvSpPr/>
            <p:nvPr/>
          </p:nvSpPr>
          <p:spPr>
            <a:xfrm>
              <a:off x="9060297" y="20293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1" name="pt53371"/>
            <p:cNvSpPr/>
            <p:nvPr/>
          </p:nvSpPr>
          <p:spPr>
            <a:xfrm>
              <a:off x="9304571" y="21782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2" name="pt53372"/>
            <p:cNvSpPr/>
            <p:nvPr/>
          </p:nvSpPr>
          <p:spPr>
            <a:xfrm>
              <a:off x="8771364" y="23101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3" name="pt53373"/>
            <p:cNvSpPr/>
            <p:nvPr/>
          </p:nvSpPr>
          <p:spPr>
            <a:xfrm>
              <a:off x="9389022" y="21487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4" name="pt53374"/>
            <p:cNvSpPr/>
            <p:nvPr/>
          </p:nvSpPr>
          <p:spPr>
            <a:xfrm>
              <a:off x="8619838" y="21877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5" name="pt53375"/>
            <p:cNvSpPr/>
            <p:nvPr/>
          </p:nvSpPr>
          <p:spPr>
            <a:xfrm>
              <a:off x="8658156" y="2201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6" name="pt53376"/>
            <p:cNvSpPr/>
            <p:nvPr/>
          </p:nvSpPr>
          <p:spPr>
            <a:xfrm>
              <a:off x="8619838" y="21731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7" name="pt53377"/>
            <p:cNvSpPr/>
            <p:nvPr/>
          </p:nvSpPr>
          <p:spPr>
            <a:xfrm>
              <a:off x="8715936" y="20361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8" name="pt53378"/>
            <p:cNvSpPr/>
            <p:nvPr/>
          </p:nvSpPr>
          <p:spPr>
            <a:xfrm>
              <a:off x="8826587" y="22317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9" name="pt53379"/>
            <p:cNvSpPr/>
            <p:nvPr/>
          </p:nvSpPr>
          <p:spPr>
            <a:xfrm>
              <a:off x="9461227" y="25549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0" name="pt53380"/>
            <p:cNvSpPr/>
            <p:nvPr/>
          </p:nvSpPr>
          <p:spPr>
            <a:xfrm>
              <a:off x="8978704" y="19987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1" name="pt53381"/>
            <p:cNvSpPr/>
            <p:nvPr/>
          </p:nvSpPr>
          <p:spPr>
            <a:xfrm>
              <a:off x="9034193" y="17675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2" name="pt53382"/>
            <p:cNvSpPr/>
            <p:nvPr/>
          </p:nvSpPr>
          <p:spPr>
            <a:xfrm>
              <a:off x="9067835" y="17803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3" name="pt53383"/>
            <p:cNvSpPr/>
            <p:nvPr/>
          </p:nvSpPr>
          <p:spPr>
            <a:xfrm>
              <a:off x="8679650" y="24241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4" name="pt53384"/>
            <p:cNvSpPr/>
            <p:nvPr/>
          </p:nvSpPr>
          <p:spPr>
            <a:xfrm>
              <a:off x="8978704" y="20232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5" name="pt53385"/>
            <p:cNvSpPr/>
            <p:nvPr/>
          </p:nvSpPr>
          <p:spPr>
            <a:xfrm>
              <a:off x="9084871" y="19956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6" name="pt53386"/>
            <p:cNvSpPr/>
            <p:nvPr/>
          </p:nvSpPr>
          <p:spPr>
            <a:xfrm>
              <a:off x="9077064" y="2091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7" name="pt53387"/>
            <p:cNvSpPr/>
            <p:nvPr/>
          </p:nvSpPr>
          <p:spPr>
            <a:xfrm>
              <a:off x="8738867" y="23038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8" name="pt53388"/>
            <p:cNvSpPr/>
            <p:nvPr/>
          </p:nvSpPr>
          <p:spPr>
            <a:xfrm>
              <a:off x="8588529" y="21874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9" name="pt53389"/>
            <p:cNvSpPr/>
            <p:nvPr/>
          </p:nvSpPr>
          <p:spPr>
            <a:xfrm>
              <a:off x="8723925" y="21832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0" name="pt53390"/>
            <p:cNvSpPr/>
            <p:nvPr/>
          </p:nvSpPr>
          <p:spPr>
            <a:xfrm>
              <a:off x="8669239" y="2439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1" name="pt53391"/>
            <p:cNvSpPr/>
            <p:nvPr/>
          </p:nvSpPr>
          <p:spPr>
            <a:xfrm>
              <a:off x="9030305" y="19207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2" name="pt53392"/>
            <p:cNvSpPr/>
            <p:nvPr/>
          </p:nvSpPr>
          <p:spPr>
            <a:xfrm>
              <a:off x="8431181" y="23799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3" name="pt53393"/>
            <p:cNvSpPr/>
            <p:nvPr/>
          </p:nvSpPr>
          <p:spPr>
            <a:xfrm>
              <a:off x="9978328" y="26851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4" name="pt53394"/>
            <p:cNvSpPr/>
            <p:nvPr/>
          </p:nvSpPr>
          <p:spPr>
            <a:xfrm>
              <a:off x="8500809" y="24709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5" name="pt53395"/>
            <p:cNvSpPr/>
            <p:nvPr/>
          </p:nvSpPr>
          <p:spPr>
            <a:xfrm>
              <a:off x="8588529" y="22986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6" name="pt53396"/>
            <p:cNvSpPr/>
            <p:nvPr/>
          </p:nvSpPr>
          <p:spPr>
            <a:xfrm>
              <a:off x="9058082" y="2029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7" name="pt53397"/>
            <p:cNvSpPr/>
            <p:nvPr/>
          </p:nvSpPr>
          <p:spPr>
            <a:xfrm>
              <a:off x="8698750" y="24224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8" name="pt53398"/>
            <p:cNvSpPr/>
            <p:nvPr/>
          </p:nvSpPr>
          <p:spPr>
            <a:xfrm>
              <a:off x="8861436" y="19608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9" name="pt53399"/>
            <p:cNvSpPr/>
            <p:nvPr/>
          </p:nvSpPr>
          <p:spPr>
            <a:xfrm>
              <a:off x="9750516" y="25217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0" name="pt53400"/>
            <p:cNvSpPr/>
            <p:nvPr/>
          </p:nvSpPr>
          <p:spPr>
            <a:xfrm>
              <a:off x="8932228" y="19584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1" name="pt53401"/>
            <p:cNvSpPr/>
            <p:nvPr/>
          </p:nvSpPr>
          <p:spPr>
            <a:xfrm>
              <a:off x="8500809" y="26575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2" name="pt53402"/>
            <p:cNvSpPr/>
            <p:nvPr/>
          </p:nvSpPr>
          <p:spPr>
            <a:xfrm>
              <a:off x="8469500" y="22327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3" name="pt53403"/>
            <p:cNvSpPr/>
            <p:nvPr/>
          </p:nvSpPr>
          <p:spPr>
            <a:xfrm>
              <a:off x="9242219" y="20560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4" name="pt53404"/>
            <p:cNvSpPr/>
            <p:nvPr/>
          </p:nvSpPr>
          <p:spPr>
            <a:xfrm>
              <a:off x="9288151" y="19104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5" name="pt53405"/>
            <p:cNvSpPr/>
            <p:nvPr/>
          </p:nvSpPr>
          <p:spPr>
            <a:xfrm>
              <a:off x="8604896" y="22896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6" name="pt53406"/>
            <p:cNvSpPr/>
            <p:nvPr/>
          </p:nvSpPr>
          <p:spPr>
            <a:xfrm>
              <a:off x="8932228" y="18931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7" name="pt53407"/>
            <p:cNvSpPr/>
            <p:nvPr/>
          </p:nvSpPr>
          <p:spPr>
            <a:xfrm>
              <a:off x="8992313" y="19127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8" name="pt53408"/>
            <p:cNvSpPr/>
            <p:nvPr/>
          </p:nvSpPr>
          <p:spPr>
            <a:xfrm>
              <a:off x="9356410" y="21130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9" name="pt53409"/>
            <p:cNvSpPr/>
            <p:nvPr/>
          </p:nvSpPr>
          <p:spPr>
            <a:xfrm>
              <a:off x="8570436" y="23946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0" name="pt53410"/>
            <p:cNvSpPr/>
            <p:nvPr/>
          </p:nvSpPr>
          <p:spPr>
            <a:xfrm>
              <a:off x="9184210" y="22219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1" name="pt53411"/>
            <p:cNvSpPr/>
            <p:nvPr/>
          </p:nvSpPr>
          <p:spPr>
            <a:xfrm>
              <a:off x="8669239" y="24362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2" name="pt53412"/>
            <p:cNvSpPr/>
            <p:nvPr/>
          </p:nvSpPr>
          <p:spPr>
            <a:xfrm>
              <a:off x="8969616" y="22831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3" name="pt53413"/>
            <p:cNvSpPr/>
            <p:nvPr/>
          </p:nvSpPr>
          <p:spPr>
            <a:xfrm>
              <a:off x="8893328" y="15418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4" name="pt53414"/>
            <p:cNvSpPr/>
            <p:nvPr/>
          </p:nvSpPr>
          <p:spPr>
            <a:xfrm>
              <a:off x="8917708" y="20617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5" name="pt53415"/>
            <p:cNvSpPr/>
            <p:nvPr/>
          </p:nvSpPr>
          <p:spPr>
            <a:xfrm>
              <a:off x="9652003" y="2549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6" name="pt53416"/>
            <p:cNvSpPr/>
            <p:nvPr/>
          </p:nvSpPr>
          <p:spPr>
            <a:xfrm>
              <a:off x="8803657" y="21053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7" name="pt53417"/>
            <p:cNvSpPr/>
            <p:nvPr/>
          </p:nvSpPr>
          <p:spPr>
            <a:xfrm>
              <a:off x="8669239" y="23016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8" name="pt53418"/>
            <p:cNvSpPr/>
            <p:nvPr/>
          </p:nvSpPr>
          <p:spPr>
            <a:xfrm>
              <a:off x="8550210" y="25643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9" name="pt53419"/>
            <p:cNvSpPr/>
            <p:nvPr/>
          </p:nvSpPr>
          <p:spPr>
            <a:xfrm>
              <a:off x="8679650" y="24631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0" name="pt53420"/>
            <p:cNvSpPr/>
            <p:nvPr/>
          </p:nvSpPr>
          <p:spPr>
            <a:xfrm>
              <a:off x="8765338" y="2172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1" name="pt53421"/>
            <p:cNvSpPr/>
            <p:nvPr/>
          </p:nvSpPr>
          <p:spPr>
            <a:xfrm>
              <a:off x="8312152" y="24506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2" name="pt53422"/>
            <p:cNvSpPr/>
            <p:nvPr/>
          </p:nvSpPr>
          <p:spPr>
            <a:xfrm>
              <a:off x="8658156" y="24658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3" name="pt53423"/>
            <p:cNvSpPr/>
            <p:nvPr/>
          </p:nvSpPr>
          <p:spPr>
            <a:xfrm>
              <a:off x="9126216" y="21316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4" name="pt53424"/>
            <p:cNvSpPr/>
            <p:nvPr/>
          </p:nvSpPr>
          <p:spPr>
            <a:xfrm>
              <a:off x="8658156" y="24622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5" name="pt53425"/>
            <p:cNvSpPr/>
            <p:nvPr/>
          </p:nvSpPr>
          <p:spPr>
            <a:xfrm>
              <a:off x="9346306" y="21910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6" name="pt53426"/>
            <p:cNvSpPr/>
            <p:nvPr/>
          </p:nvSpPr>
          <p:spPr>
            <a:xfrm>
              <a:off x="8669239" y="24607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7" name="pt53427"/>
            <p:cNvSpPr/>
            <p:nvPr/>
          </p:nvSpPr>
          <p:spPr>
            <a:xfrm>
              <a:off x="8777185" y="23798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8" name="pt53428"/>
            <p:cNvSpPr/>
            <p:nvPr/>
          </p:nvSpPr>
          <p:spPr>
            <a:xfrm>
              <a:off x="9189996" y="22726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9" name="pt53429"/>
            <p:cNvSpPr/>
            <p:nvPr/>
          </p:nvSpPr>
          <p:spPr>
            <a:xfrm>
              <a:off x="9174300" y="19490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0" name="pt53430"/>
            <p:cNvSpPr/>
            <p:nvPr/>
          </p:nvSpPr>
          <p:spPr>
            <a:xfrm>
              <a:off x="8381780" y="23194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1" name="pt53431"/>
            <p:cNvSpPr/>
            <p:nvPr/>
          </p:nvSpPr>
          <p:spPr>
            <a:xfrm>
              <a:off x="8987335" y="20287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2" name="pt53432"/>
            <p:cNvSpPr/>
            <p:nvPr/>
          </p:nvSpPr>
          <p:spPr>
            <a:xfrm>
              <a:off x="8431181" y="22569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3" name="pt53433"/>
            <p:cNvSpPr/>
            <p:nvPr/>
          </p:nvSpPr>
          <p:spPr>
            <a:xfrm>
              <a:off x="8550210" y="26365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4" name="pt53434"/>
            <p:cNvSpPr/>
            <p:nvPr/>
          </p:nvSpPr>
          <p:spPr>
            <a:xfrm>
              <a:off x="8619838" y="22576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5" name="pt53435"/>
            <p:cNvSpPr/>
            <p:nvPr/>
          </p:nvSpPr>
          <p:spPr>
            <a:xfrm>
              <a:off x="9537100" y="19335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6" name="pt53436"/>
            <p:cNvSpPr/>
            <p:nvPr/>
          </p:nvSpPr>
          <p:spPr>
            <a:xfrm>
              <a:off x="9400632" y="1792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7" name="pt53437"/>
            <p:cNvSpPr/>
            <p:nvPr/>
          </p:nvSpPr>
          <p:spPr>
            <a:xfrm>
              <a:off x="9031610" y="20571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8" name="pt53438"/>
            <p:cNvSpPr/>
            <p:nvPr/>
          </p:nvSpPr>
          <p:spPr>
            <a:xfrm>
              <a:off x="8527280" y="24845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9" name="pt53439"/>
            <p:cNvSpPr/>
            <p:nvPr/>
          </p:nvSpPr>
          <p:spPr>
            <a:xfrm>
              <a:off x="8777185" y="21992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0" name="pt53440"/>
            <p:cNvSpPr/>
            <p:nvPr/>
          </p:nvSpPr>
          <p:spPr>
            <a:xfrm>
              <a:off x="9356998" y="2025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1" name="pt53441"/>
            <p:cNvSpPr/>
            <p:nvPr/>
          </p:nvSpPr>
          <p:spPr>
            <a:xfrm>
              <a:off x="8381780" y="24887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2" name="pt53442"/>
            <p:cNvSpPr/>
            <p:nvPr/>
          </p:nvSpPr>
          <p:spPr>
            <a:xfrm>
              <a:off x="9288151" y="19267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3" name="pt53443"/>
            <p:cNvSpPr/>
            <p:nvPr/>
          </p:nvSpPr>
          <p:spPr>
            <a:xfrm>
              <a:off x="8633583" y="22637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4" name="pt53444"/>
            <p:cNvSpPr/>
            <p:nvPr/>
          </p:nvSpPr>
          <p:spPr>
            <a:xfrm>
              <a:off x="9003396" y="19373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5" name="pt53445"/>
            <p:cNvSpPr/>
            <p:nvPr/>
          </p:nvSpPr>
          <p:spPr>
            <a:xfrm>
              <a:off x="8850587" y="20399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6" name="pt53446"/>
            <p:cNvSpPr/>
            <p:nvPr/>
          </p:nvSpPr>
          <p:spPr>
            <a:xfrm>
              <a:off x="8707558" y="21626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7" name="pt53447"/>
            <p:cNvSpPr/>
            <p:nvPr/>
          </p:nvSpPr>
          <p:spPr>
            <a:xfrm>
              <a:off x="9388372" y="20586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8" name="pt53448"/>
            <p:cNvSpPr/>
            <p:nvPr/>
          </p:nvSpPr>
          <p:spPr>
            <a:xfrm>
              <a:off x="8956027" y="21333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9" name="pt53449"/>
            <p:cNvSpPr/>
            <p:nvPr/>
          </p:nvSpPr>
          <p:spPr>
            <a:xfrm>
              <a:off x="9196093" y="22850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0" name="pt53450"/>
            <p:cNvSpPr/>
            <p:nvPr/>
          </p:nvSpPr>
          <p:spPr>
            <a:xfrm>
              <a:off x="8469500" y="24600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1" name="pt53451"/>
            <p:cNvSpPr/>
            <p:nvPr/>
          </p:nvSpPr>
          <p:spPr>
            <a:xfrm>
              <a:off x="8890393" y="16361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2" name="pt53452"/>
            <p:cNvSpPr/>
            <p:nvPr/>
          </p:nvSpPr>
          <p:spPr>
            <a:xfrm>
              <a:off x="8469500" y="23789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3" name="pt53453"/>
            <p:cNvSpPr/>
            <p:nvPr/>
          </p:nvSpPr>
          <p:spPr>
            <a:xfrm>
              <a:off x="8788268" y="21319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4" name="pt53454"/>
            <p:cNvSpPr/>
            <p:nvPr/>
          </p:nvSpPr>
          <p:spPr>
            <a:xfrm>
              <a:off x="8633583" y="21179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5" name="pt53455"/>
            <p:cNvSpPr/>
            <p:nvPr/>
          </p:nvSpPr>
          <p:spPr>
            <a:xfrm>
              <a:off x="8798679" y="2052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6" name="pt53456"/>
            <p:cNvSpPr/>
            <p:nvPr/>
          </p:nvSpPr>
          <p:spPr>
            <a:xfrm>
              <a:off x="8604896" y="21342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7" name="pt53457"/>
            <p:cNvSpPr/>
            <p:nvPr/>
          </p:nvSpPr>
          <p:spPr>
            <a:xfrm>
              <a:off x="8850587" y="21156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8" name="pt53458"/>
            <p:cNvSpPr/>
            <p:nvPr/>
          </p:nvSpPr>
          <p:spPr>
            <a:xfrm>
              <a:off x="8920215" y="21137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9" name="pt53459"/>
            <p:cNvSpPr/>
            <p:nvPr/>
          </p:nvSpPr>
          <p:spPr>
            <a:xfrm>
              <a:off x="8588529" y="2160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0" name="pt53460"/>
            <p:cNvSpPr/>
            <p:nvPr/>
          </p:nvSpPr>
          <p:spPr>
            <a:xfrm>
              <a:off x="8842954" y="20306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1" name="pt53461"/>
            <p:cNvSpPr/>
            <p:nvPr/>
          </p:nvSpPr>
          <p:spPr>
            <a:xfrm>
              <a:off x="8312152" y="23436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2" name="pt53462"/>
            <p:cNvSpPr/>
            <p:nvPr/>
          </p:nvSpPr>
          <p:spPr>
            <a:xfrm>
              <a:off x="8550210" y="25428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3" name="pt53463"/>
            <p:cNvSpPr/>
            <p:nvPr/>
          </p:nvSpPr>
          <p:spPr>
            <a:xfrm>
              <a:off x="9436506" y="22608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4" name="pt53464"/>
            <p:cNvSpPr/>
            <p:nvPr/>
          </p:nvSpPr>
          <p:spPr>
            <a:xfrm>
              <a:off x="8312152" y="23681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5" name="pt53465"/>
            <p:cNvSpPr/>
            <p:nvPr/>
          </p:nvSpPr>
          <p:spPr>
            <a:xfrm>
              <a:off x="9382404" y="20419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6" name="pt53466"/>
            <p:cNvSpPr/>
            <p:nvPr/>
          </p:nvSpPr>
          <p:spPr>
            <a:xfrm>
              <a:off x="8990670" y="17969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7" name="pt53467"/>
            <p:cNvSpPr/>
            <p:nvPr/>
          </p:nvSpPr>
          <p:spPr>
            <a:xfrm>
              <a:off x="8777185" y="23272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8" name="pt53468"/>
            <p:cNvSpPr/>
            <p:nvPr/>
          </p:nvSpPr>
          <p:spPr>
            <a:xfrm>
              <a:off x="9874745" y="24396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9" name="pt53469"/>
            <p:cNvSpPr/>
            <p:nvPr/>
          </p:nvSpPr>
          <p:spPr>
            <a:xfrm>
              <a:off x="8633583" y="21903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0" name="pt53470"/>
            <p:cNvSpPr/>
            <p:nvPr/>
          </p:nvSpPr>
          <p:spPr>
            <a:xfrm>
              <a:off x="8604896" y="22105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1" name="pt53471"/>
            <p:cNvSpPr/>
            <p:nvPr/>
          </p:nvSpPr>
          <p:spPr>
            <a:xfrm>
              <a:off x="8817779" y="21958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2" name="pt53472"/>
            <p:cNvSpPr/>
            <p:nvPr/>
          </p:nvSpPr>
          <p:spPr>
            <a:xfrm>
              <a:off x="9528241" y="20350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3" name="pt53473"/>
            <p:cNvSpPr/>
            <p:nvPr/>
          </p:nvSpPr>
          <p:spPr>
            <a:xfrm>
              <a:off x="8973309" y="22227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4" name="pt53474"/>
            <p:cNvSpPr/>
            <p:nvPr/>
          </p:nvSpPr>
          <p:spPr>
            <a:xfrm>
              <a:off x="9259623" y="20720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5" name="pt53475"/>
            <p:cNvSpPr/>
            <p:nvPr/>
          </p:nvSpPr>
          <p:spPr>
            <a:xfrm>
              <a:off x="8980466" y="20148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6" name="pt53476"/>
            <p:cNvSpPr/>
            <p:nvPr/>
          </p:nvSpPr>
          <p:spPr>
            <a:xfrm>
              <a:off x="8431181" y="25450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7" name="pt53477"/>
            <p:cNvSpPr/>
            <p:nvPr/>
          </p:nvSpPr>
          <p:spPr>
            <a:xfrm>
              <a:off x="9030305" y="16959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8" name="pt53478"/>
            <p:cNvSpPr/>
            <p:nvPr/>
          </p:nvSpPr>
          <p:spPr>
            <a:xfrm>
              <a:off x="9067835" y="18016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9" name="pt53479"/>
            <p:cNvSpPr/>
            <p:nvPr/>
          </p:nvSpPr>
          <p:spPr>
            <a:xfrm>
              <a:off x="8788268" y="21449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0" name="pt53480"/>
            <p:cNvSpPr/>
            <p:nvPr/>
          </p:nvSpPr>
          <p:spPr>
            <a:xfrm>
              <a:off x="9305101" y="21076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1" name="pt53481"/>
            <p:cNvSpPr/>
            <p:nvPr/>
          </p:nvSpPr>
          <p:spPr>
            <a:xfrm>
              <a:off x="9047741" y="20541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2" name="pt53482"/>
            <p:cNvSpPr/>
            <p:nvPr/>
          </p:nvSpPr>
          <p:spPr>
            <a:xfrm>
              <a:off x="8312152" y="25115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3" name="pt53483"/>
            <p:cNvSpPr/>
            <p:nvPr/>
          </p:nvSpPr>
          <p:spPr>
            <a:xfrm>
              <a:off x="8899053" y="23543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4" name="pt53484"/>
            <p:cNvSpPr/>
            <p:nvPr/>
          </p:nvSpPr>
          <p:spPr>
            <a:xfrm>
              <a:off x="8469500" y="24883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5" name="pt53485"/>
            <p:cNvSpPr/>
            <p:nvPr/>
          </p:nvSpPr>
          <p:spPr>
            <a:xfrm>
              <a:off x="8731558" y="24640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6" name="pt53486"/>
            <p:cNvSpPr/>
            <p:nvPr/>
          </p:nvSpPr>
          <p:spPr>
            <a:xfrm>
              <a:off x="9581160" y="23805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7" name="pt53487"/>
            <p:cNvSpPr/>
            <p:nvPr/>
          </p:nvSpPr>
          <p:spPr>
            <a:xfrm>
              <a:off x="8679650" y="24742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8" name="pt53488"/>
            <p:cNvSpPr/>
            <p:nvPr/>
          </p:nvSpPr>
          <p:spPr>
            <a:xfrm>
              <a:off x="9116180" y="20033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9" name="pt53489"/>
            <p:cNvSpPr/>
            <p:nvPr/>
          </p:nvSpPr>
          <p:spPr>
            <a:xfrm>
              <a:off x="9501180" y="20045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0" name="pt53490"/>
            <p:cNvSpPr/>
            <p:nvPr/>
          </p:nvSpPr>
          <p:spPr>
            <a:xfrm>
              <a:off x="9052414" y="20960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1" name="pt53491"/>
            <p:cNvSpPr/>
            <p:nvPr/>
          </p:nvSpPr>
          <p:spPr>
            <a:xfrm>
              <a:off x="9237969" y="19291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2" name="pt53492"/>
            <p:cNvSpPr/>
            <p:nvPr/>
          </p:nvSpPr>
          <p:spPr>
            <a:xfrm>
              <a:off x="8679650" y="23415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3" name="pt53493"/>
            <p:cNvSpPr/>
            <p:nvPr/>
          </p:nvSpPr>
          <p:spPr>
            <a:xfrm>
              <a:off x="8381780" y="24750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4" name="pt53494"/>
            <p:cNvSpPr/>
            <p:nvPr/>
          </p:nvSpPr>
          <p:spPr>
            <a:xfrm>
              <a:off x="8469500" y="22552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5" name="pt53495"/>
            <p:cNvSpPr/>
            <p:nvPr/>
          </p:nvSpPr>
          <p:spPr>
            <a:xfrm>
              <a:off x="8604896" y="22209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6" name="pt53496"/>
            <p:cNvSpPr/>
            <p:nvPr/>
          </p:nvSpPr>
          <p:spPr>
            <a:xfrm>
              <a:off x="9213636" y="19969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7" name="pt53497"/>
            <p:cNvSpPr/>
            <p:nvPr/>
          </p:nvSpPr>
          <p:spPr>
            <a:xfrm>
              <a:off x="8961983" y="22567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8" name="pt53498"/>
            <p:cNvSpPr/>
            <p:nvPr/>
          </p:nvSpPr>
          <p:spPr>
            <a:xfrm>
              <a:off x="9286390" y="19870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9" name="pt53499"/>
            <p:cNvSpPr/>
            <p:nvPr/>
          </p:nvSpPr>
          <p:spPr>
            <a:xfrm>
              <a:off x="9064645" y="18737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0" name="pt53500"/>
            <p:cNvSpPr/>
            <p:nvPr/>
          </p:nvSpPr>
          <p:spPr>
            <a:xfrm>
              <a:off x="9367432" y="20556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1" name="pt53501"/>
            <p:cNvSpPr/>
            <p:nvPr/>
          </p:nvSpPr>
          <p:spPr>
            <a:xfrm>
              <a:off x="8469500" y="23233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2" name="pt53502"/>
            <p:cNvSpPr/>
            <p:nvPr/>
          </p:nvSpPr>
          <p:spPr>
            <a:xfrm>
              <a:off x="8723925" y="22508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3" name="pt53503"/>
            <p:cNvSpPr/>
            <p:nvPr/>
          </p:nvSpPr>
          <p:spPr>
            <a:xfrm>
              <a:off x="9147356" y="20414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4" name="pt53504"/>
            <p:cNvSpPr/>
            <p:nvPr/>
          </p:nvSpPr>
          <p:spPr>
            <a:xfrm>
              <a:off x="9287859" y="19535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5" name="pt53505"/>
            <p:cNvSpPr/>
            <p:nvPr/>
          </p:nvSpPr>
          <p:spPr>
            <a:xfrm>
              <a:off x="8752612" y="2303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6" name="pt53506"/>
            <p:cNvSpPr/>
            <p:nvPr/>
          </p:nvSpPr>
          <p:spPr>
            <a:xfrm>
              <a:off x="8971473" y="21721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7" name="pt53507"/>
            <p:cNvSpPr/>
            <p:nvPr/>
          </p:nvSpPr>
          <p:spPr>
            <a:xfrm>
              <a:off x="8633583" y="21105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8" name="pt53508"/>
            <p:cNvSpPr/>
            <p:nvPr/>
          </p:nvSpPr>
          <p:spPr>
            <a:xfrm>
              <a:off x="9486369" y="24328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9" name="pt53509"/>
            <p:cNvSpPr/>
            <p:nvPr/>
          </p:nvSpPr>
          <p:spPr>
            <a:xfrm>
              <a:off x="8881273" y="21854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0" name="pt53510"/>
            <p:cNvSpPr/>
            <p:nvPr/>
          </p:nvSpPr>
          <p:spPr>
            <a:xfrm>
              <a:off x="9087709" y="19244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1" name="pt53511"/>
            <p:cNvSpPr/>
            <p:nvPr/>
          </p:nvSpPr>
          <p:spPr>
            <a:xfrm>
              <a:off x="8834965" y="20564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2" name="pt53512"/>
            <p:cNvSpPr/>
            <p:nvPr/>
          </p:nvSpPr>
          <p:spPr>
            <a:xfrm>
              <a:off x="8861436" y="20270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3" name="pt53513"/>
            <p:cNvSpPr/>
            <p:nvPr/>
          </p:nvSpPr>
          <p:spPr>
            <a:xfrm>
              <a:off x="9195593" y="21823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4" name="pt53514"/>
            <p:cNvSpPr/>
            <p:nvPr/>
          </p:nvSpPr>
          <p:spPr>
            <a:xfrm>
              <a:off x="8658156" y="23716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5" name="pt53515"/>
            <p:cNvSpPr/>
            <p:nvPr/>
          </p:nvSpPr>
          <p:spPr>
            <a:xfrm>
              <a:off x="9408344" y="19975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6" name="pt53516"/>
            <p:cNvSpPr/>
            <p:nvPr/>
          </p:nvSpPr>
          <p:spPr>
            <a:xfrm>
              <a:off x="8899053" y="22063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7" name="pt53517"/>
            <p:cNvSpPr/>
            <p:nvPr/>
          </p:nvSpPr>
          <p:spPr>
            <a:xfrm>
              <a:off x="8312152" y="25891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8" name="pt53518"/>
            <p:cNvSpPr/>
            <p:nvPr/>
          </p:nvSpPr>
          <p:spPr>
            <a:xfrm>
              <a:off x="8793552" y="22195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9" name="pt53519"/>
            <p:cNvSpPr/>
            <p:nvPr/>
          </p:nvSpPr>
          <p:spPr>
            <a:xfrm>
              <a:off x="8527280" y="25461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0" name="pt53520"/>
            <p:cNvSpPr/>
            <p:nvPr/>
          </p:nvSpPr>
          <p:spPr>
            <a:xfrm>
              <a:off x="9148018" y="21168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1" name="pt53521"/>
            <p:cNvSpPr/>
            <p:nvPr/>
          </p:nvSpPr>
          <p:spPr>
            <a:xfrm>
              <a:off x="9174300" y="19427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2" name="pt53522"/>
            <p:cNvSpPr/>
            <p:nvPr/>
          </p:nvSpPr>
          <p:spPr>
            <a:xfrm>
              <a:off x="8961983" y="22776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3" name="pt53523"/>
            <p:cNvSpPr/>
            <p:nvPr/>
          </p:nvSpPr>
          <p:spPr>
            <a:xfrm>
              <a:off x="8782816" y="22263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4" name="pt53524"/>
            <p:cNvSpPr/>
            <p:nvPr/>
          </p:nvSpPr>
          <p:spPr>
            <a:xfrm>
              <a:off x="9425448" y="17481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5" name="pt53525"/>
            <p:cNvSpPr/>
            <p:nvPr/>
          </p:nvSpPr>
          <p:spPr>
            <a:xfrm>
              <a:off x="9221993" y="19875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6" name="pt53526"/>
            <p:cNvSpPr/>
            <p:nvPr/>
          </p:nvSpPr>
          <p:spPr>
            <a:xfrm>
              <a:off x="9471970" y="24142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7" name="pt53527"/>
            <p:cNvSpPr/>
            <p:nvPr/>
          </p:nvSpPr>
          <p:spPr>
            <a:xfrm>
              <a:off x="9010896" y="17329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8" name="pt53528"/>
            <p:cNvSpPr/>
            <p:nvPr/>
          </p:nvSpPr>
          <p:spPr>
            <a:xfrm>
              <a:off x="9584728" y="21090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9" name="pt53529"/>
            <p:cNvSpPr/>
            <p:nvPr/>
          </p:nvSpPr>
          <p:spPr>
            <a:xfrm>
              <a:off x="8633583" y="21465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0" name="pt53530"/>
            <p:cNvSpPr/>
            <p:nvPr/>
          </p:nvSpPr>
          <p:spPr>
            <a:xfrm>
              <a:off x="8765338" y="20826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1" name="pt53531"/>
            <p:cNvSpPr/>
            <p:nvPr/>
          </p:nvSpPr>
          <p:spPr>
            <a:xfrm>
              <a:off x="9037995" y="19633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2" name="pt53532"/>
            <p:cNvSpPr/>
            <p:nvPr/>
          </p:nvSpPr>
          <p:spPr>
            <a:xfrm>
              <a:off x="9146692" y="20454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3" name="pt53533"/>
            <p:cNvSpPr/>
            <p:nvPr/>
          </p:nvSpPr>
          <p:spPr>
            <a:xfrm>
              <a:off x="8868306" y="21855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4" name="pt53534"/>
            <p:cNvSpPr/>
            <p:nvPr/>
          </p:nvSpPr>
          <p:spPr>
            <a:xfrm>
              <a:off x="9461227" y="24500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5" name="pt53535"/>
            <p:cNvSpPr/>
            <p:nvPr/>
          </p:nvSpPr>
          <p:spPr>
            <a:xfrm>
              <a:off x="9286390" y="18572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6" name="pt53536"/>
            <p:cNvSpPr/>
            <p:nvPr/>
          </p:nvSpPr>
          <p:spPr>
            <a:xfrm>
              <a:off x="9320769" y="22144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7" name="pt53537"/>
            <p:cNvSpPr/>
            <p:nvPr/>
          </p:nvSpPr>
          <p:spPr>
            <a:xfrm>
              <a:off x="9035469" y="16777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8" name="pt53538"/>
            <p:cNvSpPr/>
            <p:nvPr/>
          </p:nvSpPr>
          <p:spPr>
            <a:xfrm>
              <a:off x="9037995" y="17873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9" name="pt53539"/>
            <p:cNvSpPr/>
            <p:nvPr/>
          </p:nvSpPr>
          <p:spPr>
            <a:xfrm>
              <a:off x="9389022" y="20295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0" name="pt53540"/>
            <p:cNvSpPr/>
            <p:nvPr/>
          </p:nvSpPr>
          <p:spPr>
            <a:xfrm>
              <a:off x="8381780" y="21846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1" name="pt53541"/>
            <p:cNvSpPr/>
            <p:nvPr/>
          </p:nvSpPr>
          <p:spPr>
            <a:xfrm>
              <a:off x="8842954" y="19184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2" name="pt53542"/>
            <p:cNvSpPr/>
            <p:nvPr/>
          </p:nvSpPr>
          <p:spPr>
            <a:xfrm>
              <a:off x="8707558" y="23462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3" name="pt53543"/>
            <p:cNvSpPr/>
            <p:nvPr/>
          </p:nvSpPr>
          <p:spPr>
            <a:xfrm>
              <a:off x="8723925" y="22399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4" name="pt53544"/>
            <p:cNvSpPr/>
            <p:nvPr/>
          </p:nvSpPr>
          <p:spPr>
            <a:xfrm>
              <a:off x="8782816" y="20396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5" name="pt53545"/>
            <p:cNvSpPr/>
            <p:nvPr/>
          </p:nvSpPr>
          <p:spPr>
            <a:xfrm>
              <a:off x="9247109" y="20020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6" name="pt53546"/>
            <p:cNvSpPr/>
            <p:nvPr/>
          </p:nvSpPr>
          <p:spPr>
            <a:xfrm>
              <a:off x="8619838" y="22385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7" name="pt53547"/>
            <p:cNvSpPr/>
            <p:nvPr/>
          </p:nvSpPr>
          <p:spPr>
            <a:xfrm>
              <a:off x="8550210" y="2393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8" name="pt53548"/>
            <p:cNvSpPr/>
            <p:nvPr/>
          </p:nvSpPr>
          <p:spPr>
            <a:xfrm>
              <a:off x="9346306" y="20967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9" name="pt53549"/>
            <p:cNvSpPr/>
            <p:nvPr/>
          </p:nvSpPr>
          <p:spPr>
            <a:xfrm>
              <a:off x="9421732" y="19841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0" name="pt53550"/>
            <p:cNvSpPr/>
            <p:nvPr/>
          </p:nvSpPr>
          <p:spPr>
            <a:xfrm>
              <a:off x="8890393" y="16360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1" name="pt53551"/>
            <p:cNvSpPr/>
            <p:nvPr/>
          </p:nvSpPr>
          <p:spPr>
            <a:xfrm>
              <a:off x="9118548" y="22128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2" name="pt53552"/>
            <p:cNvSpPr/>
            <p:nvPr/>
          </p:nvSpPr>
          <p:spPr>
            <a:xfrm>
              <a:off x="8715936" y="22524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3" name="pt53553"/>
            <p:cNvSpPr/>
            <p:nvPr/>
          </p:nvSpPr>
          <p:spPr>
            <a:xfrm>
              <a:off x="9174300" y="19941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4" name="pt53554"/>
            <p:cNvSpPr/>
            <p:nvPr/>
          </p:nvSpPr>
          <p:spPr>
            <a:xfrm>
              <a:off x="9329710" y="22075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5" name="pt53555"/>
            <p:cNvSpPr/>
            <p:nvPr/>
          </p:nvSpPr>
          <p:spPr>
            <a:xfrm>
              <a:off x="9642404" y="23848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6" name="pt53556"/>
            <p:cNvSpPr/>
            <p:nvPr/>
          </p:nvSpPr>
          <p:spPr>
            <a:xfrm>
              <a:off x="8731558" y="21264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7" name="pt53557"/>
            <p:cNvSpPr/>
            <p:nvPr/>
          </p:nvSpPr>
          <p:spPr>
            <a:xfrm>
              <a:off x="9197089" y="17144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8" name="pt53558"/>
            <p:cNvSpPr/>
            <p:nvPr/>
          </p:nvSpPr>
          <p:spPr>
            <a:xfrm>
              <a:off x="9278233" y="19237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9" name="pt53559"/>
            <p:cNvSpPr/>
            <p:nvPr/>
          </p:nvSpPr>
          <p:spPr>
            <a:xfrm>
              <a:off x="8679650" y="24687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0" name="pt53560"/>
            <p:cNvSpPr/>
            <p:nvPr/>
          </p:nvSpPr>
          <p:spPr>
            <a:xfrm>
              <a:off x="8689465" y="23510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1" name="pt53561"/>
            <p:cNvSpPr/>
            <p:nvPr/>
          </p:nvSpPr>
          <p:spPr>
            <a:xfrm>
              <a:off x="9196093" y="22028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2" name="pt53562"/>
            <p:cNvSpPr/>
            <p:nvPr/>
          </p:nvSpPr>
          <p:spPr>
            <a:xfrm>
              <a:off x="8817779" y="21310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3" name="pt53563"/>
            <p:cNvSpPr/>
            <p:nvPr/>
          </p:nvSpPr>
          <p:spPr>
            <a:xfrm>
              <a:off x="9367432" y="20720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4" name="pt53564"/>
            <p:cNvSpPr/>
            <p:nvPr/>
          </p:nvSpPr>
          <p:spPr>
            <a:xfrm>
              <a:off x="8922686" y="18467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5" name="pt53565"/>
            <p:cNvSpPr/>
            <p:nvPr/>
          </p:nvSpPr>
          <p:spPr>
            <a:xfrm>
              <a:off x="8960020" y="22862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6" name="pt53566"/>
            <p:cNvSpPr/>
            <p:nvPr/>
          </p:nvSpPr>
          <p:spPr>
            <a:xfrm>
              <a:off x="8980466" y="19245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7" name="pt53567"/>
            <p:cNvSpPr/>
            <p:nvPr/>
          </p:nvSpPr>
          <p:spPr>
            <a:xfrm>
              <a:off x="8381780" y="23567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8" name="pt53568"/>
            <p:cNvSpPr/>
            <p:nvPr/>
          </p:nvSpPr>
          <p:spPr>
            <a:xfrm>
              <a:off x="9111342" y="19701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9" name="pt53569"/>
            <p:cNvSpPr/>
            <p:nvPr/>
          </p:nvSpPr>
          <p:spPr>
            <a:xfrm>
              <a:off x="8469500" y="22663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0" name="pt53570"/>
            <p:cNvSpPr/>
            <p:nvPr/>
          </p:nvSpPr>
          <p:spPr>
            <a:xfrm>
              <a:off x="8980466" y="20395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1" name="pt53571"/>
            <p:cNvSpPr/>
            <p:nvPr/>
          </p:nvSpPr>
          <p:spPr>
            <a:xfrm>
              <a:off x="8965842" y="22621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2" name="pt53572"/>
            <p:cNvSpPr/>
            <p:nvPr/>
          </p:nvSpPr>
          <p:spPr>
            <a:xfrm>
              <a:off x="9044150" y="17321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3" name="pt53573"/>
            <p:cNvSpPr/>
            <p:nvPr/>
          </p:nvSpPr>
          <p:spPr>
            <a:xfrm>
              <a:off x="9423467" y="19299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4" name="pt53574"/>
            <p:cNvSpPr/>
            <p:nvPr/>
          </p:nvSpPr>
          <p:spPr>
            <a:xfrm>
              <a:off x="8759093" y="21573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5" name="pt53575"/>
            <p:cNvSpPr/>
            <p:nvPr/>
          </p:nvSpPr>
          <p:spPr>
            <a:xfrm>
              <a:off x="8830827" y="17790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6" name="pt53576"/>
            <p:cNvSpPr/>
            <p:nvPr/>
          </p:nvSpPr>
          <p:spPr>
            <a:xfrm>
              <a:off x="9056963" y="20265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7" name="pt53577"/>
            <p:cNvSpPr/>
            <p:nvPr/>
          </p:nvSpPr>
          <p:spPr>
            <a:xfrm>
              <a:off x="8431181" y="24821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8" name="pt53578"/>
            <p:cNvSpPr/>
            <p:nvPr/>
          </p:nvSpPr>
          <p:spPr>
            <a:xfrm>
              <a:off x="8527280" y="25275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9" name="pt53579"/>
            <p:cNvSpPr/>
            <p:nvPr/>
          </p:nvSpPr>
          <p:spPr>
            <a:xfrm>
              <a:off x="9058082" y="20800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0" name="pt53580"/>
            <p:cNvSpPr/>
            <p:nvPr/>
          </p:nvSpPr>
          <p:spPr>
            <a:xfrm>
              <a:off x="9978328" y="27185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1" name="pt53581"/>
            <p:cNvSpPr/>
            <p:nvPr/>
          </p:nvSpPr>
          <p:spPr>
            <a:xfrm>
              <a:off x="9052414" y="22476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2" name="pt53582"/>
            <p:cNvSpPr/>
            <p:nvPr/>
          </p:nvSpPr>
          <p:spPr>
            <a:xfrm>
              <a:off x="8834965" y="20360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3" name="pt53583"/>
            <p:cNvSpPr/>
            <p:nvPr/>
          </p:nvSpPr>
          <p:spPr>
            <a:xfrm>
              <a:off x="9102103" y="20413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4" name="pt53584"/>
            <p:cNvSpPr/>
            <p:nvPr/>
          </p:nvSpPr>
          <p:spPr>
            <a:xfrm>
              <a:off x="9206269" y="17872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5" name="pt53585"/>
            <p:cNvSpPr/>
            <p:nvPr/>
          </p:nvSpPr>
          <p:spPr>
            <a:xfrm>
              <a:off x="8527280" y="25690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6" name="pt53586"/>
            <p:cNvSpPr/>
            <p:nvPr/>
          </p:nvSpPr>
          <p:spPr>
            <a:xfrm>
              <a:off x="8381780" y="23836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7" name="pt53587"/>
            <p:cNvSpPr/>
            <p:nvPr/>
          </p:nvSpPr>
          <p:spPr>
            <a:xfrm>
              <a:off x="8570436" y="25606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8" name="pt53588"/>
            <p:cNvSpPr/>
            <p:nvPr/>
          </p:nvSpPr>
          <p:spPr>
            <a:xfrm>
              <a:off x="9453041" y="2246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9" name="pt53589"/>
            <p:cNvSpPr/>
            <p:nvPr/>
          </p:nvSpPr>
          <p:spPr>
            <a:xfrm>
              <a:off x="8890393" y="20894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0" name="pt53590"/>
            <p:cNvSpPr/>
            <p:nvPr/>
          </p:nvSpPr>
          <p:spPr>
            <a:xfrm>
              <a:off x="9064645" y="19074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1" name="pt53591"/>
            <p:cNvSpPr/>
            <p:nvPr/>
          </p:nvSpPr>
          <p:spPr>
            <a:xfrm>
              <a:off x="9522221" y="1731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2" name="pt53592"/>
            <p:cNvSpPr/>
            <p:nvPr/>
          </p:nvSpPr>
          <p:spPr>
            <a:xfrm>
              <a:off x="8619838" y="22786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3" name="pt53593"/>
            <p:cNvSpPr/>
            <p:nvPr/>
          </p:nvSpPr>
          <p:spPr>
            <a:xfrm>
              <a:off x="8917708" y="19495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4" name="pt53594"/>
            <p:cNvSpPr/>
            <p:nvPr/>
          </p:nvSpPr>
          <p:spPr>
            <a:xfrm>
              <a:off x="9642404" y="23985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5" name="pt53595"/>
            <p:cNvSpPr/>
            <p:nvPr/>
          </p:nvSpPr>
          <p:spPr>
            <a:xfrm>
              <a:off x="8500809" y="26684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6" name="pt53596"/>
            <p:cNvSpPr/>
            <p:nvPr/>
          </p:nvSpPr>
          <p:spPr>
            <a:xfrm>
              <a:off x="8864906" y="18814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7" name="pt53597"/>
            <p:cNvSpPr/>
            <p:nvPr/>
          </p:nvSpPr>
          <p:spPr>
            <a:xfrm>
              <a:off x="8500809" y="26787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8" name="pt53598"/>
            <p:cNvSpPr/>
            <p:nvPr/>
          </p:nvSpPr>
          <p:spPr>
            <a:xfrm>
              <a:off x="8857896" y="19139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9" name="pt53599"/>
            <p:cNvSpPr/>
            <p:nvPr/>
          </p:nvSpPr>
          <p:spPr>
            <a:xfrm>
              <a:off x="9308507" y="21310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0" name="pt53600"/>
            <p:cNvSpPr/>
            <p:nvPr/>
          </p:nvSpPr>
          <p:spPr>
            <a:xfrm>
              <a:off x="8619838" y="23337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1" name="pt53601"/>
            <p:cNvSpPr/>
            <p:nvPr/>
          </p:nvSpPr>
          <p:spPr>
            <a:xfrm>
              <a:off x="9124709" y="20504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2" name="pt53602"/>
            <p:cNvSpPr/>
            <p:nvPr/>
          </p:nvSpPr>
          <p:spPr>
            <a:xfrm>
              <a:off x="8669239" y="23579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3" name="pt53603"/>
            <p:cNvSpPr/>
            <p:nvPr/>
          </p:nvSpPr>
          <p:spPr>
            <a:xfrm>
              <a:off x="8698750" y="23590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4" name="pt53604"/>
            <p:cNvSpPr/>
            <p:nvPr/>
          </p:nvSpPr>
          <p:spPr>
            <a:xfrm>
              <a:off x="9324827" y="20272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5" name="pt53605"/>
            <p:cNvSpPr/>
            <p:nvPr/>
          </p:nvSpPr>
          <p:spPr>
            <a:xfrm>
              <a:off x="9155766" y="18268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6" name="pt53606"/>
            <p:cNvSpPr/>
            <p:nvPr/>
          </p:nvSpPr>
          <p:spPr>
            <a:xfrm>
              <a:off x="9148018" y="21202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7" name="pt53607"/>
            <p:cNvSpPr/>
            <p:nvPr/>
          </p:nvSpPr>
          <p:spPr>
            <a:xfrm>
              <a:off x="9027663" y="19229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8" name="pt53608"/>
            <p:cNvSpPr/>
            <p:nvPr/>
          </p:nvSpPr>
          <p:spPr>
            <a:xfrm>
              <a:off x="9898409" y="26625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9" name="pt53609"/>
            <p:cNvSpPr/>
            <p:nvPr/>
          </p:nvSpPr>
          <p:spPr>
            <a:xfrm>
              <a:off x="9207674" y="16481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0" name="pt53610"/>
            <p:cNvSpPr/>
            <p:nvPr/>
          </p:nvSpPr>
          <p:spPr>
            <a:xfrm>
              <a:off x="8980466" y="19731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1" name="pt53611"/>
            <p:cNvSpPr/>
            <p:nvPr/>
          </p:nvSpPr>
          <p:spPr>
            <a:xfrm>
              <a:off x="9010896" y="17430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2" name="pt53612"/>
            <p:cNvSpPr/>
            <p:nvPr/>
          </p:nvSpPr>
          <p:spPr>
            <a:xfrm>
              <a:off x="9054703" y="20914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3" name="pt53613"/>
            <p:cNvSpPr/>
            <p:nvPr/>
          </p:nvSpPr>
          <p:spPr>
            <a:xfrm>
              <a:off x="9123951" y="20368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4" name="pt53614"/>
            <p:cNvSpPr/>
            <p:nvPr/>
          </p:nvSpPr>
          <p:spPr>
            <a:xfrm>
              <a:off x="8312152" y="23349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5" name="pt53615"/>
            <p:cNvSpPr/>
            <p:nvPr/>
          </p:nvSpPr>
          <p:spPr>
            <a:xfrm>
              <a:off x="9218961" y="19524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6" name="pt53616"/>
            <p:cNvSpPr/>
            <p:nvPr/>
          </p:nvSpPr>
          <p:spPr>
            <a:xfrm>
              <a:off x="8588529" y="24095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7" name="pt53617"/>
            <p:cNvSpPr/>
            <p:nvPr/>
          </p:nvSpPr>
          <p:spPr>
            <a:xfrm>
              <a:off x="8312152" y="23711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8" name="pt53618"/>
            <p:cNvSpPr/>
            <p:nvPr/>
          </p:nvSpPr>
          <p:spPr>
            <a:xfrm>
              <a:off x="8312152" y="23911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9" name="pt53619"/>
            <p:cNvSpPr/>
            <p:nvPr/>
          </p:nvSpPr>
          <p:spPr>
            <a:xfrm>
              <a:off x="8312152" y="25232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0" name="pt53620"/>
            <p:cNvSpPr/>
            <p:nvPr/>
          </p:nvSpPr>
          <p:spPr>
            <a:xfrm>
              <a:off x="8901845" y="21716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1" name="pt53621"/>
            <p:cNvSpPr/>
            <p:nvPr/>
          </p:nvSpPr>
          <p:spPr>
            <a:xfrm>
              <a:off x="9288151" y="18841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2" name="pt53622"/>
            <p:cNvSpPr/>
            <p:nvPr/>
          </p:nvSpPr>
          <p:spPr>
            <a:xfrm>
              <a:off x="8381780" y="23826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3" name="pt53623"/>
            <p:cNvSpPr/>
            <p:nvPr/>
          </p:nvSpPr>
          <p:spPr>
            <a:xfrm>
              <a:off x="8646309" y="24990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4" name="pt53624"/>
            <p:cNvSpPr/>
            <p:nvPr/>
          </p:nvSpPr>
          <p:spPr>
            <a:xfrm>
              <a:off x="8588529" y="22305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5" name="pt53625"/>
            <p:cNvSpPr/>
            <p:nvPr/>
          </p:nvSpPr>
          <p:spPr>
            <a:xfrm>
              <a:off x="9326470" y="22239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6" name="pt53626"/>
            <p:cNvSpPr/>
            <p:nvPr/>
          </p:nvSpPr>
          <p:spPr>
            <a:xfrm>
              <a:off x="8431181" y="22454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7" name="pt53627"/>
            <p:cNvSpPr/>
            <p:nvPr/>
          </p:nvSpPr>
          <p:spPr>
            <a:xfrm>
              <a:off x="8604896" y="23729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8" name="pt53628"/>
            <p:cNvSpPr/>
            <p:nvPr/>
          </p:nvSpPr>
          <p:spPr>
            <a:xfrm>
              <a:off x="9034193" y="17403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9" name="pt53629"/>
            <p:cNvSpPr/>
            <p:nvPr/>
          </p:nvSpPr>
          <p:spPr>
            <a:xfrm>
              <a:off x="9120109" y="20726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0" name="pt53630"/>
            <p:cNvSpPr/>
            <p:nvPr/>
          </p:nvSpPr>
          <p:spPr>
            <a:xfrm>
              <a:off x="8987335" y="20232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1" name="pt53631"/>
            <p:cNvSpPr/>
            <p:nvPr/>
          </p:nvSpPr>
          <p:spPr>
            <a:xfrm>
              <a:off x="8570436" y="24490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2" name="pt53632"/>
            <p:cNvSpPr/>
            <p:nvPr/>
          </p:nvSpPr>
          <p:spPr>
            <a:xfrm>
              <a:off x="8707558" y="2275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3" name="pt53633"/>
            <p:cNvSpPr/>
            <p:nvPr/>
          </p:nvSpPr>
          <p:spPr>
            <a:xfrm>
              <a:off x="9215429" y="19735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4" name="pt53634"/>
            <p:cNvSpPr/>
            <p:nvPr/>
          </p:nvSpPr>
          <p:spPr>
            <a:xfrm>
              <a:off x="9076063" y="18990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5" name="pt53635"/>
            <p:cNvSpPr/>
            <p:nvPr/>
          </p:nvSpPr>
          <p:spPr>
            <a:xfrm>
              <a:off x="9135698" y="20209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6" name="pt53636"/>
            <p:cNvSpPr/>
            <p:nvPr/>
          </p:nvSpPr>
          <p:spPr>
            <a:xfrm>
              <a:off x="8550210" y="26641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7" name="pt53637"/>
            <p:cNvSpPr/>
            <p:nvPr/>
          </p:nvSpPr>
          <p:spPr>
            <a:xfrm>
              <a:off x="8765338" y="21704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8" name="pt53638"/>
            <p:cNvSpPr/>
            <p:nvPr/>
          </p:nvSpPr>
          <p:spPr>
            <a:xfrm>
              <a:off x="9010896" y="15212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9" name="pt53639"/>
            <p:cNvSpPr/>
            <p:nvPr/>
          </p:nvSpPr>
          <p:spPr>
            <a:xfrm>
              <a:off x="8817779" y="2098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0" name="pt53640"/>
            <p:cNvSpPr/>
            <p:nvPr/>
          </p:nvSpPr>
          <p:spPr>
            <a:xfrm>
              <a:off x="9227900" y="20824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1" name="pt53641"/>
            <p:cNvSpPr/>
            <p:nvPr/>
          </p:nvSpPr>
          <p:spPr>
            <a:xfrm>
              <a:off x="9187390" y="22836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2" name="pt53642"/>
            <p:cNvSpPr/>
            <p:nvPr/>
          </p:nvSpPr>
          <p:spPr>
            <a:xfrm>
              <a:off x="9088645" y="19875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3" name="pt53643"/>
            <p:cNvSpPr/>
            <p:nvPr/>
          </p:nvSpPr>
          <p:spPr>
            <a:xfrm>
              <a:off x="9216319" y="20073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4" name="pt53644"/>
            <p:cNvSpPr/>
            <p:nvPr/>
          </p:nvSpPr>
          <p:spPr>
            <a:xfrm>
              <a:off x="9074042" y="20922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5" name="pt53645"/>
            <p:cNvSpPr/>
            <p:nvPr/>
          </p:nvSpPr>
          <p:spPr>
            <a:xfrm>
              <a:off x="8588529" y="22695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6" name="pt53646"/>
            <p:cNvSpPr/>
            <p:nvPr/>
          </p:nvSpPr>
          <p:spPr>
            <a:xfrm>
              <a:off x="9169122" y="18997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7" name="pt53647"/>
            <p:cNvSpPr/>
            <p:nvPr/>
          </p:nvSpPr>
          <p:spPr>
            <a:xfrm>
              <a:off x="8527280" y="26774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8" name="pt53648"/>
            <p:cNvSpPr/>
            <p:nvPr/>
          </p:nvSpPr>
          <p:spPr>
            <a:xfrm>
              <a:off x="8381780" y="24319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9" name="pt53649"/>
            <p:cNvSpPr/>
            <p:nvPr/>
          </p:nvSpPr>
          <p:spPr>
            <a:xfrm>
              <a:off x="8312152" y="21481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0" name="pt53650"/>
            <p:cNvSpPr/>
            <p:nvPr/>
          </p:nvSpPr>
          <p:spPr>
            <a:xfrm>
              <a:off x="9576430" y="21080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1" name="pt53651"/>
            <p:cNvSpPr/>
            <p:nvPr/>
          </p:nvSpPr>
          <p:spPr>
            <a:xfrm>
              <a:off x="8943456" y="19164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2" name="pt53652"/>
            <p:cNvSpPr/>
            <p:nvPr/>
          </p:nvSpPr>
          <p:spPr>
            <a:xfrm>
              <a:off x="8932228" y="19649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3" name="pt53653"/>
            <p:cNvSpPr/>
            <p:nvPr/>
          </p:nvSpPr>
          <p:spPr>
            <a:xfrm>
              <a:off x="9197089" y="16404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4" name="pt53654"/>
            <p:cNvSpPr/>
            <p:nvPr/>
          </p:nvSpPr>
          <p:spPr>
            <a:xfrm>
              <a:off x="8500809" y="26128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5" name="pt53655"/>
            <p:cNvSpPr/>
            <p:nvPr/>
          </p:nvSpPr>
          <p:spPr>
            <a:xfrm>
              <a:off x="8500809" y="2695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6" name="pt53656"/>
            <p:cNvSpPr/>
            <p:nvPr/>
          </p:nvSpPr>
          <p:spPr>
            <a:xfrm>
              <a:off x="9037995" y="17184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7" name="pt53657"/>
            <p:cNvSpPr/>
            <p:nvPr/>
          </p:nvSpPr>
          <p:spPr>
            <a:xfrm>
              <a:off x="8646309" y="2351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8" name="pt53658"/>
            <p:cNvSpPr/>
            <p:nvPr/>
          </p:nvSpPr>
          <p:spPr>
            <a:xfrm>
              <a:off x="8312152" y="2410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9" name="pt53659"/>
            <p:cNvSpPr/>
            <p:nvPr/>
          </p:nvSpPr>
          <p:spPr>
            <a:xfrm>
              <a:off x="9001856" y="20825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0" name="pt53660"/>
            <p:cNvSpPr/>
            <p:nvPr/>
          </p:nvSpPr>
          <p:spPr>
            <a:xfrm>
              <a:off x="9054703" y="2205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1" name="pt53661"/>
            <p:cNvSpPr/>
            <p:nvPr/>
          </p:nvSpPr>
          <p:spPr>
            <a:xfrm>
              <a:off x="9185276" y="21808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2" name="pt53662"/>
            <p:cNvSpPr/>
            <p:nvPr/>
          </p:nvSpPr>
          <p:spPr>
            <a:xfrm>
              <a:off x="8570436" y="24764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3" name="pt53663"/>
            <p:cNvSpPr/>
            <p:nvPr/>
          </p:nvSpPr>
          <p:spPr>
            <a:xfrm>
              <a:off x="8971473" y="21622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4" name="pt53664"/>
            <p:cNvSpPr/>
            <p:nvPr/>
          </p:nvSpPr>
          <p:spPr>
            <a:xfrm>
              <a:off x="8500809" y="27036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5" name="pt53665"/>
            <p:cNvSpPr/>
            <p:nvPr/>
          </p:nvSpPr>
          <p:spPr>
            <a:xfrm>
              <a:off x="9453041" y="23229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6" name="pt53666"/>
            <p:cNvSpPr/>
            <p:nvPr/>
          </p:nvSpPr>
          <p:spPr>
            <a:xfrm>
              <a:off x="8381780" y="23526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7" name="pt53667"/>
            <p:cNvSpPr/>
            <p:nvPr/>
          </p:nvSpPr>
          <p:spPr>
            <a:xfrm>
              <a:off x="9319557" y="21325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8" name="pt53668"/>
            <p:cNvSpPr/>
            <p:nvPr/>
          </p:nvSpPr>
          <p:spPr>
            <a:xfrm>
              <a:off x="9197584" y="17126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9" name="pt53669"/>
            <p:cNvSpPr/>
            <p:nvPr/>
          </p:nvSpPr>
          <p:spPr>
            <a:xfrm>
              <a:off x="8500809" y="2653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0" name="pt53670"/>
            <p:cNvSpPr/>
            <p:nvPr/>
          </p:nvSpPr>
          <p:spPr>
            <a:xfrm>
              <a:off x="8826587" y="21857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1" name="pt53671"/>
            <p:cNvSpPr/>
            <p:nvPr/>
          </p:nvSpPr>
          <p:spPr>
            <a:xfrm>
              <a:off x="8698750" y="21789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2" name="pt53672"/>
            <p:cNvSpPr/>
            <p:nvPr/>
          </p:nvSpPr>
          <p:spPr>
            <a:xfrm>
              <a:off x="9423467" y="19649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3" name="pt53673"/>
            <p:cNvSpPr/>
            <p:nvPr/>
          </p:nvSpPr>
          <p:spPr>
            <a:xfrm>
              <a:off x="9461227" y="22604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4" name="pt53674"/>
            <p:cNvSpPr/>
            <p:nvPr/>
          </p:nvSpPr>
          <p:spPr>
            <a:xfrm>
              <a:off x="9414750" y="2123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5" name="pt53675"/>
            <p:cNvSpPr/>
            <p:nvPr/>
          </p:nvSpPr>
          <p:spPr>
            <a:xfrm>
              <a:off x="9174300" y="20187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6" name="pt53676"/>
            <p:cNvSpPr/>
            <p:nvPr/>
          </p:nvSpPr>
          <p:spPr>
            <a:xfrm>
              <a:off x="9286979" y="20203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7" name="pt53677"/>
            <p:cNvSpPr/>
            <p:nvPr/>
          </p:nvSpPr>
          <p:spPr>
            <a:xfrm>
              <a:off x="8633583" y="2180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8" name="pt53678"/>
            <p:cNvSpPr/>
            <p:nvPr/>
          </p:nvSpPr>
          <p:spPr>
            <a:xfrm>
              <a:off x="9256140" y="21209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9" name="pt53679"/>
            <p:cNvSpPr/>
            <p:nvPr/>
          </p:nvSpPr>
          <p:spPr>
            <a:xfrm>
              <a:off x="8949856" y="21215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0" name="pt53680"/>
            <p:cNvSpPr/>
            <p:nvPr/>
          </p:nvSpPr>
          <p:spPr>
            <a:xfrm>
              <a:off x="8588529" y="22048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1" name="pt53681"/>
            <p:cNvSpPr/>
            <p:nvPr/>
          </p:nvSpPr>
          <p:spPr>
            <a:xfrm>
              <a:off x="9222422" y="19497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2" name="pt53682"/>
            <p:cNvSpPr/>
            <p:nvPr/>
          </p:nvSpPr>
          <p:spPr>
            <a:xfrm>
              <a:off x="8793552" y="22589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3" name="pt53683"/>
            <p:cNvSpPr/>
            <p:nvPr/>
          </p:nvSpPr>
          <p:spPr>
            <a:xfrm>
              <a:off x="9037995" y="18114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4" name="pt53684"/>
            <p:cNvSpPr/>
            <p:nvPr/>
          </p:nvSpPr>
          <p:spPr>
            <a:xfrm>
              <a:off x="9667785" y="21118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5" name="pt53685"/>
            <p:cNvSpPr/>
            <p:nvPr/>
          </p:nvSpPr>
          <p:spPr>
            <a:xfrm>
              <a:off x="9301626" y="22122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6" name="pt53686"/>
            <p:cNvSpPr/>
            <p:nvPr/>
          </p:nvSpPr>
          <p:spPr>
            <a:xfrm>
              <a:off x="8993941" y="20241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7" name="pt53687"/>
            <p:cNvSpPr/>
            <p:nvPr/>
          </p:nvSpPr>
          <p:spPr>
            <a:xfrm>
              <a:off x="8949856" y="20701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8" name="pt53688"/>
            <p:cNvSpPr/>
            <p:nvPr/>
          </p:nvSpPr>
          <p:spPr>
            <a:xfrm>
              <a:off x="9538601" y="19385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9" name="pt53689"/>
            <p:cNvSpPr/>
            <p:nvPr/>
          </p:nvSpPr>
          <p:spPr>
            <a:xfrm>
              <a:off x="8469500" y="23857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0" name="pt53690"/>
            <p:cNvSpPr/>
            <p:nvPr/>
          </p:nvSpPr>
          <p:spPr>
            <a:xfrm>
              <a:off x="8679650" y="24501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1" name="pt53691"/>
            <p:cNvSpPr/>
            <p:nvPr/>
          </p:nvSpPr>
          <p:spPr>
            <a:xfrm>
              <a:off x="9525110" y="1650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2" name="pt53692"/>
            <p:cNvSpPr/>
            <p:nvPr/>
          </p:nvSpPr>
          <p:spPr>
            <a:xfrm>
              <a:off x="8312152" y="23768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3" name="pt53693"/>
            <p:cNvSpPr/>
            <p:nvPr/>
          </p:nvSpPr>
          <p:spPr>
            <a:xfrm>
              <a:off x="9564411" y="22185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4" name="pt53694"/>
            <p:cNvSpPr/>
            <p:nvPr/>
          </p:nvSpPr>
          <p:spPr>
            <a:xfrm>
              <a:off x="8669239" y="22909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5" name="pt53695"/>
            <p:cNvSpPr/>
            <p:nvPr/>
          </p:nvSpPr>
          <p:spPr>
            <a:xfrm>
              <a:off x="9427665" y="18824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6" name="pt53696"/>
            <p:cNvSpPr/>
            <p:nvPr/>
          </p:nvSpPr>
          <p:spPr>
            <a:xfrm>
              <a:off x="9020874" y="1790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7" name="pt53697"/>
            <p:cNvSpPr/>
            <p:nvPr/>
          </p:nvSpPr>
          <p:spPr>
            <a:xfrm>
              <a:off x="8881273" y="21969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8" name="pt53698"/>
            <p:cNvSpPr/>
            <p:nvPr/>
          </p:nvSpPr>
          <p:spPr>
            <a:xfrm>
              <a:off x="9120109" y="22082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9" name="pt53699"/>
            <p:cNvSpPr/>
            <p:nvPr/>
          </p:nvSpPr>
          <p:spPr>
            <a:xfrm>
              <a:off x="9104672" y="22593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0" name="pt53700"/>
            <p:cNvSpPr/>
            <p:nvPr/>
          </p:nvSpPr>
          <p:spPr>
            <a:xfrm>
              <a:off x="9142651" y="20713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1" name="pt53701"/>
            <p:cNvSpPr/>
            <p:nvPr/>
          </p:nvSpPr>
          <p:spPr>
            <a:xfrm>
              <a:off x="8890393" y="20411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2" name="pt53702"/>
            <p:cNvSpPr/>
            <p:nvPr/>
          </p:nvSpPr>
          <p:spPr>
            <a:xfrm>
              <a:off x="9155766" y="19377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3" name="pt53703"/>
            <p:cNvSpPr/>
            <p:nvPr/>
          </p:nvSpPr>
          <p:spPr>
            <a:xfrm>
              <a:off x="9110522" y="21814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4" name="pt53704"/>
            <p:cNvSpPr/>
            <p:nvPr/>
          </p:nvSpPr>
          <p:spPr>
            <a:xfrm>
              <a:off x="9027663" y="19256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5" name="pt53705"/>
            <p:cNvSpPr/>
            <p:nvPr/>
          </p:nvSpPr>
          <p:spPr>
            <a:xfrm>
              <a:off x="9022254" y="16830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6" name="pt53706"/>
            <p:cNvSpPr/>
            <p:nvPr/>
          </p:nvSpPr>
          <p:spPr>
            <a:xfrm>
              <a:off x="9079049" y="20052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7" name="pt53707"/>
            <p:cNvSpPr/>
            <p:nvPr/>
          </p:nvSpPr>
          <p:spPr>
            <a:xfrm>
              <a:off x="9184210" y="21031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8" name="pt53708"/>
            <p:cNvSpPr/>
            <p:nvPr/>
          </p:nvSpPr>
          <p:spPr>
            <a:xfrm>
              <a:off x="9158273" y="19422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9" name="pt53709"/>
            <p:cNvSpPr/>
            <p:nvPr/>
          </p:nvSpPr>
          <p:spPr>
            <a:xfrm>
              <a:off x="8500809" y="26358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0" name="pt53710"/>
            <p:cNvSpPr/>
            <p:nvPr/>
          </p:nvSpPr>
          <p:spPr>
            <a:xfrm>
              <a:off x="8980466" y="19799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1" name="pt53711"/>
            <p:cNvSpPr/>
            <p:nvPr/>
          </p:nvSpPr>
          <p:spPr>
            <a:xfrm>
              <a:off x="8570436" y="25889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2" name="pt53712"/>
            <p:cNvSpPr/>
            <p:nvPr/>
          </p:nvSpPr>
          <p:spPr>
            <a:xfrm>
              <a:off x="8431181" y="24060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3" name="pt53713"/>
            <p:cNvSpPr/>
            <p:nvPr/>
          </p:nvSpPr>
          <p:spPr>
            <a:xfrm>
              <a:off x="9050093" y="22399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4" name="pt53714"/>
            <p:cNvSpPr/>
            <p:nvPr/>
          </p:nvSpPr>
          <p:spPr>
            <a:xfrm>
              <a:off x="9077064" y="20977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5" name="pt53715"/>
            <p:cNvSpPr/>
            <p:nvPr/>
          </p:nvSpPr>
          <p:spPr>
            <a:xfrm>
              <a:off x="8803657" y="21416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6" name="pt53716"/>
            <p:cNvSpPr/>
            <p:nvPr/>
          </p:nvSpPr>
          <p:spPr>
            <a:xfrm>
              <a:off x="9501180" y="2240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7" name="pt53717"/>
            <p:cNvSpPr/>
            <p:nvPr/>
          </p:nvSpPr>
          <p:spPr>
            <a:xfrm>
              <a:off x="9434026" y="18792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8" name="pt53718"/>
            <p:cNvSpPr/>
            <p:nvPr/>
          </p:nvSpPr>
          <p:spPr>
            <a:xfrm>
              <a:off x="9034193" y="18296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9" name="pt53719"/>
            <p:cNvSpPr/>
            <p:nvPr/>
          </p:nvSpPr>
          <p:spPr>
            <a:xfrm>
              <a:off x="8669239" y="23687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0" name="pt53720"/>
            <p:cNvSpPr/>
            <p:nvPr/>
          </p:nvSpPr>
          <p:spPr>
            <a:xfrm>
              <a:off x="9027663" y="17856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1" name="pt53721"/>
            <p:cNvSpPr/>
            <p:nvPr/>
          </p:nvSpPr>
          <p:spPr>
            <a:xfrm>
              <a:off x="8752612" y="22103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2" name="pt53722"/>
            <p:cNvSpPr/>
            <p:nvPr/>
          </p:nvSpPr>
          <p:spPr>
            <a:xfrm>
              <a:off x="9098616" y="19604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3" name="pt53723"/>
            <p:cNvSpPr/>
            <p:nvPr/>
          </p:nvSpPr>
          <p:spPr>
            <a:xfrm>
              <a:off x="8312152" y="24511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4" name="pt53724"/>
            <p:cNvSpPr/>
            <p:nvPr/>
          </p:nvSpPr>
          <p:spPr>
            <a:xfrm>
              <a:off x="8723925" y="21498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5" name="pt53725"/>
            <p:cNvSpPr/>
            <p:nvPr/>
          </p:nvSpPr>
          <p:spPr>
            <a:xfrm>
              <a:off x="9242219" y="1784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6" name="pt53726"/>
            <p:cNvSpPr/>
            <p:nvPr/>
          </p:nvSpPr>
          <p:spPr>
            <a:xfrm>
              <a:off x="8431181" y="24897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7" name="pt53727"/>
            <p:cNvSpPr/>
            <p:nvPr/>
          </p:nvSpPr>
          <p:spPr>
            <a:xfrm>
              <a:off x="9185276" y="22298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8" name="pt53728"/>
            <p:cNvSpPr/>
            <p:nvPr/>
          </p:nvSpPr>
          <p:spPr>
            <a:xfrm>
              <a:off x="8723925" y="22985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9" name="pt53729"/>
            <p:cNvSpPr/>
            <p:nvPr/>
          </p:nvSpPr>
          <p:spPr>
            <a:xfrm>
              <a:off x="9047741" y="21734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0" name="pt53730"/>
            <p:cNvSpPr/>
            <p:nvPr/>
          </p:nvSpPr>
          <p:spPr>
            <a:xfrm>
              <a:off x="9195593" y="22450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1" name="pt53731"/>
            <p:cNvSpPr/>
            <p:nvPr/>
          </p:nvSpPr>
          <p:spPr>
            <a:xfrm>
              <a:off x="8752612" y="21533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2" name="pt53732"/>
            <p:cNvSpPr/>
            <p:nvPr/>
          </p:nvSpPr>
          <p:spPr>
            <a:xfrm>
              <a:off x="9084871" y="19184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3" name="pt53733"/>
            <p:cNvSpPr/>
            <p:nvPr/>
          </p:nvSpPr>
          <p:spPr>
            <a:xfrm>
              <a:off x="8846813" y="19771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4" name="pt53734"/>
            <p:cNvSpPr/>
            <p:nvPr/>
          </p:nvSpPr>
          <p:spPr>
            <a:xfrm>
              <a:off x="9525110" y="19226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5" name="pt53735"/>
            <p:cNvSpPr/>
            <p:nvPr/>
          </p:nvSpPr>
          <p:spPr>
            <a:xfrm>
              <a:off x="9179876" y="1894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6" name="pt53736"/>
            <p:cNvSpPr/>
            <p:nvPr/>
          </p:nvSpPr>
          <p:spPr>
            <a:xfrm>
              <a:off x="8738867" y="21869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7" name="pt53737"/>
            <p:cNvSpPr/>
            <p:nvPr/>
          </p:nvSpPr>
          <p:spPr>
            <a:xfrm>
              <a:off x="8500809" y="26345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8" name="pt53738"/>
            <p:cNvSpPr/>
            <p:nvPr/>
          </p:nvSpPr>
          <p:spPr>
            <a:xfrm>
              <a:off x="9562708" y="19806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9" name="pt53739"/>
            <p:cNvSpPr/>
            <p:nvPr/>
          </p:nvSpPr>
          <p:spPr>
            <a:xfrm>
              <a:off x="8500809" y="26748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0" name="pt53740"/>
            <p:cNvSpPr/>
            <p:nvPr/>
          </p:nvSpPr>
          <p:spPr>
            <a:xfrm>
              <a:off x="8907297" y="21139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1" name="pt53741"/>
            <p:cNvSpPr/>
            <p:nvPr/>
          </p:nvSpPr>
          <p:spPr>
            <a:xfrm>
              <a:off x="9087709" y="19979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2" name="pt53742"/>
            <p:cNvSpPr/>
            <p:nvPr/>
          </p:nvSpPr>
          <p:spPr>
            <a:xfrm>
              <a:off x="8312152" y="24732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3" name="pt53743"/>
            <p:cNvSpPr/>
            <p:nvPr/>
          </p:nvSpPr>
          <p:spPr>
            <a:xfrm>
              <a:off x="9319557" y="21915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4" name="pt53744"/>
            <p:cNvSpPr/>
            <p:nvPr/>
          </p:nvSpPr>
          <p:spPr>
            <a:xfrm>
              <a:off x="8604896" y="23440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5" name="pt53745"/>
            <p:cNvSpPr/>
            <p:nvPr/>
          </p:nvSpPr>
          <p:spPr>
            <a:xfrm>
              <a:off x="8469500" y="23189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6" name="pt53746"/>
            <p:cNvSpPr/>
            <p:nvPr/>
          </p:nvSpPr>
          <p:spPr>
            <a:xfrm>
              <a:off x="8956027" y="21720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7" name="pt53747"/>
            <p:cNvSpPr/>
            <p:nvPr/>
          </p:nvSpPr>
          <p:spPr>
            <a:xfrm>
              <a:off x="9642404" y="22072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8" name="pt53748"/>
            <p:cNvSpPr/>
            <p:nvPr/>
          </p:nvSpPr>
          <p:spPr>
            <a:xfrm>
              <a:off x="9259278" y="21499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9" name="pt53749"/>
            <p:cNvSpPr/>
            <p:nvPr/>
          </p:nvSpPr>
          <p:spPr>
            <a:xfrm>
              <a:off x="8679650" y="24455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0" name="pt53750"/>
            <p:cNvSpPr/>
            <p:nvPr/>
          </p:nvSpPr>
          <p:spPr>
            <a:xfrm>
              <a:off x="8987335" y="20913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1" name="pt53751"/>
            <p:cNvSpPr/>
            <p:nvPr/>
          </p:nvSpPr>
          <p:spPr>
            <a:xfrm>
              <a:off x="9576430" y="18825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2" name="pt53752"/>
            <p:cNvSpPr/>
            <p:nvPr/>
          </p:nvSpPr>
          <p:spPr>
            <a:xfrm>
              <a:off x="8381780" y="23540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3" name="pt53753"/>
            <p:cNvSpPr/>
            <p:nvPr/>
          </p:nvSpPr>
          <p:spPr>
            <a:xfrm>
              <a:off x="9294459" y="19143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4" name="pt53754"/>
            <p:cNvSpPr/>
            <p:nvPr/>
          </p:nvSpPr>
          <p:spPr>
            <a:xfrm>
              <a:off x="9242219" y="17918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5" name="pt53755"/>
            <p:cNvSpPr/>
            <p:nvPr/>
          </p:nvSpPr>
          <p:spPr>
            <a:xfrm>
              <a:off x="9031610" y="17515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6" name="pt53756"/>
            <p:cNvSpPr/>
            <p:nvPr/>
          </p:nvSpPr>
          <p:spPr>
            <a:xfrm>
              <a:off x="8782816" y="2089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7" name="pt53757"/>
            <p:cNvSpPr/>
            <p:nvPr/>
          </p:nvSpPr>
          <p:spPr>
            <a:xfrm>
              <a:off x="8646309" y="23824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8" name="pt53758"/>
            <p:cNvSpPr/>
            <p:nvPr/>
          </p:nvSpPr>
          <p:spPr>
            <a:xfrm>
              <a:off x="8633583" y="20659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9" name="pt53759"/>
            <p:cNvSpPr/>
            <p:nvPr/>
          </p:nvSpPr>
          <p:spPr>
            <a:xfrm>
              <a:off x="8904593" y="21297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0" name="pt53760"/>
            <p:cNvSpPr/>
            <p:nvPr/>
          </p:nvSpPr>
          <p:spPr>
            <a:xfrm>
              <a:off x="8868306" y="22512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1" name="pt53761"/>
            <p:cNvSpPr/>
            <p:nvPr/>
          </p:nvSpPr>
          <p:spPr>
            <a:xfrm>
              <a:off x="8817779" y="21408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2" name="pt53762"/>
            <p:cNvSpPr/>
            <p:nvPr/>
          </p:nvSpPr>
          <p:spPr>
            <a:xfrm>
              <a:off x="8500809" y="26625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3" name="pt53763"/>
            <p:cNvSpPr/>
            <p:nvPr/>
          </p:nvSpPr>
          <p:spPr>
            <a:xfrm>
              <a:off x="8752612" y="21821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4" name="pt53764"/>
            <p:cNvSpPr/>
            <p:nvPr/>
          </p:nvSpPr>
          <p:spPr>
            <a:xfrm>
              <a:off x="9189996" y="21599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5" name="pt53765"/>
            <p:cNvSpPr/>
            <p:nvPr/>
          </p:nvSpPr>
          <p:spPr>
            <a:xfrm>
              <a:off x="9268690" y="19634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6" name="pt53766"/>
            <p:cNvSpPr/>
            <p:nvPr/>
          </p:nvSpPr>
          <p:spPr>
            <a:xfrm>
              <a:off x="9115383" y="2023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7" name="pt53767"/>
            <p:cNvSpPr/>
            <p:nvPr/>
          </p:nvSpPr>
          <p:spPr>
            <a:xfrm>
              <a:off x="8500809" y="26746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8" name="pt53768"/>
            <p:cNvSpPr/>
            <p:nvPr/>
          </p:nvSpPr>
          <p:spPr>
            <a:xfrm>
              <a:off x="8993941" y="21408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9" name="pt53769"/>
            <p:cNvSpPr/>
            <p:nvPr/>
          </p:nvSpPr>
          <p:spPr>
            <a:xfrm>
              <a:off x="8500809" y="25029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0" name="pt53770"/>
            <p:cNvSpPr/>
            <p:nvPr/>
          </p:nvSpPr>
          <p:spPr>
            <a:xfrm>
              <a:off x="8956027" y="21226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1" name="pt53771"/>
            <p:cNvSpPr/>
            <p:nvPr/>
          </p:nvSpPr>
          <p:spPr>
            <a:xfrm>
              <a:off x="9090502" y="17977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2" name="pt53772"/>
            <p:cNvSpPr/>
            <p:nvPr/>
          </p:nvSpPr>
          <p:spPr>
            <a:xfrm>
              <a:off x="9177111" y="19599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3" name="pt53773"/>
            <p:cNvSpPr/>
            <p:nvPr/>
          </p:nvSpPr>
          <p:spPr>
            <a:xfrm>
              <a:off x="8929892" y="15717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4" name="pt53774"/>
            <p:cNvSpPr/>
            <p:nvPr/>
          </p:nvSpPr>
          <p:spPr>
            <a:xfrm>
              <a:off x="8963923" y="22640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5" name="pt53775"/>
            <p:cNvSpPr/>
            <p:nvPr/>
          </p:nvSpPr>
          <p:spPr>
            <a:xfrm>
              <a:off x="8731558" y="22060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6" name="pt53776"/>
            <p:cNvSpPr/>
            <p:nvPr/>
          </p:nvSpPr>
          <p:spPr>
            <a:xfrm>
              <a:off x="9486369" y="24182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7" name="pt53777"/>
            <p:cNvSpPr/>
            <p:nvPr/>
          </p:nvSpPr>
          <p:spPr>
            <a:xfrm>
              <a:off x="9389022" y="21615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8" name="pt53778"/>
            <p:cNvSpPr/>
            <p:nvPr/>
          </p:nvSpPr>
          <p:spPr>
            <a:xfrm>
              <a:off x="8992313" y="18157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9" name="pt53779"/>
            <p:cNvSpPr/>
            <p:nvPr/>
          </p:nvSpPr>
          <p:spPr>
            <a:xfrm>
              <a:off x="8381780" y="23411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0" name="pt53780"/>
            <p:cNvSpPr/>
            <p:nvPr/>
          </p:nvSpPr>
          <p:spPr>
            <a:xfrm>
              <a:off x="9550412" y="21106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1" name="pt53781"/>
            <p:cNvSpPr/>
            <p:nvPr/>
          </p:nvSpPr>
          <p:spPr>
            <a:xfrm>
              <a:off x="8588529" y="21714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2" name="pt53782"/>
            <p:cNvSpPr/>
            <p:nvPr/>
          </p:nvSpPr>
          <p:spPr>
            <a:xfrm>
              <a:off x="8619838" y="22878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3" name="pt53783"/>
            <p:cNvSpPr/>
            <p:nvPr/>
          </p:nvSpPr>
          <p:spPr>
            <a:xfrm>
              <a:off x="9259278" y="21376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4" name="pt53784"/>
            <p:cNvSpPr/>
            <p:nvPr/>
          </p:nvSpPr>
          <p:spPr>
            <a:xfrm>
              <a:off x="8731558" y="20733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5" name="pt53785"/>
            <p:cNvSpPr/>
            <p:nvPr/>
          </p:nvSpPr>
          <p:spPr>
            <a:xfrm>
              <a:off x="8633583" y="20246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6" name="pt53786"/>
            <p:cNvSpPr/>
            <p:nvPr/>
          </p:nvSpPr>
          <p:spPr>
            <a:xfrm>
              <a:off x="8619838" y="22756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7" name="pt53787"/>
            <p:cNvSpPr/>
            <p:nvPr/>
          </p:nvSpPr>
          <p:spPr>
            <a:xfrm>
              <a:off x="8738867" y="21667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8" name="pt53788"/>
            <p:cNvSpPr/>
            <p:nvPr/>
          </p:nvSpPr>
          <p:spPr>
            <a:xfrm>
              <a:off x="9030305" y="20153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9" name="pt53789"/>
            <p:cNvSpPr/>
            <p:nvPr/>
          </p:nvSpPr>
          <p:spPr>
            <a:xfrm>
              <a:off x="8469500" y="21385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0" name="pt53790"/>
            <p:cNvSpPr/>
            <p:nvPr/>
          </p:nvSpPr>
          <p:spPr>
            <a:xfrm>
              <a:off x="9037995" y="18550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1" name="pt53791"/>
            <p:cNvSpPr/>
            <p:nvPr/>
          </p:nvSpPr>
          <p:spPr>
            <a:xfrm>
              <a:off x="9326470" y="21196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2" name="pt53792"/>
            <p:cNvSpPr/>
            <p:nvPr/>
          </p:nvSpPr>
          <p:spPr>
            <a:xfrm>
              <a:off x="9058082" y="18984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3" name="pt53793"/>
            <p:cNvSpPr/>
            <p:nvPr/>
          </p:nvSpPr>
          <p:spPr>
            <a:xfrm>
              <a:off x="8588529" y="23310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4" name="pt53794"/>
            <p:cNvSpPr/>
            <p:nvPr/>
          </p:nvSpPr>
          <p:spPr>
            <a:xfrm>
              <a:off x="8803657" y="22157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5" name="pt53795"/>
            <p:cNvSpPr/>
            <p:nvPr/>
          </p:nvSpPr>
          <p:spPr>
            <a:xfrm>
              <a:off x="9010896" y="14518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6" name="pt53796"/>
            <p:cNvSpPr/>
            <p:nvPr/>
          </p:nvSpPr>
          <p:spPr>
            <a:xfrm>
              <a:off x="9074042" y="21732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7" name="pt53797"/>
            <p:cNvSpPr/>
            <p:nvPr/>
          </p:nvSpPr>
          <p:spPr>
            <a:xfrm>
              <a:off x="8971473" y="22093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8" name="pt53798"/>
            <p:cNvSpPr/>
            <p:nvPr/>
          </p:nvSpPr>
          <p:spPr>
            <a:xfrm>
              <a:off x="9715521" y="23132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9" name="pt53799"/>
            <p:cNvSpPr/>
            <p:nvPr/>
          </p:nvSpPr>
          <p:spPr>
            <a:xfrm>
              <a:off x="9076063" y="19157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0" name="pt53800"/>
            <p:cNvSpPr/>
            <p:nvPr/>
          </p:nvSpPr>
          <p:spPr>
            <a:xfrm>
              <a:off x="8929892" y="18145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1" name="pt53801"/>
            <p:cNvSpPr/>
            <p:nvPr/>
          </p:nvSpPr>
          <p:spPr>
            <a:xfrm>
              <a:off x="9090502" y="17973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2" name="pt53802"/>
            <p:cNvSpPr/>
            <p:nvPr/>
          </p:nvSpPr>
          <p:spPr>
            <a:xfrm>
              <a:off x="8813199" y="19164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3" name="pt53803"/>
            <p:cNvSpPr/>
            <p:nvPr/>
          </p:nvSpPr>
          <p:spPr>
            <a:xfrm>
              <a:off x="9321732" y="1949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4" name="pt53804"/>
            <p:cNvSpPr/>
            <p:nvPr/>
          </p:nvSpPr>
          <p:spPr>
            <a:xfrm>
              <a:off x="9151289" y="20176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5" name="pt53805"/>
            <p:cNvSpPr/>
            <p:nvPr/>
          </p:nvSpPr>
          <p:spPr>
            <a:xfrm>
              <a:off x="8738867" y="23093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6" name="pt53806"/>
            <p:cNvSpPr/>
            <p:nvPr/>
          </p:nvSpPr>
          <p:spPr>
            <a:xfrm>
              <a:off x="8658156" y="23429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7" name="pt53807"/>
            <p:cNvSpPr/>
            <p:nvPr/>
          </p:nvSpPr>
          <p:spPr>
            <a:xfrm>
              <a:off x="8312152" y="26270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8" name="pt53808"/>
            <p:cNvSpPr/>
            <p:nvPr/>
          </p:nvSpPr>
          <p:spPr>
            <a:xfrm>
              <a:off x="8527280" y="25415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9" name="pt53809"/>
            <p:cNvSpPr/>
            <p:nvPr/>
          </p:nvSpPr>
          <p:spPr>
            <a:xfrm>
              <a:off x="8312152" y="2582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0" name="pt53810"/>
            <p:cNvSpPr/>
            <p:nvPr/>
          </p:nvSpPr>
          <p:spPr>
            <a:xfrm>
              <a:off x="8312152" y="23681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1" name="pt53811"/>
            <p:cNvSpPr/>
            <p:nvPr/>
          </p:nvSpPr>
          <p:spPr>
            <a:xfrm>
              <a:off x="8945616" y="20508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2" name="pt53812"/>
            <p:cNvSpPr/>
            <p:nvPr/>
          </p:nvSpPr>
          <p:spPr>
            <a:xfrm>
              <a:off x="8798679" y="20898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3" name="pt53813"/>
            <p:cNvSpPr/>
            <p:nvPr/>
          </p:nvSpPr>
          <p:spPr>
            <a:xfrm>
              <a:off x="8381780" y="22716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4" name="pt53814"/>
            <p:cNvSpPr/>
            <p:nvPr/>
          </p:nvSpPr>
          <p:spPr>
            <a:xfrm>
              <a:off x="8731558" y="22914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5" name="pt53815"/>
            <p:cNvSpPr/>
            <p:nvPr/>
          </p:nvSpPr>
          <p:spPr>
            <a:xfrm>
              <a:off x="9102103" y="22364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6" name="pt53816"/>
            <p:cNvSpPr/>
            <p:nvPr/>
          </p:nvSpPr>
          <p:spPr>
            <a:xfrm>
              <a:off x="9178222" y="19542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7" name="pt53817"/>
            <p:cNvSpPr/>
            <p:nvPr/>
          </p:nvSpPr>
          <p:spPr>
            <a:xfrm>
              <a:off x="8899053" y="21293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8" name="pt53818"/>
            <p:cNvSpPr/>
            <p:nvPr/>
          </p:nvSpPr>
          <p:spPr>
            <a:xfrm>
              <a:off x="9423467" y="18608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9" name="pt53819"/>
            <p:cNvSpPr/>
            <p:nvPr/>
          </p:nvSpPr>
          <p:spPr>
            <a:xfrm>
              <a:off x="9020874" y="17204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0" name="pt53820"/>
            <p:cNvSpPr/>
            <p:nvPr/>
          </p:nvSpPr>
          <p:spPr>
            <a:xfrm>
              <a:off x="9750516" y="24537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1" name="pt53821"/>
            <p:cNvSpPr/>
            <p:nvPr/>
          </p:nvSpPr>
          <p:spPr>
            <a:xfrm>
              <a:off x="8698750" y="19197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2" name="pt53822"/>
            <p:cNvSpPr/>
            <p:nvPr/>
          </p:nvSpPr>
          <p:spPr>
            <a:xfrm>
              <a:off x="8500809" y="27631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3" name="pt53823"/>
            <p:cNvSpPr/>
            <p:nvPr/>
          </p:nvSpPr>
          <p:spPr>
            <a:xfrm>
              <a:off x="9564411" y="21871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4" name="pt53824"/>
            <p:cNvSpPr/>
            <p:nvPr/>
          </p:nvSpPr>
          <p:spPr>
            <a:xfrm>
              <a:off x="8500809" y="23793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5" name="pt53825"/>
            <p:cNvSpPr/>
            <p:nvPr/>
          </p:nvSpPr>
          <p:spPr>
            <a:xfrm>
              <a:off x="9756959" y="23163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6" name="pt53826"/>
            <p:cNvSpPr/>
            <p:nvPr/>
          </p:nvSpPr>
          <p:spPr>
            <a:xfrm>
              <a:off x="9010896" y="1569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7" name="pt53827"/>
            <p:cNvSpPr/>
            <p:nvPr/>
          </p:nvSpPr>
          <p:spPr>
            <a:xfrm>
              <a:off x="8469500" y="2515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8" name="pt53828"/>
            <p:cNvSpPr/>
            <p:nvPr/>
          </p:nvSpPr>
          <p:spPr>
            <a:xfrm>
              <a:off x="9359136" y="21070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9" name="pt53829"/>
            <p:cNvSpPr/>
            <p:nvPr/>
          </p:nvSpPr>
          <p:spPr>
            <a:xfrm>
              <a:off x="9044150" y="17741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0" name="pt53830"/>
            <p:cNvSpPr/>
            <p:nvPr/>
          </p:nvSpPr>
          <p:spPr>
            <a:xfrm>
              <a:off x="8633583" y="22241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1" name="pt53831"/>
            <p:cNvSpPr/>
            <p:nvPr/>
          </p:nvSpPr>
          <p:spPr>
            <a:xfrm>
              <a:off x="8633583" y="20467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2" name="pt53832"/>
            <p:cNvSpPr/>
            <p:nvPr/>
          </p:nvSpPr>
          <p:spPr>
            <a:xfrm>
              <a:off x="8745877" y="21069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3" name="pt53833"/>
            <p:cNvSpPr/>
            <p:nvPr/>
          </p:nvSpPr>
          <p:spPr>
            <a:xfrm>
              <a:off x="9218961" y="1934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4" name="pt53834"/>
            <p:cNvSpPr/>
            <p:nvPr/>
          </p:nvSpPr>
          <p:spPr>
            <a:xfrm>
              <a:off x="8752612" y="23073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5" name="pt53835"/>
            <p:cNvSpPr/>
            <p:nvPr/>
          </p:nvSpPr>
          <p:spPr>
            <a:xfrm>
              <a:off x="8633583" y="21031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6" name="pt53836"/>
            <p:cNvSpPr/>
            <p:nvPr/>
          </p:nvSpPr>
          <p:spPr>
            <a:xfrm>
              <a:off x="8788268" y="20715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7" name="pt53837"/>
            <p:cNvSpPr/>
            <p:nvPr/>
          </p:nvSpPr>
          <p:spPr>
            <a:xfrm>
              <a:off x="8798679" y="21216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8" name="pt53838"/>
            <p:cNvSpPr/>
            <p:nvPr/>
          </p:nvSpPr>
          <p:spPr>
            <a:xfrm>
              <a:off x="9100368" y="20910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9" name="pt53839"/>
            <p:cNvSpPr/>
            <p:nvPr/>
          </p:nvSpPr>
          <p:spPr>
            <a:xfrm>
              <a:off x="9090502" y="17022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0" name="pt53840"/>
            <p:cNvSpPr/>
            <p:nvPr/>
          </p:nvSpPr>
          <p:spPr>
            <a:xfrm>
              <a:off x="9032906" y="19523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1" name="pt53841"/>
            <p:cNvSpPr/>
            <p:nvPr/>
          </p:nvSpPr>
          <p:spPr>
            <a:xfrm>
              <a:off x="8830827" y="21115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2" name="pt53842"/>
            <p:cNvSpPr/>
            <p:nvPr/>
          </p:nvSpPr>
          <p:spPr>
            <a:xfrm>
              <a:off x="8927523" y="17106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3" name="pt53843"/>
            <p:cNvSpPr/>
            <p:nvPr/>
          </p:nvSpPr>
          <p:spPr>
            <a:xfrm>
              <a:off x="8588529" y="23042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4" name="pt53844"/>
            <p:cNvSpPr/>
            <p:nvPr/>
          </p:nvSpPr>
          <p:spPr>
            <a:xfrm>
              <a:off x="8980466" y="20018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5" name="pt53845"/>
            <p:cNvSpPr/>
            <p:nvPr/>
          </p:nvSpPr>
          <p:spPr>
            <a:xfrm>
              <a:off x="8500809" y="24213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6" name="pt53846"/>
            <p:cNvSpPr/>
            <p:nvPr/>
          </p:nvSpPr>
          <p:spPr>
            <a:xfrm>
              <a:off x="9652003" y="23365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7" name="pt53847"/>
            <p:cNvSpPr/>
            <p:nvPr/>
          </p:nvSpPr>
          <p:spPr>
            <a:xfrm>
              <a:off x="8550210" y="26366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8" name="pt53848"/>
            <p:cNvSpPr/>
            <p:nvPr/>
          </p:nvSpPr>
          <p:spPr>
            <a:xfrm>
              <a:off x="9010896" y="17445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9" name="pt53849"/>
            <p:cNvSpPr/>
            <p:nvPr/>
          </p:nvSpPr>
          <p:spPr>
            <a:xfrm>
              <a:off x="8312152" y="2558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0" name="pt53850"/>
            <p:cNvSpPr/>
            <p:nvPr/>
          </p:nvSpPr>
          <p:spPr>
            <a:xfrm>
              <a:off x="9329710" y="22055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1" name="pt53851"/>
            <p:cNvSpPr/>
            <p:nvPr/>
          </p:nvSpPr>
          <p:spPr>
            <a:xfrm>
              <a:off x="8782816" y="20409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2" name="pt53852"/>
            <p:cNvSpPr/>
            <p:nvPr/>
          </p:nvSpPr>
          <p:spPr>
            <a:xfrm>
              <a:off x="8431181" y="24148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3" name="pt53853"/>
            <p:cNvSpPr/>
            <p:nvPr/>
          </p:nvSpPr>
          <p:spPr>
            <a:xfrm>
              <a:off x="8431181" y="23210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4" name="pt53854"/>
            <p:cNvSpPr/>
            <p:nvPr/>
          </p:nvSpPr>
          <p:spPr>
            <a:xfrm>
              <a:off x="8707558" y="22816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5" name="pt53855"/>
            <p:cNvSpPr/>
            <p:nvPr/>
          </p:nvSpPr>
          <p:spPr>
            <a:xfrm>
              <a:off x="8431181" y="24231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6" name="pt53856"/>
            <p:cNvSpPr/>
            <p:nvPr/>
          </p:nvSpPr>
          <p:spPr>
            <a:xfrm>
              <a:off x="9434026" y="19380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7" name="pt53857"/>
            <p:cNvSpPr/>
            <p:nvPr/>
          </p:nvSpPr>
          <p:spPr>
            <a:xfrm>
              <a:off x="9222422" y="20076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8" name="pt53858"/>
            <p:cNvSpPr/>
            <p:nvPr/>
          </p:nvSpPr>
          <p:spPr>
            <a:xfrm>
              <a:off x="9471970" y="23170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9" name="pt53859"/>
            <p:cNvSpPr/>
            <p:nvPr/>
          </p:nvSpPr>
          <p:spPr>
            <a:xfrm>
              <a:off x="9044150" y="17933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0" name="pt53860"/>
            <p:cNvSpPr/>
            <p:nvPr/>
          </p:nvSpPr>
          <p:spPr>
            <a:xfrm>
              <a:off x="9010896" y="18160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1" name="pt53861"/>
            <p:cNvSpPr/>
            <p:nvPr/>
          </p:nvSpPr>
          <p:spPr>
            <a:xfrm>
              <a:off x="8312152" y="23928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2" name="pt53862"/>
            <p:cNvSpPr/>
            <p:nvPr/>
          </p:nvSpPr>
          <p:spPr>
            <a:xfrm>
              <a:off x="9039244" y="16982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3" name="pt53863"/>
            <p:cNvSpPr/>
            <p:nvPr/>
          </p:nvSpPr>
          <p:spPr>
            <a:xfrm>
              <a:off x="8884367" y="20154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4" name="pt53864"/>
            <p:cNvSpPr/>
            <p:nvPr/>
          </p:nvSpPr>
          <p:spPr>
            <a:xfrm>
              <a:off x="9898409" y="2546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5" name="pt53865"/>
            <p:cNvSpPr/>
            <p:nvPr/>
          </p:nvSpPr>
          <p:spPr>
            <a:xfrm>
              <a:off x="8971473" y="22857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6" name="pt53866"/>
            <p:cNvSpPr/>
            <p:nvPr/>
          </p:nvSpPr>
          <p:spPr>
            <a:xfrm>
              <a:off x="9507319" y="23097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7" name="pt53867"/>
            <p:cNvSpPr/>
            <p:nvPr/>
          </p:nvSpPr>
          <p:spPr>
            <a:xfrm>
              <a:off x="9620546" y="24955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8" name="pt53868"/>
            <p:cNvSpPr/>
            <p:nvPr/>
          </p:nvSpPr>
          <p:spPr>
            <a:xfrm>
              <a:off x="8982209" y="19952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9" name="pt53869"/>
            <p:cNvSpPr/>
            <p:nvPr/>
          </p:nvSpPr>
          <p:spPr>
            <a:xfrm>
              <a:off x="9090502" y="17047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0" name="pt53870"/>
            <p:cNvSpPr/>
            <p:nvPr/>
          </p:nvSpPr>
          <p:spPr>
            <a:xfrm>
              <a:off x="8500809" y="27952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1" name="pt53871"/>
            <p:cNvSpPr/>
            <p:nvPr/>
          </p:nvSpPr>
          <p:spPr>
            <a:xfrm>
              <a:off x="9079049" y="20124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2" name="pt53872"/>
            <p:cNvSpPr/>
            <p:nvPr/>
          </p:nvSpPr>
          <p:spPr>
            <a:xfrm>
              <a:off x="8980466" y="19293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3" name="pt53873"/>
            <p:cNvSpPr/>
            <p:nvPr/>
          </p:nvSpPr>
          <p:spPr>
            <a:xfrm>
              <a:off x="9581160" y="22669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4" name="pt53874"/>
            <p:cNvSpPr/>
            <p:nvPr/>
          </p:nvSpPr>
          <p:spPr>
            <a:xfrm>
              <a:off x="9007935" y="1905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5" name="pt53875"/>
            <p:cNvSpPr/>
            <p:nvPr/>
          </p:nvSpPr>
          <p:spPr>
            <a:xfrm>
              <a:off x="9178775" y="19174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6" name="pt53876"/>
            <p:cNvSpPr/>
            <p:nvPr/>
          </p:nvSpPr>
          <p:spPr>
            <a:xfrm>
              <a:off x="8312152" y="25731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7" name="pt53877"/>
            <p:cNvSpPr/>
            <p:nvPr/>
          </p:nvSpPr>
          <p:spPr>
            <a:xfrm>
              <a:off x="9010896" y="1708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8" name="pt53878"/>
            <p:cNvSpPr/>
            <p:nvPr/>
          </p:nvSpPr>
          <p:spPr>
            <a:xfrm>
              <a:off x="8469500" y="24182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9" name="pt53879"/>
            <p:cNvSpPr/>
            <p:nvPr/>
          </p:nvSpPr>
          <p:spPr>
            <a:xfrm>
              <a:off x="8550210" y="26039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0" name="pt53880"/>
            <p:cNvSpPr/>
            <p:nvPr/>
          </p:nvSpPr>
          <p:spPr>
            <a:xfrm>
              <a:off x="9573129" y="21185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1" name="pt53881"/>
            <p:cNvSpPr/>
            <p:nvPr/>
          </p:nvSpPr>
          <p:spPr>
            <a:xfrm>
              <a:off x="8861436" y="1943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2" name="pt53882"/>
            <p:cNvSpPr/>
            <p:nvPr/>
          </p:nvSpPr>
          <p:spPr>
            <a:xfrm>
              <a:off x="8431181" y="24649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3" name="pt53883"/>
            <p:cNvSpPr/>
            <p:nvPr/>
          </p:nvSpPr>
          <p:spPr>
            <a:xfrm>
              <a:off x="9151289" y="21522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4" name="pt53884"/>
            <p:cNvSpPr/>
            <p:nvPr/>
          </p:nvSpPr>
          <p:spPr>
            <a:xfrm>
              <a:off x="8941268" y="19511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5" name="pt53885"/>
            <p:cNvSpPr/>
            <p:nvPr/>
          </p:nvSpPr>
          <p:spPr>
            <a:xfrm>
              <a:off x="8707558" y="22470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6" name="pt53886"/>
            <p:cNvSpPr/>
            <p:nvPr/>
          </p:nvSpPr>
          <p:spPr>
            <a:xfrm>
              <a:off x="8619838" y="23467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7" name="pt53887"/>
            <p:cNvSpPr/>
            <p:nvPr/>
          </p:nvSpPr>
          <p:spPr>
            <a:xfrm>
              <a:off x="8731558" y="22456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8" name="pt53888"/>
            <p:cNvSpPr/>
            <p:nvPr/>
          </p:nvSpPr>
          <p:spPr>
            <a:xfrm>
              <a:off x="9178775" y="18950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9" name="pt53889"/>
            <p:cNvSpPr/>
            <p:nvPr/>
          </p:nvSpPr>
          <p:spPr>
            <a:xfrm>
              <a:off x="8731558" y="21757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0" name="pt53890"/>
            <p:cNvSpPr/>
            <p:nvPr/>
          </p:nvSpPr>
          <p:spPr>
            <a:xfrm>
              <a:off x="9187914" y="22044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1" name="pt53891"/>
            <p:cNvSpPr/>
            <p:nvPr/>
          </p:nvSpPr>
          <p:spPr>
            <a:xfrm>
              <a:off x="8469500" y="26944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2" name="pt53892"/>
            <p:cNvSpPr/>
            <p:nvPr/>
          </p:nvSpPr>
          <p:spPr>
            <a:xfrm>
              <a:off x="8381780" y="21190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3" name="pt53893"/>
            <p:cNvSpPr/>
            <p:nvPr/>
          </p:nvSpPr>
          <p:spPr>
            <a:xfrm>
              <a:off x="9557615" y="2211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4" name="pt53894"/>
            <p:cNvSpPr/>
            <p:nvPr/>
          </p:nvSpPr>
          <p:spPr>
            <a:xfrm>
              <a:off x="8771364" y="23862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5" name="pt53895"/>
            <p:cNvSpPr/>
            <p:nvPr/>
          </p:nvSpPr>
          <p:spPr>
            <a:xfrm>
              <a:off x="8431181" y="24236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6" name="pt53896"/>
            <p:cNvSpPr/>
            <p:nvPr/>
          </p:nvSpPr>
          <p:spPr>
            <a:xfrm>
              <a:off x="9316366" y="22336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7" name="pt53897"/>
            <p:cNvSpPr/>
            <p:nvPr/>
          </p:nvSpPr>
          <p:spPr>
            <a:xfrm>
              <a:off x="8500809" y="25219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8" name="pt53898"/>
            <p:cNvSpPr/>
            <p:nvPr/>
          </p:nvSpPr>
          <p:spPr>
            <a:xfrm>
              <a:off x="9486369" y="24084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9" name="pt53899"/>
            <p:cNvSpPr/>
            <p:nvPr/>
          </p:nvSpPr>
          <p:spPr>
            <a:xfrm>
              <a:off x="9179876" y="18302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0" name="pt53900"/>
            <p:cNvSpPr/>
            <p:nvPr/>
          </p:nvSpPr>
          <p:spPr>
            <a:xfrm>
              <a:off x="9283113" y="20191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1" name="pt53901"/>
            <p:cNvSpPr/>
            <p:nvPr/>
          </p:nvSpPr>
          <p:spPr>
            <a:xfrm>
              <a:off x="9007935" y="19592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2" name="pt53902"/>
            <p:cNvSpPr/>
            <p:nvPr/>
          </p:nvSpPr>
          <p:spPr>
            <a:xfrm>
              <a:off x="9030305" y="18966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3" name="pt53903"/>
            <p:cNvSpPr/>
            <p:nvPr/>
          </p:nvSpPr>
          <p:spPr>
            <a:xfrm>
              <a:off x="8980466" y="19772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4" name="pt53904"/>
            <p:cNvSpPr/>
            <p:nvPr/>
          </p:nvSpPr>
          <p:spPr>
            <a:xfrm>
              <a:off x="8469500" y="24901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5" name="pt53905"/>
            <p:cNvSpPr/>
            <p:nvPr/>
          </p:nvSpPr>
          <p:spPr>
            <a:xfrm>
              <a:off x="9382404" y="21358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6" name="pt53906"/>
            <p:cNvSpPr/>
            <p:nvPr/>
          </p:nvSpPr>
          <p:spPr>
            <a:xfrm>
              <a:off x="9262699" y="18312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7" name="pt53907"/>
            <p:cNvSpPr/>
            <p:nvPr/>
          </p:nvSpPr>
          <p:spPr>
            <a:xfrm>
              <a:off x="8469500" y="21210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8" name="pt53908"/>
            <p:cNvSpPr/>
            <p:nvPr/>
          </p:nvSpPr>
          <p:spPr>
            <a:xfrm>
              <a:off x="9186336" y="22605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9" name="pt53909"/>
            <p:cNvSpPr/>
            <p:nvPr/>
          </p:nvSpPr>
          <p:spPr>
            <a:xfrm>
              <a:off x="8550210" y="26089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0" name="pt53910"/>
            <p:cNvSpPr/>
            <p:nvPr/>
          </p:nvSpPr>
          <p:spPr>
            <a:xfrm>
              <a:off x="8469500" y="24192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1" name="pt53911"/>
            <p:cNvSpPr/>
            <p:nvPr/>
          </p:nvSpPr>
          <p:spPr>
            <a:xfrm>
              <a:off x="8658156" y="23806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2" name="pt53912"/>
            <p:cNvSpPr/>
            <p:nvPr/>
          </p:nvSpPr>
          <p:spPr>
            <a:xfrm>
              <a:off x="9237969" y="18516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3" name="pt53913"/>
            <p:cNvSpPr/>
            <p:nvPr/>
          </p:nvSpPr>
          <p:spPr>
            <a:xfrm>
              <a:off x="9581160" y="2294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4" name="pt53914"/>
            <p:cNvSpPr/>
            <p:nvPr/>
          </p:nvSpPr>
          <p:spPr>
            <a:xfrm>
              <a:off x="8431181" y="24317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5" name="pt53915"/>
            <p:cNvSpPr/>
            <p:nvPr/>
          </p:nvSpPr>
          <p:spPr>
            <a:xfrm>
              <a:off x="9557615" y="20625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6" name="pt53916"/>
            <p:cNvSpPr/>
            <p:nvPr/>
          </p:nvSpPr>
          <p:spPr>
            <a:xfrm>
              <a:off x="8850587" y="21537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7" name="pt53917"/>
            <p:cNvSpPr/>
            <p:nvPr/>
          </p:nvSpPr>
          <p:spPr>
            <a:xfrm>
              <a:off x="9268690" y="20128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8" name="pt53918"/>
            <p:cNvSpPr/>
            <p:nvPr/>
          </p:nvSpPr>
          <p:spPr>
            <a:xfrm>
              <a:off x="9007935" y="19513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9" name="pt53919"/>
            <p:cNvSpPr/>
            <p:nvPr/>
          </p:nvSpPr>
          <p:spPr>
            <a:xfrm>
              <a:off x="8570436" y="25164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0" name="pt53920"/>
            <p:cNvSpPr/>
            <p:nvPr/>
          </p:nvSpPr>
          <p:spPr>
            <a:xfrm>
              <a:off x="8971473" y="2251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1" name="pt53921"/>
            <p:cNvSpPr/>
            <p:nvPr/>
          </p:nvSpPr>
          <p:spPr>
            <a:xfrm>
              <a:off x="9197089" y="17835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2" name="pt53922"/>
            <p:cNvSpPr/>
            <p:nvPr/>
          </p:nvSpPr>
          <p:spPr>
            <a:xfrm>
              <a:off x="8646309" y="25440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3" name="pt53923"/>
            <p:cNvSpPr/>
            <p:nvPr/>
          </p:nvSpPr>
          <p:spPr>
            <a:xfrm>
              <a:off x="9001856" y="20876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4" name="pt53924"/>
            <p:cNvSpPr/>
            <p:nvPr/>
          </p:nvSpPr>
          <p:spPr>
            <a:xfrm>
              <a:off x="9077064" y="20695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5" name="pt53925"/>
            <p:cNvSpPr/>
            <p:nvPr/>
          </p:nvSpPr>
          <p:spPr>
            <a:xfrm>
              <a:off x="9141283" y="22782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6" name="pt53926"/>
            <p:cNvSpPr/>
            <p:nvPr/>
          </p:nvSpPr>
          <p:spPr>
            <a:xfrm>
              <a:off x="9174300" y="19872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7" name="pt53927"/>
            <p:cNvSpPr/>
            <p:nvPr/>
          </p:nvSpPr>
          <p:spPr>
            <a:xfrm>
              <a:off x="8745877" y="2202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8" name="pt53928"/>
            <p:cNvSpPr/>
            <p:nvPr/>
          </p:nvSpPr>
          <p:spPr>
            <a:xfrm>
              <a:off x="8633583" y="22628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9" name="pt53929"/>
            <p:cNvSpPr/>
            <p:nvPr/>
          </p:nvSpPr>
          <p:spPr>
            <a:xfrm>
              <a:off x="9010896" y="15823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0" name="pt53930"/>
            <p:cNvSpPr/>
            <p:nvPr/>
          </p:nvSpPr>
          <p:spPr>
            <a:xfrm>
              <a:off x="8752612" y="21983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1" name="pt53931"/>
            <p:cNvSpPr/>
            <p:nvPr/>
          </p:nvSpPr>
          <p:spPr>
            <a:xfrm>
              <a:off x="9123951" y="1985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2" name="pt53932"/>
            <p:cNvSpPr/>
            <p:nvPr/>
          </p:nvSpPr>
          <p:spPr>
            <a:xfrm>
              <a:off x="9010896" y="17724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3" name="pt53933"/>
            <p:cNvSpPr/>
            <p:nvPr/>
          </p:nvSpPr>
          <p:spPr>
            <a:xfrm>
              <a:off x="9222422" y="22267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4" name="pt53934"/>
            <p:cNvSpPr/>
            <p:nvPr/>
          </p:nvSpPr>
          <p:spPr>
            <a:xfrm>
              <a:off x="9042937" y="17248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5" name="pt53935"/>
            <p:cNvSpPr/>
            <p:nvPr/>
          </p:nvSpPr>
          <p:spPr>
            <a:xfrm>
              <a:off x="8312152" y="24843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6" name="pt53936"/>
            <p:cNvSpPr/>
            <p:nvPr/>
          </p:nvSpPr>
          <p:spPr>
            <a:xfrm>
              <a:off x="8312152" y="25065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7" name="pt53937"/>
            <p:cNvSpPr/>
            <p:nvPr/>
          </p:nvSpPr>
          <p:spPr>
            <a:xfrm>
              <a:off x="9370170" y="20613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8" name="pt53938"/>
            <p:cNvSpPr/>
            <p:nvPr/>
          </p:nvSpPr>
          <p:spPr>
            <a:xfrm>
              <a:off x="8854280" y="20345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9" name="pt53939"/>
            <p:cNvSpPr/>
            <p:nvPr/>
          </p:nvSpPr>
          <p:spPr>
            <a:xfrm>
              <a:off x="8500809" y="24741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0" name="pt53940"/>
            <p:cNvSpPr/>
            <p:nvPr/>
          </p:nvSpPr>
          <p:spPr>
            <a:xfrm>
              <a:off x="9001856" y="22135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1" name="pt53941"/>
            <p:cNvSpPr/>
            <p:nvPr/>
          </p:nvSpPr>
          <p:spPr>
            <a:xfrm>
              <a:off x="8956027" y="20573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2" name="pt53942"/>
            <p:cNvSpPr/>
            <p:nvPr/>
          </p:nvSpPr>
          <p:spPr>
            <a:xfrm>
              <a:off x="9199552" y="1678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3" name="pt53943"/>
            <p:cNvSpPr/>
            <p:nvPr/>
          </p:nvSpPr>
          <p:spPr>
            <a:xfrm>
              <a:off x="9356998" y="21124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4" name="pt53944"/>
            <p:cNvSpPr/>
            <p:nvPr/>
          </p:nvSpPr>
          <p:spPr>
            <a:xfrm>
              <a:off x="9196592" y="22453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5" name="pt53945"/>
            <p:cNvSpPr/>
            <p:nvPr/>
          </p:nvSpPr>
          <p:spPr>
            <a:xfrm>
              <a:off x="8813199" y="21761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6" name="pt53946"/>
            <p:cNvSpPr/>
            <p:nvPr/>
          </p:nvSpPr>
          <p:spPr>
            <a:xfrm>
              <a:off x="8798679" y="20498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7" name="pt53947"/>
            <p:cNvSpPr/>
            <p:nvPr/>
          </p:nvSpPr>
          <p:spPr>
            <a:xfrm>
              <a:off x="9116180" y="20108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8" name="pt53948"/>
            <p:cNvSpPr/>
            <p:nvPr/>
          </p:nvSpPr>
          <p:spPr>
            <a:xfrm>
              <a:off x="9076063" y="19928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9" name="pt53949"/>
            <p:cNvSpPr/>
            <p:nvPr/>
          </p:nvSpPr>
          <p:spPr>
            <a:xfrm>
              <a:off x="8431181" y="25597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0" name="pt53950"/>
            <p:cNvSpPr/>
            <p:nvPr/>
          </p:nvSpPr>
          <p:spPr>
            <a:xfrm>
              <a:off x="9071998" y="18362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1" name="pt53951"/>
            <p:cNvSpPr/>
            <p:nvPr/>
          </p:nvSpPr>
          <p:spPr>
            <a:xfrm>
              <a:off x="8679650" y="23929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2" name="pt53952"/>
            <p:cNvSpPr/>
            <p:nvPr/>
          </p:nvSpPr>
          <p:spPr>
            <a:xfrm>
              <a:off x="8312152" y="23573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3" name="pt53953"/>
            <p:cNvSpPr/>
            <p:nvPr/>
          </p:nvSpPr>
          <p:spPr>
            <a:xfrm>
              <a:off x="8874912" y="21952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4" name="pt53954"/>
            <p:cNvSpPr/>
            <p:nvPr/>
          </p:nvSpPr>
          <p:spPr>
            <a:xfrm>
              <a:off x="8679650" y="2383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5" name="pt53955"/>
            <p:cNvSpPr/>
            <p:nvPr/>
          </p:nvSpPr>
          <p:spPr>
            <a:xfrm>
              <a:off x="9076063" y="18751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6" name="pt53956"/>
            <p:cNvSpPr/>
            <p:nvPr/>
          </p:nvSpPr>
          <p:spPr>
            <a:xfrm>
              <a:off x="9359136" y="21368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7" name="pt53957"/>
            <p:cNvSpPr/>
            <p:nvPr/>
          </p:nvSpPr>
          <p:spPr>
            <a:xfrm>
              <a:off x="8588529" y="23379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8" name="pt53958"/>
            <p:cNvSpPr/>
            <p:nvPr/>
          </p:nvSpPr>
          <p:spPr>
            <a:xfrm>
              <a:off x="9636399" y="20548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9" name="pt53959"/>
            <p:cNvSpPr/>
            <p:nvPr/>
          </p:nvSpPr>
          <p:spPr>
            <a:xfrm>
              <a:off x="8893328" y="16275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0" name="pt53960"/>
            <p:cNvSpPr/>
            <p:nvPr/>
          </p:nvSpPr>
          <p:spPr>
            <a:xfrm>
              <a:off x="8861436" y="19982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1" name="pt53961"/>
            <p:cNvSpPr/>
            <p:nvPr/>
          </p:nvSpPr>
          <p:spPr>
            <a:xfrm>
              <a:off x="9187390" y="22149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2" name="pt53962"/>
            <p:cNvSpPr/>
            <p:nvPr/>
          </p:nvSpPr>
          <p:spPr>
            <a:xfrm>
              <a:off x="9664325" y="18052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3" name="pt53963"/>
            <p:cNvSpPr/>
            <p:nvPr/>
          </p:nvSpPr>
          <p:spPr>
            <a:xfrm>
              <a:off x="8633583" y="20490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4" name="pt53964"/>
            <p:cNvSpPr/>
            <p:nvPr/>
          </p:nvSpPr>
          <p:spPr>
            <a:xfrm>
              <a:off x="8920215" y="20786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5" name="pt53965"/>
            <p:cNvSpPr/>
            <p:nvPr/>
          </p:nvSpPr>
          <p:spPr>
            <a:xfrm>
              <a:off x="9259278" y="21688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6" name="pt53966"/>
            <p:cNvSpPr/>
            <p:nvPr/>
          </p:nvSpPr>
          <p:spPr>
            <a:xfrm>
              <a:off x="8857896" y="19380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7" name="pt53967"/>
            <p:cNvSpPr/>
            <p:nvPr/>
          </p:nvSpPr>
          <p:spPr>
            <a:xfrm>
              <a:off x="8604896" y="24068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8" name="pt53968"/>
            <p:cNvSpPr/>
            <p:nvPr/>
          </p:nvSpPr>
          <p:spPr>
            <a:xfrm>
              <a:off x="9421732" y="21537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9" name="pt53969"/>
            <p:cNvSpPr/>
            <p:nvPr/>
          </p:nvSpPr>
          <p:spPr>
            <a:xfrm>
              <a:off x="9230780" y="20251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0" name="pt53970"/>
            <p:cNvSpPr/>
            <p:nvPr/>
          </p:nvSpPr>
          <p:spPr>
            <a:xfrm>
              <a:off x="8604896" y="22940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1" name="pt53971"/>
            <p:cNvSpPr/>
            <p:nvPr/>
          </p:nvSpPr>
          <p:spPr>
            <a:xfrm>
              <a:off x="8431181" y="24478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2" name="pt53972"/>
            <p:cNvSpPr/>
            <p:nvPr/>
          </p:nvSpPr>
          <p:spPr>
            <a:xfrm>
              <a:off x="9051257" y="20391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3" name="pt53973"/>
            <p:cNvSpPr/>
            <p:nvPr/>
          </p:nvSpPr>
          <p:spPr>
            <a:xfrm>
              <a:off x="8469500" y="23998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4" name="pt53974"/>
            <p:cNvSpPr/>
            <p:nvPr/>
          </p:nvSpPr>
          <p:spPr>
            <a:xfrm>
              <a:off x="8971473" y="22835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5" name="pt53975"/>
            <p:cNvSpPr/>
            <p:nvPr/>
          </p:nvSpPr>
          <p:spPr>
            <a:xfrm>
              <a:off x="9037995" y="18805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6" name="pt53976"/>
            <p:cNvSpPr/>
            <p:nvPr/>
          </p:nvSpPr>
          <p:spPr>
            <a:xfrm>
              <a:off x="8550210" y="26328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7" name="pt53977"/>
            <p:cNvSpPr/>
            <p:nvPr/>
          </p:nvSpPr>
          <p:spPr>
            <a:xfrm>
              <a:off x="8980466" y="19773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8" name="pt53978"/>
            <p:cNvSpPr/>
            <p:nvPr/>
          </p:nvSpPr>
          <p:spPr>
            <a:xfrm>
              <a:off x="9326470" y="22340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9" name="pt53979"/>
            <p:cNvSpPr/>
            <p:nvPr/>
          </p:nvSpPr>
          <p:spPr>
            <a:xfrm>
              <a:off x="9352841" y="21932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0" name="pt53980"/>
            <p:cNvSpPr/>
            <p:nvPr/>
          </p:nvSpPr>
          <p:spPr>
            <a:xfrm>
              <a:off x="9222422" y="19493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1" name="pt53981"/>
            <p:cNvSpPr/>
            <p:nvPr/>
          </p:nvSpPr>
          <p:spPr>
            <a:xfrm>
              <a:off x="8788268" y="20929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2" name="pt53982"/>
            <p:cNvSpPr/>
            <p:nvPr/>
          </p:nvSpPr>
          <p:spPr>
            <a:xfrm>
              <a:off x="9048921" y="20390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3" name="pt53983"/>
            <p:cNvSpPr/>
            <p:nvPr/>
          </p:nvSpPr>
          <p:spPr>
            <a:xfrm>
              <a:off x="9135698" y="19995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4" name="pt53984"/>
            <p:cNvSpPr/>
            <p:nvPr/>
          </p:nvSpPr>
          <p:spPr>
            <a:xfrm>
              <a:off x="9042937" y="17758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5" name="pt53985"/>
            <p:cNvSpPr/>
            <p:nvPr/>
          </p:nvSpPr>
          <p:spPr>
            <a:xfrm>
              <a:off x="9329710" y="20954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6" name="pt53986"/>
            <p:cNvSpPr/>
            <p:nvPr/>
          </p:nvSpPr>
          <p:spPr>
            <a:xfrm>
              <a:off x="9108871" y="21005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7" name="pt53987"/>
            <p:cNvSpPr/>
            <p:nvPr/>
          </p:nvSpPr>
          <p:spPr>
            <a:xfrm>
              <a:off x="9474060" y="21170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8" name="pt53988"/>
            <p:cNvSpPr/>
            <p:nvPr/>
          </p:nvSpPr>
          <p:spPr>
            <a:xfrm>
              <a:off x="8500809" y="26779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9" name="pt53989"/>
            <p:cNvSpPr/>
            <p:nvPr/>
          </p:nvSpPr>
          <p:spPr>
            <a:xfrm>
              <a:off x="9486369" y="23589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0" name="pt53990"/>
            <p:cNvSpPr/>
            <p:nvPr/>
          </p:nvSpPr>
          <p:spPr>
            <a:xfrm>
              <a:off x="8381780" y="24484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1" name="pt53991"/>
            <p:cNvSpPr/>
            <p:nvPr/>
          </p:nvSpPr>
          <p:spPr>
            <a:xfrm>
              <a:off x="9573129" y="20518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2" name="pt53992"/>
            <p:cNvSpPr/>
            <p:nvPr/>
          </p:nvSpPr>
          <p:spPr>
            <a:xfrm>
              <a:off x="8588529" y="23130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3" name="pt53993"/>
            <p:cNvSpPr/>
            <p:nvPr/>
          </p:nvSpPr>
          <p:spPr>
            <a:xfrm>
              <a:off x="8765338" y="21014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4" name="pt53994"/>
            <p:cNvSpPr/>
            <p:nvPr/>
          </p:nvSpPr>
          <p:spPr>
            <a:xfrm>
              <a:off x="8312152" y="25074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5" name="pt53995"/>
            <p:cNvSpPr/>
            <p:nvPr/>
          </p:nvSpPr>
          <p:spPr>
            <a:xfrm>
              <a:off x="9359136" y="20324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6" name="pt53996"/>
            <p:cNvSpPr/>
            <p:nvPr/>
          </p:nvSpPr>
          <p:spPr>
            <a:xfrm>
              <a:off x="9039244" y="17358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7" name="pt53997"/>
            <p:cNvSpPr/>
            <p:nvPr/>
          </p:nvSpPr>
          <p:spPr>
            <a:xfrm>
              <a:off x="8927523" y="18030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8" name="pt53998"/>
            <p:cNvSpPr/>
            <p:nvPr/>
          </p:nvSpPr>
          <p:spPr>
            <a:xfrm>
              <a:off x="8731558" y="23576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9" name="pt53999"/>
            <p:cNvSpPr/>
            <p:nvPr/>
          </p:nvSpPr>
          <p:spPr>
            <a:xfrm>
              <a:off x="9115383" y="20753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0" name="pt54000"/>
            <p:cNvSpPr/>
            <p:nvPr/>
          </p:nvSpPr>
          <p:spPr>
            <a:xfrm>
              <a:off x="8963923" y="22992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1" name="pt54001"/>
            <p:cNvSpPr/>
            <p:nvPr/>
          </p:nvSpPr>
          <p:spPr>
            <a:xfrm>
              <a:off x="8987335" y="20776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2" name="pt54002"/>
            <p:cNvSpPr/>
            <p:nvPr/>
          </p:nvSpPr>
          <p:spPr>
            <a:xfrm>
              <a:off x="8887406" y="1766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3" name="pt54003"/>
            <p:cNvSpPr/>
            <p:nvPr/>
          </p:nvSpPr>
          <p:spPr>
            <a:xfrm>
              <a:off x="8899053" y="21508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4" name="pt54004"/>
            <p:cNvSpPr/>
            <p:nvPr/>
          </p:nvSpPr>
          <p:spPr>
            <a:xfrm>
              <a:off x="9382404" y="21857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5" name="pt54005"/>
            <p:cNvSpPr/>
            <p:nvPr/>
          </p:nvSpPr>
          <p:spPr>
            <a:xfrm>
              <a:off x="9020874" y="18194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6" name="pt54006"/>
            <p:cNvSpPr/>
            <p:nvPr/>
          </p:nvSpPr>
          <p:spPr>
            <a:xfrm>
              <a:off x="8980466" y="2041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7" name="pt54007"/>
            <p:cNvSpPr/>
            <p:nvPr/>
          </p:nvSpPr>
          <p:spPr>
            <a:xfrm>
              <a:off x="8932228" y="19304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8" name="pt54008"/>
            <p:cNvSpPr/>
            <p:nvPr/>
          </p:nvSpPr>
          <p:spPr>
            <a:xfrm>
              <a:off x="9003396" y="21161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9" name="pt54009"/>
            <p:cNvSpPr/>
            <p:nvPr/>
          </p:nvSpPr>
          <p:spPr>
            <a:xfrm>
              <a:off x="8707558" y="2131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0" name="pt54010"/>
            <p:cNvSpPr/>
            <p:nvPr/>
          </p:nvSpPr>
          <p:spPr>
            <a:xfrm>
              <a:off x="8588529" y="21610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1" name="pt54011"/>
            <p:cNvSpPr/>
            <p:nvPr/>
          </p:nvSpPr>
          <p:spPr>
            <a:xfrm>
              <a:off x="8842954" y="21845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2" name="pt54012"/>
            <p:cNvSpPr/>
            <p:nvPr/>
          </p:nvSpPr>
          <p:spPr>
            <a:xfrm>
              <a:off x="8431181" y="22683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3" name="pt54013"/>
            <p:cNvSpPr/>
            <p:nvPr/>
          </p:nvSpPr>
          <p:spPr>
            <a:xfrm>
              <a:off x="8431181" y="24229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4" name="pt54014"/>
            <p:cNvSpPr/>
            <p:nvPr/>
          </p:nvSpPr>
          <p:spPr>
            <a:xfrm>
              <a:off x="8971473" y="20676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5" name="pt54015"/>
            <p:cNvSpPr/>
            <p:nvPr/>
          </p:nvSpPr>
          <p:spPr>
            <a:xfrm>
              <a:off x="8868306" y="22070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6" name="pt54016"/>
            <p:cNvSpPr/>
            <p:nvPr/>
          </p:nvSpPr>
          <p:spPr>
            <a:xfrm>
              <a:off x="8971473" y="22658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7" name="pt54017"/>
            <p:cNvSpPr/>
            <p:nvPr/>
          </p:nvSpPr>
          <p:spPr>
            <a:xfrm>
              <a:off x="9606545" y="22893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8" name="pt54018"/>
            <p:cNvSpPr/>
            <p:nvPr/>
          </p:nvSpPr>
          <p:spPr>
            <a:xfrm>
              <a:off x="8500809" y="23667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9" name="pt54019"/>
            <p:cNvSpPr/>
            <p:nvPr/>
          </p:nvSpPr>
          <p:spPr>
            <a:xfrm>
              <a:off x="9606545" y="22544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0" name="pt54020"/>
            <p:cNvSpPr/>
            <p:nvPr/>
          </p:nvSpPr>
          <p:spPr>
            <a:xfrm>
              <a:off x="9417384" y="19721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1" name="pt54021"/>
            <p:cNvSpPr/>
            <p:nvPr/>
          </p:nvSpPr>
          <p:spPr>
            <a:xfrm>
              <a:off x="9286979" y="19230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2" name="pt54022"/>
            <p:cNvSpPr/>
            <p:nvPr/>
          </p:nvSpPr>
          <p:spPr>
            <a:xfrm>
              <a:off x="8830827" y="19931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3" name="pt54023"/>
            <p:cNvSpPr/>
            <p:nvPr/>
          </p:nvSpPr>
          <p:spPr>
            <a:xfrm>
              <a:off x="8707558" y="21490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4" name="pt54024"/>
            <p:cNvSpPr/>
            <p:nvPr/>
          </p:nvSpPr>
          <p:spPr>
            <a:xfrm>
              <a:off x="8312152" y="26292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5" name="pt54025"/>
            <p:cNvSpPr/>
            <p:nvPr/>
          </p:nvSpPr>
          <p:spPr>
            <a:xfrm>
              <a:off x="8570436" y="23886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6" name="pt54026"/>
            <p:cNvSpPr/>
            <p:nvPr/>
          </p:nvSpPr>
          <p:spPr>
            <a:xfrm>
              <a:off x="9077064" y="2072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7" name="pt54027"/>
            <p:cNvSpPr/>
            <p:nvPr/>
          </p:nvSpPr>
          <p:spPr>
            <a:xfrm>
              <a:off x="8980466" y="21038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8" name="pt54028"/>
            <p:cNvSpPr/>
            <p:nvPr/>
          </p:nvSpPr>
          <p:spPr>
            <a:xfrm>
              <a:off x="9668168" y="29253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9" name="pt54029"/>
            <p:cNvSpPr/>
            <p:nvPr/>
          </p:nvSpPr>
          <p:spPr>
            <a:xfrm>
              <a:off x="9126216" y="21060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0" name="pt54030"/>
            <p:cNvSpPr/>
            <p:nvPr/>
          </p:nvSpPr>
          <p:spPr>
            <a:xfrm>
              <a:off x="8826587" y="22458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1" name="pt54031"/>
            <p:cNvSpPr/>
            <p:nvPr/>
          </p:nvSpPr>
          <p:spPr>
            <a:xfrm>
              <a:off x="9036737" y="18097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2" name="pt54032"/>
            <p:cNvSpPr/>
            <p:nvPr/>
          </p:nvSpPr>
          <p:spPr>
            <a:xfrm>
              <a:off x="8826587" y="21802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3" name="pt54033"/>
            <p:cNvSpPr/>
            <p:nvPr/>
          </p:nvSpPr>
          <p:spPr>
            <a:xfrm>
              <a:off x="8570436" y="24433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4" name="pt54034"/>
            <p:cNvSpPr/>
            <p:nvPr/>
          </p:nvSpPr>
          <p:spPr>
            <a:xfrm>
              <a:off x="9076063" y="19524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5" name="pt54035"/>
            <p:cNvSpPr/>
            <p:nvPr/>
          </p:nvSpPr>
          <p:spPr>
            <a:xfrm>
              <a:off x="8868306" y="22041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6" name="pt54036"/>
            <p:cNvSpPr/>
            <p:nvPr/>
          </p:nvSpPr>
          <p:spPr>
            <a:xfrm>
              <a:off x="9184210" y="2221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7" name="pt54037"/>
            <p:cNvSpPr/>
            <p:nvPr/>
          </p:nvSpPr>
          <p:spPr>
            <a:xfrm>
              <a:off x="8961983" y="2308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8" name="pt54038"/>
            <p:cNvSpPr/>
            <p:nvPr/>
          </p:nvSpPr>
          <p:spPr>
            <a:xfrm>
              <a:off x="8312152" y="24348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9" name="pt54039"/>
            <p:cNvSpPr/>
            <p:nvPr/>
          </p:nvSpPr>
          <p:spPr>
            <a:xfrm>
              <a:off x="8658156" y="24590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0" name="pt54040"/>
            <p:cNvSpPr/>
            <p:nvPr/>
          </p:nvSpPr>
          <p:spPr>
            <a:xfrm>
              <a:off x="9115383" y="20384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1" name="pt54041"/>
            <p:cNvSpPr/>
            <p:nvPr/>
          </p:nvSpPr>
          <p:spPr>
            <a:xfrm>
              <a:off x="9102103" y="21535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2" name="pt54042"/>
            <p:cNvSpPr/>
            <p:nvPr/>
          </p:nvSpPr>
          <p:spPr>
            <a:xfrm>
              <a:off x="8798679" y="2168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3" name="pt54043"/>
            <p:cNvSpPr/>
            <p:nvPr/>
          </p:nvSpPr>
          <p:spPr>
            <a:xfrm>
              <a:off x="9058082" y="21426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4" name="pt54044"/>
            <p:cNvSpPr/>
            <p:nvPr/>
          </p:nvSpPr>
          <p:spPr>
            <a:xfrm>
              <a:off x="9110522" y="20901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5" name="pt54045"/>
            <p:cNvSpPr/>
            <p:nvPr/>
          </p:nvSpPr>
          <p:spPr>
            <a:xfrm>
              <a:off x="8980466" y="21350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6" name="pt54046"/>
            <p:cNvSpPr/>
            <p:nvPr/>
          </p:nvSpPr>
          <p:spPr>
            <a:xfrm>
              <a:off x="8588529" y="22147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7" name="pt54047"/>
            <p:cNvSpPr/>
            <p:nvPr/>
          </p:nvSpPr>
          <p:spPr>
            <a:xfrm>
              <a:off x="9321732" y="20389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8" name="pt54048"/>
            <p:cNvSpPr/>
            <p:nvPr/>
          </p:nvSpPr>
          <p:spPr>
            <a:xfrm>
              <a:off x="9123951" y="20887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9" name="pt54049"/>
            <p:cNvSpPr/>
            <p:nvPr/>
          </p:nvSpPr>
          <p:spPr>
            <a:xfrm>
              <a:off x="9288151" y="20885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0" name="pt54050"/>
            <p:cNvSpPr/>
            <p:nvPr/>
          </p:nvSpPr>
          <p:spPr>
            <a:xfrm>
              <a:off x="9124709" y="21474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1" name="pt54051"/>
            <p:cNvSpPr/>
            <p:nvPr/>
          </p:nvSpPr>
          <p:spPr>
            <a:xfrm>
              <a:off x="9485353" y="24036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2" name="pt54052"/>
            <p:cNvSpPr/>
            <p:nvPr/>
          </p:nvSpPr>
          <p:spPr>
            <a:xfrm>
              <a:off x="8982209" y="19214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3" name="pt54053"/>
            <p:cNvSpPr/>
            <p:nvPr/>
          </p:nvSpPr>
          <p:spPr>
            <a:xfrm>
              <a:off x="8861436" y="21502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4" name="pt54054"/>
            <p:cNvSpPr/>
            <p:nvPr/>
          </p:nvSpPr>
          <p:spPr>
            <a:xfrm>
              <a:off x="8312152" y="24858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5" name="pt54055"/>
            <p:cNvSpPr/>
            <p:nvPr/>
          </p:nvSpPr>
          <p:spPr>
            <a:xfrm>
              <a:off x="9123951" y="19991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6" name="pt54056"/>
            <p:cNvSpPr/>
            <p:nvPr/>
          </p:nvSpPr>
          <p:spPr>
            <a:xfrm>
              <a:off x="9564411" y="22469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7" name="pt54057"/>
            <p:cNvSpPr/>
            <p:nvPr/>
          </p:nvSpPr>
          <p:spPr>
            <a:xfrm>
              <a:off x="8830827" y="19182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8" name="pt54058"/>
            <p:cNvSpPr/>
            <p:nvPr/>
          </p:nvSpPr>
          <p:spPr>
            <a:xfrm>
              <a:off x="8922686" y="19834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9" name="pt54059"/>
            <p:cNvSpPr/>
            <p:nvPr/>
          </p:nvSpPr>
          <p:spPr>
            <a:xfrm>
              <a:off x="8723925" y="20899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0" name="pt54060"/>
            <p:cNvSpPr/>
            <p:nvPr/>
          </p:nvSpPr>
          <p:spPr>
            <a:xfrm>
              <a:off x="8956027" y="21128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1" name="pt54061"/>
            <p:cNvSpPr/>
            <p:nvPr/>
          </p:nvSpPr>
          <p:spPr>
            <a:xfrm>
              <a:off x="8878122" y="21044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2" name="pt54062"/>
            <p:cNvSpPr/>
            <p:nvPr/>
          </p:nvSpPr>
          <p:spPr>
            <a:xfrm>
              <a:off x="8868306" y="21556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3" name="pt54063"/>
            <p:cNvSpPr/>
            <p:nvPr/>
          </p:nvSpPr>
          <p:spPr>
            <a:xfrm>
              <a:off x="8707558" y="22591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4" name="pt54064"/>
            <p:cNvSpPr/>
            <p:nvPr/>
          </p:nvSpPr>
          <p:spPr>
            <a:xfrm>
              <a:off x="8899053" y="23391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5" name="pt54065"/>
            <p:cNvSpPr/>
            <p:nvPr/>
          </p:nvSpPr>
          <p:spPr>
            <a:xfrm>
              <a:off x="9142651" y="21882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6" name="pt54066"/>
            <p:cNvSpPr/>
            <p:nvPr/>
          </p:nvSpPr>
          <p:spPr>
            <a:xfrm>
              <a:off x="8731558" y="22144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7" name="pt54067"/>
            <p:cNvSpPr/>
            <p:nvPr/>
          </p:nvSpPr>
          <p:spPr>
            <a:xfrm>
              <a:off x="9147356" y="23169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8" name="pt54068"/>
            <p:cNvSpPr/>
            <p:nvPr/>
          </p:nvSpPr>
          <p:spPr>
            <a:xfrm>
              <a:off x="8500809" y="26407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9" name="pt54069"/>
            <p:cNvSpPr/>
            <p:nvPr/>
          </p:nvSpPr>
          <p:spPr>
            <a:xfrm>
              <a:off x="9230780" y="2111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0" name="pt54070"/>
            <p:cNvSpPr/>
            <p:nvPr/>
          </p:nvSpPr>
          <p:spPr>
            <a:xfrm>
              <a:off x="9230780" y="19593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1" name="pt54071"/>
            <p:cNvSpPr/>
            <p:nvPr/>
          </p:nvSpPr>
          <p:spPr>
            <a:xfrm>
              <a:off x="8633583" y="2008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2" name="pt54072"/>
            <p:cNvSpPr/>
            <p:nvPr/>
          </p:nvSpPr>
          <p:spPr>
            <a:xfrm>
              <a:off x="8588529" y="22508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3" name="pt54073"/>
            <p:cNvSpPr/>
            <p:nvPr/>
          </p:nvSpPr>
          <p:spPr>
            <a:xfrm>
              <a:off x="8707558" y="22396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4" name="pt54074"/>
            <p:cNvSpPr/>
            <p:nvPr/>
          </p:nvSpPr>
          <p:spPr>
            <a:xfrm>
              <a:off x="9052414" y="21334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5" name="pt54075"/>
            <p:cNvSpPr/>
            <p:nvPr/>
          </p:nvSpPr>
          <p:spPr>
            <a:xfrm>
              <a:off x="9325298" y="21604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6" name="pt54076"/>
            <p:cNvSpPr/>
            <p:nvPr/>
          </p:nvSpPr>
          <p:spPr>
            <a:xfrm>
              <a:off x="9404531" y="20102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7" name="pt54077"/>
            <p:cNvSpPr/>
            <p:nvPr/>
          </p:nvSpPr>
          <p:spPr>
            <a:xfrm>
              <a:off x="8570436" y="23555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8" name="pt54078"/>
            <p:cNvSpPr/>
            <p:nvPr/>
          </p:nvSpPr>
          <p:spPr>
            <a:xfrm>
              <a:off x="8646309" y="25024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9" name="pt54079"/>
            <p:cNvSpPr/>
            <p:nvPr/>
          </p:nvSpPr>
          <p:spPr>
            <a:xfrm>
              <a:off x="8731558" y="22396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0" name="pt54080"/>
            <p:cNvSpPr/>
            <p:nvPr/>
          </p:nvSpPr>
          <p:spPr>
            <a:xfrm>
              <a:off x="9031610" y="17839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1" name="pt54081"/>
            <p:cNvSpPr/>
            <p:nvPr/>
          </p:nvSpPr>
          <p:spPr>
            <a:xfrm>
              <a:off x="8854280" y="20857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2" name="pt54082"/>
            <p:cNvSpPr/>
            <p:nvPr/>
          </p:nvSpPr>
          <p:spPr>
            <a:xfrm>
              <a:off x="9780637" y="24523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3" name="pt54083"/>
            <p:cNvSpPr/>
            <p:nvPr/>
          </p:nvSpPr>
          <p:spPr>
            <a:xfrm>
              <a:off x="8570436" y="2527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4" name="pt54084"/>
            <p:cNvSpPr/>
            <p:nvPr/>
          </p:nvSpPr>
          <p:spPr>
            <a:xfrm>
              <a:off x="8500809" y="25972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5" name="pt54085"/>
            <p:cNvSpPr/>
            <p:nvPr/>
          </p:nvSpPr>
          <p:spPr>
            <a:xfrm>
              <a:off x="8604896" y="22643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6" name="pt54086"/>
            <p:cNvSpPr/>
            <p:nvPr/>
          </p:nvSpPr>
          <p:spPr>
            <a:xfrm>
              <a:off x="8771364" y="23213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7" name="pt54087"/>
            <p:cNvSpPr/>
            <p:nvPr/>
          </p:nvSpPr>
          <p:spPr>
            <a:xfrm>
              <a:off x="8381780" y="25037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8" name="pt54088"/>
            <p:cNvSpPr/>
            <p:nvPr/>
          </p:nvSpPr>
          <p:spPr>
            <a:xfrm>
              <a:off x="9461227" y="2302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9" name="pt54089"/>
            <p:cNvSpPr/>
            <p:nvPr/>
          </p:nvSpPr>
          <p:spPr>
            <a:xfrm>
              <a:off x="8920215" y="21606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0" name="pt54090"/>
            <p:cNvSpPr/>
            <p:nvPr/>
          </p:nvSpPr>
          <p:spPr>
            <a:xfrm>
              <a:off x="9046552" y="18014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1" name="pt54091"/>
            <p:cNvSpPr/>
            <p:nvPr/>
          </p:nvSpPr>
          <p:spPr>
            <a:xfrm>
              <a:off x="8633583" y="22646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2" name="pt54092"/>
            <p:cNvSpPr/>
            <p:nvPr/>
          </p:nvSpPr>
          <p:spPr>
            <a:xfrm>
              <a:off x="8312152" y="24832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3" name="pt54093"/>
            <p:cNvSpPr/>
            <p:nvPr/>
          </p:nvSpPr>
          <p:spPr>
            <a:xfrm>
              <a:off x="8899053" y="20786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4" name="pt54094"/>
            <p:cNvSpPr/>
            <p:nvPr/>
          </p:nvSpPr>
          <p:spPr>
            <a:xfrm>
              <a:off x="8570436" y="2463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5" name="pt54095"/>
            <p:cNvSpPr/>
            <p:nvPr/>
          </p:nvSpPr>
          <p:spPr>
            <a:xfrm>
              <a:off x="9417384" y="18339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6" name="pt54096"/>
            <p:cNvSpPr/>
            <p:nvPr/>
          </p:nvSpPr>
          <p:spPr>
            <a:xfrm>
              <a:off x="8752612" y="22791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7" name="pt54097"/>
            <p:cNvSpPr/>
            <p:nvPr/>
          </p:nvSpPr>
          <p:spPr>
            <a:xfrm>
              <a:off x="8813199" y="19355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8" name="pt54098"/>
            <p:cNvSpPr/>
            <p:nvPr/>
          </p:nvSpPr>
          <p:spPr>
            <a:xfrm>
              <a:off x="8943456" y="1969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9" name="pt54099"/>
            <p:cNvSpPr/>
            <p:nvPr/>
          </p:nvSpPr>
          <p:spPr>
            <a:xfrm>
              <a:off x="8381780" y="24923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0" name="pt54100"/>
            <p:cNvSpPr/>
            <p:nvPr/>
          </p:nvSpPr>
          <p:spPr>
            <a:xfrm>
              <a:off x="9187914" y="24302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1" name="pt54101"/>
            <p:cNvSpPr/>
            <p:nvPr/>
          </p:nvSpPr>
          <p:spPr>
            <a:xfrm>
              <a:off x="9135698" y="2046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2" name="pt54102"/>
            <p:cNvSpPr/>
            <p:nvPr/>
          </p:nvSpPr>
          <p:spPr>
            <a:xfrm>
              <a:off x="9126964" y="21234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3" name="pt54103"/>
            <p:cNvSpPr/>
            <p:nvPr/>
          </p:nvSpPr>
          <p:spPr>
            <a:xfrm>
              <a:off x="9406741" y="1960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4" name="pt54104"/>
            <p:cNvSpPr/>
            <p:nvPr/>
          </p:nvSpPr>
          <p:spPr>
            <a:xfrm>
              <a:off x="8803657" y="2160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5" name="pt54105"/>
            <p:cNvSpPr/>
            <p:nvPr/>
          </p:nvSpPr>
          <p:spPr>
            <a:xfrm>
              <a:off x="9084871" y="19676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6" name="pt54106"/>
            <p:cNvSpPr/>
            <p:nvPr/>
          </p:nvSpPr>
          <p:spPr>
            <a:xfrm>
              <a:off x="8932228" y="17770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7" name="pt54107"/>
            <p:cNvSpPr/>
            <p:nvPr/>
          </p:nvSpPr>
          <p:spPr>
            <a:xfrm>
              <a:off x="8788268" y="20844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8" name="pt54108"/>
            <p:cNvSpPr/>
            <p:nvPr/>
          </p:nvSpPr>
          <p:spPr>
            <a:xfrm>
              <a:off x="9074042" y="20068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9" name="pt54109"/>
            <p:cNvSpPr/>
            <p:nvPr/>
          </p:nvSpPr>
          <p:spPr>
            <a:xfrm>
              <a:off x="9537100" y="22148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0" name="pt54110"/>
            <p:cNvSpPr/>
            <p:nvPr/>
          </p:nvSpPr>
          <p:spPr>
            <a:xfrm>
              <a:off x="8312152" y="24206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1" name="pt54111"/>
            <p:cNvSpPr/>
            <p:nvPr/>
          </p:nvSpPr>
          <p:spPr>
            <a:xfrm>
              <a:off x="9187914" y="22662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2" name="pt54112"/>
            <p:cNvSpPr/>
            <p:nvPr/>
          </p:nvSpPr>
          <p:spPr>
            <a:xfrm>
              <a:off x="9051257" y="21199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3" name="pt54113"/>
            <p:cNvSpPr/>
            <p:nvPr/>
          </p:nvSpPr>
          <p:spPr>
            <a:xfrm>
              <a:off x="8980466" y="20747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4" name="pt54114"/>
            <p:cNvSpPr/>
            <p:nvPr/>
          </p:nvSpPr>
          <p:spPr>
            <a:xfrm>
              <a:off x="9557615" y="23669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5" name="pt54115"/>
            <p:cNvSpPr/>
            <p:nvPr/>
          </p:nvSpPr>
          <p:spPr>
            <a:xfrm>
              <a:off x="8798679" y="21700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6" name="pt54116"/>
            <p:cNvSpPr/>
            <p:nvPr/>
          </p:nvSpPr>
          <p:spPr>
            <a:xfrm>
              <a:off x="8949856" y="21563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7" name="pt54117"/>
            <p:cNvSpPr/>
            <p:nvPr/>
          </p:nvSpPr>
          <p:spPr>
            <a:xfrm>
              <a:off x="8312152" y="25342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8" name="pt54118"/>
            <p:cNvSpPr/>
            <p:nvPr/>
          </p:nvSpPr>
          <p:spPr>
            <a:xfrm>
              <a:off x="8604896" y="23594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9" name="pt54119"/>
            <p:cNvSpPr/>
            <p:nvPr/>
          </p:nvSpPr>
          <p:spPr>
            <a:xfrm>
              <a:off x="9050093" y="21243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0" name="pt54120"/>
            <p:cNvSpPr/>
            <p:nvPr/>
          </p:nvSpPr>
          <p:spPr>
            <a:xfrm>
              <a:off x="8633583" y="21198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1" name="pt54121"/>
            <p:cNvSpPr/>
            <p:nvPr/>
          </p:nvSpPr>
          <p:spPr>
            <a:xfrm>
              <a:off x="8793552" y="22924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2" name="pt54122"/>
            <p:cNvSpPr/>
            <p:nvPr/>
          </p:nvSpPr>
          <p:spPr>
            <a:xfrm>
              <a:off x="8431181" y="25506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3" name="pt54123"/>
            <p:cNvSpPr/>
            <p:nvPr/>
          </p:nvSpPr>
          <p:spPr>
            <a:xfrm>
              <a:off x="8570436" y="25149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4" name="pt54124"/>
            <p:cNvSpPr/>
            <p:nvPr/>
          </p:nvSpPr>
          <p:spPr>
            <a:xfrm>
              <a:off x="9346306" y="21806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5" name="pt54125"/>
            <p:cNvSpPr/>
            <p:nvPr/>
          </p:nvSpPr>
          <p:spPr>
            <a:xfrm>
              <a:off x="9522221" y="19261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6" name="pt54126"/>
            <p:cNvSpPr/>
            <p:nvPr/>
          </p:nvSpPr>
          <p:spPr>
            <a:xfrm>
              <a:off x="8976925" y="22061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7" name="pt54127"/>
            <p:cNvSpPr/>
            <p:nvPr/>
          </p:nvSpPr>
          <p:spPr>
            <a:xfrm>
              <a:off x="8312152" y="24489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8" name="pt54128"/>
            <p:cNvSpPr/>
            <p:nvPr/>
          </p:nvSpPr>
          <p:spPr>
            <a:xfrm>
              <a:off x="8604896" y="23007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9" name="pt54129"/>
            <p:cNvSpPr/>
            <p:nvPr/>
          </p:nvSpPr>
          <p:spPr>
            <a:xfrm>
              <a:off x="8619838" y="22224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0" name="pt54130"/>
            <p:cNvSpPr/>
            <p:nvPr/>
          </p:nvSpPr>
          <p:spPr>
            <a:xfrm>
              <a:off x="9262020" y="18126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1" name="pt54131"/>
            <p:cNvSpPr/>
            <p:nvPr/>
          </p:nvSpPr>
          <p:spPr>
            <a:xfrm>
              <a:off x="8469500" y="22255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2" name="pt54132"/>
            <p:cNvSpPr/>
            <p:nvPr/>
          </p:nvSpPr>
          <p:spPr>
            <a:xfrm>
              <a:off x="9090502" y="18009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3" name="pt54133"/>
            <p:cNvSpPr/>
            <p:nvPr/>
          </p:nvSpPr>
          <p:spPr>
            <a:xfrm>
              <a:off x="8570436" y="22678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4" name="pt54134"/>
            <p:cNvSpPr/>
            <p:nvPr/>
          </p:nvSpPr>
          <p:spPr>
            <a:xfrm>
              <a:off x="8619838" y="22447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5" name="pt54135"/>
            <p:cNvSpPr/>
            <p:nvPr/>
          </p:nvSpPr>
          <p:spPr>
            <a:xfrm>
              <a:off x="8312152" y="2395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6" name="pt54136"/>
            <p:cNvSpPr/>
            <p:nvPr/>
          </p:nvSpPr>
          <p:spPr>
            <a:xfrm>
              <a:off x="8679650" y="23982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7" name="pt54137"/>
            <p:cNvSpPr/>
            <p:nvPr/>
          </p:nvSpPr>
          <p:spPr>
            <a:xfrm>
              <a:off x="9073023" y="18233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8" name="pt54138"/>
            <p:cNvSpPr/>
            <p:nvPr/>
          </p:nvSpPr>
          <p:spPr>
            <a:xfrm>
              <a:off x="8793552" y="22567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9" name="pt54139"/>
            <p:cNvSpPr/>
            <p:nvPr/>
          </p:nvSpPr>
          <p:spPr>
            <a:xfrm>
              <a:off x="8550210" y="2519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0" name="pt54140"/>
            <p:cNvSpPr/>
            <p:nvPr/>
          </p:nvSpPr>
          <p:spPr>
            <a:xfrm>
              <a:off x="9123951" y="20864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1" name="pt54141"/>
            <p:cNvSpPr/>
            <p:nvPr/>
          </p:nvSpPr>
          <p:spPr>
            <a:xfrm>
              <a:off x="9116180" y="20591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2" name="pt54142"/>
            <p:cNvSpPr/>
            <p:nvPr/>
          </p:nvSpPr>
          <p:spPr>
            <a:xfrm>
              <a:off x="8771364" y="21419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3" name="pt54143"/>
            <p:cNvSpPr/>
            <p:nvPr/>
          </p:nvSpPr>
          <p:spPr>
            <a:xfrm>
              <a:off x="9408344" y="19258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4" name="pt54144"/>
            <p:cNvSpPr/>
            <p:nvPr/>
          </p:nvSpPr>
          <p:spPr>
            <a:xfrm>
              <a:off x="9797803" y="25287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5" name="pt54145"/>
            <p:cNvSpPr/>
            <p:nvPr/>
          </p:nvSpPr>
          <p:spPr>
            <a:xfrm>
              <a:off x="8861436" y="20742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6" name="pt54146"/>
            <p:cNvSpPr/>
            <p:nvPr/>
          </p:nvSpPr>
          <p:spPr>
            <a:xfrm>
              <a:off x="8570436" y="24772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7" name="pt54147"/>
            <p:cNvSpPr/>
            <p:nvPr/>
          </p:nvSpPr>
          <p:spPr>
            <a:xfrm>
              <a:off x="8550210" y="24255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8" name="pt54148"/>
            <p:cNvSpPr/>
            <p:nvPr/>
          </p:nvSpPr>
          <p:spPr>
            <a:xfrm>
              <a:off x="8500809" y="25530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9" name="pt54149"/>
            <p:cNvSpPr/>
            <p:nvPr/>
          </p:nvSpPr>
          <p:spPr>
            <a:xfrm>
              <a:off x="8854280" y="19643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0" name="pt54150"/>
            <p:cNvSpPr/>
            <p:nvPr/>
          </p:nvSpPr>
          <p:spPr>
            <a:xfrm>
              <a:off x="8846813" y="19957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1" name="pt54151"/>
            <p:cNvSpPr/>
            <p:nvPr/>
          </p:nvSpPr>
          <p:spPr>
            <a:xfrm>
              <a:off x="8312152" y="24758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2" name="pt54152"/>
            <p:cNvSpPr/>
            <p:nvPr/>
          </p:nvSpPr>
          <p:spPr>
            <a:xfrm>
              <a:off x="8707558" y="22464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3" name="pt54153"/>
            <p:cNvSpPr/>
            <p:nvPr/>
          </p:nvSpPr>
          <p:spPr>
            <a:xfrm>
              <a:off x="9259278" y="21830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4" name="pt54154"/>
            <p:cNvSpPr/>
            <p:nvPr/>
          </p:nvSpPr>
          <p:spPr>
            <a:xfrm>
              <a:off x="9546889" y="21003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5" name="pt54155"/>
            <p:cNvSpPr/>
            <p:nvPr/>
          </p:nvSpPr>
          <p:spPr>
            <a:xfrm>
              <a:off x="8689465" y="24142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6" name="pt54156"/>
            <p:cNvSpPr/>
            <p:nvPr/>
          </p:nvSpPr>
          <p:spPr>
            <a:xfrm>
              <a:off x="8842954" y="20380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7" name="pt54157"/>
            <p:cNvSpPr/>
            <p:nvPr/>
          </p:nvSpPr>
          <p:spPr>
            <a:xfrm>
              <a:off x="8731558" y="22071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8" name="pt54158"/>
            <p:cNvSpPr/>
            <p:nvPr/>
          </p:nvSpPr>
          <p:spPr>
            <a:xfrm>
              <a:off x="9158273" y="18302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9" name="pt54159"/>
            <p:cNvSpPr/>
            <p:nvPr/>
          </p:nvSpPr>
          <p:spPr>
            <a:xfrm>
              <a:off x="8312152" y="24043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0" name="pt54160"/>
            <p:cNvSpPr/>
            <p:nvPr/>
          </p:nvSpPr>
          <p:spPr>
            <a:xfrm>
              <a:off x="9208605" y="20155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1" name="pt54161"/>
            <p:cNvSpPr/>
            <p:nvPr/>
          </p:nvSpPr>
          <p:spPr>
            <a:xfrm>
              <a:off x="9301626" y="21513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2" name="pt54162"/>
            <p:cNvSpPr/>
            <p:nvPr/>
          </p:nvSpPr>
          <p:spPr>
            <a:xfrm>
              <a:off x="8312152" y="23109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3" name="pt54163"/>
            <p:cNvSpPr/>
            <p:nvPr/>
          </p:nvSpPr>
          <p:spPr>
            <a:xfrm>
              <a:off x="9242219" y="2063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4" name="pt54164"/>
            <p:cNvSpPr/>
            <p:nvPr/>
          </p:nvSpPr>
          <p:spPr>
            <a:xfrm>
              <a:off x="8633583" y="21683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5" name="pt54165"/>
            <p:cNvSpPr/>
            <p:nvPr/>
          </p:nvSpPr>
          <p:spPr>
            <a:xfrm>
              <a:off x="9274162" y="19767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6" name="pt54166"/>
            <p:cNvSpPr/>
            <p:nvPr/>
          </p:nvSpPr>
          <p:spPr>
            <a:xfrm>
              <a:off x="9316366" y="22245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7" name="pt54167"/>
            <p:cNvSpPr/>
            <p:nvPr/>
          </p:nvSpPr>
          <p:spPr>
            <a:xfrm>
              <a:off x="8965842" y="2280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8" name="pt54168"/>
            <p:cNvSpPr/>
            <p:nvPr/>
          </p:nvSpPr>
          <p:spPr>
            <a:xfrm>
              <a:off x="8759093" y="20810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9" name="pt54169"/>
            <p:cNvSpPr/>
            <p:nvPr/>
          </p:nvSpPr>
          <p:spPr>
            <a:xfrm>
              <a:off x="8927523" y="19122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0" name="pt54170"/>
            <p:cNvSpPr/>
            <p:nvPr/>
          </p:nvSpPr>
          <p:spPr>
            <a:xfrm>
              <a:off x="9486369" y="24220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1" name="pt54171"/>
            <p:cNvSpPr/>
            <p:nvPr/>
          </p:nvSpPr>
          <p:spPr>
            <a:xfrm>
              <a:off x="8469500" y="23683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2" name="pt54172"/>
            <p:cNvSpPr/>
            <p:nvPr/>
          </p:nvSpPr>
          <p:spPr>
            <a:xfrm>
              <a:off x="9098616" y="20329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3" name="pt54173"/>
            <p:cNvSpPr/>
            <p:nvPr/>
          </p:nvSpPr>
          <p:spPr>
            <a:xfrm>
              <a:off x="8890393" y="21057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4" name="pt54174"/>
            <p:cNvSpPr/>
            <p:nvPr/>
          </p:nvSpPr>
          <p:spPr>
            <a:xfrm>
              <a:off x="9215429" y="21412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5" name="pt54175"/>
            <p:cNvSpPr/>
            <p:nvPr/>
          </p:nvSpPr>
          <p:spPr>
            <a:xfrm>
              <a:off x="8738867" y="22122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6" name="pt54176"/>
            <p:cNvSpPr/>
            <p:nvPr/>
          </p:nvSpPr>
          <p:spPr>
            <a:xfrm>
              <a:off x="9116180" y="20049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7" name="pt54177"/>
            <p:cNvSpPr/>
            <p:nvPr/>
          </p:nvSpPr>
          <p:spPr>
            <a:xfrm>
              <a:off x="8731558" y="23557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8" name="pt54178"/>
            <p:cNvSpPr/>
            <p:nvPr/>
          </p:nvSpPr>
          <p:spPr>
            <a:xfrm>
              <a:off x="8312152" y="23942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9" name="pt54179"/>
            <p:cNvSpPr/>
            <p:nvPr/>
          </p:nvSpPr>
          <p:spPr>
            <a:xfrm>
              <a:off x="9636399" y="19439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0" name="pt54180"/>
            <p:cNvSpPr/>
            <p:nvPr/>
          </p:nvSpPr>
          <p:spPr>
            <a:xfrm>
              <a:off x="8312152" y="25197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1" name="pt54181"/>
            <p:cNvSpPr/>
            <p:nvPr/>
          </p:nvSpPr>
          <p:spPr>
            <a:xfrm>
              <a:off x="9179876" y="18207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2" name="pt54182"/>
            <p:cNvSpPr/>
            <p:nvPr/>
          </p:nvSpPr>
          <p:spPr>
            <a:xfrm>
              <a:off x="8431181" y="23147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3" name="pt54183"/>
            <p:cNvSpPr/>
            <p:nvPr/>
          </p:nvSpPr>
          <p:spPr>
            <a:xfrm>
              <a:off x="8907297" y="20261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4" name="pt54184"/>
            <p:cNvSpPr/>
            <p:nvPr/>
          </p:nvSpPr>
          <p:spPr>
            <a:xfrm>
              <a:off x="8798679" y="22101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5" name="pt54185"/>
            <p:cNvSpPr/>
            <p:nvPr/>
          </p:nvSpPr>
          <p:spPr>
            <a:xfrm>
              <a:off x="8731558" y="2291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6" name="pt54186"/>
            <p:cNvSpPr/>
            <p:nvPr/>
          </p:nvSpPr>
          <p:spPr>
            <a:xfrm>
              <a:off x="9197584" y="17984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7" name="pt54187"/>
            <p:cNvSpPr/>
            <p:nvPr/>
          </p:nvSpPr>
          <p:spPr>
            <a:xfrm>
              <a:off x="8707558" y="21575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8" name="pt54188"/>
            <p:cNvSpPr/>
            <p:nvPr/>
          </p:nvSpPr>
          <p:spPr>
            <a:xfrm>
              <a:off x="9030305" y="18019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9" name="pt54189"/>
            <p:cNvSpPr/>
            <p:nvPr/>
          </p:nvSpPr>
          <p:spPr>
            <a:xfrm>
              <a:off x="9077064" y="18825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0" name="pt54190"/>
            <p:cNvSpPr/>
            <p:nvPr/>
          </p:nvSpPr>
          <p:spPr>
            <a:xfrm>
              <a:off x="9098616" y="21078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1" name="pt54191"/>
            <p:cNvSpPr/>
            <p:nvPr/>
          </p:nvSpPr>
          <p:spPr>
            <a:xfrm>
              <a:off x="9242219" y="19664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2" name="pt54192"/>
            <p:cNvSpPr/>
            <p:nvPr/>
          </p:nvSpPr>
          <p:spPr>
            <a:xfrm>
              <a:off x="8890393" y="20205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3" name="pt54193"/>
            <p:cNvSpPr/>
            <p:nvPr/>
          </p:nvSpPr>
          <p:spPr>
            <a:xfrm>
              <a:off x="9178775" y="18942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4" name="pt54194"/>
            <p:cNvSpPr/>
            <p:nvPr/>
          </p:nvSpPr>
          <p:spPr>
            <a:xfrm>
              <a:off x="9087709" y="21401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5" name="pt54195"/>
            <p:cNvSpPr/>
            <p:nvPr/>
          </p:nvSpPr>
          <p:spPr>
            <a:xfrm>
              <a:off x="8381780" y="22875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6" name="pt54196"/>
            <p:cNvSpPr/>
            <p:nvPr/>
          </p:nvSpPr>
          <p:spPr>
            <a:xfrm>
              <a:off x="9208605" y="19946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7" name="pt54197"/>
            <p:cNvSpPr/>
            <p:nvPr/>
          </p:nvSpPr>
          <p:spPr>
            <a:xfrm>
              <a:off x="8793552" y="20962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8" name="pt54198"/>
            <p:cNvSpPr/>
            <p:nvPr/>
          </p:nvSpPr>
          <p:spPr>
            <a:xfrm>
              <a:off x="8312152" y="24939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9" name="pt54199"/>
            <p:cNvSpPr/>
            <p:nvPr/>
          </p:nvSpPr>
          <p:spPr>
            <a:xfrm>
              <a:off x="8723925" y="21298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0" name="pt54200"/>
            <p:cNvSpPr/>
            <p:nvPr/>
          </p:nvSpPr>
          <p:spPr>
            <a:xfrm>
              <a:off x="8798679" y="20752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1" name="pt54201"/>
            <p:cNvSpPr/>
            <p:nvPr/>
          </p:nvSpPr>
          <p:spPr>
            <a:xfrm>
              <a:off x="9591848" y="23763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2" name="pt54202"/>
            <p:cNvSpPr/>
            <p:nvPr/>
          </p:nvSpPr>
          <p:spPr>
            <a:xfrm>
              <a:off x="8604896" y="21852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3" name="pt54203"/>
            <p:cNvSpPr/>
            <p:nvPr/>
          </p:nvSpPr>
          <p:spPr>
            <a:xfrm>
              <a:off x="8723925" y="21864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4" name="pt54204"/>
            <p:cNvSpPr/>
            <p:nvPr/>
          </p:nvSpPr>
          <p:spPr>
            <a:xfrm>
              <a:off x="8658156" y="23710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5" name="pt54205"/>
            <p:cNvSpPr/>
            <p:nvPr/>
          </p:nvSpPr>
          <p:spPr>
            <a:xfrm>
              <a:off x="8646309" y="22592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6" name="pt54206"/>
            <p:cNvSpPr/>
            <p:nvPr/>
          </p:nvSpPr>
          <p:spPr>
            <a:xfrm>
              <a:off x="8633583" y="2061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7" name="pt54207"/>
            <p:cNvSpPr/>
            <p:nvPr/>
          </p:nvSpPr>
          <p:spPr>
            <a:xfrm>
              <a:off x="8854280" y="22349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8" name="pt54208"/>
            <p:cNvSpPr/>
            <p:nvPr/>
          </p:nvSpPr>
          <p:spPr>
            <a:xfrm>
              <a:off x="9060297" y="20400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9" name="pt54209"/>
            <p:cNvSpPr/>
            <p:nvPr/>
          </p:nvSpPr>
          <p:spPr>
            <a:xfrm>
              <a:off x="8793552" y="19942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0" name="pt54210"/>
            <p:cNvSpPr/>
            <p:nvPr/>
          </p:nvSpPr>
          <p:spPr>
            <a:xfrm>
              <a:off x="9179876" y="18344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1" name="pt54211"/>
            <p:cNvSpPr/>
            <p:nvPr/>
          </p:nvSpPr>
          <p:spPr>
            <a:xfrm>
              <a:off x="8500809" y="26228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2" name="pt54212"/>
            <p:cNvSpPr/>
            <p:nvPr/>
          </p:nvSpPr>
          <p:spPr>
            <a:xfrm>
              <a:off x="8752612" y="21593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3" name="pt54213"/>
            <p:cNvSpPr/>
            <p:nvPr/>
          </p:nvSpPr>
          <p:spPr>
            <a:xfrm>
              <a:off x="8949856" y="20659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4" name="pt54214"/>
            <p:cNvSpPr/>
            <p:nvPr/>
          </p:nvSpPr>
          <p:spPr>
            <a:xfrm>
              <a:off x="8765338" y="20456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5" name="pt54215"/>
            <p:cNvSpPr/>
            <p:nvPr/>
          </p:nvSpPr>
          <p:spPr>
            <a:xfrm>
              <a:off x="9548435" y="23069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6" name="pt54216"/>
            <p:cNvSpPr/>
            <p:nvPr/>
          </p:nvSpPr>
          <p:spPr>
            <a:xfrm>
              <a:off x="9436506" y="22504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7" name="pt54217"/>
            <p:cNvSpPr/>
            <p:nvPr/>
          </p:nvSpPr>
          <p:spPr>
            <a:xfrm>
              <a:off x="8765338" y="2040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8" name="pt54218"/>
            <p:cNvSpPr/>
            <p:nvPr/>
          </p:nvSpPr>
          <p:spPr>
            <a:xfrm>
              <a:off x="8431181" y="22822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9" name="pt54219"/>
            <p:cNvSpPr/>
            <p:nvPr/>
          </p:nvSpPr>
          <p:spPr>
            <a:xfrm>
              <a:off x="8707558" y="22589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0" name="pt54220"/>
            <p:cNvSpPr/>
            <p:nvPr/>
          </p:nvSpPr>
          <p:spPr>
            <a:xfrm>
              <a:off x="9141283" y="21480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1" name="pt54221"/>
            <p:cNvSpPr/>
            <p:nvPr/>
          </p:nvSpPr>
          <p:spPr>
            <a:xfrm>
              <a:off x="9222422" y="2056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2" name="pt54222"/>
            <p:cNvSpPr/>
            <p:nvPr/>
          </p:nvSpPr>
          <p:spPr>
            <a:xfrm>
              <a:off x="8431181" y="24235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3" name="pt54223"/>
            <p:cNvSpPr/>
            <p:nvPr/>
          </p:nvSpPr>
          <p:spPr>
            <a:xfrm>
              <a:off x="8932228" y="18959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4" name="pt54224"/>
            <p:cNvSpPr/>
            <p:nvPr/>
          </p:nvSpPr>
          <p:spPr>
            <a:xfrm>
              <a:off x="8431181" y="23685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5" name="pt54225"/>
            <p:cNvSpPr/>
            <p:nvPr/>
          </p:nvSpPr>
          <p:spPr>
            <a:xfrm>
              <a:off x="9242219" y="21236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6" name="pt54226"/>
            <p:cNvSpPr/>
            <p:nvPr/>
          </p:nvSpPr>
          <p:spPr>
            <a:xfrm>
              <a:off x="9037995" y="18326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7" name="pt54227"/>
            <p:cNvSpPr/>
            <p:nvPr/>
          </p:nvSpPr>
          <p:spPr>
            <a:xfrm>
              <a:off x="8312152" y="2440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8" name="pt54228"/>
            <p:cNvSpPr/>
            <p:nvPr/>
          </p:nvSpPr>
          <p:spPr>
            <a:xfrm>
              <a:off x="8980466" y="1926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9" name="pt54229"/>
            <p:cNvSpPr/>
            <p:nvPr/>
          </p:nvSpPr>
          <p:spPr>
            <a:xfrm>
              <a:off x="8312152" y="22610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0" name="pt54230"/>
            <p:cNvSpPr/>
            <p:nvPr/>
          </p:nvSpPr>
          <p:spPr>
            <a:xfrm>
              <a:off x="8570436" y="23640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1" name="pt54231"/>
            <p:cNvSpPr/>
            <p:nvPr/>
          </p:nvSpPr>
          <p:spPr>
            <a:xfrm>
              <a:off x="9197584" y="17430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2" name="pt54232"/>
            <p:cNvSpPr/>
            <p:nvPr/>
          </p:nvSpPr>
          <p:spPr>
            <a:xfrm>
              <a:off x="9356410" y="2096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3" name="pt54233"/>
            <p:cNvSpPr/>
            <p:nvPr/>
          </p:nvSpPr>
          <p:spPr>
            <a:xfrm>
              <a:off x="9326470" y="22142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4" name="pt54234"/>
            <p:cNvSpPr/>
            <p:nvPr/>
          </p:nvSpPr>
          <p:spPr>
            <a:xfrm>
              <a:off x="9352440" y="22119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5" name="pt54235"/>
            <p:cNvSpPr/>
            <p:nvPr/>
          </p:nvSpPr>
          <p:spPr>
            <a:xfrm>
              <a:off x="8633583" y="20156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6" name="pt54236"/>
            <p:cNvSpPr/>
            <p:nvPr/>
          </p:nvSpPr>
          <p:spPr>
            <a:xfrm>
              <a:off x="9067835" y="18263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7" name="pt54237"/>
            <p:cNvSpPr/>
            <p:nvPr/>
          </p:nvSpPr>
          <p:spPr>
            <a:xfrm>
              <a:off x="9509103" y="20792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8" name="pt54238"/>
            <p:cNvSpPr/>
            <p:nvPr/>
          </p:nvSpPr>
          <p:spPr>
            <a:xfrm>
              <a:off x="9027663" y="19073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9" name="pt54239"/>
            <p:cNvSpPr/>
            <p:nvPr/>
          </p:nvSpPr>
          <p:spPr>
            <a:xfrm>
              <a:off x="8570436" y="24969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0" name="pt54240"/>
            <p:cNvSpPr/>
            <p:nvPr/>
          </p:nvSpPr>
          <p:spPr>
            <a:xfrm>
              <a:off x="9226651" y="20331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1" name="pt54241"/>
            <p:cNvSpPr/>
            <p:nvPr/>
          </p:nvSpPr>
          <p:spPr>
            <a:xfrm>
              <a:off x="8658156" y="24622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2" name="pt54242"/>
            <p:cNvSpPr/>
            <p:nvPr/>
          </p:nvSpPr>
          <p:spPr>
            <a:xfrm>
              <a:off x="8884367" y="20657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3" name="pt54243"/>
            <p:cNvSpPr/>
            <p:nvPr/>
          </p:nvSpPr>
          <p:spPr>
            <a:xfrm>
              <a:off x="8381780" y="21239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4" name="pt54244"/>
            <p:cNvSpPr/>
            <p:nvPr/>
          </p:nvSpPr>
          <p:spPr>
            <a:xfrm>
              <a:off x="8312152" y="24302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5" name="pt54245"/>
            <p:cNvSpPr/>
            <p:nvPr/>
          </p:nvSpPr>
          <p:spPr>
            <a:xfrm>
              <a:off x="9286390" y="1978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6" name="pt54246"/>
            <p:cNvSpPr/>
            <p:nvPr/>
          </p:nvSpPr>
          <p:spPr>
            <a:xfrm>
              <a:off x="8881273" y="21806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7" name="pt54247"/>
            <p:cNvSpPr/>
            <p:nvPr/>
          </p:nvSpPr>
          <p:spPr>
            <a:xfrm>
              <a:off x="9522221" y="19231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8" name="pt54248"/>
            <p:cNvSpPr/>
            <p:nvPr/>
          </p:nvSpPr>
          <p:spPr>
            <a:xfrm>
              <a:off x="8932228" y="19151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9" name="pt54249"/>
            <p:cNvSpPr/>
            <p:nvPr/>
          </p:nvSpPr>
          <p:spPr>
            <a:xfrm>
              <a:off x="9139903" y="20549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0" name="pt54250"/>
            <p:cNvSpPr/>
            <p:nvPr/>
          </p:nvSpPr>
          <p:spPr>
            <a:xfrm>
              <a:off x="8570436" y="23159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1" name="pt54251"/>
            <p:cNvSpPr/>
            <p:nvPr/>
          </p:nvSpPr>
          <p:spPr>
            <a:xfrm>
              <a:off x="8817779" y="19908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2" name="pt54252"/>
            <p:cNvSpPr/>
            <p:nvPr/>
          </p:nvSpPr>
          <p:spPr>
            <a:xfrm>
              <a:off x="8669239" y="24055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3" name="pt54253"/>
            <p:cNvSpPr/>
            <p:nvPr/>
          </p:nvSpPr>
          <p:spPr>
            <a:xfrm>
              <a:off x="8312152" y="25498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4" name="pt54254"/>
            <p:cNvSpPr/>
            <p:nvPr/>
          </p:nvSpPr>
          <p:spPr>
            <a:xfrm>
              <a:off x="8949856" y="19861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5" name="pt54255"/>
            <p:cNvSpPr/>
            <p:nvPr/>
          </p:nvSpPr>
          <p:spPr>
            <a:xfrm>
              <a:off x="8765338" y="21862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6" name="pt54256"/>
            <p:cNvSpPr/>
            <p:nvPr/>
          </p:nvSpPr>
          <p:spPr>
            <a:xfrm>
              <a:off x="8920215" y="20262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7" name="pt54257"/>
            <p:cNvSpPr/>
            <p:nvPr/>
          </p:nvSpPr>
          <p:spPr>
            <a:xfrm>
              <a:off x="8707558" y="22321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8" name="pt54258"/>
            <p:cNvSpPr/>
            <p:nvPr/>
          </p:nvSpPr>
          <p:spPr>
            <a:xfrm>
              <a:off x="9123951" y="20556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9" name="pt54259"/>
            <p:cNvSpPr/>
            <p:nvPr/>
          </p:nvSpPr>
          <p:spPr>
            <a:xfrm>
              <a:off x="9550412" y="21146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0" name="pt54260"/>
            <p:cNvSpPr/>
            <p:nvPr/>
          </p:nvSpPr>
          <p:spPr>
            <a:xfrm>
              <a:off x="8550210" y="25195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1" name="pt54261"/>
            <p:cNvSpPr/>
            <p:nvPr/>
          </p:nvSpPr>
          <p:spPr>
            <a:xfrm>
              <a:off x="8850587" y="20433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2" name="pt54262"/>
            <p:cNvSpPr/>
            <p:nvPr/>
          </p:nvSpPr>
          <p:spPr>
            <a:xfrm>
              <a:off x="8907297" y="23574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3" name="pt54263"/>
            <p:cNvSpPr/>
            <p:nvPr/>
          </p:nvSpPr>
          <p:spPr>
            <a:xfrm>
              <a:off x="8527280" y="27088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4" name="pt54264"/>
            <p:cNvSpPr/>
            <p:nvPr/>
          </p:nvSpPr>
          <p:spPr>
            <a:xfrm>
              <a:off x="8932228" y="18577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5" name="pt54265"/>
            <p:cNvSpPr/>
            <p:nvPr/>
          </p:nvSpPr>
          <p:spPr>
            <a:xfrm>
              <a:off x="8890393" y="20153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6" name="pt54266"/>
            <p:cNvSpPr/>
            <p:nvPr/>
          </p:nvSpPr>
          <p:spPr>
            <a:xfrm>
              <a:off x="9030305" y="20226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7" name="pt54267"/>
            <p:cNvSpPr/>
            <p:nvPr/>
          </p:nvSpPr>
          <p:spPr>
            <a:xfrm>
              <a:off x="8312152" y="24763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8" name="pt54268"/>
            <p:cNvSpPr/>
            <p:nvPr/>
          </p:nvSpPr>
          <p:spPr>
            <a:xfrm>
              <a:off x="8312152" y="24827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9" name="pt54269"/>
            <p:cNvSpPr/>
            <p:nvPr/>
          </p:nvSpPr>
          <p:spPr>
            <a:xfrm>
              <a:off x="9004922" y="15796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0" name="pt54270"/>
            <p:cNvSpPr/>
            <p:nvPr/>
          </p:nvSpPr>
          <p:spPr>
            <a:xfrm>
              <a:off x="8839006" y="20058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1" name="pt54271"/>
            <p:cNvSpPr/>
            <p:nvPr/>
          </p:nvSpPr>
          <p:spPr>
            <a:xfrm>
              <a:off x="9324827" y="21058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2" name="pt54272"/>
            <p:cNvSpPr/>
            <p:nvPr/>
          </p:nvSpPr>
          <p:spPr>
            <a:xfrm>
              <a:off x="8500809" y="26523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3" name="pt54273"/>
            <p:cNvSpPr/>
            <p:nvPr/>
          </p:nvSpPr>
          <p:spPr>
            <a:xfrm>
              <a:off x="9186336" y="23208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4" name="pt54274"/>
            <p:cNvSpPr/>
            <p:nvPr/>
          </p:nvSpPr>
          <p:spPr>
            <a:xfrm>
              <a:off x="8765338" y="20802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5" name="pt54275"/>
            <p:cNvSpPr/>
            <p:nvPr/>
          </p:nvSpPr>
          <p:spPr>
            <a:xfrm>
              <a:off x="8431181" y="23725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6" name="pt54276"/>
            <p:cNvSpPr/>
            <p:nvPr/>
          </p:nvSpPr>
          <p:spPr>
            <a:xfrm>
              <a:off x="8570436" y="24738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7" name="pt54277"/>
            <p:cNvSpPr/>
            <p:nvPr/>
          </p:nvSpPr>
          <p:spPr>
            <a:xfrm>
              <a:off x="8830827" y="17700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8" name="pt54278"/>
            <p:cNvSpPr/>
            <p:nvPr/>
          </p:nvSpPr>
          <p:spPr>
            <a:xfrm>
              <a:off x="8846813" y="19833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9" name="pt54279"/>
            <p:cNvSpPr/>
            <p:nvPr/>
          </p:nvSpPr>
          <p:spPr>
            <a:xfrm>
              <a:off x="8939053" y="18661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0" name="pt54280"/>
            <p:cNvSpPr/>
            <p:nvPr/>
          </p:nvSpPr>
          <p:spPr>
            <a:xfrm>
              <a:off x="8469500" y="21358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1" name="pt54281"/>
            <p:cNvSpPr/>
            <p:nvPr/>
          </p:nvSpPr>
          <p:spPr>
            <a:xfrm>
              <a:off x="9139903" y="20792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2" name="pt54282"/>
            <p:cNvSpPr/>
            <p:nvPr/>
          </p:nvSpPr>
          <p:spPr>
            <a:xfrm>
              <a:off x="8619838" y="22780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3" name="pt54283"/>
            <p:cNvSpPr/>
            <p:nvPr/>
          </p:nvSpPr>
          <p:spPr>
            <a:xfrm>
              <a:off x="8817779" y="20549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4" name="pt54284"/>
            <p:cNvSpPr/>
            <p:nvPr/>
          </p:nvSpPr>
          <p:spPr>
            <a:xfrm>
              <a:off x="9231999" y="2124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5" name="pt54285"/>
            <p:cNvSpPr/>
            <p:nvPr/>
          </p:nvSpPr>
          <p:spPr>
            <a:xfrm>
              <a:off x="9321732" y="22423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6" name="pt54286"/>
            <p:cNvSpPr/>
            <p:nvPr/>
          </p:nvSpPr>
          <p:spPr>
            <a:xfrm>
              <a:off x="8679650" y="23531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7" name="pt54287"/>
            <p:cNvSpPr/>
            <p:nvPr/>
          </p:nvSpPr>
          <p:spPr>
            <a:xfrm>
              <a:off x="8588529" y="22042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8" name="pt54288"/>
            <p:cNvSpPr/>
            <p:nvPr/>
          </p:nvSpPr>
          <p:spPr>
            <a:xfrm>
              <a:off x="9199552" y="17825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9" name="pt54289"/>
            <p:cNvSpPr/>
            <p:nvPr/>
          </p:nvSpPr>
          <p:spPr>
            <a:xfrm>
              <a:off x="9664325" y="12809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0" name="pt54290"/>
            <p:cNvSpPr/>
            <p:nvPr/>
          </p:nvSpPr>
          <p:spPr>
            <a:xfrm>
              <a:off x="9667785" y="2463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1" name="pt54291"/>
            <p:cNvSpPr/>
            <p:nvPr/>
          </p:nvSpPr>
          <p:spPr>
            <a:xfrm>
              <a:off x="9278233" y="18750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2" name="pt54292"/>
            <p:cNvSpPr/>
            <p:nvPr/>
          </p:nvSpPr>
          <p:spPr>
            <a:xfrm>
              <a:off x="8588529" y="22601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3" name="pt54293"/>
            <p:cNvSpPr/>
            <p:nvPr/>
          </p:nvSpPr>
          <p:spPr>
            <a:xfrm>
              <a:off x="9098616" y="21357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4" name="pt54294"/>
            <p:cNvSpPr/>
            <p:nvPr/>
          </p:nvSpPr>
          <p:spPr>
            <a:xfrm>
              <a:off x="8550210" y="24594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5" name="pt54295"/>
            <p:cNvSpPr/>
            <p:nvPr/>
          </p:nvSpPr>
          <p:spPr>
            <a:xfrm>
              <a:off x="8550210" y="23811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6" name="pt54296"/>
            <p:cNvSpPr/>
            <p:nvPr/>
          </p:nvSpPr>
          <p:spPr>
            <a:xfrm>
              <a:off x="8669239" y="22968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7" name="pt54297"/>
            <p:cNvSpPr/>
            <p:nvPr/>
          </p:nvSpPr>
          <p:spPr>
            <a:xfrm>
              <a:off x="8679650" y="23588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8" name="pt54298"/>
            <p:cNvSpPr/>
            <p:nvPr/>
          </p:nvSpPr>
          <p:spPr>
            <a:xfrm>
              <a:off x="8976925" y="21656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9" name="pt54299"/>
            <p:cNvSpPr/>
            <p:nvPr/>
          </p:nvSpPr>
          <p:spPr>
            <a:xfrm>
              <a:off x="9406741" y="19358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0" name="pt54300"/>
            <p:cNvSpPr/>
            <p:nvPr/>
          </p:nvSpPr>
          <p:spPr>
            <a:xfrm>
              <a:off x="8500809" y="26157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1" name="pt54301"/>
            <p:cNvSpPr/>
            <p:nvPr/>
          </p:nvSpPr>
          <p:spPr>
            <a:xfrm>
              <a:off x="9388372" y="21236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2" name="pt54302"/>
            <p:cNvSpPr/>
            <p:nvPr/>
          </p:nvSpPr>
          <p:spPr>
            <a:xfrm>
              <a:off x="9044150" y="16979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3" name="pt54303"/>
            <p:cNvSpPr/>
            <p:nvPr/>
          </p:nvSpPr>
          <p:spPr>
            <a:xfrm>
              <a:off x="8707558" y="21425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4" name="pt54304"/>
            <p:cNvSpPr/>
            <p:nvPr/>
          </p:nvSpPr>
          <p:spPr>
            <a:xfrm>
              <a:off x="8899053" y="21317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5" name="pt54305"/>
            <p:cNvSpPr/>
            <p:nvPr/>
          </p:nvSpPr>
          <p:spPr>
            <a:xfrm>
              <a:off x="8846813" y="20244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6" name="pt54306"/>
            <p:cNvSpPr/>
            <p:nvPr/>
          </p:nvSpPr>
          <p:spPr>
            <a:xfrm>
              <a:off x="8679650" y="24171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7" name="pt54307"/>
            <p:cNvSpPr/>
            <p:nvPr/>
          </p:nvSpPr>
          <p:spPr>
            <a:xfrm>
              <a:off x="8669239" y="23237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8" name="pt54308"/>
            <p:cNvSpPr/>
            <p:nvPr/>
          </p:nvSpPr>
          <p:spPr>
            <a:xfrm>
              <a:off x="9207674" y="1834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9" name="pt54309"/>
            <p:cNvSpPr/>
            <p:nvPr/>
          </p:nvSpPr>
          <p:spPr>
            <a:xfrm>
              <a:off x="8893328" y="20550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0" name="pt54310"/>
            <p:cNvSpPr/>
            <p:nvPr/>
          </p:nvSpPr>
          <p:spPr>
            <a:xfrm>
              <a:off x="8312152" y="24738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1" name="pt54311"/>
            <p:cNvSpPr/>
            <p:nvPr/>
          </p:nvSpPr>
          <p:spPr>
            <a:xfrm>
              <a:off x="8679650" y="25046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2" name="pt54312"/>
            <p:cNvSpPr/>
            <p:nvPr/>
          </p:nvSpPr>
          <p:spPr>
            <a:xfrm>
              <a:off x="8731558" y="24555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3" name="pt54313"/>
            <p:cNvSpPr/>
            <p:nvPr/>
          </p:nvSpPr>
          <p:spPr>
            <a:xfrm>
              <a:off x="9370170" y="22034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4" name="pt54314"/>
            <p:cNvSpPr/>
            <p:nvPr/>
          </p:nvSpPr>
          <p:spPr>
            <a:xfrm>
              <a:off x="8731558" y="23393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5" name="pt54315"/>
            <p:cNvSpPr/>
            <p:nvPr/>
          </p:nvSpPr>
          <p:spPr>
            <a:xfrm>
              <a:off x="9286979" y="18468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6" name="pt54316"/>
            <p:cNvSpPr/>
            <p:nvPr/>
          </p:nvSpPr>
          <p:spPr>
            <a:xfrm>
              <a:off x="8777185" y="23574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7" name="pt54317"/>
            <p:cNvSpPr/>
            <p:nvPr/>
          </p:nvSpPr>
          <p:spPr>
            <a:xfrm>
              <a:off x="9780422" y="26577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8" name="pt54318"/>
            <p:cNvSpPr/>
            <p:nvPr/>
          </p:nvSpPr>
          <p:spPr>
            <a:xfrm>
              <a:off x="8312152" y="21359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9" name="pt54319"/>
            <p:cNvSpPr/>
            <p:nvPr/>
          </p:nvSpPr>
          <p:spPr>
            <a:xfrm>
              <a:off x="8960020" y="21813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0" name="pt54320"/>
            <p:cNvSpPr/>
            <p:nvPr/>
          </p:nvSpPr>
          <p:spPr>
            <a:xfrm>
              <a:off x="9104672" y="20991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1" name="pt54321"/>
            <p:cNvSpPr/>
            <p:nvPr/>
          </p:nvSpPr>
          <p:spPr>
            <a:xfrm>
              <a:off x="8854280" y="21287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2" name="pt54322"/>
            <p:cNvSpPr/>
            <p:nvPr/>
          </p:nvSpPr>
          <p:spPr>
            <a:xfrm>
              <a:off x="9382404" y="21962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3" name="pt54323"/>
            <p:cNvSpPr/>
            <p:nvPr/>
          </p:nvSpPr>
          <p:spPr>
            <a:xfrm>
              <a:off x="8500809" y="24852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4" name="pt54324"/>
            <p:cNvSpPr/>
            <p:nvPr/>
          </p:nvSpPr>
          <p:spPr>
            <a:xfrm>
              <a:off x="8698750" y="24212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5" name="pt54325"/>
            <p:cNvSpPr/>
            <p:nvPr/>
          </p:nvSpPr>
          <p:spPr>
            <a:xfrm>
              <a:off x="9360483" y="21084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6" name="pt54326"/>
            <p:cNvSpPr/>
            <p:nvPr/>
          </p:nvSpPr>
          <p:spPr>
            <a:xfrm>
              <a:off x="9382404" y="19622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7" name="pt54327"/>
            <p:cNvSpPr/>
            <p:nvPr/>
          </p:nvSpPr>
          <p:spPr>
            <a:xfrm>
              <a:off x="8992313" y="18708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8" name="pt54328"/>
            <p:cNvSpPr/>
            <p:nvPr/>
          </p:nvSpPr>
          <p:spPr>
            <a:xfrm>
              <a:off x="8868306" y="23507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9" name="pt54329"/>
            <p:cNvSpPr/>
            <p:nvPr/>
          </p:nvSpPr>
          <p:spPr>
            <a:xfrm>
              <a:off x="8500809" y="25851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0" name="pt54330"/>
            <p:cNvSpPr/>
            <p:nvPr/>
          </p:nvSpPr>
          <p:spPr>
            <a:xfrm>
              <a:off x="9548628" y="21162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1" name="pt54331"/>
            <p:cNvSpPr/>
            <p:nvPr/>
          </p:nvSpPr>
          <p:spPr>
            <a:xfrm>
              <a:off x="8839006" y="20820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2" name="pt54332"/>
            <p:cNvSpPr/>
            <p:nvPr/>
          </p:nvSpPr>
          <p:spPr>
            <a:xfrm>
              <a:off x="8588529" y="22599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3" name="pt54333"/>
            <p:cNvSpPr/>
            <p:nvPr/>
          </p:nvSpPr>
          <p:spPr>
            <a:xfrm>
              <a:off x="8679650" y="25469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4" name="pt54334"/>
            <p:cNvSpPr/>
            <p:nvPr/>
          </p:nvSpPr>
          <p:spPr>
            <a:xfrm>
              <a:off x="8782816" y="22930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5" name="pt54335"/>
            <p:cNvSpPr/>
            <p:nvPr/>
          </p:nvSpPr>
          <p:spPr>
            <a:xfrm>
              <a:off x="9417384" y="19825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6" name="pt54336"/>
            <p:cNvSpPr/>
            <p:nvPr/>
          </p:nvSpPr>
          <p:spPr>
            <a:xfrm>
              <a:off x="9978328" y="2836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7" name="pt54337"/>
            <p:cNvSpPr/>
            <p:nvPr/>
          </p:nvSpPr>
          <p:spPr>
            <a:xfrm>
              <a:off x="9436506" y="23496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8" name="pt54338"/>
            <p:cNvSpPr/>
            <p:nvPr/>
          </p:nvSpPr>
          <p:spPr>
            <a:xfrm>
              <a:off x="8846813" y="21012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9" name="pt54339"/>
            <p:cNvSpPr/>
            <p:nvPr/>
          </p:nvSpPr>
          <p:spPr>
            <a:xfrm>
              <a:off x="8912581" y="20474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0" name="pt54340"/>
            <p:cNvSpPr/>
            <p:nvPr/>
          </p:nvSpPr>
          <p:spPr>
            <a:xfrm>
              <a:off x="9222422" y="1951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1" name="pt54341"/>
            <p:cNvSpPr/>
            <p:nvPr/>
          </p:nvSpPr>
          <p:spPr>
            <a:xfrm>
              <a:off x="8381780" y="24475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2" name="pt54342"/>
            <p:cNvSpPr/>
            <p:nvPr/>
          </p:nvSpPr>
          <p:spPr>
            <a:xfrm>
              <a:off x="9068885" y="18666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3" name="pt54343"/>
            <p:cNvSpPr/>
            <p:nvPr/>
          </p:nvSpPr>
          <p:spPr>
            <a:xfrm>
              <a:off x="8765338" y="21542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4" name="pt54344"/>
            <p:cNvSpPr/>
            <p:nvPr/>
          </p:nvSpPr>
          <p:spPr>
            <a:xfrm>
              <a:off x="9321732" y="1949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5" name="pt54345"/>
            <p:cNvSpPr/>
            <p:nvPr/>
          </p:nvSpPr>
          <p:spPr>
            <a:xfrm>
              <a:off x="8381780" y="22544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6" name="pt54346"/>
            <p:cNvSpPr/>
            <p:nvPr/>
          </p:nvSpPr>
          <p:spPr>
            <a:xfrm>
              <a:off x="9088645" y="20851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7" name="pt54347"/>
            <p:cNvSpPr/>
            <p:nvPr/>
          </p:nvSpPr>
          <p:spPr>
            <a:xfrm>
              <a:off x="9237969" y="20350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8" name="pt54348"/>
            <p:cNvSpPr/>
            <p:nvPr/>
          </p:nvSpPr>
          <p:spPr>
            <a:xfrm>
              <a:off x="9294459" y="19063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9" name="pt54349"/>
            <p:cNvSpPr/>
            <p:nvPr/>
          </p:nvSpPr>
          <p:spPr>
            <a:xfrm>
              <a:off x="8619838" y="22598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0" name="pt54350"/>
            <p:cNvSpPr/>
            <p:nvPr/>
          </p:nvSpPr>
          <p:spPr>
            <a:xfrm>
              <a:off x="8945616" y="22165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1" name="pt54351"/>
            <p:cNvSpPr/>
            <p:nvPr/>
          </p:nvSpPr>
          <p:spPr>
            <a:xfrm>
              <a:off x="8669239" y="23385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2" name="pt54352"/>
            <p:cNvSpPr/>
            <p:nvPr/>
          </p:nvSpPr>
          <p:spPr>
            <a:xfrm>
              <a:off x="8715936" y="22164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3" name="pt54353"/>
            <p:cNvSpPr/>
            <p:nvPr/>
          </p:nvSpPr>
          <p:spPr>
            <a:xfrm>
              <a:off x="8570436" y="24193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4" name="pt54354"/>
            <p:cNvSpPr/>
            <p:nvPr/>
          </p:nvSpPr>
          <p:spPr>
            <a:xfrm>
              <a:off x="9197584" y="17223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5" name="pt54355"/>
            <p:cNvSpPr/>
            <p:nvPr/>
          </p:nvSpPr>
          <p:spPr>
            <a:xfrm>
              <a:off x="9031610" y="19057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6" name="pt54356"/>
            <p:cNvSpPr/>
            <p:nvPr/>
          </p:nvSpPr>
          <p:spPr>
            <a:xfrm>
              <a:off x="8381780" y="2446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7" name="pt54357"/>
            <p:cNvSpPr/>
            <p:nvPr/>
          </p:nvSpPr>
          <p:spPr>
            <a:xfrm>
              <a:off x="9667785" y="24809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8" name="pt54358"/>
            <p:cNvSpPr/>
            <p:nvPr/>
          </p:nvSpPr>
          <p:spPr>
            <a:xfrm>
              <a:off x="8861436" y="19806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9" name="pt54359"/>
            <p:cNvSpPr/>
            <p:nvPr/>
          </p:nvSpPr>
          <p:spPr>
            <a:xfrm>
              <a:off x="8604896" y="23407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0" name="pt54360"/>
            <p:cNvSpPr/>
            <p:nvPr/>
          </p:nvSpPr>
          <p:spPr>
            <a:xfrm>
              <a:off x="9068885" y="18179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1" name="pt54361"/>
            <p:cNvSpPr/>
            <p:nvPr/>
          </p:nvSpPr>
          <p:spPr>
            <a:xfrm>
              <a:off x="8469500" y="2436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2" name="pt54362"/>
            <p:cNvSpPr/>
            <p:nvPr/>
          </p:nvSpPr>
          <p:spPr>
            <a:xfrm>
              <a:off x="8588529" y="23209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3" name="pt54363"/>
            <p:cNvSpPr/>
            <p:nvPr/>
          </p:nvSpPr>
          <p:spPr>
            <a:xfrm>
              <a:off x="9701667" y="22630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4" name="pt54364"/>
            <p:cNvSpPr/>
            <p:nvPr/>
          </p:nvSpPr>
          <p:spPr>
            <a:xfrm>
              <a:off x="9102103" y="20596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5" name="pt54365"/>
            <p:cNvSpPr/>
            <p:nvPr/>
          </p:nvSpPr>
          <p:spPr>
            <a:xfrm>
              <a:off x="8698750" y="23932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6" name="pt54366"/>
            <p:cNvSpPr/>
            <p:nvPr/>
          </p:nvSpPr>
          <p:spPr>
            <a:xfrm>
              <a:off x="8857896" y="19301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7" name="pt54367"/>
            <p:cNvSpPr/>
            <p:nvPr/>
          </p:nvSpPr>
          <p:spPr>
            <a:xfrm>
              <a:off x="8550210" y="26868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8" name="pt54368"/>
            <p:cNvSpPr/>
            <p:nvPr/>
          </p:nvSpPr>
          <p:spPr>
            <a:xfrm>
              <a:off x="9120109" y="20394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9" name="pt54369"/>
            <p:cNvSpPr/>
            <p:nvPr/>
          </p:nvSpPr>
          <p:spPr>
            <a:xfrm>
              <a:off x="8738867" y="2142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0" name="pt54370"/>
            <p:cNvSpPr/>
            <p:nvPr/>
          </p:nvSpPr>
          <p:spPr>
            <a:xfrm>
              <a:off x="9051257" y="20324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1" name="pt54371"/>
            <p:cNvSpPr/>
            <p:nvPr/>
          </p:nvSpPr>
          <p:spPr>
            <a:xfrm>
              <a:off x="8588529" y="22675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2" name="pt54372"/>
            <p:cNvSpPr/>
            <p:nvPr/>
          </p:nvSpPr>
          <p:spPr>
            <a:xfrm>
              <a:off x="9495513" y="22487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3" name="pt54373"/>
            <p:cNvSpPr/>
            <p:nvPr/>
          </p:nvSpPr>
          <p:spPr>
            <a:xfrm>
              <a:off x="9486369" y="24081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4" name="pt54374"/>
            <p:cNvSpPr/>
            <p:nvPr/>
          </p:nvSpPr>
          <p:spPr>
            <a:xfrm>
              <a:off x="9528241" y="19177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5" name="pt54375"/>
            <p:cNvSpPr/>
            <p:nvPr/>
          </p:nvSpPr>
          <p:spPr>
            <a:xfrm>
              <a:off x="9562708" y="20348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6" name="pt54376"/>
            <p:cNvSpPr/>
            <p:nvPr/>
          </p:nvSpPr>
          <p:spPr>
            <a:xfrm>
              <a:off x="9259278" y="2202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7" name="pt54377"/>
            <p:cNvSpPr/>
            <p:nvPr/>
          </p:nvSpPr>
          <p:spPr>
            <a:xfrm>
              <a:off x="8980466" y="20240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8" name="pt54378"/>
            <p:cNvSpPr/>
            <p:nvPr/>
          </p:nvSpPr>
          <p:spPr>
            <a:xfrm>
              <a:off x="9174300" y="20515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9" name="pt54379"/>
            <p:cNvSpPr/>
            <p:nvPr/>
          </p:nvSpPr>
          <p:spPr>
            <a:xfrm>
              <a:off x="9288151" y="20155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0" name="pt54380"/>
            <p:cNvSpPr/>
            <p:nvPr/>
          </p:nvSpPr>
          <p:spPr>
            <a:xfrm>
              <a:off x="8932228" y="19050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1" name="pt54381"/>
            <p:cNvSpPr/>
            <p:nvPr/>
          </p:nvSpPr>
          <p:spPr>
            <a:xfrm>
              <a:off x="8500809" y="25842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2" name="pt54382"/>
            <p:cNvSpPr/>
            <p:nvPr/>
          </p:nvSpPr>
          <p:spPr>
            <a:xfrm>
              <a:off x="8604896" y="21973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3" name="pt54383"/>
            <p:cNvSpPr/>
            <p:nvPr/>
          </p:nvSpPr>
          <p:spPr>
            <a:xfrm>
              <a:off x="9001856" y="21344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4" name="pt54384"/>
            <p:cNvSpPr/>
            <p:nvPr/>
          </p:nvSpPr>
          <p:spPr>
            <a:xfrm>
              <a:off x="8956027" y="20538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5" name="pt54385"/>
            <p:cNvSpPr/>
            <p:nvPr/>
          </p:nvSpPr>
          <p:spPr>
            <a:xfrm>
              <a:off x="9034193" y="16861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6" name="pt54386"/>
            <p:cNvSpPr/>
            <p:nvPr/>
          </p:nvSpPr>
          <p:spPr>
            <a:xfrm>
              <a:off x="8381780" y="23882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7" name="pt54387"/>
            <p:cNvSpPr/>
            <p:nvPr/>
          </p:nvSpPr>
          <p:spPr>
            <a:xfrm>
              <a:off x="8469500" y="23727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8" name="pt54388"/>
            <p:cNvSpPr/>
            <p:nvPr/>
          </p:nvSpPr>
          <p:spPr>
            <a:xfrm>
              <a:off x="8381780" y="23556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9" name="pt54389"/>
            <p:cNvSpPr/>
            <p:nvPr/>
          </p:nvSpPr>
          <p:spPr>
            <a:xfrm>
              <a:off x="8980466" y="19149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0" name="pt54390"/>
            <p:cNvSpPr/>
            <p:nvPr/>
          </p:nvSpPr>
          <p:spPr>
            <a:xfrm>
              <a:off x="8707558" y="2284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1" name="pt54391"/>
            <p:cNvSpPr/>
            <p:nvPr/>
          </p:nvSpPr>
          <p:spPr>
            <a:xfrm>
              <a:off x="8723925" y="2280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2" name="pt54392"/>
            <p:cNvSpPr/>
            <p:nvPr/>
          </p:nvSpPr>
          <p:spPr>
            <a:xfrm>
              <a:off x="9325298" y="21335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3" name="pt54393"/>
            <p:cNvSpPr/>
            <p:nvPr/>
          </p:nvSpPr>
          <p:spPr>
            <a:xfrm>
              <a:off x="8431181" y="24711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4" name="pt54394"/>
            <p:cNvSpPr/>
            <p:nvPr/>
          </p:nvSpPr>
          <p:spPr>
            <a:xfrm>
              <a:off x="8312152" y="2500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5" name="pt54395"/>
            <p:cNvSpPr/>
            <p:nvPr/>
          </p:nvSpPr>
          <p:spPr>
            <a:xfrm>
              <a:off x="8500809" y="24984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6" name="pt54396"/>
            <p:cNvSpPr/>
            <p:nvPr/>
          </p:nvSpPr>
          <p:spPr>
            <a:xfrm>
              <a:off x="8723925" y="23116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7" name="pt54397"/>
            <p:cNvSpPr/>
            <p:nvPr/>
          </p:nvSpPr>
          <p:spPr>
            <a:xfrm>
              <a:off x="8759093" y="2286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8" name="pt54398"/>
            <p:cNvSpPr/>
            <p:nvPr/>
          </p:nvSpPr>
          <p:spPr>
            <a:xfrm>
              <a:off x="8312152" y="25610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9" name="pt54399"/>
            <p:cNvSpPr/>
            <p:nvPr/>
          </p:nvSpPr>
          <p:spPr>
            <a:xfrm>
              <a:off x="9242219" y="19843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0" name="pt54400"/>
            <p:cNvSpPr/>
            <p:nvPr/>
          </p:nvSpPr>
          <p:spPr>
            <a:xfrm>
              <a:off x="8312152" y="24146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1" name="pt54401"/>
            <p:cNvSpPr/>
            <p:nvPr/>
          </p:nvSpPr>
          <p:spPr>
            <a:xfrm>
              <a:off x="8381780" y="2507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2" name="pt54402"/>
            <p:cNvSpPr/>
            <p:nvPr/>
          </p:nvSpPr>
          <p:spPr>
            <a:xfrm>
              <a:off x="9301626" y="2080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3" name="pt54403"/>
            <p:cNvSpPr/>
            <p:nvPr/>
          </p:nvSpPr>
          <p:spPr>
            <a:xfrm>
              <a:off x="9003396" y="1950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4" name="pt54404"/>
            <p:cNvSpPr/>
            <p:nvPr/>
          </p:nvSpPr>
          <p:spPr>
            <a:xfrm>
              <a:off x="8901845" y="21874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5" name="pt54405"/>
            <p:cNvSpPr/>
            <p:nvPr/>
          </p:nvSpPr>
          <p:spPr>
            <a:xfrm>
              <a:off x="8759093" y="21076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6" name="pt54406"/>
            <p:cNvSpPr/>
            <p:nvPr/>
          </p:nvSpPr>
          <p:spPr>
            <a:xfrm>
              <a:off x="9010896" y="15499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7" name="pt54407"/>
            <p:cNvSpPr/>
            <p:nvPr/>
          </p:nvSpPr>
          <p:spPr>
            <a:xfrm>
              <a:off x="9079049" y="20073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8" name="pt54408"/>
            <p:cNvSpPr/>
            <p:nvPr/>
          </p:nvSpPr>
          <p:spPr>
            <a:xfrm>
              <a:off x="9434026" y="19465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9" name="pt54409"/>
            <p:cNvSpPr/>
            <p:nvPr/>
          </p:nvSpPr>
          <p:spPr>
            <a:xfrm>
              <a:off x="8658156" y="22743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0" name="pt54410"/>
            <p:cNvSpPr/>
            <p:nvPr/>
          </p:nvSpPr>
          <p:spPr>
            <a:xfrm>
              <a:off x="8992313" y="18194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1" name="pt54411"/>
            <p:cNvSpPr/>
            <p:nvPr/>
          </p:nvSpPr>
          <p:spPr>
            <a:xfrm>
              <a:off x="8874912" y="2171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2" name="pt54412"/>
            <p:cNvSpPr/>
            <p:nvPr/>
          </p:nvSpPr>
          <p:spPr>
            <a:xfrm>
              <a:off x="9633844" y="19189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3" name="pt54413"/>
            <p:cNvSpPr/>
            <p:nvPr/>
          </p:nvSpPr>
          <p:spPr>
            <a:xfrm>
              <a:off x="9084871" y="18675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4" name="pt54414"/>
            <p:cNvSpPr/>
            <p:nvPr/>
          </p:nvSpPr>
          <p:spPr>
            <a:xfrm>
              <a:off x="9007935" y="21057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5" name="pt54415"/>
            <p:cNvSpPr/>
            <p:nvPr/>
          </p:nvSpPr>
          <p:spPr>
            <a:xfrm>
              <a:off x="9184210" y="2259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6" name="pt54416"/>
            <p:cNvSpPr/>
            <p:nvPr/>
          </p:nvSpPr>
          <p:spPr>
            <a:xfrm>
              <a:off x="9208605" y="20876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7" name="pt54417"/>
            <p:cNvSpPr/>
            <p:nvPr/>
          </p:nvSpPr>
          <p:spPr>
            <a:xfrm>
              <a:off x="8469500" y="23777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8" name="pt54418"/>
            <p:cNvSpPr/>
            <p:nvPr/>
          </p:nvSpPr>
          <p:spPr>
            <a:xfrm>
              <a:off x="8469500" y="23554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9" name="pt54419"/>
            <p:cNvSpPr/>
            <p:nvPr/>
          </p:nvSpPr>
          <p:spPr>
            <a:xfrm>
              <a:off x="9221993" y="20984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0" name="pt54420"/>
            <p:cNvSpPr/>
            <p:nvPr/>
          </p:nvSpPr>
          <p:spPr>
            <a:xfrm>
              <a:off x="9584728" y="21864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1" name="pt54421"/>
            <p:cNvSpPr/>
            <p:nvPr/>
          </p:nvSpPr>
          <p:spPr>
            <a:xfrm>
              <a:off x="9037995" y="18126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2" name="pt54422"/>
            <p:cNvSpPr/>
            <p:nvPr/>
          </p:nvSpPr>
          <p:spPr>
            <a:xfrm>
              <a:off x="8469500" y="20775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3" name="pt54423"/>
            <p:cNvSpPr/>
            <p:nvPr/>
          </p:nvSpPr>
          <p:spPr>
            <a:xfrm>
              <a:off x="8868306" y="22151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4" name="pt54424"/>
            <p:cNvSpPr/>
            <p:nvPr/>
          </p:nvSpPr>
          <p:spPr>
            <a:xfrm>
              <a:off x="8731558" y="22216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5" name="pt54425"/>
            <p:cNvSpPr/>
            <p:nvPr/>
          </p:nvSpPr>
          <p:spPr>
            <a:xfrm>
              <a:off x="8312152" y="2363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6" name="pt54426"/>
            <p:cNvSpPr/>
            <p:nvPr/>
          </p:nvSpPr>
          <p:spPr>
            <a:xfrm>
              <a:off x="8861436" y="1993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7" name="pt54427"/>
            <p:cNvSpPr/>
            <p:nvPr/>
          </p:nvSpPr>
          <p:spPr>
            <a:xfrm>
              <a:off x="8864906" y="19166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8" name="pt54428"/>
            <p:cNvSpPr/>
            <p:nvPr/>
          </p:nvSpPr>
          <p:spPr>
            <a:xfrm>
              <a:off x="9027663" y="17670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9" name="pt54429"/>
            <p:cNvSpPr/>
            <p:nvPr/>
          </p:nvSpPr>
          <p:spPr>
            <a:xfrm>
              <a:off x="8619838" y="23257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0" name="pt54430"/>
            <p:cNvSpPr/>
            <p:nvPr/>
          </p:nvSpPr>
          <p:spPr>
            <a:xfrm>
              <a:off x="8381780" y="24774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1" name="pt54431"/>
            <p:cNvSpPr/>
            <p:nvPr/>
          </p:nvSpPr>
          <p:spPr>
            <a:xfrm>
              <a:off x="9404531" y="1805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2" name="pt54432"/>
            <p:cNvSpPr/>
            <p:nvPr/>
          </p:nvSpPr>
          <p:spPr>
            <a:xfrm>
              <a:off x="9123951" y="20651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3" name="pt54433"/>
            <p:cNvSpPr/>
            <p:nvPr/>
          </p:nvSpPr>
          <p:spPr>
            <a:xfrm>
              <a:off x="8550210" y="23807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4" name="pt54434"/>
            <p:cNvSpPr/>
            <p:nvPr/>
          </p:nvSpPr>
          <p:spPr>
            <a:xfrm>
              <a:off x="9324827" y="21157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5" name="pt54435"/>
            <p:cNvSpPr/>
            <p:nvPr/>
          </p:nvSpPr>
          <p:spPr>
            <a:xfrm>
              <a:off x="8500809" y="25981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6" name="pt54436"/>
            <p:cNvSpPr/>
            <p:nvPr/>
          </p:nvSpPr>
          <p:spPr>
            <a:xfrm>
              <a:off x="9417384" y="1968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7" name="pt54437"/>
            <p:cNvSpPr/>
            <p:nvPr/>
          </p:nvSpPr>
          <p:spPr>
            <a:xfrm>
              <a:off x="8500809" y="25467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8" name="pt54438"/>
            <p:cNvSpPr/>
            <p:nvPr/>
          </p:nvSpPr>
          <p:spPr>
            <a:xfrm>
              <a:off x="8570436" y="24084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9" name="pt54439"/>
            <p:cNvSpPr/>
            <p:nvPr/>
          </p:nvSpPr>
          <p:spPr>
            <a:xfrm>
              <a:off x="8469500" y="21196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0" name="pt54440"/>
            <p:cNvSpPr/>
            <p:nvPr/>
          </p:nvSpPr>
          <p:spPr>
            <a:xfrm>
              <a:off x="8987335" y="20290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1" name="pt54441"/>
            <p:cNvSpPr/>
            <p:nvPr/>
          </p:nvSpPr>
          <p:spPr>
            <a:xfrm>
              <a:off x="8989011" y="20788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2" name="pt54442"/>
            <p:cNvSpPr/>
            <p:nvPr/>
          </p:nvSpPr>
          <p:spPr>
            <a:xfrm>
              <a:off x="9301626" y="22198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3" name="pt54443"/>
            <p:cNvSpPr/>
            <p:nvPr/>
          </p:nvSpPr>
          <p:spPr>
            <a:xfrm>
              <a:off x="9076063" y="18960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4" name="pt54444"/>
            <p:cNvSpPr/>
            <p:nvPr/>
          </p:nvSpPr>
          <p:spPr>
            <a:xfrm>
              <a:off x="8381780" y="23293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5" name="pt54445"/>
            <p:cNvSpPr/>
            <p:nvPr/>
          </p:nvSpPr>
          <p:spPr>
            <a:xfrm>
              <a:off x="9304571" y="21601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6" name="pt54446"/>
            <p:cNvSpPr/>
            <p:nvPr/>
          </p:nvSpPr>
          <p:spPr>
            <a:xfrm>
              <a:off x="8759093" y="21854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7" name="pt54447"/>
            <p:cNvSpPr/>
            <p:nvPr/>
          </p:nvSpPr>
          <p:spPr>
            <a:xfrm>
              <a:off x="8893328" y="19772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8" name="pt54448"/>
            <p:cNvSpPr/>
            <p:nvPr/>
          </p:nvSpPr>
          <p:spPr>
            <a:xfrm>
              <a:off x="9421732" y="18764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9" name="pt54449"/>
            <p:cNvSpPr/>
            <p:nvPr/>
          </p:nvSpPr>
          <p:spPr>
            <a:xfrm>
              <a:off x="8312152" y="24253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0" name="pt54450"/>
            <p:cNvSpPr/>
            <p:nvPr/>
          </p:nvSpPr>
          <p:spPr>
            <a:xfrm>
              <a:off x="9126964" y="2128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1" name="pt54451"/>
            <p:cNvSpPr/>
            <p:nvPr/>
          </p:nvSpPr>
          <p:spPr>
            <a:xfrm>
              <a:off x="9197089" y="17728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2" name="pt54452"/>
            <p:cNvSpPr/>
            <p:nvPr/>
          </p:nvSpPr>
          <p:spPr>
            <a:xfrm>
              <a:off x="8619838" y="2413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3" name="pt54453"/>
            <p:cNvSpPr/>
            <p:nvPr/>
          </p:nvSpPr>
          <p:spPr>
            <a:xfrm>
              <a:off x="8813199" y="20597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4" name="pt54454"/>
            <p:cNvSpPr/>
            <p:nvPr/>
          </p:nvSpPr>
          <p:spPr>
            <a:xfrm>
              <a:off x="9071998" y="16619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5" name="pt54455"/>
            <p:cNvSpPr/>
            <p:nvPr/>
          </p:nvSpPr>
          <p:spPr>
            <a:xfrm>
              <a:off x="8987335" y="20657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6" name="pt54456"/>
            <p:cNvSpPr/>
            <p:nvPr/>
          </p:nvSpPr>
          <p:spPr>
            <a:xfrm>
              <a:off x="8868306" y="21386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7" name="pt54457"/>
            <p:cNvSpPr/>
            <p:nvPr/>
          </p:nvSpPr>
          <p:spPr>
            <a:xfrm>
              <a:off x="9193072" y="22191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8" name="pt54458"/>
            <p:cNvSpPr/>
            <p:nvPr/>
          </p:nvSpPr>
          <p:spPr>
            <a:xfrm>
              <a:off x="9413347" y="19391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9" name="pt54459"/>
            <p:cNvSpPr/>
            <p:nvPr/>
          </p:nvSpPr>
          <p:spPr>
            <a:xfrm>
              <a:off x="8884367" y="20212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0" name="pt54460"/>
            <p:cNvSpPr/>
            <p:nvPr/>
          </p:nvSpPr>
          <p:spPr>
            <a:xfrm>
              <a:off x="9715521" y="21937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1" name="pt54461"/>
            <p:cNvSpPr/>
            <p:nvPr/>
          </p:nvSpPr>
          <p:spPr>
            <a:xfrm>
              <a:off x="8469500" y="22224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2" name="pt54462"/>
            <p:cNvSpPr/>
            <p:nvPr/>
          </p:nvSpPr>
          <p:spPr>
            <a:xfrm>
              <a:off x="9434026" y="18606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3" name="pt54463"/>
            <p:cNvSpPr/>
            <p:nvPr/>
          </p:nvSpPr>
          <p:spPr>
            <a:xfrm>
              <a:off x="9051257" y="21098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4" name="pt54464"/>
            <p:cNvSpPr/>
            <p:nvPr/>
          </p:nvSpPr>
          <p:spPr>
            <a:xfrm>
              <a:off x="9414750" y="18891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5" name="pt54465"/>
            <p:cNvSpPr/>
            <p:nvPr/>
          </p:nvSpPr>
          <p:spPr>
            <a:xfrm>
              <a:off x="8980466" y="19354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6" name="pt54466"/>
            <p:cNvSpPr/>
            <p:nvPr/>
          </p:nvSpPr>
          <p:spPr>
            <a:xfrm>
              <a:off x="9633844" y="21780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7" name="pt54467"/>
            <p:cNvSpPr/>
            <p:nvPr/>
          </p:nvSpPr>
          <p:spPr>
            <a:xfrm>
              <a:off x="8987335" y="20049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8" name="pt54468"/>
            <p:cNvSpPr/>
            <p:nvPr/>
          </p:nvSpPr>
          <p:spPr>
            <a:xfrm>
              <a:off x="8874912" y="22378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9" name="pt54469"/>
            <p:cNvSpPr/>
            <p:nvPr/>
          </p:nvSpPr>
          <p:spPr>
            <a:xfrm>
              <a:off x="9087709" y="19368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0" name="pt54470"/>
            <p:cNvSpPr/>
            <p:nvPr/>
          </p:nvSpPr>
          <p:spPr>
            <a:xfrm>
              <a:off x="8588529" y="23184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1" name="pt54471"/>
            <p:cNvSpPr/>
            <p:nvPr/>
          </p:nvSpPr>
          <p:spPr>
            <a:xfrm>
              <a:off x="8723925" y="22174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2" name="pt54472"/>
            <p:cNvSpPr/>
            <p:nvPr/>
          </p:nvSpPr>
          <p:spPr>
            <a:xfrm>
              <a:off x="8803657" y="2051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3" name="pt54473"/>
            <p:cNvSpPr/>
            <p:nvPr/>
          </p:nvSpPr>
          <p:spPr>
            <a:xfrm>
              <a:off x="9231999" y="20244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4" name="pt54474"/>
            <p:cNvSpPr/>
            <p:nvPr/>
          </p:nvSpPr>
          <p:spPr>
            <a:xfrm>
              <a:off x="8961983" y="22608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5" name="pt54475"/>
            <p:cNvSpPr/>
            <p:nvPr/>
          </p:nvSpPr>
          <p:spPr>
            <a:xfrm>
              <a:off x="8633583" y="20200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6" name="pt54476"/>
            <p:cNvSpPr/>
            <p:nvPr/>
          </p:nvSpPr>
          <p:spPr>
            <a:xfrm>
              <a:off x="8312152" y="2490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7" name="pt54477"/>
            <p:cNvSpPr/>
            <p:nvPr/>
          </p:nvSpPr>
          <p:spPr>
            <a:xfrm>
              <a:off x="8947749" y="20756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8" name="pt54478"/>
            <p:cNvSpPr/>
            <p:nvPr/>
          </p:nvSpPr>
          <p:spPr>
            <a:xfrm>
              <a:off x="9123951" y="20292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9" name="pt54479"/>
            <p:cNvSpPr/>
            <p:nvPr/>
          </p:nvSpPr>
          <p:spPr>
            <a:xfrm>
              <a:off x="8431181" y="24885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0" name="pt54480"/>
            <p:cNvSpPr/>
            <p:nvPr/>
          </p:nvSpPr>
          <p:spPr>
            <a:xfrm>
              <a:off x="8715936" y="21705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1" name="pt54481"/>
            <p:cNvSpPr/>
            <p:nvPr/>
          </p:nvSpPr>
          <p:spPr>
            <a:xfrm>
              <a:off x="9003396" y="18754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2" name="pt54482"/>
            <p:cNvSpPr/>
            <p:nvPr/>
          </p:nvSpPr>
          <p:spPr>
            <a:xfrm>
              <a:off x="8431181" y="25969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3" name="pt54483"/>
            <p:cNvSpPr/>
            <p:nvPr/>
          </p:nvSpPr>
          <p:spPr>
            <a:xfrm>
              <a:off x="9457237" y="21999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4" name="pt54484"/>
            <p:cNvSpPr/>
            <p:nvPr/>
          </p:nvSpPr>
          <p:spPr>
            <a:xfrm>
              <a:off x="8777185" y="22022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5" name="pt54485"/>
            <p:cNvSpPr/>
            <p:nvPr/>
          </p:nvSpPr>
          <p:spPr>
            <a:xfrm>
              <a:off x="9196093" y="21738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6" name="pt54486"/>
            <p:cNvSpPr/>
            <p:nvPr/>
          </p:nvSpPr>
          <p:spPr>
            <a:xfrm>
              <a:off x="8381780" y="22592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7" name="pt54487"/>
            <p:cNvSpPr/>
            <p:nvPr/>
          </p:nvSpPr>
          <p:spPr>
            <a:xfrm>
              <a:off x="8861436" y="19274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8" name="pt54488"/>
            <p:cNvSpPr/>
            <p:nvPr/>
          </p:nvSpPr>
          <p:spPr>
            <a:xfrm>
              <a:off x="9090502" y="17296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9" name="pt54489"/>
            <p:cNvSpPr/>
            <p:nvPr/>
          </p:nvSpPr>
          <p:spPr>
            <a:xfrm>
              <a:off x="8765338" y="19942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0" name="pt54490"/>
            <p:cNvSpPr/>
            <p:nvPr/>
          </p:nvSpPr>
          <p:spPr>
            <a:xfrm>
              <a:off x="9010896" y="16392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1" name="pt54491"/>
            <p:cNvSpPr/>
            <p:nvPr/>
          </p:nvSpPr>
          <p:spPr>
            <a:xfrm>
              <a:off x="8469500" y="2435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2" name="pt54492"/>
            <p:cNvSpPr/>
            <p:nvPr/>
          </p:nvSpPr>
          <p:spPr>
            <a:xfrm>
              <a:off x="8312152" y="23724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3" name="pt54493"/>
            <p:cNvSpPr/>
            <p:nvPr/>
          </p:nvSpPr>
          <p:spPr>
            <a:xfrm>
              <a:off x="8976925" y="22231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4" name="pt54494"/>
            <p:cNvSpPr/>
            <p:nvPr/>
          </p:nvSpPr>
          <p:spPr>
            <a:xfrm>
              <a:off x="8932228" y="19152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5" name="pt54495"/>
            <p:cNvSpPr/>
            <p:nvPr/>
          </p:nvSpPr>
          <p:spPr>
            <a:xfrm>
              <a:off x="8679650" y="23755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6" name="pt54496"/>
            <p:cNvSpPr/>
            <p:nvPr/>
          </p:nvSpPr>
          <p:spPr>
            <a:xfrm>
              <a:off x="9218524" y="20041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7" name="pt54497"/>
            <p:cNvSpPr/>
            <p:nvPr/>
          </p:nvSpPr>
          <p:spPr>
            <a:xfrm>
              <a:off x="8570436" y="23420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8" name="pt54498"/>
            <p:cNvSpPr/>
            <p:nvPr/>
          </p:nvSpPr>
          <p:spPr>
            <a:xfrm>
              <a:off x="8588529" y="23015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9" name="pt54499"/>
            <p:cNvSpPr/>
            <p:nvPr/>
          </p:nvSpPr>
          <p:spPr>
            <a:xfrm>
              <a:off x="9305101" y="20329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0" name="pt54500"/>
            <p:cNvSpPr/>
            <p:nvPr/>
          </p:nvSpPr>
          <p:spPr>
            <a:xfrm>
              <a:off x="9184210" y="21357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1" name="pt54501"/>
            <p:cNvSpPr/>
            <p:nvPr/>
          </p:nvSpPr>
          <p:spPr>
            <a:xfrm>
              <a:off x="9247109" y="19362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2" name="pt54502"/>
            <p:cNvSpPr/>
            <p:nvPr/>
          </p:nvSpPr>
          <p:spPr>
            <a:xfrm>
              <a:off x="8707558" y="22576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3" name="pt54503"/>
            <p:cNvSpPr/>
            <p:nvPr/>
          </p:nvSpPr>
          <p:spPr>
            <a:xfrm>
              <a:off x="8817779" y="20524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4" name="pt54504"/>
            <p:cNvSpPr/>
            <p:nvPr/>
          </p:nvSpPr>
          <p:spPr>
            <a:xfrm>
              <a:off x="9196093" y="22563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5" name="pt54505"/>
            <p:cNvSpPr/>
            <p:nvPr/>
          </p:nvSpPr>
          <p:spPr>
            <a:xfrm>
              <a:off x="9185276" y="22358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6" name="pt54506"/>
            <p:cNvSpPr/>
            <p:nvPr/>
          </p:nvSpPr>
          <p:spPr>
            <a:xfrm>
              <a:off x="8550210" y="24285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7" name="pt54507"/>
            <p:cNvSpPr/>
            <p:nvPr/>
          </p:nvSpPr>
          <p:spPr>
            <a:xfrm>
              <a:off x="9039244" y="18150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8" name="pt54508"/>
            <p:cNvSpPr/>
            <p:nvPr/>
          </p:nvSpPr>
          <p:spPr>
            <a:xfrm>
              <a:off x="9471970" y="2356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9" name="pt54509"/>
            <p:cNvSpPr/>
            <p:nvPr/>
          </p:nvSpPr>
          <p:spPr>
            <a:xfrm>
              <a:off x="9035469" y="17081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0" name="pt54510"/>
            <p:cNvSpPr/>
            <p:nvPr/>
          </p:nvSpPr>
          <p:spPr>
            <a:xfrm>
              <a:off x="8846813" y="20158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1" name="pt54511"/>
            <p:cNvSpPr/>
            <p:nvPr/>
          </p:nvSpPr>
          <p:spPr>
            <a:xfrm>
              <a:off x="8878122" y="2168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2" name="pt54512"/>
            <p:cNvSpPr/>
            <p:nvPr/>
          </p:nvSpPr>
          <p:spPr>
            <a:xfrm>
              <a:off x="8604896" y="22122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3" name="pt54513"/>
            <p:cNvSpPr/>
            <p:nvPr/>
          </p:nvSpPr>
          <p:spPr>
            <a:xfrm>
              <a:off x="8381780" y="24394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4" name="pt54514"/>
            <p:cNvSpPr/>
            <p:nvPr/>
          </p:nvSpPr>
          <p:spPr>
            <a:xfrm>
              <a:off x="8312152" y="22319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5" name="pt54515"/>
            <p:cNvSpPr/>
            <p:nvPr/>
          </p:nvSpPr>
          <p:spPr>
            <a:xfrm>
              <a:off x="8312152" y="25809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6" name="pt54516"/>
            <p:cNvSpPr/>
            <p:nvPr/>
          </p:nvSpPr>
          <p:spPr>
            <a:xfrm>
              <a:off x="9750516" y="23768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7" name="pt54517"/>
            <p:cNvSpPr/>
            <p:nvPr/>
          </p:nvSpPr>
          <p:spPr>
            <a:xfrm>
              <a:off x="8932228" y="18642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8" name="pt54518"/>
            <p:cNvSpPr/>
            <p:nvPr/>
          </p:nvSpPr>
          <p:spPr>
            <a:xfrm>
              <a:off x="9408344" y="19675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9" name="pt54519"/>
            <p:cNvSpPr/>
            <p:nvPr/>
          </p:nvSpPr>
          <p:spPr>
            <a:xfrm>
              <a:off x="8798679" y="20842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0" name="pt54520"/>
            <p:cNvSpPr/>
            <p:nvPr/>
          </p:nvSpPr>
          <p:spPr>
            <a:xfrm>
              <a:off x="8759093" y="2183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1" name="pt54521"/>
            <p:cNvSpPr/>
            <p:nvPr/>
          </p:nvSpPr>
          <p:spPr>
            <a:xfrm>
              <a:off x="9230780" y="20758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2" name="pt54522"/>
            <p:cNvSpPr/>
            <p:nvPr/>
          </p:nvSpPr>
          <p:spPr>
            <a:xfrm>
              <a:off x="9084871" y="20458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3" name="pt54523"/>
            <p:cNvSpPr/>
            <p:nvPr/>
          </p:nvSpPr>
          <p:spPr>
            <a:xfrm>
              <a:off x="9123951" y="21809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4" name="pt54524"/>
            <p:cNvSpPr/>
            <p:nvPr/>
          </p:nvSpPr>
          <p:spPr>
            <a:xfrm>
              <a:off x="9048921" y="20868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5" name="pt54525"/>
            <p:cNvSpPr/>
            <p:nvPr/>
          </p:nvSpPr>
          <p:spPr>
            <a:xfrm>
              <a:off x="9591848" y="20345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6" name="pt54526"/>
            <p:cNvSpPr/>
            <p:nvPr/>
          </p:nvSpPr>
          <p:spPr>
            <a:xfrm>
              <a:off x="8570436" y="24305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7" name="pt54527"/>
            <p:cNvSpPr/>
            <p:nvPr/>
          </p:nvSpPr>
          <p:spPr>
            <a:xfrm>
              <a:off x="9084871" y="19211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8" name="pt54528"/>
            <p:cNvSpPr/>
            <p:nvPr/>
          </p:nvSpPr>
          <p:spPr>
            <a:xfrm>
              <a:off x="8500809" y="24538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9" name="pt54529"/>
            <p:cNvSpPr/>
            <p:nvPr/>
          </p:nvSpPr>
          <p:spPr>
            <a:xfrm>
              <a:off x="9283113" y="19451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0" name="pt54530"/>
            <p:cNvSpPr/>
            <p:nvPr/>
          </p:nvSpPr>
          <p:spPr>
            <a:xfrm>
              <a:off x="8658156" y="24613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1" name="pt54531"/>
            <p:cNvSpPr/>
            <p:nvPr/>
          </p:nvSpPr>
          <p:spPr>
            <a:xfrm>
              <a:off x="9039244" y="18035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2" name="pt54532"/>
            <p:cNvSpPr/>
            <p:nvPr/>
          </p:nvSpPr>
          <p:spPr>
            <a:xfrm>
              <a:off x="8817779" y="24121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3" name="pt54533"/>
            <p:cNvSpPr/>
            <p:nvPr/>
          </p:nvSpPr>
          <p:spPr>
            <a:xfrm>
              <a:off x="8431181" y="25059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4" name="pt54534"/>
            <p:cNvSpPr/>
            <p:nvPr/>
          </p:nvSpPr>
          <p:spPr>
            <a:xfrm>
              <a:off x="8731558" y="20213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5" name="pt54535"/>
            <p:cNvSpPr/>
            <p:nvPr/>
          </p:nvSpPr>
          <p:spPr>
            <a:xfrm>
              <a:off x="8312152" y="23617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6" name="pt54536"/>
            <p:cNvSpPr/>
            <p:nvPr/>
          </p:nvSpPr>
          <p:spPr>
            <a:xfrm>
              <a:off x="8817779" y="21732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7" name="pt54537"/>
            <p:cNvSpPr/>
            <p:nvPr/>
          </p:nvSpPr>
          <p:spPr>
            <a:xfrm>
              <a:off x="8500809" y="26901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8" name="pt54538"/>
            <p:cNvSpPr/>
            <p:nvPr/>
          </p:nvSpPr>
          <p:spPr>
            <a:xfrm>
              <a:off x="8798679" y="20815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9" name="pt54539"/>
            <p:cNvSpPr/>
            <p:nvPr/>
          </p:nvSpPr>
          <p:spPr>
            <a:xfrm>
              <a:off x="8817779" y="2084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0" name="pt54540"/>
            <p:cNvSpPr/>
            <p:nvPr/>
          </p:nvSpPr>
          <p:spPr>
            <a:xfrm>
              <a:off x="9077064" y="2033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1" name="pt54541"/>
            <p:cNvSpPr/>
            <p:nvPr/>
          </p:nvSpPr>
          <p:spPr>
            <a:xfrm>
              <a:off x="9010896" y="17369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2" name="pt54542"/>
            <p:cNvSpPr/>
            <p:nvPr/>
          </p:nvSpPr>
          <p:spPr>
            <a:xfrm>
              <a:off x="9151289" y="21257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3" name="pt54543"/>
            <p:cNvSpPr/>
            <p:nvPr/>
          </p:nvSpPr>
          <p:spPr>
            <a:xfrm>
              <a:off x="8500809" y="27001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4" name="pt54544"/>
            <p:cNvSpPr/>
            <p:nvPr/>
          </p:nvSpPr>
          <p:spPr>
            <a:xfrm>
              <a:off x="8861436" y="21151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5" name="pt54545"/>
            <p:cNvSpPr/>
            <p:nvPr/>
          </p:nvSpPr>
          <p:spPr>
            <a:xfrm>
              <a:off x="8922686" y="18540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6" name="pt54546"/>
            <p:cNvSpPr/>
            <p:nvPr/>
          </p:nvSpPr>
          <p:spPr>
            <a:xfrm>
              <a:off x="9480563" y="23036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7" name="pt54547"/>
            <p:cNvSpPr/>
            <p:nvPr/>
          </p:nvSpPr>
          <p:spPr>
            <a:xfrm>
              <a:off x="8956027" y="21253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8" name="pt54548"/>
            <p:cNvSpPr/>
            <p:nvPr/>
          </p:nvSpPr>
          <p:spPr>
            <a:xfrm>
              <a:off x="8570436" y="23118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9" name="pt54549"/>
            <p:cNvSpPr/>
            <p:nvPr/>
          </p:nvSpPr>
          <p:spPr>
            <a:xfrm>
              <a:off x="8588529" y="21817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0" name="pt54550"/>
            <p:cNvSpPr/>
            <p:nvPr/>
          </p:nvSpPr>
          <p:spPr>
            <a:xfrm>
              <a:off x="8588529" y="21788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1" name="pt54551"/>
            <p:cNvSpPr/>
            <p:nvPr/>
          </p:nvSpPr>
          <p:spPr>
            <a:xfrm>
              <a:off x="9594370" y="22195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2" name="pt54552"/>
            <p:cNvSpPr/>
            <p:nvPr/>
          </p:nvSpPr>
          <p:spPr>
            <a:xfrm>
              <a:off x="8887406" y="18130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3" name="pt54553"/>
            <p:cNvSpPr/>
            <p:nvPr/>
          </p:nvSpPr>
          <p:spPr>
            <a:xfrm>
              <a:off x="8646309" y="24370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4" name="pt54554"/>
            <p:cNvSpPr/>
            <p:nvPr/>
          </p:nvSpPr>
          <p:spPr>
            <a:xfrm>
              <a:off x="8857896" y="19859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5" name="pt54555"/>
            <p:cNvSpPr/>
            <p:nvPr/>
          </p:nvSpPr>
          <p:spPr>
            <a:xfrm>
              <a:off x="8619838" y="22615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6" name="pt54556"/>
            <p:cNvSpPr/>
            <p:nvPr/>
          </p:nvSpPr>
          <p:spPr>
            <a:xfrm>
              <a:off x="8646309" y="24961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7" name="pt54557"/>
            <p:cNvSpPr/>
            <p:nvPr/>
          </p:nvSpPr>
          <p:spPr>
            <a:xfrm>
              <a:off x="8570436" y="25498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8" name="pt54558"/>
            <p:cNvSpPr/>
            <p:nvPr/>
          </p:nvSpPr>
          <p:spPr>
            <a:xfrm>
              <a:off x="9226651" y="20470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9" name="pt54559"/>
            <p:cNvSpPr/>
            <p:nvPr/>
          </p:nvSpPr>
          <p:spPr>
            <a:xfrm>
              <a:off x="9329710" y="22100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0" name="pt54560"/>
            <p:cNvSpPr/>
            <p:nvPr/>
          </p:nvSpPr>
          <p:spPr>
            <a:xfrm>
              <a:off x="9155133" y="21093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1" name="pt54561"/>
            <p:cNvSpPr/>
            <p:nvPr/>
          </p:nvSpPr>
          <p:spPr>
            <a:xfrm>
              <a:off x="8793552" y="20595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2" name="pt54562"/>
            <p:cNvSpPr/>
            <p:nvPr/>
          </p:nvSpPr>
          <p:spPr>
            <a:xfrm>
              <a:off x="9507319" y="22122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3" name="pt54563"/>
            <p:cNvSpPr/>
            <p:nvPr/>
          </p:nvSpPr>
          <p:spPr>
            <a:xfrm>
              <a:off x="9501180" y="22016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4" name="pt54564"/>
            <p:cNvSpPr/>
            <p:nvPr/>
          </p:nvSpPr>
          <p:spPr>
            <a:xfrm>
              <a:off x="9522221" y="19413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5" name="pt54565"/>
            <p:cNvSpPr/>
            <p:nvPr/>
          </p:nvSpPr>
          <p:spPr>
            <a:xfrm>
              <a:off x="9320769" y="21930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6" name="pt54566"/>
            <p:cNvSpPr/>
            <p:nvPr/>
          </p:nvSpPr>
          <p:spPr>
            <a:xfrm>
              <a:off x="8830827" y="20315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7" name="pt54567"/>
            <p:cNvSpPr/>
            <p:nvPr/>
          </p:nvSpPr>
          <p:spPr>
            <a:xfrm>
              <a:off x="8707558" y="23027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8" name="pt54568"/>
            <p:cNvSpPr/>
            <p:nvPr/>
          </p:nvSpPr>
          <p:spPr>
            <a:xfrm>
              <a:off x="8922686" y="18669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9" name="pt54569"/>
            <p:cNvSpPr/>
            <p:nvPr/>
          </p:nvSpPr>
          <p:spPr>
            <a:xfrm>
              <a:off x="9350622" y="21571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0" name="pt54570"/>
            <p:cNvSpPr/>
            <p:nvPr/>
          </p:nvSpPr>
          <p:spPr>
            <a:xfrm>
              <a:off x="9003396" y="20064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1" name="pt54571"/>
            <p:cNvSpPr/>
            <p:nvPr/>
          </p:nvSpPr>
          <p:spPr>
            <a:xfrm>
              <a:off x="8550210" y="25188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2" name="pt54572"/>
            <p:cNvSpPr/>
            <p:nvPr/>
          </p:nvSpPr>
          <p:spPr>
            <a:xfrm>
              <a:off x="8707558" y="22571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3" name="pt54573"/>
            <p:cNvSpPr/>
            <p:nvPr/>
          </p:nvSpPr>
          <p:spPr>
            <a:xfrm>
              <a:off x="9034193" y="17744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4" name="pt54574"/>
            <p:cNvSpPr/>
            <p:nvPr/>
          </p:nvSpPr>
          <p:spPr>
            <a:xfrm>
              <a:off x="8788268" y="23077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5" name="pt54575"/>
            <p:cNvSpPr/>
            <p:nvPr/>
          </p:nvSpPr>
          <p:spPr>
            <a:xfrm>
              <a:off x="8834965" y="20135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6" name="pt54576"/>
            <p:cNvSpPr/>
            <p:nvPr/>
          </p:nvSpPr>
          <p:spPr>
            <a:xfrm>
              <a:off x="8738867" y="21413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7" name="pt54577"/>
            <p:cNvSpPr/>
            <p:nvPr/>
          </p:nvSpPr>
          <p:spPr>
            <a:xfrm>
              <a:off x="8752612" y="23416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8" name="pt54578"/>
            <p:cNvSpPr/>
            <p:nvPr/>
          </p:nvSpPr>
          <p:spPr>
            <a:xfrm>
              <a:off x="8707558" y="22960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9" name="pt54579"/>
            <p:cNvSpPr/>
            <p:nvPr/>
          </p:nvSpPr>
          <p:spPr>
            <a:xfrm>
              <a:off x="8679650" y="2371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0" name="pt54580"/>
            <p:cNvSpPr/>
            <p:nvPr/>
          </p:nvSpPr>
          <p:spPr>
            <a:xfrm>
              <a:off x="9187914" y="22086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1" name="pt54581"/>
            <p:cNvSpPr/>
            <p:nvPr/>
          </p:nvSpPr>
          <p:spPr>
            <a:xfrm>
              <a:off x="8798679" y="22950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2" name="pt54582"/>
            <p:cNvSpPr/>
            <p:nvPr/>
          </p:nvSpPr>
          <p:spPr>
            <a:xfrm>
              <a:off x="8570436" y="24698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3" name="pt54583"/>
            <p:cNvSpPr/>
            <p:nvPr/>
          </p:nvSpPr>
          <p:spPr>
            <a:xfrm>
              <a:off x="9389022" y="21119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4" name="pt54584"/>
            <p:cNvSpPr/>
            <p:nvPr/>
          </p:nvSpPr>
          <p:spPr>
            <a:xfrm>
              <a:off x="9525110" y="16847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5" name="pt54585"/>
            <p:cNvSpPr/>
            <p:nvPr/>
          </p:nvSpPr>
          <p:spPr>
            <a:xfrm>
              <a:off x="8381780" y="2511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6" name="pt54586"/>
            <p:cNvSpPr/>
            <p:nvPr/>
          </p:nvSpPr>
          <p:spPr>
            <a:xfrm>
              <a:off x="8929892" y="18717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7" name="pt54587"/>
            <p:cNvSpPr/>
            <p:nvPr/>
          </p:nvSpPr>
          <p:spPr>
            <a:xfrm>
              <a:off x="9654477" y="18554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8" name="pt54588"/>
            <p:cNvSpPr/>
            <p:nvPr/>
          </p:nvSpPr>
          <p:spPr>
            <a:xfrm>
              <a:off x="8765338" y="20858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9" name="pt54589"/>
            <p:cNvSpPr/>
            <p:nvPr/>
          </p:nvSpPr>
          <p:spPr>
            <a:xfrm>
              <a:off x="9352841" y="21258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0" name="pt54590"/>
            <p:cNvSpPr/>
            <p:nvPr/>
          </p:nvSpPr>
          <p:spPr>
            <a:xfrm>
              <a:off x="8550210" y="26302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1" name="pt54591"/>
            <p:cNvSpPr/>
            <p:nvPr/>
          </p:nvSpPr>
          <p:spPr>
            <a:xfrm>
              <a:off x="8956027" y="21445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2" name="pt54592"/>
            <p:cNvSpPr/>
            <p:nvPr/>
          </p:nvSpPr>
          <p:spPr>
            <a:xfrm>
              <a:off x="8899053" y="21710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3" name="pt54593"/>
            <p:cNvSpPr/>
            <p:nvPr/>
          </p:nvSpPr>
          <p:spPr>
            <a:xfrm>
              <a:off x="8798679" y="20826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4" name="pt54594"/>
            <p:cNvSpPr/>
            <p:nvPr/>
          </p:nvSpPr>
          <p:spPr>
            <a:xfrm>
              <a:off x="9048921" y="22288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5" name="pt54595"/>
            <p:cNvSpPr/>
            <p:nvPr/>
          </p:nvSpPr>
          <p:spPr>
            <a:xfrm>
              <a:off x="8312152" y="21456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6" name="pt54596"/>
            <p:cNvSpPr/>
            <p:nvPr/>
          </p:nvSpPr>
          <p:spPr>
            <a:xfrm>
              <a:off x="8857896" y="19768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7" name="pt54597"/>
            <p:cNvSpPr/>
            <p:nvPr/>
          </p:nvSpPr>
          <p:spPr>
            <a:xfrm>
              <a:off x="9359136" y="20291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8" name="pt54598"/>
            <p:cNvSpPr/>
            <p:nvPr/>
          </p:nvSpPr>
          <p:spPr>
            <a:xfrm>
              <a:off x="8381780" y="23002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9" name="pt54599"/>
            <p:cNvSpPr/>
            <p:nvPr/>
          </p:nvSpPr>
          <p:spPr>
            <a:xfrm>
              <a:off x="9179876" y="19853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0" name="pt54600"/>
            <p:cNvSpPr/>
            <p:nvPr/>
          </p:nvSpPr>
          <p:spPr>
            <a:xfrm>
              <a:off x="8633583" y="20842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1" name="pt54601"/>
            <p:cNvSpPr/>
            <p:nvPr/>
          </p:nvSpPr>
          <p:spPr>
            <a:xfrm>
              <a:off x="8947749" y="21058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2" name="pt54602"/>
            <p:cNvSpPr/>
            <p:nvPr/>
          </p:nvSpPr>
          <p:spPr>
            <a:xfrm>
              <a:off x="9196592" y="22685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3" name="pt54603"/>
            <p:cNvSpPr/>
            <p:nvPr/>
          </p:nvSpPr>
          <p:spPr>
            <a:xfrm>
              <a:off x="9118548" y="21934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4" name="pt54604"/>
            <p:cNvSpPr/>
            <p:nvPr/>
          </p:nvSpPr>
          <p:spPr>
            <a:xfrm>
              <a:off x="9259623" y="1948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5" name="pt54605"/>
            <p:cNvSpPr/>
            <p:nvPr/>
          </p:nvSpPr>
          <p:spPr>
            <a:xfrm>
              <a:off x="9007935" y="20655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6" name="pt54606"/>
            <p:cNvSpPr/>
            <p:nvPr/>
          </p:nvSpPr>
          <p:spPr>
            <a:xfrm>
              <a:off x="9087709" y="2036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7" name="pt54607"/>
            <p:cNvSpPr/>
            <p:nvPr/>
          </p:nvSpPr>
          <p:spPr>
            <a:xfrm>
              <a:off x="8907297" y="19967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8" name="pt54608"/>
            <p:cNvSpPr/>
            <p:nvPr/>
          </p:nvSpPr>
          <p:spPr>
            <a:xfrm>
              <a:off x="9108871" y="20695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9" name="pt54609"/>
            <p:cNvSpPr/>
            <p:nvPr/>
          </p:nvSpPr>
          <p:spPr>
            <a:xfrm>
              <a:off x="8658156" y="23977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0" name="pt54610"/>
            <p:cNvSpPr/>
            <p:nvPr/>
          </p:nvSpPr>
          <p:spPr>
            <a:xfrm>
              <a:off x="9221993" y="20632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1" name="pt54611"/>
            <p:cNvSpPr/>
            <p:nvPr/>
          </p:nvSpPr>
          <p:spPr>
            <a:xfrm>
              <a:off x="8822239" y="20963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2" name="pt54612"/>
            <p:cNvSpPr/>
            <p:nvPr/>
          </p:nvSpPr>
          <p:spPr>
            <a:xfrm>
              <a:off x="9079049" y="21410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3" name="pt54613"/>
            <p:cNvSpPr/>
            <p:nvPr/>
          </p:nvSpPr>
          <p:spPr>
            <a:xfrm>
              <a:off x="8971473" y="2282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4" name="pt54614"/>
            <p:cNvSpPr/>
            <p:nvPr/>
          </p:nvSpPr>
          <p:spPr>
            <a:xfrm>
              <a:off x="8752612" y="21334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5" name="pt54615"/>
            <p:cNvSpPr/>
            <p:nvPr/>
          </p:nvSpPr>
          <p:spPr>
            <a:xfrm>
              <a:off x="9360483" y="20696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6" name="pt54616"/>
            <p:cNvSpPr/>
            <p:nvPr/>
          </p:nvSpPr>
          <p:spPr>
            <a:xfrm>
              <a:off x="9037995" y="17182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7" name="pt54617"/>
            <p:cNvSpPr/>
            <p:nvPr/>
          </p:nvSpPr>
          <p:spPr>
            <a:xfrm>
              <a:off x="8646309" y="24805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8" name="pt54618"/>
            <p:cNvSpPr/>
            <p:nvPr/>
          </p:nvSpPr>
          <p:spPr>
            <a:xfrm>
              <a:off x="9404531" y="17434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9" name="pt54619"/>
            <p:cNvSpPr/>
            <p:nvPr/>
          </p:nvSpPr>
          <p:spPr>
            <a:xfrm>
              <a:off x="8854280" y="20458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0" name="pt54620"/>
            <p:cNvSpPr/>
            <p:nvPr/>
          </p:nvSpPr>
          <p:spPr>
            <a:xfrm>
              <a:off x="8947749" y="21434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1" name="pt54621"/>
            <p:cNvSpPr/>
            <p:nvPr/>
          </p:nvSpPr>
          <p:spPr>
            <a:xfrm>
              <a:off x="8884367" y="20579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2" name="pt54622"/>
            <p:cNvSpPr/>
            <p:nvPr/>
          </p:nvSpPr>
          <p:spPr>
            <a:xfrm>
              <a:off x="8826587" y="21176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3" name="pt54623"/>
            <p:cNvSpPr/>
            <p:nvPr/>
          </p:nvSpPr>
          <p:spPr>
            <a:xfrm>
              <a:off x="9828342" y="22308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4" name="pt54624"/>
            <p:cNvSpPr/>
            <p:nvPr/>
          </p:nvSpPr>
          <p:spPr>
            <a:xfrm>
              <a:off x="8826587" y="21354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5" name="pt54625"/>
            <p:cNvSpPr/>
            <p:nvPr/>
          </p:nvSpPr>
          <p:spPr>
            <a:xfrm>
              <a:off x="8381780" y="24771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6" name="pt54626"/>
            <p:cNvSpPr/>
            <p:nvPr/>
          </p:nvSpPr>
          <p:spPr>
            <a:xfrm>
              <a:off x="8550210" y="26320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7" name="pt54627"/>
            <p:cNvSpPr/>
            <p:nvPr/>
          </p:nvSpPr>
          <p:spPr>
            <a:xfrm>
              <a:off x="8777185" y="23252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8" name="pt54628"/>
            <p:cNvSpPr/>
            <p:nvPr/>
          </p:nvSpPr>
          <p:spPr>
            <a:xfrm>
              <a:off x="8431181" y="23788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9" name="pt54629"/>
            <p:cNvSpPr/>
            <p:nvPr/>
          </p:nvSpPr>
          <p:spPr>
            <a:xfrm>
              <a:off x="8604896" y="23181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0" name="pt54630"/>
            <p:cNvSpPr/>
            <p:nvPr/>
          </p:nvSpPr>
          <p:spPr>
            <a:xfrm>
              <a:off x="9010896" y="18197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1" name="pt54631"/>
            <p:cNvSpPr/>
            <p:nvPr/>
          </p:nvSpPr>
          <p:spPr>
            <a:xfrm>
              <a:off x="9501180" y="2186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2" name="pt54632"/>
            <p:cNvSpPr/>
            <p:nvPr/>
          </p:nvSpPr>
          <p:spPr>
            <a:xfrm>
              <a:off x="8899053" y="22124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3" name="pt54633"/>
            <p:cNvSpPr/>
            <p:nvPr/>
          </p:nvSpPr>
          <p:spPr>
            <a:xfrm>
              <a:off x="8633583" y="20611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4" name="pt54634"/>
            <p:cNvSpPr/>
            <p:nvPr/>
          </p:nvSpPr>
          <p:spPr>
            <a:xfrm>
              <a:off x="8881273" y="21848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5" name="pt54635"/>
            <p:cNvSpPr/>
            <p:nvPr/>
          </p:nvSpPr>
          <p:spPr>
            <a:xfrm>
              <a:off x="9421732" y="18917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6" name="pt54636"/>
            <p:cNvSpPr/>
            <p:nvPr/>
          </p:nvSpPr>
          <p:spPr>
            <a:xfrm>
              <a:off x="9501180" y="21737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7" name="pt54637"/>
            <p:cNvSpPr/>
            <p:nvPr/>
          </p:nvSpPr>
          <p:spPr>
            <a:xfrm>
              <a:off x="9216319" y="20015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8" name="pt54638"/>
            <p:cNvSpPr/>
            <p:nvPr/>
          </p:nvSpPr>
          <p:spPr>
            <a:xfrm>
              <a:off x="8782816" y="21355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9" name="pt54639"/>
            <p:cNvSpPr/>
            <p:nvPr/>
          </p:nvSpPr>
          <p:spPr>
            <a:xfrm>
              <a:off x="8550210" y="26217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0" name="pt54640"/>
            <p:cNvSpPr/>
            <p:nvPr/>
          </p:nvSpPr>
          <p:spPr>
            <a:xfrm>
              <a:off x="8604896" y="24488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1" name="pt54641"/>
            <p:cNvSpPr/>
            <p:nvPr/>
          </p:nvSpPr>
          <p:spPr>
            <a:xfrm>
              <a:off x="9079049" y="18852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2" name="pt54642"/>
            <p:cNvSpPr/>
            <p:nvPr/>
          </p:nvSpPr>
          <p:spPr>
            <a:xfrm>
              <a:off x="9316366" y="22371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3" name="pt54643"/>
            <p:cNvSpPr/>
            <p:nvPr/>
          </p:nvSpPr>
          <p:spPr>
            <a:xfrm>
              <a:off x="8890393" y="19056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4" name="pt54644"/>
            <p:cNvSpPr/>
            <p:nvPr/>
          </p:nvSpPr>
          <p:spPr>
            <a:xfrm>
              <a:off x="9031610" y="18352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5" name="pt54645"/>
            <p:cNvSpPr/>
            <p:nvPr/>
          </p:nvSpPr>
          <p:spPr>
            <a:xfrm>
              <a:off x="8604896" y="23070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6" name="pt54646"/>
            <p:cNvSpPr/>
            <p:nvPr/>
          </p:nvSpPr>
          <p:spPr>
            <a:xfrm>
              <a:off x="9231999" y="20560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7" name="pt54647"/>
            <p:cNvSpPr/>
            <p:nvPr/>
          </p:nvSpPr>
          <p:spPr>
            <a:xfrm>
              <a:off x="9102103" y="21529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8" name="pt54648"/>
            <p:cNvSpPr/>
            <p:nvPr/>
          </p:nvSpPr>
          <p:spPr>
            <a:xfrm>
              <a:off x="9118548" y="21341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9" name="pt54649"/>
            <p:cNvSpPr/>
            <p:nvPr/>
          </p:nvSpPr>
          <p:spPr>
            <a:xfrm>
              <a:off x="8752612" y="22921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0" name="pt54650"/>
            <p:cNvSpPr/>
            <p:nvPr/>
          </p:nvSpPr>
          <p:spPr>
            <a:xfrm>
              <a:off x="9056963" y="19499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1" name="pt54651"/>
            <p:cNvSpPr/>
            <p:nvPr/>
          </p:nvSpPr>
          <p:spPr>
            <a:xfrm>
              <a:off x="8960020" y="22302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2" name="pt54652"/>
            <p:cNvSpPr/>
            <p:nvPr/>
          </p:nvSpPr>
          <p:spPr>
            <a:xfrm>
              <a:off x="8604896" y="21681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3" name="pt54653"/>
            <p:cNvSpPr/>
            <p:nvPr/>
          </p:nvSpPr>
          <p:spPr>
            <a:xfrm>
              <a:off x="9087709" y="21121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4" name="pt54654"/>
            <p:cNvSpPr/>
            <p:nvPr/>
          </p:nvSpPr>
          <p:spPr>
            <a:xfrm>
              <a:off x="8431181" y="25203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5" name="pt54655"/>
            <p:cNvSpPr/>
            <p:nvPr/>
          </p:nvSpPr>
          <p:spPr>
            <a:xfrm>
              <a:off x="8803657" y="2211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6" name="pt54656"/>
            <p:cNvSpPr/>
            <p:nvPr/>
          </p:nvSpPr>
          <p:spPr>
            <a:xfrm>
              <a:off x="8633583" y="21061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7" name="pt54657"/>
            <p:cNvSpPr/>
            <p:nvPr/>
          </p:nvSpPr>
          <p:spPr>
            <a:xfrm>
              <a:off x="8912581" y="20855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8" name="pt54658"/>
            <p:cNvSpPr/>
            <p:nvPr/>
          </p:nvSpPr>
          <p:spPr>
            <a:xfrm>
              <a:off x="8312152" y="23792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9" name="pt54659"/>
            <p:cNvSpPr/>
            <p:nvPr/>
          </p:nvSpPr>
          <p:spPr>
            <a:xfrm>
              <a:off x="8588529" y="22855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0" name="pt54660"/>
            <p:cNvSpPr/>
            <p:nvPr/>
          </p:nvSpPr>
          <p:spPr>
            <a:xfrm>
              <a:off x="8723925" y="2048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1" name="pt54661"/>
            <p:cNvSpPr/>
            <p:nvPr/>
          </p:nvSpPr>
          <p:spPr>
            <a:xfrm>
              <a:off x="8312152" y="24861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2" name="pt54662"/>
            <p:cNvSpPr/>
            <p:nvPr/>
          </p:nvSpPr>
          <p:spPr>
            <a:xfrm>
              <a:off x="8312152" y="24468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3" name="pt54663"/>
            <p:cNvSpPr/>
            <p:nvPr/>
          </p:nvSpPr>
          <p:spPr>
            <a:xfrm>
              <a:off x="8707558" y="22544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4" name="pt54664"/>
            <p:cNvSpPr/>
            <p:nvPr/>
          </p:nvSpPr>
          <p:spPr>
            <a:xfrm>
              <a:off x="8949856" y="21113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5" name="pt54665"/>
            <p:cNvSpPr/>
            <p:nvPr/>
          </p:nvSpPr>
          <p:spPr>
            <a:xfrm>
              <a:off x="8312152" y="24282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6" name="pt54666"/>
            <p:cNvSpPr/>
            <p:nvPr/>
          </p:nvSpPr>
          <p:spPr>
            <a:xfrm>
              <a:off x="8527280" y="25969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7" name="pt54667"/>
            <p:cNvSpPr/>
            <p:nvPr/>
          </p:nvSpPr>
          <p:spPr>
            <a:xfrm>
              <a:off x="8588529" y="22705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8" name="pt54668"/>
            <p:cNvSpPr/>
            <p:nvPr/>
          </p:nvSpPr>
          <p:spPr>
            <a:xfrm>
              <a:off x="8381780" y="23016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9" name="pt54669"/>
            <p:cNvSpPr/>
            <p:nvPr/>
          </p:nvSpPr>
          <p:spPr>
            <a:xfrm>
              <a:off x="8904593" y="2248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0" name="pt54670"/>
            <p:cNvSpPr/>
            <p:nvPr/>
          </p:nvSpPr>
          <p:spPr>
            <a:xfrm>
              <a:off x="9124709" y="20911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1" name="pt54671"/>
            <p:cNvSpPr/>
            <p:nvPr/>
          </p:nvSpPr>
          <p:spPr>
            <a:xfrm>
              <a:off x="8752612" y="21908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2" name="pt54672"/>
            <p:cNvSpPr/>
            <p:nvPr/>
          </p:nvSpPr>
          <p:spPr>
            <a:xfrm>
              <a:off x="9050093" y="22387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3" name="pt54673"/>
            <p:cNvSpPr/>
            <p:nvPr/>
          </p:nvSpPr>
          <p:spPr>
            <a:xfrm>
              <a:off x="8550210" y="23663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4" name="pt54674"/>
            <p:cNvSpPr/>
            <p:nvPr/>
          </p:nvSpPr>
          <p:spPr>
            <a:xfrm>
              <a:off x="9652003" y="23585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5" name="pt54675"/>
            <p:cNvSpPr/>
            <p:nvPr/>
          </p:nvSpPr>
          <p:spPr>
            <a:xfrm>
              <a:off x="9003396" y="20013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6" name="pt54676"/>
            <p:cNvSpPr/>
            <p:nvPr/>
          </p:nvSpPr>
          <p:spPr>
            <a:xfrm>
              <a:off x="8500809" y="25716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7" name="pt54677"/>
            <p:cNvSpPr/>
            <p:nvPr/>
          </p:nvSpPr>
          <p:spPr>
            <a:xfrm>
              <a:off x="9050093" y="20956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8" name="pt54678"/>
            <p:cNvSpPr/>
            <p:nvPr/>
          </p:nvSpPr>
          <p:spPr>
            <a:xfrm>
              <a:off x="9102103" y="20803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9" name="pt54679"/>
            <p:cNvSpPr/>
            <p:nvPr/>
          </p:nvSpPr>
          <p:spPr>
            <a:xfrm>
              <a:off x="8431181" y="24292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0" name="pt54680"/>
            <p:cNvSpPr/>
            <p:nvPr/>
          </p:nvSpPr>
          <p:spPr>
            <a:xfrm>
              <a:off x="8500809" y="26696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1" name="pt54681"/>
            <p:cNvSpPr/>
            <p:nvPr/>
          </p:nvSpPr>
          <p:spPr>
            <a:xfrm>
              <a:off x="9158273" y="1744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2" name="pt54682"/>
            <p:cNvSpPr/>
            <p:nvPr/>
          </p:nvSpPr>
          <p:spPr>
            <a:xfrm>
              <a:off x="8312152" y="25121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3" name="pt54683"/>
            <p:cNvSpPr/>
            <p:nvPr/>
          </p:nvSpPr>
          <p:spPr>
            <a:xfrm>
              <a:off x="9404531" y="20684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4" name="pt54684"/>
            <p:cNvSpPr/>
            <p:nvPr/>
          </p:nvSpPr>
          <p:spPr>
            <a:xfrm>
              <a:off x="8868306" y="23152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5" name="pt54685"/>
            <p:cNvSpPr/>
            <p:nvPr/>
          </p:nvSpPr>
          <p:spPr>
            <a:xfrm>
              <a:off x="8738867" y="20141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6" name="pt54686"/>
            <p:cNvSpPr/>
            <p:nvPr/>
          </p:nvSpPr>
          <p:spPr>
            <a:xfrm>
              <a:off x="8312152" y="21955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7" name="pt54687"/>
            <p:cNvSpPr/>
            <p:nvPr/>
          </p:nvSpPr>
          <p:spPr>
            <a:xfrm>
              <a:off x="9283113" y="19823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8" name="pt54688"/>
            <p:cNvSpPr/>
            <p:nvPr/>
          </p:nvSpPr>
          <p:spPr>
            <a:xfrm>
              <a:off x="9102103" y="21335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9" name="pt54689"/>
            <p:cNvSpPr/>
            <p:nvPr/>
          </p:nvSpPr>
          <p:spPr>
            <a:xfrm>
              <a:off x="9324827" y="21683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0" name="pt54690"/>
            <p:cNvSpPr/>
            <p:nvPr/>
          </p:nvSpPr>
          <p:spPr>
            <a:xfrm>
              <a:off x="9088645" y="18887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1" name="pt54691"/>
            <p:cNvSpPr/>
            <p:nvPr/>
          </p:nvSpPr>
          <p:spPr>
            <a:xfrm>
              <a:off x="9461227" y="2511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2" name="pt54692"/>
            <p:cNvSpPr/>
            <p:nvPr/>
          </p:nvSpPr>
          <p:spPr>
            <a:xfrm>
              <a:off x="8633583" y="21032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3" name="pt54693"/>
            <p:cNvSpPr/>
            <p:nvPr/>
          </p:nvSpPr>
          <p:spPr>
            <a:xfrm>
              <a:off x="9184210" y="22117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4" name="pt54694"/>
            <p:cNvSpPr/>
            <p:nvPr/>
          </p:nvSpPr>
          <p:spPr>
            <a:xfrm>
              <a:off x="8431181" y="24012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5" name="pt54695"/>
            <p:cNvSpPr/>
            <p:nvPr/>
          </p:nvSpPr>
          <p:spPr>
            <a:xfrm>
              <a:off x="8646309" y="25233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6" name="pt54696"/>
            <p:cNvSpPr/>
            <p:nvPr/>
          </p:nvSpPr>
          <p:spPr>
            <a:xfrm>
              <a:off x="9425448" y="18538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7" name="pt54697"/>
            <p:cNvSpPr/>
            <p:nvPr/>
          </p:nvSpPr>
          <p:spPr>
            <a:xfrm>
              <a:off x="9051257" y="20130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8" name="pt54698"/>
            <p:cNvSpPr/>
            <p:nvPr/>
          </p:nvSpPr>
          <p:spPr>
            <a:xfrm>
              <a:off x="8633583" y="21226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9" name="pt54699"/>
            <p:cNvSpPr/>
            <p:nvPr/>
          </p:nvSpPr>
          <p:spPr>
            <a:xfrm>
              <a:off x="9262699" y="19639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0" name="pt54700"/>
            <p:cNvSpPr/>
            <p:nvPr/>
          </p:nvSpPr>
          <p:spPr>
            <a:xfrm>
              <a:off x="8899053" y="21841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1" name="pt54701"/>
            <p:cNvSpPr/>
            <p:nvPr/>
          </p:nvSpPr>
          <p:spPr>
            <a:xfrm>
              <a:off x="8777185" y="22770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2" name="pt54702"/>
            <p:cNvSpPr/>
            <p:nvPr/>
          </p:nvSpPr>
          <p:spPr>
            <a:xfrm>
              <a:off x="8949856" y="2102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3" name="pt54703"/>
            <p:cNvSpPr/>
            <p:nvPr/>
          </p:nvSpPr>
          <p:spPr>
            <a:xfrm>
              <a:off x="9232403" y="20880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4" name="pt54704"/>
            <p:cNvSpPr/>
            <p:nvPr/>
          </p:nvSpPr>
          <p:spPr>
            <a:xfrm>
              <a:off x="8899053" y="23488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5" name="pt54705"/>
            <p:cNvSpPr/>
            <p:nvPr/>
          </p:nvSpPr>
          <p:spPr>
            <a:xfrm>
              <a:off x="8669239" y="24016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6" name="pt54706"/>
            <p:cNvSpPr/>
            <p:nvPr/>
          </p:nvSpPr>
          <p:spPr>
            <a:xfrm>
              <a:off x="8971473" y="22469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7" name="pt54707"/>
            <p:cNvSpPr/>
            <p:nvPr/>
          </p:nvSpPr>
          <p:spPr>
            <a:xfrm>
              <a:off x="8745877" y="21609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8" name="pt54708"/>
            <p:cNvSpPr/>
            <p:nvPr/>
          </p:nvSpPr>
          <p:spPr>
            <a:xfrm>
              <a:off x="9187390" y="22140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9" name="pt54709"/>
            <p:cNvSpPr/>
            <p:nvPr/>
          </p:nvSpPr>
          <p:spPr>
            <a:xfrm>
              <a:off x="8992313" y="19233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0" name="pt54710"/>
            <p:cNvSpPr/>
            <p:nvPr/>
          </p:nvSpPr>
          <p:spPr>
            <a:xfrm>
              <a:off x="8857896" y="20418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1" name="pt54711"/>
            <p:cNvSpPr/>
            <p:nvPr/>
          </p:nvSpPr>
          <p:spPr>
            <a:xfrm>
              <a:off x="8798679" y="22525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2" name="pt54712"/>
            <p:cNvSpPr/>
            <p:nvPr/>
          </p:nvSpPr>
          <p:spPr>
            <a:xfrm>
              <a:off x="8813199" y="20204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3" name="pt54713"/>
            <p:cNvSpPr/>
            <p:nvPr/>
          </p:nvSpPr>
          <p:spPr>
            <a:xfrm>
              <a:off x="9139903" y="21133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4" name="pt54714"/>
            <p:cNvSpPr/>
            <p:nvPr/>
          </p:nvSpPr>
          <p:spPr>
            <a:xfrm>
              <a:off x="8817779" y="20065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5" name="pt54715"/>
            <p:cNvSpPr/>
            <p:nvPr/>
          </p:nvSpPr>
          <p:spPr>
            <a:xfrm>
              <a:off x="9466476" y="23121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6" name="pt54716"/>
            <p:cNvSpPr/>
            <p:nvPr/>
          </p:nvSpPr>
          <p:spPr>
            <a:xfrm>
              <a:off x="8689465" y="25568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7" name="pt54717"/>
            <p:cNvSpPr/>
            <p:nvPr/>
          </p:nvSpPr>
          <p:spPr>
            <a:xfrm>
              <a:off x="8826587" y="22475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8" name="pt54718"/>
            <p:cNvSpPr/>
            <p:nvPr/>
          </p:nvSpPr>
          <p:spPr>
            <a:xfrm>
              <a:off x="8500809" y="24882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9" name="pt54719"/>
            <p:cNvSpPr/>
            <p:nvPr/>
          </p:nvSpPr>
          <p:spPr>
            <a:xfrm>
              <a:off x="9206269" y="17641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0" name="pt54720"/>
            <p:cNvSpPr/>
            <p:nvPr/>
          </p:nvSpPr>
          <p:spPr>
            <a:xfrm>
              <a:off x="9654477" y="18177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1" name="pt54721"/>
            <p:cNvSpPr/>
            <p:nvPr/>
          </p:nvSpPr>
          <p:spPr>
            <a:xfrm>
              <a:off x="8731558" y="21847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2" name="pt54722"/>
            <p:cNvSpPr/>
            <p:nvPr/>
          </p:nvSpPr>
          <p:spPr>
            <a:xfrm>
              <a:off x="8947749" y="20786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3" name="pt54723"/>
            <p:cNvSpPr/>
            <p:nvPr/>
          </p:nvSpPr>
          <p:spPr>
            <a:xfrm>
              <a:off x="8312152" y="22096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4" name="pt54724"/>
            <p:cNvSpPr/>
            <p:nvPr/>
          </p:nvSpPr>
          <p:spPr>
            <a:xfrm>
              <a:off x="9633844" y="22025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5" name="pt54725"/>
            <p:cNvSpPr/>
            <p:nvPr/>
          </p:nvSpPr>
          <p:spPr>
            <a:xfrm>
              <a:off x="8604896" y="22639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6" name="pt54726"/>
            <p:cNvSpPr/>
            <p:nvPr/>
          </p:nvSpPr>
          <p:spPr>
            <a:xfrm>
              <a:off x="8500809" y="24042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7" name="pt54727"/>
            <p:cNvSpPr/>
            <p:nvPr/>
          </p:nvSpPr>
          <p:spPr>
            <a:xfrm>
              <a:off x="8633583" y="2160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8" name="pt54728"/>
            <p:cNvSpPr/>
            <p:nvPr/>
          </p:nvSpPr>
          <p:spPr>
            <a:xfrm>
              <a:off x="8658156" y="25040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9" name="pt54729"/>
            <p:cNvSpPr/>
            <p:nvPr/>
          </p:nvSpPr>
          <p:spPr>
            <a:xfrm>
              <a:off x="8899053" y="21592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0" name="pt54730"/>
            <p:cNvSpPr/>
            <p:nvPr/>
          </p:nvSpPr>
          <p:spPr>
            <a:xfrm>
              <a:off x="9044150" y="17305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1" name="pt54731"/>
            <p:cNvSpPr/>
            <p:nvPr/>
          </p:nvSpPr>
          <p:spPr>
            <a:xfrm>
              <a:off x="9352841" y="2117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2" name="pt54732"/>
            <p:cNvSpPr/>
            <p:nvPr/>
          </p:nvSpPr>
          <p:spPr>
            <a:xfrm>
              <a:off x="9581160" y="22830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3" name="pt54733"/>
            <p:cNvSpPr/>
            <p:nvPr/>
          </p:nvSpPr>
          <p:spPr>
            <a:xfrm>
              <a:off x="9032906" y="18544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4" name="pt54734"/>
            <p:cNvSpPr/>
            <p:nvPr/>
          </p:nvSpPr>
          <p:spPr>
            <a:xfrm>
              <a:off x="9187914" y="22674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5" name="pt54735"/>
            <p:cNvSpPr/>
            <p:nvPr/>
          </p:nvSpPr>
          <p:spPr>
            <a:xfrm>
              <a:off x="8864906" y="20601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6" name="pt54736"/>
            <p:cNvSpPr/>
            <p:nvPr/>
          </p:nvSpPr>
          <p:spPr>
            <a:xfrm>
              <a:off x="8965842" y="21871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7" name="pt54737"/>
            <p:cNvSpPr/>
            <p:nvPr/>
          </p:nvSpPr>
          <p:spPr>
            <a:xfrm>
              <a:off x="9178775" y="19166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8" name="pt54738"/>
            <p:cNvSpPr/>
            <p:nvPr/>
          </p:nvSpPr>
          <p:spPr>
            <a:xfrm>
              <a:off x="8679650" y="23193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9" name="pt54739"/>
            <p:cNvSpPr/>
            <p:nvPr/>
          </p:nvSpPr>
          <p:spPr>
            <a:xfrm>
              <a:off x="9108871" y="20828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0" name="pt54740"/>
            <p:cNvSpPr/>
            <p:nvPr/>
          </p:nvSpPr>
          <p:spPr>
            <a:xfrm>
              <a:off x="8469500" y="22438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1" name="pt54741"/>
            <p:cNvSpPr/>
            <p:nvPr/>
          </p:nvSpPr>
          <p:spPr>
            <a:xfrm>
              <a:off x="8759093" y="2141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2" name="pt54742"/>
            <p:cNvSpPr/>
            <p:nvPr/>
          </p:nvSpPr>
          <p:spPr>
            <a:xfrm>
              <a:off x="9636399" y="1952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3" name="pt54743"/>
            <p:cNvSpPr/>
            <p:nvPr/>
          </p:nvSpPr>
          <p:spPr>
            <a:xfrm>
              <a:off x="8500809" y="26150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4" name="pt54744"/>
            <p:cNvSpPr/>
            <p:nvPr/>
          </p:nvSpPr>
          <p:spPr>
            <a:xfrm>
              <a:off x="8500809" y="25788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5" name="pt54745"/>
            <p:cNvSpPr/>
            <p:nvPr/>
          </p:nvSpPr>
          <p:spPr>
            <a:xfrm>
              <a:off x="8752612" y="21542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6" name="pt54746"/>
            <p:cNvSpPr/>
            <p:nvPr/>
          </p:nvSpPr>
          <p:spPr>
            <a:xfrm>
              <a:off x="8312152" y="25154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7" name="pt54747"/>
            <p:cNvSpPr/>
            <p:nvPr/>
          </p:nvSpPr>
          <p:spPr>
            <a:xfrm>
              <a:off x="9389022" y="20010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8" name="pt54748"/>
            <p:cNvSpPr/>
            <p:nvPr/>
          </p:nvSpPr>
          <p:spPr>
            <a:xfrm>
              <a:off x="9207674" y="18629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9" name="pt54749"/>
            <p:cNvSpPr/>
            <p:nvPr/>
          </p:nvSpPr>
          <p:spPr>
            <a:xfrm>
              <a:off x="9179876" y="19587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0" name="pt54750"/>
            <p:cNvSpPr/>
            <p:nvPr/>
          </p:nvSpPr>
          <p:spPr>
            <a:xfrm>
              <a:off x="8969616" y="22773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1" name="pt54751"/>
            <p:cNvSpPr/>
            <p:nvPr/>
          </p:nvSpPr>
          <p:spPr>
            <a:xfrm>
              <a:off x="9090502" y="1707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2" name="pt54752"/>
            <p:cNvSpPr/>
            <p:nvPr/>
          </p:nvSpPr>
          <p:spPr>
            <a:xfrm>
              <a:off x="9486369" y="25913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3" name="pt54753"/>
            <p:cNvSpPr/>
            <p:nvPr/>
          </p:nvSpPr>
          <p:spPr>
            <a:xfrm>
              <a:off x="9538601" y="21955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4" name="pt54754"/>
            <p:cNvSpPr/>
            <p:nvPr/>
          </p:nvSpPr>
          <p:spPr>
            <a:xfrm>
              <a:off x="9199552" y="18012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5" name="pt54755"/>
            <p:cNvSpPr/>
            <p:nvPr/>
          </p:nvSpPr>
          <p:spPr>
            <a:xfrm>
              <a:off x="9097733" y="17461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6" name="pt54756"/>
            <p:cNvSpPr/>
            <p:nvPr/>
          </p:nvSpPr>
          <p:spPr>
            <a:xfrm>
              <a:off x="9340807" y="2127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7" name="pt54757"/>
            <p:cNvSpPr/>
            <p:nvPr/>
          </p:nvSpPr>
          <p:spPr>
            <a:xfrm>
              <a:off x="8934533" y="19689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8" name="pt54758"/>
            <p:cNvSpPr/>
            <p:nvPr/>
          </p:nvSpPr>
          <p:spPr>
            <a:xfrm>
              <a:off x="8989011" y="20135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9" name="pt54759"/>
            <p:cNvSpPr/>
            <p:nvPr/>
          </p:nvSpPr>
          <p:spPr>
            <a:xfrm>
              <a:off x="9247109" y="20351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0" name="pt54760"/>
            <p:cNvSpPr/>
            <p:nvPr/>
          </p:nvSpPr>
          <p:spPr>
            <a:xfrm>
              <a:off x="9262020" y="18102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1" name="pt54761"/>
            <p:cNvSpPr/>
            <p:nvPr/>
          </p:nvSpPr>
          <p:spPr>
            <a:xfrm>
              <a:off x="8500809" y="26352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2" name="pt54762"/>
            <p:cNvSpPr/>
            <p:nvPr/>
          </p:nvSpPr>
          <p:spPr>
            <a:xfrm>
              <a:off x="8619838" y="23166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3" name="pt54763"/>
            <p:cNvSpPr/>
            <p:nvPr/>
          </p:nvSpPr>
          <p:spPr>
            <a:xfrm>
              <a:off x="8469500" y="23394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4" name="pt54764"/>
            <p:cNvSpPr/>
            <p:nvPr/>
          </p:nvSpPr>
          <p:spPr>
            <a:xfrm>
              <a:off x="8312152" y="23946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5" name="pt54765"/>
            <p:cNvSpPr/>
            <p:nvPr/>
          </p:nvSpPr>
          <p:spPr>
            <a:xfrm>
              <a:off x="9370170" y="21358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6" name="pt54766"/>
            <p:cNvSpPr/>
            <p:nvPr/>
          </p:nvSpPr>
          <p:spPr>
            <a:xfrm>
              <a:off x="9550412" y="21194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7" name="pt54767"/>
            <p:cNvSpPr/>
            <p:nvPr/>
          </p:nvSpPr>
          <p:spPr>
            <a:xfrm>
              <a:off x="9304571" y="21816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8" name="pt54768"/>
            <p:cNvSpPr/>
            <p:nvPr/>
          </p:nvSpPr>
          <p:spPr>
            <a:xfrm>
              <a:off x="8570436" y="24177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9" name="pt54769"/>
            <p:cNvSpPr/>
            <p:nvPr/>
          </p:nvSpPr>
          <p:spPr>
            <a:xfrm>
              <a:off x="8874912" y="21903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0" name="pt54770"/>
            <p:cNvSpPr/>
            <p:nvPr/>
          </p:nvSpPr>
          <p:spPr>
            <a:xfrm>
              <a:off x="8381780" y="2450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1" name="pt54771"/>
            <p:cNvSpPr/>
            <p:nvPr/>
          </p:nvSpPr>
          <p:spPr>
            <a:xfrm>
              <a:off x="8312152" y="25600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2" name="pt54772"/>
            <p:cNvSpPr/>
            <p:nvPr/>
          </p:nvSpPr>
          <p:spPr>
            <a:xfrm>
              <a:off x="9509103" y="21392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3" name="pt54773"/>
            <p:cNvSpPr/>
            <p:nvPr/>
          </p:nvSpPr>
          <p:spPr>
            <a:xfrm>
              <a:off x="9185276" y="21814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4" name="pt54774"/>
            <p:cNvSpPr/>
            <p:nvPr/>
          </p:nvSpPr>
          <p:spPr>
            <a:xfrm>
              <a:off x="9051257" y="20921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5" name="pt54775"/>
            <p:cNvSpPr/>
            <p:nvPr/>
          </p:nvSpPr>
          <p:spPr>
            <a:xfrm>
              <a:off x="8922686" y="18829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6" name="pt54776"/>
            <p:cNvSpPr/>
            <p:nvPr/>
          </p:nvSpPr>
          <p:spPr>
            <a:xfrm>
              <a:off x="9184210" y="22403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7" name="pt54777"/>
            <p:cNvSpPr/>
            <p:nvPr/>
          </p:nvSpPr>
          <p:spPr>
            <a:xfrm>
              <a:off x="8550210" y="24243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8" name="pt54778"/>
            <p:cNvSpPr/>
            <p:nvPr/>
          </p:nvSpPr>
          <p:spPr>
            <a:xfrm>
              <a:off x="8550210" y="24991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9" name="pt54779"/>
            <p:cNvSpPr/>
            <p:nvPr/>
          </p:nvSpPr>
          <p:spPr>
            <a:xfrm>
              <a:off x="9756959" y="21785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0" name="pt54780"/>
            <p:cNvSpPr/>
            <p:nvPr/>
          </p:nvSpPr>
          <p:spPr>
            <a:xfrm>
              <a:off x="9652073" y="22051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1" name="pt54781"/>
            <p:cNvSpPr/>
            <p:nvPr/>
          </p:nvSpPr>
          <p:spPr>
            <a:xfrm>
              <a:off x="8689465" y="23896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2" name="pt54782"/>
            <p:cNvSpPr/>
            <p:nvPr/>
          </p:nvSpPr>
          <p:spPr>
            <a:xfrm>
              <a:off x="8830827" y="20244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3" name="pt54783"/>
            <p:cNvSpPr/>
            <p:nvPr/>
          </p:nvSpPr>
          <p:spPr>
            <a:xfrm>
              <a:off x="9104672" y="22058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4" name="pt54784"/>
            <p:cNvSpPr/>
            <p:nvPr/>
          </p:nvSpPr>
          <p:spPr>
            <a:xfrm>
              <a:off x="9230780" y="20872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5" name="pt54785"/>
            <p:cNvSpPr/>
            <p:nvPr/>
          </p:nvSpPr>
          <p:spPr>
            <a:xfrm>
              <a:off x="8431181" y="23936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6" name="pt54786"/>
            <p:cNvSpPr/>
            <p:nvPr/>
          </p:nvSpPr>
          <p:spPr>
            <a:xfrm>
              <a:off x="9417384" y="18701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7" name="pt54787"/>
            <p:cNvSpPr/>
            <p:nvPr/>
          </p:nvSpPr>
          <p:spPr>
            <a:xfrm>
              <a:off x="9108871" y="20928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8" name="pt54788"/>
            <p:cNvSpPr/>
            <p:nvPr/>
          </p:nvSpPr>
          <p:spPr>
            <a:xfrm>
              <a:off x="8469500" y="24625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9" name="pt54789"/>
            <p:cNvSpPr/>
            <p:nvPr/>
          </p:nvSpPr>
          <p:spPr>
            <a:xfrm>
              <a:off x="8707558" y="22985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0" name="pt54790"/>
            <p:cNvSpPr/>
            <p:nvPr/>
          </p:nvSpPr>
          <p:spPr>
            <a:xfrm>
              <a:off x="8907297" y="2038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1" name="pt54791"/>
            <p:cNvSpPr/>
            <p:nvPr/>
          </p:nvSpPr>
          <p:spPr>
            <a:xfrm>
              <a:off x="8752612" y="20867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2" name="pt54792"/>
            <p:cNvSpPr/>
            <p:nvPr/>
          </p:nvSpPr>
          <p:spPr>
            <a:xfrm>
              <a:off x="8619838" y="20340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3" name="pt54793"/>
            <p:cNvSpPr/>
            <p:nvPr/>
          </p:nvSpPr>
          <p:spPr>
            <a:xfrm>
              <a:off x="8619838" y="22604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4" name="pt54794"/>
            <p:cNvSpPr/>
            <p:nvPr/>
          </p:nvSpPr>
          <p:spPr>
            <a:xfrm>
              <a:off x="9321732" y="22511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5" name="pt54795"/>
            <p:cNvSpPr/>
            <p:nvPr/>
          </p:nvSpPr>
          <p:spPr>
            <a:xfrm>
              <a:off x="8965842" y="23038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6" name="pt54796"/>
            <p:cNvSpPr/>
            <p:nvPr/>
          </p:nvSpPr>
          <p:spPr>
            <a:xfrm>
              <a:off x="9668168" y="24793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7" name="pt54797"/>
            <p:cNvSpPr/>
            <p:nvPr/>
          </p:nvSpPr>
          <p:spPr>
            <a:xfrm>
              <a:off x="8777185" y="2247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8" name="pt54798"/>
            <p:cNvSpPr/>
            <p:nvPr/>
          </p:nvSpPr>
          <p:spPr>
            <a:xfrm>
              <a:off x="8633583" y="21614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9" name="pt54799"/>
            <p:cNvSpPr/>
            <p:nvPr/>
          </p:nvSpPr>
          <p:spPr>
            <a:xfrm>
              <a:off x="9874745" y="28160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0" name="pt54800"/>
            <p:cNvSpPr/>
            <p:nvPr/>
          </p:nvSpPr>
          <p:spPr>
            <a:xfrm>
              <a:off x="9116180" y="19968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1" name="pt54801"/>
            <p:cNvSpPr/>
            <p:nvPr/>
          </p:nvSpPr>
          <p:spPr>
            <a:xfrm>
              <a:off x="8971473" y="22506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2" name="pt54802"/>
            <p:cNvSpPr/>
            <p:nvPr/>
          </p:nvSpPr>
          <p:spPr>
            <a:xfrm>
              <a:off x="9074042" y="21387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3" name="pt54803"/>
            <p:cNvSpPr/>
            <p:nvPr/>
          </p:nvSpPr>
          <p:spPr>
            <a:xfrm>
              <a:off x="8619838" y="22961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4" name="pt54804"/>
            <p:cNvSpPr/>
            <p:nvPr/>
          </p:nvSpPr>
          <p:spPr>
            <a:xfrm>
              <a:off x="8932228" y="18784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5" name="pt54805"/>
            <p:cNvSpPr/>
            <p:nvPr/>
          </p:nvSpPr>
          <p:spPr>
            <a:xfrm>
              <a:off x="8500809" y="27962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6" name="pt54806"/>
            <p:cNvSpPr/>
            <p:nvPr/>
          </p:nvSpPr>
          <p:spPr>
            <a:xfrm>
              <a:off x="9048921" y="22175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7" name="pt54807"/>
            <p:cNvSpPr/>
            <p:nvPr/>
          </p:nvSpPr>
          <p:spPr>
            <a:xfrm>
              <a:off x="9461227" y="24941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8" name="pt54808"/>
            <p:cNvSpPr/>
            <p:nvPr/>
          </p:nvSpPr>
          <p:spPr>
            <a:xfrm>
              <a:off x="8570436" y="24026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9" name="pt54809"/>
            <p:cNvSpPr/>
            <p:nvPr/>
          </p:nvSpPr>
          <p:spPr>
            <a:xfrm>
              <a:off x="8588529" y="22246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0" name="pt54810"/>
            <p:cNvSpPr/>
            <p:nvPr/>
          </p:nvSpPr>
          <p:spPr>
            <a:xfrm>
              <a:off x="8646309" y="23696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1" name="pt54811"/>
            <p:cNvSpPr/>
            <p:nvPr/>
          </p:nvSpPr>
          <p:spPr>
            <a:xfrm>
              <a:off x="9037995" y="17454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2" name="pt54812"/>
            <p:cNvSpPr/>
            <p:nvPr/>
          </p:nvSpPr>
          <p:spPr>
            <a:xfrm>
              <a:off x="9102103" y="22505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3" name="pt54813"/>
            <p:cNvSpPr/>
            <p:nvPr/>
          </p:nvSpPr>
          <p:spPr>
            <a:xfrm>
              <a:off x="8619838" y="22710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4" name="pt54814"/>
            <p:cNvSpPr/>
            <p:nvPr/>
          </p:nvSpPr>
          <p:spPr>
            <a:xfrm>
              <a:off x="8658156" y="24168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5" name="pt54815"/>
            <p:cNvSpPr/>
            <p:nvPr/>
          </p:nvSpPr>
          <p:spPr>
            <a:xfrm>
              <a:off x="8752612" y="20940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6" name="pt54816"/>
            <p:cNvSpPr/>
            <p:nvPr/>
          </p:nvSpPr>
          <p:spPr>
            <a:xfrm>
              <a:off x="8381780" y="23950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7" name="pt54817"/>
            <p:cNvSpPr/>
            <p:nvPr/>
          </p:nvSpPr>
          <p:spPr>
            <a:xfrm>
              <a:off x="9756959" y="24620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8" name="pt54818"/>
            <p:cNvSpPr/>
            <p:nvPr/>
          </p:nvSpPr>
          <p:spPr>
            <a:xfrm>
              <a:off x="9135698" y="21596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9" name="pt54819"/>
            <p:cNvSpPr/>
            <p:nvPr/>
          </p:nvSpPr>
          <p:spPr>
            <a:xfrm>
              <a:off x="9030305" y="17470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0" name="pt54820"/>
            <p:cNvSpPr/>
            <p:nvPr/>
          </p:nvSpPr>
          <p:spPr>
            <a:xfrm>
              <a:off x="8857896" y="20096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1" name="pt54821"/>
            <p:cNvSpPr/>
            <p:nvPr/>
          </p:nvSpPr>
          <p:spPr>
            <a:xfrm>
              <a:off x="9139903" y="20303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2" name="pt54822"/>
            <p:cNvSpPr/>
            <p:nvPr/>
          </p:nvSpPr>
          <p:spPr>
            <a:xfrm>
              <a:off x="8878122" y="20892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3" name="pt54823"/>
            <p:cNvSpPr/>
            <p:nvPr/>
          </p:nvSpPr>
          <p:spPr>
            <a:xfrm>
              <a:off x="9507319" y="2390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4" name="pt54824"/>
            <p:cNvSpPr/>
            <p:nvPr/>
          </p:nvSpPr>
          <p:spPr>
            <a:xfrm>
              <a:off x="8890393" y="20401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5" name="pt54825"/>
            <p:cNvSpPr/>
            <p:nvPr/>
          </p:nvSpPr>
          <p:spPr>
            <a:xfrm>
              <a:off x="8500809" y="25359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6" name="pt54826"/>
            <p:cNvSpPr/>
            <p:nvPr/>
          </p:nvSpPr>
          <p:spPr>
            <a:xfrm>
              <a:off x="9242219" y="18951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7" name="pt54827"/>
            <p:cNvSpPr/>
            <p:nvPr/>
          </p:nvSpPr>
          <p:spPr>
            <a:xfrm>
              <a:off x="8887406" y="19919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8" name="pt54828"/>
            <p:cNvSpPr/>
            <p:nvPr/>
          </p:nvSpPr>
          <p:spPr>
            <a:xfrm>
              <a:off x="8961983" y="22447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9" name="pt54829"/>
            <p:cNvSpPr/>
            <p:nvPr/>
          </p:nvSpPr>
          <p:spPr>
            <a:xfrm>
              <a:off x="8731558" y="24159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0" name="pt54830"/>
            <p:cNvSpPr/>
            <p:nvPr/>
          </p:nvSpPr>
          <p:spPr>
            <a:xfrm>
              <a:off x="9389022" y="21852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1" name="pt54831"/>
            <p:cNvSpPr/>
            <p:nvPr/>
          </p:nvSpPr>
          <p:spPr>
            <a:xfrm>
              <a:off x="8798679" y="22036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2" name="pt54832"/>
            <p:cNvSpPr/>
            <p:nvPr/>
          </p:nvSpPr>
          <p:spPr>
            <a:xfrm>
              <a:off x="9064645" y="18844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3" name="pt54833"/>
            <p:cNvSpPr/>
            <p:nvPr/>
          </p:nvSpPr>
          <p:spPr>
            <a:xfrm>
              <a:off x="9123951" y="21526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4" name="pt54834"/>
            <p:cNvSpPr/>
            <p:nvPr/>
          </p:nvSpPr>
          <p:spPr>
            <a:xfrm>
              <a:off x="8901845" y="22419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5" name="pt54835"/>
            <p:cNvSpPr/>
            <p:nvPr/>
          </p:nvSpPr>
          <p:spPr>
            <a:xfrm>
              <a:off x="9177111" y="19306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6" name="pt54836"/>
            <p:cNvSpPr/>
            <p:nvPr/>
          </p:nvSpPr>
          <p:spPr>
            <a:xfrm>
              <a:off x="8960020" y="21857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7" name="pt54837"/>
            <p:cNvSpPr/>
            <p:nvPr/>
          </p:nvSpPr>
          <p:spPr>
            <a:xfrm>
              <a:off x="9067835" y="18921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8" name="pt54838"/>
            <p:cNvSpPr/>
            <p:nvPr/>
          </p:nvSpPr>
          <p:spPr>
            <a:xfrm>
              <a:off x="8312152" y="23578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9" name="pt54839"/>
            <p:cNvSpPr/>
            <p:nvPr/>
          </p:nvSpPr>
          <p:spPr>
            <a:xfrm>
              <a:off x="8813199" y="20650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0" name="pt54840"/>
            <p:cNvSpPr/>
            <p:nvPr/>
          </p:nvSpPr>
          <p:spPr>
            <a:xfrm>
              <a:off x="8813199" y="20716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1" name="pt54841"/>
            <p:cNvSpPr/>
            <p:nvPr/>
          </p:nvSpPr>
          <p:spPr>
            <a:xfrm>
              <a:off x="8899053" y="22149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2" name="pt54842"/>
            <p:cNvSpPr/>
            <p:nvPr/>
          </p:nvSpPr>
          <p:spPr>
            <a:xfrm>
              <a:off x="9010896" y="17249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3" name="pt54843"/>
            <p:cNvSpPr/>
            <p:nvPr/>
          </p:nvSpPr>
          <p:spPr>
            <a:xfrm>
              <a:off x="9978328" y="25969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4" name="pt54844"/>
            <p:cNvSpPr/>
            <p:nvPr/>
          </p:nvSpPr>
          <p:spPr>
            <a:xfrm>
              <a:off x="8932228" y="18003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5" name="pt54845"/>
            <p:cNvSpPr/>
            <p:nvPr/>
          </p:nvSpPr>
          <p:spPr>
            <a:xfrm>
              <a:off x="8469500" y="23881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6" name="pt54846"/>
            <p:cNvSpPr/>
            <p:nvPr/>
          </p:nvSpPr>
          <p:spPr>
            <a:xfrm>
              <a:off x="8817779" y="21731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7" name="pt54847"/>
            <p:cNvSpPr/>
            <p:nvPr/>
          </p:nvSpPr>
          <p:spPr>
            <a:xfrm>
              <a:off x="8633583" y="20930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8" name="pt54848"/>
            <p:cNvSpPr/>
            <p:nvPr/>
          </p:nvSpPr>
          <p:spPr>
            <a:xfrm>
              <a:off x="9898409" y="24997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9" name="pt54849"/>
            <p:cNvSpPr/>
            <p:nvPr/>
          </p:nvSpPr>
          <p:spPr>
            <a:xfrm>
              <a:off x="8469500" y="23186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0" name="pt54850"/>
            <p:cNvSpPr/>
            <p:nvPr/>
          </p:nvSpPr>
          <p:spPr>
            <a:xfrm>
              <a:off x="9056963" y="2145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1" name="pt54851"/>
            <p:cNvSpPr/>
            <p:nvPr/>
          </p:nvSpPr>
          <p:spPr>
            <a:xfrm>
              <a:off x="9406741" y="16865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2" name="pt54852"/>
            <p:cNvSpPr/>
            <p:nvPr/>
          </p:nvSpPr>
          <p:spPr>
            <a:xfrm>
              <a:off x="8963923" y="22871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3" name="pt54853"/>
            <p:cNvSpPr/>
            <p:nvPr/>
          </p:nvSpPr>
          <p:spPr>
            <a:xfrm>
              <a:off x="8715936" y="21689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4" name="pt54854"/>
            <p:cNvSpPr/>
            <p:nvPr/>
          </p:nvSpPr>
          <p:spPr>
            <a:xfrm>
              <a:off x="9434026" y="18145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5" name="pt54855"/>
            <p:cNvSpPr/>
            <p:nvPr/>
          </p:nvSpPr>
          <p:spPr>
            <a:xfrm>
              <a:off x="8588529" y="21445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6" name="pt54856"/>
            <p:cNvSpPr/>
            <p:nvPr/>
          </p:nvSpPr>
          <p:spPr>
            <a:xfrm>
              <a:off x="8619838" y="22719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7" name="pt54857"/>
            <p:cNvSpPr/>
            <p:nvPr/>
          </p:nvSpPr>
          <p:spPr>
            <a:xfrm>
              <a:off x="8431181" y="24180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8" name="pt54858"/>
            <p:cNvSpPr/>
            <p:nvPr/>
          </p:nvSpPr>
          <p:spPr>
            <a:xfrm>
              <a:off x="9434026" y="18374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9" name="pt54859"/>
            <p:cNvSpPr/>
            <p:nvPr/>
          </p:nvSpPr>
          <p:spPr>
            <a:xfrm>
              <a:off x="9286390" y="19313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0" name="pt54860"/>
            <p:cNvSpPr/>
            <p:nvPr/>
          </p:nvSpPr>
          <p:spPr>
            <a:xfrm>
              <a:off x="9576430" y="19442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1" name="pt54861"/>
            <p:cNvSpPr/>
            <p:nvPr/>
          </p:nvSpPr>
          <p:spPr>
            <a:xfrm>
              <a:off x="9501180" y="21851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2" name="pt54862"/>
            <p:cNvSpPr/>
            <p:nvPr/>
          </p:nvSpPr>
          <p:spPr>
            <a:xfrm>
              <a:off x="9557615" y="21330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3" name="pt54863"/>
            <p:cNvSpPr/>
            <p:nvPr/>
          </p:nvSpPr>
          <p:spPr>
            <a:xfrm>
              <a:off x="9382404" y="19723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4" name="pt54864"/>
            <p:cNvSpPr/>
            <p:nvPr/>
          </p:nvSpPr>
          <p:spPr>
            <a:xfrm>
              <a:off x="9174300" y="19843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5" name="pt54865"/>
            <p:cNvSpPr/>
            <p:nvPr/>
          </p:nvSpPr>
          <p:spPr>
            <a:xfrm>
              <a:off x="9400632" y="19526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6" name="pt54866"/>
            <p:cNvSpPr/>
            <p:nvPr/>
          </p:nvSpPr>
          <p:spPr>
            <a:xfrm>
              <a:off x="8777185" y="2334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7" name="pt54867"/>
            <p:cNvSpPr/>
            <p:nvPr/>
          </p:nvSpPr>
          <p:spPr>
            <a:xfrm>
              <a:off x="8500809" y="27746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8" name="pt54868"/>
            <p:cNvSpPr/>
            <p:nvPr/>
          </p:nvSpPr>
          <p:spPr>
            <a:xfrm>
              <a:off x="8658156" y="23804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9" name="pt54869"/>
            <p:cNvSpPr/>
            <p:nvPr/>
          </p:nvSpPr>
          <p:spPr>
            <a:xfrm>
              <a:off x="9352440" y="19750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0" name="pt54870"/>
            <p:cNvSpPr/>
            <p:nvPr/>
          </p:nvSpPr>
          <p:spPr>
            <a:xfrm>
              <a:off x="9525110" y="18716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1" name="pt54871"/>
            <p:cNvSpPr/>
            <p:nvPr/>
          </p:nvSpPr>
          <p:spPr>
            <a:xfrm>
              <a:off x="8431181" y="25161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2" name="pt54872"/>
            <p:cNvSpPr/>
            <p:nvPr/>
          </p:nvSpPr>
          <p:spPr>
            <a:xfrm>
              <a:off x="9259278" y="2118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3" name="pt54873"/>
            <p:cNvSpPr/>
            <p:nvPr/>
          </p:nvSpPr>
          <p:spPr>
            <a:xfrm>
              <a:off x="8813199" y="21271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4" name="pt54874"/>
            <p:cNvSpPr/>
            <p:nvPr/>
          </p:nvSpPr>
          <p:spPr>
            <a:xfrm>
              <a:off x="8588529" y="22242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5" name="pt54875"/>
            <p:cNvSpPr/>
            <p:nvPr/>
          </p:nvSpPr>
          <p:spPr>
            <a:xfrm>
              <a:off x="8707558" y="22439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6" name="pt54876"/>
            <p:cNvSpPr/>
            <p:nvPr/>
          </p:nvSpPr>
          <p:spPr>
            <a:xfrm>
              <a:off x="8899053" y="22279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7" name="pt54877"/>
            <p:cNvSpPr/>
            <p:nvPr/>
          </p:nvSpPr>
          <p:spPr>
            <a:xfrm>
              <a:off x="8899053" y="21447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8" name="pt54878"/>
            <p:cNvSpPr/>
            <p:nvPr/>
          </p:nvSpPr>
          <p:spPr>
            <a:xfrm>
              <a:off x="8808494" y="22109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9" name="pt54879"/>
            <p:cNvSpPr/>
            <p:nvPr/>
          </p:nvSpPr>
          <p:spPr>
            <a:xfrm>
              <a:off x="8846813" y="19535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0" name="pt54880"/>
            <p:cNvSpPr/>
            <p:nvPr/>
          </p:nvSpPr>
          <p:spPr>
            <a:xfrm>
              <a:off x="8679650" y="24497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1" name="pt54881"/>
            <p:cNvSpPr/>
            <p:nvPr/>
          </p:nvSpPr>
          <p:spPr>
            <a:xfrm>
              <a:off x="8731558" y="21042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2" name="pt54882"/>
            <p:cNvSpPr/>
            <p:nvPr/>
          </p:nvSpPr>
          <p:spPr>
            <a:xfrm>
              <a:off x="9324827" y="21759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3" name="pt54883"/>
            <p:cNvSpPr/>
            <p:nvPr/>
          </p:nvSpPr>
          <p:spPr>
            <a:xfrm>
              <a:off x="9034193" y="17911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4" name="pt54884"/>
            <p:cNvSpPr/>
            <p:nvPr/>
          </p:nvSpPr>
          <p:spPr>
            <a:xfrm>
              <a:off x="9067835" y="19024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5" name="pt54885"/>
            <p:cNvSpPr/>
            <p:nvPr/>
          </p:nvSpPr>
          <p:spPr>
            <a:xfrm>
              <a:off x="8469500" y="24107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6" name="pt54886"/>
            <p:cNvSpPr/>
            <p:nvPr/>
          </p:nvSpPr>
          <p:spPr>
            <a:xfrm>
              <a:off x="9222422" y="1879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7" name="pt54887"/>
            <p:cNvSpPr/>
            <p:nvPr/>
          </p:nvSpPr>
          <p:spPr>
            <a:xfrm>
              <a:off x="8738867" y="20043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8" name="pt54888"/>
            <p:cNvSpPr/>
            <p:nvPr/>
          </p:nvSpPr>
          <p:spPr>
            <a:xfrm>
              <a:off x="9189996" y="22366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9" name="pt54889"/>
            <p:cNvSpPr/>
            <p:nvPr/>
          </p:nvSpPr>
          <p:spPr>
            <a:xfrm>
              <a:off x="9064645" y="20489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0" name="pt54890"/>
            <p:cNvSpPr/>
            <p:nvPr/>
          </p:nvSpPr>
          <p:spPr>
            <a:xfrm>
              <a:off x="8431181" y="22824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1" name="pt54891"/>
            <p:cNvSpPr/>
            <p:nvPr/>
          </p:nvSpPr>
          <p:spPr>
            <a:xfrm>
              <a:off x="8312152" y="25335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2" name="pt54892"/>
            <p:cNvSpPr/>
            <p:nvPr/>
          </p:nvSpPr>
          <p:spPr>
            <a:xfrm>
              <a:off x="8312152" y="24212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3" name="pt54893"/>
            <p:cNvSpPr/>
            <p:nvPr/>
          </p:nvSpPr>
          <p:spPr>
            <a:xfrm>
              <a:off x="9090502" y="17799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4" name="pt54894"/>
            <p:cNvSpPr/>
            <p:nvPr/>
          </p:nvSpPr>
          <p:spPr>
            <a:xfrm>
              <a:off x="9037995" y="16787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5" name="pt54895"/>
            <p:cNvSpPr/>
            <p:nvPr/>
          </p:nvSpPr>
          <p:spPr>
            <a:xfrm>
              <a:off x="8945616" y="20957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6" name="pt54896"/>
            <p:cNvSpPr/>
            <p:nvPr/>
          </p:nvSpPr>
          <p:spPr>
            <a:xfrm>
              <a:off x="8890393" y="16429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7" name="pt54897"/>
            <p:cNvSpPr/>
            <p:nvPr/>
          </p:nvSpPr>
          <p:spPr>
            <a:xfrm>
              <a:off x="8500809" y="25846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8" name="pt54898"/>
            <p:cNvSpPr/>
            <p:nvPr/>
          </p:nvSpPr>
          <p:spPr>
            <a:xfrm>
              <a:off x="9652073" y="21934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9" name="pt54899"/>
            <p:cNvSpPr/>
            <p:nvPr/>
          </p:nvSpPr>
          <p:spPr>
            <a:xfrm>
              <a:off x="8669239" y="22580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0" name="pt54900"/>
            <p:cNvSpPr/>
            <p:nvPr/>
          </p:nvSpPr>
          <p:spPr>
            <a:xfrm>
              <a:off x="8798679" y="21460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1" name="pt54901"/>
            <p:cNvSpPr/>
            <p:nvPr/>
          </p:nvSpPr>
          <p:spPr>
            <a:xfrm>
              <a:off x="8922686" y="19253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2" name="pt54902"/>
            <p:cNvSpPr/>
            <p:nvPr/>
          </p:nvSpPr>
          <p:spPr>
            <a:xfrm>
              <a:off x="9537100" y="21039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3" name="pt54903"/>
            <p:cNvSpPr/>
            <p:nvPr/>
          </p:nvSpPr>
          <p:spPr>
            <a:xfrm>
              <a:off x="8469500" y="20247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4" name="pt54904"/>
            <p:cNvSpPr/>
            <p:nvPr/>
          </p:nvSpPr>
          <p:spPr>
            <a:xfrm>
              <a:off x="8793552" y="2063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5" name="pt54905"/>
            <p:cNvSpPr/>
            <p:nvPr/>
          </p:nvSpPr>
          <p:spPr>
            <a:xfrm>
              <a:off x="8431181" y="23206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6" name="pt54906"/>
            <p:cNvSpPr/>
            <p:nvPr/>
          </p:nvSpPr>
          <p:spPr>
            <a:xfrm>
              <a:off x="9654477" y="19593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7" name="pt54907"/>
            <p:cNvSpPr/>
            <p:nvPr/>
          </p:nvSpPr>
          <p:spPr>
            <a:xfrm>
              <a:off x="8500809" y="2581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8" name="pt54908"/>
            <p:cNvSpPr/>
            <p:nvPr/>
          </p:nvSpPr>
          <p:spPr>
            <a:xfrm>
              <a:off x="8723925" y="21282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9" name="pt54909"/>
            <p:cNvSpPr/>
            <p:nvPr/>
          </p:nvSpPr>
          <p:spPr>
            <a:xfrm>
              <a:off x="8619838" y="2328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0" name="pt54910"/>
            <p:cNvSpPr/>
            <p:nvPr/>
          </p:nvSpPr>
          <p:spPr>
            <a:xfrm>
              <a:off x="9256140" y="20700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1" name="pt54911"/>
            <p:cNvSpPr/>
            <p:nvPr/>
          </p:nvSpPr>
          <p:spPr>
            <a:xfrm>
              <a:off x="8619838" y="23628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2" name="pt54912"/>
            <p:cNvSpPr/>
            <p:nvPr/>
          </p:nvSpPr>
          <p:spPr>
            <a:xfrm>
              <a:off x="9056963" y="22122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3" name="pt54913"/>
            <p:cNvSpPr/>
            <p:nvPr/>
          </p:nvSpPr>
          <p:spPr>
            <a:xfrm>
              <a:off x="9126964" y="21194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4" name="pt54914"/>
            <p:cNvSpPr/>
            <p:nvPr/>
          </p:nvSpPr>
          <p:spPr>
            <a:xfrm>
              <a:off x="9324827" y="21773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5" name="pt54915"/>
            <p:cNvSpPr/>
            <p:nvPr/>
          </p:nvSpPr>
          <p:spPr>
            <a:xfrm>
              <a:off x="9525110" y="16500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6" name="pt54916"/>
            <p:cNvSpPr/>
            <p:nvPr/>
          </p:nvSpPr>
          <p:spPr>
            <a:xfrm>
              <a:off x="8949856" y="20651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7" name="pt54917"/>
            <p:cNvSpPr/>
            <p:nvPr/>
          </p:nvSpPr>
          <p:spPr>
            <a:xfrm>
              <a:off x="8500809" y="26542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8" name="pt54918"/>
            <p:cNvSpPr/>
            <p:nvPr/>
          </p:nvSpPr>
          <p:spPr>
            <a:xfrm>
              <a:off x="9562708" y="20199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9" name="pt54919"/>
            <p:cNvSpPr/>
            <p:nvPr/>
          </p:nvSpPr>
          <p:spPr>
            <a:xfrm>
              <a:off x="8689465" y="24731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0" name="pt54920"/>
            <p:cNvSpPr/>
            <p:nvPr/>
          </p:nvSpPr>
          <p:spPr>
            <a:xfrm>
              <a:off x="8745877" y="20277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1" name="pt54921"/>
            <p:cNvSpPr/>
            <p:nvPr/>
          </p:nvSpPr>
          <p:spPr>
            <a:xfrm>
              <a:off x="9184210" y="21107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2" name="pt54922"/>
            <p:cNvSpPr/>
            <p:nvPr/>
          </p:nvSpPr>
          <p:spPr>
            <a:xfrm>
              <a:off x="8669239" y="24772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3" name="pt54923"/>
            <p:cNvSpPr/>
            <p:nvPr/>
          </p:nvSpPr>
          <p:spPr>
            <a:xfrm>
              <a:off x="9051257" y="20711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4" name="pt54924"/>
            <p:cNvSpPr/>
            <p:nvPr/>
          </p:nvSpPr>
          <p:spPr>
            <a:xfrm>
              <a:off x="9051257" y="21062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5" name="pt54925"/>
            <p:cNvSpPr/>
            <p:nvPr/>
          </p:nvSpPr>
          <p:spPr>
            <a:xfrm>
              <a:off x="8633583" y="21492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6" name="pt54926"/>
            <p:cNvSpPr/>
            <p:nvPr/>
          </p:nvSpPr>
          <p:spPr>
            <a:xfrm>
              <a:off x="8771364" y="23504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7" name="pt54927"/>
            <p:cNvSpPr/>
            <p:nvPr/>
          </p:nvSpPr>
          <p:spPr>
            <a:xfrm>
              <a:off x="9007935" y="20761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8" name="pt54928"/>
            <p:cNvSpPr/>
            <p:nvPr/>
          </p:nvSpPr>
          <p:spPr>
            <a:xfrm>
              <a:off x="8771364" y="22996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9" name="pt54929"/>
            <p:cNvSpPr/>
            <p:nvPr/>
          </p:nvSpPr>
          <p:spPr>
            <a:xfrm>
              <a:off x="9077064" y="20125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0" name="pt54930"/>
            <p:cNvSpPr/>
            <p:nvPr/>
          </p:nvSpPr>
          <p:spPr>
            <a:xfrm>
              <a:off x="8431181" y="23233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1" name="pt54931"/>
            <p:cNvSpPr/>
            <p:nvPr/>
          </p:nvSpPr>
          <p:spPr>
            <a:xfrm>
              <a:off x="8817779" y="21826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2" name="pt54932"/>
            <p:cNvSpPr/>
            <p:nvPr/>
          </p:nvSpPr>
          <p:spPr>
            <a:xfrm>
              <a:off x="8759093" y="21205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3" name="pt54933"/>
            <p:cNvSpPr/>
            <p:nvPr/>
          </p:nvSpPr>
          <p:spPr>
            <a:xfrm>
              <a:off x="8857896" y="1999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4" name="pt54934"/>
            <p:cNvSpPr/>
            <p:nvPr/>
          </p:nvSpPr>
          <p:spPr>
            <a:xfrm>
              <a:off x="9177111" y="20405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5" name="pt54935"/>
            <p:cNvSpPr/>
            <p:nvPr/>
          </p:nvSpPr>
          <p:spPr>
            <a:xfrm>
              <a:off x="8830827" y="19848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6" name="pt54936"/>
            <p:cNvSpPr/>
            <p:nvPr/>
          </p:nvSpPr>
          <p:spPr>
            <a:xfrm>
              <a:off x="8759093" y="2128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7" name="pt54937"/>
            <p:cNvSpPr/>
            <p:nvPr/>
          </p:nvSpPr>
          <p:spPr>
            <a:xfrm>
              <a:off x="8947749" y="2151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8" name="pt54938"/>
            <p:cNvSpPr/>
            <p:nvPr/>
          </p:nvSpPr>
          <p:spPr>
            <a:xfrm>
              <a:off x="8312152" y="2377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9" name="pt54939"/>
            <p:cNvSpPr/>
            <p:nvPr/>
          </p:nvSpPr>
          <p:spPr>
            <a:xfrm>
              <a:off x="8817779" y="22857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0" name="pt54940"/>
            <p:cNvSpPr/>
            <p:nvPr/>
          </p:nvSpPr>
          <p:spPr>
            <a:xfrm>
              <a:off x="9030305" y="1879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1" name="pt54941"/>
            <p:cNvSpPr/>
            <p:nvPr/>
          </p:nvSpPr>
          <p:spPr>
            <a:xfrm>
              <a:off x="8971473" y="22733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2" name="pt54942"/>
            <p:cNvSpPr/>
            <p:nvPr/>
          </p:nvSpPr>
          <p:spPr>
            <a:xfrm>
              <a:off x="8550210" y="25520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3" name="pt54943"/>
            <p:cNvSpPr/>
            <p:nvPr/>
          </p:nvSpPr>
          <p:spPr>
            <a:xfrm>
              <a:off x="9090502" y="17539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4" name="pt54944"/>
            <p:cNvSpPr/>
            <p:nvPr/>
          </p:nvSpPr>
          <p:spPr>
            <a:xfrm>
              <a:off x="9562708" y="21621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5" name="pt54945"/>
            <p:cNvSpPr/>
            <p:nvPr/>
          </p:nvSpPr>
          <p:spPr>
            <a:xfrm>
              <a:off x="9177111" y="18452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6" name="pt54946"/>
            <p:cNvSpPr/>
            <p:nvPr/>
          </p:nvSpPr>
          <p:spPr>
            <a:xfrm>
              <a:off x="8469500" y="23804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7" name="pt54947"/>
            <p:cNvSpPr/>
            <p:nvPr/>
          </p:nvSpPr>
          <p:spPr>
            <a:xfrm>
              <a:off x="8893328" y="19366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8" name="pt54948"/>
            <p:cNvSpPr/>
            <p:nvPr/>
          </p:nvSpPr>
          <p:spPr>
            <a:xfrm>
              <a:off x="9004922" y="17072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9" name="pt54949"/>
            <p:cNvSpPr/>
            <p:nvPr/>
          </p:nvSpPr>
          <p:spPr>
            <a:xfrm>
              <a:off x="9286390" y="19822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0" name="pt54950"/>
            <p:cNvSpPr/>
            <p:nvPr/>
          </p:nvSpPr>
          <p:spPr>
            <a:xfrm>
              <a:off x="9126216" y="22028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1" name="pt54951"/>
            <p:cNvSpPr/>
            <p:nvPr/>
          </p:nvSpPr>
          <p:spPr>
            <a:xfrm>
              <a:off x="9252225" y="21050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2" name="pt54952"/>
            <p:cNvSpPr/>
            <p:nvPr/>
          </p:nvSpPr>
          <p:spPr>
            <a:xfrm>
              <a:off x="8956027" y="21097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3" name="pt54953"/>
            <p:cNvSpPr/>
            <p:nvPr/>
          </p:nvSpPr>
          <p:spPr>
            <a:xfrm>
              <a:off x="9268690" y="19077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4" name="pt54954"/>
            <p:cNvSpPr/>
            <p:nvPr/>
          </p:nvSpPr>
          <p:spPr>
            <a:xfrm>
              <a:off x="8798679" y="22579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5" name="pt54955"/>
            <p:cNvSpPr/>
            <p:nvPr/>
          </p:nvSpPr>
          <p:spPr>
            <a:xfrm>
              <a:off x="8500809" y="25463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6" name="pt54956"/>
            <p:cNvSpPr/>
            <p:nvPr/>
          </p:nvSpPr>
          <p:spPr>
            <a:xfrm>
              <a:off x="9048921" y="22080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7" name="pt54957"/>
            <p:cNvSpPr/>
            <p:nvPr/>
          </p:nvSpPr>
          <p:spPr>
            <a:xfrm>
              <a:off x="9232403" y="20747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8" name="pt54958"/>
            <p:cNvSpPr/>
            <p:nvPr/>
          </p:nvSpPr>
          <p:spPr>
            <a:xfrm>
              <a:off x="8707558" y="20996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9" name="pt54959"/>
            <p:cNvSpPr/>
            <p:nvPr/>
          </p:nvSpPr>
          <p:spPr>
            <a:xfrm>
              <a:off x="8777185" y="24439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0" name="pt54960"/>
            <p:cNvSpPr/>
            <p:nvPr/>
          </p:nvSpPr>
          <p:spPr>
            <a:xfrm>
              <a:off x="9042937" y="1724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1" name="pt54961"/>
            <p:cNvSpPr/>
            <p:nvPr/>
          </p:nvSpPr>
          <p:spPr>
            <a:xfrm>
              <a:off x="9077064" y="19198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2" name="pt54962"/>
            <p:cNvSpPr/>
            <p:nvPr/>
          </p:nvSpPr>
          <p:spPr>
            <a:xfrm>
              <a:off x="8500809" y="24420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3" name="pt54963"/>
            <p:cNvSpPr/>
            <p:nvPr/>
          </p:nvSpPr>
          <p:spPr>
            <a:xfrm>
              <a:off x="8881273" y="22481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4" name="pt54964"/>
            <p:cNvSpPr/>
            <p:nvPr/>
          </p:nvSpPr>
          <p:spPr>
            <a:xfrm>
              <a:off x="8570436" y="25713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5" name="pt54965"/>
            <p:cNvSpPr/>
            <p:nvPr/>
          </p:nvSpPr>
          <p:spPr>
            <a:xfrm>
              <a:off x="9278233" y="18008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6" name="pt54966"/>
            <p:cNvSpPr/>
            <p:nvPr/>
          </p:nvSpPr>
          <p:spPr>
            <a:xfrm>
              <a:off x="9652073" y="24615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7" name="pt54967"/>
            <p:cNvSpPr/>
            <p:nvPr/>
          </p:nvSpPr>
          <p:spPr>
            <a:xfrm>
              <a:off x="9186336" y="22296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8" name="pt54968"/>
            <p:cNvSpPr/>
            <p:nvPr/>
          </p:nvSpPr>
          <p:spPr>
            <a:xfrm>
              <a:off x="8633583" y="20183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9" name="pt54969"/>
            <p:cNvSpPr/>
            <p:nvPr/>
          </p:nvSpPr>
          <p:spPr>
            <a:xfrm>
              <a:off x="8500809" y="27007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0" name="pt54970"/>
            <p:cNvSpPr/>
            <p:nvPr/>
          </p:nvSpPr>
          <p:spPr>
            <a:xfrm>
              <a:off x="8961983" y="21783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1" name="pt54971"/>
            <p:cNvSpPr/>
            <p:nvPr/>
          </p:nvSpPr>
          <p:spPr>
            <a:xfrm>
              <a:off x="9256140" y="19748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2" name="pt54972"/>
            <p:cNvSpPr/>
            <p:nvPr/>
          </p:nvSpPr>
          <p:spPr>
            <a:xfrm>
              <a:off x="8588529" y="22913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3" name="pt54973"/>
            <p:cNvSpPr/>
            <p:nvPr/>
          </p:nvSpPr>
          <p:spPr>
            <a:xfrm>
              <a:off x="8932228" y="19749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4" name="pt54974"/>
            <p:cNvSpPr/>
            <p:nvPr/>
          </p:nvSpPr>
          <p:spPr>
            <a:xfrm>
              <a:off x="9068885" y="1854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5" name="pt54975"/>
            <p:cNvSpPr/>
            <p:nvPr/>
          </p:nvSpPr>
          <p:spPr>
            <a:xfrm>
              <a:off x="8588529" y="2330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6" name="pt54976"/>
            <p:cNvSpPr/>
            <p:nvPr/>
          </p:nvSpPr>
          <p:spPr>
            <a:xfrm>
              <a:off x="8570436" y="25571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7" name="pt54977"/>
            <p:cNvSpPr/>
            <p:nvPr/>
          </p:nvSpPr>
          <p:spPr>
            <a:xfrm>
              <a:off x="9388372" y="20701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8" name="pt54978"/>
            <p:cNvSpPr/>
            <p:nvPr/>
          </p:nvSpPr>
          <p:spPr>
            <a:xfrm>
              <a:off x="9004922" y="18892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9" name="pt54979"/>
            <p:cNvSpPr/>
            <p:nvPr/>
          </p:nvSpPr>
          <p:spPr>
            <a:xfrm>
              <a:off x="9466476" y="23459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0" name="pt54980"/>
            <p:cNvSpPr/>
            <p:nvPr/>
          </p:nvSpPr>
          <p:spPr>
            <a:xfrm>
              <a:off x="9528241" y="18035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1" name="pt54981"/>
            <p:cNvSpPr/>
            <p:nvPr/>
          </p:nvSpPr>
          <p:spPr>
            <a:xfrm>
              <a:off x="8469500" y="23601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2" name="pt54982"/>
            <p:cNvSpPr/>
            <p:nvPr/>
          </p:nvSpPr>
          <p:spPr>
            <a:xfrm>
              <a:off x="9003396" y="19199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3" name="pt54983"/>
            <p:cNvSpPr/>
            <p:nvPr/>
          </p:nvSpPr>
          <p:spPr>
            <a:xfrm>
              <a:off x="8527280" y="25385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4" name="pt54984"/>
            <p:cNvSpPr/>
            <p:nvPr/>
          </p:nvSpPr>
          <p:spPr>
            <a:xfrm>
              <a:off x="9077064" y="19590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5" name="pt54985"/>
            <p:cNvSpPr/>
            <p:nvPr/>
          </p:nvSpPr>
          <p:spPr>
            <a:xfrm>
              <a:off x="8633583" y="23029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6" name="pt54986"/>
            <p:cNvSpPr/>
            <p:nvPr/>
          </p:nvSpPr>
          <p:spPr>
            <a:xfrm>
              <a:off x="8570436" y="23688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7" name="pt54987"/>
            <p:cNvSpPr/>
            <p:nvPr/>
          </p:nvSpPr>
          <p:spPr>
            <a:xfrm>
              <a:off x="8679650" y="22742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8" name="pt54988"/>
            <p:cNvSpPr/>
            <p:nvPr/>
          </p:nvSpPr>
          <p:spPr>
            <a:xfrm>
              <a:off x="9581160" y="24422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9" name="pt54989"/>
            <p:cNvSpPr/>
            <p:nvPr/>
          </p:nvSpPr>
          <p:spPr>
            <a:xfrm>
              <a:off x="9230780" y="19294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0" name="pt54990"/>
            <p:cNvSpPr/>
            <p:nvPr/>
          </p:nvSpPr>
          <p:spPr>
            <a:xfrm>
              <a:off x="9283113" y="20126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1" name="pt54991"/>
            <p:cNvSpPr/>
            <p:nvPr/>
          </p:nvSpPr>
          <p:spPr>
            <a:xfrm>
              <a:off x="9068885" y="20050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2" name="pt54992"/>
            <p:cNvSpPr/>
            <p:nvPr/>
          </p:nvSpPr>
          <p:spPr>
            <a:xfrm>
              <a:off x="8469500" y="24324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3" name="pt54993"/>
            <p:cNvSpPr/>
            <p:nvPr/>
          </p:nvSpPr>
          <p:spPr>
            <a:xfrm>
              <a:off x="8864906" y="18269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4" name="pt54994"/>
            <p:cNvSpPr/>
            <p:nvPr/>
          </p:nvSpPr>
          <p:spPr>
            <a:xfrm>
              <a:off x="8658156" y="24600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5" name="pt54995"/>
            <p:cNvSpPr/>
            <p:nvPr/>
          </p:nvSpPr>
          <p:spPr>
            <a:xfrm>
              <a:off x="8956027" y="2168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6" name="pt54996"/>
            <p:cNvSpPr/>
            <p:nvPr/>
          </p:nvSpPr>
          <p:spPr>
            <a:xfrm>
              <a:off x="9123951" y="20461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7" name="pt54997"/>
            <p:cNvSpPr/>
            <p:nvPr/>
          </p:nvSpPr>
          <p:spPr>
            <a:xfrm>
              <a:off x="9077064" y="20517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8" name="pt54998"/>
            <p:cNvSpPr/>
            <p:nvPr/>
          </p:nvSpPr>
          <p:spPr>
            <a:xfrm>
              <a:off x="8941268" y="18671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9" name="pt54999"/>
            <p:cNvSpPr/>
            <p:nvPr/>
          </p:nvSpPr>
          <p:spPr>
            <a:xfrm>
              <a:off x="9218961" y="20958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0" name="pt55000"/>
            <p:cNvSpPr/>
            <p:nvPr/>
          </p:nvSpPr>
          <p:spPr>
            <a:xfrm>
              <a:off x="9584728" y="21185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1" name="pt55001"/>
            <p:cNvSpPr/>
            <p:nvPr/>
          </p:nvSpPr>
          <p:spPr>
            <a:xfrm>
              <a:off x="9116180" y="20406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2" name="pt55002"/>
            <p:cNvSpPr/>
            <p:nvPr/>
          </p:nvSpPr>
          <p:spPr>
            <a:xfrm>
              <a:off x="8830827" y="19980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3" name="pt55003"/>
            <p:cNvSpPr/>
            <p:nvPr/>
          </p:nvSpPr>
          <p:spPr>
            <a:xfrm>
              <a:off x="9642404" y="21176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4" name="pt55004"/>
            <p:cNvSpPr/>
            <p:nvPr/>
          </p:nvSpPr>
          <p:spPr>
            <a:xfrm>
              <a:off x="8907297" y="21425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5" name="pt55005"/>
            <p:cNvSpPr/>
            <p:nvPr/>
          </p:nvSpPr>
          <p:spPr>
            <a:xfrm>
              <a:off x="8817779" y="19882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6" name="pt55006"/>
            <p:cNvSpPr/>
            <p:nvPr/>
          </p:nvSpPr>
          <p:spPr>
            <a:xfrm>
              <a:off x="8973309" y="21732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7" name="pt55007"/>
            <p:cNvSpPr/>
            <p:nvPr/>
          </p:nvSpPr>
          <p:spPr>
            <a:xfrm>
              <a:off x="8431181" y="24298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8" name="pt55008"/>
            <p:cNvSpPr/>
            <p:nvPr/>
          </p:nvSpPr>
          <p:spPr>
            <a:xfrm>
              <a:off x="8715936" y="2250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9" name="pt55009"/>
            <p:cNvSpPr/>
            <p:nvPr/>
          </p:nvSpPr>
          <p:spPr>
            <a:xfrm>
              <a:off x="9340807" y="22185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0" name="pt55010"/>
            <p:cNvSpPr/>
            <p:nvPr/>
          </p:nvSpPr>
          <p:spPr>
            <a:xfrm>
              <a:off x="9471970" y="22987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1" name="pt55011"/>
            <p:cNvSpPr/>
            <p:nvPr/>
          </p:nvSpPr>
          <p:spPr>
            <a:xfrm>
              <a:off x="8842954" y="2217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2" name="pt55012"/>
            <p:cNvSpPr/>
            <p:nvPr/>
          </p:nvSpPr>
          <p:spPr>
            <a:xfrm>
              <a:off x="8588529" y="2247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3" name="pt55013"/>
            <p:cNvSpPr/>
            <p:nvPr/>
          </p:nvSpPr>
          <p:spPr>
            <a:xfrm>
              <a:off x="9186336" y="23356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4" name="pt55014"/>
            <p:cNvSpPr/>
            <p:nvPr/>
          </p:nvSpPr>
          <p:spPr>
            <a:xfrm>
              <a:off x="8431181" y="25078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5" name="pt55015"/>
            <p:cNvSpPr/>
            <p:nvPr/>
          </p:nvSpPr>
          <p:spPr>
            <a:xfrm>
              <a:off x="8669239" y="22652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6" name="pt55016"/>
            <p:cNvSpPr/>
            <p:nvPr/>
          </p:nvSpPr>
          <p:spPr>
            <a:xfrm>
              <a:off x="9434026" y="18243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7" name="pt55017"/>
            <p:cNvSpPr/>
            <p:nvPr/>
          </p:nvSpPr>
          <p:spPr>
            <a:xfrm>
              <a:off x="9652073" y="21884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8" name="pt55018"/>
            <p:cNvSpPr/>
            <p:nvPr/>
          </p:nvSpPr>
          <p:spPr>
            <a:xfrm>
              <a:off x="8707558" y="22972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9" name="pt55019"/>
            <p:cNvSpPr/>
            <p:nvPr/>
          </p:nvSpPr>
          <p:spPr>
            <a:xfrm>
              <a:off x="8658156" y="2368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0" name="pt55020"/>
            <p:cNvSpPr/>
            <p:nvPr/>
          </p:nvSpPr>
          <p:spPr>
            <a:xfrm>
              <a:off x="8312152" y="23347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1" name="pt55021"/>
            <p:cNvSpPr/>
            <p:nvPr/>
          </p:nvSpPr>
          <p:spPr>
            <a:xfrm>
              <a:off x="9522221" y="19681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2" name="pt55022"/>
            <p:cNvSpPr/>
            <p:nvPr/>
          </p:nvSpPr>
          <p:spPr>
            <a:xfrm>
              <a:off x="8826587" y="22407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3" name="pt55023"/>
            <p:cNvSpPr/>
            <p:nvPr/>
          </p:nvSpPr>
          <p:spPr>
            <a:xfrm>
              <a:off x="9098616" y="20456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4" name="pt55024"/>
            <p:cNvSpPr/>
            <p:nvPr/>
          </p:nvSpPr>
          <p:spPr>
            <a:xfrm>
              <a:off x="8745877" y="20803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5" name="pt55025"/>
            <p:cNvSpPr/>
            <p:nvPr/>
          </p:nvSpPr>
          <p:spPr>
            <a:xfrm>
              <a:off x="9874745" y="26790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6" name="pt55026"/>
            <p:cNvSpPr/>
            <p:nvPr/>
          </p:nvSpPr>
          <p:spPr>
            <a:xfrm>
              <a:off x="9054703" y="20742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7" name="pt55027"/>
            <p:cNvSpPr/>
            <p:nvPr/>
          </p:nvSpPr>
          <p:spPr>
            <a:xfrm>
              <a:off x="9405714" y="20369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8" name="pt55028"/>
            <p:cNvSpPr/>
            <p:nvPr/>
          </p:nvSpPr>
          <p:spPr>
            <a:xfrm>
              <a:off x="9077064" y="18847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9" name="pt55029"/>
            <p:cNvSpPr/>
            <p:nvPr/>
          </p:nvSpPr>
          <p:spPr>
            <a:xfrm>
              <a:off x="8604896" y="2212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0" name="pt55030"/>
            <p:cNvSpPr/>
            <p:nvPr/>
          </p:nvSpPr>
          <p:spPr>
            <a:xfrm>
              <a:off x="9187914" y="22730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1" name="pt55031"/>
            <p:cNvSpPr/>
            <p:nvPr/>
          </p:nvSpPr>
          <p:spPr>
            <a:xfrm>
              <a:off x="8745877" y="19837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2" name="pt55032"/>
            <p:cNvSpPr/>
            <p:nvPr/>
          </p:nvSpPr>
          <p:spPr>
            <a:xfrm>
              <a:off x="9097733" y="19340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3" name="pt55033"/>
            <p:cNvSpPr/>
            <p:nvPr/>
          </p:nvSpPr>
          <p:spPr>
            <a:xfrm>
              <a:off x="8500809" y="26571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4" name="pt55034"/>
            <p:cNvSpPr/>
            <p:nvPr/>
          </p:nvSpPr>
          <p:spPr>
            <a:xfrm>
              <a:off x="9474060" y="23628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5" name="pt55035"/>
            <p:cNvSpPr/>
            <p:nvPr/>
          </p:nvSpPr>
          <p:spPr>
            <a:xfrm>
              <a:off x="8527280" y="26568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6" name="pt55036"/>
            <p:cNvSpPr/>
            <p:nvPr/>
          </p:nvSpPr>
          <p:spPr>
            <a:xfrm>
              <a:off x="8707558" y="23442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7" name="pt55037"/>
            <p:cNvSpPr/>
            <p:nvPr/>
          </p:nvSpPr>
          <p:spPr>
            <a:xfrm>
              <a:off x="8679650" y="23576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8" name="pt55038"/>
            <p:cNvSpPr/>
            <p:nvPr/>
          </p:nvSpPr>
          <p:spPr>
            <a:xfrm>
              <a:off x="9898409" y="25247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9" name="pt55039"/>
            <p:cNvSpPr/>
            <p:nvPr/>
          </p:nvSpPr>
          <p:spPr>
            <a:xfrm>
              <a:off x="8932228" y="18923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0" name="pt55040"/>
            <p:cNvSpPr/>
            <p:nvPr/>
          </p:nvSpPr>
          <p:spPr>
            <a:xfrm>
              <a:off x="9035469" y="18319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1" name="pt55041"/>
            <p:cNvSpPr/>
            <p:nvPr/>
          </p:nvSpPr>
          <p:spPr>
            <a:xfrm>
              <a:off x="9186336" y="23075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2" name="pt55042"/>
            <p:cNvSpPr/>
            <p:nvPr/>
          </p:nvSpPr>
          <p:spPr>
            <a:xfrm>
              <a:off x="9425448" y="17926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3" name="pt55043"/>
            <p:cNvSpPr/>
            <p:nvPr/>
          </p:nvSpPr>
          <p:spPr>
            <a:xfrm>
              <a:off x="9538601" y="20442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4" name="pt55044"/>
            <p:cNvSpPr/>
            <p:nvPr/>
          </p:nvSpPr>
          <p:spPr>
            <a:xfrm>
              <a:off x="8570436" y="23701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5" name="pt55045"/>
            <p:cNvSpPr/>
            <p:nvPr/>
          </p:nvSpPr>
          <p:spPr>
            <a:xfrm>
              <a:off x="9457237" y="22639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6" name="pt55046"/>
            <p:cNvSpPr/>
            <p:nvPr/>
          </p:nvSpPr>
          <p:spPr>
            <a:xfrm>
              <a:off x="9237969" y="19730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7" name="pt55047"/>
            <p:cNvSpPr/>
            <p:nvPr/>
          </p:nvSpPr>
          <p:spPr>
            <a:xfrm>
              <a:off x="8920215" y="21928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8" name="pt55048"/>
            <p:cNvSpPr/>
            <p:nvPr/>
          </p:nvSpPr>
          <p:spPr>
            <a:xfrm>
              <a:off x="8822239" y="21706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9" name="pt55049"/>
            <p:cNvSpPr/>
            <p:nvPr/>
          </p:nvSpPr>
          <p:spPr>
            <a:xfrm>
              <a:off x="9528241" y="1940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0" name="pt55050"/>
            <p:cNvSpPr/>
            <p:nvPr/>
          </p:nvSpPr>
          <p:spPr>
            <a:xfrm>
              <a:off x="9037995" y="17458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1" name="pt55051"/>
            <p:cNvSpPr/>
            <p:nvPr/>
          </p:nvSpPr>
          <p:spPr>
            <a:xfrm>
              <a:off x="8312152" y="24485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2" name="pt55052"/>
            <p:cNvSpPr/>
            <p:nvPr/>
          </p:nvSpPr>
          <p:spPr>
            <a:xfrm>
              <a:off x="8658156" y="21548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3" name="pt55053"/>
            <p:cNvSpPr/>
            <p:nvPr/>
          </p:nvSpPr>
          <p:spPr>
            <a:xfrm>
              <a:off x="8312152" y="24091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4" name="pt55054"/>
            <p:cNvSpPr/>
            <p:nvPr/>
          </p:nvSpPr>
          <p:spPr>
            <a:xfrm>
              <a:off x="8868306" y="22418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5" name="pt55055"/>
            <p:cNvSpPr/>
            <p:nvPr/>
          </p:nvSpPr>
          <p:spPr>
            <a:xfrm>
              <a:off x="8633583" y="19833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6" name="pt55056"/>
            <p:cNvSpPr/>
            <p:nvPr/>
          </p:nvSpPr>
          <p:spPr>
            <a:xfrm>
              <a:off x="8679650" y="23404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7" name="pt55057"/>
            <p:cNvSpPr/>
            <p:nvPr/>
          </p:nvSpPr>
          <p:spPr>
            <a:xfrm>
              <a:off x="8890393" y="21891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8" name="pt55058"/>
            <p:cNvSpPr/>
            <p:nvPr/>
          </p:nvSpPr>
          <p:spPr>
            <a:xfrm>
              <a:off x="8969616" y="22731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9" name="pt55059"/>
            <p:cNvSpPr/>
            <p:nvPr/>
          </p:nvSpPr>
          <p:spPr>
            <a:xfrm>
              <a:off x="9978328" y="26732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0" name="pt55060"/>
            <p:cNvSpPr/>
            <p:nvPr/>
          </p:nvSpPr>
          <p:spPr>
            <a:xfrm>
              <a:off x="8469500" y="22298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1" name="pt55061"/>
            <p:cNvSpPr/>
            <p:nvPr/>
          </p:nvSpPr>
          <p:spPr>
            <a:xfrm>
              <a:off x="8965842" y="22814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2" name="pt55062"/>
            <p:cNvSpPr/>
            <p:nvPr/>
          </p:nvSpPr>
          <p:spPr>
            <a:xfrm>
              <a:off x="9102103" y="20036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3" name="pt55063"/>
            <p:cNvSpPr/>
            <p:nvPr/>
          </p:nvSpPr>
          <p:spPr>
            <a:xfrm>
              <a:off x="8619838" y="22491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4" name="pt55064"/>
            <p:cNvSpPr/>
            <p:nvPr/>
          </p:nvSpPr>
          <p:spPr>
            <a:xfrm>
              <a:off x="8842954" y="21669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5" name="pt55065"/>
            <p:cNvSpPr/>
            <p:nvPr/>
          </p:nvSpPr>
          <p:spPr>
            <a:xfrm>
              <a:off x="8723925" y="19929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6" name="pt55066"/>
            <p:cNvSpPr/>
            <p:nvPr/>
          </p:nvSpPr>
          <p:spPr>
            <a:xfrm>
              <a:off x="9756959" y="21731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7" name="pt55067"/>
            <p:cNvSpPr/>
            <p:nvPr/>
          </p:nvSpPr>
          <p:spPr>
            <a:xfrm>
              <a:off x="8312152" y="25324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8" name="pt55068"/>
            <p:cNvSpPr/>
            <p:nvPr/>
          </p:nvSpPr>
          <p:spPr>
            <a:xfrm>
              <a:off x="8945616" y="20175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9" name="pt55069"/>
            <p:cNvSpPr/>
            <p:nvPr/>
          </p:nvSpPr>
          <p:spPr>
            <a:xfrm>
              <a:off x="8881273" y="23766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0" name="pt55070"/>
            <p:cNvSpPr/>
            <p:nvPr/>
          </p:nvSpPr>
          <p:spPr>
            <a:xfrm>
              <a:off x="9142651" y="20456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1" name="pt55071"/>
            <p:cNvSpPr/>
            <p:nvPr/>
          </p:nvSpPr>
          <p:spPr>
            <a:xfrm>
              <a:off x="9022254" y="1705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2" name="pt55072"/>
            <p:cNvSpPr/>
            <p:nvPr/>
          </p:nvSpPr>
          <p:spPr>
            <a:xfrm>
              <a:off x="9732410" y="21990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3" name="pt55073"/>
            <p:cNvSpPr/>
            <p:nvPr/>
          </p:nvSpPr>
          <p:spPr>
            <a:xfrm>
              <a:off x="8312152" y="25694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4" name="pt55074"/>
            <p:cNvSpPr/>
            <p:nvPr/>
          </p:nvSpPr>
          <p:spPr>
            <a:xfrm>
              <a:off x="8850587" y="2137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5" name="pt55075"/>
            <p:cNvSpPr/>
            <p:nvPr/>
          </p:nvSpPr>
          <p:spPr>
            <a:xfrm>
              <a:off x="9048921" y="2033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6" name="pt55076"/>
            <p:cNvSpPr/>
            <p:nvPr/>
          </p:nvSpPr>
          <p:spPr>
            <a:xfrm>
              <a:off x="9230780" y="20953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7" name="pt55077"/>
            <p:cNvSpPr/>
            <p:nvPr/>
          </p:nvSpPr>
          <p:spPr>
            <a:xfrm>
              <a:off x="9050093" y="22279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8" name="pt55078"/>
            <p:cNvSpPr/>
            <p:nvPr/>
          </p:nvSpPr>
          <p:spPr>
            <a:xfrm>
              <a:off x="8901845" y="20247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9" name="pt55079"/>
            <p:cNvSpPr/>
            <p:nvPr/>
          </p:nvSpPr>
          <p:spPr>
            <a:xfrm>
              <a:off x="8707558" y="21228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0" name="pt55080"/>
            <p:cNvSpPr/>
            <p:nvPr/>
          </p:nvSpPr>
          <p:spPr>
            <a:xfrm>
              <a:off x="8759093" y="20643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1" name="pt55081"/>
            <p:cNvSpPr/>
            <p:nvPr/>
          </p:nvSpPr>
          <p:spPr>
            <a:xfrm>
              <a:off x="9074042" y="20107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2" name="pt55082"/>
            <p:cNvSpPr/>
            <p:nvPr/>
          </p:nvSpPr>
          <p:spPr>
            <a:xfrm>
              <a:off x="8658156" y="23031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3" name="pt55083"/>
            <p:cNvSpPr/>
            <p:nvPr/>
          </p:nvSpPr>
          <p:spPr>
            <a:xfrm>
              <a:off x="8500809" y="26650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4" name="pt55084"/>
            <p:cNvSpPr/>
            <p:nvPr/>
          </p:nvSpPr>
          <p:spPr>
            <a:xfrm>
              <a:off x="9352440" y="21050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5" name="pt55085"/>
            <p:cNvSpPr/>
            <p:nvPr/>
          </p:nvSpPr>
          <p:spPr>
            <a:xfrm>
              <a:off x="8842954" y="20321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6" name="pt55086"/>
            <p:cNvSpPr/>
            <p:nvPr/>
          </p:nvSpPr>
          <p:spPr>
            <a:xfrm>
              <a:off x="8619838" y="22629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7" name="pt55087"/>
            <p:cNvSpPr/>
            <p:nvPr/>
          </p:nvSpPr>
          <p:spPr>
            <a:xfrm>
              <a:off x="8431181" y="23824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8" name="pt55088"/>
            <p:cNvSpPr/>
            <p:nvPr/>
          </p:nvSpPr>
          <p:spPr>
            <a:xfrm>
              <a:off x="8834965" y="21525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9" name="pt55089"/>
            <p:cNvSpPr/>
            <p:nvPr/>
          </p:nvSpPr>
          <p:spPr>
            <a:xfrm>
              <a:off x="8381780" y="23201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0" name="pt55090"/>
            <p:cNvSpPr/>
            <p:nvPr/>
          </p:nvSpPr>
          <p:spPr>
            <a:xfrm>
              <a:off x="8550210" y="24757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1" name="pt55091"/>
            <p:cNvSpPr/>
            <p:nvPr/>
          </p:nvSpPr>
          <p:spPr>
            <a:xfrm>
              <a:off x="8312152" y="24420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2" name="pt55092"/>
            <p:cNvSpPr/>
            <p:nvPr/>
          </p:nvSpPr>
          <p:spPr>
            <a:xfrm>
              <a:off x="8731558" y="23294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3" name="pt55093"/>
            <p:cNvSpPr/>
            <p:nvPr/>
          </p:nvSpPr>
          <p:spPr>
            <a:xfrm>
              <a:off x="9111342" y="21049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4" name="pt55094"/>
            <p:cNvSpPr/>
            <p:nvPr/>
          </p:nvSpPr>
          <p:spPr>
            <a:xfrm>
              <a:off x="8752612" y="23405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5" name="pt55095"/>
            <p:cNvSpPr/>
            <p:nvPr/>
          </p:nvSpPr>
          <p:spPr>
            <a:xfrm>
              <a:off x="8312152" y="24059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6" name="pt55096"/>
            <p:cNvSpPr/>
            <p:nvPr/>
          </p:nvSpPr>
          <p:spPr>
            <a:xfrm>
              <a:off x="9169122" y="1948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7" name="pt55097"/>
            <p:cNvSpPr/>
            <p:nvPr/>
          </p:nvSpPr>
          <p:spPr>
            <a:xfrm>
              <a:off x="9537100" y="20911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8" name="pt55098"/>
            <p:cNvSpPr/>
            <p:nvPr/>
          </p:nvSpPr>
          <p:spPr>
            <a:xfrm>
              <a:off x="8817779" y="21468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9" name="pt55099"/>
            <p:cNvSpPr/>
            <p:nvPr/>
          </p:nvSpPr>
          <p:spPr>
            <a:xfrm>
              <a:off x="8646309" y="25513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0" name="pt55100"/>
            <p:cNvSpPr/>
            <p:nvPr/>
          </p:nvSpPr>
          <p:spPr>
            <a:xfrm>
              <a:off x="8588529" y="20694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1" name="pt55101"/>
            <p:cNvSpPr/>
            <p:nvPr/>
          </p:nvSpPr>
          <p:spPr>
            <a:xfrm>
              <a:off x="8431181" y="24984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2" name="pt55102"/>
            <p:cNvSpPr/>
            <p:nvPr/>
          </p:nvSpPr>
          <p:spPr>
            <a:xfrm>
              <a:off x="8798679" y="23609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3" name="pt55103"/>
            <p:cNvSpPr/>
            <p:nvPr/>
          </p:nvSpPr>
          <p:spPr>
            <a:xfrm>
              <a:off x="9091423" y="17027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4" name="pt55104"/>
            <p:cNvSpPr/>
            <p:nvPr/>
          </p:nvSpPr>
          <p:spPr>
            <a:xfrm>
              <a:off x="8941268" y="19597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5" name="pt55105"/>
            <p:cNvSpPr/>
            <p:nvPr/>
          </p:nvSpPr>
          <p:spPr>
            <a:xfrm>
              <a:off x="9231999" y="19260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6" name="pt55106"/>
            <p:cNvSpPr/>
            <p:nvPr/>
          </p:nvSpPr>
          <p:spPr>
            <a:xfrm>
              <a:off x="8771364" y="22844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7" name="pt55107"/>
            <p:cNvSpPr/>
            <p:nvPr/>
          </p:nvSpPr>
          <p:spPr>
            <a:xfrm>
              <a:off x="9606545" y="24861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8" name="pt55108"/>
            <p:cNvSpPr/>
            <p:nvPr/>
          </p:nvSpPr>
          <p:spPr>
            <a:xfrm>
              <a:off x="9206269" y="17223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9" name="pt55109"/>
            <p:cNvSpPr/>
            <p:nvPr/>
          </p:nvSpPr>
          <p:spPr>
            <a:xfrm>
              <a:off x="8469500" y="22078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0" name="pt55110"/>
            <p:cNvSpPr/>
            <p:nvPr/>
          </p:nvSpPr>
          <p:spPr>
            <a:xfrm>
              <a:off x="8381780" y="23039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1" name="pt55111"/>
            <p:cNvSpPr/>
            <p:nvPr/>
          </p:nvSpPr>
          <p:spPr>
            <a:xfrm>
              <a:off x="9104672" y="20056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2" name="pt55112"/>
            <p:cNvSpPr/>
            <p:nvPr/>
          </p:nvSpPr>
          <p:spPr>
            <a:xfrm>
              <a:off x="8500809" y="26994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3" name="pt55113"/>
            <p:cNvSpPr/>
            <p:nvPr/>
          </p:nvSpPr>
          <p:spPr>
            <a:xfrm>
              <a:off x="9486369" y="24439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4" name="pt55114"/>
            <p:cNvSpPr/>
            <p:nvPr/>
          </p:nvSpPr>
          <p:spPr>
            <a:xfrm>
              <a:off x="9425448" y="17670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5" name="pt55115"/>
            <p:cNvSpPr/>
            <p:nvPr/>
          </p:nvSpPr>
          <p:spPr>
            <a:xfrm>
              <a:off x="9350622" y="21731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6" name="pt55116"/>
            <p:cNvSpPr/>
            <p:nvPr/>
          </p:nvSpPr>
          <p:spPr>
            <a:xfrm>
              <a:off x="8604896" y="22960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7" name="pt55117"/>
            <p:cNvSpPr/>
            <p:nvPr/>
          </p:nvSpPr>
          <p:spPr>
            <a:xfrm>
              <a:off x="8842954" y="21227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8" name="pt55118"/>
            <p:cNvSpPr/>
            <p:nvPr/>
          </p:nvSpPr>
          <p:spPr>
            <a:xfrm>
              <a:off x="9222422" y="20027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9" name="pt55119"/>
            <p:cNvSpPr/>
            <p:nvPr/>
          </p:nvSpPr>
          <p:spPr>
            <a:xfrm>
              <a:off x="8550210" y="26630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0" name="pt55120"/>
            <p:cNvSpPr/>
            <p:nvPr/>
          </p:nvSpPr>
          <p:spPr>
            <a:xfrm>
              <a:off x="8381780" y="23247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1" name="pt55121"/>
            <p:cNvSpPr/>
            <p:nvPr/>
          </p:nvSpPr>
          <p:spPr>
            <a:xfrm>
              <a:off x="8619838" y="22893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2" name="pt55122"/>
            <p:cNvSpPr/>
            <p:nvPr/>
          </p:nvSpPr>
          <p:spPr>
            <a:xfrm>
              <a:off x="9007935" y="18682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3" name="pt55123"/>
            <p:cNvSpPr/>
            <p:nvPr/>
          </p:nvSpPr>
          <p:spPr>
            <a:xfrm>
              <a:off x="9507319" y="2200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4" name="pt55124"/>
            <p:cNvSpPr/>
            <p:nvPr/>
          </p:nvSpPr>
          <p:spPr>
            <a:xfrm>
              <a:off x="9237969" y="19138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5" name="pt55125"/>
            <p:cNvSpPr/>
            <p:nvPr/>
          </p:nvSpPr>
          <p:spPr>
            <a:xfrm>
              <a:off x="9126216" y="2094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6" name="pt55126"/>
            <p:cNvSpPr/>
            <p:nvPr/>
          </p:nvSpPr>
          <p:spPr>
            <a:xfrm>
              <a:off x="8980466" y="19746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7" name="pt55127"/>
            <p:cNvSpPr/>
            <p:nvPr/>
          </p:nvSpPr>
          <p:spPr>
            <a:xfrm>
              <a:off x="8604896" y="24101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8" name="pt55128"/>
            <p:cNvSpPr/>
            <p:nvPr/>
          </p:nvSpPr>
          <p:spPr>
            <a:xfrm>
              <a:off x="8381780" y="21057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9" name="pt55129"/>
            <p:cNvSpPr/>
            <p:nvPr/>
          </p:nvSpPr>
          <p:spPr>
            <a:xfrm>
              <a:off x="8842954" y="21635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0" name="pt55130"/>
            <p:cNvSpPr/>
            <p:nvPr/>
          </p:nvSpPr>
          <p:spPr>
            <a:xfrm>
              <a:off x="8723925" y="21374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1" name="pt55131"/>
            <p:cNvSpPr/>
            <p:nvPr/>
          </p:nvSpPr>
          <p:spPr>
            <a:xfrm>
              <a:off x="8646309" y="24624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2" name="pt55132"/>
            <p:cNvSpPr/>
            <p:nvPr/>
          </p:nvSpPr>
          <p:spPr>
            <a:xfrm>
              <a:off x="8963923" y="22750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3" name="pt55133"/>
            <p:cNvSpPr/>
            <p:nvPr/>
          </p:nvSpPr>
          <p:spPr>
            <a:xfrm>
              <a:off x="8500809" y="26959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4" name="pt55134"/>
            <p:cNvSpPr/>
            <p:nvPr/>
          </p:nvSpPr>
          <p:spPr>
            <a:xfrm>
              <a:off x="9207674" y="17625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5" name="pt55135"/>
            <p:cNvSpPr/>
            <p:nvPr/>
          </p:nvSpPr>
          <p:spPr>
            <a:xfrm>
              <a:off x="8932228" y="19777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6" name="pt55136"/>
            <p:cNvSpPr/>
            <p:nvPr/>
          </p:nvSpPr>
          <p:spPr>
            <a:xfrm>
              <a:off x="8723925" y="21385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7" name="pt55137"/>
            <p:cNvSpPr/>
            <p:nvPr/>
          </p:nvSpPr>
          <p:spPr>
            <a:xfrm>
              <a:off x="8899053" y="2161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8" name="pt55138"/>
            <p:cNvSpPr/>
            <p:nvPr/>
          </p:nvSpPr>
          <p:spPr>
            <a:xfrm>
              <a:off x="8830827" y="20178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9" name="pt55139"/>
            <p:cNvSpPr/>
            <p:nvPr/>
          </p:nvSpPr>
          <p:spPr>
            <a:xfrm>
              <a:off x="9116180" y="20960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0" name="pt55140"/>
            <p:cNvSpPr/>
            <p:nvPr/>
          </p:nvSpPr>
          <p:spPr>
            <a:xfrm>
              <a:off x="9636399" y="21588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1" name="pt55141"/>
            <p:cNvSpPr/>
            <p:nvPr/>
          </p:nvSpPr>
          <p:spPr>
            <a:xfrm>
              <a:off x="9116180" y="20666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2" name="pt55142"/>
            <p:cNvSpPr/>
            <p:nvPr/>
          </p:nvSpPr>
          <p:spPr>
            <a:xfrm>
              <a:off x="8846813" y="19391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3" name="pt55143"/>
            <p:cNvSpPr/>
            <p:nvPr/>
          </p:nvSpPr>
          <p:spPr>
            <a:xfrm>
              <a:off x="8550210" y="23276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4" name="pt55144"/>
            <p:cNvSpPr/>
            <p:nvPr/>
          </p:nvSpPr>
          <p:spPr>
            <a:xfrm>
              <a:off x="9898409" y="2896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5" name="pt55145"/>
            <p:cNvSpPr/>
            <p:nvPr/>
          </p:nvSpPr>
          <p:spPr>
            <a:xfrm>
              <a:off x="9517293" y="20121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6" name="pt55146"/>
            <p:cNvSpPr/>
            <p:nvPr/>
          </p:nvSpPr>
          <p:spPr>
            <a:xfrm>
              <a:off x="9108871" y="21892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7" name="pt55147"/>
            <p:cNvSpPr/>
            <p:nvPr/>
          </p:nvSpPr>
          <p:spPr>
            <a:xfrm>
              <a:off x="8965842" y="22199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8" name="pt55148"/>
            <p:cNvSpPr/>
            <p:nvPr/>
          </p:nvSpPr>
          <p:spPr>
            <a:xfrm>
              <a:off x="8798679" y="22434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9" name="pt55149"/>
            <p:cNvSpPr/>
            <p:nvPr/>
          </p:nvSpPr>
          <p:spPr>
            <a:xfrm>
              <a:off x="9252225" y="20470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0" name="pt55150"/>
            <p:cNvSpPr/>
            <p:nvPr/>
          </p:nvSpPr>
          <p:spPr>
            <a:xfrm>
              <a:off x="8658156" y="22929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1" name="pt55151"/>
            <p:cNvSpPr/>
            <p:nvPr/>
          </p:nvSpPr>
          <p:spPr>
            <a:xfrm>
              <a:off x="8550210" y="25465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2" name="pt55152"/>
            <p:cNvSpPr/>
            <p:nvPr/>
          </p:nvSpPr>
          <p:spPr>
            <a:xfrm>
              <a:off x="9037995" y="17728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3" name="pt55153"/>
            <p:cNvSpPr/>
            <p:nvPr/>
          </p:nvSpPr>
          <p:spPr>
            <a:xfrm>
              <a:off x="8813199" y="21702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4" name="pt55154"/>
            <p:cNvSpPr/>
            <p:nvPr/>
          </p:nvSpPr>
          <p:spPr>
            <a:xfrm>
              <a:off x="9147356" y="20392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5" name="pt55155"/>
            <p:cNvSpPr/>
            <p:nvPr/>
          </p:nvSpPr>
          <p:spPr>
            <a:xfrm>
              <a:off x="8633583" y="2170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6" name="pt55156"/>
            <p:cNvSpPr/>
            <p:nvPr/>
          </p:nvSpPr>
          <p:spPr>
            <a:xfrm>
              <a:off x="8782816" y="20998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7" name="pt55157"/>
            <p:cNvSpPr/>
            <p:nvPr/>
          </p:nvSpPr>
          <p:spPr>
            <a:xfrm>
              <a:off x="9142651" y="21559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8" name="pt55158"/>
            <p:cNvSpPr/>
            <p:nvPr/>
          </p:nvSpPr>
          <p:spPr>
            <a:xfrm>
              <a:off x="8500809" y="23990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9" name="pt55159"/>
            <p:cNvSpPr/>
            <p:nvPr/>
          </p:nvSpPr>
          <p:spPr>
            <a:xfrm>
              <a:off x="9340807" y="20498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0" name="pt55160"/>
            <p:cNvSpPr/>
            <p:nvPr/>
          </p:nvSpPr>
          <p:spPr>
            <a:xfrm>
              <a:off x="8431181" y="2568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1" name="pt55161"/>
            <p:cNvSpPr/>
            <p:nvPr/>
          </p:nvSpPr>
          <p:spPr>
            <a:xfrm>
              <a:off x="9035469" y="18025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2" name="pt55162"/>
            <p:cNvSpPr/>
            <p:nvPr/>
          </p:nvSpPr>
          <p:spPr>
            <a:xfrm>
              <a:off x="8980466" y="19572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3" name="pt55163"/>
            <p:cNvSpPr/>
            <p:nvPr/>
          </p:nvSpPr>
          <p:spPr>
            <a:xfrm>
              <a:off x="8961983" y="21677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4" name="pt55164"/>
            <p:cNvSpPr/>
            <p:nvPr/>
          </p:nvSpPr>
          <p:spPr>
            <a:xfrm>
              <a:off x="8771364" y="22238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5" name="pt55165"/>
            <p:cNvSpPr/>
            <p:nvPr/>
          </p:nvSpPr>
          <p:spPr>
            <a:xfrm>
              <a:off x="9471970" y="23293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6" name="pt55166"/>
            <p:cNvSpPr/>
            <p:nvPr/>
          </p:nvSpPr>
          <p:spPr>
            <a:xfrm>
              <a:off x="8658156" y="2299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7" name="pt55167"/>
            <p:cNvSpPr/>
            <p:nvPr/>
          </p:nvSpPr>
          <p:spPr>
            <a:xfrm>
              <a:off x="8793552" y="23353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8" name="pt55168"/>
            <p:cNvSpPr/>
            <p:nvPr/>
          </p:nvSpPr>
          <p:spPr>
            <a:xfrm>
              <a:off x="9242219" y="20481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9" name="pt55169"/>
            <p:cNvSpPr/>
            <p:nvPr/>
          </p:nvSpPr>
          <p:spPr>
            <a:xfrm>
              <a:off x="8901845" y="2117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0" name="pt55170"/>
            <p:cNvSpPr/>
            <p:nvPr/>
          </p:nvSpPr>
          <p:spPr>
            <a:xfrm>
              <a:off x="8550210" y="25562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1" name="pt55171"/>
            <p:cNvSpPr/>
            <p:nvPr/>
          </p:nvSpPr>
          <p:spPr>
            <a:xfrm>
              <a:off x="9324827" y="21344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2" name="pt55172"/>
            <p:cNvSpPr/>
            <p:nvPr/>
          </p:nvSpPr>
          <p:spPr>
            <a:xfrm>
              <a:off x="8861436" y="19503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3" name="pt55173"/>
            <p:cNvSpPr/>
            <p:nvPr/>
          </p:nvSpPr>
          <p:spPr>
            <a:xfrm>
              <a:off x="8588529" y="23371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4" name="pt55174"/>
            <p:cNvSpPr/>
            <p:nvPr/>
          </p:nvSpPr>
          <p:spPr>
            <a:xfrm>
              <a:off x="9123951" y="20393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5" name="pt55175"/>
            <p:cNvSpPr/>
            <p:nvPr/>
          </p:nvSpPr>
          <p:spPr>
            <a:xfrm>
              <a:off x="9037995" y="17332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6" name="pt55176"/>
            <p:cNvSpPr/>
            <p:nvPr/>
          </p:nvSpPr>
          <p:spPr>
            <a:xfrm>
              <a:off x="9073023" y="19320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7" name="pt55177"/>
            <p:cNvSpPr/>
            <p:nvPr/>
          </p:nvSpPr>
          <p:spPr>
            <a:xfrm>
              <a:off x="9010896" y="17697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8" name="pt55178"/>
            <p:cNvSpPr/>
            <p:nvPr/>
          </p:nvSpPr>
          <p:spPr>
            <a:xfrm>
              <a:off x="8619838" y="21904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9" name="pt55179"/>
            <p:cNvSpPr/>
            <p:nvPr/>
          </p:nvSpPr>
          <p:spPr>
            <a:xfrm>
              <a:off x="9139903" y="20172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0" name="pt55180"/>
            <p:cNvSpPr/>
            <p:nvPr/>
          </p:nvSpPr>
          <p:spPr>
            <a:xfrm>
              <a:off x="9352440" y="20701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1" name="pt55181"/>
            <p:cNvSpPr/>
            <p:nvPr/>
          </p:nvSpPr>
          <p:spPr>
            <a:xfrm>
              <a:off x="9425448" y="19032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2" name="pt55182"/>
            <p:cNvSpPr/>
            <p:nvPr/>
          </p:nvSpPr>
          <p:spPr>
            <a:xfrm>
              <a:off x="9715521" y="2487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3" name="pt55183"/>
            <p:cNvSpPr/>
            <p:nvPr/>
          </p:nvSpPr>
          <p:spPr>
            <a:xfrm>
              <a:off x="9413347" y="19970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4" name="pt55184"/>
            <p:cNvSpPr/>
            <p:nvPr/>
          </p:nvSpPr>
          <p:spPr>
            <a:xfrm>
              <a:off x="9546889" y="20665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5" name="pt55185"/>
            <p:cNvSpPr/>
            <p:nvPr/>
          </p:nvSpPr>
          <p:spPr>
            <a:xfrm>
              <a:off x="8893328" y="19467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6" name="pt55186"/>
            <p:cNvSpPr/>
            <p:nvPr/>
          </p:nvSpPr>
          <p:spPr>
            <a:xfrm>
              <a:off x="8619838" y="24006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7" name="pt55187"/>
            <p:cNvSpPr/>
            <p:nvPr/>
          </p:nvSpPr>
          <p:spPr>
            <a:xfrm>
              <a:off x="8431181" y="24010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8" name="pt55188"/>
            <p:cNvSpPr/>
            <p:nvPr/>
          </p:nvSpPr>
          <p:spPr>
            <a:xfrm>
              <a:off x="8939053" y="18258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9" name="pt55189"/>
            <p:cNvSpPr/>
            <p:nvPr/>
          </p:nvSpPr>
          <p:spPr>
            <a:xfrm>
              <a:off x="9196093" y="22865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0" name="pt55190"/>
            <p:cNvSpPr/>
            <p:nvPr/>
          </p:nvSpPr>
          <p:spPr>
            <a:xfrm>
              <a:off x="8738867" y="2184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1" name="pt55191"/>
            <p:cNvSpPr/>
            <p:nvPr/>
          </p:nvSpPr>
          <p:spPr>
            <a:xfrm>
              <a:off x="8782816" y="22293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2" name="pt55192"/>
            <p:cNvSpPr/>
            <p:nvPr/>
          </p:nvSpPr>
          <p:spPr>
            <a:xfrm>
              <a:off x="8527280" y="27819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3" name="pt55193"/>
            <p:cNvSpPr/>
            <p:nvPr/>
          </p:nvSpPr>
          <p:spPr>
            <a:xfrm>
              <a:off x="8633583" y="20841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4" name="pt55194"/>
            <p:cNvSpPr/>
            <p:nvPr/>
          </p:nvSpPr>
          <p:spPr>
            <a:xfrm>
              <a:off x="9546889" y="20951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5" name="pt55195"/>
            <p:cNvSpPr/>
            <p:nvPr/>
          </p:nvSpPr>
          <p:spPr>
            <a:xfrm>
              <a:off x="8707558" y="21975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6" name="pt55196"/>
            <p:cNvSpPr/>
            <p:nvPr/>
          </p:nvSpPr>
          <p:spPr>
            <a:xfrm>
              <a:off x="9680997" y="23237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7" name="pt55197"/>
            <p:cNvSpPr/>
            <p:nvPr/>
          </p:nvSpPr>
          <p:spPr>
            <a:xfrm>
              <a:off x="9111342" y="20548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8" name="pt55198"/>
            <p:cNvSpPr/>
            <p:nvPr/>
          </p:nvSpPr>
          <p:spPr>
            <a:xfrm>
              <a:off x="8570436" y="24490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9" name="pt55199"/>
            <p:cNvSpPr/>
            <p:nvPr/>
          </p:nvSpPr>
          <p:spPr>
            <a:xfrm>
              <a:off x="8989011" y="20152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0" name="pt55200"/>
            <p:cNvSpPr/>
            <p:nvPr/>
          </p:nvSpPr>
          <p:spPr>
            <a:xfrm>
              <a:off x="8633583" y="21119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1" name="pt55201"/>
            <p:cNvSpPr/>
            <p:nvPr/>
          </p:nvSpPr>
          <p:spPr>
            <a:xfrm>
              <a:off x="9185276" y="22422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2" name="pt55202"/>
            <p:cNvSpPr/>
            <p:nvPr/>
          </p:nvSpPr>
          <p:spPr>
            <a:xfrm>
              <a:off x="8752612" y="22804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3" name="pt55203"/>
            <p:cNvSpPr/>
            <p:nvPr/>
          </p:nvSpPr>
          <p:spPr>
            <a:xfrm>
              <a:off x="8469500" y="24276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4" name="pt55204"/>
            <p:cNvSpPr/>
            <p:nvPr/>
          </p:nvSpPr>
          <p:spPr>
            <a:xfrm>
              <a:off x="8312152" y="24009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5" name="pt55205"/>
            <p:cNvSpPr/>
            <p:nvPr/>
          </p:nvSpPr>
          <p:spPr>
            <a:xfrm>
              <a:off x="8500809" y="26666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6" name="pt55206"/>
            <p:cNvSpPr/>
            <p:nvPr/>
          </p:nvSpPr>
          <p:spPr>
            <a:xfrm>
              <a:off x="9027663" y="18998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7" name="pt55207"/>
            <p:cNvSpPr/>
            <p:nvPr/>
          </p:nvSpPr>
          <p:spPr>
            <a:xfrm>
              <a:off x="8312152" y="25843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8" name="pt55208"/>
            <p:cNvSpPr/>
            <p:nvPr/>
          </p:nvSpPr>
          <p:spPr>
            <a:xfrm>
              <a:off x="8971473" y="22415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9" name="pt55209"/>
            <p:cNvSpPr/>
            <p:nvPr/>
          </p:nvSpPr>
          <p:spPr>
            <a:xfrm>
              <a:off x="8759093" y="21080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0" name="pt55210"/>
            <p:cNvSpPr/>
            <p:nvPr/>
          </p:nvSpPr>
          <p:spPr>
            <a:xfrm>
              <a:off x="9010896" y="17459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1" name="pt55211"/>
            <p:cNvSpPr/>
            <p:nvPr/>
          </p:nvSpPr>
          <p:spPr>
            <a:xfrm>
              <a:off x="8588529" y="21864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2" name="pt55212"/>
            <p:cNvSpPr/>
            <p:nvPr/>
          </p:nvSpPr>
          <p:spPr>
            <a:xfrm>
              <a:off x="8381780" y="24031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3" name="pt55213"/>
            <p:cNvSpPr/>
            <p:nvPr/>
          </p:nvSpPr>
          <p:spPr>
            <a:xfrm>
              <a:off x="8550210" y="25621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4" name="pt55214"/>
            <p:cNvSpPr/>
            <p:nvPr/>
          </p:nvSpPr>
          <p:spPr>
            <a:xfrm>
              <a:off x="8312152" y="24577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5" name="pt55215"/>
            <p:cNvSpPr/>
            <p:nvPr/>
          </p:nvSpPr>
          <p:spPr>
            <a:xfrm>
              <a:off x="8932228" y="19283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6" name="pt55216"/>
            <p:cNvSpPr/>
            <p:nvPr/>
          </p:nvSpPr>
          <p:spPr>
            <a:xfrm>
              <a:off x="8945616" y="20983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7" name="pt55217"/>
            <p:cNvSpPr/>
            <p:nvPr/>
          </p:nvSpPr>
          <p:spPr>
            <a:xfrm>
              <a:off x="8469500" y="24639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8" name="pt55218"/>
            <p:cNvSpPr/>
            <p:nvPr/>
          </p:nvSpPr>
          <p:spPr>
            <a:xfrm>
              <a:off x="9104672" y="20269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9" name="pt55219"/>
            <p:cNvSpPr/>
            <p:nvPr/>
          </p:nvSpPr>
          <p:spPr>
            <a:xfrm>
              <a:off x="9324827" y="22269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0" name="pt55220"/>
            <p:cNvSpPr/>
            <p:nvPr/>
          </p:nvSpPr>
          <p:spPr>
            <a:xfrm>
              <a:off x="8934533" y="19356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1" name="pt55221"/>
            <p:cNvSpPr/>
            <p:nvPr/>
          </p:nvSpPr>
          <p:spPr>
            <a:xfrm>
              <a:off x="8550210" y="25746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2" name="pt55222"/>
            <p:cNvSpPr/>
            <p:nvPr/>
          </p:nvSpPr>
          <p:spPr>
            <a:xfrm>
              <a:off x="9518367" y="21380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3" name="pt55223"/>
            <p:cNvSpPr/>
            <p:nvPr/>
          </p:nvSpPr>
          <p:spPr>
            <a:xfrm>
              <a:off x="8723925" y="21943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4" name="pt55224"/>
            <p:cNvSpPr/>
            <p:nvPr/>
          </p:nvSpPr>
          <p:spPr>
            <a:xfrm>
              <a:off x="9001856" y="20350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5" name="pt55225"/>
            <p:cNvSpPr/>
            <p:nvPr/>
          </p:nvSpPr>
          <p:spPr>
            <a:xfrm>
              <a:off x="8850587" y="20465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6" name="pt55226"/>
            <p:cNvSpPr/>
            <p:nvPr/>
          </p:nvSpPr>
          <p:spPr>
            <a:xfrm>
              <a:off x="8961983" y="22554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7" name="pt55227"/>
            <p:cNvSpPr/>
            <p:nvPr/>
          </p:nvSpPr>
          <p:spPr>
            <a:xfrm>
              <a:off x="9591848" y="24096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8" name="pt55228"/>
            <p:cNvSpPr/>
            <p:nvPr/>
          </p:nvSpPr>
          <p:spPr>
            <a:xfrm>
              <a:off x="8932228" y="19264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9" name="pt55229"/>
            <p:cNvSpPr/>
            <p:nvPr/>
          </p:nvSpPr>
          <p:spPr>
            <a:xfrm>
              <a:off x="9058082" y="20334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0" name="pt55230"/>
            <p:cNvSpPr/>
            <p:nvPr/>
          </p:nvSpPr>
          <p:spPr>
            <a:xfrm>
              <a:off x="8868306" y="23354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1" name="pt55231"/>
            <p:cNvSpPr/>
            <p:nvPr/>
          </p:nvSpPr>
          <p:spPr>
            <a:xfrm>
              <a:off x="8813199" y="20200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2" name="pt55232"/>
            <p:cNvSpPr/>
            <p:nvPr/>
          </p:nvSpPr>
          <p:spPr>
            <a:xfrm>
              <a:off x="8752612" y="23393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3" name="pt55233"/>
            <p:cNvSpPr/>
            <p:nvPr/>
          </p:nvSpPr>
          <p:spPr>
            <a:xfrm>
              <a:off x="9208605" y="19491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4" name="pt55234"/>
            <p:cNvSpPr/>
            <p:nvPr/>
          </p:nvSpPr>
          <p:spPr>
            <a:xfrm>
              <a:off x="8550210" y="25348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5" name="pt55235"/>
            <p:cNvSpPr/>
            <p:nvPr/>
          </p:nvSpPr>
          <p:spPr>
            <a:xfrm>
              <a:off x="8500809" y="25260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6" name="pt55236"/>
            <p:cNvSpPr/>
            <p:nvPr/>
          </p:nvSpPr>
          <p:spPr>
            <a:xfrm>
              <a:off x="9319557" y="22571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7" name="pt55237"/>
            <p:cNvSpPr/>
            <p:nvPr/>
          </p:nvSpPr>
          <p:spPr>
            <a:xfrm>
              <a:off x="8846813" y="20720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8" name="pt55238"/>
            <p:cNvSpPr/>
            <p:nvPr/>
          </p:nvSpPr>
          <p:spPr>
            <a:xfrm>
              <a:off x="8550210" y="24788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9" name="pt55239"/>
            <p:cNvSpPr/>
            <p:nvPr/>
          </p:nvSpPr>
          <p:spPr>
            <a:xfrm>
              <a:off x="9124709" y="20791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0" name="pt55240"/>
            <p:cNvSpPr/>
            <p:nvPr/>
          </p:nvSpPr>
          <p:spPr>
            <a:xfrm>
              <a:off x="9044150" y="18151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1" name="pt55241"/>
            <p:cNvSpPr/>
            <p:nvPr/>
          </p:nvSpPr>
          <p:spPr>
            <a:xfrm>
              <a:off x="9324827" y="20943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2" name="pt55242"/>
            <p:cNvSpPr/>
            <p:nvPr/>
          </p:nvSpPr>
          <p:spPr>
            <a:xfrm>
              <a:off x="8842954" y="21879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3" name="pt55243"/>
            <p:cNvSpPr/>
            <p:nvPr/>
          </p:nvSpPr>
          <p:spPr>
            <a:xfrm>
              <a:off x="9185276" y="22583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4" name="pt55244"/>
            <p:cNvSpPr/>
            <p:nvPr/>
          </p:nvSpPr>
          <p:spPr>
            <a:xfrm>
              <a:off x="9135698" y="1993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5" name="pt55245"/>
            <p:cNvSpPr/>
            <p:nvPr/>
          </p:nvSpPr>
          <p:spPr>
            <a:xfrm>
              <a:off x="9421732" y="18096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6" name="pt55246"/>
            <p:cNvSpPr/>
            <p:nvPr/>
          </p:nvSpPr>
          <p:spPr>
            <a:xfrm>
              <a:off x="8469500" y="23916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7" name="pt55247"/>
            <p:cNvSpPr/>
            <p:nvPr/>
          </p:nvSpPr>
          <p:spPr>
            <a:xfrm>
              <a:off x="8312152" y="25286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8" name="pt55248"/>
            <p:cNvSpPr/>
            <p:nvPr/>
          </p:nvSpPr>
          <p:spPr>
            <a:xfrm>
              <a:off x="8982209" y="20568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9" name="pt55249"/>
            <p:cNvSpPr/>
            <p:nvPr/>
          </p:nvSpPr>
          <p:spPr>
            <a:xfrm>
              <a:off x="9316366" y="22017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0" name="pt55250"/>
            <p:cNvSpPr/>
            <p:nvPr/>
          </p:nvSpPr>
          <p:spPr>
            <a:xfrm>
              <a:off x="8976925" y="22768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1" name="pt55251"/>
            <p:cNvSpPr/>
            <p:nvPr/>
          </p:nvSpPr>
          <p:spPr>
            <a:xfrm>
              <a:off x="8381780" y="23649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2" name="pt55252"/>
            <p:cNvSpPr/>
            <p:nvPr/>
          </p:nvSpPr>
          <p:spPr>
            <a:xfrm>
              <a:off x="8500809" y="2673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3" name="pt55253"/>
            <p:cNvSpPr/>
            <p:nvPr/>
          </p:nvSpPr>
          <p:spPr>
            <a:xfrm>
              <a:off x="8884367" y="20219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4" name="pt55254"/>
            <p:cNvSpPr/>
            <p:nvPr/>
          </p:nvSpPr>
          <p:spPr>
            <a:xfrm>
              <a:off x="8633583" y="20596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5" name="pt55255"/>
            <p:cNvSpPr/>
            <p:nvPr/>
          </p:nvSpPr>
          <p:spPr>
            <a:xfrm>
              <a:off x="8312152" y="23693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6" name="pt55256"/>
            <p:cNvSpPr/>
            <p:nvPr/>
          </p:nvSpPr>
          <p:spPr>
            <a:xfrm>
              <a:off x="8431181" y="23949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7" name="pt55257"/>
            <p:cNvSpPr/>
            <p:nvPr/>
          </p:nvSpPr>
          <p:spPr>
            <a:xfrm>
              <a:off x="8745877" y="20703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8" name="pt55258"/>
            <p:cNvSpPr/>
            <p:nvPr/>
          </p:nvSpPr>
          <p:spPr>
            <a:xfrm>
              <a:off x="8469500" y="24304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9" name="pt55259"/>
            <p:cNvSpPr/>
            <p:nvPr/>
          </p:nvSpPr>
          <p:spPr>
            <a:xfrm>
              <a:off x="8679650" y="23904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0" name="pt55260"/>
            <p:cNvSpPr/>
            <p:nvPr/>
          </p:nvSpPr>
          <p:spPr>
            <a:xfrm>
              <a:off x="8698750" y="20637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1" name="pt55261"/>
            <p:cNvSpPr/>
            <p:nvPr/>
          </p:nvSpPr>
          <p:spPr>
            <a:xfrm>
              <a:off x="9242219" y="18386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2" name="pt55262"/>
            <p:cNvSpPr/>
            <p:nvPr/>
          </p:nvSpPr>
          <p:spPr>
            <a:xfrm>
              <a:off x="9453041" y="22665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3" name="pt55263"/>
            <p:cNvSpPr/>
            <p:nvPr/>
          </p:nvSpPr>
          <p:spPr>
            <a:xfrm>
              <a:off x="9073023" y="19987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4" name="pt55264"/>
            <p:cNvSpPr/>
            <p:nvPr/>
          </p:nvSpPr>
          <p:spPr>
            <a:xfrm>
              <a:off x="8312152" y="25381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5" name="pt55265"/>
            <p:cNvSpPr/>
            <p:nvPr/>
          </p:nvSpPr>
          <p:spPr>
            <a:xfrm>
              <a:off x="8861436" y="2012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6" name="pt55266"/>
            <p:cNvSpPr/>
            <p:nvPr/>
          </p:nvSpPr>
          <p:spPr>
            <a:xfrm>
              <a:off x="8469500" y="2296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7" name="pt55267"/>
            <p:cNvSpPr/>
            <p:nvPr/>
          </p:nvSpPr>
          <p:spPr>
            <a:xfrm>
              <a:off x="8689465" y="25453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8" name="pt55268"/>
            <p:cNvSpPr/>
            <p:nvPr/>
          </p:nvSpPr>
          <p:spPr>
            <a:xfrm>
              <a:off x="8570436" y="25070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9" name="pt55269"/>
            <p:cNvSpPr/>
            <p:nvPr/>
          </p:nvSpPr>
          <p:spPr>
            <a:xfrm>
              <a:off x="8932228" y="19743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0" name="pt55270"/>
            <p:cNvSpPr/>
            <p:nvPr/>
          </p:nvSpPr>
          <p:spPr>
            <a:xfrm>
              <a:off x="8861436" y="19515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1" name="pt55271"/>
            <p:cNvSpPr/>
            <p:nvPr/>
          </p:nvSpPr>
          <p:spPr>
            <a:xfrm>
              <a:off x="8887406" y="19283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2" name="pt55272"/>
            <p:cNvSpPr/>
            <p:nvPr/>
          </p:nvSpPr>
          <p:spPr>
            <a:xfrm>
              <a:off x="9668168" y="27270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3" name="pt55273"/>
            <p:cNvSpPr/>
            <p:nvPr/>
          </p:nvSpPr>
          <p:spPr>
            <a:xfrm>
              <a:off x="9346306" y="20985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4" name="pt55274"/>
            <p:cNvSpPr/>
            <p:nvPr/>
          </p:nvSpPr>
          <p:spPr>
            <a:xfrm>
              <a:off x="8949856" y="20013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5" name="pt55275"/>
            <p:cNvSpPr/>
            <p:nvPr/>
          </p:nvSpPr>
          <p:spPr>
            <a:xfrm>
              <a:off x="8431181" y="24996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6" name="pt55276"/>
            <p:cNvSpPr/>
            <p:nvPr/>
          </p:nvSpPr>
          <p:spPr>
            <a:xfrm>
              <a:off x="8961983" y="22789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7" name="pt55277"/>
            <p:cNvSpPr/>
            <p:nvPr/>
          </p:nvSpPr>
          <p:spPr>
            <a:xfrm>
              <a:off x="9404531" y="2116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8" name="pt55278"/>
            <p:cNvSpPr/>
            <p:nvPr/>
          </p:nvSpPr>
          <p:spPr>
            <a:xfrm>
              <a:off x="8500809" y="26895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9" name="pt55279"/>
            <p:cNvSpPr/>
            <p:nvPr/>
          </p:nvSpPr>
          <p:spPr>
            <a:xfrm>
              <a:off x="8782816" y="21218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0" name="pt55280"/>
            <p:cNvSpPr/>
            <p:nvPr/>
          </p:nvSpPr>
          <p:spPr>
            <a:xfrm>
              <a:off x="8993941" y="19554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1" name="pt55281"/>
            <p:cNvSpPr/>
            <p:nvPr/>
          </p:nvSpPr>
          <p:spPr>
            <a:xfrm>
              <a:off x="9213636" y="19669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2" name="pt55282"/>
            <p:cNvSpPr/>
            <p:nvPr/>
          </p:nvSpPr>
          <p:spPr>
            <a:xfrm>
              <a:off x="9054703" y="21608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3" name="pt55283"/>
            <p:cNvSpPr/>
            <p:nvPr/>
          </p:nvSpPr>
          <p:spPr>
            <a:xfrm>
              <a:off x="8961983" y="22521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4" name="pt55284"/>
            <p:cNvSpPr/>
            <p:nvPr/>
          </p:nvSpPr>
          <p:spPr>
            <a:xfrm>
              <a:off x="8431181" y="23579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5" name="pt55285"/>
            <p:cNvSpPr/>
            <p:nvPr/>
          </p:nvSpPr>
          <p:spPr>
            <a:xfrm>
              <a:off x="8731558" y="22096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6" name="pt55286"/>
            <p:cNvSpPr/>
            <p:nvPr/>
          </p:nvSpPr>
          <p:spPr>
            <a:xfrm>
              <a:off x="8500809" y="28648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7" name="pt55287"/>
            <p:cNvSpPr/>
            <p:nvPr/>
          </p:nvSpPr>
          <p:spPr>
            <a:xfrm>
              <a:off x="8798679" y="22525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8" name="pt55288"/>
            <p:cNvSpPr/>
            <p:nvPr/>
          </p:nvSpPr>
          <p:spPr>
            <a:xfrm>
              <a:off x="9274162" y="19693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9" name="pt55289"/>
            <p:cNvSpPr/>
            <p:nvPr/>
          </p:nvSpPr>
          <p:spPr>
            <a:xfrm>
              <a:off x="9148018" y="20754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0" name="pt55290"/>
            <p:cNvSpPr/>
            <p:nvPr/>
          </p:nvSpPr>
          <p:spPr>
            <a:xfrm>
              <a:off x="9116180" y="21022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1" name="pt55291"/>
            <p:cNvSpPr/>
            <p:nvPr/>
          </p:nvSpPr>
          <p:spPr>
            <a:xfrm>
              <a:off x="9046552" y="1900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2" name="pt55292"/>
            <p:cNvSpPr/>
            <p:nvPr/>
          </p:nvSpPr>
          <p:spPr>
            <a:xfrm>
              <a:off x="8971473" y="22281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3" name="pt55293"/>
            <p:cNvSpPr/>
            <p:nvPr/>
          </p:nvSpPr>
          <p:spPr>
            <a:xfrm>
              <a:off x="8788268" y="22041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4" name="pt55294"/>
            <p:cNvSpPr/>
            <p:nvPr/>
          </p:nvSpPr>
          <p:spPr>
            <a:xfrm>
              <a:off x="8570436" y="23827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5" name="pt55295"/>
            <p:cNvSpPr/>
            <p:nvPr/>
          </p:nvSpPr>
          <p:spPr>
            <a:xfrm>
              <a:off x="8932228" y="19445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6" name="pt55296"/>
            <p:cNvSpPr/>
            <p:nvPr/>
          </p:nvSpPr>
          <p:spPr>
            <a:xfrm>
              <a:off x="8689465" y="24519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7" name="pt55297"/>
            <p:cNvSpPr/>
            <p:nvPr/>
          </p:nvSpPr>
          <p:spPr>
            <a:xfrm>
              <a:off x="8842954" y="21624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8" name="pt55298"/>
            <p:cNvSpPr/>
            <p:nvPr/>
          </p:nvSpPr>
          <p:spPr>
            <a:xfrm>
              <a:off x="9004922" y="16306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9" name="pt55299"/>
            <p:cNvSpPr/>
            <p:nvPr/>
          </p:nvSpPr>
          <p:spPr>
            <a:xfrm>
              <a:off x="8982209" y="20498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0" name="pt55300"/>
            <p:cNvSpPr/>
            <p:nvPr/>
          </p:nvSpPr>
          <p:spPr>
            <a:xfrm>
              <a:off x="9010896" y="14877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1" name="pt55301"/>
            <p:cNvSpPr/>
            <p:nvPr/>
          </p:nvSpPr>
          <p:spPr>
            <a:xfrm>
              <a:off x="8731558" y="21982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2" name="pt55302"/>
            <p:cNvSpPr/>
            <p:nvPr/>
          </p:nvSpPr>
          <p:spPr>
            <a:xfrm>
              <a:off x="8469500" y="22824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3" name="pt55303"/>
            <p:cNvSpPr/>
            <p:nvPr/>
          </p:nvSpPr>
          <p:spPr>
            <a:xfrm>
              <a:off x="8788268" y="21854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4" name="pt55304"/>
            <p:cNvSpPr/>
            <p:nvPr/>
          </p:nvSpPr>
          <p:spPr>
            <a:xfrm>
              <a:off x="8381780" y="24935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5" name="pt55305"/>
            <p:cNvSpPr/>
            <p:nvPr/>
          </p:nvSpPr>
          <p:spPr>
            <a:xfrm>
              <a:off x="8312152" y="23340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6" name="pt55306"/>
            <p:cNvSpPr/>
            <p:nvPr/>
          </p:nvSpPr>
          <p:spPr>
            <a:xfrm>
              <a:off x="8312152" y="24585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7" name="pt55307"/>
            <p:cNvSpPr/>
            <p:nvPr/>
          </p:nvSpPr>
          <p:spPr>
            <a:xfrm>
              <a:off x="8965842" y="22413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8" name="pt55308"/>
            <p:cNvSpPr/>
            <p:nvPr/>
          </p:nvSpPr>
          <p:spPr>
            <a:xfrm>
              <a:off x="8646309" y="25999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9" name="pt55309"/>
            <p:cNvSpPr/>
            <p:nvPr/>
          </p:nvSpPr>
          <p:spPr>
            <a:xfrm>
              <a:off x="9123951" y="2226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0" name="pt55310"/>
            <p:cNvSpPr/>
            <p:nvPr/>
          </p:nvSpPr>
          <p:spPr>
            <a:xfrm>
              <a:off x="9573129" y="22512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1" name="pt55311"/>
            <p:cNvSpPr/>
            <p:nvPr/>
          </p:nvSpPr>
          <p:spPr>
            <a:xfrm>
              <a:off x="9031610" y="18571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2" name="pt55312"/>
            <p:cNvSpPr/>
            <p:nvPr/>
          </p:nvSpPr>
          <p:spPr>
            <a:xfrm>
              <a:off x="8431181" y="24543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3" name="pt55313"/>
            <p:cNvSpPr/>
            <p:nvPr/>
          </p:nvSpPr>
          <p:spPr>
            <a:xfrm>
              <a:off x="8312152" y="24835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4" name="pt55314"/>
            <p:cNvSpPr/>
            <p:nvPr/>
          </p:nvSpPr>
          <p:spPr>
            <a:xfrm>
              <a:off x="8658156" y="24555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5" name="pt55315"/>
            <p:cNvSpPr/>
            <p:nvPr/>
          </p:nvSpPr>
          <p:spPr>
            <a:xfrm>
              <a:off x="9620546" y="22745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6" name="pt55316"/>
            <p:cNvSpPr/>
            <p:nvPr/>
          </p:nvSpPr>
          <p:spPr>
            <a:xfrm>
              <a:off x="9664325" y="15839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7" name="pt55317"/>
            <p:cNvSpPr/>
            <p:nvPr/>
          </p:nvSpPr>
          <p:spPr>
            <a:xfrm>
              <a:off x="9537100" y="21955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8" name="pt55318"/>
            <p:cNvSpPr/>
            <p:nvPr/>
          </p:nvSpPr>
          <p:spPr>
            <a:xfrm>
              <a:off x="8793552" y="22372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9" name="pt55319"/>
            <p:cNvSpPr/>
            <p:nvPr/>
          </p:nvSpPr>
          <p:spPr>
            <a:xfrm>
              <a:off x="9221993" y="20270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0" name="pt55320"/>
            <p:cNvSpPr/>
            <p:nvPr/>
          </p:nvSpPr>
          <p:spPr>
            <a:xfrm>
              <a:off x="8312152" y="24630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1" name="pt55321"/>
            <p:cNvSpPr/>
            <p:nvPr/>
          </p:nvSpPr>
          <p:spPr>
            <a:xfrm>
              <a:off x="8604896" y="2418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2" name="pt55322"/>
            <p:cNvSpPr/>
            <p:nvPr/>
          </p:nvSpPr>
          <p:spPr>
            <a:xfrm>
              <a:off x="8960020" y="21669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3" name="pt55323"/>
            <p:cNvSpPr/>
            <p:nvPr/>
          </p:nvSpPr>
          <p:spPr>
            <a:xfrm>
              <a:off x="9050093" y="20963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4" name="pt55324"/>
            <p:cNvSpPr/>
            <p:nvPr/>
          </p:nvSpPr>
          <p:spPr>
            <a:xfrm>
              <a:off x="8989011" y="19919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5" name="pt55325"/>
            <p:cNvSpPr/>
            <p:nvPr/>
          </p:nvSpPr>
          <p:spPr>
            <a:xfrm>
              <a:off x="8929892" y="17138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6" name="pt55326"/>
            <p:cNvSpPr/>
            <p:nvPr/>
          </p:nvSpPr>
          <p:spPr>
            <a:xfrm>
              <a:off x="9123951" y="20348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7" name="pt55327"/>
            <p:cNvSpPr/>
            <p:nvPr/>
          </p:nvSpPr>
          <p:spPr>
            <a:xfrm>
              <a:off x="9548435" y="22276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8" name="pt55328"/>
            <p:cNvSpPr/>
            <p:nvPr/>
          </p:nvSpPr>
          <p:spPr>
            <a:xfrm>
              <a:off x="9259623" y="20300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9" name="pt55329"/>
            <p:cNvSpPr/>
            <p:nvPr/>
          </p:nvSpPr>
          <p:spPr>
            <a:xfrm>
              <a:off x="8932228" y="18484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0" name="pt55330"/>
            <p:cNvSpPr/>
            <p:nvPr/>
          </p:nvSpPr>
          <p:spPr>
            <a:xfrm>
              <a:off x="9382404" y="21289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1" name="pt55331"/>
            <p:cNvSpPr/>
            <p:nvPr/>
          </p:nvSpPr>
          <p:spPr>
            <a:xfrm>
              <a:off x="8469500" y="21983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2" name="pt55332"/>
            <p:cNvSpPr/>
            <p:nvPr/>
          </p:nvSpPr>
          <p:spPr>
            <a:xfrm>
              <a:off x="8803657" y="21070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3" name="pt55333"/>
            <p:cNvSpPr/>
            <p:nvPr/>
          </p:nvSpPr>
          <p:spPr>
            <a:xfrm>
              <a:off x="8890393" y="1989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4" name="pt55334"/>
            <p:cNvSpPr/>
            <p:nvPr/>
          </p:nvSpPr>
          <p:spPr>
            <a:xfrm>
              <a:off x="8679650" y="24483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5" name="pt55335"/>
            <p:cNvSpPr/>
            <p:nvPr/>
          </p:nvSpPr>
          <p:spPr>
            <a:xfrm>
              <a:off x="9216319" y="20103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6" name="pt55336"/>
            <p:cNvSpPr/>
            <p:nvPr/>
          </p:nvSpPr>
          <p:spPr>
            <a:xfrm>
              <a:off x="8431181" y="25028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7" name="pt55337"/>
            <p:cNvSpPr/>
            <p:nvPr/>
          </p:nvSpPr>
          <p:spPr>
            <a:xfrm>
              <a:off x="9325298" y="21437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8" name="pt55338"/>
            <p:cNvSpPr/>
            <p:nvPr/>
          </p:nvSpPr>
          <p:spPr>
            <a:xfrm>
              <a:off x="8945616" y="21151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9" name="pt55339"/>
            <p:cNvSpPr/>
            <p:nvPr/>
          </p:nvSpPr>
          <p:spPr>
            <a:xfrm>
              <a:off x="8588529" y="22297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0" name="pt55340"/>
            <p:cNvSpPr/>
            <p:nvPr/>
          </p:nvSpPr>
          <p:spPr>
            <a:xfrm>
              <a:off x="8312152" y="21915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1" name="pt55341"/>
            <p:cNvSpPr/>
            <p:nvPr/>
          </p:nvSpPr>
          <p:spPr>
            <a:xfrm>
              <a:off x="8868306" y="21827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2" name="pt55342"/>
            <p:cNvSpPr/>
            <p:nvPr/>
          </p:nvSpPr>
          <p:spPr>
            <a:xfrm>
              <a:off x="8588529" y="2320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3" name="pt55343"/>
            <p:cNvSpPr/>
            <p:nvPr/>
          </p:nvSpPr>
          <p:spPr>
            <a:xfrm>
              <a:off x="8723925" y="22132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4" name="pt55344"/>
            <p:cNvSpPr/>
            <p:nvPr/>
          </p:nvSpPr>
          <p:spPr>
            <a:xfrm>
              <a:off x="9151289" y="20112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5" name="pt55345"/>
            <p:cNvSpPr/>
            <p:nvPr/>
          </p:nvSpPr>
          <p:spPr>
            <a:xfrm>
              <a:off x="9606545" y="22979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6" name="pt55346"/>
            <p:cNvSpPr/>
            <p:nvPr/>
          </p:nvSpPr>
          <p:spPr>
            <a:xfrm>
              <a:off x="8834965" y="20519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7" name="pt55347"/>
            <p:cNvSpPr/>
            <p:nvPr/>
          </p:nvSpPr>
          <p:spPr>
            <a:xfrm>
              <a:off x="9548435" y="21048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8" name="pt55348"/>
            <p:cNvSpPr/>
            <p:nvPr/>
          </p:nvSpPr>
          <p:spPr>
            <a:xfrm>
              <a:off x="8570436" y="23980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9" name="pt55349"/>
            <p:cNvSpPr/>
            <p:nvPr/>
          </p:nvSpPr>
          <p:spPr>
            <a:xfrm>
              <a:off x="9056963" y="20209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0" name="pt55350"/>
            <p:cNvSpPr/>
            <p:nvPr/>
          </p:nvSpPr>
          <p:spPr>
            <a:xfrm>
              <a:off x="9102103" y="20774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1" name="pt55351"/>
            <p:cNvSpPr/>
            <p:nvPr/>
          </p:nvSpPr>
          <p:spPr>
            <a:xfrm>
              <a:off x="8793552" y="21262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2" name="pt55352"/>
            <p:cNvSpPr/>
            <p:nvPr/>
          </p:nvSpPr>
          <p:spPr>
            <a:xfrm>
              <a:off x="8771364" y="2201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3" name="pt55353"/>
            <p:cNvSpPr/>
            <p:nvPr/>
          </p:nvSpPr>
          <p:spPr>
            <a:xfrm>
              <a:off x="9123951" y="22666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4" name="pt55354"/>
            <p:cNvSpPr/>
            <p:nvPr/>
          </p:nvSpPr>
          <p:spPr>
            <a:xfrm>
              <a:off x="8707558" y="23617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5" name="pt55355"/>
            <p:cNvSpPr/>
            <p:nvPr/>
          </p:nvSpPr>
          <p:spPr>
            <a:xfrm>
              <a:off x="9199552" y="17838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6" name="pt55356"/>
            <p:cNvSpPr/>
            <p:nvPr/>
          </p:nvSpPr>
          <p:spPr>
            <a:xfrm>
              <a:off x="8500809" y="26038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7" name="pt55357"/>
            <p:cNvSpPr/>
            <p:nvPr/>
          </p:nvSpPr>
          <p:spPr>
            <a:xfrm>
              <a:off x="8431181" y="26485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8" name="pt55358"/>
            <p:cNvSpPr/>
            <p:nvPr/>
          </p:nvSpPr>
          <p:spPr>
            <a:xfrm>
              <a:off x="8960020" y="22177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9" name="pt55359"/>
            <p:cNvSpPr/>
            <p:nvPr/>
          </p:nvSpPr>
          <p:spPr>
            <a:xfrm>
              <a:off x="8752612" y="21934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0" name="pt55360"/>
            <p:cNvSpPr/>
            <p:nvPr/>
          </p:nvSpPr>
          <p:spPr>
            <a:xfrm>
              <a:off x="8854280" y="20259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1" name="pt55361"/>
            <p:cNvSpPr/>
            <p:nvPr/>
          </p:nvSpPr>
          <p:spPr>
            <a:xfrm>
              <a:off x="8830827" y="1955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2" name="pt55362"/>
            <p:cNvSpPr/>
            <p:nvPr/>
          </p:nvSpPr>
          <p:spPr>
            <a:xfrm>
              <a:off x="9227900" y="2122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3" name="pt55363"/>
            <p:cNvSpPr/>
            <p:nvPr/>
          </p:nvSpPr>
          <p:spPr>
            <a:xfrm>
              <a:off x="8731558" y="22143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4" name="pt55364"/>
            <p:cNvSpPr/>
            <p:nvPr/>
          </p:nvSpPr>
          <p:spPr>
            <a:xfrm>
              <a:off x="8669239" y="23776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5" name="pt55365"/>
            <p:cNvSpPr/>
            <p:nvPr/>
          </p:nvSpPr>
          <p:spPr>
            <a:xfrm>
              <a:off x="9184210" y="21369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6" name="pt55366"/>
            <p:cNvSpPr/>
            <p:nvPr/>
          </p:nvSpPr>
          <p:spPr>
            <a:xfrm>
              <a:off x="9537100" y="21324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7" name="pt55367"/>
            <p:cNvSpPr/>
            <p:nvPr/>
          </p:nvSpPr>
          <p:spPr>
            <a:xfrm>
              <a:off x="8588529" y="22714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8" name="pt55368"/>
            <p:cNvSpPr/>
            <p:nvPr/>
          </p:nvSpPr>
          <p:spPr>
            <a:xfrm>
              <a:off x="8698750" y="22745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9" name="pt55369"/>
            <p:cNvSpPr/>
            <p:nvPr/>
          </p:nvSpPr>
          <p:spPr>
            <a:xfrm>
              <a:off x="8500809" y="25504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0" name="pt55370"/>
            <p:cNvSpPr/>
            <p:nvPr/>
          </p:nvSpPr>
          <p:spPr>
            <a:xfrm>
              <a:off x="9123951" y="21022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1" name="pt55371"/>
            <p:cNvSpPr/>
            <p:nvPr/>
          </p:nvSpPr>
          <p:spPr>
            <a:xfrm>
              <a:off x="8500809" y="26639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2" name="pt55372"/>
            <p:cNvSpPr/>
            <p:nvPr/>
          </p:nvSpPr>
          <p:spPr>
            <a:xfrm>
              <a:off x="9262699" y="18585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3" name="pt55373"/>
            <p:cNvSpPr/>
            <p:nvPr/>
          </p:nvSpPr>
          <p:spPr>
            <a:xfrm>
              <a:off x="8868306" y="22848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4" name="pt55374"/>
            <p:cNvSpPr/>
            <p:nvPr/>
          </p:nvSpPr>
          <p:spPr>
            <a:xfrm>
              <a:off x="8899053" y="20787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5" name="pt55375"/>
            <p:cNvSpPr/>
            <p:nvPr/>
          </p:nvSpPr>
          <p:spPr>
            <a:xfrm>
              <a:off x="8963923" y="22682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6" name="pt55376"/>
            <p:cNvSpPr/>
            <p:nvPr/>
          </p:nvSpPr>
          <p:spPr>
            <a:xfrm>
              <a:off x="9326470" y="21310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7" name="pt55377"/>
            <p:cNvSpPr/>
            <p:nvPr/>
          </p:nvSpPr>
          <p:spPr>
            <a:xfrm>
              <a:off x="8500809" y="24083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8" name="pt55378"/>
            <p:cNvSpPr/>
            <p:nvPr/>
          </p:nvSpPr>
          <p:spPr>
            <a:xfrm>
              <a:off x="9780422" y="26164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9" name="pt55379"/>
            <p:cNvSpPr/>
            <p:nvPr/>
          </p:nvSpPr>
          <p:spPr>
            <a:xfrm>
              <a:off x="8707558" y="22589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0" name="pt55380"/>
            <p:cNvSpPr/>
            <p:nvPr/>
          </p:nvSpPr>
          <p:spPr>
            <a:xfrm>
              <a:off x="8588529" y="21647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1" name="pt55381"/>
            <p:cNvSpPr/>
            <p:nvPr/>
          </p:nvSpPr>
          <p:spPr>
            <a:xfrm>
              <a:off x="9046552" y="19197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2" name="pt55382"/>
            <p:cNvSpPr/>
            <p:nvPr/>
          </p:nvSpPr>
          <p:spPr>
            <a:xfrm>
              <a:off x="9222422" y="19680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3" name="pt55383"/>
            <p:cNvSpPr/>
            <p:nvPr/>
          </p:nvSpPr>
          <p:spPr>
            <a:xfrm>
              <a:off x="9044150" y="16939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4" name="pt55384"/>
            <p:cNvSpPr/>
            <p:nvPr/>
          </p:nvSpPr>
          <p:spPr>
            <a:xfrm>
              <a:off x="8890393" y="19737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5" name="pt55385"/>
            <p:cNvSpPr/>
            <p:nvPr/>
          </p:nvSpPr>
          <p:spPr>
            <a:xfrm>
              <a:off x="8431181" y="26014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6" name="pt55386"/>
            <p:cNvSpPr/>
            <p:nvPr/>
          </p:nvSpPr>
          <p:spPr>
            <a:xfrm>
              <a:off x="9155766" y="17869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7" name="pt55387"/>
            <p:cNvSpPr/>
            <p:nvPr/>
          </p:nvSpPr>
          <p:spPr>
            <a:xfrm>
              <a:off x="9076063" y="19681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8" name="pt55388"/>
            <p:cNvSpPr/>
            <p:nvPr/>
          </p:nvSpPr>
          <p:spPr>
            <a:xfrm>
              <a:off x="9193072" y="21970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9" name="pt55389"/>
            <p:cNvSpPr/>
            <p:nvPr/>
          </p:nvSpPr>
          <p:spPr>
            <a:xfrm>
              <a:off x="9546889" y="20975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0" name="pt55390"/>
            <p:cNvSpPr/>
            <p:nvPr/>
          </p:nvSpPr>
          <p:spPr>
            <a:xfrm>
              <a:off x="8550210" y="24311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1" name="pt55391"/>
            <p:cNvSpPr/>
            <p:nvPr/>
          </p:nvSpPr>
          <p:spPr>
            <a:xfrm>
              <a:off x="8312152" y="23541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2" name="pt55392"/>
            <p:cNvSpPr/>
            <p:nvPr/>
          </p:nvSpPr>
          <p:spPr>
            <a:xfrm>
              <a:off x="8570436" y="23712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3" name="pt55393"/>
            <p:cNvSpPr/>
            <p:nvPr/>
          </p:nvSpPr>
          <p:spPr>
            <a:xfrm>
              <a:off x="9042937" y="17824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4" name="pt55394"/>
            <p:cNvSpPr/>
            <p:nvPr/>
          </p:nvSpPr>
          <p:spPr>
            <a:xfrm>
              <a:off x="9076063" y="18989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5" name="pt55395"/>
            <p:cNvSpPr/>
            <p:nvPr/>
          </p:nvSpPr>
          <p:spPr>
            <a:xfrm>
              <a:off x="9482363" y="25536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6" name="pt55396"/>
            <p:cNvSpPr/>
            <p:nvPr/>
          </p:nvSpPr>
          <p:spPr>
            <a:xfrm>
              <a:off x="8431181" y="23942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7" name="pt55397"/>
            <p:cNvSpPr/>
            <p:nvPr/>
          </p:nvSpPr>
          <p:spPr>
            <a:xfrm>
              <a:off x="8731558" y="2203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8" name="pt55398"/>
            <p:cNvSpPr/>
            <p:nvPr/>
          </p:nvSpPr>
          <p:spPr>
            <a:xfrm>
              <a:off x="8500809" y="26599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9" name="pt55399"/>
            <p:cNvSpPr/>
            <p:nvPr/>
          </p:nvSpPr>
          <p:spPr>
            <a:xfrm>
              <a:off x="8917708" y="19503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0" name="pt55400"/>
            <p:cNvSpPr/>
            <p:nvPr/>
          </p:nvSpPr>
          <p:spPr>
            <a:xfrm>
              <a:off x="8550210" y="25879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1" name="pt55401"/>
            <p:cNvSpPr/>
            <p:nvPr/>
          </p:nvSpPr>
          <p:spPr>
            <a:xfrm>
              <a:off x="8834965" y="21691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2" name="pt55402"/>
            <p:cNvSpPr/>
            <p:nvPr/>
          </p:nvSpPr>
          <p:spPr>
            <a:xfrm>
              <a:off x="9037995" y="18361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3" name="pt55403"/>
            <p:cNvSpPr/>
            <p:nvPr/>
          </p:nvSpPr>
          <p:spPr>
            <a:xfrm>
              <a:off x="9324827" y="21277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4" name="pt55404"/>
            <p:cNvSpPr/>
            <p:nvPr/>
          </p:nvSpPr>
          <p:spPr>
            <a:xfrm>
              <a:off x="9461227" y="24567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5" name="pt55405"/>
            <p:cNvSpPr/>
            <p:nvPr/>
          </p:nvSpPr>
          <p:spPr>
            <a:xfrm>
              <a:off x="8381780" y="24143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6" name="pt55406"/>
            <p:cNvSpPr/>
            <p:nvPr/>
          </p:nvSpPr>
          <p:spPr>
            <a:xfrm>
              <a:off x="8771364" y="2259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7" name="pt55407"/>
            <p:cNvSpPr/>
            <p:nvPr/>
          </p:nvSpPr>
          <p:spPr>
            <a:xfrm>
              <a:off x="9564411" y="2156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8" name="pt55408"/>
            <p:cNvSpPr/>
            <p:nvPr/>
          </p:nvSpPr>
          <p:spPr>
            <a:xfrm>
              <a:off x="9288151" y="19570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9" name="pt55409"/>
            <p:cNvSpPr/>
            <p:nvPr/>
          </p:nvSpPr>
          <p:spPr>
            <a:xfrm>
              <a:off x="8469500" y="24291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0" name="pt55410"/>
            <p:cNvSpPr/>
            <p:nvPr/>
          </p:nvSpPr>
          <p:spPr>
            <a:xfrm>
              <a:off x="8500809" y="26894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1" name="pt55411"/>
            <p:cNvSpPr/>
            <p:nvPr/>
          </p:nvSpPr>
          <p:spPr>
            <a:xfrm>
              <a:off x="8669239" y="22585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2" name="pt55412"/>
            <p:cNvSpPr/>
            <p:nvPr/>
          </p:nvSpPr>
          <p:spPr>
            <a:xfrm>
              <a:off x="8698750" y="22538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3" name="pt55413"/>
            <p:cNvSpPr/>
            <p:nvPr/>
          </p:nvSpPr>
          <p:spPr>
            <a:xfrm>
              <a:off x="8633583" y="2165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4" name="pt55414"/>
            <p:cNvSpPr/>
            <p:nvPr/>
          </p:nvSpPr>
          <p:spPr>
            <a:xfrm>
              <a:off x="8633583" y="21511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5" name="pt55415"/>
            <p:cNvSpPr/>
            <p:nvPr/>
          </p:nvSpPr>
          <p:spPr>
            <a:xfrm>
              <a:off x="9266385" y="17933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6" name="pt55416"/>
            <p:cNvSpPr/>
            <p:nvPr/>
          </p:nvSpPr>
          <p:spPr>
            <a:xfrm>
              <a:off x="9064645" y="20166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7" name="pt55417"/>
            <p:cNvSpPr/>
            <p:nvPr/>
          </p:nvSpPr>
          <p:spPr>
            <a:xfrm>
              <a:off x="9359136" y="19924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8" name="pt55418"/>
            <p:cNvSpPr/>
            <p:nvPr/>
          </p:nvSpPr>
          <p:spPr>
            <a:xfrm>
              <a:off x="8431181" y="23816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9" name="pt55419"/>
            <p:cNvSpPr/>
            <p:nvPr/>
          </p:nvSpPr>
          <p:spPr>
            <a:xfrm>
              <a:off x="8689465" y="24831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0" name="pt55420"/>
            <p:cNvSpPr/>
            <p:nvPr/>
          </p:nvSpPr>
          <p:spPr>
            <a:xfrm>
              <a:off x="9594370" y="22514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1" name="pt55421"/>
            <p:cNvSpPr/>
            <p:nvPr/>
          </p:nvSpPr>
          <p:spPr>
            <a:xfrm>
              <a:off x="8907297" y="21044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2" name="pt55422"/>
            <p:cNvSpPr/>
            <p:nvPr/>
          </p:nvSpPr>
          <p:spPr>
            <a:xfrm>
              <a:off x="9329710" y="21453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3" name="pt55423"/>
            <p:cNvSpPr/>
            <p:nvPr/>
          </p:nvSpPr>
          <p:spPr>
            <a:xfrm>
              <a:off x="8941268" y="1931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4" name="pt55424"/>
            <p:cNvSpPr/>
            <p:nvPr/>
          </p:nvSpPr>
          <p:spPr>
            <a:xfrm>
              <a:off x="8932228" y="18868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5" name="pt55425"/>
            <p:cNvSpPr/>
            <p:nvPr/>
          </p:nvSpPr>
          <p:spPr>
            <a:xfrm>
              <a:off x="8381780" y="23623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6" name="pt55426"/>
            <p:cNvSpPr/>
            <p:nvPr/>
          </p:nvSpPr>
          <p:spPr>
            <a:xfrm>
              <a:off x="8965842" y="23065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7" name="pt55427"/>
            <p:cNvSpPr/>
            <p:nvPr/>
          </p:nvSpPr>
          <p:spPr>
            <a:xfrm>
              <a:off x="8864906" y="19123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8" name="pt55428"/>
            <p:cNvSpPr/>
            <p:nvPr/>
          </p:nvSpPr>
          <p:spPr>
            <a:xfrm>
              <a:off x="8956027" y="21270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9" name="pt55429"/>
            <p:cNvSpPr/>
            <p:nvPr/>
          </p:nvSpPr>
          <p:spPr>
            <a:xfrm>
              <a:off x="8312152" y="24267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0" name="pt55430"/>
            <p:cNvSpPr/>
            <p:nvPr/>
          </p:nvSpPr>
          <p:spPr>
            <a:xfrm>
              <a:off x="9546889" y="20477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1" name="pt55431"/>
            <p:cNvSpPr/>
            <p:nvPr/>
          </p:nvSpPr>
          <p:spPr>
            <a:xfrm>
              <a:off x="8752612" y="22937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2" name="pt55432"/>
            <p:cNvSpPr/>
            <p:nvPr/>
          </p:nvSpPr>
          <p:spPr>
            <a:xfrm>
              <a:off x="9584728" y="21862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3" name="pt55433"/>
            <p:cNvSpPr/>
            <p:nvPr/>
          </p:nvSpPr>
          <p:spPr>
            <a:xfrm>
              <a:off x="8956027" y="21668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4" name="pt55434"/>
            <p:cNvSpPr/>
            <p:nvPr/>
          </p:nvSpPr>
          <p:spPr>
            <a:xfrm>
              <a:off x="8971473" y="22888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5" name="pt55435"/>
            <p:cNvSpPr/>
            <p:nvPr/>
          </p:nvSpPr>
          <p:spPr>
            <a:xfrm>
              <a:off x="9047741" y="20406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6" name="pt55436"/>
            <p:cNvSpPr/>
            <p:nvPr/>
          </p:nvSpPr>
          <p:spPr>
            <a:xfrm>
              <a:off x="9780637" y="28925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7" name="pt55437"/>
            <p:cNvSpPr/>
            <p:nvPr/>
          </p:nvSpPr>
          <p:spPr>
            <a:xfrm>
              <a:off x="9573129" y="21051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8" name="pt55438"/>
            <p:cNvSpPr/>
            <p:nvPr/>
          </p:nvSpPr>
          <p:spPr>
            <a:xfrm>
              <a:off x="8469500" y="24851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9" name="pt55439"/>
            <p:cNvSpPr/>
            <p:nvPr/>
          </p:nvSpPr>
          <p:spPr>
            <a:xfrm>
              <a:off x="9179876" y="19610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0" name="pt55440"/>
            <p:cNvSpPr/>
            <p:nvPr/>
          </p:nvSpPr>
          <p:spPr>
            <a:xfrm>
              <a:off x="8920215" y="21178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1" name="pt55441"/>
            <p:cNvSpPr/>
            <p:nvPr/>
          </p:nvSpPr>
          <p:spPr>
            <a:xfrm>
              <a:off x="9001856" y="20861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2" name="pt55442"/>
            <p:cNvSpPr/>
            <p:nvPr/>
          </p:nvSpPr>
          <p:spPr>
            <a:xfrm>
              <a:off x="9178775" y="20030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3" name="pt55443"/>
            <p:cNvSpPr/>
            <p:nvPr/>
          </p:nvSpPr>
          <p:spPr>
            <a:xfrm>
              <a:off x="8987335" y="2079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4" name="pt55444"/>
            <p:cNvSpPr/>
            <p:nvPr/>
          </p:nvSpPr>
          <p:spPr>
            <a:xfrm>
              <a:off x="9042937" y="16620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5" name="pt55445"/>
            <p:cNvSpPr/>
            <p:nvPr/>
          </p:nvSpPr>
          <p:spPr>
            <a:xfrm>
              <a:off x="8707558" y="20263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6" name="pt55446"/>
            <p:cNvSpPr/>
            <p:nvPr/>
          </p:nvSpPr>
          <p:spPr>
            <a:xfrm>
              <a:off x="8500809" y="24672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7" name="pt55447"/>
            <p:cNvSpPr/>
            <p:nvPr/>
          </p:nvSpPr>
          <p:spPr>
            <a:xfrm>
              <a:off x="9701667" y="25017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8" name="pt55448"/>
            <p:cNvSpPr/>
            <p:nvPr/>
          </p:nvSpPr>
          <p:spPr>
            <a:xfrm>
              <a:off x="8793552" y="20890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9" name="pt55449"/>
            <p:cNvSpPr/>
            <p:nvPr/>
          </p:nvSpPr>
          <p:spPr>
            <a:xfrm>
              <a:off x="8782816" y="20367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0" name="pt55450"/>
            <p:cNvSpPr/>
            <p:nvPr/>
          </p:nvSpPr>
          <p:spPr>
            <a:xfrm>
              <a:off x="9457237" y="21820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1" name="pt55451"/>
            <p:cNvSpPr/>
            <p:nvPr/>
          </p:nvSpPr>
          <p:spPr>
            <a:xfrm>
              <a:off x="8874912" y="22627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2" name="pt55452"/>
            <p:cNvSpPr/>
            <p:nvPr/>
          </p:nvSpPr>
          <p:spPr>
            <a:xfrm>
              <a:off x="8715936" y="22971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3" name="pt55453"/>
            <p:cNvSpPr/>
            <p:nvPr/>
          </p:nvSpPr>
          <p:spPr>
            <a:xfrm>
              <a:off x="8381780" y="2193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4" name="pt55454"/>
            <p:cNvSpPr/>
            <p:nvPr/>
          </p:nvSpPr>
          <p:spPr>
            <a:xfrm>
              <a:off x="8312152" y="2039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5" name="pt55455"/>
            <p:cNvSpPr/>
            <p:nvPr/>
          </p:nvSpPr>
          <p:spPr>
            <a:xfrm>
              <a:off x="8633583" y="21020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6" name="pt55456"/>
            <p:cNvSpPr/>
            <p:nvPr/>
          </p:nvSpPr>
          <p:spPr>
            <a:xfrm>
              <a:off x="8978704" y="19968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7" name="pt55457"/>
            <p:cNvSpPr/>
            <p:nvPr/>
          </p:nvSpPr>
          <p:spPr>
            <a:xfrm>
              <a:off x="9633844" y="1888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8" name="pt55458"/>
            <p:cNvSpPr/>
            <p:nvPr/>
          </p:nvSpPr>
          <p:spPr>
            <a:xfrm>
              <a:off x="9022254" y="18742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9" name="pt55459"/>
            <p:cNvSpPr/>
            <p:nvPr/>
          </p:nvSpPr>
          <p:spPr>
            <a:xfrm>
              <a:off x="8500809" y="23948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0" name="pt55460"/>
            <p:cNvSpPr/>
            <p:nvPr/>
          </p:nvSpPr>
          <p:spPr>
            <a:xfrm>
              <a:off x="9056963" y="20209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1" name="pt55461"/>
            <p:cNvSpPr/>
            <p:nvPr/>
          </p:nvSpPr>
          <p:spPr>
            <a:xfrm>
              <a:off x="8646309" y="23740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2" name="pt55462"/>
            <p:cNvSpPr/>
            <p:nvPr/>
          </p:nvSpPr>
          <p:spPr>
            <a:xfrm>
              <a:off x="9196592" y="21244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3" name="pt55463"/>
            <p:cNvSpPr/>
            <p:nvPr/>
          </p:nvSpPr>
          <p:spPr>
            <a:xfrm>
              <a:off x="8633583" y="21021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4" name="pt55464"/>
            <p:cNvSpPr/>
            <p:nvPr/>
          </p:nvSpPr>
          <p:spPr>
            <a:xfrm>
              <a:off x="8312152" y="24611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5" name="pt55465"/>
            <p:cNvSpPr/>
            <p:nvPr/>
          </p:nvSpPr>
          <p:spPr>
            <a:xfrm>
              <a:off x="8731558" y="23236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6" name="pt55466"/>
            <p:cNvSpPr/>
            <p:nvPr/>
          </p:nvSpPr>
          <p:spPr>
            <a:xfrm>
              <a:off x="8771364" y="21621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7" name="pt55467"/>
            <p:cNvSpPr/>
            <p:nvPr/>
          </p:nvSpPr>
          <p:spPr>
            <a:xfrm>
              <a:off x="9098616" y="20910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8" name="pt55468"/>
            <p:cNvSpPr/>
            <p:nvPr/>
          </p:nvSpPr>
          <p:spPr>
            <a:xfrm>
              <a:off x="8798679" y="20809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9" name="pt55469"/>
            <p:cNvSpPr/>
            <p:nvPr/>
          </p:nvSpPr>
          <p:spPr>
            <a:xfrm>
              <a:off x="9102103" y="2128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0" name="pt55470"/>
            <p:cNvSpPr/>
            <p:nvPr/>
          </p:nvSpPr>
          <p:spPr>
            <a:xfrm>
              <a:off x="9151289" y="20553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1" name="pt55471"/>
            <p:cNvSpPr/>
            <p:nvPr/>
          </p:nvSpPr>
          <p:spPr>
            <a:xfrm>
              <a:off x="8658156" y="26099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2" name="pt55472"/>
            <p:cNvSpPr/>
            <p:nvPr/>
          </p:nvSpPr>
          <p:spPr>
            <a:xfrm>
              <a:off x="9664325" y="13771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3" name="pt55473"/>
            <p:cNvSpPr/>
            <p:nvPr/>
          </p:nvSpPr>
          <p:spPr>
            <a:xfrm>
              <a:off x="8929892" y="18372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4" name="pt55474"/>
            <p:cNvSpPr/>
            <p:nvPr/>
          </p:nvSpPr>
          <p:spPr>
            <a:xfrm>
              <a:off x="8731558" y="23057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5" name="pt55475"/>
            <p:cNvSpPr/>
            <p:nvPr/>
          </p:nvSpPr>
          <p:spPr>
            <a:xfrm>
              <a:off x="9187914" y="24462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6" name="pt55476"/>
            <p:cNvSpPr/>
            <p:nvPr/>
          </p:nvSpPr>
          <p:spPr>
            <a:xfrm>
              <a:off x="8604896" y="23319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7" name="pt55477"/>
            <p:cNvSpPr/>
            <p:nvPr/>
          </p:nvSpPr>
          <p:spPr>
            <a:xfrm>
              <a:off x="8890393" y="21116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8" name="pt55478"/>
            <p:cNvSpPr/>
            <p:nvPr/>
          </p:nvSpPr>
          <p:spPr>
            <a:xfrm>
              <a:off x="8500809" y="27206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9" name="pt55479"/>
            <p:cNvSpPr/>
            <p:nvPr/>
          </p:nvSpPr>
          <p:spPr>
            <a:xfrm>
              <a:off x="8861436" y="21332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0" name="pt55480"/>
            <p:cNvSpPr/>
            <p:nvPr/>
          </p:nvSpPr>
          <p:spPr>
            <a:xfrm>
              <a:off x="8738867" y="21141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1" name="pt55481"/>
            <p:cNvSpPr/>
            <p:nvPr/>
          </p:nvSpPr>
          <p:spPr>
            <a:xfrm>
              <a:off x="9206269" y="17696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2" name="pt55482"/>
            <p:cNvSpPr/>
            <p:nvPr/>
          </p:nvSpPr>
          <p:spPr>
            <a:xfrm>
              <a:off x="8864906" y="19386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3" name="pt55483"/>
            <p:cNvSpPr/>
            <p:nvPr/>
          </p:nvSpPr>
          <p:spPr>
            <a:xfrm>
              <a:off x="9308507" y="22094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4" name="pt55484"/>
            <p:cNvSpPr/>
            <p:nvPr/>
          </p:nvSpPr>
          <p:spPr>
            <a:xfrm>
              <a:off x="9071998" y="18069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5" name="pt55485"/>
            <p:cNvSpPr/>
            <p:nvPr/>
          </p:nvSpPr>
          <p:spPr>
            <a:xfrm>
              <a:off x="9562708" y="20049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6" name="pt55486"/>
            <p:cNvSpPr/>
            <p:nvPr/>
          </p:nvSpPr>
          <p:spPr>
            <a:xfrm>
              <a:off x="8679650" y="23497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7" name="pt55487"/>
            <p:cNvSpPr/>
            <p:nvPr/>
          </p:nvSpPr>
          <p:spPr>
            <a:xfrm>
              <a:off x="8604896" y="21860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8" name="pt55488"/>
            <p:cNvSpPr/>
            <p:nvPr/>
          </p:nvSpPr>
          <p:spPr>
            <a:xfrm>
              <a:off x="8689465" y="23797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9" name="pt55489"/>
            <p:cNvSpPr/>
            <p:nvPr/>
          </p:nvSpPr>
          <p:spPr>
            <a:xfrm>
              <a:off x="8469500" y="23033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0" name="pt55490"/>
            <p:cNvSpPr/>
            <p:nvPr/>
          </p:nvSpPr>
          <p:spPr>
            <a:xfrm>
              <a:off x="9034193" y="1840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1" name="pt55491"/>
            <p:cNvSpPr/>
            <p:nvPr/>
          </p:nvSpPr>
          <p:spPr>
            <a:xfrm>
              <a:off x="9404531" y="17444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2" name="pt55492"/>
            <p:cNvSpPr/>
            <p:nvPr/>
          </p:nvSpPr>
          <p:spPr>
            <a:xfrm>
              <a:off x="9003396" y="20958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3" name="pt55493"/>
            <p:cNvSpPr/>
            <p:nvPr/>
          </p:nvSpPr>
          <p:spPr>
            <a:xfrm>
              <a:off x="8381780" y="23236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4" name="pt55494"/>
            <p:cNvSpPr/>
            <p:nvPr/>
          </p:nvSpPr>
          <p:spPr>
            <a:xfrm>
              <a:off x="8381780" y="22962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5" name="pt55495"/>
            <p:cNvSpPr/>
            <p:nvPr/>
          </p:nvSpPr>
          <p:spPr>
            <a:xfrm>
              <a:off x="8887406" y="15332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6" name="pt55496"/>
            <p:cNvSpPr/>
            <p:nvPr/>
          </p:nvSpPr>
          <p:spPr>
            <a:xfrm>
              <a:off x="8588529" y="21494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7" name="pt55497"/>
            <p:cNvSpPr/>
            <p:nvPr/>
          </p:nvSpPr>
          <p:spPr>
            <a:xfrm>
              <a:off x="9184210" y="22282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8" name="pt55498"/>
            <p:cNvSpPr/>
            <p:nvPr/>
          </p:nvSpPr>
          <p:spPr>
            <a:xfrm>
              <a:off x="8500809" y="25749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9" name="pt55499"/>
            <p:cNvSpPr/>
            <p:nvPr/>
          </p:nvSpPr>
          <p:spPr>
            <a:xfrm>
              <a:off x="8939053" y="18646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0" name="pt55500"/>
            <p:cNvSpPr/>
            <p:nvPr/>
          </p:nvSpPr>
          <p:spPr>
            <a:xfrm>
              <a:off x="8431181" y="23274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1" name="pt55501"/>
            <p:cNvSpPr/>
            <p:nvPr/>
          </p:nvSpPr>
          <p:spPr>
            <a:xfrm>
              <a:off x="9030305" y="19338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2" name="pt55502"/>
            <p:cNvSpPr/>
            <p:nvPr/>
          </p:nvSpPr>
          <p:spPr>
            <a:xfrm>
              <a:off x="8689465" y="25144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3" name="pt55503"/>
            <p:cNvSpPr/>
            <p:nvPr/>
          </p:nvSpPr>
          <p:spPr>
            <a:xfrm>
              <a:off x="9305101" y="22057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4" name="pt55504"/>
            <p:cNvSpPr/>
            <p:nvPr/>
          </p:nvSpPr>
          <p:spPr>
            <a:xfrm>
              <a:off x="8929892" y="17860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5" name="pt55505"/>
            <p:cNvSpPr/>
            <p:nvPr/>
          </p:nvSpPr>
          <p:spPr>
            <a:xfrm>
              <a:off x="9052414" y="2236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6" name="pt55506"/>
            <p:cNvSpPr/>
            <p:nvPr/>
          </p:nvSpPr>
          <p:spPr>
            <a:xfrm>
              <a:off x="9664325" y="16444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7" name="pt55507"/>
            <p:cNvSpPr/>
            <p:nvPr/>
          </p:nvSpPr>
          <p:spPr>
            <a:xfrm>
              <a:off x="9037995" y="18000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8" name="pt55508"/>
            <p:cNvSpPr/>
            <p:nvPr/>
          </p:nvSpPr>
          <p:spPr>
            <a:xfrm>
              <a:off x="8381780" y="23413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9" name="pt55509"/>
            <p:cNvSpPr/>
            <p:nvPr/>
          </p:nvSpPr>
          <p:spPr>
            <a:xfrm>
              <a:off x="8993941" y="20168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0" name="pt55510"/>
            <p:cNvSpPr/>
            <p:nvPr/>
          </p:nvSpPr>
          <p:spPr>
            <a:xfrm>
              <a:off x="8500809" y="26530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1" name="pt55511"/>
            <p:cNvSpPr/>
            <p:nvPr/>
          </p:nvSpPr>
          <p:spPr>
            <a:xfrm>
              <a:off x="9780637" y="25182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2" name="pt55512"/>
            <p:cNvSpPr/>
            <p:nvPr/>
          </p:nvSpPr>
          <p:spPr>
            <a:xfrm>
              <a:off x="8850587" y="20297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3" name="pt55513"/>
            <p:cNvSpPr/>
            <p:nvPr/>
          </p:nvSpPr>
          <p:spPr>
            <a:xfrm>
              <a:off x="9108871" y="20356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4" name="pt55514"/>
            <p:cNvSpPr/>
            <p:nvPr/>
          </p:nvSpPr>
          <p:spPr>
            <a:xfrm>
              <a:off x="8633583" y="2014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5" name="pt55515"/>
            <p:cNvSpPr/>
            <p:nvPr/>
          </p:nvSpPr>
          <p:spPr>
            <a:xfrm>
              <a:off x="9056963" y="20017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6" name="pt55516"/>
            <p:cNvSpPr/>
            <p:nvPr/>
          </p:nvSpPr>
          <p:spPr>
            <a:xfrm>
              <a:off x="9274162" y="19387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7" name="pt55517"/>
            <p:cNvSpPr/>
            <p:nvPr/>
          </p:nvSpPr>
          <p:spPr>
            <a:xfrm>
              <a:off x="8646309" y="22828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8" name="pt55518"/>
            <p:cNvSpPr/>
            <p:nvPr/>
          </p:nvSpPr>
          <p:spPr>
            <a:xfrm>
              <a:off x="8381780" y="21900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9" name="pt55519"/>
            <p:cNvSpPr/>
            <p:nvPr/>
          </p:nvSpPr>
          <p:spPr>
            <a:xfrm>
              <a:off x="8738867" y="22317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0" name="pt55520"/>
            <p:cNvSpPr/>
            <p:nvPr/>
          </p:nvSpPr>
          <p:spPr>
            <a:xfrm>
              <a:off x="8381780" y="24709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1" name="pt55521"/>
            <p:cNvSpPr/>
            <p:nvPr/>
          </p:nvSpPr>
          <p:spPr>
            <a:xfrm>
              <a:off x="8707558" y="22196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2" name="pt55522"/>
            <p:cNvSpPr/>
            <p:nvPr/>
          </p:nvSpPr>
          <p:spPr>
            <a:xfrm>
              <a:off x="8989011" y="20634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3" name="pt55523"/>
            <p:cNvSpPr/>
            <p:nvPr/>
          </p:nvSpPr>
          <p:spPr>
            <a:xfrm>
              <a:off x="9230780" y="18819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4" name="pt55524"/>
            <p:cNvSpPr/>
            <p:nvPr/>
          </p:nvSpPr>
          <p:spPr>
            <a:xfrm>
              <a:off x="9382404" y="2024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5" name="pt55525"/>
            <p:cNvSpPr/>
            <p:nvPr/>
          </p:nvSpPr>
          <p:spPr>
            <a:xfrm>
              <a:off x="8973309" y="22987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6" name="pt55526"/>
            <p:cNvSpPr/>
            <p:nvPr/>
          </p:nvSpPr>
          <p:spPr>
            <a:xfrm>
              <a:off x="9325298" y="21963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7" name="pt55527"/>
            <p:cNvSpPr/>
            <p:nvPr/>
          </p:nvSpPr>
          <p:spPr>
            <a:xfrm>
              <a:off x="8932228" y="19196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8" name="pt55528"/>
            <p:cNvSpPr/>
            <p:nvPr/>
          </p:nvSpPr>
          <p:spPr>
            <a:xfrm>
              <a:off x="8868306" y="21671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9" name="pt55529"/>
            <p:cNvSpPr/>
            <p:nvPr/>
          </p:nvSpPr>
          <p:spPr>
            <a:xfrm>
              <a:off x="8550210" y="26364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0" name="pt55530"/>
            <p:cNvSpPr/>
            <p:nvPr/>
          </p:nvSpPr>
          <p:spPr>
            <a:xfrm>
              <a:off x="9184210" y="21358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1" name="pt55531"/>
            <p:cNvSpPr/>
            <p:nvPr/>
          </p:nvSpPr>
          <p:spPr>
            <a:xfrm>
              <a:off x="9052414" y="21470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2" name="pt55532"/>
            <p:cNvSpPr/>
            <p:nvPr/>
          </p:nvSpPr>
          <p:spPr>
            <a:xfrm>
              <a:off x="9037995" y="18180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3" name="pt55533"/>
            <p:cNvSpPr/>
            <p:nvPr/>
          </p:nvSpPr>
          <p:spPr>
            <a:xfrm>
              <a:off x="8500809" y="24555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4" name="pt55534"/>
            <p:cNvSpPr/>
            <p:nvPr/>
          </p:nvSpPr>
          <p:spPr>
            <a:xfrm>
              <a:off x="9079049" y="19903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5" name="pt55535"/>
            <p:cNvSpPr/>
            <p:nvPr/>
          </p:nvSpPr>
          <p:spPr>
            <a:xfrm>
              <a:off x="8813199" y="20150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6" name="pt55536"/>
            <p:cNvSpPr/>
            <p:nvPr/>
          </p:nvSpPr>
          <p:spPr>
            <a:xfrm>
              <a:off x="8777185" y="22723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7" name="pt55537"/>
            <p:cNvSpPr/>
            <p:nvPr/>
          </p:nvSpPr>
          <p:spPr>
            <a:xfrm>
              <a:off x="8381780" y="25199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8" name="pt55538"/>
            <p:cNvSpPr/>
            <p:nvPr/>
          </p:nvSpPr>
          <p:spPr>
            <a:xfrm>
              <a:off x="8646309" y="24753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9" name="pt55539"/>
            <p:cNvSpPr/>
            <p:nvPr/>
          </p:nvSpPr>
          <p:spPr>
            <a:xfrm>
              <a:off x="8854280" y="20097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0" name="pt55540"/>
            <p:cNvSpPr/>
            <p:nvPr/>
          </p:nvSpPr>
          <p:spPr>
            <a:xfrm>
              <a:off x="9436506" y="22513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1" name="pt55541"/>
            <p:cNvSpPr/>
            <p:nvPr/>
          </p:nvSpPr>
          <p:spPr>
            <a:xfrm>
              <a:off x="8884367" y="19793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2" name="pt55542"/>
            <p:cNvSpPr/>
            <p:nvPr/>
          </p:nvSpPr>
          <p:spPr>
            <a:xfrm>
              <a:off x="9079049" y="19984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3" name="pt55543"/>
            <p:cNvSpPr/>
            <p:nvPr/>
          </p:nvSpPr>
          <p:spPr>
            <a:xfrm>
              <a:off x="9581160" y="22837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4" name="pt55544"/>
            <p:cNvSpPr/>
            <p:nvPr/>
          </p:nvSpPr>
          <p:spPr>
            <a:xfrm>
              <a:off x="8619838" y="22771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5" name="pt55545"/>
            <p:cNvSpPr/>
            <p:nvPr/>
          </p:nvSpPr>
          <p:spPr>
            <a:xfrm>
              <a:off x="8619838" y="23377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6" name="pt55546"/>
            <p:cNvSpPr/>
            <p:nvPr/>
          </p:nvSpPr>
          <p:spPr>
            <a:xfrm>
              <a:off x="8431181" y="2470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7" name="pt55547"/>
            <p:cNvSpPr/>
            <p:nvPr/>
          </p:nvSpPr>
          <p:spPr>
            <a:xfrm>
              <a:off x="8788268" y="21173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8" name="pt55548"/>
            <p:cNvSpPr/>
            <p:nvPr/>
          </p:nvSpPr>
          <p:spPr>
            <a:xfrm>
              <a:off x="8965842" y="21950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9" name="pt55549"/>
            <p:cNvSpPr/>
            <p:nvPr/>
          </p:nvSpPr>
          <p:spPr>
            <a:xfrm>
              <a:off x="8669239" y="23582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0" name="pt55550"/>
            <p:cNvSpPr/>
            <p:nvPr/>
          </p:nvSpPr>
          <p:spPr>
            <a:xfrm>
              <a:off x="9485353" y="24627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1" name="pt55551"/>
            <p:cNvSpPr/>
            <p:nvPr/>
          </p:nvSpPr>
          <p:spPr>
            <a:xfrm>
              <a:off x="9874745" y="26469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2" name="pt55552"/>
            <p:cNvSpPr/>
            <p:nvPr/>
          </p:nvSpPr>
          <p:spPr>
            <a:xfrm>
              <a:off x="9077064" y="19086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3" name="pt55553"/>
            <p:cNvSpPr/>
            <p:nvPr/>
          </p:nvSpPr>
          <p:spPr>
            <a:xfrm>
              <a:off x="9606545" y="22476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4" name="pt55554"/>
            <p:cNvSpPr/>
            <p:nvPr/>
          </p:nvSpPr>
          <p:spPr>
            <a:xfrm>
              <a:off x="9052414" y="2073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5" name="pt55555"/>
            <p:cNvSpPr/>
            <p:nvPr/>
          </p:nvSpPr>
          <p:spPr>
            <a:xfrm>
              <a:off x="8707558" y="21736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6" name="pt55556"/>
            <p:cNvSpPr/>
            <p:nvPr/>
          </p:nvSpPr>
          <p:spPr>
            <a:xfrm>
              <a:off x="8765338" y="20042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7" name="pt55557"/>
            <p:cNvSpPr/>
            <p:nvPr/>
          </p:nvSpPr>
          <p:spPr>
            <a:xfrm>
              <a:off x="8884367" y="20553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8" name="pt55558"/>
            <p:cNvSpPr/>
            <p:nvPr/>
          </p:nvSpPr>
          <p:spPr>
            <a:xfrm>
              <a:off x="8731558" y="22116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9" name="pt55559"/>
            <p:cNvSpPr/>
            <p:nvPr/>
          </p:nvSpPr>
          <p:spPr>
            <a:xfrm>
              <a:off x="9417384" y="19808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0" name="pt55560"/>
            <p:cNvSpPr/>
            <p:nvPr/>
          </p:nvSpPr>
          <p:spPr>
            <a:xfrm>
              <a:off x="8312152" y="26462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1" name="pt55561"/>
            <p:cNvSpPr/>
            <p:nvPr/>
          </p:nvSpPr>
          <p:spPr>
            <a:xfrm>
              <a:off x="9020874" y="16715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2" name="pt55562"/>
            <p:cNvSpPr/>
            <p:nvPr/>
          </p:nvSpPr>
          <p:spPr>
            <a:xfrm>
              <a:off x="8646309" y="23305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3" name="pt55563"/>
            <p:cNvSpPr/>
            <p:nvPr/>
          </p:nvSpPr>
          <p:spPr>
            <a:xfrm>
              <a:off x="9286979" y="19433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4" name="pt55564"/>
            <p:cNvSpPr/>
            <p:nvPr/>
          </p:nvSpPr>
          <p:spPr>
            <a:xfrm>
              <a:off x="9522221" y="18644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5" name="pt55565"/>
            <p:cNvSpPr/>
            <p:nvPr/>
          </p:nvSpPr>
          <p:spPr>
            <a:xfrm>
              <a:off x="9242219" y="19925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6" name="pt55566"/>
            <p:cNvSpPr/>
            <p:nvPr/>
          </p:nvSpPr>
          <p:spPr>
            <a:xfrm>
              <a:off x="9179876" y="18737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7" name="pt55567"/>
            <p:cNvSpPr/>
            <p:nvPr/>
          </p:nvSpPr>
          <p:spPr>
            <a:xfrm>
              <a:off x="8798679" y="21588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8" name="pt55568"/>
            <p:cNvSpPr/>
            <p:nvPr/>
          </p:nvSpPr>
          <p:spPr>
            <a:xfrm>
              <a:off x="9207674" y="17040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9" name="pt55569"/>
            <p:cNvSpPr/>
            <p:nvPr/>
          </p:nvSpPr>
          <p:spPr>
            <a:xfrm>
              <a:off x="9001856" y="20608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0" name="pt55570"/>
            <p:cNvSpPr/>
            <p:nvPr/>
          </p:nvSpPr>
          <p:spPr>
            <a:xfrm>
              <a:off x="9102103" y="20154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1" name="pt55571"/>
            <p:cNvSpPr/>
            <p:nvPr/>
          </p:nvSpPr>
          <p:spPr>
            <a:xfrm>
              <a:off x="8738867" y="20013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2" name="pt55572"/>
            <p:cNvSpPr/>
            <p:nvPr/>
          </p:nvSpPr>
          <p:spPr>
            <a:xfrm>
              <a:off x="8570436" y="21902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3" name="pt55573"/>
            <p:cNvSpPr/>
            <p:nvPr/>
          </p:nvSpPr>
          <p:spPr>
            <a:xfrm>
              <a:off x="9031610" y="18393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4" name="pt55574"/>
            <p:cNvSpPr/>
            <p:nvPr/>
          </p:nvSpPr>
          <p:spPr>
            <a:xfrm>
              <a:off x="8932228" y="19268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5" name="pt55575"/>
            <p:cNvSpPr/>
            <p:nvPr/>
          </p:nvSpPr>
          <p:spPr>
            <a:xfrm>
              <a:off x="8731558" y="20234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6" name="pt55576"/>
            <p:cNvSpPr/>
            <p:nvPr/>
          </p:nvSpPr>
          <p:spPr>
            <a:xfrm>
              <a:off x="8658156" y="2488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7" name="pt55577"/>
            <p:cNvSpPr/>
            <p:nvPr/>
          </p:nvSpPr>
          <p:spPr>
            <a:xfrm>
              <a:off x="9007935" y="19004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8" name="pt55578"/>
            <p:cNvSpPr/>
            <p:nvPr/>
          </p:nvSpPr>
          <p:spPr>
            <a:xfrm>
              <a:off x="8992313" y="18052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9" name="pt55579"/>
            <p:cNvSpPr/>
            <p:nvPr/>
          </p:nvSpPr>
          <p:spPr>
            <a:xfrm>
              <a:off x="8887406" y="18669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0" name="pt55580"/>
            <p:cNvSpPr/>
            <p:nvPr/>
          </p:nvSpPr>
          <p:spPr>
            <a:xfrm>
              <a:off x="9090502" y="1743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1" name="pt55581"/>
            <p:cNvSpPr/>
            <p:nvPr/>
          </p:nvSpPr>
          <p:spPr>
            <a:xfrm>
              <a:off x="8550210" y="25442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2" name="pt55582"/>
            <p:cNvSpPr/>
            <p:nvPr/>
          </p:nvSpPr>
          <p:spPr>
            <a:xfrm>
              <a:off x="8588529" y="22544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3" name="pt55583"/>
            <p:cNvSpPr/>
            <p:nvPr/>
          </p:nvSpPr>
          <p:spPr>
            <a:xfrm>
              <a:off x="8500809" y="26747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4" name="pt55584"/>
            <p:cNvSpPr/>
            <p:nvPr/>
          </p:nvSpPr>
          <p:spPr>
            <a:xfrm>
              <a:off x="8752612" y="22657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5" name="pt55585"/>
            <p:cNvSpPr/>
            <p:nvPr/>
          </p:nvSpPr>
          <p:spPr>
            <a:xfrm>
              <a:off x="8759093" y="21980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6" name="pt55586"/>
            <p:cNvSpPr/>
            <p:nvPr/>
          </p:nvSpPr>
          <p:spPr>
            <a:xfrm>
              <a:off x="8312152" y="23168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7" name="pt55587"/>
            <p:cNvSpPr/>
            <p:nvPr/>
          </p:nvSpPr>
          <p:spPr>
            <a:xfrm>
              <a:off x="8817779" y="21165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8" name="pt55588"/>
            <p:cNvSpPr/>
            <p:nvPr/>
          </p:nvSpPr>
          <p:spPr>
            <a:xfrm>
              <a:off x="8793552" y="20842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9" name="pt55589"/>
            <p:cNvSpPr/>
            <p:nvPr/>
          </p:nvSpPr>
          <p:spPr>
            <a:xfrm>
              <a:off x="9034193" y="17599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0" name="pt55590"/>
            <p:cNvSpPr/>
            <p:nvPr/>
          </p:nvSpPr>
          <p:spPr>
            <a:xfrm>
              <a:off x="9179876" y="19161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1" name="pt55591"/>
            <p:cNvSpPr/>
            <p:nvPr/>
          </p:nvSpPr>
          <p:spPr>
            <a:xfrm>
              <a:off x="8912581" y="19997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2" name="pt55592"/>
            <p:cNvSpPr/>
            <p:nvPr/>
          </p:nvSpPr>
          <p:spPr>
            <a:xfrm>
              <a:off x="9088645" y="18914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3" name="pt55593"/>
            <p:cNvSpPr/>
            <p:nvPr/>
          </p:nvSpPr>
          <p:spPr>
            <a:xfrm>
              <a:off x="8715936" y="22547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4" name="pt55594"/>
            <p:cNvSpPr/>
            <p:nvPr/>
          </p:nvSpPr>
          <p:spPr>
            <a:xfrm>
              <a:off x="8745877" y="20899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5" name="pt55595"/>
            <p:cNvSpPr/>
            <p:nvPr/>
          </p:nvSpPr>
          <p:spPr>
            <a:xfrm>
              <a:off x="8312152" y="23119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6" name="pt55596"/>
            <p:cNvSpPr/>
            <p:nvPr/>
          </p:nvSpPr>
          <p:spPr>
            <a:xfrm>
              <a:off x="9359136" y="1998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7" name="pt55597"/>
            <p:cNvSpPr/>
            <p:nvPr/>
          </p:nvSpPr>
          <p:spPr>
            <a:xfrm>
              <a:off x="8842954" y="19824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8" name="pt55598"/>
            <p:cNvSpPr/>
            <p:nvPr/>
          </p:nvSpPr>
          <p:spPr>
            <a:xfrm>
              <a:off x="8431181" y="25069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9" name="pt55599"/>
            <p:cNvSpPr/>
            <p:nvPr/>
          </p:nvSpPr>
          <p:spPr>
            <a:xfrm>
              <a:off x="9179876" y="19439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0" name="pt55600"/>
            <p:cNvSpPr/>
            <p:nvPr/>
          </p:nvSpPr>
          <p:spPr>
            <a:xfrm>
              <a:off x="8312152" y="24424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1" name="pt55601"/>
            <p:cNvSpPr/>
            <p:nvPr/>
          </p:nvSpPr>
          <p:spPr>
            <a:xfrm>
              <a:off x="9067835" y="17377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2" name="pt55602"/>
            <p:cNvSpPr/>
            <p:nvPr/>
          </p:nvSpPr>
          <p:spPr>
            <a:xfrm>
              <a:off x="8669239" y="22515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3" name="pt55603"/>
            <p:cNvSpPr/>
            <p:nvPr/>
          </p:nvSpPr>
          <p:spPr>
            <a:xfrm>
              <a:off x="9275425" y="20316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4" name="pt55604"/>
            <p:cNvSpPr/>
            <p:nvPr/>
          </p:nvSpPr>
          <p:spPr>
            <a:xfrm>
              <a:off x="8842954" y="21221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5" name="pt55605"/>
            <p:cNvSpPr/>
            <p:nvPr/>
          </p:nvSpPr>
          <p:spPr>
            <a:xfrm>
              <a:off x="8500809" y="24138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6" name="pt55606"/>
            <p:cNvSpPr/>
            <p:nvPr/>
          </p:nvSpPr>
          <p:spPr>
            <a:xfrm>
              <a:off x="8868306" y="22112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7" name="pt55607"/>
            <p:cNvSpPr/>
            <p:nvPr/>
          </p:nvSpPr>
          <p:spPr>
            <a:xfrm>
              <a:off x="9001856" y="20875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8" name="pt55608"/>
            <p:cNvSpPr/>
            <p:nvPr/>
          </p:nvSpPr>
          <p:spPr>
            <a:xfrm>
              <a:off x="8958035" y="21043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9" name="pt55609"/>
            <p:cNvSpPr/>
            <p:nvPr/>
          </p:nvSpPr>
          <p:spPr>
            <a:xfrm>
              <a:off x="8679650" y="24309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0" name="pt55610"/>
            <p:cNvSpPr/>
            <p:nvPr/>
          </p:nvSpPr>
          <p:spPr>
            <a:xfrm>
              <a:off x="8969616" y="23185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1" name="pt55611"/>
            <p:cNvSpPr/>
            <p:nvPr/>
          </p:nvSpPr>
          <p:spPr>
            <a:xfrm>
              <a:off x="9259623" y="20606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2" name="pt55612"/>
            <p:cNvSpPr/>
            <p:nvPr/>
          </p:nvSpPr>
          <p:spPr>
            <a:xfrm>
              <a:off x="8899053" y="23287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3" name="pt55613"/>
            <p:cNvSpPr/>
            <p:nvPr/>
          </p:nvSpPr>
          <p:spPr>
            <a:xfrm>
              <a:off x="9056963" y="19628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4" name="pt55614"/>
            <p:cNvSpPr/>
            <p:nvPr/>
          </p:nvSpPr>
          <p:spPr>
            <a:xfrm>
              <a:off x="9054703" y="21780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5" name="pt55615"/>
            <p:cNvSpPr/>
            <p:nvPr/>
          </p:nvSpPr>
          <p:spPr>
            <a:xfrm>
              <a:off x="9278233" y="19799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6" name="pt55616"/>
            <p:cNvSpPr/>
            <p:nvPr/>
          </p:nvSpPr>
          <p:spPr>
            <a:xfrm>
              <a:off x="8381780" y="23368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7" name="pt55617"/>
            <p:cNvSpPr/>
            <p:nvPr/>
          </p:nvSpPr>
          <p:spPr>
            <a:xfrm>
              <a:off x="9030305" y="20007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8" name="pt55618"/>
            <p:cNvSpPr/>
            <p:nvPr/>
          </p:nvSpPr>
          <p:spPr>
            <a:xfrm>
              <a:off x="8904593" y="21254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9" name="pt55619"/>
            <p:cNvSpPr/>
            <p:nvPr/>
          </p:nvSpPr>
          <p:spPr>
            <a:xfrm>
              <a:off x="9562708" y="21965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0" name="pt55620"/>
            <p:cNvSpPr/>
            <p:nvPr/>
          </p:nvSpPr>
          <p:spPr>
            <a:xfrm>
              <a:off x="8689465" y="23804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1" name="pt55621"/>
            <p:cNvSpPr/>
            <p:nvPr/>
          </p:nvSpPr>
          <p:spPr>
            <a:xfrm>
              <a:off x="8588529" y="21457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2" name="pt55622"/>
            <p:cNvSpPr/>
            <p:nvPr/>
          </p:nvSpPr>
          <p:spPr>
            <a:xfrm>
              <a:off x="9123951" y="20986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3" name="pt55623"/>
            <p:cNvSpPr/>
            <p:nvPr/>
          </p:nvSpPr>
          <p:spPr>
            <a:xfrm>
              <a:off x="8646309" y="23490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4" name="pt55624"/>
            <p:cNvSpPr/>
            <p:nvPr/>
          </p:nvSpPr>
          <p:spPr>
            <a:xfrm>
              <a:off x="8963923" y="21627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5" name="pt55625"/>
            <p:cNvSpPr/>
            <p:nvPr/>
          </p:nvSpPr>
          <p:spPr>
            <a:xfrm>
              <a:off x="8550210" y="25324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6" name="pt55626"/>
            <p:cNvSpPr/>
            <p:nvPr/>
          </p:nvSpPr>
          <p:spPr>
            <a:xfrm>
              <a:off x="8777185" y="22616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7" name="pt55627"/>
            <p:cNvSpPr/>
            <p:nvPr/>
          </p:nvSpPr>
          <p:spPr>
            <a:xfrm>
              <a:off x="8884367" y="20081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8" name="pt55628"/>
            <p:cNvSpPr/>
            <p:nvPr/>
          </p:nvSpPr>
          <p:spPr>
            <a:xfrm>
              <a:off x="9100368" y="21092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9" name="pt55629"/>
            <p:cNvSpPr/>
            <p:nvPr/>
          </p:nvSpPr>
          <p:spPr>
            <a:xfrm>
              <a:off x="8619838" y="23046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0" name="pt55630"/>
            <p:cNvSpPr/>
            <p:nvPr/>
          </p:nvSpPr>
          <p:spPr>
            <a:xfrm>
              <a:off x="8961983" y="21963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1" name="pt55631"/>
            <p:cNvSpPr/>
            <p:nvPr/>
          </p:nvSpPr>
          <p:spPr>
            <a:xfrm>
              <a:off x="8759093" y="21293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2" name="pt55632"/>
            <p:cNvSpPr/>
            <p:nvPr/>
          </p:nvSpPr>
          <p:spPr>
            <a:xfrm>
              <a:off x="8381780" y="21735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3" name="pt55633"/>
            <p:cNvSpPr/>
            <p:nvPr/>
          </p:nvSpPr>
          <p:spPr>
            <a:xfrm>
              <a:off x="8715936" y="21822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4" name="pt55634"/>
            <p:cNvSpPr/>
            <p:nvPr/>
          </p:nvSpPr>
          <p:spPr>
            <a:xfrm>
              <a:off x="8850587" y="19566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5" name="pt55635"/>
            <p:cNvSpPr/>
            <p:nvPr/>
          </p:nvSpPr>
          <p:spPr>
            <a:xfrm>
              <a:off x="8731558" y="20838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6" name="pt55636"/>
            <p:cNvSpPr/>
            <p:nvPr/>
          </p:nvSpPr>
          <p:spPr>
            <a:xfrm>
              <a:off x="8765338" y="20453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7" name="pt55637"/>
            <p:cNvSpPr/>
            <p:nvPr/>
          </p:nvSpPr>
          <p:spPr>
            <a:xfrm>
              <a:off x="9062485" y="19842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8" name="pt55638"/>
            <p:cNvSpPr/>
            <p:nvPr/>
          </p:nvSpPr>
          <p:spPr>
            <a:xfrm>
              <a:off x="9184210" y="22073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9" name="pt55639"/>
            <p:cNvSpPr/>
            <p:nvPr/>
          </p:nvSpPr>
          <p:spPr>
            <a:xfrm>
              <a:off x="9340807" y="21857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0" name="pt55640"/>
            <p:cNvSpPr/>
            <p:nvPr/>
          </p:nvSpPr>
          <p:spPr>
            <a:xfrm>
              <a:off x="9034193" y="18217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1" name="pt55641"/>
            <p:cNvSpPr/>
            <p:nvPr/>
          </p:nvSpPr>
          <p:spPr>
            <a:xfrm>
              <a:off x="8550210" y="23103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2" name="pt55642"/>
            <p:cNvSpPr/>
            <p:nvPr/>
          </p:nvSpPr>
          <p:spPr>
            <a:xfrm>
              <a:off x="8980466" y="20757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3" name="pt55643"/>
            <p:cNvSpPr/>
            <p:nvPr/>
          </p:nvSpPr>
          <p:spPr>
            <a:xfrm>
              <a:off x="8550210" y="25156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4" name="pt55644"/>
            <p:cNvSpPr/>
            <p:nvPr/>
          </p:nvSpPr>
          <p:spPr>
            <a:xfrm>
              <a:off x="8500809" y="26237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5" name="pt55645"/>
            <p:cNvSpPr/>
            <p:nvPr/>
          </p:nvSpPr>
          <p:spPr>
            <a:xfrm>
              <a:off x="9324827" y="21475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6" name="pt55646"/>
            <p:cNvSpPr/>
            <p:nvPr/>
          </p:nvSpPr>
          <p:spPr>
            <a:xfrm>
              <a:off x="8752612" y="21368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7" name="pt55647"/>
            <p:cNvSpPr/>
            <p:nvPr/>
          </p:nvSpPr>
          <p:spPr>
            <a:xfrm>
              <a:off x="8884367" y="19718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8" name="pt55648"/>
            <p:cNvSpPr/>
            <p:nvPr/>
          </p:nvSpPr>
          <p:spPr>
            <a:xfrm>
              <a:off x="9546889" y="20526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9" name="pt55649"/>
            <p:cNvSpPr/>
            <p:nvPr/>
          </p:nvSpPr>
          <p:spPr>
            <a:xfrm>
              <a:off x="8669239" y="23712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0" name="pt55650"/>
            <p:cNvSpPr/>
            <p:nvPr/>
          </p:nvSpPr>
          <p:spPr>
            <a:xfrm>
              <a:off x="8850587" y="2077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1" name="pt55651"/>
            <p:cNvSpPr/>
            <p:nvPr/>
          </p:nvSpPr>
          <p:spPr>
            <a:xfrm>
              <a:off x="8934533" y="19148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2" name="pt55652"/>
            <p:cNvSpPr/>
            <p:nvPr/>
          </p:nvSpPr>
          <p:spPr>
            <a:xfrm>
              <a:off x="9187390" y="2241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3" name="pt55653"/>
            <p:cNvSpPr/>
            <p:nvPr/>
          </p:nvSpPr>
          <p:spPr>
            <a:xfrm>
              <a:off x="8868306" y="2142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4" name="pt55654"/>
            <p:cNvSpPr/>
            <p:nvPr/>
          </p:nvSpPr>
          <p:spPr>
            <a:xfrm>
              <a:off x="9356410" y="20654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5" name="pt55655"/>
            <p:cNvSpPr/>
            <p:nvPr/>
          </p:nvSpPr>
          <p:spPr>
            <a:xfrm>
              <a:off x="8765338" y="23208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6" name="pt55656"/>
            <p:cNvSpPr/>
            <p:nvPr/>
          </p:nvSpPr>
          <p:spPr>
            <a:xfrm>
              <a:off x="8570436" y="21898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7" name="pt55657"/>
            <p:cNvSpPr/>
            <p:nvPr/>
          </p:nvSpPr>
          <p:spPr>
            <a:xfrm>
              <a:off x="9096846" y="1716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8" name="pt55658"/>
            <p:cNvSpPr/>
            <p:nvPr/>
          </p:nvSpPr>
          <p:spPr>
            <a:xfrm>
              <a:off x="9110522" y="21144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9" name="pt55659"/>
            <p:cNvSpPr/>
            <p:nvPr/>
          </p:nvSpPr>
          <p:spPr>
            <a:xfrm>
              <a:off x="8961983" y="21846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0" name="pt55660"/>
            <p:cNvSpPr/>
            <p:nvPr/>
          </p:nvSpPr>
          <p:spPr>
            <a:xfrm>
              <a:off x="8381780" y="22154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1" name="pt55661"/>
            <p:cNvSpPr/>
            <p:nvPr/>
          </p:nvSpPr>
          <p:spPr>
            <a:xfrm>
              <a:off x="9067835" y="18087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2" name="pt55662"/>
            <p:cNvSpPr/>
            <p:nvPr/>
          </p:nvSpPr>
          <p:spPr>
            <a:xfrm>
              <a:off x="8669239" y="25938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3" name="pt55663"/>
            <p:cNvSpPr/>
            <p:nvPr/>
          </p:nvSpPr>
          <p:spPr>
            <a:xfrm>
              <a:off x="8381780" y="23074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4" name="pt55664"/>
            <p:cNvSpPr/>
            <p:nvPr/>
          </p:nvSpPr>
          <p:spPr>
            <a:xfrm>
              <a:off x="9074042" y="20351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5" name="pt55665"/>
            <p:cNvSpPr/>
            <p:nvPr/>
          </p:nvSpPr>
          <p:spPr>
            <a:xfrm>
              <a:off x="8798679" y="21836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6" name="pt55666"/>
            <p:cNvSpPr/>
            <p:nvPr/>
          </p:nvSpPr>
          <p:spPr>
            <a:xfrm>
              <a:off x="8679650" y="25588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7" name="pt55667"/>
            <p:cNvSpPr/>
            <p:nvPr/>
          </p:nvSpPr>
          <p:spPr>
            <a:xfrm>
              <a:off x="8731558" y="23973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8" name="pt55668"/>
            <p:cNvSpPr/>
            <p:nvPr/>
          </p:nvSpPr>
          <p:spPr>
            <a:xfrm>
              <a:off x="8633583" y="21643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9" name="pt55669"/>
            <p:cNvSpPr/>
            <p:nvPr/>
          </p:nvSpPr>
          <p:spPr>
            <a:xfrm>
              <a:off x="9466476" y="2269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0" name="pt55670"/>
            <p:cNvSpPr/>
            <p:nvPr/>
          </p:nvSpPr>
          <p:spPr>
            <a:xfrm>
              <a:off x="8777185" y="23979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1" name="pt55671"/>
            <p:cNvSpPr/>
            <p:nvPr/>
          </p:nvSpPr>
          <p:spPr>
            <a:xfrm>
              <a:off x="8431181" y="25268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2" name="pt55672"/>
            <p:cNvSpPr/>
            <p:nvPr/>
          </p:nvSpPr>
          <p:spPr>
            <a:xfrm>
              <a:off x="9174300" y="20067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3" name="pt55673"/>
            <p:cNvSpPr/>
            <p:nvPr/>
          </p:nvSpPr>
          <p:spPr>
            <a:xfrm>
              <a:off x="9187914" y="21901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4" name="pt55674"/>
            <p:cNvSpPr/>
            <p:nvPr/>
          </p:nvSpPr>
          <p:spPr>
            <a:xfrm>
              <a:off x="8947749" y="20908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5" name="pt55675"/>
            <p:cNvSpPr/>
            <p:nvPr/>
          </p:nvSpPr>
          <p:spPr>
            <a:xfrm>
              <a:off x="8771364" y="24138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6" name="pt55676"/>
            <p:cNvSpPr/>
            <p:nvPr/>
          </p:nvSpPr>
          <p:spPr>
            <a:xfrm>
              <a:off x="9207674" y="20261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7" name="pt55677"/>
            <p:cNvSpPr/>
            <p:nvPr/>
          </p:nvSpPr>
          <p:spPr>
            <a:xfrm>
              <a:off x="8669239" y="23065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8" name="pt55678"/>
            <p:cNvSpPr/>
            <p:nvPr/>
          </p:nvSpPr>
          <p:spPr>
            <a:xfrm>
              <a:off x="8956027" y="21282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9" name="pt55679"/>
            <p:cNvSpPr/>
            <p:nvPr/>
          </p:nvSpPr>
          <p:spPr>
            <a:xfrm>
              <a:off x="9051257" y="20883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0" name="pt55680"/>
            <p:cNvSpPr/>
            <p:nvPr/>
          </p:nvSpPr>
          <p:spPr>
            <a:xfrm>
              <a:off x="8922686" y="18665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1" name="pt55681"/>
            <p:cNvSpPr/>
            <p:nvPr/>
          </p:nvSpPr>
          <p:spPr>
            <a:xfrm>
              <a:off x="9010896" y="17634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2" name="pt55682"/>
            <p:cNvSpPr/>
            <p:nvPr/>
          </p:nvSpPr>
          <p:spPr>
            <a:xfrm>
              <a:off x="9620546" y="19468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3" name="pt55683"/>
            <p:cNvSpPr/>
            <p:nvPr/>
          </p:nvSpPr>
          <p:spPr>
            <a:xfrm>
              <a:off x="8890393" y="20183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4" name="pt55684"/>
            <p:cNvSpPr/>
            <p:nvPr/>
          </p:nvSpPr>
          <p:spPr>
            <a:xfrm>
              <a:off x="9320769" y="22149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5" name="pt55685"/>
            <p:cNvSpPr/>
            <p:nvPr/>
          </p:nvSpPr>
          <p:spPr>
            <a:xfrm>
              <a:off x="8550210" y="24831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6" name="pt55686"/>
            <p:cNvSpPr/>
            <p:nvPr/>
          </p:nvSpPr>
          <p:spPr>
            <a:xfrm>
              <a:off x="9067835" y="19704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7" name="pt55687"/>
            <p:cNvSpPr/>
            <p:nvPr/>
          </p:nvSpPr>
          <p:spPr>
            <a:xfrm>
              <a:off x="9636399" y="21321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8" name="pt55688"/>
            <p:cNvSpPr/>
            <p:nvPr/>
          </p:nvSpPr>
          <p:spPr>
            <a:xfrm>
              <a:off x="9056963" y="21792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9" name="pt55689"/>
            <p:cNvSpPr/>
            <p:nvPr/>
          </p:nvSpPr>
          <p:spPr>
            <a:xfrm>
              <a:off x="9034193" y="17366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0" name="pt55690"/>
            <p:cNvSpPr/>
            <p:nvPr/>
          </p:nvSpPr>
          <p:spPr>
            <a:xfrm>
              <a:off x="9044150" y="1708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1" name="pt55691"/>
            <p:cNvSpPr/>
            <p:nvPr/>
          </p:nvSpPr>
          <p:spPr>
            <a:xfrm>
              <a:off x="8500809" y="26454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2" name="pt55692"/>
            <p:cNvSpPr/>
            <p:nvPr/>
          </p:nvSpPr>
          <p:spPr>
            <a:xfrm>
              <a:off x="8312152" y="24779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3" name="pt55693"/>
            <p:cNvSpPr/>
            <p:nvPr/>
          </p:nvSpPr>
          <p:spPr>
            <a:xfrm>
              <a:off x="8868306" y="21071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4" name="pt55694"/>
            <p:cNvSpPr/>
            <p:nvPr/>
          </p:nvSpPr>
          <p:spPr>
            <a:xfrm>
              <a:off x="9187914" y="23851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5" name="pt55695"/>
            <p:cNvSpPr/>
            <p:nvPr/>
          </p:nvSpPr>
          <p:spPr>
            <a:xfrm>
              <a:off x="9056963" y="22021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6" name="pt55696"/>
            <p:cNvSpPr/>
            <p:nvPr/>
          </p:nvSpPr>
          <p:spPr>
            <a:xfrm>
              <a:off x="8884367" y="20948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7" name="pt55697"/>
            <p:cNvSpPr/>
            <p:nvPr/>
          </p:nvSpPr>
          <p:spPr>
            <a:xfrm>
              <a:off x="8822239" y="21926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8" name="pt55698"/>
            <p:cNvSpPr/>
            <p:nvPr/>
          </p:nvSpPr>
          <p:spPr>
            <a:xfrm>
              <a:off x="9178222" y="18910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9" name="pt55699"/>
            <p:cNvSpPr/>
            <p:nvPr/>
          </p:nvSpPr>
          <p:spPr>
            <a:xfrm>
              <a:off x="8868306" y="22362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0" name="pt55700"/>
            <p:cNvSpPr/>
            <p:nvPr/>
          </p:nvSpPr>
          <p:spPr>
            <a:xfrm>
              <a:off x="8731558" y="23562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1" name="pt55701"/>
            <p:cNvSpPr/>
            <p:nvPr/>
          </p:nvSpPr>
          <p:spPr>
            <a:xfrm>
              <a:off x="9227900" y="20364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2" name="pt55702"/>
            <p:cNvSpPr/>
            <p:nvPr/>
          </p:nvSpPr>
          <p:spPr>
            <a:xfrm>
              <a:off x="8658156" y="21367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3" name="pt55703"/>
            <p:cNvSpPr/>
            <p:nvPr/>
          </p:nvSpPr>
          <p:spPr>
            <a:xfrm>
              <a:off x="9668168" y="2493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4" name="pt55704"/>
            <p:cNvSpPr/>
            <p:nvPr/>
          </p:nvSpPr>
          <p:spPr>
            <a:xfrm>
              <a:off x="8850587" y="20903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5" name="pt55705"/>
            <p:cNvSpPr/>
            <p:nvPr/>
          </p:nvSpPr>
          <p:spPr>
            <a:xfrm>
              <a:off x="9898409" y="25504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6" name="pt55706"/>
            <p:cNvSpPr/>
            <p:nvPr/>
          </p:nvSpPr>
          <p:spPr>
            <a:xfrm>
              <a:off x="9322929" y="20976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7" name="pt55707"/>
            <p:cNvSpPr/>
            <p:nvPr/>
          </p:nvSpPr>
          <p:spPr>
            <a:xfrm>
              <a:off x="8619838" y="24061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8" name="pt55708"/>
            <p:cNvSpPr/>
            <p:nvPr/>
          </p:nvSpPr>
          <p:spPr>
            <a:xfrm>
              <a:off x="8527280" y="26666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9" name="pt55709"/>
            <p:cNvSpPr/>
            <p:nvPr/>
          </p:nvSpPr>
          <p:spPr>
            <a:xfrm>
              <a:off x="8312152" y="24111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0" name="pt55710"/>
            <p:cNvSpPr/>
            <p:nvPr/>
          </p:nvSpPr>
          <p:spPr>
            <a:xfrm>
              <a:off x="9111342" y="21061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1" name="pt55711"/>
            <p:cNvSpPr/>
            <p:nvPr/>
          </p:nvSpPr>
          <p:spPr>
            <a:xfrm>
              <a:off x="9076063" y="20591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2" name="pt55712"/>
            <p:cNvSpPr/>
            <p:nvPr/>
          </p:nvSpPr>
          <p:spPr>
            <a:xfrm>
              <a:off x="8973309" y="22432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3" name="pt55713"/>
            <p:cNvSpPr/>
            <p:nvPr/>
          </p:nvSpPr>
          <p:spPr>
            <a:xfrm>
              <a:off x="9242219" y="20188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4" name="pt55714"/>
            <p:cNvSpPr/>
            <p:nvPr/>
          </p:nvSpPr>
          <p:spPr>
            <a:xfrm>
              <a:off x="8868306" y="22400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5" name="pt55715"/>
            <p:cNvSpPr/>
            <p:nvPr/>
          </p:nvSpPr>
          <p:spPr>
            <a:xfrm>
              <a:off x="8431181" y="2487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6" name="pt55716"/>
            <p:cNvSpPr/>
            <p:nvPr/>
          </p:nvSpPr>
          <p:spPr>
            <a:xfrm>
              <a:off x="8381780" y="21332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7" name="pt55717"/>
            <p:cNvSpPr/>
            <p:nvPr/>
          </p:nvSpPr>
          <p:spPr>
            <a:xfrm>
              <a:off x="8312152" y="25122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8" name="pt55718"/>
            <p:cNvSpPr/>
            <p:nvPr/>
          </p:nvSpPr>
          <p:spPr>
            <a:xfrm>
              <a:off x="9221993" y="20661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9" name="pt55719"/>
            <p:cNvSpPr/>
            <p:nvPr/>
          </p:nvSpPr>
          <p:spPr>
            <a:xfrm>
              <a:off x="9007935" y="18406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0" name="pt55720"/>
            <p:cNvSpPr/>
            <p:nvPr/>
          </p:nvSpPr>
          <p:spPr>
            <a:xfrm>
              <a:off x="8798679" y="20674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1" name="pt55721"/>
            <p:cNvSpPr/>
            <p:nvPr/>
          </p:nvSpPr>
          <p:spPr>
            <a:xfrm>
              <a:off x="9034193" y="18062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2" name="pt55722"/>
            <p:cNvSpPr/>
            <p:nvPr/>
          </p:nvSpPr>
          <p:spPr>
            <a:xfrm>
              <a:off x="9123951" y="21279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3" name="pt55723"/>
            <p:cNvSpPr/>
            <p:nvPr/>
          </p:nvSpPr>
          <p:spPr>
            <a:xfrm>
              <a:off x="9408344" y="19894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4" name="pt55724"/>
            <p:cNvSpPr/>
            <p:nvPr/>
          </p:nvSpPr>
          <p:spPr>
            <a:xfrm>
              <a:off x="8846813" y="20086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5" name="pt55725"/>
            <p:cNvSpPr/>
            <p:nvPr/>
          </p:nvSpPr>
          <p:spPr>
            <a:xfrm>
              <a:off x="8958035" y="22329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6" name="pt55726"/>
            <p:cNvSpPr/>
            <p:nvPr/>
          </p:nvSpPr>
          <p:spPr>
            <a:xfrm>
              <a:off x="8932228" y="19008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7" name="pt55727"/>
            <p:cNvSpPr/>
            <p:nvPr/>
          </p:nvSpPr>
          <p:spPr>
            <a:xfrm>
              <a:off x="9010896" y="16630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8" name="pt55728"/>
            <p:cNvSpPr/>
            <p:nvPr/>
          </p:nvSpPr>
          <p:spPr>
            <a:xfrm>
              <a:off x="8469500" y="21681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9" name="pt55729"/>
            <p:cNvSpPr/>
            <p:nvPr/>
          </p:nvSpPr>
          <p:spPr>
            <a:xfrm>
              <a:off x="8588529" y="21621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0" name="pt55730"/>
            <p:cNvSpPr/>
            <p:nvPr/>
          </p:nvSpPr>
          <p:spPr>
            <a:xfrm>
              <a:off x="8689465" y="24794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1" name="pt55731"/>
            <p:cNvSpPr/>
            <p:nvPr/>
          </p:nvSpPr>
          <p:spPr>
            <a:xfrm>
              <a:off x="9102103" y="21112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2" name="pt55732"/>
            <p:cNvSpPr/>
            <p:nvPr/>
          </p:nvSpPr>
          <p:spPr>
            <a:xfrm>
              <a:off x="9652003" y="24979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3" name="pt55733"/>
            <p:cNvSpPr/>
            <p:nvPr/>
          </p:nvSpPr>
          <p:spPr>
            <a:xfrm>
              <a:off x="9088645" y="19914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4" name="pt55734"/>
            <p:cNvSpPr/>
            <p:nvPr/>
          </p:nvSpPr>
          <p:spPr>
            <a:xfrm>
              <a:off x="9606545" y="22818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5" name="pt55735"/>
            <p:cNvSpPr/>
            <p:nvPr/>
          </p:nvSpPr>
          <p:spPr>
            <a:xfrm>
              <a:off x="8798679" y="22228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6" name="pt55736"/>
            <p:cNvSpPr/>
            <p:nvPr/>
          </p:nvSpPr>
          <p:spPr>
            <a:xfrm>
              <a:off x="9287859" y="19762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7" name="pt55737"/>
            <p:cNvSpPr/>
            <p:nvPr/>
          </p:nvSpPr>
          <p:spPr>
            <a:xfrm>
              <a:off x="9356998" y="20759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8" name="pt55738"/>
            <p:cNvSpPr/>
            <p:nvPr/>
          </p:nvSpPr>
          <p:spPr>
            <a:xfrm>
              <a:off x="9266385" y="17853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9" name="pt55739"/>
            <p:cNvSpPr/>
            <p:nvPr/>
          </p:nvSpPr>
          <p:spPr>
            <a:xfrm>
              <a:off x="9701667" y="25514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0" name="pt55740"/>
            <p:cNvSpPr/>
            <p:nvPr/>
          </p:nvSpPr>
          <p:spPr>
            <a:xfrm>
              <a:off x="9123951" y="20140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1" name="pt55741"/>
            <p:cNvSpPr/>
            <p:nvPr/>
          </p:nvSpPr>
          <p:spPr>
            <a:xfrm>
              <a:off x="9077064" y="18255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2" name="pt55742"/>
            <p:cNvSpPr/>
            <p:nvPr/>
          </p:nvSpPr>
          <p:spPr>
            <a:xfrm>
              <a:off x="9277923" y="19172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3" name="pt55743"/>
            <p:cNvSpPr/>
            <p:nvPr/>
          </p:nvSpPr>
          <p:spPr>
            <a:xfrm>
              <a:off x="9044150" y="17094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4" name="pt55744"/>
            <p:cNvSpPr/>
            <p:nvPr/>
          </p:nvSpPr>
          <p:spPr>
            <a:xfrm>
              <a:off x="9037995" y="18839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5" name="pt55745"/>
            <p:cNvSpPr/>
            <p:nvPr/>
          </p:nvSpPr>
          <p:spPr>
            <a:xfrm>
              <a:off x="8381780" y="24591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6" name="pt55746"/>
            <p:cNvSpPr/>
            <p:nvPr/>
          </p:nvSpPr>
          <p:spPr>
            <a:xfrm>
              <a:off x="9090502" y="20662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7" name="pt55747"/>
            <p:cNvSpPr/>
            <p:nvPr/>
          </p:nvSpPr>
          <p:spPr>
            <a:xfrm>
              <a:off x="8469500" y="23322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8" name="pt55748"/>
            <p:cNvSpPr/>
            <p:nvPr/>
          </p:nvSpPr>
          <p:spPr>
            <a:xfrm>
              <a:off x="9115383" y="22196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9" name="pt55749"/>
            <p:cNvSpPr/>
            <p:nvPr/>
          </p:nvSpPr>
          <p:spPr>
            <a:xfrm>
              <a:off x="9007935" y="1849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0" name="pt55750"/>
            <p:cNvSpPr/>
            <p:nvPr/>
          </p:nvSpPr>
          <p:spPr>
            <a:xfrm>
              <a:off x="9044150" y="17486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1" name="pt55751"/>
            <p:cNvSpPr/>
            <p:nvPr/>
          </p:nvSpPr>
          <p:spPr>
            <a:xfrm>
              <a:off x="9123951" y="20603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2" name="pt55752"/>
            <p:cNvSpPr/>
            <p:nvPr/>
          </p:nvSpPr>
          <p:spPr>
            <a:xfrm>
              <a:off x="9044150" y="17420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3" name="pt55753"/>
            <p:cNvSpPr/>
            <p:nvPr/>
          </p:nvSpPr>
          <p:spPr>
            <a:xfrm>
              <a:off x="8500809" y="27012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4" name="pt55754"/>
            <p:cNvSpPr/>
            <p:nvPr/>
          </p:nvSpPr>
          <p:spPr>
            <a:xfrm>
              <a:off x="8961983" y="21651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5" name="pt55755"/>
            <p:cNvSpPr/>
            <p:nvPr/>
          </p:nvSpPr>
          <p:spPr>
            <a:xfrm>
              <a:off x="9010896" y="1542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6" name="pt55756"/>
            <p:cNvSpPr/>
            <p:nvPr/>
          </p:nvSpPr>
          <p:spPr>
            <a:xfrm>
              <a:off x="9096846" y="16557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7" name="pt55757"/>
            <p:cNvSpPr/>
            <p:nvPr/>
          </p:nvSpPr>
          <p:spPr>
            <a:xfrm>
              <a:off x="8857896" y="21743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8" name="pt55758"/>
            <p:cNvSpPr/>
            <p:nvPr/>
          </p:nvSpPr>
          <p:spPr>
            <a:xfrm>
              <a:off x="9400632" y="18711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9" name="pt55759"/>
            <p:cNvSpPr/>
            <p:nvPr/>
          </p:nvSpPr>
          <p:spPr>
            <a:xfrm>
              <a:off x="8500809" y="25952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0" name="pt55760"/>
            <p:cNvSpPr/>
            <p:nvPr/>
          </p:nvSpPr>
          <p:spPr>
            <a:xfrm>
              <a:off x="8469500" y="24538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1" name="pt55761"/>
            <p:cNvSpPr/>
            <p:nvPr/>
          </p:nvSpPr>
          <p:spPr>
            <a:xfrm>
              <a:off x="8731558" y="22217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2" name="pt55762"/>
            <p:cNvSpPr/>
            <p:nvPr/>
          </p:nvSpPr>
          <p:spPr>
            <a:xfrm>
              <a:off x="8619838" y="22053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3" name="pt55763"/>
            <p:cNvSpPr/>
            <p:nvPr/>
          </p:nvSpPr>
          <p:spPr>
            <a:xfrm>
              <a:off x="8381780" y="23361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4" name="pt55764"/>
            <p:cNvSpPr/>
            <p:nvPr/>
          </p:nvSpPr>
          <p:spPr>
            <a:xfrm>
              <a:off x="8669239" y="22999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5" name="pt55765"/>
            <p:cNvSpPr/>
            <p:nvPr/>
          </p:nvSpPr>
          <p:spPr>
            <a:xfrm>
              <a:off x="8500809" y="26624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6" name="pt55766"/>
            <p:cNvSpPr/>
            <p:nvPr/>
          </p:nvSpPr>
          <p:spPr>
            <a:xfrm>
              <a:off x="9382741" y="21205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7" name="pt55767"/>
            <p:cNvSpPr/>
            <p:nvPr/>
          </p:nvSpPr>
          <p:spPr>
            <a:xfrm>
              <a:off x="8312152" y="24182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8" name="pt55768"/>
            <p:cNvSpPr/>
            <p:nvPr/>
          </p:nvSpPr>
          <p:spPr>
            <a:xfrm>
              <a:off x="8839006" y="19056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9" name="pt55769"/>
            <p:cNvSpPr/>
            <p:nvPr/>
          </p:nvSpPr>
          <p:spPr>
            <a:xfrm>
              <a:off x="9268690" y="19909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0" name="pt55770"/>
            <p:cNvSpPr/>
            <p:nvPr/>
          </p:nvSpPr>
          <p:spPr>
            <a:xfrm>
              <a:off x="8431181" y="24967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1" name="pt55771"/>
            <p:cNvSpPr/>
            <p:nvPr/>
          </p:nvSpPr>
          <p:spPr>
            <a:xfrm>
              <a:off x="9562708" y="21724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2" name="pt55772"/>
            <p:cNvSpPr/>
            <p:nvPr/>
          </p:nvSpPr>
          <p:spPr>
            <a:xfrm>
              <a:off x="8731558" y="2205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3" name="pt55773"/>
            <p:cNvSpPr/>
            <p:nvPr/>
          </p:nvSpPr>
          <p:spPr>
            <a:xfrm>
              <a:off x="9007935" y="18149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4" name="pt55774"/>
            <p:cNvSpPr/>
            <p:nvPr/>
          </p:nvSpPr>
          <p:spPr>
            <a:xfrm>
              <a:off x="8469500" y="23907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5" name="pt55775"/>
            <p:cNvSpPr/>
            <p:nvPr/>
          </p:nvSpPr>
          <p:spPr>
            <a:xfrm>
              <a:off x="8759093" y="20081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6" name="pt55776"/>
            <p:cNvSpPr/>
            <p:nvPr/>
          </p:nvSpPr>
          <p:spPr>
            <a:xfrm>
              <a:off x="8658156" y="23159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7" name="pt55777"/>
            <p:cNvSpPr/>
            <p:nvPr/>
          </p:nvSpPr>
          <p:spPr>
            <a:xfrm>
              <a:off x="9404531" y="18921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8" name="pt55778"/>
            <p:cNvSpPr/>
            <p:nvPr/>
          </p:nvSpPr>
          <p:spPr>
            <a:xfrm>
              <a:off x="9474060" y="22350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9" name="pt55779"/>
            <p:cNvSpPr/>
            <p:nvPr/>
          </p:nvSpPr>
          <p:spPr>
            <a:xfrm>
              <a:off x="8698750" y="23215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0" name="pt55780"/>
            <p:cNvSpPr/>
            <p:nvPr/>
          </p:nvSpPr>
          <p:spPr>
            <a:xfrm>
              <a:off x="9382404" y="20491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1" name="pt55781"/>
            <p:cNvSpPr/>
            <p:nvPr/>
          </p:nvSpPr>
          <p:spPr>
            <a:xfrm>
              <a:off x="8633583" y="1990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2" name="pt55782"/>
            <p:cNvSpPr/>
            <p:nvPr/>
          </p:nvSpPr>
          <p:spPr>
            <a:xfrm>
              <a:off x="8976925" y="22684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3" name="pt55783"/>
            <p:cNvSpPr/>
            <p:nvPr/>
          </p:nvSpPr>
          <p:spPr>
            <a:xfrm>
              <a:off x="9316366" y="22382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4" name="pt55784"/>
            <p:cNvSpPr/>
            <p:nvPr/>
          </p:nvSpPr>
          <p:spPr>
            <a:xfrm>
              <a:off x="9528241" y="2010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5" name="pt55785"/>
            <p:cNvSpPr/>
            <p:nvPr/>
          </p:nvSpPr>
          <p:spPr>
            <a:xfrm>
              <a:off x="9286390" y="19532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6" name="pt55786"/>
            <p:cNvSpPr/>
            <p:nvPr/>
          </p:nvSpPr>
          <p:spPr>
            <a:xfrm>
              <a:off x="9715521" y="24181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7" name="pt55787"/>
            <p:cNvSpPr/>
            <p:nvPr/>
          </p:nvSpPr>
          <p:spPr>
            <a:xfrm>
              <a:off x="8874912" y="20630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8" name="pt55788"/>
            <p:cNvSpPr/>
            <p:nvPr/>
          </p:nvSpPr>
          <p:spPr>
            <a:xfrm>
              <a:off x="8312152" y="2437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9" name="pt55789"/>
            <p:cNvSpPr/>
            <p:nvPr/>
          </p:nvSpPr>
          <p:spPr>
            <a:xfrm>
              <a:off x="8960020" y="21932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0" name="pt55790"/>
            <p:cNvSpPr/>
            <p:nvPr/>
          </p:nvSpPr>
          <p:spPr>
            <a:xfrm>
              <a:off x="8884367" y="20719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1" name="pt55791"/>
            <p:cNvSpPr/>
            <p:nvPr/>
          </p:nvSpPr>
          <p:spPr>
            <a:xfrm>
              <a:off x="9199552" y="18184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2" name="pt55792"/>
            <p:cNvSpPr/>
            <p:nvPr/>
          </p:nvSpPr>
          <p:spPr>
            <a:xfrm>
              <a:off x="9221993" y="20151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3" name="pt55793"/>
            <p:cNvSpPr/>
            <p:nvPr/>
          </p:nvSpPr>
          <p:spPr>
            <a:xfrm>
              <a:off x="9104672" y="19584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4" name="pt55794"/>
            <p:cNvSpPr/>
            <p:nvPr/>
          </p:nvSpPr>
          <p:spPr>
            <a:xfrm>
              <a:off x="8500809" y="26504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5" name="pt55795"/>
            <p:cNvSpPr/>
            <p:nvPr/>
          </p:nvSpPr>
          <p:spPr>
            <a:xfrm>
              <a:off x="9319557" y="21919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6" name="pt55796"/>
            <p:cNvSpPr/>
            <p:nvPr/>
          </p:nvSpPr>
          <p:spPr>
            <a:xfrm>
              <a:off x="9124709" y="20929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7" name="pt55797"/>
            <p:cNvSpPr/>
            <p:nvPr/>
          </p:nvSpPr>
          <p:spPr>
            <a:xfrm>
              <a:off x="8949856" y="21149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8" name="pt55798"/>
            <p:cNvSpPr/>
            <p:nvPr/>
          </p:nvSpPr>
          <p:spPr>
            <a:xfrm>
              <a:off x="8817779" y="21934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9" name="pt55799"/>
            <p:cNvSpPr/>
            <p:nvPr/>
          </p:nvSpPr>
          <p:spPr>
            <a:xfrm>
              <a:off x="8980466" y="20158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0" name="pt55800"/>
            <p:cNvSpPr/>
            <p:nvPr/>
          </p:nvSpPr>
          <p:spPr>
            <a:xfrm>
              <a:off x="8312152" y="24606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1" name="pt55801"/>
            <p:cNvSpPr/>
            <p:nvPr/>
          </p:nvSpPr>
          <p:spPr>
            <a:xfrm>
              <a:off x="9289315" y="18902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2" name="pt55802"/>
            <p:cNvSpPr/>
            <p:nvPr/>
          </p:nvSpPr>
          <p:spPr>
            <a:xfrm>
              <a:off x="8658156" y="24532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3" name="pt55803"/>
            <p:cNvSpPr/>
            <p:nvPr/>
          </p:nvSpPr>
          <p:spPr>
            <a:xfrm>
              <a:off x="8431181" y="24242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4" name="pt55804"/>
            <p:cNvSpPr/>
            <p:nvPr/>
          </p:nvSpPr>
          <p:spPr>
            <a:xfrm>
              <a:off x="8881273" y="22261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5" name="pt55805"/>
            <p:cNvSpPr/>
            <p:nvPr/>
          </p:nvSpPr>
          <p:spPr>
            <a:xfrm>
              <a:off x="8500809" y="26339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6" name="pt55806"/>
            <p:cNvSpPr/>
            <p:nvPr/>
          </p:nvSpPr>
          <p:spPr>
            <a:xfrm>
              <a:off x="9557615" y="21397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7" name="pt55807"/>
            <p:cNvSpPr/>
            <p:nvPr/>
          </p:nvSpPr>
          <p:spPr>
            <a:xfrm>
              <a:off x="8980466" y="20300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8" name="pt55808"/>
            <p:cNvSpPr/>
            <p:nvPr/>
          </p:nvSpPr>
          <p:spPr>
            <a:xfrm>
              <a:off x="9408344" y="18603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9" name="pt55809"/>
            <p:cNvSpPr/>
            <p:nvPr/>
          </p:nvSpPr>
          <p:spPr>
            <a:xfrm>
              <a:off x="8431181" y="25268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0" name="pt55810"/>
            <p:cNvSpPr/>
            <p:nvPr/>
          </p:nvSpPr>
          <p:spPr>
            <a:xfrm>
              <a:off x="9179876" y="1917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1" name="pt55811"/>
            <p:cNvSpPr/>
            <p:nvPr/>
          </p:nvSpPr>
          <p:spPr>
            <a:xfrm>
              <a:off x="8817779" y="20537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2" name="pt55812"/>
            <p:cNvSpPr/>
            <p:nvPr/>
          </p:nvSpPr>
          <p:spPr>
            <a:xfrm>
              <a:off x="8884367" y="18401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3" name="pt55813"/>
            <p:cNvSpPr/>
            <p:nvPr/>
          </p:nvSpPr>
          <p:spPr>
            <a:xfrm>
              <a:off x="8846813" y="19277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4" name="pt55814"/>
            <p:cNvSpPr/>
            <p:nvPr/>
          </p:nvSpPr>
          <p:spPr>
            <a:xfrm>
              <a:off x="8500809" y="25945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5" name="pt55815"/>
            <p:cNvSpPr/>
            <p:nvPr/>
          </p:nvSpPr>
          <p:spPr>
            <a:xfrm>
              <a:off x="8826587" y="23216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6" name="pt55816"/>
            <p:cNvSpPr/>
            <p:nvPr/>
          </p:nvSpPr>
          <p:spPr>
            <a:xfrm>
              <a:off x="9035469" y="18189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7" name="pt55817"/>
            <p:cNvSpPr/>
            <p:nvPr/>
          </p:nvSpPr>
          <p:spPr>
            <a:xfrm>
              <a:off x="9262699" y="19638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8" name="pt55818"/>
            <p:cNvSpPr/>
            <p:nvPr/>
          </p:nvSpPr>
          <p:spPr>
            <a:xfrm>
              <a:off x="8949856" y="21404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9" name="pt55819"/>
            <p:cNvSpPr/>
            <p:nvPr/>
          </p:nvSpPr>
          <p:spPr>
            <a:xfrm>
              <a:off x="8901845" y="2055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0" name="pt55820"/>
            <p:cNvSpPr/>
            <p:nvPr/>
          </p:nvSpPr>
          <p:spPr>
            <a:xfrm>
              <a:off x="9181514" y="22507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1" name="pt55821"/>
            <p:cNvSpPr/>
            <p:nvPr/>
          </p:nvSpPr>
          <p:spPr>
            <a:xfrm>
              <a:off x="8669239" y="2294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2" name="pt55822"/>
            <p:cNvSpPr/>
            <p:nvPr/>
          </p:nvSpPr>
          <p:spPr>
            <a:xfrm>
              <a:off x="9079049" y="19518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3" name="pt55823"/>
            <p:cNvSpPr/>
            <p:nvPr/>
          </p:nvSpPr>
          <p:spPr>
            <a:xfrm>
              <a:off x="9495513" y="23602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4" name="pt55824"/>
            <p:cNvSpPr/>
            <p:nvPr/>
          </p:nvSpPr>
          <p:spPr>
            <a:xfrm>
              <a:off x="9115383" y="19696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5" name="pt55825"/>
            <p:cNvSpPr/>
            <p:nvPr/>
          </p:nvSpPr>
          <p:spPr>
            <a:xfrm>
              <a:off x="8846813" y="20295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6" name="pt55826"/>
            <p:cNvSpPr/>
            <p:nvPr/>
          </p:nvSpPr>
          <p:spPr>
            <a:xfrm>
              <a:off x="9425448" y="19538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7" name="pt55827"/>
            <p:cNvSpPr/>
            <p:nvPr/>
          </p:nvSpPr>
          <p:spPr>
            <a:xfrm>
              <a:off x="8723925" y="20121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8" name="pt55828"/>
            <p:cNvSpPr/>
            <p:nvPr/>
          </p:nvSpPr>
          <p:spPr>
            <a:xfrm>
              <a:off x="8738867" y="21271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9" name="pt55829"/>
            <p:cNvSpPr/>
            <p:nvPr/>
          </p:nvSpPr>
          <p:spPr>
            <a:xfrm>
              <a:off x="9652073" y="21299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0" name="pt55830"/>
            <p:cNvSpPr/>
            <p:nvPr/>
          </p:nvSpPr>
          <p:spPr>
            <a:xfrm>
              <a:off x="8752612" y="20574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1" name="pt55831"/>
            <p:cNvSpPr/>
            <p:nvPr/>
          </p:nvSpPr>
          <p:spPr>
            <a:xfrm>
              <a:off x="9216319" y="20266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2" name="pt55832"/>
            <p:cNvSpPr/>
            <p:nvPr/>
          </p:nvSpPr>
          <p:spPr>
            <a:xfrm>
              <a:off x="8312152" y="22692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3" name="pt55833"/>
            <p:cNvSpPr/>
            <p:nvPr/>
          </p:nvSpPr>
          <p:spPr>
            <a:xfrm>
              <a:off x="9756959" y="24618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4" name="pt55834"/>
            <p:cNvSpPr/>
            <p:nvPr/>
          </p:nvSpPr>
          <p:spPr>
            <a:xfrm>
              <a:off x="9039244" y="18188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5" name="pt55835"/>
            <p:cNvSpPr/>
            <p:nvPr/>
          </p:nvSpPr>
          <p:spPr>
            <a:xfrm>
              <a:off x="9187390" y="22520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6" name="pt55836"/>
            <p:cNvSpPr/>
            <p:nvPr/>
          </p:nvSpPr>
          <p:spPr>
            <a:xfrm>
              <a:off x="9030305" y="16964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7" name="pt55837"/>
            <p:cNvSpPr/>
            <p:nvPr/>
          </p:nvSpPr>
          <p:spPr>
            <a:xfrm>
              <a:off x="9286390" y="19550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8" name="pt55838"/>
            <p:cNvSpPr/>
            <p:nvPr/>
          </p:nvSpPr>
          <p:spPr>
            <a:xfrm>
              <a:off x="9044150" y="17752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9" name="pt55839"/>
            <p:cNvSpPr/>
            <p:nvPr/>
          </p:nvSpPr>
          <p:spPr>
            <a:xfrm>
              <a:off x="8881273" y="22016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0" name="pt55840"/>
            <p:cNvSpPr/>
            <p:nvPr/>
          </p:nvSpPr>
          <p:spPr>
            <a:xfrm>
              <a:off x="8312152" y="25355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1" name="pt55841"/>
            <p:cNvSpPr/>
            <p:nvPr/>
          </p:nvSpPr>
          <p:spPr>
            <a:xfrm>
              <a:off x="8431181" y="25588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2" name="pt55842"/>
            <p:cNvSpPr/>
            <p:nvPr/>
          </p:nvSpPr>
          <p:spPr>
            <a:xfrm>
              <a:off x="9001856" y="19499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3" name="pt55843"/>
            <p:cNvSpPr/>
            <p:nvPr/>
          </p:nvSpPr>
          <p:spPr>
            <a:xfrm>
              <a:off x="9091423" y="18271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4" name="pt55844"/>
            <p:cNvSpPr/>
            <p:nvPr/>
          </p:nvSpPr>
          <p:spPr>
            <a:xfrm>
              <a:off x="9155766" y="18900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5" name="pt55845"/>
            <p:cNvSpPr/>
            <p:nvPr/>
          </p:nvSpPr>
          <p:spPr>
            <a:xfrm>
              <a:off x="8752612" y="21278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6" name="pt55846"/>
            <p:cNvSpPr/>
            <p:nvPr/>
          </p:nvSpPr>
          <p:spPr>
            <a:xfrm>
              <a:off x="8381780" y="24573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7" name="pt55847"/>
            <p:cNvSpPr/>
            <p:nvPr/>
          </p:nvSpPr>
          <p:spPr>
            <a:xfrm>
              <a:off x="9111342" y="21088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8" name="pt55848"/>
            <p:cNvSpPr/>
            <p:nvPr/>
          </p:nvSpPr>
          <p:spPr>
            <a:xfrm>
              <a:off x="8850587" y="20400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9" name="pt55849"/>
            <p:cNvSpPr/>
            <p:nvPr/>
          </p:nvSpPr>
          <p:spPr>
            <a:xfrm>
              <a:off x="9141283" y="21792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0" name="pt55850"/>
            <p:cNvSpPr/>
            <p:nvPr/>
          </p:nvSpPr>
          <p:spPr>
            <a:xfrm>
              <a:off x="9077064" y="19201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1" name="pt55851"/>
            <p:cNvSpPr/>
            <p:nvPr/>
          </p:nvSpPr>
          <p:spPr>
            <a:xfrm>
              <a:off x="8588529" y="2255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2" name="pt55852"/>
            <p:cNvSpPr/>
            <p:nvPr/>
          </p:nvSpPr>
          <p:spPr>
            <a:xfrm>
              <a:off x="8842954" y="21876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3" name="pt55853"/>
            <p:cNvSpPr/>
            <p:nvPr/>
          </p:nvSpPr>
          <p:spPr>
            <a:xfrm>
              <a:off x="9010896" y="18176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4" name="pt55854"/>
            <p:cNvSpPr/>
            <p:nvPr/>
          </p:nvSpPr>
          <p:spPr>
            <a:xfrm>
              <a:off x="9167950" y="19564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5" name="pt55855"/>
            <p:cNvSpPr/>
            <p:nvPr/>
          </p:nvSpPr>
          <p:spPr>
            <a:xfrm>
              <a:off x="9427665" y="18078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6" name="pt55856"/>
            <p:cNvSpPr/>
            <p:nvPr/>
          </p:nvSpPr>
          <p:spPr>
            <a:xfrm>
              <a:off x="8715936" y="22037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7" name="pt55857"/>
            <p:cNvSpPr/>
            <p:nvPr/>
          </p:nvSpPr>
          <p:spPr>
            <a:xfrm>
              <a:off x="8846813" y="19296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8" name="pt55858"/>
            <p:cNvSpPr/>
            <p:nvPr/>
          </p:nvSpPr>
          <p:spPr>
            <a:xfrm>
              <a:off x="8723925" y="22861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9" name="pt55859"/>
            <p:cNvSpPr/>
            <p:nvPr/>
          </p:nvSpPr>
          <p:spPr>
            <a:xfrm>
              <a:off x="8830827" y="21662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0" name="pt55860"/>
            <p:cNvSpPr/>
            <p:nvPr/>
          </p:nvSpPr>
          <p:spPr>
            <a:xfrm>
              <a:off x="8765338" y="21138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1" name="pt55861"/>
            <p:cNvSpPr/>
            <p:nvPr/>
          </p:nvSpPr>
          <p:spPr>
            <a:xfrm>
              <a:off x="9054703" y="20314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2" name="pt55862"/>
            <p:cNvSpPr/>
            <p:nvPr/>
          </p:nvSpPr>
          <p:spPr>
            <a:xfrm>
              <a:off x="8500809" y="24952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3" name="pt55863"/>
            <p:cNvSpPr/>
            <p:nvPr/>
          </p:nvSpPr>
          <p:spPr>
            <a:xfrm>
              <a:off x="8633583" y="20395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4" name="pt55864"/>
            <p:cNvSpPr/>
            <p:nvPr/>
          </p:nvSpPr>
          <p:spPr>
            <a:xfrm>
              <a:off x="8752612" y="20469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5" name="pt55865"/>
            <p:cNvSpPr/>
            <p:nvPr/>
          </p:nvSpPr>
          <p:spPr>
            <a:xfrm>
              <a:off x="8381780" y="23378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6" name="pt55866"/>
            <p:cNvSpPr/>
            <p:nvPr/>
          </p:nvSpPr>
          <p:spPr>
            <a:xfrm>
              <a:off x="9457237" y="22316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7" name="pt55867"/>
            <p:cNvSpPr/>
            <p:nvPr/>
          </p:nvSpPr>
          <p:spPr>
            <a:xfrm>
              <a:off x="8669239" y="2457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8" name="pt55868"/>
            <p:cNvSpPr/>
            <p:nvPr/>
          </p:nvSpPr>
          <p:spPr>
            <a:xfrm>
              <a:off x="8861436" y="19662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9" name="pt55869"/>
            <p:cNvSpPr/>
            <p:nvPr/>
          </p:nvSpPr>
          <p:spPr>
            <a:xfrm>
              <a:off x="8689465" y="22857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0" name="pt55870"/>
            <p:cNvSpPr/>
            <p:nvPr/>
          </p:nvSpPr>
          <p:spPr>
            <a:xfrm>
              <a:off x="9557615" y="19980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1" name="pt55871"/>
            <p:cNvSpPr/>
            <p:nvPr/>
          </p:nvSpPr>
          <p:spPr>
            <a:xfrm>
              <a:off x="9360483" y="20045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2" name="pt55872"/>
            <p:cNvSpPr/>
            <p:nvPr/>
          </p:nvSpPr>
          <p:spPr>
            <a:xfrm>
              <a:off x="9231999" y="20147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3" name="pt55873"/>
            <p:cNvSpPr/>
            <p:nvPr/>
          </p:nvSpPr>
          <p:spPr>
            <a:xfrm>
              <a:off x="8550210" y="26327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4" name="pt55874"/>
            <p:cNvSpPr/>
            <p:nvPr/>
          </p:nvSpPr>
          <p:spPr>
            <a:xfrm>
              <a:off x="8868306" y="23250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5" name="pt55875"/>
            <p:cNvSpPr/>
            <p:nvPr/>
          </p:nvSpPr>
          <p:spPr>
            <a:xfrm>
              <a:off x="9196093" y="22106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6" name="pt55876"/>
            <p:cNvSpPr/>
            <p:nvPr/>
          </p:nvSpPr>
          <p:spPr>
            <a:xfrm>
              <a:off x="8707558" y="23301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7" name="pt55877"/>
            <p:cNvSpPr/>
            <p:nvPr/>
          </p:nvSpPr>
          <p:spPr>
            <a:xfrm>
              <a:off x="8669239" y="23356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8" name="pt55878"/>
            <p:cNvSpPr/>
            <p:nvPr/>
          </p:nvSpPr>
          <p:spPr>
            <a:xfrm>
              <a:off x="8431181" y="23562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9" name="pt55879"/>
            <p:cNvSpPr/>
            <p:nvPr/>
          </p:nvSpPr>
          <p:spPr>
            <a:xfrm>
              <a:off x="9027663" y="20960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0" name="pt55880"/>
            <p:cNvSpPr/>
            <p:nvPr/>
          </p:nvSpPr>
          <p:spPr>
            <a:xfrm>
              <a:off x="8679650" y="23436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1" name="pt55881"/>
            <p:cNvSpPr/>
            <p:nvPr/>
          </p:nvSpPr>
          <p:spPr>
            <a:xfrm>
              <a:off x="8920215" y="20502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2" name="pt55882"/>
            <p:cNvSpPr/>
            <p:nvPr/>
          </p:nvSpPr>
          <p:spPr>
            <a:xfrm>
              <a:off x="8813199" y="2191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3" name="pt55883"/>
            <p:cNvSpPr/>
            <p:nvPr/>
          </p:nvSpPr>
          <p:spPr>
            <a:xfrm>
              <a:off x="9548435" y="21914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4" name="pt55884"/>
            <p:cNvSpPr/>
            <p:nvPr/>
          </p:nvSpPr>
          <p:spPr>
            <a:xfrm>
              <a:off x="9104672" y="20893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5" name="pt55885"/>
            <p:cNvSpPr/>
            <p:nvPr/>
          </p:nvSpPr>
          <p:spPr>
            <a:xfrm>
              <a:off x="8588529" y="22234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6" name="pt55886"/>
            <p:cNvSpPr/>
            <p:nvPr/>
          </p:nvSpPr>
          <p:spPr>
            <a:xfrm>
              <a:off x="9018082" y="15145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7" name="pt55887"/>
            <p:cNvSpPr/>
            <p:nvPr/>
          </p:nvSpPr>
          <p:spPr>
            <a:xfrm>
              <a:off x="8813199" y="21215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8" name="pt55888"/>
            <p:cNvSpPr/>
            <p:nvPr/>
          </p:nvSpPr>
          <p:spPr>
            <a:xfrm>
              <a:off x="8431181" y="25190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9" name="pt55889"/>
            <p:cNvSpPr/>
            <p:nvPr/>
          </p:nvSpPr>
          <p:spPr>
            <a:xfrm>
              <a:off x="8381780" y="25934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0" name="pt55890"/>
            <p:cNvSpPr/>
            <p:nvPr/>
          </p:nvSpPr>
          <p:spPr>
            <a:xfrm>
              <a:off x="9096846" y="16550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1" name="pt55891"/>
            <p:cNvSpPr/>
            <p:nvPr/>
          </p:nvSpPr>
          <p:spPr>
            <a:xfrm>
              <a:off x="9509103" y="20807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2" name="pt55892"/>
            <p:cNvSpPr/>
            <p:nvPr/>
          </p:nvSpPr>
          <p:spPr>
            <a:xfrm>
              <a:off x="8813199" y="2133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3" name="pt55893"/>
            <p:cNvSpPr/>
            <p:nvPr/>
          </p:nvSpPr>
          <p:spPr>
            <a:xfrm>
              <a:off x="8887406" y="18103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4" name="pt55894"/>
            <p:cNvSpPr/>
            <p:nvPr/>
          </p:nvSpPr>
          <p:spPr>
            <a:xfrm>
              <a:off x="8752612" y="22544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5" name="pt55895"/>
            <p:cNvSpPr/>
            <p:nvPr/>
          </p:nvSpPr>
          <p:spPr>
            <a:xfrm>
              <a:off x="9434026" y="18243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6" name="pt55896"/>
            <p:cNvSpPr/>
            <p:nvPr/>
          </p:nvSpPr>
          <p:spPr>
            <a:xfrm>
              <a:off x="8500809" y="26832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7" name="pt55897"/>
            <p:cNvSpPr/>
            <p:nvPr/>
          </p:nvSpPr>
          <p:spPr>
            <a:xfrm>
              <a:off x="9178222" y="19506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8" name="pt55898"/>
            <p:cNvSpPr/>
            <p:nvPr/>
          </p:nvSpPr>
          <p:spPr>
            <a:xfrm>
              <a:off x="8715936" y="21139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9" name="pt55899"/>
            <p:cNvSpPr/>
            <p:nvPr/>
          </p:nvSpPr>
          <p:spPr>
            <a:xfrm>
              <a:off x="8759093" y="21059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0" name="pt55900"/>
            <p:cNvSpPr/>
            <p:nvPr/>
          </p:nvSpPr>
          <p:spPr>
            <a:xfrm>
              <a:off x="8633583" y="21104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1" name="pt55901"/>
            <p:cNvSpPr/>
            <p:nvPr/>
          </p:nvSpPr>
          <p:spPr>
            <a:xfrm>
              <a:off x="9158273" y="18957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2" name="pt55902"/>
            <p:cNvSpPr/>
            <p:nvPr/>
          </p:nvSpPr>
          <p:spPr>
            <a:xfrm>
              <a:off x="8949856" y="21116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3" name="pt55903"/>
            <p:cNvSpPr/>
            <p:nvPr/>
          </p:nvSpPr>
          <p:spPr>
            <a:xfrm>
              <a:off x="9037995" y="17574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4" name="pt55904"/>
            <p:cNvSpPr/>
            <p:nvPr/>
          </p:nvSpPr>
          <p:spPr>
            <a:xfrm>
              <a:off x="9037995" y="16234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5" name="pt55905"/>
            <p:cNvSpPr/>
            <p:nvPr/>
          </p:nvSpPr>
          <p:spPr>
            <a:xfrm>
              <a:off x="9155766" y="20094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6" name="pt55906"/>
            <p:cNvSpPr/>
            <p:nvPr/>
          </p:nvSpPr>
          <p:spPr>
            <a:xfrm>
              <a:off x="8604896" y="22192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7" name="pt55907"/>
            <p:cNvSpPr/>
            <p:nvPr/>
          </p:nvSpPr>
          <p:spPr>
            <a:xfrm>
              <a:off x="8990670" y="18133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8" name="pt55908"/>
            <p:cNvSpPr/>
            <p:nvPr/>
          </p:nvSpPr>
          <p:spPr>
            <a:xfrm>
              <a:off x="8961983" y="22505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9" name="pt55909"/>
            <p:cNvSpPr/>
            <p:nvPr/>
          </p:nvSpPr>
          <p:spPr>
            <a:xfrm>
              <a:off x="9434026" y="19786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0" name="pt55910"/>
            <p:cNvSpPr/>
            <p:nvPr/>
          </p:nvSpPr>
          <p:spPr>
            <a:xfrm>
              <a:off x="9232403" y="19680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1" name="pt55911"/>
            <p:cNvSpPr/>
            <p:nvPr/>
          </p:nvSpPr>
          <p:spPr>
            <a:xfrm>
              <a:off x="9142651" y="23073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2" name="pt55912"/>
            <p:cNvSpPr/>
            <p:nvPr/>
          </p:nvSpPr>
          <p:spPr>
            <a:xfrm>
              <a:off x="8777185" y="22078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3" name="pt55913"/>
            <p:cNvSpPr/>
            <p:nvPr/>
          </p:nvSpPr>
          <p:spPr>
            <a:xfrm>
              <a:off x="8834965" y="21073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4" name="pt55914"/>
            <p:cNvSpPr/>
            <p:nvPr/>
          </p:nvSpPr>
          <p:spPr>
            <a:xfrm>
              <a:off x="8874912" y="21539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5" name="pt55915"/>
            <p:cNvSpPr/>
            <p:nvPr/>
          </p:nvSpPr>
          <p:spPr>
            <a:xfrm>
              <a:off x="8312152" y="25173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6" name="pt55916"/>
            <p:cNvSpPr/>
            <p:nvPr/>
          </p:nvSpPr>
          <p:spPr>
            <a:xfrm>
              <a:off x="9076063" y="19084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7" name="pt55917"/>
            <p:cNvSpPr/>
            <p:nvPr/>
          </p:nvSpPr>
          <p:spPr>
            <a:xfrm>
              <a:off x="9360483" y="20507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8" name="pt55918"/>
            <p:cNvSpPr/>
            <p:nvPr/>
          </p:nvSpPr>
          <p:spPr>
            <a:xfrm>
              <a:off x="8868306" y="2309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9" name="pt55919"/>
            <p:cNvSpPr/>
            <p:nvPr/>
          </p:nvSpPr>
          <p:spPr>
            <a:xfrm>
              <a:off x="8658156" y="24376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0" name="pt55920"/>
            <p:cNvSpPr/>
            <p:nvPr/>
          </p:nvSpPr>
          <p:spPr>
            <a:xfrm>
              <a:off x="8469500" y="22244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1" name="pt55921"/>
            <p:cNvSpPr/>
            <p:nvPr/>
          </p:nvSpPr>
          <p:spPr>
            <a:xfrm>
              <a:off x="8731558" y="22231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2" name="pt55922"/>
            <p:cNvSpPr/>
            <p:nvPr/>
          </p:nvSpPr>
          <p:spPr>
            <a:xfrm>
              <a:off x="8947749" y="21555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3" name="pt55923"/>
            <p:cNvSpPr/>
            <p:nvPr/>
          </p:nvSpPr>
          <p:spPr>
            <a:xfrm>
              <a:off x="9050093" y="22312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4" name="pt55924"/>
            <p:cNvSpPr/>
            <p:nvPr/>
          </p:nvSpPr>
          <p:spPr>
            <a:xfrm>
              <a:off x="8817779" y="19669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5" name="pt55925"/>
            <p:cNvSpPr/>
            <p:nvPr/>
          </p:nvSpPr>
          <p:spPr>
            <a:xfrm>
              <a:off x="8669239" y="24063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6" name="pt55926"/>
            <p:cNvSpPr/>
            <p:nvPr/>
          </p:nvSpPr>
          <p:spPr>
            <a:xfrm>
              <a:off x="8782816" y="20850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7" name="pt55927"/>
            <p:cNvSpPr/>
            <p:nvPr/>
          </p:nvSpPr>
          <p:spPr>
            <a:xfrm>
              <a:off x="8381780" y="23276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8" name="pt55928"/>
            <p:cNvSpPr/>
            <p:nvPr/>
          </p:nvSpPr>
          <p:spPr>
            <a:xfrm>
              <a:off x="9185276" y="22386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9" name="pt55929"/>
            <p:cNvSpPr/>
            <p:nvPr/>
          </p:nvSpPr>
          <p:spPr>
            <a:xfrm>
              <a:off x="9001856" y="20337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0" name="pt55930"/>
            <p:cNvSpPr/>
            <p:nvPr/>
          </p:nvSpPr>
          <p:spPr>
            <a:xfrm>
              <a:off x="8381780" y="23284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1" name="pt55931"/>
            <p:cNvSpPr/>
            <p:nvPr/>
          </p:nvSpPr>
          <p:spPr>
            <a:xfrm>
              <a:off x="9178775" y="19341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2" name="pt55932"/>
            <p:cNvSpPr/>
            <p:nvPr/>
          </p:nvSpPr>
          <p:spPr>
            <a:xfrm>
              <a:off x="8907297" y="21521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3" name="pt55933"/>
            <p:cNvSpPr/>
            <p:nvPr/>
          </p:nvSpPr>
          <p:spPr>
            <a:xfrm>
              <a:off x="9067835" y="1855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4" name="pt55934"/>
            <p:cNvSpPr/>
            <p:nvPr/>
          </p:nvSpPr>
          <p:spPr>
            <a:xfrm>
              <a:off x="9548435" y="21676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5" name="pt55935"/>
            <p:cNvSpPr/>
            <p:nvPr/>
          </p:nvSpPr>
          <p:spPr>
            <a:xfrm>
              <a:off x="9715521" y="21281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6" name="pt55936"/>
            <p:cNvSpPr/>
            <p:nvPr/>
          </p:nvSpPr>
          <p:spPr>
            <a:xfrm>
              <a:off x="8500809" y="25524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7" name="pt55937"/>
            <p:cNvSpPr/>
            <p:nvPr/>
          </p:nvSpPr>
          <p:spPr>
            <a:xfrm>
              <a:off x="8588529" y="22561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8" name="pt55938"/>
            <p:cNvSpPr/>
            <p:nvPr/>
          </p:nvSpPr>
          <p:spPr>
            <a:xfrm>
              <a:off x="8738867" y="23899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9" name="pt55939"/>
            <p:cNvSpPr/>
            <p:nvPr/>
          </p:nvSpPr>
          <p:spPr>
            <a:xfrm>
              <a:off x="9102103" y="2103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0" name="pt55940"/>
            <p:cNvSpPr/>
            <p:nvPr/>
          </p:nvSpPr>
          <p:spPr>
            <a:xfrm>
              <a:off x="8431181" y="2471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1" name="pt55941"/>
            <p:cNvSpPr/>
            <p:nvPr/>
          </p:nvSpPr>
          <p:spPr>
            <a:xfrm>
              <a:off x="8989011" y="20396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2" name="pt55942"/>
            <p:cNvSpPr/>
            <p:nvPr/>
          </p:nvSpPr>
          <p:spPr>
            <a:xfrm>
              <a:off x="8927523" y="1891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3" name="pt55943"/>
            <p:cNvSpPr/>
            <p:nvPr/>
          </p:nvSpPr>
          <p:spPr>
            <a:xfrm>
              <a:off x="8312152" y="25323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4" name="pt55944"/>
            <p:cNvSpPr/>
            <p:nvPr/>
          </p:nvSpPr>
          <p:spPr>
            <a:xfrm>
              <a:off x="9287859" y="2013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5" name="pt55945"/>
            <p:cNvSpPr/>
            <p:nvPr/>
          </p:nvSpPr>
          <p:spPr>
            <a:xfrm>
              <a:off x="9199552" y="17414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6" name="pt55946"/>
            <p:cNvSpPr/>
            <p:nvPr/>
          </p:nvSpPr>
          <p:spPr>
            <a:xfrm>
              <a:off x="9216319" y="1975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7" name="pt55947"/>
            <p:cNvSpPr/>
            <p:nvPr/>
          </p:nvSpPr>
          <p:spPr>
            <a:xfrm>
              <a:off x="9259278" y="21164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8" name="pt55948"/>
            <p:cNvSpPr/>
            <p:nvPr/>
          </p:nvSpPr>
          <p:spPr>
            <a:xfrm>
              <a:off x="8731558" y="22329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9" name="pt55949"/>
            <p:cNvSpPr/>
            <p:nvPr/>
          </p:nvSpPr>
          <p:spPr>
            <a:xfrm>
              <a:off x="8312152" y="23807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0" name="pt55950"/>
            <p:cNvSpPr/>
            <p:nvPr/>
          </p:nvSpPr>
          <p:spPr>
            <a:xfrm>
              <a:off x="8500809" y="25236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1" name="pt55951"/>
            <p:cNvSpPr/>
            <p:nvPr/>
          </p:nvSpPr>
          <p:spPr>
            <a:xfrm>
              <a:off x="8922686" y="17814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2" name="pt55952"/>
            <p:cNvSpPr/>
            <p:nvPr/>
          </p:nvSpPr>
          <p:spPr>
            <a:xfrm>
              <a:off x="9126964" y="20268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3" name="pt55953"/>
            <p:cNvSpPr/>
            <p:nvPr/>
          </p:nvSpPr>
          <p:spPr>
            <a:xfrm>
              <a:off x="8738867" y="22275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4" name="pt55954"/>
            <p:cNvSpPr/>
            <p:nvPr/>
          </p:nvSpPr>
          <p:spPr>
            <a:xfrm>
              <a:off x="8738867" y="20087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5" name="pt55955"/>
            <p:cNvSpPr/>
            <p:nvPr/>
          </p:nvSpPr>
          <p:spPr>
            <a:xfrm>
              <a:off x="8899053" y="22115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6" name="pt55956"/>
            <p:cNvSpPr/>
            <p:nvPr/>
          </p:nvSpPr>
          <p:spPr>
            <a:xfrm>
              <a:off x="8500809" y="26550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7" name="pt55957"/>
            <p:cNvSpPr/>
            <p:nvPr/>
          </p:nvSpPr>
          <p:spPr>
            <a:xfrm>
              <a:off x="9087709" y="20132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8" name="pt55958"/>
            <p:cNvSpPr/>
            <p:nvPr/>
          </p:nvSpPr>
          <p:spPr>
            <a:xfrm>
              <a:off x="8861436" y="21947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9" name="pt55959"/>
            <p:cNvSpPr/>
            <p:nvPr/>
          </p:nvSpPr>
          <p:spPr>
            <a:xfrm>
              <a:off x="8312152" y="23784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0" name="pt55960"/>
            <p:cNvSpPr/>
            <p:nvPr/>
          </p:nvSpPr>
          <p:spPr>
            <a:xfrm>
              <a:off x="9230780" y="19956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1" name="pt55961"/>
            <p:cNvSpPr/>
            <p:nvPr/>
          </p:nvSpPr>
          <p:spPr>
            <a:xfrm>
              <a:off x="9031610" y="18491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2" name="pt55962"/>
            <p:cNvSpPr/>
            <p:nvPr/>
          </p:nvSpPr>
          <p:spPr>
            <a:xfrm>
              <a:off x="8917708" y="20104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3" name="pt55963"/>
            <p:cNvSpPr/>
            <p:nvPr/>
          </p:nvSpPr>
          <p:spPr>
            <a:xfrm>
              <a:off x="8658156" y="25068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4" name="pt55964"/>
            <p:cNvSpPr/>
            <p:nvPr/>
          </p:nvSpPr>
          <p:spPr>
            <a:xfrm>
              <a:off x="8431181" y="25267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5" name="pt55965"/>
            <p:cNvSpPr/>
            <p:nvPr/>
          </p:nvSpPr>
          <p:spPr>
            <a:xfrm>
              <a:off x="8864906" y="19585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6" name="pt55966"/>
            <p:cNvSpPr/>
            <p:nvPr/>
          </p:nvSpPr>
          <p:spPr>
            <a:xfrm>
              <a:off x="8777185" y="22440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7" name="pt55967"/>
            <p:cNvSpPr/>
            <p:nvPr/>
          </p:nvSpPr>
          <p:spPr>
            <a:xfrm>
              <a:off x="9701667" y="24539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8" name="pt55968"/>
            <p:cNvSpPr/>
            <p:nvPr/>
          </p:nvSpPr>
          <p:spPr>
            <a:xfrm>
              <a:off x="8989011" y="20054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9" name="pt55969"/>
            <p:cNvSpPr/>
            <p:nvPr/>
          </p:nvSpPr>
          <p:spPr>
            <a:xfrm>
              <a:off x="9111342" y="2125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0" name="pt55970"/>
            <p:cNvSpPr/>
            <p:nvPr/>
          </p:nvSpPr>
          <p:spPr>
            <a:xfrm>
              <a:off x="9052414" y="22458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1" name="pt55971"/>
            <p:cNvSpPr/>
            <p:nvPr/>
          </p:nvSpPr>
          <p:spPr>
            <a:xfrm>
              <a:off x="8381780" y="21362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2" name="pt55972"/>
            <p:cNvSpPr/>
            <p:nvPr/>
          </p:nvSpPr>
          <p:spPr>
            <a:xfrm>
              <a:off x="8500809" y="24587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3" name="pt55973"/>
            <p:cNvSpPr/>
            <p:nvPr/>
          </p:nvSpPr>
          <p:spPr>
            <a:xfrm>
              <a:off x="8312152" y="25397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4" name="pt55974"/>
            <p:cNvSpPr/>
            <p:nvPr/>
          </p:nvSpPr>
          <p:spPr>
            <a:xfrm>
              <a:off x="9031610" y="16741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5" name="pt55975"/>
            <p:cNvSpPr/>
            <p:nvPr/>
          </p:nvSpPr>
          <p:spPr>
            <a:xfrm>
              <a:off x="8922686" y="18933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6" name="pt55976"/>
            <p:cNvSpPr/>
            <p:nvPr/>
          </p:nvSpPr>
          <p:spPr>
            <a:xfrm>
              <a:off x="9633844" y="19908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7" name="pt55977"/>
            <p:cNvSpPr/>
            <p:nvPr/>
          </p:nvSpPr>
          <p:spPr>
            <a:xfrm>
              <a:off x="9406741" y="18000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8" name="pt55978"/>
            <p:cNvSpPr/>
            <p:nvPr/>
          </p:nvSpPr>
          <p:spPr>
            <a:xfrm>
              <a:off x="9067835" y="18065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9" name="pt55979"/>
            <p:cNvSpPr/>
            <p:nvPr/>
          </p:nvSpPr>
          <p:spPr>
            <a:xfrm>
              <a:off x="8570436" y="25003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0" name="pt55980"/>
            <p:cNvSpPr/>
            <p:nvPr/>
          </p:nvSpPr>
          <p:spPr>
            <a:xfrm>
              <a:off x="8857896" y="20988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1" name="pt55981"/>
            <p:cNvSpPr/>
            <p:nvPr/>
          </p:nvSpPr>
          <p:spPr>
            <a:xfrm>
              <a:off x="8312152" y="24240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2" name="pt55982"/>
            <p:cNvSpPr/>
            <p:nvPr/>
          </p:nvSpPr>
          <p:spPr>
            <a:xfrm>
              <a:off x="9320769" y="22281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3" name="pt55983"/>
            <p:cNvSpPr/>
            <p:nvPr/>
          </p:nvSpPr>
          <p:spPr>
            <a:xfrm>
              <a:off x="8723925" y="21718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4" name="pt55984"/>
            <p:cNvSpPr/>
            <p:nvPr/>
          </p:nvSpPr>
          <p:spPr>
            <a:xfrm>
              <a:off x="8658156" y="23690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5" name="pt55985"/>
            <p:cNvSpPr/>
            <p:nvPr/>
          </p:nvSpPr>
          <p:spPr>
            <a:xfrm>
              <a:off x="8698750" y="24018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6" name="pt55986"/>
            <p:cNvSpPr/>
            <p:nvPr/>
          </p:nvSpPr>
          <p:spPr>
            <a:xfrm>
              <a:off x="9367432" y="19456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7" name="pt55987"/>
            <p:cNvSpPr/>
            <p:nvPr/>
          </p:nvSpPr>
          <p:spPr>
            <a:xfrm>
              <a:off x="9259278" y="20494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8" name="pt55988"/>
            <p:cNvSpPr/>
            <p:nvPr/>
          </p:nvSpPr>
          <p:spPr>
            <a:xfrm>
              <a:off x="9027663" y="19298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9" name="pt55989"/>
            <p:cNvSpPr/>
            <p:nvPr/>
          </p:nvSpPr>
          <p:spPr>
            <a:xfrm>
              <a:off x="8961983" y="22475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0" name="pt55990"/>
            <p:cNvSpPr/>
            <p:nvPr/>
          </p:nvSpPr>
          <p:spPr>
            <a:xfrm>
              <a:off x="8731558" y="22300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1" name="pt55991"/>
            <p:cNvSpPr/>
            <p:nvPr/>
          </p:nvSpPr>
          <p:spPr>
            <a:xfrm>
              <a:off x="9259278" y="21405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2" name="pt55992"/>
            <p:cNvSpPr/>
            <p:nvPr/>
          </p:nvSpPr>
          <p:spPr>
            <a:xfrm>
              <a:off x="8920215" y="20941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3" name="pt55993"/>
            <p:cNvSpPr/>
            <p:nvPr/>
          </p:nvSpPr>
          <p:spPr>
            <a:xfrm>
              <a:off x="8947749" y="21599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4" name="pt55994"/>
            <p:cNvSpPr/>
            <p:nvPr/>
          </p:nvSpPr>
          <p:spPr>
            <a:xfrm>
              <a:off x="9010896" y="16756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5" name="pt55995"/>
            <p:cNvSpPr/>
            <p:nvPr/>
          </p:nvSpPr>
          <p:spPr>
            <a:xfrm>
              <a:off x="9642404" y="25809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6" name="pt55996"/>
            <p:cNvSpPr/>
            <p:nvPr/>
          </p:nvSpPr>
          <p:spPr>
            <a:xfrm>
              <a:off x="9100368" y="21297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7" name="pt55997"/>
            <p:cNvSpPr/>
            <p:nvPr/>
          </p:nvSpPr>
          <p:spPr>
            <a:xfrm>
              <a:off x="9076063" y="20555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8" name="pt55998"/>
            <p:cNvSpPr/>
            <p:nvPr/>
          </p:nvSpPr>
          <p:spPr>
            <a:xfrm>
              <a:off x="8698750" y="24306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9" name="pt55999"/>
            <p:cNvSpPr/>
            <p:nvPr/>
          </p:nvSpPr>
          <p:spPr>
            <a:xfrm>
              <a:off x="9584728" y="21385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0" name="pt56000"/>
            <p:cNvSpPr/>
            <p:nvPr/>
          </p:nvSpPr>
          <p:spPr>
            <a:xfrm>
              <a:off x="9104672" y="19912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1" name="pt56001"/>
            <p:cNvSpPr/>
            <p:nvPr/>
          </p:nvSpPr>
          <p:spPr>
            <a:xfrm>
              <a:off x="9052414" y="22307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2" name="pt56002"/>
            <p:cNvSpPr/>
            <p:nvPr/>
          </p:nvSpPr>
          <p:spPr>
            <a:xfrm>
              <a:off x="8941268" y="19554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3" name="pt56003"/>
            <p:cNvSpPr/>
            <p:nvPr/>
          </p:nvSpPr>
          <p:spPr>
            <a:xfrm>
              <a:off x="8550210" y="26139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4" name="pt56004"/>
            <p:cNvSpPr/>
            <p:nvPr/>
          </p:nvSpPr>
          <p:spPr>
            <a:xfrm>
              <a:off x="9174300" y="19735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5" name="pt56005"/>
            <p:cNvSpPr/>
            <p:nvPr/>
          </p:nvSpPr>
          <p:spPr>
            <a:xfrm>
              <a:off x="8777185" y="23924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6" name="pt56006"/>
            <p:cNvSpPr/>
            <p:nvPr/>
          </p:nvSpPr>
          <p:spPr>
            <a:xfrm>
              <a:off x="8878122" y="20865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7" name="pt56007"/>
            <p:cNvSpPr/>
            <p:nvPr/>
          </p:nvSpPr>
          <p:spPr>
            <a:xfrm>
              <a:off x="9123951" y="20068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8" name="pt56008"/>
            <p:cNvSpPr/>
            <p:nvPr/>
          </p:nvSpPr>
          <p:spPr>
            <a:xfrm>
              <a:off x="8846813" y="1946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9" name="pt56009"/>
            <p:cNvSpPr/>
            <p:nvPr/>
          </p:nvSpPr>
          <p:spPr>
            <a:xfrm>
              <a:off x="8469500" y="22773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0" name="pt56010"/>
            <p:cNvSpPr/>
            <p:nvPr/>
          </p:nvSpPr>
          <p:spPr>
            <a:xfrm>
              <a:off x="9004922" y="17483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1" name="pt56011"/>
            <p:cNvSpPr/>
            <p:nvPr/>
          </p:nvSpPr>
          <p:spPr>
            <a:xfrm>
              <a:off x="8765338" y="20374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2" name="pt56012"/>
            <p:cNvSpPr/>
            <p:nvPr/>
          </p:nvSpPr>
          <p:spPr>
            <a:xfrm>
              <a:off x="8846813" y="19396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3" name="pt56013"/>
            <p:cNvSpPr/>
            <p:nvPr/>
          </p:nvSpPr>
          <p:spPr>
            <a:xfrm>
              <a:off x="9139903" y="21105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4" name="pt56014"/>
            <p:cNvSpPr/>
            <p:nvPr/>
          </p:nvSpPr>
          <p:spPr>
            <a:xfrm>
              <a:off x="8777185" y="23117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5" name="pt56015"/>
            <p:cNvSpPr/>
            <p:nvPr/>
          </p:nvSpPr>
          <p:spPr>
            <a:xfrm>
              <a:off x="9054703" y="20918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6" name="pt56016"/>
            <p:cNvSpPr/>
            <p:nvPr/>
          </p:nvSpPr>
          <p:spPr>
            <a:xfrm>
              <a:off x="8312152" y="25478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7" name="pt56017"/>
            <p:cNvSpPr/>
            <p:nvPr/>
          </p:nvSpPr>
          <p:spPr>
            <a:xfrm>
              <a:off x="8945616" y="21927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8" name="pt56018"/>
            <p:cNvSpPr/>
            <p:nvPr/>
          </p:nvSpPr>
          <p:spPr>
            <a:xfrm>
              <a:off x="9780422" y="24751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9" name="pt56019"/>
            <p:cNvSpPr/>
            <p:nvPr/>
          </p:nvSpPr>
          <p:spPr>
            <a:xfrm>
              <a:off x="8381780" y="23455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0" name="pt56020"/>
            <p:cNvSpPr/>
            <p:nvPr/>
          </p:nvSpPr>
          <p:spPr>
            <a:xfrm>
              <a:off x="9581160" y="24287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1" name="pt56021"/>
            <p:cNvSpPr/>
            <p:nvPr/>
          </p:nvSpPr>
          <p:spPr>
            <a:xfrm>
              <a:off x="8731558" y="2153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2" name="pt56022"/>
            <p:cNvSpPr/>
            <p:nvPr/>
          </p:nvSpPr>
          <p:spPr>
            <a:xfrm>
              <a:off x="9329710" y="22163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3" name="pt56023"/>
            <p:cNvSpPr/>
            <p:nvPr/>
          </p:nvSpPr>
          <p:spPr>
            <a:xfrm>
              <a:off x="9058082" y="20179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4" name="pt56024"/>
            <p:cNvSpPr/>
            <p:nvPr/>
          </p:nvSpPr>
          <p:spPr>
            <a:xfrm>
              <a:off x="8588529" y="23049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5" name="pt56025"/>
            <p:cNvSpPr/>
            <p:nvPr/>
          </p:nvSpPr>
          <p:spPr>
            <a:xfrm>
              <a:off x="9018082" y="14806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6" name="pt56026"/>
            <p:cNvSpPr/>
            <p:nvPr/>
          </p:nvSpPr>
          <p:spPr>
            <a:xfrm>
              <a:off x="8884367" y="20717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7" name="pt56027"/>
            <p:cNvSpPr/>
            <p:nvPr/>
          </p:nvSpPr>
          <p:spPr>
            <a:xfrm>
              <a:off x="8500809" y="25356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8" name="pt56028"/>
            <p:cNvSpPr/>
            <p:nvPr/>
          </p:nvSpPr>
          <p:spPr>
            <a:xfrm>
              <a:off x="8619838" y="22605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9" name="pt56029"/>
            <p:cNvSpPr/>
            <p:nvPr/>
          </p:nvSpPr>
          <p:spPr>
            <a:xfrm>
              <a:off x="9356410" y="21020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0" name="pt56030"/>
            <p:cNvSpPr/>
            <p:nvPr/>
          </p:nvSpPr>
          <p:spPr>
            <a:xfrm>
              <a:off x="9230780" y="20711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1" name="pt56031"/>
            <p:cNvSpPr/>
            <p:nvPr/>
          </p:nvSpPr>
          <p:spPr>
            <a:xfrm>
              <a:off x="8830827" y="2153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2" name="pt56032"/>
            <p:cNvSpPr/>
            <p:nvPr/>
          </p:nvSpPr>
          <p:spPr>
            <a:xfrm>
              <a:off x="8312152" y="25793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3" name="pt56033"/>
            <p:cNvSpPr/>
            <p:nvPr/>
          </p:nvSpPr>
          <p:spPr>
            <a:xfrm>
              <a:off x="9007935" y="18977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4" name="pt56034"/>
            <p:cNvSpPr/>
            <p:nvPr/>
          </p:nvSpPr>
          <p:spPr>
            <a:xfrm>
              <a:off x="8431181" y="23998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5" name="pt56035"/>
            <p:cNvSpPr/>
            <p:nvPr/>
          </p:nvSpPr>
          <p:spPr>
            <a:xfrm>
              <a:off x="8738867" y="19737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6" name="pt56036"/>
            <p:cNvSpPr/>
            <p:nvPr/>
          </p:nvSpPr>
          <p:spPr>
            <a:xfrm>
              <a:off x="9322929" y="21637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7" name="pt56037"/>
            <p:cNvSpPr/>
            <p:nvPr/>
          </p:nvSpPr>
          <p:spPr>
            <a:xfrm>
              <a:off x="9518367" y="19892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8" name="pt56038"/>
            <p:cNvSpPr/>
            <p:nvPr/>
          </p:nvSpPr>
          <p:spPr>
            <a:xfrm>
              <a:off x="9058082" y="20243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9" name="pt56039"/>
            <p:cNvSpPr/>
            <p:nvPr/>
          </p:nvSpPr>
          <p:spPr>
            <a:xfrm>
              <a:off x="9359136" y="19914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0" name="pt56040"/>
            <p:cNvSpPr/>
            <p:nvPr/>
          </p:nvSpPr>
          <p:spPr>
            <a:xfrm>
              <a:off x="8765338" y="20771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1" name="pt56041"/>
            <p:cNvSpPr/>
            <p:nvPr/>
          </p:nvSpPr>
          <p:spPr>
            <a:xfrm>
              <a:off x="9252225" y="20675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2" name="pt56042"/>
            <p:cNvSpPr/>
            <p:nvPr/>
          </p:nvSpPr>
          <p:spPr>
            <a:xfrm>
              <a:off x="9104672" y="20687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3" name="pt56043"/>
            <p:cNvSpPr/>
            <p:nvPr/>
          </p:nvSpPr>
          <p:spPr>
            <a:xfrm>
              <a:off x="8312152" y="25937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4" name="pt56044"/>
            <p:cNvSpPr/>
            <p:nvPr/>
          </p:nvSpPr>
          <p:spPr>
            <a:xfrm>
              <a:off x="9027663" y="19268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5" name="pt56045"/>
            <p:cNvSpPr/>
            <p:nvPr/>
          </p:nvSpPr>
          <p:spPr>
            <a:xfrm>
              <a:off x="9286390" y="19388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6" name="pt56046"/>
            <p:cNvSpPr/>
            <p:nvPr/>
          </p:nvSpPr>
          <p:spPr>
            <a:xfrm>
              <a:off x="8793552" y="22421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7" name="pt56047"/>
            <p:cNvSpPr/>
            <p:nvPr/>
          </p:nvSpPr>
          <p:spPr>
            <a:xfrm>
              <a:off x="9874745" y="27492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8" name="pt56048"/>
            <p:cNvSpPr/>
            <p:nvPr/>
          </p:nvSpPr>
          <p:spPr>
            <a:xfrm>
              <a:off x="8723925" y="21425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9" name="pt56049"/>
            <p:cNvSpPr/>
            <p:nvPr/>
          </p:nvSpPr>
          <p:spPr>
            <a:xfrm>
              <a:off x="8570436" y="23287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0" name="pt56050"/>
            <p:cNvSpPr/>
            <p:nvPr/>
          </p:nvSpPr>
          <p:spPr>
            <a:xfrm>
              <a:off x="8890393" y="19881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1" name="pt56051"/>
            <p:cNvSpPr/>
            <p:nvPr/>
          </p:nvSpPr>
          <p:spPr>
            <a:xfrm>
              <a:off x="9108871" y="20937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2" name="pt56052"/>
            <p:cNvSpPr/>
            <p:nvPr/>
          </p:nvSpPr>
          <p:spPr>
            <a:xfrm>
              <a:off x="8604896" y="23189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3" name="pt56053"/>
            <p:cNvSpPr/>
            <p:nvPr/>
          </p:nvSpPr>
          <p:spPr>
            <a:xfrm>
              <a:off x="8956027" y="21585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4" name="pt56054"/>
            <p:cNvSpPr/>
            <p:nvPr/>
          </p:nvSpPr>
          <p:spPr>
            <a:xfrm>
              <a:off x="8619838" y="22786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5" name="pt56055"/>
            <p:cNvSpPr/>
            <p:nvPr/>
          </p:nvSpPr>
          <p:spPr>
            <a:xfrm>
              <a:off x="8798679" y="22314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6" name="pt56056"/>
            <p:cNvSpPr/>
            <p:nvPr/>
          </p:nvSpPr>
          <p:spPr>
            <a:xfrm>
              <a:off x="9275425" y="18895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7" name="pt56057"/>
            <p:cNvSpPr/>
            <p:nvPr/>
          </p:nvSpPr>
          <p:spPr>
            <a:xfrm>
              <a:off x="8857896" y="20768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8" name="pt56058"/>
            <p:cNvSpPr/>
            <p:nvPr/>
          </p:nvSpPr>
          <p:spPr>
            <a:xfrm>
              <a:off x="9076063" y="19024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9" name="pt56059"/>
            <p:cNvSpPr/>
            <p:nvPr/>
          </p:nvSpPr>
          <p:spPr>
            <a:xfrm>
              <a:off x="9116180" y="22772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0" name="pt56060"/>
            <p:cNvSpPr/>
            <p:nvPr/>
          </p:nvSpPr>
          <p:spPr>
            <a:xfrm>
              <a:off x="8978704" y="20291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1" name="pt56061"/>
            <p:cNvSpPr/>
            <p:nvPr/>
          </p:nvSpPr>
          <p:spPr>
            <a:xfrm>
              <a:off x="8899053" y="21375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2" name="pt56062"/>
            <p:cNvSpPr/>
            <p:nvPr/>
          </p:nvSpPr>
          <p:spPr>
            <a:xfrm>
              <a:off x="9167950" y="18191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3" name="pt56063"/>
            <p:cNvSpPr/>
            <p:nvPr/>
          </p:nvSpPr>
          <p:spPr>
            <a:xfrm>
              <a:off x="8588529" y="22257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4" name="pt56064"/>
            <p:cNvSpPr/>
            <p:nvPr/>
          </p:nvSpPr>
          <p:spPr>
            <a:xfrm>
              <a:off x="9115383" y="2162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5" name="pt56065"/>
            <p:cNvSpPr/>
            <p:nvPr/>
          </p:nvSpPr>
          <p:spPr>
            <a:xfrm>
              <a:off x="9274162" y="19232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6" name="pt56066"/>
            <p:cNvSpPr/>
            <p:nvPr/>
          </p:nvSpPr>
          <p:spPr>
            <a:xfrm>
              <a:off x="8884367" y="20656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7" name="pt56067"/>
            <p:cNvSpPr/>
            <p:nvPr/>
          </p:nvSpPr>
          <p:spPr>
            <a:xfrm>
              <a:off x="8698750" y="21844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8" name="pt56068"/>
            <p:cNvSpPr/>
            <p:nvPr/>
          </p:nvSpPr>
          <p:spPr>
            <a:xfrm>
              <a:off x="9421732" y="1887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9" name="pt56069"/>
            <p:cNvSpPr/>
            <p:nvPr/>
          </p:nvSpPr>
          <p:spPr>
            <a:xfrm>
              <a:off x="8976925" y="21603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0" name="pt56070"/>
            <p:cNvSpPr/>
            <p:nvPr/>
          </p:nvSpPr>
          <p:spPr>
            <a:xfrm>
              <a:off x="9486369" y="23442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1" name="pt56071"/>
            <p:cNvSpPr/>
            <p:nvPr/>
          </p:nvSpPr>
          <p:spPr>
            <a:xfrm>
              <a:off x="9279466" y="21378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2" name="pt56072"/>
            <p:cNvSpPr/>
            <p:nvPr/>
          </p:nvSpPr>
          <p:spPr>
            <a:xfrm>
              <a:off x="8798679" y="23513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3" name="pt56073"/>
            <p:cNvSpPr/>
            <p:nvPr/>
          </p:nvSpPr>
          <p:spPr>
            <a:xfrm>
              <a:off x="9056963" y="21299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4" name="pt56074"/>
            <p:cNvSpPr/>
            <p:nvPr/>
          </p:nvSpPr>
          <p:spPr>
            <a:xfrm>
              <a:off x="9073023" y="18969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5" name="pt56075"/>
            <p:cNvSpPr/>
            <p:nvPr/>
          </p:nvSpPr>
          <p:spPr>
            <a:xfrm>
              <a:off x="8381780" y="25563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6" name="pt56076"/>
            <p:cNvSpPr/>
            <p:nvPr/>
          </p:nvSpPr>
          <p:spPr>
            <a:xfrm>
              <a:off x="9356998" y="2055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7" name="pt56077"/>
            <p:cNvSpPr/>
            <p:nvPr/>
          </p:nvSpPr>
          <p:spPr>
            <a:xfrm>
              <a:off x="9237969" y="19224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8" name="pt56078"/>
            <p:cNvSpPr/>
            <p:nvPr/>
          </p:nvSpPr>
          <p:spPr>
            <a:xfrm>
              <a:off x="8312152" y="24415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9" name="pt56079"/>
            <p:cNvSpPr/>
            <p:nvPr/>
          </p:nvSpPr>
          <p:spPr>
            <a:xfrm>
              <a:off x="8884367" y="20600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0" name="pt56080"/>
            <p:cNvSpPr/>
            <p:nvPr/>
          </p:nvSpPr>
          <p:spPr>
            <a:xfrm>
              <a:off x="9054703" y="22688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1" name="pt56081"/>
            <p:cNvSpPr/>
            <p:nvPr/>
          </p:nvSpPr>
          <p:spPr>
            <a:xfrm>
              <a:off x="8965842" y="22476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2" name="pt56082"/>
            <p:cNvSpPr/>
            <p:nvPr/>
          </p:nvSpPr>
          <p:spPr>
            <a:xfrm>
              <a:off x="8777185" y="23047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3" name="pt56083"/>
            <p:cNvSpPr/>
            <p:nvPr/>
          </p:nvSpPr>
          <p:spPr>
            <a:xfrm>
              <a:off x="8500809" y="26713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4" name="pt56084"/>
            <p:cNvSpPr/>
            <p:nvPr/>
          </p:nvSpPr>
          <p:spPr>
            <a:xfrm>
              <a:off x="8798679" y="22109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5" name="pt56085"/>
            <p:cNvSpPr/>
            <p:nvPr/>
          </p:nvSpPr>
          <p:spPr>
            <a:xfrm>
              <a:off x="9404531" y="1899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6" name="pt56086"/>
            <p:cNvSpPr/>
            <p:nvPr/>
          </p:nvSpPr>
          <p:spPr>
            <a:xfrm>
              <a:off x="8830827" y="20503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7" name="pt56087"/>
            <p:cNvSpPr/>
            <p:nvPr/>
          </p:nvSpPr>
          <p:spPr>
            <a:xfrm>
              <a:off x="8793552" y="23444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8" name="pt56088"/>
            <p:cNvSpPr/>
            <p:nvPr/>
          </p:nvSpPr>
          <p:spPr>
            <a:xfrm>
              <a:off x="8956027" y="21751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9" name="pt56089"/>
            <p:cNvSpPr/>
            <p:nvPr/>
          </p:nvSpPr>
          <p:spPr>
            <a:xfrm>
              <a:off x="8381780" y="24768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0" name="pt56090"/>
            <p:cNvSpPr/>
            <p:nvPr/>
          </p:nvSpPr>
          <p:spPr>
            <a:xfrm>
              <a:off x="8969616" y="22308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1" name="pt56091"/>
            <p:cNvSpPr/>
            <p:nvPr/>
          </p:nvSpPr>
          <p:spPr>
            <a:xfrm>
              <a:off x="9750516" y="22016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2" name="pt56092"/>
            <p:cNvSpPr/>
            <p:nvPr/>
          </p:nvSpPr>
          <p:spPr>
            <a:xfrm>
              <a:off x="8550210" y="24766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3" name="pt56093"/>
            <p:cNvSpPr/>
            <p:nvPr/>
          </p:nvSpPr>
          <p:spPr>
            <a:xfrm>
              <a:off x="8899053" y="23922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4" name="pt56094"/>
            <p:cNvSpPr/>
            <p:nvPr/>
          </p:nvSpPr>
          <p:spPr>
            <a:xfrm>
              <a:off x="8588529" y="2248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5" name="pt56095"/>
            <p:cNvSpPr/>
            <p:nvPr/>
          </p:nvSpPr>
          <p:spPr>
            <a:xfrm>
              <a:off x="8312152" y="23234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6" name="pt56096"/>
            <p:cNvSpPr/>
            <p:nvPr/>
          </p:nvSpPr>
          <p:spPr>
            <a:xfrm>
              <a:off x="8834965" y="21653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7" name="pt56097"/>
            <p:cNvSpPr/>
            <p:nvPr/>
          </p:nvSpPr>
          <p:spPr>
            <a:xfrm>
              <a:off x="8941268" y="19716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8" name="pt56098"/>
            <p:cNvSpPr/>
            <p:nvPr/>
          </p:nvSpPr>
          <p:spPr>
            <a:xfrm>
              <a:off x="8765338" y="20236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9" name="pt56099"/>
            <p:cNvSpPr/>
            <p:nvPr/>
          </p:nvSpPr>
          <p:spPr>
            <a:xfrm>
              <a:off x="8500809" y="23730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0" name="pt56100"/>
            <p:cNvSpPr/>
            <p:nvPr/>
          </p:nvSpPr>
          <p:spPr>
            <a:xfrm>
              <a:off x="9322929" y="22410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1" name="pt56101"/>
            <p:cNvSpPr/>
            <p:nvPr/>
          </p:nvSpPr>
          <p:spPr>
            <a:xfrm>
              <a:off x="8752612" y="23138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2" name="pt56102"/>
            <p:cNvSpPr/>
            <p:nvPr/>
          </p:nvSpPr>
          <p:spPr>
            <a:xfrm>
              <a:off x="9538601" y="20575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3" name="pt56103"/>
            <p:cNvSpPr/>
            <p:nvPr/>
          </p:nvSpPr>
          <p:spPr>
            <a:xfrm>
              <a:off x="9480563" y="25784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4" name="pt56104"/>
            <p:cNvSpPr/>
            <p:nvPr/>
          </p:nvSpPr>
          <p:spPr>
            <a:xfrm>
              <a:off x="9389022" y="21182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5" name="pt56105"/>
            <p:cNvSpPr/>
            <p:nvPr/>
          </p:nvSpPr>
          <p:spPr>
            <a:xfrm>
              <a:off x="9480563" y="25772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6" name="pt56106"/>
            <p:cNvSpPr/>
            <p:nvPr/>
          </p:nvSpPr>
          <p:spPr>
            <a:xfrm>
              <a:off x="8846813" y="22068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7" name="pt56107"/>
            <p:cNvSpPr/>
            <p:nvPr/>
          </p:nvSpPr>
          <p:spPr>
            <a:xfrm>
              <a:off x="8857896" y="21621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8" name="pt56108"/>
            <p:cNvSpPr/>
            <p:nvPr/>
          </p:nvSpPr>
          <p:spPr>
            <a:xfrm>
              <a:off x="8588529" y="24455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9" name="pt56109"/>
            <p:cNvSpPr/>
            <p:nvPr/>
          </p:nvSpPr>
          <p:spPr>
            <a:xfrm>
              <a:off x="9322929" y="20944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0" name="pt56110"/>
            <p:cNvSpPr/>
            <p:nvPr/>
          </p:nvSpPr>
          <p:spPr>
            <a:xfrm>
              <a:off x="8782816" y="23318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1" name="pt56111"/>
            <p:cNvSpPr/>
            <p:nvPr/>
          </p:nvSpPr>
          <p:spPr>
            <a:xfrm>
              <a:off x="8842954" y="20245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2" name="pt56112"/>
            <p:cNvSpPr/>
            <p:nvPr/>
          </p:nvSpPr>
          <p:spPr>
            <a:xfrm>
              <a:off x="9050093" y="21429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3" name="pt56113"/>
            <p:cNvSpPr/>
            <p:nvPr/>
          </p:nvSpPr>
          <p:spPr>
            <a:xfrm>
              <a:off x="8550210" y="25208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4" name="pt56114"/>
            <p:cNvSpPr/>
            <p:nvPr/>
          </p:nvSpPr>
          <p:spPr>
            <a:xfrm>
              <a:off x="8570436" y="23701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5" name="pt56115"/>
            <p:cNvSpPr/>
            <p:nvPr/>
          </p:nvSpPr>
          <p:spPr>
            <a:xfrm>
              <a:off x="9052414" y="21143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6" name="pt56116"/>
            <p:cNvSpPr/>
            <p:nvPr/>
          </p:nvSpPr>
          <p:spPr>
            <a:xfrm>
              <a:off x="8798679" y="21615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7" name="pt56117"/>
            <p:cNvSpPr/>
            <p:nvPr/>
          </p:nvSpPr>
          <p:spPr>
            <a:xfrm>
              <a:off x="9654477" y="19340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8" name="pt56118"/>
            <p:cNvSpPr/>
            <p:nvPr/>
          </p:nvSpPr>
          <p:spPr>
            <a:xfrm>
              <a:off x="9780422" y="26124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9" name="pt56119"/>
            <p:cNvSpPr/>
            <p:nvPr/>
          </p:nvSpPr>
          <p:spPr>
            <a:xfrm>
              <a:off x="8500809" y="2589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0" name="pt56120"/>
            <p:cNvSpPr/>
            <p:nvPr/>
          </p:nvSpPr>
          <p:spPr>
            <a:xfrm>
              <a:off x="8759093" y="20474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1" name="pt56121"/>
            <p:cNvSpPr/>
            <p:nvPr/>
          </p:nvSpPr>
          <p:spPr>
            <a:xfrm>
              <a:off x="8817779" y="21329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2" name="pt56122"/>
            <p:cNvSpPr/>
            <p:nvPr/>
          </p:nvSpPr>
          <p:spPr>
            <a:xfrm>
              <a:off x="8633583" y="21938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3" name="pt56123"/>
            <p:cNvSpPr/>
            <p:nvPr/>
          </p:nvSpPr>
          <p:spPr>
            <a:xfrm>
              <a:off x="8969616" y="22846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4" name="pt56124"/>
            <p:cNvSpPr/>
            <p:nvPr/>
          </p:nvSpPr>
          <p:spPr>
            <a:xfrm>
              <a:off x="8731558" y="23071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5" name="pt56125"/>
            <p:cNvSpPr/>
            <p:nvPr/>
          </p:nvSpPr>
          <p:spPr>
            <a:xfrm>
              <a:off x="8312152" y="25418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6" name="pt56126"/>
            <p:cNvSpPr/>
            <p:nvPr/>
          </p:nvSpPr>
          <p:spPr>
            <a:xfrm>
              <a:off x="8881273" y="2191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7" name="pt56127"/>
            <p:cNvSpPr/>
            <p:nvPr/>
          </p:nvSpPr>
          <p:spPr>
            <a:xfrm>
              <a:off x="8381780" y="23706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8" name="pt56128"/>
            <p:cNvSpPr/>
            <p:nvPr/>
          </p:nvSpPr>
          <p:spPr>
            <a:xfrm>
              <a:off x="9077064" y="19116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9" name="pt56129"/>
            <p:cNvSpPr/>
            <p:nvPr/>
          </p:nvSpPr>
          <p:spPr>
            <a:xfrm>
              <a:off x="9562708" y="21591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0" name="pt56130"/>
            <p:cNvSpPr/>
            <p:nvPr/>
          </p:nvSpPr>
          <p:spPr>
            <a:xfrm>
              <a:off x="9115383" y="20473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1" name="pt56131"/>
            <p:cNvSpPr/>
            <p:nvPr/>
          </p:nvSpPr>
          <p:spPr>
            <a:xfrm>
              <a:off x="8588529" y="22779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2" name="pt56132"/>
            <p:cNvSpPr/>
            <p:nvPr/>
          </p:nvSpPr>
          <p:spPr>
            <a:xfrm>
              <a:off x="9232403" y="20663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3" name="pt56133"/>
            <p:cNvSpPr/>
            <p:nvPr/>
          </p:nvSpPr>
          <p:spPr>
            <a:xfrm>
              <a:off x="8765338" y="19378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4" name="pt56134"/>
            <p:cNvSpPr/>
            <p:nvPr/>
          </p:nvSpPr>
          <p:spPr>
            <a:xfrm>
              <a:off x="9027663" y="18709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5" name="pt56135"/>
            <p:cNvSpPr/>
            <p:nvPr/>
          </p:nvSpPr>
          <p:spPr>
            <a:xfrm>
              <a:off x="8971473" y="22669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6" name="pt56136"/>
            <p:cNvSpPr/>
            <p:nvPr/>
          </p:nvSpPr>
          <p:spPr>
            <a:xfrm>
              <a:off x="8834965" y="20209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7" name="pt56137"/>
            <p:cNvSpPr/>
            <p:nvPr/>
          </p:nvSpPr>
          <p:spPr>
            <a:xfrm>
              <a:off x="8658156" y="24634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8" name="pt56138"/>
            <p:cNvSpPr/>
            <p:nvPr/>
          </p:nvSpPr>
          <p:spPr>
            <a:xfrm>
              <a:off x="8312152" y="24930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9" name="pt56139"/>
            <p:cNvSpPr/>
            <p:nvPr/>
          </p:nvSpPr>
          <p:spPr>
            <a:xfrm>
              <a:off x="8646309" y="24421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0" name="pt56140"/>
            <p:cNvSpPr/>
            <p:nvPr/>
          </p:nvSpPr>
          <p:spPr>
            <a:xfrm>
              <a:off x="9068885" y="17985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1" name="pt56141"/>
            <p:cNvSpPr/>
            <p:nvPr/>
          </p:nvSpPr>
          <p:spPr>
            <a:xfrm>
              <a:off x="9226651" y="19961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2" name="pt56142"/>
            <p:cNvSpPr/>
            <p:nvPr/>
          </p:nvSpPr>
          <p:spPr>
            <a:xfrm>
              <a:off x="8469500" y="2521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3" name="pt56143"/>
            <p:cNvSpPr/>
            <p:nvPr/>
          </p:nvSpPr>
          <p:spPr>
            <a:xfrm>
              <a:off x="8782816" y="22417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4" name="pt56144"/>
            <p:cNvSpPr/>
            <p:nvPr/>
          </p:nvSpPr>
          <p:spPr>
            <a:xfrm>
              <a:off x="8731558" y="20990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5" name="pt56145"/>
            <p:cNvSpPr/>
            <p:nvPr/>
          </p:nvSpPr>
          <p:spPr>
            <a:xfrm>
              <a:off x="8500809" y="27372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6" name="pt56146"/>
            <p:cNvSpPr/>
            <p:nvPr/>
          </p:nvSpPr>
          <p:spPr>
            <a:xfrm>
              <a:off x="9564411" y="20782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7" name="pt56147"/>
            <p:cNvSpPr/>
            <p:nvPr/>
          </p:nvSpPr>
          <p:spPr>
            <a:xfrm>
              <a:off x="8431181" y="22378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8" name="pt56148"/>
            <p:cNvSpPr/>
            <p:nvPr/>
          </p:nvSpPr>
          <p:spPr>
            <a:xfrm>
              <a:off x="8731558" y="22493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9" name="pt56149"/>
            <p:cNvSpPr/>
            <p:nvPr/>
          </p:nvSpPr>
          <p:spPr>
            <a:xfrm>
              <a:off x="9068885" y="18123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0" name="pt56150"/>
            <p:cNvSpPr/>
            <p:nvPr/>
          </p:nvSpPr>
          <p:spPr>
            <a:xfrm>
              <a:off x="8500809" y="26415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1" name="pt56151"/>
            <p:cNvSpPr/>
            <p:nvPr/>
          </p:nvSpPr>
          <p:spPr>
            <a:xfrm>
              <a:off x="8803657" y="21100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2" name="pt56152"/>
            <p:cNvSpPr/>
            <p:nvPr/>
          </p:nvSpPr>
          <p:spPr>
            <a:xfrm>
              <a:off x="9266385" y="17151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3" name="pt56153"/>
            <p:cNvSpPr/>
            <p:nvPr/>
          </p:nvSpPr>
          <p:spPr>
            <a:xfrm>
              <a:off x="9370170" y="2146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4" name="pt56154"/>
            <p:cNvSpPr/>
            <p:nvPr/>
          </p:nvSpPr>
          <p:spPr>
            <a:xfrm>
              <a:off x="8469500" y="21928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5" name="pt56155"/>
            <p:cNvSpPr/>
            <p:nvPr/>
          </p:nvSpPr>
          <p:spPr>
            <a:xfrm>
              <a:off x="8887406" y="18133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6" name="pt56156"/>
            <p:cNvSpPr/>
            <p:nvPr/>
          </p:nvSpPr>
          <p:spPr>
            <a:xfrm>
              <a:off x="9027663" y="17913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7" name="pt56157"/>
            <p:cNvSpPr/>
            <p:nvPr/>
          </p:nvSpPr>
          <p:spPr>
            <a:xfrm>
              <a:off x="8500809" y="24688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8" name="pt56158"/>
            <p:cNvSpPr/>
            <p:nvPr/>
          </p:nvSpPr>
          <p:spPr>
            <a:xfrm>
              <a:off x="8550210" y="25674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9" name="pt56159"/>
            <p:cNvSpPr/>
            <p:nvPr/>
          </p:nvSpPr>
          <p:spPr>
            <a:xfrm>
              <a:off x="8588529" y="21760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0" name="pt56160"/>
            <p:cNvSpPr/>
            <p:nvPr/>
          </p:nvSpPr>
          <p:spPr>
            <a:xfrm>
              <a:off x="9340807" y="21838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1" name="pt56161"/>
            <p:cNvSpPr/>
            <p:nvPr/>
          </p:nvSpPr>
          <p:spPr>
            <a:xfrm>
              <a:off x="8679650" y="23044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2" name="pt56162"/>
            <p:cNvSpPr/>
            <p:nvPr/>
          </p:nvSpPr>
          <p:spPr>
            <a:xfrm>
              <a:off x="8927523" y="17934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3" name="pt56163"/>
            <p:cNvSpPr/>
            <p:nvPr/>
          </p:nvSpPr>
          <p:spPr>
            <a:xfrm>
              <a:off x="9003396" y="20677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4" name="pt56164"/>
            <p:cNvSpPr/>
            <p:nvPr/>
          </p:nvSpPr>
          <p:spPr>
            <a:xfrm>
              <a:off x="8846813" y="2093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5" name="pt56165"/>
            <p:cNvSpPr/>
            <p:nvPr/>
          </p:nvSpPr>
          <p:spPr>
            <a:xfrm>
              <a:off x="8822239" y="21375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6" name="pt56166"/>
            <p:cNvSpPr/>
            <p:nvPr/>
          </p:nvSpPr>
          <p:spPr>
            <a:xfrm>
              <a:off x="8604896" y="23267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7" name="pt56167"/>
            <p:cNvSpPr/>
            <p:nvPr/>
          </p:nvSpPr>
          <p:spPr>
            <a:xfrm>
              <a:off x="8619838" y="2311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8" name="pt56168"/>
            <p:cNvSpPr/>
            <p:nvPr/>
          </p:nvSpPr>
          <p:spPr>
            <a:xfrm>
              <a:off x="8679650" y="2425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9" name="pt56169"/>
            <p:cNvSpPr/>
            <p:nvPr/>
          </p:nvSpPr>
          <p:spPr>
            <a:xfrm>
              <a:off x="8788268" y="21156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0" name="pt56170"/>
            <p:cNvSpPr/>
            <p:nvPr/>
          </p:nvSpPr>
          <p:spPr>
            <a:xfrm>
              <a:off x="9100368" y="20937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1" name="pt56171"/>
            <p:cNvSpPr/>
            <p:nvPr/>
          </p:nvSpPr>
          <p:spPr>
            <a:xfrm>
              <a:off x="8890393" y="21351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2" name="pt56172"/>
            <p:cNvSpPr/>
            <p:nvPr/>
          </p:nvSpPr>
          <p:spPr>
            <a:xfrm>
              <a:off x="8782816" y="20910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3" name="pt56173"/>
            <p:cNvSpPr/>
            <p:nvPr/>
          </p:nvSpPr>
          <p:spPr>
            <a:xfrm>
              <a:off x="9898409" y="28517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4" name="pt56174"/>
            <p:cNvSpPr/>
            <p:nvPr/>
          </p:nvSpPr>
          <p:spPr>
            <a:xfrm>
              <a:off x="8633583" y="22254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5" name="pt56175"/>
            <p:cNvSpPr/>
            <p:nvPr/>
          </p:nvSpPr>
          <p:spPr>
            <a:xfrm>
              <a:off x="9701667" y="21594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6" name="pt56176"/>
            <p:cNvSpPr/>
            <p:nvPr/>
          </p:nvSpPr>
          <p:spPr>
            <a:xfrm>
              <a:off x="8929892" y="17244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7" name="pt56177"/>
            <p:cNvSpPr/>
            <p:nvPr/>
          </p:nvSpPr>
          <p:spPr>
            <a:xfrm>
              <a:off x="8312152" y="24048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8" name="pt56178"/>
            <p:cNvSpPr/>
            <p:nvPr/>
          </p:nvSpPr>
          <p:spPr>
            <a:xfrm>
              <a:off x="9079049" y="19980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9" name="pt56179"/>
            <p:cNvSpPr/>
            <p:nvPr/>
          </p:nvSpPr>
          <p:spPr>
            <a:xfrm>
              <a:off x="8679650" y="24878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0" name="pt56180"/>
            <p:cNvSpPr/>
            <p:nvPr/>
          </p:nvSpPr>
          <p:spPr>
            <a:xfrm>
              <a:off x="8500809" y="26805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1" name="pt56181"/>
            <p:cNvSpPr/>
            <p:nvPr/>
          </p:nvSpPr>
          <p:spPr>
            <a:xfrm>
              <a:off x="9123951" y="21019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2" name="pt56182"/>
            <p:cNvSpPr/>
            <p:nvPr/>
          </p:nvSpPr>
          <p:spPr>
            <a:xfrm>
              <a:off x="8782816" y="22210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3" name="pt56183"/>
            <p:cNvSpPr/>
            <p:nvPr/>
          </p:nvSpPr>
          <p:spPr>
            <a:xfrm>
              <a:off x="8965842" y="22215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4" name="pt56184"/>
            <p:cNvSpPr/>
            <p:nvPr/>
          </p:nvSpPr>
          <p:spPr>
            <a:xfrm>
              <a:off x="9620546" y="20359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5" name="pt56185"/>
            <p:cNvSpPr/>
            <p:nvPr/>
          </p:nvSpPr>
          <p:spPr>
            <a:xfrm>
              <a:off x="9004922" y="16661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6" name="pt56186"/>
            <p:cNvSpPr/>
            <p:nvPr/>
          </p:nvSpPr>
          <p:spPr>
            <a:xfrm>
              <a:off x="9062485" y="20426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7" name="pt56187"/>
            <p:cNvSpPr/>
            <p:nvPr/>
          </p:nvSpPr>
          <p:spPr>
            <a:xfrm>
              <a:off x="8904593" y="22027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8" name="pt56188"/>
            <p:cNvSpPr/>
            <p:nvPr/>
          </p:nvSpPr>
          <p:spPr>
            <a:xfrm>
              <a:off x="9056963" y="22640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9" name="pt56189"/>
            <p:cNvSpPr/>
            <p:nvPr/>
          </p:nvSpPr>
          <p:spPr>
            <a:xfrm>
              <a:off x="8723925" y="22197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0" name="pt56190"/>
            <p:cNvSpPr/>
            <p:nvPr/>
          </p:nvSpPr>
          <p:spPr>
            <a:xfrm>
              <a:off x="8960020" y="22958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1" name="pt56191"/>
            <p:cNvSpPr/>
            <p:nvPr/>
          </p:nvSpPr>
          <p:spPr>
            <a:xfrm>
              <a:off x="9044150" y="17521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2" name="pt56192"/>
            <p:cNvSpPr/>
            <p:nvPr/>
          </p:nvSpPr>
          <p:spPr>
            <a:xfrm>
              <a:off x="8312152" y="24217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3" name="pt56193"/>
            <p:cNvSpPr/>
            <p:nvPr/>
          </p:nvSpPr>
          <p:spPr>
            <a:xfrm>
              <a:off x="9308507" y="22120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4" name="pt56194"/>
            <p:cNvSpPr/>
            <p:nvPr/>
          </p:nvSpPr>
          <p:spPr>
            <a:xfrm>
              <a:off x="8850587" y="2108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5" name="pt56195"/>
            <p:cNvSpPr/>
            <p:nvPr/>
          </p:nvSpPr>
          <p:spPr>
            <a:xfrm>
              <a:off x="9010896" y="17674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6" name="pt56196"/>
            <p:cNvSpPr/>
            <p:nvPr/>
          </p:nvSpPr>
          <p:spPr>
            <a:xfrm>
              <a:off x="8817779" y="2085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7" name="pt56197"/>
            <p:cNvSpPr/>
            <p:nvPr/>
          </p:nvSpPr>
          <p:spPr>
            <a:xfrm>
              <a:off x="8956027" y="21818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8" name="pt56198"/>
            <p:cNvSpPr/>
            <p:nvPr/>
          </p:nvSpPr>
          <p:spPr>
            <a:xfrm>
              <a:off x="9359136" y="20840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9" name="pt56199"/>
            <p:cNvSpPr/>
            <p:nvPr/>
          </p:nvSpPr>
          <p:spPr>
            <a:xfrm>
              <a:off x="9308507" y="22588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0" name="pt56200"/>
            <p:cNvSpPr/>
            <p:nvPr/>
          </p:nvSpPr>
          <p:spPr>
            <a:xfrm>
              <a:off x="8961983" y="22489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1" name="pt56201"/>
            <p:cNvSpPr/>
            <p:nvPr/>
          </p:nvSpPr>
          <p:spPr>
            <a:xfrm>
              <a:off x="8619838" y="23793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2" name="pt56202"/>
            <p:cNvSpPr/>
            <p:nvPr/>
          </p:nvSpPr>
          <p:spPr>
            <a:xfrm>
              <a:off x="9664325" y="15790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3" name="pt56203"/>
            <p:cNvSpPr/>
            <p:nvPr/>
          </p:nvSpPr>
          <p:spPr>
            <a:xfrm>
              <a:off x="9010896" y="17691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4" name="pt56204"/>
            <p:cNvSpPr/>
            <p:nvPr/>
          </p:nvSpPr>
          <p:spPr>
            <a:xfrm>
              <a:off x="8989011" y="20158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5" name="pt56205"/>
            <p:cNvSpPr/>
            <p:nvPr/>
          </p:nvSpPr>
          <p:spPr>
            <a:xfrm>
              <a:off x="8887406" y="17891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6" name="pt56206"/>
            <p:cNvSpPr/>
            <p:nvPr/>
          </p:nvSpPr>
          <p:spPr>
            <a:xfrm>
              <a:off x="9360483" y="20948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7" name="pt56207"/>
            <p:cNvSpPr/>
            <p:nvPr/>
          </p:nvSpPr>
          <p:spPr>
            <a:xfrm>
              <a:off x="9185276" y="22739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8" name="pt56208"/>
            <p:cNvSpPr/>
            <p:nvPr/>
          </p:nvSpPr>
          <p:spPr>
            <a:xfrm>
              <a:off x="8658156" y="22925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9" name="pt56209"/>
            <p:cNvSpPr/>
            <p:nvPr/>
          </p:nvSpPr>
          <p:spPr>
            <a:xfrm>
              <a:off x="8588529" y="21602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0" name="pt56210"/>
            <p:cNvSpPr/>
            <p:nvPr/>
          </p:nvSpPr>
          <p:spPr>
            <a:xfrm>
              <a:off x="9606545" y="23038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1" name="pt56211"/>
            <p:cNvSpPr/>
            <p:nvPr/>
          </p:nvSpPr>
          <p:spPr>
            <a:xfrm>
              <a:off x="8861436" y="22559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2" name="pt56212"/>
            <p:cNvSpPr/>
            <p:nvPr/>
          </p:nvSpPr>
          <p:spPr>
            <a:xfrm>
              <a:off x="8469500" y="21981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3" name="pt56213"/>
            <p:cNvSpPr/>
            <p:nvPr/>
          </p:nvSpPr>
          <p:spPr>
            <a:xfrm>
              <a:off x="8381780" y="22941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4" name="pt56214"/>
            <p:cNvSpPr/>
            <p:nvPr/>
          </p:nvSpPr>
          <p:spPr>
            <a:xfrm>
              <a:off x="8312152" y="25183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5" name="pt56215"/>
            <p:cNvSpPr/>
            <p:nvPr/>
          </p:nvSpPr>
          <p:spPr>
            <a:xfrm>
              <a:off x="8945616" y="21168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6" name="pt56216"/>
            <p:cNvSpPr/>
            <p:nvPr/>
          </p:nvSpPr>
          <p:spPr>
            <a:xfrm>
              <a:off x="8679650" y="24711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7" name="pt56217"/>
            <p:cNvSpPr/>
            <p:nvPr/>
          </p:nvSpPr>
          <p:spPr>
            <a:xfrm>
              <a:off x="9259278" y="20735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8" name="pt56218"/>
            <p:cNvSpPr/>
            <p:nvPr/>
          </p:nvSpPr>
          <p:spPr>
            <a:xfrm>
              <a:off x="9701667" y="23291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9" name="pt56219"/>
            <p:cNvSpPr/>
            <p:nvPr/>
          </p:nvSpPr>
          <p:spPr>
            <a:xfrm>
              <a:off x="8793552" y="20980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0" name="pt56220"/>
            <p:cNvSpPr/>
            <p:nvPr/>
          </p:nvSpPr>
          <p:spPr>
            <a:xfrm>
              <a:off x="8312152" y="24730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1" name="pt56221"/>
            <p:cNvSpPr/>
            <p:nvPr/>
          </p:nvSpPr>
          <p:spPr>
            <a:xfrm>
              <a:off x="9056963" y="21922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2" name="pt56222"/>
            <p:cNvSpPr/>
            <p:nvPr/>
          </p:nvSpPr>
          <p:spPr>
            <a:xfrm>
              <a:off x="9208605" y="19355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3" name="pt56223"/>
            <p:cNvSpPr/>
            <p:nvPr/>
          </p:nvSpPr>
          <p:spPr>
            <a:xfrm>
              <a:off x="9077064" y="20647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4" name="pt56224"/>
            <p:cNvSpPr/>
            <p:nvPr/>
          </p:nvSpPr>
          <p:spPr>
            <a:xfrm>
              <a:off x="9044150" y="17583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5" name="pt56225"/>
            <p:cNvSpPr/>
            <p:nvPr/>
          </p:nvSpPr>
          <p:spPr>
            <a:xfrm>
              <a:off x="9495513" y="23679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6" name="pt56226"/>
            <p:cNvSpPr/>
            <p:nvPr/>
          </p:nvSpPr>
          <p:spPr>
            <a:xfrm>
              <a:off x="8927523" y="1822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7" name="pt56227"/>
            <p:cNvSpPr/>
            <p:nvPr/>
          </p:nvSpPr>
          <p:spPr>
            <a:xfrm>
              <a:off x="9797803" y="29872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8" name="pt56228"/>
            <p:cNvSpPr/>
            <p:nvPr/>
          </p:nvSpPr>
          <p:spPr>
            <a:xfrm>
              <a:off x="8960020" y="22280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9" name="pt56229"/>
            <p:cNvSpPr/>
            <p:nvPr/>
          </p:nvSpPr>
          <p:spPr>
            <a:xfrm>
              <a:off x="8698750" y="23307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0" name="pt56230"/>
            <p:cNvSpPr/>
            <p:nvPr/>
          </p:nvSpPr>
          <p:spPr>
            <a:xfrm>
              <a:off x="8927523" y="18657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1" name="pt56231"/>
            <p:cNvSpPr/>
            <p:nvPr/>
          </p:nvSpPr>
          <p:spPr>
            <a:xfrm>
              <a:off x="8469500" y="22785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2" name="pt56232"/>
            <p:cNvSpPr/>
            <p:nvPr/>
          </p:nvSpPr>
          <p:spPr>
            <a:xfrm>
              <a:off x="9118548" y="20605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3" name="pt56233"/>
            <p:cNvSpPr/>
            <p:nvPr/>
          </p:nvSpPr>
          <p:spPr>
            <a:xfrm>
              <a:off x="9652003" y="22918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4" name="pt56234"/>
            <p:cNvSpPr/>
            <p:nvPr/>
          </p:nvSpPr>
          <p:spPr>
            <a:xfrm>
              <a:off x="9007935" y="18370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5" name="pt56235"/>
            <p:cNvSpPr/>
            <p:nvPr/>
          </p:nvSpPr>
          <p:spPr>
            <a:xfrm>
              <a:off x="9056963" y="2020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6" name="pt56236"/>
            <p:cNvSpPr/>
            <p:nvPr/>
          </p:nvSpPr>
          <p:spPr>
            <a:xfrm>
              <a:off x="8817779" y="20671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7" name="pt56237"/>
            <p:cNvSpPr/>
            <p:nvPr/>
          </p:nvSpPr>
          <p:spPr>
            <a:xfrm>
              <a:off x="8723925" y="21018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8" name="pt56238"/>
            <p:cNvSpPr/>
            <p:nvPr/>
          </p:nvSpPr>
          <p:spPr>
            <a:xfrm>
              <a:off x="8381780" y="24118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9" name="pt56239"/>
            <p:cNvSpPr/>
            <p:nvPr/>
          </p:nvSpPr>
          <p:spPr>
            <a:xfrm>
              <a:off x="8929892" y="15685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0" name="pt56240"/>
            <p:cNvSpPr/>
            <p:nvPr/>
          </p:nvSpPr>
          <p:spPr>
            <a:xfrm>
              <a:off x="9027663" y="18719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1" name="pt56241"/>
            <p:cNvSpPr/>
            <p:nvPr/>
          </p:nvSpPr>
          <p:spPr>
            <a:xfrm>
              <a:off x="8745877" y="2046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2" name="pt56242"/>
            <p:cNvSpPr/>
            <p:nvPr/>
          </p:nvSpPr>
          <p:spPr>
            <a:xfrm>
              <a:off x="8834965" y="20756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3" name="pt56243"/>
            <p:cNvSpPr/>
            <p:nvPr/>
          </p:nvSpPr>
          <p:spPr>
            <a:xfrm>
              <a:off x="8381780" y="22902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4" name="pt56244"/>
            <p:cNvSpPr/>
            <p:nvPr/>
          </p:nvSpPr>
          <p:spPr>
            <a:xfrm>
              <a:off x="9346306" y="21615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5" name="pt56245"/>
            <p:cNvSpPr/>
            <p:nvPr/>
          </p:nvSpPr>
          <p:spPr>
            <a:xfrm>
              <a:off x="8431181" y="24772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6" name="pt56246"/>
            <p:cNvSpPr/>
            <p:nvPr/>
          </p:nvSpPr>
          <p:spPr>
            <a:xfrm>
              <a:off x="8798679" y="22354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7" name="pt56247"/>
            <p:cNvSpPr/>
            <p:nvPr/>
          </p:nvSpPr>
          <p:spPr>
            <a:xfrm>
              <a:off x="9007935" y="18805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8" name="pt56248"/>
            <p:cNvSpPr/>
            <p:nvPr/>
          </p:nvSpPr>
          <p:spPr>
            <a:xfrm>
              <a:off x="9050093" y="21006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9" name="pt56249"/>
            <p:cNvSpPr/>
            <p:nvPr/>
          </p:nvSpPr>
          <p:spPr>
            <a:xfrm>
              <a:off x="9356998" y="21646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0" name="pt56250"/>
            <p:cNvSpPr/>
            <p:nvPr/>
          </p:nvSpPr>
          <p:spPr>
            <a:xfrm>
              <a:off x="9060297" y="20156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1" name="pt56251"/>
            <p:cNvSpPr/>
            <p:nvPr/>
          </p:nvSpPr>
          <p:spPr>
            <a:xfrm>
              <a:off x="8878122" y="22113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2" name="pt56252"/>
            <p:cNvSpPr/>
            <p:nvPr/>
          </p:nvSpPr>
          <p:spPr>
            <a:xfrm>
              <a:off x="9091423" y="17306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3" name="pt56253"/>
            <p:cNvSpPr/>
            <p:nvPr/>
          </p:nvSpPr>
          <p:spPr>
            <a:xfrm>
              <a:off x="8707558" y="21769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4" name="pt56254"/>
            <p:cNvSpPr/>
            <p:nvPr/>
          </p:nvSpPr>
          <p:spPr>
            <a:xfrm>
              <a:off x="9187390" y="22976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5" name="pt56255"/>
            <p:cNvSpPr/>
            <p:nvPr/>
          </p:nvSpPr>
          <p:spPr>
            <a:xfrm>
              <a:off x="8588529" y="23218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6" name="pt56256"/>
            <p:cNvSpPr/>
            <p:nvPr/>
          </p:nvSpPr>
          <p:spPr>
            <a:xfrm>
              <a:off x="8890393" y="20301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7" name="pt56257"/>
            <p:cNvSpPr/>
            <p:nvPr/>
          </p:nvSpPr>
          <p:spPr>
            <a:xfrm>
              <a:off x="9048921" y="21328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8" name="pt56258"/>
            <p:cNvSpPr/>
            <p:nvPr/>
          </p:nvSpPr>
          <p:spPr>
            <a:xfrm>
              <a:off x="8669239" y="22802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9" name="pt56259"/>
            <p:cNvSpPr/>
            <p:nvPr/>
          </p:nvSpPr>
          <p:spPr>
            <a:xfrm>
              <a:off x="9434026" y="18648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0" name="pt56260"/>
            <p:cNvSpPr/>
            <p:nvPr/>
          </p:nvSpPr>
          <p:spPr>
            <a:xfrm>
              <a:off x="8798679" y="20703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1" name="pt56261"/>
            <p:cNvSpPr/>
            <p:nvPr/>
          </p:nvSpPr>
          <p:spPr>
            <a:xfrm>
              <a:off x="8782816" y="22194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2" name="pt56262"/>
            <p:cNvSpPr/>
            <p:nvPr/>
          </p:nvSpPr>
          <p:spPr>
            <a:xfrm>
              <a:off x="9071998" y="17929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3" name="pt56263"/>
            <p:cNvSpPr/>
            <p:nvPr/>
          </p:nvSpPr>
          <p:spPr>
            <a:xfrm>
              <a:off x="8899053" y="23645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4" name="pt56264"/>
            <p:cNvSpPr/>
            <p:nvPr/>
          </p:nvSpPr>
          <p:spPr>
            <a:xfrm>
              <a:off x="8469500" y="22981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5" name="pt56265"/>
            <p:cNvSpPr/>
            <p:nvPr/>
          </p:nvSpPr>
          <p:spPr>
            <a:xfrm>
              <a:off x="8658156" y="23146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6" name="pt56266"/>
            <p:cNvSpPr/>
            <p:nvPr/>
          </p:nvSpPr>
          <p:spPr>
            <a:xfrm>
              <a:off x="8588529" y="22396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7" name="pt56267"/>
            <p:cNvSpPr/>
            <p:nvPr/>
          </p:nvSpPr>
          <p:spPr>
            <a:xfrm>
              <a:off x="8588529" y="23220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8" name="pt56268"/>
            <p:cNvSpPr/>
            <p:nvPr/>
          </p:nvSpPr>
          <p:spPr>
            <a:xfrm>
              <a:off x="8550210" y="24552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9" name="pt56269"/>
            <p:cNvSpPr/>
            <p:nvPr/>
          </p:nvSpPr>
          <p:spPr>
            <a:xfrm>
              <a:off x="9207674" y="17794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0" name="pt56270"/>
            <p:cNvSpPr/>
            <p:nvPr/>
          </p:nvSpPr>
          <p:spPr>
            <a:xfrm>
              <a:off x="9196093" y="22183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1" name="pt56271"/>
            <p:cNvSpPr/>
            <p:nvPr/>
          </p:nvSpPr>
          <p:spPr>
            <a:xfrm>
              <a:off x="8500809" y="26475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2" name="pt56272"/>
            <p:cNvSpPr/>
            <p:nvPr/>
          </p:nvSpPr>
          <p:spPr>
            <a:xfrm>
              <a:off x="8588529" y="22139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3" name="pt56273"/>
            <p:cNvSpPr/>
            <p:nvPr/>
          </p:nvSpPr>
          <p:spPr>
            <a:xfrm>
              <a:off x="9237969" y="19597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4" name="pt56274"/>
            <p:cNvSpPr/>
            <p:nvPr/>
          </p:nvSpPr>
          <p:spPr>
            <a:xfrm>
              <a:off x="8604896" y="23506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5" name="pt56275"/>
            <p:cNvSpPr/>
            <p:nvPr/>
          </p:nvSpPr>
          <p:spPr>
            <a:xfrm>
              <a:off x="8707558" y="22517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6" name="pt56276"/>
            <p:cNvSpPr/>
            <p:nvPr/>
          </p:nvSpPr>
          <p:spPr>
            <a:xfrm>
              <a:off x="8669239" y="24035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7" name="pt56277"/>
            <p:cNvSpPr/>
            <p:nvPr/>
          </p:nvSpPr>
          <p:spPr>
            <a:xfrm>
              <a:off x="8431181" y="25010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8" name="pt56278"/>
            <p:cNvSpPr/>
            <p:nvPr/>
          </p:nvSpPr>
          <p:spPr>
            <a:xfrm>
              <a:off x="8932228" y="18557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9" name="pt56279"/>
            <p:cNvSpPr/>
            <p:nvPr/>
          </p:nvSpPr>
          <p:spPr>
            <a:xfrm>
              <a:off x="8633583" y="19007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0" name="pt56280"/>
            <p:cNvSpPr/>
            <p:nvPr/>
          </p:nvSpPr>
          <p:spPr>
            <a:xfrm>
              <a:off x="8381780" y="22956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1" name="pt56281"/>
            <p:cNvSpPr/>
            <p:nvPr/>
          </p:nvSpPr>
          <p:spPr>
            <a:xfrm>
              <a:off x="9174300" y="1917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2" name="pt56282"/>
            <p:cNvSpPr/>
            <p:nvPr/>
          </p:nvSpPr>
          <p:spPr>
            <a:xfrm>
              <a:off x="8570436" y="24927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3" name="pt56283"/>
            <p:cNvSpPr/>
            <p:nvPr/>
          </p:nvSpPr>
          <p:spPr>
            <a:xfrm>
              <a:off x="9732410" y="22374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4" name="pt56284"/>
            <p:cNvSpPr/>
            <p:nvPr/>
          </p:nvSpPr>
          <p:spPr>
            <a:xfrm>
              <a:off x="9087709" y="21672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5" name="pt56285"/>
            <p:cNvSpPr/>
            <p:nvPr/>
          </p:nvSpPr>
          <p:spPr>
            <a:xfrm>
              <a:off x="8941268" y="19563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6" name="pt56286"/>
            <p:cNvSpPr/>
            <p:nvPr/>
          </p:nvSpPr>
          <p:spPr>
            <a:xfrm>
              <a:off x="9067835" y="17259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7" name="pt56287"/>
            <p:cNvSpPr/>
            <p:nvPr/>
          </p:nvSpPr>
          <p:spPr>
            <a:xfrm>
              <a:off x="8765338" y="22886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8" name="pt56288"/>
            <p:cNvSpPr/>
            <p:nvPr/>
          </p:nvSpPr>
          <p:spPr>
            <a:xfrm>
              <a:off x="8588529" y="21294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9" name="pt56289"/>
            <p:cNvSpPr/>
            <p:nvPr/>
          </p:nvSpPr>
          <p:spPr>
            <a:xfrm>
              <a:off x="8777185" y="23937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0" name="pt56290"/>
            <p:cNvSpPr/>
            <p:nvPr/>
          </p:nvSpPr>
          <p:spPr>
            <a:xfrm>
              <a:off x="9142651" y="23593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1" name="pt56291"/>
            <p:cNvSpPr/>
            <p:nvPr/>
          </p:nvSpPr>
          <p:spPr>
            <a:xfrm>
              <a:off x="8658156" y="23150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2" name="pt56292"/>
            <p:cNvSpPr/>
            <p:nvPr/>
          </p:nvSpPr>
          <p:spPr>
            <a:xfrm>
              <a:off x="8633583" y="20670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3" name="pt56293"/>
            <p:cNvSpPr/>
            <p:nvPr/>
          </p:nvSpPr>
          <p:spPr>
            <a:xfrm>
              <a:off x="9780637" y="26169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4" name="pt56294"/>
            <p:cNvSpPr/>
            <p:nvPr/>
          </p:nvSpPr>
          <p:spPr>
            <a:xfrm>
              <a:off x="8658156" y="24425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5" name="pt56295"/>
            <p:cNvSpPr/>
            <p:nvPr/>
          </p:nvSpPr>
          <p:spPr>
            <a:xfrm>
              <a:off x="8904593" y="21126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6" name="pt56296"/>
            <p:cNvSpPr/>
            <p:nvPr/>
          </p:nvSpPr>
          <p:spPr>
            <a:xfrm>
              <a:off x="8469500" y="22815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7" name="pt56297"/>
            <p:cNvSpPr/>
            <p:nvPr/>
          </p:nvSpPr>
          <p:spPr>
            <a:xfrm>
              <a:off x="8752612" y="22386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8" name="pt56298"/>
            <p:cNvSpPr/>
            <p:nvPr/>
          </p:nvSpPr>
          <p:spPr>
            <a:xfrm>
              <a:off x="9305101" y="22240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9" name="pt56299"/>
            <p:cNvSpPr/>
            <p:nvPr/>
          </p:nvSpPr>
          <p:spPr>
            <a:xfrm>
              <a:off x="9538601" y="22837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0" name="pt56300"/>
            <p:cNvSpPr/>
            <p:nvPr/>
          </p:nvSpPr>
          <p:spPr>
            <a:xfrm>
              <a:off x="9266385" y="16357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1" name="pt56301"/>
            <p:cNvSpPr/>
            <p:nvPr/>
          </p:nvSpPr>
          <p:spPr>
            <a:xfrm>
              <a:off x="9324827" y="21171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2" name="pt56302"/>
            <p:cNvSpPr/>
            <p:nvPr/>
          </p:nvSpPr>
          <p:spPr>
            <a:xfrm>
              <a:off x="8619838" y="20563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3" name="pt56303"/>
            <p:cNvSpPr/>
            <p:nvPr/>
          </p:nvSpPr>
          <p:spPr>
            <a:xfrm>
              <a:off x="9139903" y="20554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4" name="pt56304"/>
            <p:cNvSpPr/>
            <p:nvPr/>
          </p:nvSpPr>
          <p:spPr>
            <a:xfrm>
              <a:off x="9123951" y="21027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5" name="pt56305"/>
            <p:cNvSpPr/>
            <p:nvPr/>
          </p:nvSpPr>
          <p:spPr>
            <a:xfrm>
              <a:off x="9259278" y="21648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6" name="pt56306"/>
            <p:cNvSpPr/>
            <p:nvPr/>
          </p:nvSpPr>
          <p:spPr>
            <a:xfrm>
              <a:off x="9193072" y="24563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7" name="pt56307"/>
            <p:cNvSpPr/>
            <p:nvPr/>
          </p:nvSpPr>
          <p:spPr>
            <a:xfrm>
              <a:off x="8738867" y="21539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8" name="pt56308"/>
            <p:cNvSpPr/>
            <p:nvPr/>
          </p:nvSpPr>
          <p:spPr>
            <a:xfrm>
              <a:off x="8431181" y="24806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9" name="pt56309"/>
            <p:cNvSpPr/>
            <p:nvPr/>
          </p:nvSpPr>
          <p:spPr>
            <a:xfrm>
              <a:off x="8312152" y="25152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0" name="pt56310"/>
            <p:cNvSpPr/>
            <p:nvPr/>
          </p:nvSpPr>
          <p:spPr>
            <a:xfrm>
              <a:off x="8469500" y="24313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1" name="pt56311"/>
            <p:cNvSpPr/>
            <p:nvPr/>
          </p:nvSpPr>
          <p:spPr>
            <a:xfrm>
              <a:off x="8550210" y="26190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2" name="pt56312"/>
            <p:cNvSpPr/>
            <p:nvPr/>
          </p:nvSpPr>
          <p:spPr>
            <a:xfrm>
              <a:off x="9186336" y="22151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3" name="pt56313"/>
            <p:cNvSpPr/>
            <p:nvPr/>
          </p:nvSpPr>
          <p:spPr>
            <a:xfrm>
              <a:off x="9064645" y="20195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4" name="pt56314"/>
            <p:cNvSpPr/>
            <p:nvPr/>
          </p:nvSpPr>
          <p:spPr>
            <a:xfrm>
              <a:off x="8771364" y="22167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5" name="pt56315"/>
            <p:cNvSpPr/>
            <p:nvPr/>
          </p:nvSpPr>
          <p:spPr>
            <a:xfrm>
              <a:off x="8312152" y="25937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6" name="pt56316"/>
            <p:cNvSpPr/>
            <p:nvPr/>
          </p:nvSpPr>
          <p:spPr>
            <a:xfrm>
              <a:off x="8312152" y="21626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7" name="pt56317"/>
            <p:cNvSpPr/>
            <p:nvPr/>
          </p:nvSpPr>
          <p:spPr>
            <a:xfrm>
              <a:off x="9123951" y="20821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8" name="pt56318"/>
            <p:cNvSpPr/>
            <p:nvPr/>
          </p:nvSpPr>
          <p:spPr>
            <a:xfrm>
              <a:off x="8752612" y="22695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9" name="pt56319"/>
            <p:cNvSpPr/>
            <p:nvPr/>
          </p:nvSpPr>
          <p:spPr>
            <a:xfrm>
              <a:off x="8469500" y="23980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0" name="pt56320"/>
            <p:cNvSpPr/>
            <p:nvPr/>
          </p:nvSpPr>
          <p:spPr>
            <a:xfrm>
              <a:off x="9050093" y="22628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1" name="pt56321"/>
            <p:cNvSpPr/>
            <p:nvPr/>
          </p:nvSpPr>
          <p:spPr>
            <a:xfrm>
              <a:off x="9079049" y="20144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2" name="pt56322"/>
            <p:cNvSpPr/>
            <p:nvPr/>
          </p:nvSpPr>
          <p:spPr>
            <a:xfrm>
              <a:off x="9388372" y="2137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3" name="pt56323"/>
            <p:cNvSpPr/>
            <p:nvPr/>
          </p:nvSpPr>
          <p:spPr>
            <a:xfrm>
              <a:off x="9123951" y="20507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4" name="pt56324"/>
            <p:cNvSpPr/>
            <p:nvPr/>
          </p:nvSpPr>
          <p:spPr>
            <a:xfrm>
              <a:off x="8646309" y="23395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5" name="pt56325"/>
            <p:cNvSpPr/>
            <p:nvPr/>
          </p:nvSpPr>
          <p:spPr>
            <a:xfrm>
              <a:off x="9509103" y="20666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6" name="pt56326"/>
            <p:cNvSpPr/>
            <p:nvPr/>
          </p:nvSpPr>
          <p:spPr>
            <a:xfrm>
              <a:off x="8980466" y="20415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7" name="pt56327"/>
            <p:cNvSpPr/>
            <p:nvPr/>
          </p:nvSpPr>
          <p:spPr>
            <a:xfrm>
              <a:off x="8381780" y="24334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8" name="pt56328"/>
            <p:cNvSpPr/>
            <p:nvPr/>
          </p:nvSpPr>
          <p:spPr>
            <a:xfrm>
              <a:off x="8431181" y="25854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9" name="pt56329"/>
            <p:cNvSpPr/>
            <p:nvPr/>
          </p:nvSpPr>
          <p:spPr>
            <a:xfrm>
              <a:off x="9208605" y="20025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0" name="pt56330"/>
            <p:cNvSpPr/>
            <p:nvPr/>
          </p:nvSpPr>
          <p:spPr>
            <a:xfrm>
              <a:off x="8527280" y="25221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1" name="pt56331"/>
            <p:cNvSpPr/>
            <p:nvPr/>
          </p:nvSpPr>
          <p:spPr>
            <a:xfrm>
              <a:off x="9196592" y="23217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2" name="pt56332"/>
            <p:cNvSpPr/>
            <p:nvPr/>
          </p:nvSpPr>
          <p:spPr>
            <a:xfrm>
              <a:off x="8500809" y="26293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3" name="pt56333"/>
            <p:cNvSpPr/>
            <p:nvPr/>
          </p:nvSpPr>
          <p:spPr>
            <a:xfrm>
              <a:off x="9237969" y="19675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4" name="pt56334"/>
            <p:cNvSpPr/>
            <p:nvPr/>
          </p:nvSpPr>
          <p:spPr>
            <a:xfrm>
              <a:off x="8381780" y="22808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5" name="pt56335"/>
            <p:cNvSpPr/>
            <p:nvPr/>
          </p:nvSpPr>
          <p:spPr>
            <a:xfrm>
              <a:off x="9104672" y="20554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6" name="pt56336"/>
            <p:cNvSpPr/>
            <p:nvPr/>
          </p:nvSpPr>
          <p:spPr>
            <a:xfrm>
              <a:off x="9010896" y="16845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7" name="pt56337"/>
            <p:cNvSpPr/>
            <p:nvPr/>
          </p:nvSpPr>
          <p:spPr>
            <a:xfrm>
              <a:off x="9495513" y="23023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8" name="pt56338"/>
            <p:cNvSpPr/>
            <p:nvPr/>
          </p:nvSpPr>
          <p:spPr>
            <a:xfrm>
              <a:off x="8633583" y="20941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9" name="pt56339"/>
            <p:cNvSpPr/>
            <p:nvPr/>
          </p:nvSpPr>
          <p:spPr>
            <a:xfrm>
              <a:off x="8707558" y="22590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0" name="pt56340"/>
            <p:cNvSpPr/>
            <p:nvPr/>
          </p:nvSpPr>
          <p:spPr>
            <a:xfrm>
              <a:off x="8381780" y="23150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1" name="pt56341"/>
            <p:cNvSpPr/>
            <p:nvPr/>
          </p:nvSpPr>
          <p:spPr>
            <a:xfrm>
              <a:off x="8469500" y="22270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2" name="pt56342"/>
            <p:cNvSpPr/>
            <p:nvPr/>
          </p:nvSpPr>
          <p:spPr>
            <a:xfrm>
              <a:off x="9185276" y="21530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3" name="pt56343"/>
            <p:cNvSpPr/>
            <p:nvPr/>
          </p:nvSpPr>
          <p:spPr>
            <a:xfrm>
              <a:off x="8469500" y="24145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4" name="pt56344"/>
            <p:cNvSpPr/>
            <p:nvPr/>
          </p:nvSpPr>
          <p:spPr>
            <a:xfrm>
              <a:off x="8874912" y="2168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5" name="pt56345"/>
            <p:cNvSpPr/>
            <p:nvPr/>
          </p:nvSpPr>
          <p:spPr>
            <a:xfrm>
              <a:off x="9087709" y="19764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6" name="pt56346"/>
            <p:cNvSpPr/>
            <p:nvPr/>
          </p:nvSpPr>
          <p:spPr>
            <a:xfrm>
              <a:off x="9414750" y="2057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7" name="pt56347"/>
            <p:cNvSpPr/>
            <p:nvPr/>
          </p:nvSpPr>
          <p:spPr>
            <a:xfrm>
              <a:off x="8312152" y="25022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8" name="pt56348"/>
            <p:cNvSpPr/>
            <p:nvPr/>
          </p:nvSpPr>
          <p:spPr>
            <a:xfrm>
              <a:off x="8381780" y="22554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9" name="pt56349"/>
            <p:cNvSpPr/>
            <p:nvPr/>
          </p:nvSpPr>
          <p:spPr>
            <a:xfrm>
              <a:off x="8759093" y="21136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0" name="pt56350"/>
            <p:cNvSpPr/>
            <p:nvPr/>
          </p:nvSpPr>
          <p:spPr>
            <a:xfrm>
              <a:off x="9620546" y="21090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1" name="pt56351"/>
            <p:cNvSpPr/>
            <p:nvPr/>
          </p:nvSpPr>
          <p:spPr>
            <a:xfrm>
              <a:off x="8679650" y="24997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2" name="pt56352"/>
            <p:cNvSpPr/>
            <p:nvPr/>
          </p:nvSpPr>
          <p:spPr>
            <a:xfrm>
              <a:off x="8945616" y="20948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3" name="pt56353"/>
            <p:cNvSpPr/>
            <p:nvPr/>
          </p:nvSpPr>
          <p:spPr>
            <a:xfrm>
              <a:off x="9213636" y="19263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4" name="pt56354"/>
            <p:cNvSpPr/>
            <p:nvPr/>
          </p:nvSpPr>
          <p:spPr>
            <a:xfrm>
              <a:off x="8619838" y="22474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5" name="pt56355"/>
            <p:cNvSpPr/>
            <p:nvPr/>
          </p:nvSpPr>
          <p:spPr>
            <a:xfrm>
              <a:off x="8961983" y="22051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6" name="pt56356"/>
            <p:cNvSpPr/>
            <p:nvPr/>
          </p:nvSpPr>
          <p:spPr>
            <a:xfrm>
              <a:off x="8782816" y="20926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7" name="pt56357"/>
            <p:cNvSpPr/>
            <p:nvPr/>
          </p:nvSpPr>
          <p:spPr>
            <a:xfrm>
              <a:off x="9068885" y="19091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8" name="pt56358"/>
            <p:cNvSpPr/>
            <p:nvPr/>
          </p:nvSpPr>
          <p:spPr>
            <a:xfrm>
              <a:off x="9047741" y="22174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9" name="pt56359"/>
            <p:cNvSpPr/>
            <p:nvPr/>
          </p:nvSpPr>
          <p:spPr>
            <a:xfrm>
              <a:off x="9562708" y="20942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0" name="pt56360"/>
            <p:cNvSpPr/>
            <p:nvPr/>
          </p:nvSpPr>
          <p:spPr>
            <a:xfrm>
              <a:off x="8431181" y="24846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1" name="pt56361"/>
            <p:cNvSpPr/>
            <p:nvPr/>
          </p:nvSpPr>
          <p:spPr>
            <a:xfrm>
              <a:off x="8989011" y="19722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2" name="pt56362"/>
            <p:cNvSpPr/>
            <p:nvPr/>
          </p:nvSpPr>
          <p:spPr>
            <a:xfrm>
              <a:off x="9044150" y="1943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3" name="pt56363"/>
            <p:cNvSpPr/>
            <p:nvPr/>
          </p:nvSpPr>
          <p:spPr>
            <a:xfrm>
              <a:off x="8619838" y="22193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4" name="pt56364"/>
            <p:cNvSpPr/>
            <p:nvPr/>
          </p:nvSpPr>
          <p:spPr>
            <a:xfrm>
              <a:off x="8431181" y="24199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5" name="pt56365"/>
            <p:cNvSpPr/>
            <p:nvPr/>
          </p:nvSpPr>
          <p:spPr>
            <a:xfrm>
              <a:off x="9278233" y="19030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6" name="pt56366"/>
            <p:cNvSpPr/>
            <p:nvPr/>
          </p:nvSpPr>
          <p:spPr>
            <a:xfrm>
              <a:off x="8707558" y="21851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7" name="pt56367"/>
            <p:cNvSpPr/>
            <p:nvPr/>
          </p:nvSpPr>
          <p:spPr>
            <a:xfrm>
              <a:off x="8619838" y="22202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8" name="pt56368"/>
            <p:cNvSpPr/>
            <p:nvPr/>
          </p:nvSpPr>
          <p:spPr>
            <a:xfrm>
              <a:off x="8901845" y="21716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9" name="pt56369"/>
            <p:cNvSpPr/>
            <p:nvPr/>
          </p:nvSpPr>
          <p:spPr>
            <a:xfrm>
              <a:off x="8669239" y="23060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0" name="pt56370"/>
            <p:cNvSpPr/>
            <p:nvPr/>
          </p:nvSpPr>
          <p:spPr>
            <a:xfrm>
              <a:off x="9104672" y="21343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1" name="pt56371"/>
            <p:cNvSpPr/>
            <p:nvPr/>
          </p:nvSpPr>
          <p:spPr>
            <a:xfrm>
              <a:off x="8658156" y="22445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2" name="pt56372"/>
            <p:cNvSpPr/>
            <p:nvPr/>
          </p:nvSpPr>
          <p:spPr>
            <a:xfrm>
              <a:off x="9756959" y="22837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3" name="pt56373"/>
            <p:cNvSpPr/>
            <p:nvPr/>
          </p:nvSpPr>
          <p:spPr>
            <a:xfrm>
              <a:off x="9350622" y="21437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4" name="pt56374"/>
            <p:cNvSpPr/>
            <p:nvPr/>
          </p:nvSpPr>
          <p:spPr>
            <a:xfrm>
              <a:off x="8868306" y="22248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5" name="pt56375"/>
            <p:cNvSpPr/>
            <p:nvPr/>
          </p:nvSpPr>
          <p:spPr>
            <a:xfrm>
              <a:off x="8878122" y="22371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6" name="pt56376"/>
            <p:cNvSpPr/>
            <p:nvPr/>
          </p:nvSpPr>
          <p:spPr>
            <a:xfrm>
              <a:off x="9044150" y="17622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7" name="pt56377"/>
            <p:cNvSpPr/>
            <p:nvPr/>
          </p:nvSpPr>
          <p:spPr>
            <a:xfrm>
              <a:off x="8731558" y="24767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8" name="pt56378"/>
            <p:cNvSpPr/>
            <p:nvPr/>
          </p:nvSpPr>
          <p:spPr>
            <a:xfrm>
              <a:off x="9226651" y="20133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9" name="pt56379"/>
            <p:cNvSpPr/>
            <p:nvPr/>
          </p:nvSpPr>
          <p:spPr>
            <a:xfrm>
              <a:off x="9042937" y="18205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0" name="pt56380"/>
            <p:cNvSpPr/>
            <p:nvPr/>
          </p:nvSpPr>
          <p:spPr>
            <a:xfrm>
              <a:off x="8658156" y="2299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1" name="pt56381"/>
            <p:cNvSpPr/>
            <p:nvPr/>
          </p:nvSpPr>
          <p:spPr>
            <a:xfrm>
              <a:off x="8698750" y="22341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2" name="pt56382"/>
            <p:cNvSpPr/>
            <p:nvPr/>
          </p:nvSpPr>
          <p:spPr>
            <a:xfrm>
              <a:off x="8588529" y="21825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3" name="pt56383"/>
            <p:cNvSpPr/>
            <p:nvPr/>
          </p:nvSpPr>
          <p:spPr>
            <a:xfrm>
              <a:off x="8570436" y="24469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4" name="pt56384"/>
            <p:cNvSpPr/>
            <p:nvPr/>
          </p:nvSpPr>
          <p:spPr>
            <a:xfrm>
              <a:off x="8679650" y="23308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5" name="pt56385"/>
            <p:cNvSpPr/>
            <p:nvPr/>
          </p:nvSpPr>
          <p:spPr>
            <a:xfrm>
              <a:off x="8431181" y="24685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6" name="pt56386"/>
            <p:cNvSpPr/>
            <p:nvPr/>
          </p:nvSpPr>
          <p:spPr>
            <a:xfrm>
              <a:off x="8431181" y="22508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7" name="pt56387"/>
            <p:cNvSpPr/>
            <p:nvPr/>
          </p:nvSpPr>
          <p:spPr>
            <a:xfrm>
              <a:off x="8312152" y="24347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8" name="pt56388"/>
            <p:cNvSpPr/>
            <p:nvPr/>
          </p:nvSpPr>
          <p:spPr>
            <a:xfrm>
              <a:off x="9124709" y="21871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9" name="pt56389"/>
            <p:cNvSpPr/>
            <p:nvPr/>
          </p:nvSpPr>
          <p:spPr>
            <a:xfrm>
              <a:off x="8312152" y="24755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0" name="pt56390"/>
            <p:cNvSpPr/>
            <p:nvPr/>
          </p:nvSpPr>
          <p:spPr>
            <a:xfrm>
              <a:off x="9294459" y="19238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1" name="pt56391"/>
            <p:cNvSpPr/>
            <p:nvPr/>
          </p:nvSpPr>
          <p:spPr>
            <a:xfrm>
              <a:off x="8381780" y="24044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2" name="pt56392"/>
            <p:cNvSpPr/>
            <p:nvPr/>
          </p:nvSpPr>
          <p:spPr>
            <a:xfrm>
              <a:off x="8588529" y="22020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3" name="pt56393"/>
            <p:cNvSpPr/>
            <p:nvPr/>
          </p:nvSpPr>
          <p:spPr>
            <a:xfrm>
              <a:off x="8813199" y="20769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4" name="pt56394"/>
            <p:cNvSpPr/>
            <p:nvPr/>
          </p:nvSpPr>
          <p:spPr>
            <a:xfrm>
              <a:off x="8969616" y="22595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5" name="pt56395"/>
            <p:cNvSpPr/>
            <p:nvPr/>
          </p:nvSpPr>
          <p:spPr>
            <a:xfrm>
              <a:off x="8830827" y="19579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6" name="pt56396"/>
            <p:cNvSpPr/>
            <p:nvPr/>
          </p:nvSpPr>
          <p:spPr>
            <a:xfrm>
              <a:off x="9037995" y="18071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7" name="pt56397"/>
            <p:cNvSpPr/>
            <p:nvPr/>
          </p:nvSpPr>
          <p:spPr>
            <a:xfrm>
              <a:off x="8312152" y="23787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8" name="pt56398"/>
            <p:cNvSpPr/>
            <p:nvPr/>
          </p:nvSpPr>
          <p:spPr>
            <a:xfrm>
              <a:off x="8715936" y="22419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9" name="pt56399"/>
            <p:cNvSpPr/>
            <p:nvPr/>
          </p:nvSpPr>
          <p:spPr>
            <a:xfrm>
              <a:off x="8817779" y="22033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0" name="pt56400"/>
            <p:cNvSpPr/>
            <p:nvPr/>
          </p:nvSpPr>
          <p:spPr>
            <a:xfrm>
              <a:off x="9044150" y="18058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1" name="pt56401"/>
            <p:cNvSpPr/>
            <p:nvPr/>
          </p:nvSpPr>
          <p:spPr>
            <a:xfrm>
              <a:off x="8759093" y="2095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2" name="pt56402"/>
            <p:cNvSpPr/>
            <p:nvPr/>
          </p:nvSpPr>
          <p:spPr>
            <a:xfrm>
              <a:off x="9044150" y="18161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3" name="pt56403"/>
            <p:cNvSpPr/>
            <p:nvPr/>
          </p:nvSpPr>
          <p:spPr>
            <a:xfrm>
              <a:off x="9073023" y="18794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4" name="pt56404"/>
            <p:cNvSpPr/>
            <p:nvPr/>
          </p:nvSpPr>
          <p:spPr>
            <a:xfrm>
              <a:off x="8745877" y="20833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5" name="pt56405"/>
            <p:cNvSpPr/>
            <p:nvPr/>
          </p:nvSpPr>
          <p:spPr>
            <a:xfrm>
              <a:off x="8798679" y="20573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6" name="pt56406"/>
            <p:cNvSpPr/>
            <p:nvPr/>
          </p:nvSpPr>
          <p:spPr>
            <a:xfrm>
              <a:off x="8619838" y="24214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7" name="pt56407"/>
            <p:cNvSpPr/>
            <p:nvPr/>
          </p:nvSpPr>
          <p:spPr>
            <a:xfrm>
              <a:off x="8932228" y="1937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8" name="pt56408"/>
            <p:cNvSpPr/>
            <p:nvPr/>
          </p:nvSpPr>
          <p:spPr>
            <a:xfrm>
              <a:off x="8588529" y="23141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9" name="pt56409"/>
            <p:cNvSpPr/>
            <p:nvPr/>
          </p:nvSpPr>
          <p:spPr>
            <a:xfrm>
              <a:off x="9427665" y="19601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0" name="pt56410"/>
            <p:cNvSpPr/>
            <p:nvPr/>
          </p:nvSpPr>
          <p:spPr>
            <a:xfrm>
              <a:off x="8658156" y="22918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1" name="pt56411"/>
            <p:cNvSpPr/>
            <p:nvPr/>
          </p:nvSpPr>
          <p:spPr>
            <a:xfrm>
              <a:off x="8669239" y="24360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2" name="pt56412"/>
            <p:cNvSpPr/>
            <p:nvPr/>
          </p:nvSpPr>
          <p:spPr>
            <a:xfrm>
              <a:off x="9259278" y="19741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3" name="pt56413"/>
            <p:cNvSpPr/>
            <p:nvPr/>
          </p:nvSpPr>
          <p:spPr>
            <a:xfrm>
              <a:off x="9123951" y="20945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4" name="pt56414"/>
            <p:cNvSpPr/>
            <p:nvPr/>
          </p:nvSpPr>
          <p:spPr>
            <a:xfrm>
              <a:off x="8312152" y="22885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5" name="pt56415"/>
            <p:cNvSpPr/>
            <p:nvPr/>
          </p:nvSpPr>
          <p:spPr>
            <a:xfrm>
              <a:off x="9079049" y="19789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6" name="pt56416"/>
            <p:cNvSpPr/>
            <p:nvPr/>
          </p:nvSpPr>
          <p:spPr>
            <a:xfrm>
              <a:off x="8698750" y="23066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7" name="pt56417"/>
            <p:cNvSpPr/>
            <p:nvPr/>
          </p:nvSpPr>
          <p:spPr>
            <a:xfrm>
              <a:off x="9471970" y="23475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8" name="pt56418"/>
            <p:cNvSpPr/>
            <p:nvPr/>
          </p:nvSpPr>
          <p:spPr>
            <a:xfrm>
              <a:off x="9104672" y="21129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9" name="pt56419"/>
            <p:cNvSpPr/>
            <p:nvPr/>
          </p:nvSpPr>
          <p:spPr>
            <a:xfrm>
              <a:off x="9177111" y="19166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0" name="pt56420"/>
            <p:cNvSpPr/>
            <p:nvPr/>
          </p:nvSpPr>
          <p:spPr>
            <a:xfrm>
              <a:off x="9074042" y="19385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1" name="pt56421"/>
            <p:cNvSpPr/>
            <p:nvPr/>
          </p:nvSpPr>
          <p:spPr>
            <a:xfrm>
              <a:off x="9701667" y="2572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2" name="pt56422"/>
            <p:cNvSpPr/>
            <p:nvPr/>
          </p:nvSpPr>
          <p:spPr>
            <a:xfrm>
              <a:off x="9382741" y="21476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3" name="pt56423"/>
            <p:cNvSpPr/>
            <p:nvPr/>
          </p:nvSpPr>
          <p:spPr>
            <a:xfrm>
              <a:off x="9139903" y="22052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4" name="pt56424"/>
            <p:cNvSpPr/>
            <p:nvPr/>
          </p:nvSpPr>
          <p:spPr>
            <a:xfrm>
              <a:off x="8381780" y="24150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5" name="pt56425"/>
            <p:cNvSpPr/>
            <p:nvPr/>
          </p:nvSpPr>
          <p:spPr>
            <a:xfrm>
              <a:off x="8469500" y="22153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6" name="pt56426"/>
            <p:cNvSpPr/>
            <p:nvPr/>
          </p:nvSpPr>
          <p:spPr>
            <a:xfrm>
              <a:off x="9123951" y="20357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7" name="pt56427"/>
            <p:cNvSpPr/>
            <p:nvPr/>
          </p:nvSpPr>
          <p:spPr>
            <a:xfrm>
              <a:off x="8961983" y="22461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8" name="pt56428"/>
            <p:cNvSpPr/>
            <p:nvPr/>
          </p:nvSpPr>
          <p:spPr>
            <a:xfrm>
              <a:off x="9044150" y="17727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9" name="pt56429"/>
            <p:cNvSpPr/>
            <p:nvPr/>
          </p:nvSpPr>
          <p:spPr>
            <a:xfrm>
              <a:off x="9196093" y="22040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0" name="pt56430"/>
            <p:cNvSpPr/>
            <p:nvPr/>
          </p:nvSpPr>
          <p:spPr>
            <a:xfrm>
              <a:off x="8987335" y="20416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1" name="pt56431"/>
            <p:cNvSpPr/>
            <p:nvPr/>
          </p:nvSpPr>
          <p:spPr>
            <a:xfrm>
              <a:off x="9356998" y="2032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2" name="pt56432"/>
            <p:cNvSpPr/>
            <p:nvPr/>
          </p:nvSpPr>
          <p:spPr>
            <a:xfrm>
              <a:off x="8698750" y="20537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3" name="pt56433"/>
            <p:cNvSpPr/>
            <p:nvPr/>
          </p:nvSpPr>
          <p:spPr>
            <a:xfrm>
              <a:off x="9654477" y="17088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4" name="pt56434"/>
            <p:cNvSpPr/>
            <p:nvPr/>
          </p:nvSpPr>
          <p:spPr>
            <a:xfrm>
              <a:off x="8500809" y="24542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5" name="pt56435"/>
            <p:cNvSpPr/>
            <p:nvPr/>
          </p:nvSpPr>
          <p:spPr>
            <a:xfrm>
              <a:off x="8759093" y="2087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6" name="pt56436"/>
            <p:cNvSpPr/>
            <p:nvPr/>
          </p:nvSpPr>
          <p:spPr>
            <a:xfrm>
              <a:off x="9436013" y="21659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7" name="pt56437"/>
            <p:cNvSpPr/>
            <p:nvPr/>
          </p:nvSpPr>
          <p:spPr>
            <a:xfrm>
              <a:off x="9139903" y="20081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8" name="pt56438"/>
            <p:cNvSpPr/>
            <p:nvPr/>
          </p:nvSpPr>
          <p:spPr>
            <a:xfrm>
              <a:off x="9606545" y="24677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9" name="pt56439"/>
            <p:cNvSpPr/>
            <p:nvPr/>
          </p:nvSpPr>
          <p:spPr>
            <a:xfrm>
              <a:off x="9352440" y="21049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0" name="pt56440"/>
            <p:cNvSpPr/>
            <p:nvPr/>
          </p:nvSpPr>
          <p:spPr>
            <a:xfrm>
              <a:off x="9102103" y="20246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1" name="pt56441"/>
            <p:cNvSpPr/>
            <p:nvPr/>
          </p:nvSpPr>
          <p:spPr>
            <a:xfrm>
              <a:off x="9485353" y="24571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2" name="pt56442"/>
            <p:cNvSpPr/>
            <p:nvPr/>
          </p:nvSpPr>
          <p:spPr>
            <a:xfrm>
              <a:off x="9184210" y="21373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3" name="pt56443"/>
            <p:cNvSpPr/>
            <p:nvPr/>
          </p:nvSpPr>
          <p:spPr>
            <a:xfrm>
              <a:off x="9471970" y="22983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4" name="pt56444"/>
            <p:cNvSpPr/>
            <p:nvPr/>
          </p:nvSpPr>
          <p:spPr>
            <a:xfrm>
              <a:off x="8904593" y="21203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5" name="pt56445"/>
            <p:cNvSpPr/>
            <p:nvPr/>
          </p:nvSpPr>
          <p:spPr>
            <a:xfrm>
              <a:off x="8947749" y="20113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6" name="pt56446"/>
            <p:cNvSpPr/>
            <p:nvPr/>
          </p:nvSpPr>
          <p:spPr>
            <a:xfrm>
              <a:off x="9461227" y="25006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7" name="pt56447"/>
            <p:cNvSpPr/>
            <p:nvPr/>
          </p:nvSpPr>
          <p:spPr>
            <a:xfrm>
              <a:off x="8826587" y="22781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8" name="pt56448"/>
            <p:cNvSpPr/>
            <p:nvPr/>
          </p:nvSpPr>
          <p:spPr>
            <a:xfrm>
              <a:off x="9417384" y="20648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9" name="pt56449"/>
            <p:cNvSpPr/>
            <p:nvPr/>
          </p:nvSpPr>
          <p:spPr>
            <a:xfrm>
              <a:off x="9522221" y="19034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0" name="pt56450"/>
            <p:cNvSpPr/>
            <p:nvPr/>
          </p:nvSpPr>
          <p:spPr>
            <a:xfrm>
              <a:off x="9606545" y="21931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1" name="pt56451"/>
            <p:cNvSpPr/>
            <p:nvPr/>
          </p:nvSpPr>
          <p:spPr>
            <a:xfrm>
              <a:off x="9453041" y="21247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2" name="pt56452"/>
            <p:cNvSpPr/>
            <p:nvPr/>
          </p:nvSpPr>
          <p:spPr>
            <a:xfrm>
              <a:off x="9022254" y="18606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3" name="pt56453"/>
            <p:cNvSpPr/>
            <p:nvPr/>
          </p:nvSpPr>
          <p:spPr>
            <a:xfrm>
              <a:off x="8312152" y="24287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4" name="pt56454"/>
            <p:cNvSpPr/>
            <p:nvPr/>
          </p:nvSpPr>
          <p:spPr>
            <a:xfrm>
              <a:off x="8500809" y="25410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5" name="pt56455"/>
            <p:cNvSpPr/>
            <p:nvPr/>
          </p:nvSpPr>
          <p:spPr>
            <a:xfrm>
              <a:off x="9453041" y="22700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6" name="pt56456"/>
            <p:cNvSpPr/>
            <p:nvPr/>
          </p:nvSpPr>
          <p:spPr>
            <a:xfrm>
              <a:off x="8932228" y="19154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7" name="pt56457"/>
            <p:cNvSpPr/>
            <p:nvPr/>
          </p:nvSpPr>
          <p:spPr>
            <a:xfrm>
              <a:off x="9108871" y="20908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8" name="pt56458"/>
            <p:cNvSpPr/>
            <p:nvPr/>
          </p:nvSpPr>
          <p:spPr>
            <a:xfrm>
              <a:off x="8920215" y="21696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9" name="pt56459"/>
            <p:cNvSpPr/>
            <p:nvPr/>
          </p:nvSpPr>
          <p:spPr>
            <a:xfrm>
              <a:off x="8932228" y="18888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0" name="pt56460"/>
            <p:cNvSpPr/>
            <p:nvPr/>
          </p:nvSpPr>
          <p:spPr>
            <a:xfrm>
              <a:off x="9242219" y="2052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1" name="pt56461"/>
            <p:cNvSpPr/>
            <p:nvPr/>
          </p:nvSpPr>
          <p:spPr>
            <a:xfrm>
              <a:off x="9828342" y="24531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2" name="pt56462"/>
            <p:cNvSpPr/>
            <p:nvPr/>
          </p:nvSpPr>
          <p:spPr>
            <a:xfrm>
              <a:off x="9780637" y="27101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3" name="pt56463"/>
            <p:cNvSpPr/>
            <p:nvPr/>
          </p:nvSpPr>
          <p:spPr>
            <a:xfrm>
              <a:off x="9324827" y="22064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4" name="pt56464"/>
            <p:cNvSpPr/>
            <p:nvPr/>
          </p:nvSpPr>
          <p:spPr>
            <a:xfrm>
              <a:off x="8658156" y="24822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5" name="pt56465"/>
            <p:cNvSpPr/>
            <p:nvPr/>
          </p:nvSpPr>
          <p:spPr>
            <a:xfrm>
              <a:off x="9277923" y="21533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6" name="pt56466"/>
            <p:cNvSpPr/>
            <p:nvPr/>
          </p:nvSpPr>
          <p:spPr>
            <a:xfrm>
              <a:off x="8469500" y="24718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7" name="pt56467"/>
            <p:cNvSpPr/>
            <p:nvPr/>
          </p:nvSpPr>
          <p:spPr>
            <a:xfrm>
              <a:off x="8500809" y="24300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8" name="pt56468"/>
            <p:cNvSpPr/>
            <p:nvPr/>
          </p:nvSpPr>
          <p:spPr>
            <a:xfrm>
              <a:off x="9581160" y="23242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9" name="pt56469"/>
            <p:cNvSpPr/>
            <p:nvPr/>
          </p:nvSpPr>
          <p:spPr>
            <a:xfrm>
              <a:off x="8989011" y="19158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0" name="pt56470"/>
            <p:cNvSpPr/>
            <p:nvPr/>
          </p:nvSpPr>
          <p:spPr>
            <a:xfrm>
              <a:off x="8917708" y="20638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1" name="pt56471"/>
            <p:cNvSpPr/>
            <p:nvPr/>
          </p:nvSpPr>
          <p:spPr>
            <a:xfrm>
              <a:off x="9427665" y="18188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2" name="pt56472"/>
            <p:cNvSpPr/>
            <p:nvPr/>
          </p:nvSpPr>
          <p:spPr>
            <a:xfrm>
              <a:off x="9436506" y="22655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3" name="pt56473"/>
            <p:cNvSpPr/>
            <p:nvPr/>
          </p:nvSpPr>
          <p:spPr>
            <a:xfrm>
              <a:off x="8469500" y="22853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4" name="pt56474"/>
            <p:cNvSpPr/>
            <p:nvPr/>
          </p:nvSpPr>
          <p:spPr>
            <a:xfrm>
              <a:off x="9139903" y="20114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5" name="pt56475"/>
            <p:cNvSpPr/>
            <p:nvPr/>
          </p:nvSpPr>
          <p:spPr>
            <a:xfrm>
              <a:off x="8431181" y="23960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6" name="pt56476"/>
            <p:cNvSpPr/>
            <p:nvPr/>
          </p:nvSpPr>
          <p:spPr>
            <a:xfrm>
              <a:off x="9044150" y="17844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7" name="pt56477"/>
            <p:cNvSpPr/>
            <p:nvPr/>
          </p:nvSpPr>
          <p:spPr>
            <a:xfrm>
              <a:off x="8868306" y="22724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8" name="pt56478"/>
            <p:cNvSpPr/>
            <p:nvPr/>
          </p:nvSpPr>
          <p:spPr>
            <a:xfrm>
              <a:off x="8920215" y="2151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9" name="pt56479"/>
            <p:cNvSpPr/>
            <p:nvPr/>
          </p:nvSpPr>
          <p:spPr>
            <a:xfrm>
              <a:off x="8932228" y="19857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0" name="pt56480"/>
            <p:cNvSpPr/>
            <p:nvPr/>
          </p:nvSpPr>
          <p:spPr>
            <a:xfrm>
              <a:off x="8822239" y="2237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1" name="pt56481"/>
            <p:cNvSpPr/>
            <p:nvPr/>
          </p:nvSpPr>
          <p:spPr>
            <a:xfrm>
              <a:off x="8850587" y="20014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2" name="pt56482"/>
            <p:cNvSpPr/>
            <p:nvPr/>
          </p:nvSpPr>
          <p:spPr>
            <a:xfrm>
              <a:off x="8619838" y="23717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3" name="pt56483"/>
            <p:cNvSpPr/>
            <p:nvPr/>
          </p:nvSpPr>
          <p:spPr>
            <a:xfrm>
              <a:off x="8857896" y="19756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4" name="pt56484"/>
            <p:cNvSpPr/>
            <p:nvPr/>
          </p:nvSpPr>
          <p:spPr>
            <a:xfrm>
              <a:off x="8846813" y="20815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5" name="pt56485"/>
            <p:cNvSpPr/>
            <p:nvPr/>
          </p:nvSpPr>
          <p:spPr>
            <a:xfrm>
              <a:off x="8707558" y="22671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6" name="pt56486"/>
            <p:cNvSpPr/>
            <p:nvPr/>
          </p:nvSpPr>
          <p:spPr>
            <a:xfrm>
              <a:off x="8890393" y="16214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7" name="pt56487"/>
            <p:cNvSpPr/>
            <p:nvPr/>
          </p:nvSpPr>
          <p:spPr>
            <a:xfrm>
              <a:off x="9216319" y="19291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8" name="pt56488"/>
            <p:cNvSpPr/>
            <p:nvPr/>
          </p:nvSpPr>
          <p:spPr>
            <a:xfrm>
              <a:off x="8731558" y="22151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9" name="pt56489"/>
            <p:cNvSpPr/>
            <p:nvPr/>
          </p:nvSpPr>
          <p:spPr>
            <a:xfrm>
              <a:off x="8658156" y="2321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0" name="pt56490"/>
            <p:cNvSpPr/>
            <p:nvPr/>
          </p:nvSpPr>
          <p:spPr>
            <a:xfrm>
              <a:off x="9142651" y="2101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1" name="pt56491"/>
            <p:cNvSpPr/>
            <p:nvPr/>
          </p:nvSpPr>
          <p:spPr>
            <a:xfrm>
              <a:off x="8469500" y="24319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2" name="pt56492"/>
            <p:cNvSpPr/>
            <p:nvPr/>
          </p:nvSpPr>
          <p:spPr>
            <a:xfrm>
              <a:off x="8646309" y="23919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3" name="pt56493"/>
            <p:cNvSpPr/>
            <p:nvPr/>
          </p:nvSpPr>
          <p:spPr>
            <a:xfrm>
              <a:off x="8945616" y="21363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4" name="pt56494"/>
            <p:cNvSpPr/>
            <p:nvPr/>
          </p:nvSpPr>
          <p:spPr>
            <a:xfrm>
              <a:off x="8993941" y="20237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5" name="pt56495"/>
            <p:cNvSpPr/>
            <p:nvPr/>
          </p:nvSpPr>
          <p:spPr>
            <a:xfrm>
              <a:off x="8901845" y="22078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6" name="pt56496"/>
            <p:cNvSpPr/>
            <p:nvPr/>
          </p:nvSpPr>
          <p:spPr>
            <a:xfrm>
              <a:off x="8765338" y="20352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7" name="pt56497"/>
            <p:cNvSpPr/>
            <p:nvPr/>
          </p:nvSpPr>
          <p:spPr>
            <a:xfrm>
              <a:off x="9118548" y="21041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8" name="pt56498"/>
            <p:cNvSpPr/>
            <p:nvPr/>
          </p:nvSpPr>
          <p:spPr>
            <a:xfrm>
              <a:off x="9178775" y="19613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9" name="pt56499"/>
            <p:cNvSpPr/>
            <p:nvPr/>
          </p:nvSpPr>
          <p:spPr>
            <a:xfrm>
              <a:off x="9427665" y="17891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0" name="pt56500"/>
            <p:cNvSpPr/>
            <p:nvPr/>
          </p:nvSpPr>
          <p:spPr>
            <a:xfrm>
              <a:off x="8658156" y="23950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1" name="pt56501"/>
            <p:cNvSpPr/>
            <p:nvPr/>
          </p:nvSpPr>
          <p:spPr>
            <a:xfrm>
              <a:off x="8945616" y="21182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2" name="pt56502"/>
            <p:cNvSpPr/>
            <p:nvPr/>
          </p:nvSpPr>
          <p:spPr>
            <a:xfrm>
              <a:off x="8469500" y="2338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3" name="pt56503"/>
            <p:cNvSpPr/>
            <p:nvPr/>
          </p:nvSpPr>
          <p:spPr>
            <a:xfrm>
              <a:off x="9480563" y="24152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4" name="pt56504"/>
            <p:cNvSpPr/>
            <p:nvPr/>
          </p:nvSpPr>
          <p:spPr>
            <a:xfrm>
              <a:off x="9074042" y="19576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5" name="pt56505"/>
            <p:cNvSpPr/>
            <p:nvPr/>
          </p:nvSpPr>
          <p:spPr>
            <a:xfrm>
              <a:off x="9242219" y="18630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6" name="pt56506"/>
            <p:cNvSpPr/>
            <p:nvPr/>
          </p:nvSpPr>
          <p:spPr>
            <a:xfrm>
              <a:off x="8679650" y="23690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7" name="pt56507"/>
            <p:cNvSpPr/>
            <p:nvPr/>
          </p:nvSpPr>
          <p:spPr>
            <a:xfrm>
              <a:off x="8658156" y="24742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8" name="pt56508"/>
            <p:cNvSpPr/>
            <p:nvPr/>
          </p:nvSpPr>
          <p:spPr>
            <a:xfrm>
              <a:off x="9010896" y="19054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9" name="pt56509"/>
            <p:cNvSpPr/>
            <p:nvPr/>
          </p:nvSpPr>
          <p:spPr>
            <a:xfrm>
              <a:off x="8846813" y="21709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0" name="pt56510"/>
            <p:cNvSpPr/>
            <p:nvPr/>
          </p:nvSpPr>
          <p:spPr>
            <a:xfrm>
              <a:off x="9116180" y="20416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1" name="pt56511"/>
            <p:cNvSpPr/>
            <p:nvPr/>
          </p:nvSpPr>
          <p:spPr>
            <a:xfrm>
              <a:off x="8689465" y="23415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2" name="pt56512"/>
            <p:cNvSpPr/>
            <p:nvPr/>
          </p:nvSpPr>
          <p:spPr>
            <a:xfrm>
              <a:off x="9104672" y="21476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3" name="pt56513"/>
            <p:cNvSpPr/>
            <p:nvPr/>
          </p:nvSpPr>
          <p:spPr>
            <a:xfrm>
              <a:off x="8633583" y="21808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4" name="pt56514"/>
            <p:cNvSpPr/>
            <p:nvPr/>
          </p:nvSpPr>
          <p:spPr>
            <a:xfrm>
              <a:off x="8777185" y="24429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5" name="pt56515"/>
            <p:cNvSpPr/>
            <p:nvPr/>
          </p:nvSpPr>
          <p:spPr>
            <a:xfrm>
              <a:off x="8777185" y="23885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6" name="pt56516"/>
            <p:cNvSpPr/>
            <p:nvPr/>
          </p:nvSpPr>
          <p:spPr>
            <a:xfrm>
              <a:off x="9076063" y="21319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7" name="pt56517"/>
            <p:cNvSpPr/>
            <p:nvPr/>
          </p:nvSpPr>
          <p:spPr>
            <a:xfrm>
              <a:off x="9139903" y="20711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8" name="pt56518"/>
            <p:cNvSpPr/>
            <p:nvPr/>
          </p:nvSpPr>
          <p:spPr>
            <a:xfrm>
              <a:off x="8890393" y="21561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9" name="pt56519"/>
            <p:cNvSpPr/>
            <p:nvPr/>
          </p:nvSpPr>
          <p:spPr>
            <a:xfrm>
              <a:off x="8669239" y="24013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0" name="pt56520"/>
            <p:cNvSpPr/>
            <p:nvPr/>
          </p:nvSpPr>
          <p:spPr>
            <a:xfrm>
              <a:off x="9039244" y="1722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1" name="pt56521"/>
            <p:cNvSpPr/>
            <p:nvPr/>
          </p:nvSpPr>
          <p:spPr>
            <a:xfrm>
              <a:off x="9178222" y="1941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2" name="pt56522"/>
            <p:cNvSpPr/>
            <p:nvPr/>
          </p:nvSpPr>
          <p:spPr>
            <a:xfrm>
              <a:off x="8907297" y="20755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3" name="pt56523"/>
            <p:cNvSpPr/>
            <p:nvPr/>
          </p:nvSpPr>
          <p:spPr>
            <a:xfrm>
              <a:off x="8500809" y="26223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4" name="pt56524"/>
            <p:cNvSpPr/>
            <p:nvPr/>
          </p:nvSpPr>
          <p:spPr>
            <a:xfrm>
              <a:off x="8907297" y="20891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5" name="pt56525"/>
            <p:cNvSpPr/>
            <p:nvPr/>
          </p:nvSpPr>
          <p:spPr>
            <a:xfrm>
              <a:off x="8619838" y="21536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6" name="pt56526"/>
            <p:cNvSpPr/>
            <p:nvPr/>
          </p:nvSpPr>
          <p:spPr>
            <a:xfrm>
              <a:off x="8604896" y="25005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7" name="pt56527"/>
            <p:cNvSpPr/>
            <p:nvPr/>
          </p:nvSpPr>
          <p:spPr>
            <a:xfrm>
              <a:off x="8932228" y="18804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8" name="pt56528"/>
            <p:cNvSpPr/>
            <p:nvPr/>
          </p:nvSpPr>
          <p:spPr>
            <a:xfrm>
              <a:off x="8738867" y="21652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9" name="pt56529"/>
            <p:cNvSpPr/>
            <p:nvPr/>
          </p:nvSpPr>
          <p:spPr>
            <a:xfrm>
              <a:off x="8738867" y="22937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0" name="pt56530"/>
            <p:cNvSpPr/>
            <p:nvPr/>
          </p:nvSpPr>
          <p:spPr>
            <a:xfrm>
              <a:off x="8500809" y="26193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1" name="pt56531"/>
            <p:cNvSpPr/>
            <p:nvPr/>
          </p:nvSpPr>
          <p:spPr>
            <a:xfrm>
              <a:off x="8793552" y="21197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2" name="pt56532"/>
            <p:cNvSpPr/>
            <p:nvPr/>
          </p:nvSpPr>
          <p:spPr>
            <a:xfrm>
              <a:off x="8619838" y="2090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3" name="pt56533"/>
            <p:cNvSpPr/>
            <p:nvPr/>
          </p:nvSpPr>
          <p:spPr>
            <a:xfrm>
              <a:off x="8381780" y="2476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4" name="pt56534"/>
            <p:cNvSpPr/>
            <p:nvPr/>
          </p:nvSpPr>
          <p:spPr>
            <a:xfrm>
              <a:off x="8752612" y="2146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5" name="pt56535"/>
            <p:cNvSpPr/>
            <p:nvPr/>
          </p:nvSpPr>
          <p:spPr>
            <a:xfrm>
              <a:off x="8992313" y="1804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6" name="pt56536"/>
            <p:cNvSpPr/>
            <p:nvPr/>
          </p:nvSpPr>
          <p:spPr>
            <a:xfrm>
              <a:off x="8980466" y="20257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7" name="pt56537"/>
            <p:cNvSpPr/>
            <p:nvPr/>
          </p:nvSpPr>
          <p:spPr>
            <a:xfrm>
              <a:off x="9104672" y="20671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8" name="pt56538"/>
            <p:cNvSpPr/>
            <p:nvPr/>
          </p:nvSpPr>
          <p:spPr>
            <a:xfrm>
              <a:off x="9557615" y="20129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9" name="pt56539"/>
            <p:cNvSpPr/>
            <p:nvPr/>
          </p:nvSpPr>
          <p:spPr>
            <a:xfrm>
              <a:off x="8312152" y="22198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0" name="pt56540"/>
            <p:cNvSpPr/>
            <p:nvPr/>
          </p:nvSpPr>
          <p:spPr>
            <a:xfrm>
              <a:off x="9027663" y="19566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1" name="pt56541"/>
            <p:cNvSpPr/>
            <p:nvPr/>
          </p:nvSpPr>
          <p:spPr>
            <a:xfrm>
              <a:off x="8500809" y="26337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2" name="pt56542"/>
            <p:cNvSpPr/>
            <p:nvPr/>
          </p:nvSpPr>
          <p:spPr>
            <a:xfrm>
              <a:off x="8788268" y="22289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3" name="pt56543"/>
            <p:cNvSpPr/>
            <p:nvPr/>
          </p:nvSpPr>
          <p:spPr>
            <a:xfrm>
              <a:off x="8604896" y="23861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4" name="pt56544"/>
            <p:cNvSpPr/>
            <p:nvPr/>
          </p:nvSpPr>
          <p:spPr>
            <a:xfrm>
              <a:off x="9548435" y="22218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5" name="pt56545"/>
            <p:cNvSpPr/>
            <p:nvPr/>
          </p:nvSpPr>
          <p:spPr>
            <a:xfrm>
              <a:off x="8715936" y="2246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6" name="pt56546"/>
            <p:cNvSpPr/>
            <p:nvPr/>
          </p:nvSpPr>
          <p:spPr>
            <a:xfrm>
              <a:off x="8312152" y="24959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7" name="pt56547"/>
            <p:cNvSpPr/>
            <p:nvPr/>
          </p:nvSpPr>
          <p:spPr>
            <a:xfrm>
              <a:off x="9054703" y="21158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8" name="pt56548"/>
            <p:cNvSpPr/>
            <p:nvPr/>
          </p:nvSpPr>
          <p:spPr>
            <a:xfrm>
              <a:off x="9167950" y="18511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9" name="pt56549"/>
            <p:cNvSpPr/>
            <p:nvPr/>
          </p:nvSpPr>
          <p:spPr>
            <a:xfrm>
              <a:off x="9073023" y="18254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0" name="pt56550"/>
            <p:cNvSpPr/>
            <p:nvPr/>
          </p:nvSpPr>
          <p:spPr>
            <a:xfrm>
              <a:off x="9305101" y="21486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1" name="pt56551"/>
            <p:cNvSpPr/>
            <p:nvPr/>
          </p:nvSpPr>
          <p:spPr>
            <a:xfrm>
              <a:off x="8920215" y="19384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2" name="pt56552"/>
            <p:cNvSpPr/>
            <p:nvPr/>
          </p:nvSpPr>
          <p:spPr>
            <a:xfrm>
              <a:off x="8850587" y="20767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3" name="pt56553"/>
            <p:cNvSpPr/>
            <p:nvPr/>
          </p:nvSpPr>
          <p:spPr>
            <a:xfrm>
              <a:off x="9018082" y="13552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4" name="pt56554"/>
            <p:cNvSpPr/>
            <p:nvPr/>
          </p:nvSpPr>
          <p:spPr>
            <a:xfrm>
              <a:off x="9797803" y="2689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5" name="pt56555"/>
            <p:cNvSpPr/>
            <p:nvPr/>
          </p:nvSpPr>
          <p:spPr>
            <a:xfrm>
              <a:off x="9408344" y="19670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6" name="pt56556"/>
            <p:cNvSpPr/>
            <p:nvPr/>
          </p:nvSpPr>
          <p:spPr>
            <a:xfrm>
              <a:off x="9187390" y="22865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7" name="pt56557"/>
            <p:cNvSpPr/>
            <p:nvPr/>
          </p:nvSpPr>
          <p:spPr>
            <a:xfrm>
              <a:off x="8500809" y="25853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8" name="pt56558"/>
            <p:cNvSpPr/>
            <p:nvPr/>
          </p:nvSpPr>
          <p:spPr>
            <a:xfrm>
              <a:off x="8817779" y="21882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9" name="pt56559"/>
            <p:cNvSpPr/>
            <p:nvPr/>
          </p:nvSpPr>
          <p:spPr>
            <a:xfrm>
              <a:off x="8698750" y="24571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0" name="pt56560"/>
            <p:cNvSpPr/>
            <p:nvPr/>
          </p:nvSpPr>
          <p:spPr>
            <a:xfrm>
              <a:off x="9139903" y="20320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1" name="pt56561"/>
            <p:cNvSpPr/>
            <p:nvPr/>
          </p:nvSpPr>
          <p:spPr>
            <a:xfrm>
              <a:off x="8992313" y="19174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2" name="pt56562"/>
            <p:cNvSpPr/>
            <p:nvPr/>
          </p:nvSpPr>
          <p:spPr>
            <a:xfrm>
              <a:off x="9482363" y="2438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3" name="pt56563"/>
            <p:cNvSpPr/>
            <p:nvPr/>
          </p:nvSpPr>
          <p:spPr>
            <a:xfrm>
              <a:off x="8980466" y="20108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4" name="pt56564"/>
            <p:cNvSpPr/>
            <p:nvPr/>
          </p:nvSpPr>
          <p:spPr>
            <a:xfrm>
              <a:off x="8901845" y="19949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5" name="pt56565"/>
            <p:cNvSpPr/>
            <p:nvPr/>
          </p:nvSpPr>
          <p:spPr>
            <a:xfrm>
              <a:off x="9828342" y="23089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6" name="pt56566"/>
            <p:cNvSpPr/>
            <p:nvPr/>
          </p:nvSpPr>
          <p:spPr>
            <a:xfrm>
              <a:off x="8850587" y="22012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7" name="pt56567"/>
            <p:cNvSpPr/>
            <p:nvPr/>
          </p:nvSpPr>
          <p:spPr>
            <a:xfrm>
              <a:off x="9111342" y="21156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8" name="pt56568"/>
            <p:cNvSpPr/>
            <p:nvPr/>
          </p:nvSpPr>
          <p:spPr>
            <a:xfrm>
              <a:off x="8932228" y="19879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9" name="pt56569"/>
            <p:cNvSpPr/>
            <p:nvPr/>
          </p:nvSpPr>
          <p:spPr>
            <a:xfrm>
              <a:off x="9322929" y="20898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0" name="pt56570"/>
            <p:cNvSpPr/>
            <p:nvPr/>
          </p:nvSpPr>
          <p:spPr>
            <a:xfrm>
              <a:off x="8469500" y="24415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1" name="pt56571"/>
            <p:cNvSpPr/>
            <p:nvPr/>
          </p:nvSpPr>
          <p:spPr>
            <a:xfrm>
              <a:off x="8619838" y="22418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2" name="pt56572"/>
            <p:cNvSpPr/>
            <p:nvPr/>
          </p:nvSpPr>
          <p:spPr>
            <a:xfrm>
              <a:off x="8312152" y="25560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3" name="pt56573"/>
            <p:cNvSpPr/>
            <p:nvPr/>
          </p:nvSpPr>
          <p:spPr>
            <a:xfrm>
              <a:off x="9423467" y="19340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4" name="pt56574"/>
            <p:cNvSpPr/>
            <p:nvPr/>
          </p:nvSpPr>
          <p:spPr>
            <a:xfrm>
              <a:off x="8500809" y="26422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5" name="pt56575"/>
            <p:cNvSpPr/>
            <p:nvPr/>
          </p:nvSpPr>
          <p:spPr>
            <a:xfrm>
              <a:off x="8550210" y="26062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6" name="pt56576"/>
            <p:cNvSpPr/>
            <p:nvPr/>
          </p:nvSpPr>
          <p:spPr>
            <a:xfrm>
              <a:off x="8813199" y="21894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7" name="pt56577"/>
            <p:cNvSpPr/>
            <p:nvPr/>
          </p:nvSpPr>
          <p:spPr>
            <a:xfrm>
              <a:off x="9382404" y="21323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8" name="pt56578"/>
            <p:cNvSpPr/>
            <p:nvPr/>
          </p:nvSpPr>
          <p:spPr>
            <a:xfrm>
              <a:off x="9177111" y="20200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9" name="pt56579"/>
            <p:cNvSpPr/>
            <p:nvPr/>
          </p:nvSpPr>
          <p:spPr>
            <a:xfrm>
              <a:off x="8588529" y="23259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0" name="pt56580"/>
            <p:cNvSpPr/>
            <p:nvPr/>
          </p:nvSpPr>
          <p:spPr>
            <a:xfrm>
              <a:off x="8961983" y="22288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1" name="pt56581"/>
            <p:cNvSpPr/>
            <p:nvPr/>
          </p:nvSpPr>
          <p:spPr>
            <a:xfrm>
              <a:off x="9206269" y="1804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2" name="pt56582"/>
            <p:cNvSpPr/>
            <p:nvPr/>
          </p:nvSpPr>
          <p:spPr>
            <a:xfrm>
              <a:off x="8941268" y="18763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3" name="pt56583"/>
            <p:cNvSpPr/>
            <p:nvPr/>
          </p:nvSpPr>
          <p:spPr>
            <a:xfrm>
              <a:off x="9039244" y="18009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4" name="pt56584"/>
            <p:cNvSpPr/>
            <p:nvPr/>
          </p:nvSpPr>
          <p:spPr>
            <a:xfrm>
              <a:off x="8469500" y="22823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5" name="pt56585"/>
            <p:cNvSpPr/>
            <p:nvPr/>
          </p:nvSpPr>
          <p:spPr>
            <a:xfrm>
              <a:off x="9104672" y="20017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6" name="pt56586"/>
            <p:cNvSpPr/>
            <p:nvPr/>
          </p:nvSpPr>
          <p:spPr>
            <a:xfrm>
              <a:off x="9528241" y="20642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7" name="pt56587"/>
            <p:cNvSpPr/>
            <p:nvPr/>
          </p:nvSpPr>
          <p:spPr>
            <a:xfrm>
              <a:off x="9301626" y="22317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8" name="pt56588"/>
            <p:cNvSpPr/>
            <p:nvPr/>
          </p:nvSpPr>
          <p:spPr>
            <a:xfrm>
              <a:off x="8588529" y="22645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9" name="pt56589"/>
            <p:cNvSpPr/>
            <p:nvPr/>
          </p:nvSpPr>
          <p:spPr>
            <a:xfrm>
              <a:off x="8961983" y="2158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0" name="pt56590"/>
            <p:cNvSpPr/>
            <p:nvPr/>
          </p:nvSpPr>
          <p:spPr>
            <a:xfrm>
              <a:off x="8619838" y="22987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1" name="pt56591"/>
            <p:cNvSpPr/>
            <p:nvPr/>
          </p:nvSpPr>
          <p:spPr>
            <a:xfrm>
              <a:off x="8723925" y="21025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2" name="pt56592"/>
            <p:cNvSpPr/>
            <p:nvPr/>
          </p:nvSpPr>
          <p:spPr>
            <a:xfrm>
              <a:off x="8961983" y="21778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3" name="pt56593"/>
            <p:cNvSpPr/>
            <p:nvPr/>
          </p:nvSpPr>
          <p:spPr>
            <a:xfrm>
              <a:off x="8798679" y="21596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4" name="pt56594"/>
            <p:cNvSpPr/>
            <p:nvPr/>
          </p:nvSpPr>
          <p:spPr>
            <a:xfrm>
              <a:off x="8969616" y="22292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5" name="pt56595"/>
            <p:cNvSpPr/>
            <p:nvPr/>
          </p:nvSpPr>
          <p:spPr>
            <a:xfrm>
              <a:off x="9701667" y="24859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6" name="pt56596"/>
            <p:cNvSpPr/>
            <p:nvPr/>
          </p:nvSpPr>
          <p:spPr>
            <a:xfrm>
              <a:off x="8431181" y="23828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7" name="pt56597"/>
            <p:cNvSpPr/>
            <p:nvPr/>
          </p:nvSpPr>
          <p:spPr>
            <a:xfrm>
              <a:off x="8633583" y="20880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8" name="pt56598"/>
            <p:cNvSpPr/>
            <p:nvPr/>
          </p:nvSpPr>
          <p:spPr>
            <a:xfrm>
              <a:off x="9148018" y="20874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9" name="pt56599"/>
            <p:cNvSpPr/>
            <p:nvPr/>
          </p:nvSpPr>
          <p:spPr>
            <a:xfrm>
              <a:off x="8912581" y="20656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0" name="pt56600"/>
            <p:cNvSpPr/>
            <p:nvPr/>
          </p:nvSpPr>
          <p:spPr>
            <a:xfrm>
              <a:off x="8619838" y="22318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1" name="pt56601"/>
            <p:cNvSpPr/>
            <p:nvPr/>
          </p:nvSpPr>
          <p:spPr>
            <a:xfrm>
              <a:off x="9417384" y="18761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2" name="pt56602"/>
            <p:cNvSpPr/>
            <p:nvPr/>
          </p:nvSpPr>
          <p:spPr>
            <a:xfrm>
              <a:off x="8922686" y="17653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3" name="pt56603"/>
            <p:cNvSpPr/>
            <p:nvPr/>
          </p:nvSpPr>
          <p:spPr>
            <a:xfrm>
              <a:off x="8707558" y="23201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4" name="pt56604"/>
            <p:cNvSpPr/>
            <p:nvPr/>
          </p:nvSpPr>
          <p:spPr>
            <a:xfrm>
              <a:off x="9158273" y="19615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5" name="pt56605"/>
            <p:cNvSpPr/>
            <p:nvPr/>
          </p:nvSpPr>
          <p:spPr>
            <a:xfrm>
              <a:off x="8633583" y="2095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6" name="pt56606"/>
            <p:cNvSpPr/>
            <p:nvPr/>
          </p:nvSpPr>
          <p:spPr>
            <a:xfrm>
              <a:off x="9346306" y="21418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7" name="pt56607"/>
            <p:cNvSpPr/>
            <p:nvPr/>
          </p:nvSpPr>
          <p:spPr>
            <a:xfrm>
              <a:off x="8782816" y="22536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8" name="pt56608"/>
            <p:cNvSpPr/>
            <p:nvPr/>
          </p:nvSpPr>
          <p:spPr>
            <a:xfrm>
              <a:off x="9034193" y="16104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9" name="pt56609"/>
            <p:cNvSpPr/>
            <p:nvPr/>
          </p:nvSpPr>
          <p:spPr>
            <a:xfrm>
              <a:off x="8469500" y="21411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0" name="pt56610"/>
            <p:cNvSpPr/>
            <p:nvPr/>
          </p:nvSpPr>
          <p:spPr>
            <a:xfrm>
              <a:off x="9073023" y="18154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1" name="pt56611"/>
            <p:cNvSpPr/>
            <p:nvPr/>
          </p:nvSpPr>
          <p:spPr>
            <a:xfrm>
              <a:off x="8633583" y="18493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2" name="pt56612"/>
            <p:cNvSpPr/>
            <p:nvPr/>
          </p:nvSpPr>
          <p:spPr>
            <a:xfrm>
              <a:off x="8469500" y="23440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3" name="pt56613"/>
            <p:cNvSpPr/>
            <p:nvPr/>
          </p:nvSpPr>
          <p:spPr>
            <a:xfrm>
              <a:off x="8949856" y="21759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4" name="pt56614"/>
            <p:cNvSpPr/>
            <p:nvPr/>
          </p:nvSpPr>
          <p:spPr>
            <a:xfrm>
              <a:off x="9199552" y="17487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5" name="pt56615"/>
            <p:cNvSpPr/>
            <p:nvPr/>
          </p:nvSpPr>
          <p:spPr>
            <a:xfrm>
              <a:off x="9287859" y="19519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6" name="pt56616"/>
            <p:cNvSpPr/>
            <p:nvPr/>
          </p:nvSpPr>
          <p:spPr>
            <a:xfrm>
              <a:off x="8808494" y="21559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7" name="pt56617"/>
            <p:cNvSpPr/>
            <p:nvPr/>
          </p:nvSpPr>
          <p:spPr>
            <a:xfrm>
              <a:off x="8826587" y="22540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8" name="pt56618"/>
            <p:cNvSpPr/>
            <p:nvPr/>
          </p:nvSpPr>
          <p:spPr>
            <a:xfrm>
              <a:off x="8884367" y="19698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9" name="pt56619"/>
            <p:cNvSpPr/>
            <p:nvPr/>
          </p:nvSpPr>
          <p:spPr>
            <a:xfrm>
              <a:off x="9044150" y="1730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0" name="pt56620"/>
            <p:cNvSpPr/>
            <p:nvPr/>
          </p:nvSpPr>
          <p:spPr>
            <a:xfrm>
              <a:off x="9179876" y="18043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1" name="pt56621"/>
            <p:cNvSpPr/>
            <p:nvPr/>
          </p:nvSpPr>
          <p:spPr>
            <a:xfrm>
              <a:off x="9090502" y="17383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2" name="pt56622"/>
            <p:cNvSpPr/>
            <p:nvPr/>
          </p:nvSpPr>
          <p:spPr>
            <a:xfrm>
              <a:off x="8850587" y="20123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3" name="pt56623"/>
            <p:cNvSpPr/>
            <p:nvPr/>
          </p:nvSpPr>
          <p:spPr>
            <a:xfrm>
              <a:off x="8633583" y="21071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4" name="pt56624"/>
            <p:cNvSpPr/>
            <p:nvPr/>
          </p:nvSpPr>
          <p:spPr>
            <a:xfrm>
              <a:off x="9573129" y="22312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5" name="pt56625"/>
            <p:cNvSpPr/>
            <p:nvPr/>
          </p:nvSpPr>
          <p:spPr>
            <a:xfrm>
              <a:off x="9288151" y="19071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6" name="pt56626"/>
            <p:cNvSpPr/>
            <p:nvPr/>
          </p:nvSpPr>
          <p:spPr>
            <a:xfrm>
              <a:off x="9423467" y="19622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7" name="pt56627"/>
            <p:cNvSpPr/>
            <p:nvPr/>
          </p:nvSpPr>
          <p:spPr>
            <a:xfrm>
              <a:off x="8738867" y="19187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8" name="pt56628"/>
            <p:cNvSpPr/>
            <p:nvPr/>
          </p:nvSpPr>
          <p:spPr>
            <a:xfrm>
              <a:off x="8971473" y="21140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9" name="pt56629"/>
            <p:cNvSpPr/>
            <p:nvPr/>
          </p:nvSpPr>
          <p:spPr>
            <a:xfrm>
              <a:off x="8431181" y="24752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0" name="pt56630"/>
            <p:cNvSpPr/>
            <p:nvPr/>
          </p:nvSpPr>
          <p:spPr>
            <a:xfrm>
              <a:off x="8956027" y="20642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1" name="pt56631"/>
            <p:cNvSpPr/>
            <p:nvPr/>
          </p:nvSpPr>
          <p:spPr>
            <a:xfrm>
              <a:off x="9356998" y="1951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2" name="pt56632"/>
            <p:cNvSpPr/>
            <p:nvPr/>
          </p:nvSpPr>
          <p:spPr>
            <a:xfrm>
              <a:off x="9256140" y="2049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3" name="pt56633"/>
            <p:cNvSpPr/>
            <p:nvPr/>
          </p:nvSpPr>
          <p:spPr>
            <a:xfrm>
              <a:off x="8619838" y="23114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4" name="pt56634"/>
            <p:cNvSpPr/>
            <p:nvPr/>
          </p:nvSpPr>
          <p:spPr>
            <a:xfrm>
              <a:off x="8312152" y="23320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5" name="pt56635"/>
            <p:cNvSpPr/>
            <p:nvPr/>
          </p:nvSpPr>
          <p:spPr>
            <a:xfrm>
              <a:off x="8881273" y="21720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6" name="pt56636"/>
            <p:cNvSpPr/>
            <p:nvPr/>
          </p:nvSpPr>
          <p:spPr>
            <a:xfrm>
              <a:off x="8854280" y="20284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7" name="pt56637"/>
            <p:cNvSpPr/>
            <p:nvPr/>
          </p:nvSpPr>
          <p:spPr>
            <a:xfrm>
              <a:off x="8956027" y="21643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8" name="pt56638"/>
            <p:cNvSpPr/>
            <p:nvPr/>
          </p:nvSpPr>
          <p:spPr>
            <a:xfrm>
              <a:off x="8961983" y="22175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9" name="pt56639"/>
            <p:cNvSpPr/>
            <p:nvPr/>
          </p:nvSpPr>
          <p:spPr>
            <a:xfrm>
              <a:off x="8312152" y="25534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0" name="pt56640"/>
            <p:cNvSpPr/>
            <p:nvPr/>
          </p:nvSpPr>
          <p:spPr>
            <a:xfrm>
              <a:off x="8619838" y="22903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1" name="pt56641"/>
            <p:cNvSpPr/>
            <p:nvPr/>
          </p:nvSpPr>
          <p:spPr>
            <a:xfrm>
              <a:off x="9036737" y="17616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2" name="pt56642"/>
            <p:cNvSpPr/>
            <p:nvPr/>
          </p:nvSpPr>
          <p:spPr>
            <a:xfrm>
              <a:off x="8431181" y="2379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3" name="pt56643"/>
            <p:cNvSpPr/>
            <p:nvPr/>
          </p:nvSpPr>
          <p:spPr>
            <a:xfrm>
              <a:off x="9088645" y="18967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4" name="pt56644"/>
            <p:cNvSpPr/>
            <p:nvPr/>
          </p:nvSpPr>
          <p:spPr>
            <a:xfrm>
              <a:off x="9124709" y="2126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5" name="pt56645"/>
            <p:cNvSpPr/>
            <p:nvPr/>
          </p:nvSpPr>
          <p:spPr>
            <a:xfrm>
              <a:off x="8646309" y="24260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6" name="pt56646"/>
            <p:cNvSpPr/>
            <p:nvPr/>
          </p:nvSpPr>
          <p:spPr>
            <a:xfrm>
              <a:off x="8963923" y="22692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7" name="pt56647"/>
            <p:cNvSpPr/>
            <p:nvPr/>
          </p:nvSpPr>
          <p:spPr>
            <a:xfrm>
              <a:off x="8604896" y="23579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8" name="pt56648"/>
            <p:cNvSpPr/>
            <p:nvPr/>
          </p:nvSpPr>
          <p:spPr>
            <a:xfrm>
              <a:off x="8731558" y="21259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9" name="pt56649"/>
            <p:cNvSpPr/>
            <p:nvPr/>
          </p:nvSpPr>
          <p:spPr>
            <a:xfrm>
              <a:off x="9360483" y="20646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0" name="pt56650"/>
            <p:cNvSpPr/>
            <p:nvPr/>
          </p:nvSpPr>
          <p:spPr>
            <a:xfrm>
              <a:off x="8312152" y="2446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1" name="pt56651"/>
            <p:cNvSpPr/>
            <p:nvPr/>
          </p:nvSpPr>
          <p:spPr>
            <a:xfrm>
              <a:off x="8765338" y="21828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2" name="pt56652"/>
            <p:cNvSpPr/>
            <p:nvPr/>
          </p:nvSpPr>
          <p:spPr>
            <a:xfrm>
              <a:off x="8312152" y="23031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3" name="pt56653"/>
            <p:cNvSpPr/>
            <p:nvPr/>
          </p:nvSpPr>
          <p:spPr>
            <a:xfrm>
              <a:off x="8932228" y="19351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4" name="pt56654"/>
            <p:cNvSpPr/>
            <p:nvPr/>
          </p:nvSpPr>
          <p:spPr>
            <a:xfrm>
              <a:off x="8868306" y="2261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5" name="pt56655"/>
            <p:cNvSpPr/>
            <p:nvPr/>
          </p:nvSpPr>
          <p:spPr>
            <a:xfrm>
              <a:off x="9434026" y="17422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6" name="pt56656"/>
            <p:cNvSpPr/>
            <p:nvPr/>
          </p:nvSpPr>
          <p:spPr>
            <a:xfrm>
              <a:off x="8570436" y="2538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7" name="pt56657"/>
            <p:cNvSpPr/>
            <p:nvPr/>
          </p:nvSpPr>
          <p:spPr>
            <a:xfrm>
              <a:off x="9780422" y="25274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8" name="pt56658"/>
            <p:cNvSpPr/>
            <p:nvPr/>
          </p:nvSpPr>
          <p:spPr>
            <a:xfrm>
              <a:off x="8777185" y="22055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9" name="pt56659"/>
            <p:cNvSpPr/>
            <p:nvPr/>
          </p:nvSpPr>
          <p:spPr>
            <a:xfrm>
              <a:off x="8929892" y="17838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0" name="pt56660"/>
            <p:cNvSpPr/>
            <p:nvPr/>
          </p:nvSpPr>
          <p:spPr>
            <a:xfrm>
              <a:off x="8619838" y="2309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1" name="pt56661"/>
            <p:cNvSpPr/>
            <p:nvPr/>
          </p:nvSpPr>
          <p:spPr>
            <a:xfrm>
              <a:off x="9084871" y="19776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2" name="pt56662"/>
            <p:cNvSpPr/>
            <p:nvPr/>
          </p:nvSpPr>
          <p:spPr>
            <a:xfrm>
              <a:off x="9088645" y="19348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3" name="pt56663"/>
            <p:cNvSpPr/>
            <p:nvPr/>
          </p:nvSpPr>
          <p:spPr>
            <a:xfrm>
              <a:off x="8956027" y="21377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4" name="pt56664"/>
            <p:cNvSpPr/>
            <p:nvPr/>
          </p:nvSpPr>
          <p:spPr>
            <a:xfrm>
              <a:off x="8381780" y="22766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5" name="pt56665"/>
            <p:cNvSpPr/>
            <p:nvPr/>
          </p:nvSpPr>
          <p:spPr>
            <a:xfrm>
              <a:off x="9030305" y="18890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6" name="pt56666"/>
            <p:cNvSpPr/>
            <p:nvPr/>
          </p:nvSpPr>
          <p:spPr>
            <a:xfrm>
              <a:off x="9034193" y="17999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7" name="pt56667"/>
            <p:cNvSpPr/>
            <p:nvPr/>
          </p:nvSpPr>
          <p:spPr>
            <a:xfrm>
              <a:off x="8813199" y="20341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8" name="pt56668"/>
            <p:cNvSpPr/>
            <p:nvPr/>
          </p:nvSpPr>
          <p:spPr>
            <a:xfrm>
              <a:off x="8633583" y="20716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9" name="pt56669"/>
            <p:cNvSpPr/>
            <p:nvPr/>
          </p:nvSpPr>
          <p:spPr>
            <a:xfrm>
              <a:off x="9035469" y="17917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0" name="pt56670"/>
            <p:cNvSpPr/>
            <p:nvPr/>
          </p:nvSpPr>
          <p:spPr>
            <a:xfrm>
              <a:off x="8850587" y="22161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1" name="pt56671"/>
            <p:cNvSpPr/>
            <p:nvPr/>
          </p:nvSpPr>
          <p:spPr>
            <a:xfrm>
              <a:off x="9197584" y="16904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2" name="pt56672"/>
            <p:cNvSpPr/>
            <p:nvPr/>
          </p:nvSpPr>
          <p:spPr>
            <a:xfrm>
              <a:off x="8469500" y="25167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3" name="pt56673"/>
            <p:cNvSpPr/>
            <p:nvPr/>
          </p:nvSpPr>
          <p:spPr>
            <a:xfrm>
              <a:off x="8312152" y="24320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4" name="pt56674"/>
            <p:cNvSpPr/>
            <p:nvPr/>
          </p:nvSpPr>
          <p:spPr>
            <a:xfrm>
              <a:off x="8830827" y="20231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5" name="pt56675"/>
            <p:cNvSpPr/>
            <p:nvPr/>
          </p:nvSpPr>
          <p:spPr>
            <a:xfrm>
              <a:off x="8798679" y="20771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6" name="pt56676"/>
            <p:cNvSpPr/>
            <p:nvPr/>
          </p:nvSpPr>
          <p:spPr>
            <a:xfrm>
              <a:off x="8932228" y="18244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7" name="pt56677"/>
            <p:cNvSpPr/>
            <p:nvPr/>
          </p:nvSpPr>
          <p:spPr>
            <a:xfrm>
              <a:off x="8619838" y="24175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8" name="pt56678"/>
            <p:cNvSpPr/>
            <p:nvPr/>
          </p:nvSpPr>
          <p:spPr>
            <a:xfrm>
              <a:off x="8679650" y="24491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9" name="pt56679"/>
            <p:cNvSpPr/>
            <p:nvPr/>
          </p:nvSpPr>
          <p:spPr>
            <a:xfrm>
              <a:off x="8312152" y="24488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0" name="pt56680"/>
            <p:cNvSpPr/>
            <p:nvPr/>
          </p:nvSpPr>
          <p:spPr>
            <a:xfrm>
              <a:off x="8884367" y="20093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1" name="pt56681"/>
            <p:cNvSpPr/>
            <p:nvPr/>
          </p:nvSpPr>
          <p:spPr>
            <a:xfrm>
              <a:off x="8633583" y="19910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2" name="pt56682"/>
            <p:cNvSpPr/>
            <p:nvPr/>
          </p:nvSpPr>
          <p:spPr>
            <a:xfrm>
              <a:off x="9406741" y="19353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3" name="pt56683"/>
            <p:cNvSpPr/>
            <p:nvPr/>
          </p:nvSpPr>
          <p:spPr>
            <a:xfrm>
              <a:off x="8431181" y="25631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4" name="pt56684"/>
            <p:cNvSpPr/>
            <p:nvPr/>
          </p:nvSpPr>
          <p:spPr>
            <a:xfrm>
              <a:off x="9187390" y="23151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5" name="pt56685"/>
            <p:cNvSpPr/>
            <p:nvPr/>
          </p:nvSpPr>
          <p:spPr>
            <a:xfrm>
              <a:off x="9044150" y="19860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6" name="pt56686"/>
            <p:cNvSpPr/>
            <p:nvPr/>
          </p:nvSpPr>
          <p:spPr>
            <a:xfrm>
              <a:off x="9557615" y="22147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7" name="pt56687"/>
            <p:cNvSpPr/>
            <p:nvPr/>
          </p:nvSpPr>
          <p:spPr>
            <a:xfrm>
              <a:off x="8658156" y="24270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8" name="pt56688"/>
            <p:cNvSpPr/>
            <p:nvPr/>
          </p:nvSpPr>
          <p:spPr>
            <a:xfrm>
              <a:off x="9044150" y="1719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9" name="pt56689"/>
            <p:cNvSpPr/>
            <p:nvPr/>
          </p:nvSpPr>
          <p:spPr>
            <a:xfrm>
              <a:off x="8777185" y="22417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0" name="pt56690"/>
            <p:cNvSpPr/>
            <p:nvPr/>
          </p:nvSpPr>
          <p:spPr>
            <a:xfrm>
              <a:off x="8633583" y="20268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1" name="pt56691"/>
            <p:cNvSpPr/>
            <p:nvPr/>
          </p:nvSpPr>
          <p:spPr>
            <a:xfrm>
              <a:off x="8646309" y="25983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2" name="pt56692"/>
            <p:cNvSpPr/>
            <p:nvPr/>
          </p:nvSpPr>
          <p:spPr>
            <a:xfrm>
              <a:off x="8658156" y="2426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3" name="pt56693"/>
            <p:cNvSpPr/>
            <p:nvPr/>
          </p:nvSpPr>
          <p:spPr>
            <a:xfrm>
              <a:off x="9018082" y="13082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4" name="pt56694"/>
            <p:cNvSpPr/>
            <p:nvPr/>
          </p:nvSpPr>
          <p:spPr>
            <a:xfrm>
              <a:off x="9780637" y="27077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5" name="pt56695"/>
            <p:cNvSpPr/>
            <p:nvPr/>
          </p:nvSpPr>
          <p:spPr>
            <a:xfrm>
              <a:off x="9067835" y="18021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6" name="pt56696"/>
            <p:cNvSpPr/>
            <p:nvPr/>
          </p:nvSpPr>
          <p:spPr>
            <a:xfrm>
              <a:off x="8633583" y="19305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7" name="pt56697"/>
            <p:cNvSpPr/>
            <p:nvPr/>
          </p:nvSpPr>
          <p:spPr>
            <a:xfrm>
              <a:off x="8899053" y="23434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8" name="pt56698"/>
            <p:cNvSpPr/>
            <p:nvPr/>
          </p:nvSpPr>
          <p:spPr>
            <a:xfrm>
              <a:off x="8993941" y="20037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9" name="pt56699"/>
            <p:cNvSpPr/>
            <p:nvPr/>
          </p:nvSpPr>
          <p:spPr>
            <a:xfrm>
              <a:off x="8500809" y="24573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0" name="pt56700"/>
            <p:cNvSpPr/>
            <p:nvPr/>
          </p:nvSpPr>
          <p:spPr>
            <a:xfrm>
              <a:off x="8899053" y="23737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1" name="pt56701"/>
            <p:cNvSpPr/>
            <p:nvPr/>
          </p:nvSpPr>
          <p:spPr>
            <a:xfrm>
              <a:off x="8431181" y="23531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2" name="pt56702"/>
            <p:cNvSpPr/>
            <p:nvPr/>
          </p:nvSpPr>
          <p:spPr>
            <a:xfrm>
              <a:off x="9636399" y="20196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3" name="pt56703"/>
            <p:cNvSpPr/>
            <p:nvPr/>
          </p:nvSpPr>
          <p:spPr>
            <a:xfrm>
              <a:off x="9581160" y="24255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4" name="pt56704"/>
            <p:cNvSpPr/>
            <p:nvPr/>
          </p:nvSpPr>
          <p:spPr>
            <a:xfrm>
              <a:off x="8765338" y="20129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5" name="pt56705"/>
            <p:cNvSpPr/>
            <p:nvPr/>
          </p:nvSpPr>
          <p:spPr>
            <a:xfrm>
              <a:off x="9001856" y="20487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6" name="pt56706"/>
            <p:cNvSpPr/>
            <p:nvPr/>
          </p:nvSpPr>
          <p:spPr>
            <a:xfrm>
              <a:off x="8868306" y="21434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7" name="pt56707"/>
            <p:cNvSpPr/>
            <p:nvPr/>
          </p:nvSpPr>
          <p:spPr>
            <a:xfrm>
              <a:off x="9007935" y="16823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8" name="pt56708"/>
            <p:cNvSpPr/>
            <p:nvPr/>
          </p:nvSpPr>
          <p:spPr>
            <a:xfrm>
              <a:off x="9116180" y="20126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9" name="pt56709"/>
            <p:cNvSpPr/>
            <p:nvPr/>
          </p:nvSpPr>
          <p:spPr>
            <a:xfrm>
              <a:off x="8646309" y="25691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0" name="pt56710"/>
            <p:cNvSpPr/>
            <p:nvPr/>
          </p:nvSpPr>
          <p:spPr>
            <a:xfrm>
              <a:off x="8782816" y="22033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1" name="pt56711"/>
            <p:cNvSpPr/>
            <p:nvPr/>
          </p:nvSpPr>
          <p:spPr>
            <a:xfrm>
              <a:off x="9179876" y="19794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2" name="pt56712"/>
            <p:cNvSpPr/>
            <p:nvPr/>
          </p:nvSpPr>
          <p:spPr>
            <a:xfrm>
              <a:off x="8788268" y="21730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3" name="pt56713"/>
            <p:cNvSpPr/>
            <p:nvPr/>
          </p:nvSpPr>
          <p:spPr>
            <a:xfrm>
              <a:off x="9581160" y="22289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4" name="pt56714"/>
            <p:cNvSpPr/>
            <p:nvPr/>
          </p:nvSpPr>
          <p:spPr>
            <a:xfrm>
              <a:off x="9047741" y="22508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5" name="pt56715"/>
            <p:cNvSpPr/>
            <p:nvPr/>
          </p:nvSpPr>
          <p:spPr>
            <a:xfrm>
              <a:off x="9517293" y="21605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6" name="pt56716"/>
            <p:cNvSpPr/>
            <p:nvPr/>
          </p:nvSpPr>
          <p:spPr>
            <a:xfrm>
              <a:off x="8980466" y="20592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7" name="pt56717"/>
            <p:cNvSpPr/>
            <p:nvPr/>
          </p:nvSpPr>
          <p:spPr>
            <a:xfrm>
              <a:off x="8381780" y="24524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8" name="pt56718"/>
            <p:cNvSpPr/>
            <p:nvPr/>
          </p:nvSpPr>
          <p:spPr>
            <a:xfrm>
              <a:off x="8604896" y="22633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9" name="pt56719"/>
            <p:cNvSpPr/>
            <p:nvPr/>
          </p:nvSpPr>
          <p:spPr>
            <a:xfrm>
              <a:off x="8963923" y="22719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0" name="pt56720"/>
            <p:cNvSpPr/>
            <p:nvPr/>
          </p:nvSpPr>
          <p:spPr>
            <a:xfrm>
              <a:off x="8961983" y="22546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1" name="pt56721"/>
            <p:cNvSpPr/>
            <p:nvPr/>
          </p:nvSpPr>
          <p:spPr>
            <a:xfrm>
              <a:off x="8500809" y="26368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2" name="pt56722"/>
            <p:cNvSpPr/>
            <p:nvPr/>
          </p:nvSpPr>
          <p:spPr>
            <a:xfrm>
              <a:off x="8834965" y="1935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3" name="pt56723"/>
            <p:cNvSpPr/>
            <p:nvPr/>
          </p:nvSpPr>
          <p:spPr>
            <a:xfrm>
              <a:off x="8830827" y="21648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4" name="pt56724"/>
            <p:cNvSpPr/>
            <p:nvPr/>
          </p:nvSpPr>
          <p:spPr>
            <a:xfrm>
              <a:off x="9319557" y="22430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5" name="pt56725"/>
            <p:cNvSpPr/>
            <p:nvPr/>
          </p:nvSpPr>
          <p:spPr>
            <a:xfrm>
              <a:off x="8469500" y="23696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6" name="pt56726"/>
            <p:cNvSpPr/>
            <p:nvPr/>
          </p:nvSpPr>
          <p:spPr>
            <a:xfrm>
              <a:off x="9048921" y="20995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7" name="pt56727"/>
            <p:cNvSpPr/>
            <p:nvPr/>
          </p:nvSpPr>
          <p:spPr>
            <a:xfrm>
              <a:off x="9218961" y="19460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8" name="pt56728"/>
            <p:cNvSpPr/>
            <p:nvPr/>
          </p:nvSpPr>
          <p:spPr>
            <a:xfrm>
              <a:off x="9197089" y="17962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9" name="pt56729"/>
            <p:cNvSpPr/>
            <p:nvPr/>
          </p:nvSpPr>
          <p:spPr>
            <a:xfrm>
              <a:off x="8619838" y="22196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0" name="pt56730"/>
            <p:cNvSpPr/>
            <p:nvPr/>
          </p:nvSpPr>
          <p:spPr>
            <a:xfrm>
              <a:off x="8500809" y="25122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1" name="pt56731"/>
            <p:cNvSpPr/>
            <p:nvPr/>
          </p:nvSpPr>
          <p:spPr>
            <a:xfrm>
              <a:off x="8527280" y="26216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2" name="pt56732"/>
            <p:cNvSpPr/>
            <p:nvPr/>
          </p:nvSpPr>
          <p:spPr>
            <a:xfrm>
              <a:off x="8669239" y="22897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3" name="pt56733"/>
            <p:cNvSpPr/>
            <p:nvPr/>
          </p:nvSpPr>
          <p:spPr>
            <a:xfrm>
              <a:off x="8920215" y="21585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4" name="pt56734"/>
            <p:cNvSpPr/>
            <p:nvPr/>
          </p:nvSpPr>
          <p:spPr>
            <a:xfrm>
              <a:off x="9071998" y="17860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5" name="pt56735"/>
            <p:cNvSpPr/>
            <p:nvPr/>
          </p:nvSpPr>
          <p:spPr>
            <a:xfrm>
              <a:off x="8604896" y="23585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6" name="pt56736"/>
            <p:cNvSpPr/>
            <p:nvPr/>
          </p:nvSpPr>
          <p:spPr>
            <a:xfrm>
              <a:off x="8868306" y="21551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7" name="pt56737"/>
            <p:cNvSpPr/>
            <p:nvPr/>
          </p:nvSpPr>
          <p:spPr>
            <a:xfrm>
              <a:off x="9208605" y="2023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8" name="pt56738"/>
            <p:cNvSpPr/>
            <p:nvPr/>
          </p:nvSpPr>
          <p:spPr>
            <a:xfrm>
              <a:off x="9044150" y="17659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9" name="pt56739"/>
            <p:cNvSpPr/>
            <p:nvPr/>
          </p:nvSpPr>
          <p:spPr>
            <a:xfrm>
              <a:off x="8312152" y="25899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0" name="pt56740"/>
            <p:cNvSpPr/>
            <p:nvPr/>
          </p:nvSpPr>
          <p:spPr>
            <a:xfrm>
              <a:off x="8956027" y="20666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1" name="pt56741"/>
            <p:cNvSpPr/>
            <p:nvPr/>
          </p:nvSpPr>
          <p:spPr>
            <a:xfrm>
              <a:off x="8646309" y="24925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2" name="pt56742"/>
            <p:cNvSpPr/>
            <p:nvPr/>
          </p:nvSpPr>
          <p:spPr>
            <a:xfrm>
              <a:off x="8500809" y="26537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3" name="pt56743"/>
            <p:cNvSpPr/>
            <p:nvPr/>
          </p:nvSpPr>
          <p:spPr>
            <a:xfrm>
              <a:off x="9007935" y="18673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4" name="pt56744"/>
            <p:cNvSpPr/>
            <p:nvPr/>
          </p:nvSpPr>
          <p:spPr>
            <a:xfrm>
              <a:off x="8893328" y="2052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5" name="pt56745"/>
            <p:cNvSpPr/>
            <p:nvPr/>
          </p:nvSpPr>
          <p:spPr>
            <a:xfrm>
              <a:off x="8698750" y="23448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6" name="pt56746"/>
            <p:cNvSpPr/>
            <p:nvPr/>
          </p:nvSpPr>
          <p:spPr>
            <a:xfrm>
              <a:off x="9518367" y="21764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7" name="pt56747"/>
            <p:cNvSpPr/>
            <p:nvPr/>
          </p:nvSpPr>
          <p:spPr>
            <a:xfrm>
              <a:off x="8980466" y="1974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8" name="pt56748"/>
            <p:cNvSpPr/>
            <p:nvPr/>
          </p:nvSpPr>
          <p:spPr>
            <a:xfrm>
              <a:off x="8431181" y="23095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9" name="pt56749"/>
            <p:cNvSpPr/>
            <p:nvPr/>
          </p:nvSpPr>
          <p:spPr>
            <a:xfrm>
              <a:off x="9031610" y="19645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0" name="pt56750"/>
            <p:cNvSpPr/>
            <p:nvPr/>
          </p:nvSpPr>
          <p:spPr>
            <a:xfrm>
              <a:off x="9325298" y="21229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1" name="pt56751"/>
            <p:cNvSpPr/>
            <p:nvPr/>
          </p:nvSpPr>
          <p:spPr>
            <a:xfrm>
              <a:off x="9177111" y="18476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2" name="pt56752"/>
            <p:cNvSpPr/>
            <p:nvPr/>
          </p:nvSpPr>
          <p:spPr>
            <a:xfrm>
              <a:off x="9027663" y="18552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3" name="pt56753"/>
            <p:cNvSpPr/>
            <p:nvPr/>
          </p:nvSpPr>
          <p:spPr>
            <a:xfrm>
              <a:off x="9208605" y="19867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4" name="pt56754"/>
            <p:cNvSpPr/>
            <p:nvPr/>
          </p:nvSpPr>
          <p:spPr>
            <a:xfrm>
              <a:off x="9564411" y="21808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5" name="pt56755"/>
            <p:cNvSpPr/>
            <p:nvPr/>
          </p:nvSpPr>
          <p:spPr>
            <a:xfrm>
              <a:off x="9135698" y="20454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6" name="pt56756"/>
            <p:cNvSpPr/>
            <p:nvPr/>
          </p:nvSpPr>
          <p:spPr>
            <a:xfrm>
              <a:off x="8777185" y="23951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7" name="pt56757"/>
            <p:cNvSpPr/>
            <p:nvPr/>
          </p:nvSpPr>
          <p:spPr>
            <a:xfrm>
              <a:off x="8793552" y="20573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8" name="pt56758"/>
            <p:cNvSpPr/>
            <p:nvPr/>
          </p:nvSpPr>
          <p:spPr>
            <a:xfrm>
              <a:off x="9382404" y="18359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9" name="pt56759"/>
            <p:cNvSpPr/>
            <p:nvPr/>
          </p:nvSpPr>
          <p:spPr>
            <a:xfrm>
              <a:off x="8658156" y="22907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0" name="pt56760"/>
            <p:cNvSpPr/>
            <p:nvPr/>
          </p:nvSpPr>
          <p:spPr>
            <a:xfrm>
              <a:off x="8604896" y="22962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1" name="pt56761"/>
            <p:cNvSpPr/>
            <p:nvPr/>
          </p:nvSpPr>
          <p:spPr>
            <a:xfrm>
              <a:off x="8619838" y="21625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2" name="pt56762"/>
            <p:cNvSpPr/>
            <p:nvPr/>
          </p:nvSpPr>
          <p:spPr>
            <a:xfrm>
              <a:off x="9780422" y="25732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3" name="pt56763"/>
            <p:cNvSpPr/>
            <p:nvPr/>
          </p:nvSpPr>
          <p:spPr>
            <a:xfrm>
              <a:off x="9413347" y="19753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4" name="pt56764"/>
            <p:cNvSpPr/>
            <p:nvPr/>
          </p:nvSpPr>
          <p:spPr>
            <a:xfrm>
              <a:off x="8731558" y="21965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5" name="pt56765"/>
            <p:cNvSpPr/>
            <p:nvPr/>
          </p:nvSpPr>
          <p:spPr>
            <a:xfrm>
              <a:off x="9278233" y="19881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6" name="pt56766"/>
            <p:cNvSpPr/>
            <p:nvPr/>
          </p:nvSpPr>
          <p:spPr>
            <a:xfrm>
              <a:off x="9010896" y="16112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7" name="pt56767"/>
            <p:cNvSpPr/>
            <p:nvPr/>
          </p:nvSpPr>
          <p:spPr>
            <a:xfrm>
              <a:off x="8707558" y="22087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8" name="pt56768"/>
            <p:cNvSpPr/>
            <p:nvPr/>
          </p:nvSpPr>
          <p:spPr>
            <a:xfrm>
              <a:off x="9032906" y="19015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9" name="pt56769"/>
            <p:cNvSpPr/>
            <p:nvPr/>
          </p:nvSpPr>
          <p:spPr>
            <a:xfrm>
              <a:off x="8312152" y="22076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0" name="pt56770"/>
            <p:cNvSpPr/>
            <p:nvPr/>
          </p:nvSpPr>
          <p:spPr>
            <a:xfrm>
              <a:off x="8846813" y="20248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1" name="pt56771"/>
            <p:cNvSpPr/>
            <p:nvPr/>
          </p:nvSpPr>
          <p:spPr>
            <a:xfrm>
              <a:off x="9780422" y="26747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2" name="pt56772"/>
            <p:cNvSpPr/>
            <p:nvPr/>
          </p:nvSpPr>
          <p:spPr>
            <a:xfrm>
              <a:off x="9247109" y="2009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3" name="pt56773"/>
            <p:cNvSpPr/>
            <p:nvPr/>
          </p:nvSpPr>
          <p:spPr>
            <a:xfrm>
              <a:off x="8500809" y="26774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4" name="pt56774"/>
            <p:cNvSpPr/>
            <p:nvPr/>
          </p:nvSpPr>
          <p:spPr>
            <a:xfrm>
              <a:off x="8469500" y="21928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5" name="pt56775"/>
            <p:cNvSpPr/>
            <p:nvPr/>
          </p:nvSpPr>
          <p:spPr>
            <a:xfrm>
              <a:off x="9289315" y="19663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6" name="pt56776"/>
            <p:cNvSpPr/>
            <p:nvPr/>
          </p:nvSpPr>
          <p:spPr>
            <a:xfrm>
              <a:off x="9434026" y="18541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7" name="pt56777"/>
            <p:cNvSpPr/>
            <p:nvPr/>
          </p:nvSpPr>
          <p:spPr>
            <a:xfrm>
              <a:off x="9187914" y="22840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8" name="pt56778"/>
            <p:cNvSpPr/>
            <p:nvPr/>
          </p:nvSpPr>
          <p:spPr>
            <a:xfrm>
              <a:off x="8469500" y="22057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9" name="pt56779"/>
            <p:cNvSpPr/>
            <p:nvPr/>
          </p:nvSpPr>
          <p:spPr>
            <a:xfrm>
              <a:off x="8619838" y="23289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0" name="pt56780"/>
            <p:cNvSpPr/>
            <p:nvPr/>
          </p:nvSpPr>
          <p:spPr>
            <a:xfrm>
              <a:off x="8943456" y="19891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1" name="pt56781"/>
            <p:cNvSpPr/>
            <p:nvPr/>
          </p:nvSpPr>
          <p:spPr>
            <a:xfrm>
              <a:off x="9186336" y="22560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2" name="pt56782"/>
            <p:cNvSpPr/>
            <p:nvPr/>
          </p:nvSpPr>
          <p:spPr>
            <a:xfrm>
              <a:off x="8312152" y="23229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3" name="pt56783"/>
            <p:cNvSpPr/>
            <p:nvPr/>
          </p:nvSpPr>
          <p:spPr>
            <a:xfrm>
              <a:off x="9828342" y="23996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4" name="pt56784"/>
            <p:cNvSpPr/>
            <p:nvPr/>
          </p:nvSpPr>
          <p:spPr>
            <a:xfrm>
              <a:off x="8604896" y="22618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5" name="pt56785"/>
            <p:cNvSpPr/>
            <p:nvPr/>
          </p:nvSpPr>
          <p:spPr>
            <a:xfrm>
              <a:off x="8500809" y="25396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6" name="pt56786"/>
            <p:cNvSpPr/>
            <p:nvPr/>
          </p:nvSpPr>
          <p:spPr>
            <a:xfrm>
              <a:off x="9148018" y="21563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7" name="pt56787"/>
            <p:cNvSpPr/>
            <p:nvPr/>
          </p:nvSpPr>
          <p:spPr>
            <a:xfrm>
              <a:off x="8922686" y="1770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8" name="pt56788"/>
            <p:cNvSpPr/>
            <p:nvPr/>
          </p:nvSpPr>
          <p:spPr>
            <a:xfrm>
              <a:off x="8759093" y="20910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9" name="pt56789"/>
            <p:cNvSpPr/>
            <p:nvPr/>
          </p:nvSpPr>
          <p:spPr>
            <a:xfrm>
              <a:off x="9102103" y="20804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0" name="pt56790"/>
            <p:cNvSpPr/>
            <p:nvPr/>
          </p:nvSpPr>
          <p:spPr>
            <a:xfrm>
              <a:off x="9178222" y="19147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1" name="pt56791"/>
            <p:cNvSpPr/>
            <p:nvPr/>
          </p:nvSpPr>
          <p:spPr>
            <a:xfrm>
              <a:off x="9022254" y="17846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2" name="pt56792"/>
            <p:cNvSpPr/>
            <p:nvPr/>
          </p:nvSpPr>
          <p:spPr>
            <a:xfrm>
              <a:off x="8765338" y="20220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3" name="pt56793"/>
            <p:cNvSpPr/>
            <p:nvPr/>
          </p:nvSpPr>
          <p:spPr>
            <a:xfrm>
              <a:off x="9151289" y="20525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4" name="pt56794"/>
            <p:cNvSpPr/>
            <p:nvPr/>
          </p:nvSpPr>
          <p:spPr>
            <a:xfrm>
              <a:off x="8854280" y="21960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5" name="pt56795"/>
            <p:cNvSpPr/>
            <p:nvPr/>
          </p:nvSpPr>
          <p:spPr>
            <a:xfrm>
              <a:off x="9104672" y="20537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6" name="pt56796"/>
            <p:cNvSpPr/>
            <p:nvPr/>
          </p:nvSpPr>
          <p:spPr>
            <a:xfrm>
              <a:off x="8854280" y="20704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7" name="pt56797"/>
            <p:cNvSpPr/>
            <p:nvPr/>
          </p:nvSpPr>
          <p:spPr>
            <a:xfrm>
              <a:off x="8500809" y="25508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8" name="pt56798"/>
            <p:cNvSpPr/>
            <p:nvPr/>
          </p:nvSpPr>
          <p:spPr>
            <a:xfrm>
              <a:off x="8312152" y="25580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9" name="pt56799"/>
            <p:cNvSpPr/>
            <p:nvPr/>
          </p:nvSpPr>
          <p:spPr>
            <a:xfrm>
              <a:off x="9581160" y="21858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0" name="pt56800"/>
            <p:cNvSpPr/>
            <p:nvPr/>
          </p:nvSpPr>
          <p:spPr>
            <a:xfrm>
              <a:off x="8312152" y="25710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1" name="pt56801"/>
            <p:cNvSpPr/>
            <p:nvPr/>
          </p:nvSpPr>
          <p:spPr>
            <a:xfrm>
              <a:off x="9232403" y="20546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2" name="pt56802"/>
            <p:cNvSpPr/>
            <p:nvPr/>
          </p:nvSpPr>
          <p:spPr>
            <a:xfrm>
              <a:off x="9466476" y="24419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3" name="pt56803"/>
            <p:cNvSpPr/>
            <p:nvPr/>
          </p:nvSpPr>
          <p:spPr>
            <a:xfrm>
              <a:off x="8731558" y="2222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4" name="pt56804"/>
            <p:cNvSpPr/>
            <p:nvPr/>
          </p:nvSpPr>
          <p:spPr>
            <a:xfrm>
              <a:off x="8947749" y="21320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5" name="pt56805"/>
            <p:cNvSpPr/>
            <p:nvPr/>
          </p:nvSpPr>
          <p:spPr>
            <a:xfrm>
              <a:off x="9256140" y="20345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6" name="pt56806"/>
            <p:cNvSpPr/>
            <p:nvPr/>
          </p:nvSpPr>
          <p:spPr>
            <a:xfrm>
              <a:off x="8619838" y="21035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7" name="pt56807"/>
            <p:cNvSpPr/>
            <p:nvPr/>
          </p:nvSpPr>
          <p:spPr>
            <a:xfrm>
              <a:off x="8890393" y="20447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8" name="pt56808"/>
            <p:cNvSpPr/>
            <p:nvPr/>
          </p:nvSpPr>
          <p:spPr>
            <a:xfrm>
              <a:off x="8971473" y="22985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9" name="pt56809"/>
            <p:cNvSpPr/>
            <p:nvPr/>
          </p:nvSpPr>
          <p:spPr>
            <a:xfrm>
              <a:off x="8971473" y="22712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0" name="pt56810"/>
            <p:cNvSpPr/>
            <p:nvPr/>
          </p:nvSpPr>
          <p:spPr>
            <a:xfrm>
              <a:off x="8899053" y="21785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1" name="pt56811"/>
            <p:cNvSpPr/>
            <p:nvPr/>
          </p:nvSpPr>
          <p:spPr>
            <a:xfrm>
              <a:off x="8604896" y="23741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2" name="pt56812"/>
            <p:cNvSpPr/>
            <p:nvPr/>
          </p:nvSpPr>
          <p:spPr>
            <a:xfrm>
              <a:off x="9104672" y="21170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3" name="pt56813"/>
            <p:cNvSpPr/>
            <p:nvPr/>
          </p:nvSpPr>
          <p:spPr>
            <a:xfrm>
              <a:off x="9319557" y="2200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4" name="pt56814"/>
            <p:cNvSpPr/>
            <p:nvPr/>
          </p:nvSpPr>
          <p:spPr>
            <a:xfrm>
              <a:off x="8570436" y="24006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5" name="pt56815"/>
            <p:cNvSpPr/>
            <p:nvPr/>
          </p:nvSpPr>
          <p:spPr>
            <a:xfrm>
              <a:off x="8864906" y="21273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6" name="pt56816"/>
            <p:cNvSpPr/>
            <p:nvPr/>
          </p:nvSpPr>
          <p:spPr>
            <a:xfrm>
              <a:off x="8752612" y="22235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7" name="pt56817"/>
            <p:cNvSpPr/>
            <p:nvPr/>
          </p:nvSpPr>
          <p:spPr>
            <a:xfrm>
              <a:off x="8874912" y="22379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8" name="pt56818"/>
            <p:cNvSpPr/>
            <p:nvPr/>
          </p:nvSpPr>
          <p:spPr>
            <a:xfrm>
              <a:off x="9370170" y="2188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9" name="pt56819"/>
            <p:cNvSpPr/>
            <p:nvPr/>
          </p:nvSpPr>
          <p:spPr>
            <a:xfrm>
              <a:off x="9034193" y="15928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0" name="pt56820"/>
            <p:cNvSpPr/>
            <p:nvPr/>
          </p:nvSpPr>
          <p:spPr>
            <a:xfrm>
              <a:off x="9090502" y="17962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1" name="pt56821"/>
            <p:cNvSpPr/>
            <p:nvPr/>
          </p:nvSpPr>
          <p:spPr>
            <a:xfrm>
              <a:off x="8698750" y="20383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2" name="pt56822"/>
            <p:cNvSpPr/>
            <p:nvPr/>
          </p:nvSpPr>
          <p:spPr>
            <a:xfrm>
              <a:off x="9780637" y="2590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3" name="pt56823"/>
            <p:cNvSpPr/>
            <p:nvPr/>
          </p:nvSpPr>
          <p:spPr>
            <a:xfrm>
              <a:off x="8679650" y="24825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4" name="pt56824"/>
            <p:cNvSpPr/>
            <p:nvPr/>
          </p:nvSpPr>
          <p:spPr>
            <a:xfrm>
              <a:off x="9035469" y="18251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5" name="pt56825"/>
            <p:cNvSpPr/>
            <p:nvPr/>
          </p:nvSpPr>
          <p:spPr>
            <a:xfrm>
              <a:off x="8822239" y="21386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6" name="pt56826"/>
            <p:cNvSpPr/>
            <p:nvPr/>
          </p:nvSpPr>
          <p:spPr>
            <a:xfrm>
              <a:off x="9004922" y="1596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7" name="pt56827"/>
            <p:cNvSpPr/>
            <p:nvPr/>
          </p:nvSpPr>
          <p:spPr>
            <a:xfrm>
              <a:off x="8588529" y="22879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8" name="pt56828"/>
            <p:cNvSpPr/>
            <p:nvPr/>
          </p:nvSpPr>
          <p:spPr>
            <a:xfrm>
              <a:off x="9151289" y="21306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9" name="pt56829"/>
            <p:cNvSpPr/>
            <p:nvPr/>
          </p:nvSpPr>
          <p:spPr>
            <a:xfrm>
              <a:off x="8570436" y="24075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0" name="pt56830"/>
            <p:cNvSpPr/>
            <p:nvPr/>
          </p:nvSpPr>
          <p:spPr>
            <a:xfrm>
              <a:off x="8949856" y="20476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1" name="pt56831"/>
            <p:cNvSpPr/>
            <p:nvPr/>
          </p:nvSpPr>
          <p:spPr>
            <a:xfrm>
              <a:off x="8759093" y="21245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2" name="pt56832"/>
            <p:cNvSpPr/>
            <p:nvPr/>
          </p:nvSpPr>
          <p:spPr>
            <a:xfrm>
              <a:off x="8798679" y="20484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3" name="pt56833"/>
            <p:cNvSpPr/>
            <p:nvPr/>
          </p:nvSpPr>
          <p:spPr>
            <a:xfrm>
              <a:off x="8899053" y="20813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4" name="pt56834"/>
            <p:cNvSpPr/>
            <p:nvPr/>
          </p:nvSpPr>
          <p:spPr>
            <a:xfrm>
              <a:off x="9044150" y="16929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5" name="pt56835"/>
            <p:cNvSpPr/>
            <p:nvPr/>
          </p:nvSpPr>
          <p:spPr>
            <a:xfrm>
              <a:off x="8550210" y="24766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6" name="pt56836"/>
            <p:cNvSpPr/>
            <p:nvPr/>
          </p:nvSpPr>
          <p:spPr>
            <a:xfrm>
              <a:off x="8500809" y="2672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7" name="pt56837"/>
            <p:cNvSpPr/>
            <p:nvPr/>
          </p:nvSpPr>
          <p:spPr>
            <a:xfrm>
              <a:off x="9155766" y="19149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8" name="pt56838"/>
            <p:cNvSpPr/>
            <p:nvPr/>
          </p:nvSpPr>
          <p:spPr>
            <a:xfrm>
              <a:off x="9155766" y="17574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9" name="pt56839"/>
            <p:cNvSpPr/>
            <p:nvPr/>
          </p:nvSpPr>
          <p:spPr>
            <a:xfrm>
              <a:off x="8956027" y="20670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0" name="pt56840"/>
            <p:cNvSpPr/>
            <p:nvPr/>
          </p:nvSpPr>
          <p:spPr>
            <a:xfrm>
              <a:off x="8431181" y="22716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1" name="pt56841"/>
            <p:cNvSpPr/>
            <p:nvPr/>
          </p:nvSpPr>
          <p:spPr>
            <a:xfrm>
              <a:off x="8550210" y="26345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2" name="pt56842"/>
            <p:cNvSpPr/>
            <p:nvPr/>
          </p:nvSpPr>
          <p:spPr>
            <a:xfrm>
              <a:off x="8312152" y="24945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3" name="pt56843"/>
            <p:cNvSpPr/>
            <p:nvPr/>
          </p:nvSpPr>
          <p:spPr>
            <a:xfrm>
              <a:off x="9797803" y="2644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4" name="pt56844"/>
            <p:cNvSpPr/>
            <p:nvPr/>
          </p:nvSpPr>
          <p:spPr>
            <a:xfrm>
              <a:off x="8893328" y="20834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5" name="pt56845"/>
            <p:cNvSpPr/>
            <p:nvPr/>
          </p:nvSpPr>
          <p:spPr>
            <a:xfrm>
              <a:off x="8312152" y="2455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6" name="pt56846"/>
            <p:cNvSpPr/>
            <p:nvPr/>
          </p:nvSpPr>
          <p:spPr>
            <a:xfrm>
              <a:off x="8570436" y="25400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7" name="pt56847"/>
            <p:cNvSpPr/>
            <p:nvPr/>
          </p:nvSpPr>
          <p:spPr>
            <a:xfrm>
              <a:off x="9079049" y="20557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8" name="pt56848"/>
            <p:cNvSpPr/>
            <p:nvPr/>
          </p:nvSpPr>
          <p:spPr>
            <a:xfrm>
              <a:off x="9034193" y="16991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9" name="pt56849"/>
            <p:cNvSpPr/>
            <p:nvPr/>
          </p:nvSpPr>
          <p:spPr>
            <a:xfrm>
              <a:off x="9370170" y="2094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0" name="pt56850"/>
            <p:cNvSpPr/>
            <p:nvPr/>
          </p:nvSpPr>
          <p:spPr>
            <a:xfrm>
              <a:off x="9098616" y="21199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1" name="pt56851"/>
            <p:cNvSpPr/>
            <p:nvPr/>
          </p:nvSpPr>
          <p:spPr>
            <a:xfrm>
              <a:off x="9197089" y="16299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2" name="pt56852"/>
            <p:cNvSpPr/>
            <p:nvPr/>
          </p:nvSpPr>
          <p:spPr>
            <a:xfrm>
              <a:off x="9288151" y="20290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3" name="pt56853"/>
            <p:cNvSpPr/>
            <p:nvPr/>
          </p:nvSpPr>
          <p:spPr>
            <a:xfrm>
              <a:off x="8771364" y="23403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4" name="pt56854"/>
            <p:cNvSpPr/>
            <p:nvPr/>
          </p:nvSpPr>
          <p:spPr>
            <a:xfrm>
              <a:off x="9076063" y="20817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5" name="pt56855"/>
            <p:cNvSpPr/>
            <p:nvPr/>
          </p:nvSpPr>
          <p:spPr>
            <a:xfrm>
              <a:off x="9278233" y="18581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6" name="pt56856"/>
            <p:cNvSpPr/>
            <p:nvPr/>
          </p:nvSpPr>
          <p:spPr>
            <a:xfrm>
              <a:off x="9382404" y="20592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7" name="pt56857"/>
            <p:cNvSpPr/>
            <p:nvPr/>
          </p:nvSpPr>
          <p:spPr>
            <a:xfrm>
              <a:off x="9037995" y="18003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8" name="pt56858"/>
            <p:cNvSpPr/>
            <p:nvPr/>
          </p:nvSpPr>
          <p:spPr>
            <a:xfrm>
              <a:off x="8381780" y="23015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9" name="pt56859"/>
            <p:cNvSpPr/>
            <p:nvPr/>
          </p:nvSpPr>
          <p:spPr>
            <a:xfrm>
              <a:off x="8881273" y="21997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0" name="pt56860"/>
            <p:cNvSpPr/>
            <p:nvPr/>
          </p:nvSpPr>
          <p:spPr>
            <a:xfrm>
              <a:off x="9230780" y="2042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1" name="pt56861"/>
            <p:cNvSpPr/>
            <p:nvPr/>
          </p:nvSpPr>
          <p:spPr>
            <a:xfrm>
              <a:off x="8500809" y="24980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2" name="pt56862"/>
            <p:cNvSpPr/>
            <p:nvPr/>
          </p:nvSpPr>
          <p:spPr>
            <a:xfrm>
              <a:off x="9436506" y="22071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3" name="pt56863"/>
            <p:cNvSpPr/>
            <p:nvPr/>
          </p:nvSpPr>
          <p:spPr>
            <a:xfrm>
              <a:off x="8901845" y="1963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4" name="pt56864"/>
            <p:cNvSpPr/>
            <p:nvPr/>
          </p:nvSpPr>
          <p:spPr>
            <a:xfrm>
              <a:off x="9573129" y="19640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5" name="pt56865"/>
            <p:cNvSpPr/>
            <p:nvPr/>
          </p:nvSpPr>
          <p:spPr>
            <a:xfrm>
              <a:off x="8588529" y="21417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6" name="pt56866"/>
            <p:cNvSpPr/>
            <p:nvPr/>
          </p:nvSpPr>
          <p:spPr>
            <a:xfrm>
              <a:off x="9208605" y="19632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7" name="pt56867"/>
            <p:cNvSpPr/>
            <p:nvPr/>
          </p:nvSpPr>
          <p:spPr>
            <a:xfrm>
              <a:off x="9185276" y="21453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8" name="pt56868"/>
            <p:cNvSpPr/>
            <p:nvPr/>
          </p:nvSpPr>
          <p:spPr>
            <a:xfrm>
              <a:off x="9052414" y="22637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9" name="pt56869"/>
            <p:cNvSpPr/>
            <p:nvPr/>
          </p:nvSpPr>
          <p:spPr>
            <a:xfrm>
              <a:off x="8469500" y="23999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0" name="pt56870"/>
            <p:cNvSpPr/>
            <p:nvPr/>
          </p:nvSpPr>
          <p:spPr>
            <a:xfrm>
              <a:off x="8927523" y="18920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1" name="pt56871"/>
            <p:cNvSpPr/>
            <p:nvPr/>
          </p:nvSpPr>
          <p:spPr>
            <a:xfrm>
              <a:off x="8765338" y="21432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2" name="pt56872"/>
            <p:cNvSpPr/>
            <p:nvPr/>
          </p:nvSpPr>
          <p:spPr>
            <a:xfrm>
              <a:off x="8980466" y="21173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3" name="pt56873"/>
            <p:cNvSpPr/>
            <p:nvPr/>
          </p:nvSpPr>
          <p:spPr>
            <a:xfrm>
              <a:off x="8798679" y="21836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4" name="pt56874"/>
            <p:cNvSpPr/>
            <p:nvPr/>
          </p:nvSpPr>
          <p:spPr>
            <a:xfrm>
              <a:off x="9471970" y="23791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5" name="pt56875"/>
            <p:cNvSpPr/>
            <p:nvPr/>
          </p:nvSpPr>
          <p:spPr>
            <a:xfrm>
              <a:off x="9076063" y="18852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6" name="pt56876"/>
            <p:cNvSpPr/>
            <p:nvPr/>
          </p:nvSpPr>
          <p:spPr>
            <a:xfrm>
              <a:off x="8679650" y="24409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7" name="pt56877"/>
            <p:cNvSpPr/>
            <p:nvPr/>
          </p:nvSpPr>
          <p:spPr>
            <a:xfrm>
              <a:off x="8963923" y="22635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8" name="pt56878"/>
            <p:cNvSpPr/>
            <p:nvPr/>
          </p:nvSpPr>
          <p:spPr>
            <a:xfrm>
              <a:off x="8679650" y="24169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9" name="pt56879"/>
            <p:cNvSpPr/>
            <p:nvPr/>
          </p:nvSpPr>
          <p:spPr>
            <a:xfrm>
              <a:off x="9436013" y="2215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0" name="pt56880"/>
            <p:cNvSpPr/>
            <p:nvPr/>
          </p:nvSpPr>
          <p:spPr>
            <a:xfrm>
              <a:off x="9174300" y="22007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1" name="pt56881"/>
            <p:cNvSpPr/>
            <p:nvPr/>
          </p:nvSpPr>
          <p:spPr>
            <a:xfrm>
              <a:off x="9084871" y="18888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2" name="pt56882"/>
            <p:cNvSpPr/>
            <p:nvPr/>
          </p:nvSpPr>
          <p:spPr>
            <a:xfrm>
              <a:off x="8868306" y="22113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3" name="pt56883"/>
            <p:cNvSpPr/>
            <p:nvPr/>
          </p:nvSpPr>
          <p:spPr>
            <a:xfrm>
              <a:off x="9102103" y="2099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4" name="pt56884"/>
            <p:cNvSpPr/>
            <p:nvPr/>
          </p:nvSpPr>
          <p:spPr>
            <a:xfrm>
              <a:off x="8857896" y="21888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5" name="pt56885"/>
            <p:cNvSpPr/>
            <p:nvPr/>
          </p:nvSpPr>
          <p:spPr>
            <a:xfrm>
              <a:off x="8619838" y="22618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6" name="pt56886"/>
            <p:cNvSpPr/>
            <p:nvPr/>
          </p:nvSpPr>
          <p:spPr>
            <a:xfrm>
              <a:off x="9044150" y="17855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7" name="pt56887"/>
            <p:cNvSpPr/>
            <p:nvPr/>
          </p:nvSpPr>
          <p:spPr>
            <a:xfrm>
              <a:off x="9098616" y="20569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8" name="pt56888"/>
            <p:cNvSpPr/>
            <p:nvPr/>
          </p:nvSpPr>
          <p:spPr>
            <a:xfrm>
              <a:off x="9480563" y="23036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9" name="pt56889"/>
            <p:cNvSpPr/>
            <p:nvPr/>
          </p:nvSpPr>
          <p:spPr>
            <a:xfrm>
              <a:off x="8731558" y="21933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0" name="pt56890"/>
            <p:cNvSpPr/>
            <p:nvPr/>
          </p:nvSpPr>
          <p:spPr>
            <a:xfrm>
              <a:off x="9044150" y="18324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1" name="pt56891"/>
            <p:cNvSpPr/>
            <p:nvPr/>
          </p:nvSpPr>
          <p:spPr>
            <a:xfrm>
              <a:off x="8822239" y="21025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2" name="pt56892"/>
            <p:cNvSpPr/>
            <p:nvPr/>
          </p:nvSpPr>
          <p:spPr>
            <a:xfrm>
              <a:off x="8469500" y="23473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3" name="pt56893"/>
            <p:cNvSpPr/>
            <p:nvPr/>
          </p:nvSpPr>
          <p:spPr>
            <a:xfrm>
              <a:off x="9054703" y="21145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4" name="pt56894"/>
            <p:cNvSpPr/>
            <p:nvPr/>
          </p:nvSpPr>
          <p:spPr>
            <a:xfrm>
              <a:off x="8550210" y="22751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5" name="pt56895"/>
            <p:cNvSpPr/>
            <p:nvPr/>
          </p:nvSpPr>
          <p:spPr>
            <a:xfrm>
              <a:off x="8604896" y="22300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6" name="pt56896"/>
            <p:cNvSpPr/>
            <p:nvPr/>
          </p:nvSpPr>
          <p:spPr>
            <a:xfrm>
              <a:off x="8469500" y="24364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7" name="pt56897"/>
            <p:cNvSpPr/>
            <p:nvPr/>
          </p:nvSpPr>
          <p:spPr>
            <a:xfrm>
              <a:off x="9538601" y="21776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8" name="pt56898"/>
            <p:cNvSpPr/>
            <p:nvPr/>
          </p:nvSpPr>
          <p:spPr>
            <a:xfrm>
              <a:off x="9474060" y="23192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9" name="pt56899"/>
            <p:cNvSpPr/>
            <p:nvPr/>
          </p:nvSpPr>
          <p:spPr>
            <a:xfrm>
              <a:off x="8500809" y="26390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0" name="pt56900"/>
            <p:cNvSpPr/>
            <p:nvPr/>
          </p:nvSpPr>
          <p:spPr>
            <a:xfrm>
              <a:off x="8312152" y="23390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1" name="pt56901"/>
            <p:cNvSpPr/>
            <p:nvPr/>
          </p:nvSpPr>
          <p:spPr>
            <a:xfrm>
              <a:off x="8963923" y="22261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2" name="pt56902"/>
            <p:cNvSpPr/>
            <p:nvPr/>
          </p:nvSpPr>
          <p:spPr>
            <a:xfrm>
              <a:off x="9898409" y="2464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3" name="pt56903"/>
            <p:cNvSpPr/>
            <p:nvPr/>
          </p:nvSpPr>
          <p:spPr>
            <a:xfrm>
              <a:off x="9322929" y="21023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4" name="pt56904"/>
            <p:cNvSpPr/>
            <p:nvPr/>
          </p:nvSpPr>
          <p:spPr>
            <a:xfrm>
              <a:off x="8707558" y="22512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5" name="pt56905"/>
            <p:cNvSpPr/>
            <p:nvPr/>
          </p:nvSpPr>
          <p:spPr>
            <a:xfrm>
              <a:off x="9044150" y="17612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6" name="pt56906"/>
            <p:cNvSpPr/>
            <p:nvPr/>
          </p:nvSpPr>
          <p:spPr>
            <a:xfrm>
              <a:off x="9350622" y="21104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7" name="pt56907"/>
            <p:cNvSpPr/>
            <p:nvPr/>
          </p:nvSpPr>
          <p:spPr>
            <a:xfrm>
              <a:off x="9010896" y="17292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8" name="pt56908"/>
            <p:cNvSpPr/>
            <p:nvPr/>
          </p:nvSpPr>
          <p:spPr>
            <a:xfrm>
              <a:off x="8619838" y="23636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9" name="pt56909"/>
            <p:cNvSpPr/>
            <p:nvPr/>
          </p:nvSpPr>
          <p:spPr>
            <a:xfrm>
              <a:off x="9087709" y="19571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0" name="pt56910"/>
            <p:cNvSpPr/>
            <p:nvPr/>
          </p:nvSpPr>
          <p:spPr>
            <a:xfrm>
              <a:off x="8861436" y="19145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1" name="pt56911"/>
            <p:cNvSpPr/>
            <p:nvPr/>
          </p:nvSpPr>
          <p:spPr>
            <a:xfrm>
              <a:off x="8570436" y="2472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2" name="pt56912"/>
            <p:cNvSpPr/>
            <p:nvPr/>
          </p:nvSpPr>
          <p:spPr>
            <a:xfrm>
              <a:off x="9715521" y="22876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3" name="pt56913"/>
            <p:cNvSpPr/>
            <p:nvPr/>
          </p:nvSpPr>
          <p:spPr>
            <a:xfrm>
              <a:off x="8752612" y="21594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4" name="pt56914"/>
            <p:cNvSpPr/>
            <p:nvPr/>
          </p:nvSpPr>
          <p:spPr>
            <a:xfrm>
              <a:off x="8965842" y="21499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5" name="pt56915"/>
            <p:cNvSpPr/>
            <p:nvPr/>
          </p:nvSpPr>
          <p:spPr>
            <a:xfrm>
              <a:off x="9495513" y="22779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6" name="pt56916"/>
            <p:cNvSpPr/>
            <p:nvPr/>
          </p:nvSpPr>
          <p:spPr>
            <a:xfrm>
              <a:off x="8469500" y="23588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7" name="pt56917"/>
            <p:cNvSpPr/>
            <p:nvPr/>
          </p:nvSpPr>
          <p:spPr>
            <a:xfrm>
              <a:off x="9097733" y="17461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8" name="pt56918"/>
            <p:cNvSpPr/>
            <p:nvPr/>
          </p:nvSpPr>
          <p:spPr>
            <a:xfrm>
              <a:off x="8813199" y="20791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9" name="pt56919"/>
            <p:cNvSpPr/>
            <p:nvPr/>
          </p:nvSpPr>
          <p:spPr>
            <a:xfrm>
              <a:off x="9148018" y="21057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0" name="pt56920"/>
            <p:cNvSpPr/>
            <p:nvPr/>
          </p:nvSpPr>
          <p:spPr>
            <a:xfrm>
              <a:off x="8980466" y="19890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1" name="pt56921"/>
            <p:cNvSpPr/>
            <p:nvPr/>
          </p:nvSpPr>
          <p:spPr>
            <a:xfrm>
              <a:off x="9123951" y="21070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2" name="pt56922"/>
            <p:cNvSpPr/>
            <p:nvPr/>
          </p:nvSpPr>
          <p:spPr>
            <a:xfrm>
              <a:off x="8658156" y="23636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3" name="pt56923"/>
            <p:cNvSpPr/>
            <p:nvPr/>
          </p:nvSpPr>
          <p:spPr>
            <a:xfrm>
              <a:off x="8864906" y="18862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4" name="pt56924"/>
            <p:cNvSpPr/>
            <p:nvPr/>
          </p:nvSpPr>
          <p:spPr>
            <a:xfrm>
              <a:off x="8550210" y="22613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5" name="pt56925"/>
            <p:cNvSpPr/>
            <p:nvPr/>
          </p:nvSpPr>
          <p:spPr>
            <a:xfrm>
              <a:off x="9010896" y="19723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6" name="pt56926"/>
            <p:cNvSpPr/>
            <p:nvPr/>
          </p:nvSpPr>
          <p:spPr>
            <a:xfrm>
              <a:off x="8777185" y="23900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7" name="pt56927"/>
            <p:cNvSpPr/>
            <p:nvPr/>
          </p:nvSpPr>
          <p:spPr>
            <a:xfrm>
              <a:off x="9268690" y="19414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8" name="pt56928"/>
            <p:cNvSpPr/>
            <p:nvPr/>
          </p:nvSpPr>
          <p:spPr>
            <a:xfrm>
              <a:off x="9174300" y="2004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9" name="pt56929"/>
            <p:cNvSpPr/>
            <p:nvPr/>
          </p:nvSpPr>
          <p:spPr>
            <a:xfrm>
              <a:off x="8752612" y="22519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0" name="pt56930"/>
            <p:cNvSpPr/>
            <p:nvPr/>
          </p:nvSpPr>
          <p:spPr>
            <a:xfrm>
              <a:off x="9097733" y="19360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1" name="pt56931"/>
            <p:cNvSpPr/>
            <p:nvPr/>
          </p:nvSpPr>
          <p:spPr>
            <a:xfrm>
              <a:off x="8500809" y="26134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2" name="pt56932"/>
            <p:cNvSpPr/>
            <p:nvPr/>
          </p:nvSpPr>
          <p:spPr>
            <a:xfrm>
              <a:off x="8312152" y="24933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3" name="pt56933"/>
            <p:cNvSpPr/>
            <p:nvPr/>
          </p:nvSpPr>
          <p:spPr>
            <a:xfrm>
              <a:off x="8777185" y="23030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4" name="pt56934"/>
            <p:cNvSpPr/>
            <p:nvPr/>
          </p:nvSpPr>
          <p:spPr>
            <a:xfrm>
              <a:off x="8817779" y="2076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5" name="pt56935"/>
            <p:cNvSpPr/>
            <p:nvPr/>
          </p:nvSpPr>
          <p:spPr>
            <a:xfrm>
              <a:off x="8920215" y="21312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6" name="pt56936"/>
            <p:cNvSpPr/>
            <p:nvPr/>
          </p:nvSpPr>
          <p:spPr>
            <a:xfrm>
              <a:off x="9654477" y="18800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7" name="pt56937"/>
            <p:cNvSpPr/>
            <p:nvPr/>
          </p:nvSpPr>
          <p:spPr>
            <a:xfrm>
              <a:off x="8312152" y="21640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8" name="pt56938"/>
            <p:cNvSpPr/>
            <p:nvPr/>
          </p:nvSpPr>
          <p:spPr>
            <a:xfrm>
              <a:off x="8846813" y="20152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9" name="pt56939"/>
            <p:cNvSpPr/>
            <p:nvPr/>
          </p:nvSpPr>
          <p:spPr>
            <a:xfrm>
              <a:off x="8658156" y="24699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0" name="pt56940"/>
            <p:cNvSpPr/>
            <p:nvPr/>
          </p:nvSpPr>
          <p:spPr>
            <a:xfrm>
              <a:off x="8500809" y="2599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1" name="pt56941"/>
            <p:cNvSpPr/>
            <p:nvPr/>
          </p:nvSpPr>
          <p:spPr>
            <a:xfrm>
              <a:off x="8978704" y="20871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2" name="pt56942"/>
            <p:cNvSpPr/>
            <p:nvPr/>
          </p:nvSpPr>
          <p:spPr>
            <a:xfrm>
              <a:off x="9370170" y="19768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3" name="pt56943"/>
            <p:cNvSpPr/>
            <p:nvPr/>
          </p:nvSpPr>
          <p:spPr>
            <a:xfrm>
              <a:off x="9978328" y="27789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4" name="pt56944"/>
            <p:cNvSpPr/>
            <p:nvPr/>
          </p:nvSpPr>
          <p:spPr>
            <a:xfrm>
              <a:off x="8793552" y="20888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5" name="pt56945"/>
            <p:cNvSpPr/>
            <p:nvPr/>
          </p:nvSpPr>
          <p:spPr>
            <a:xfrm>
              <a:off x="9606545" y="2207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6" name="pt56946"/>
            <p:cNvSpPr/>
            <p:nvPr/>
          </p:nvSpPr>
          <p:spPr>
            <a:xfrm>
              <a:off x="8752612" y="2351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7" name="pt56947"/>
            <p:cNvSpPr/>
            <p:nvPr/>
          </p:nvSpPr>
          <p:spPr>
            <a:xfrm>
              <a:off x="8793552" y="23473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8" name="pt56948"/>
            <p:cNvSpPr/>
            <p:nvPr/>
          </p:nvSpPr>
          <p:spPr>
            <a:xfrm>
              <a:off x="8947749" y="20351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9" name="pt56949"/>
            <p:cNvSpPr/>
            <p:nvPr/>
          </p:nvSpPr>
          <p:spPr>
            <a:xfrm>
              <a:off x="8312152" y="24279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0" name="pt56950"/>
            <p:cNvSpPr/>
            <p:nvPr/>
          </p:nvSpPr>
          <p:spPr>
            <a:xfrm>
              <a:off x="8619838" y="23327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1" name="pt56951"/>
            <p:cNvSpPr/>
            <p:nvPr/>
          </p:nvSpPr>
          <p:spPr>
            <a:xfrm>
              <a:off x="8570436" y="24583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2" name="pt56952"/>
            <p:cNvSpPr/>
            <p:nvPr/>
          </p:nvSpPr>
          <p:spPr>
            <a:xfrm>
              <a:off x="9480563" y="22920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3" name="pt56953"/>
            <p:cNvSpPr/>
            <p:nvPr/>
          </p:nvSpPr>
          <p:spPr>
            <a:xfrm>
              <a:off x="8500809" y="26362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4" name="pt56954"/>
            <p:cNvSpPr/>
            <p:nvPr/>
          </p:nvSpPr>
          <p:spPr>
            <a:xfrm>
              <a:off x="8890393" y="19599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5" name="pt56955"/>
            <p:cNvSpPr/>
            <p:nvPr/>
          </p:nvSpPr>
          <p:spPr>
            <a:xfrm>
              <a:off x="9102103" y="20402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6" name="pt56956"/>
            <p:cNvSpPr/>
            <p:nvPr/>
          </p:nvSpPr>
          <p:spPr>
            <a:xfrm>
              <a:off x="8980466" y="20310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7" name="pt56957"/>
            <p:cNvSpPr/>
            <p:nvPr/>
          </p:nvSpPr>
          <p:spPr>
            <a:xfrm>
              <a:off x="8431181" y="2429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8" name="pt56958"/>
            <p:cNvSpPr/>
            <p:nvPr/>
          </p:nvSpPr>
          <p:spPr>
            <a:xfrm>
              <a:off x="9042937" y="17656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9" name="pt56959"/>
            <p:cNvSpPr/>
            <p:nvPr/>
          </p:nvSpPr>
          <p:spPr>
            <a:xfrm>
              <a:off x="8850587" y="19961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0" name="pt56960"/>
            <p:cNvSpPr/>
            <p:nvPr/>
          </p:nvSpPr>
          <p:spPr>
            <a:xfrm>
              <a:off x="8469500" y="23790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1" name="pt56961"/>
            <p:cNvSpPr/>
            <p:nvPr/>
          </p:nvSpPr>
          <p:spPr>
            <a:xfrm>
              <a:off x="9584728" y="21839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2" name="pt56962"/>
            <p:cNvSpPr/>
            <p:nvPr/>
          </p:nvSpPr>
          <p:spPr>
            <a:xfrm>
              <a:off x="8884367" y="20917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3" name="pt56963"/>
            <p:cNvSpPr/>
            <p:nvPr/>
          </p:nvSpPr>
          <p:spPr>
            <a:xfrm>
              <a:off x="8679650" y="24992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4" name="pt56964"/>
            <p:cNvSpPr/>
            <p:nvPr/>
          </p:nvSpPr>
          <p:spPr>
            <a:xfrm>
              <a:off x="9079049" y="19690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5" name="pt56965"/>
            <p:cNvSpPr/>
            <p:nvPr/>
          </p:nvSpPr>
          <p:spPr>
            <a:xfrm>
              <a:off x="9177111" y="18476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6" name="pt56966"/>
            <p:cNvSpPr/>
            <p:nvPr/>
          </p:nvSpPr>
          <p:spPr>
            <a:xfrm>
              <a:off x="8813199" y="20316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7" name="pt56967"/>
            <p:cNvSpPr/>
            <p:nvPr/>
          </p:nvSpPr>
          <p:spPr>
            <a:xfrm>
              <a:off x="8550210" y="25347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8" name="pt56968"/>
            <p:cNvSpPr/>
            <p:nvPr/>
          </p:nvSpPr>
          <p:spPr>
            <a:xfrm>
              <a:off x="9221993" y="21512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9" name="pt56969"/>
            <p:cNvSpPr/>
            <p:nvPr/>
          </p:nvSpPr>
          <p:spPr>
            <a:xfrm>
              <a:off x="9120109" y="20668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0" name="pt56970"/>
            <p:cNvSpPr/>
            <p:nvPr/>
          </p:nvSpPr>
          <p:spPr>
            <a:xfrm>
              <a:off x="8846813" y="19927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1" name="pt56971"/>
            <p:cNvSpPr/>
            <p:nvPr/>
          </p:nvSpPr>
          <p:spPr>
            <a:xfrm>
              <a:off x="8500809" y="24864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2" name="pt56972"/>
            <p:cNvSpPr/>
            <p:nvPr/>
          </p:nvSpPr>
          <p:spPr>
            <a:xfrm>
              <a:off x="8731558" y="21525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3" name="pt56973"/>
            <p:cNvSpPr/>
            <p:nvPr/>
          </p:nvSpPr>
          <p:spPr>
            <a:xfrm>
              <a:off x="9185276" y="2221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4" name="pt56974"/>
            <p:cNvSpPr/>
            <p:nvPr/>
          </p:nvSpPr>
          <p:spPr>
            <a:xfrm>
              <a:off x="9007935" y="19229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5" name="pt56975"/>
            <p:cNvSpPr/>
            <p:nvPr/>
          </p:nvSpPr>
          <p:spPr>
            <a:xfrm>
              <a:off x="9186336" y="22124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6" name="pt56976"/>
            <p:cNvSpPr/>
            <p:nvPr/>
          </p:nvSpPr>
          <p:spPr>
            <a:xfrm>
              <a:off x="8874912" y="21556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7" name="pt56977"/>
            <p:cNvSpPr/>
            <p:nvPr/>
          </p:nvSpPr>
          <p:spPr>
            <a:xfrm>
              <a:off x="8312152" y="21491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8" name="pt56978"/>
            <p:cNvSpPr/>
            <p:nvPr/>
          </p:nvSpPr>
          <p:spPr>
            <a:xfrm>
              <a:off x="8500809" y="27188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9" name="pt56979"/>
            <p:cNvSpPr/>
            <p:nvPr/>
          </p:nvSpPr>
          <p:spPr>
            <a:xfrm>
              <a:off x="8956027" y="20627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0" name="pt56980"/>
            <p:cNvSpPr/>
            <p:nvPr/>
          </p:nvSpPr>
          <p:spPr>
            <a:xfrm>
              <a:off x="8765338" y="20154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1" name="pt56981"/>
            <p:cNvSpPr/>
            <p:nvPr/>
          </p:nvSpPr>
          <p:spPr>
            <a:xfrm>
              <a:off x="8312152" y="23633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2" name="pt56982"/>
            <p:cNvSpPr/>
            <p:nvPr/>
          </p:nvSpPr>
          <p:spPr>
            <a:xfrm>
              <a:off x="8500809" y="26178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3" name="pt56983"/>
            <p:cNvSpPr/>
            <p:nvPr/>
          </p:nvSpPr>
          <p:spPr>
            <a:xfrm>
              <a:off x="8646309" y="24390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4" name="pt56984"/>
            <p:cNvSpPr/>
            <p:nvPr/>
          </p:nvSpPr>
          <p:spPr>
            <a:xfrm>
              <a:off x="8588529" y="23116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5" name="pt56985"/>
            <p:cNvSpPr/>
            <p:nvPr/>
          </p:nvSpPr>
          <p:spPr>
            <a:xfrm>
              <a:off x="9425448" y="18632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6" name="pt56986"/>
            <p:cNvSpPr/>
            <p:nvPr/>
          </p:nvSpPr>
          <p:spPr>
            <a:xfrm>
              <a:off x="9537100" y="23520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7" name="pt56987"/>
            <p:cNvSpPr/>
            <p:nvPr/>
          </p:nvSpPr>
          <p:spPr>
            <a:xfrm>
              <a:off x="9087709" y="21368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8" name="pt56988"/>
            <p:cNvSpPr/>
            <p:nvPr/>
          </p:nvSpPr>
          <p:spPr>
            <a:xfrm>
              <a:off x="8312152" y="23459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9" name="pt56989"/>
            <p:cNvSpPr/>
            <p:nvPr/>
          </p:nvSpPr>
          <p:spPr>
            <a:xfrm>
              <a:off x="9102103" y="20731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0" name="pt56990"/>
            <p:cNvSpPr/>
            <p:nvPr/>
          </p:nvSpPr>
          <p:spPr>
            <a:xfrm>
              <a:off x="8500809" y="26085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1" name="pt56991"/>
            <p:cNvSpPr/>
            <p:nvPr/>
          </p:nvSpPr>
          <p:spPr>
            <a:xfrm>
              <a:off x="9222422" y="19930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2" name="pt56992"/>
            <p:cNvSpPr/>
            <p:nvPr/>
          </p:nvSpPr>
          <p:spPr>
            <a:xfrm>
              <a:off x="9056963" y="21856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3" name="pt56993"/>
            <p:cNvSpPr/>
            <p:nvPr/>
          </p:nvSpPr>
          <p:spPr>
            <a:xfrm>
              <a:off x="8731558" y="23998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4" name="pt56994"/>
            <p:cNvSpPr/>
            <p:nvPr/>
          </p:nvSpPr>
          <p:spPr>
            <a:xfrm>
              <a:off x="9262699" y="18471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5" name="pt56995"/>
            <p:cNvSpPr/>
            <p:nvPr/>
          </p:nvSpPr>
          <p:spPr>
            <a:xfrm>
              <a:off x="9039244" y="18113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6" name="pt56996"/>
            <p:cNvSpPr/>
            <p:nvPr/>
          </p:nvSpPr>
          <p:spPr>
            <a:xfrm>
              <a:off x="8890393" y="20476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7" name="pt56997"/>
            <p:cNvSpPr/>
            <p:nvPr/>
          </p:nvSpPr>
          <p:spPr>
            <a:xfrm>
              <a:off x="8588529" y="22310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8" name="pt56998"/>
            <p:cNvSpPr/>
            <p:nvPr/>
          </p:nvSpPr>
          <p:spPr>
            <a:xfrm>
              <a:off x="8738867" y="21366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9" name="pt56999"/>
            <p:cNvSpPr/>
            <p:nvPr/>
          </p:nvSpPr>
          <p:spPr>
            <a:xfrm>
              <a:off x="8731558" y="23868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0" name="pt57000"/>
            <p:cNvSpPr/>
            <p:nvPr/>
          </p:nvSpPr>
          <p:spPr>
            <a:xfrm>
              <a:off x="8830827" y="19527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1" name="pt57001"/>
            <p:cNvSpPr/>
            <p:nvPr/>
          </p:nvSpPr>
          <p:spPr>
            <a:xfrm>
              <a:off x="8731558" y="22935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2" name="pt57002"/>
            <p:cNvSpPr/>
            <p:nvPr/>
          </p:nvSpPr>
          <p:spPr>
            <a:xfrm>
              <a:off x="9187390" y="22301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3" name="pt57003"/>
            <p:cNvSpPr/>
            <p:nvPr/>
          </p:nvSpPr>
          <p:spPr>
            <a:xfrm>
              <a:off x="9004922" y="15789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4" name="pt57004"/>
            <p:cNvSpPr/>
            <p:nvPr/>
          </p:nvSpPr>
          <p:spPr>
            <a:xfrm>
              <a:off x="8679650" y="24002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5" name="pt57005"/>
            <p:cNvSpPr/>
            <p:nvPr/>
          </p:nvSpPr>
          <p:spPr>
            <a:xfrm>
              <a:off x="9090502" y="1767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6" name="pt57006"/>
            <p:cNvSpPr/>
            <p:nvPr/>
          </p:nvSpPr>
          <p:spPr>
            <a:xfrm>
              <a:off x="8570436" y="24354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7" name="pt57007"/>
            <p:cNvSpPr/>
            <p:nvPr/>
          </p:nvSpPr>
          <p:spPr>
            <a:xfrm>
              <a:off x="8932228" y="1964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8" name="pt57008"/>
            <p:cNvSpPr/>
            <p:nvPr/>
          </p:nvSpPr>
          <p:spPr>
            <a:xfrm>
              <a:off x="8550210" y="26381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9" name="pt57009"/>
            <p:cNvSpPr/>
            <p:nvPr/>
          </p:nvSpPr>
          <p:spPr>
            <a:xfrm>
              <a:off x="9195593" y="21713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0" name="pt57010"/>
            <p:cNvSpPr/>
            <p:nvPr/>
          </p:nvSpPr>
          <p:spPr>
            <a:xfrm>
              <a:off x="8738867" y="23216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1" name="pt57011"/>
            <p:cNvSpPr/>
            <p:nvPr/>
          </p:nvSpPr>
          <p:spPr>
            <a:xfrm>
              <a:off x="9495513" y="22672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2" name="pt57012"/>
            <p:cNvSpPr/>
            <p:nvPr/>
          </p:nvSpPr>
          <p:spPr>
            <a:xfrm>
              <a:off x="8312152" y="25640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3" name="pt57013"/>
            <p:cNvSpPr/>
            <p:nvPr/>
          </p:nvSpPr>
          <p:spPr>
            <a:xfrm>
              <a:off x="8715936" y="23611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4" name="pt57014"/>
            <p:cNvSpPr/>
            <p:nvPr/>
          </p:nvSpPr>
          <p:spPr>
            <a:xfrm>
              <a:off x="8500809" y="25720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5" name="pt57015"/>
            <p:cNvSpPr/>
            <p:nvPr/>
          </p:nvSpPr>
          <p:spPr>
            <a:xfrm>
              <a:off x="9115383" y="2108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6" name="pt57016"/>
            <p:cNvSpPr/>
            <p:nvPr/>
          </p:nvSpPr>
          <p:spPr>
            <a:xfrm>
              <a:off x="9046552" y="18406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7" name="pt57017"/>
            <p:cNvSpPr/>
            <p:nvPr/>
          </p:nvSpPr>
          <p:spPr>
            <a:xfrm>
              <a:off x="8570436" y="24337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8" name="pt57018"/>
            <p:cNvSpPr/>
            <p:nvPr/>
          </p:nvSpPr>
          <p:spPr>
            <a:xfrm>
              <a:off x="9037995" y="17948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9" name="pt57019"/>
            <p:cNvSpPr/>
            <p:nvPr/>
          </p:nvSpPr>
          <p:spPr>
            <a:xfrm>
              <a:off x="8604896" y="24917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0" name="pt57020"/>
            <p:cNvSpPr/>
            <p:nvPr/>
          </p:nvSpPr>
          <p:spPr>
            <a:xfrm>
              <a:off x="8604896" y="23434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1" name="pt57021"/>
            <p:cNvSpPr/>
            <p:nvPr/>
          </p:nvSpPr>
          <p:spPr>
            <a:xfrm>
              <a:off x="8777185" y="22385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2" name="pt57022"/>
            <p:cNvSpPr/>
            <p:nvPr/>
          </p:nvSpPr>
          <p:spPr>
            <a:xfrm>
              <a:off x="9185276" y="2183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3" name="pt57023"/>
            <p:cNvSpPr/>
            <p:nvPr/>
          </p:nvSpPr>
          <p:spPr>
            <a:xfrm>
              <a:off x="8312152" y="24972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4" name="pt57024"/>
            <p:cNvSpPr/>
            <p:nvPr/>
          </p:nvSpPr>
          <p:spPr>
            <a:xfrm>
              <a:off x="9405714" y="18835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5" name="pt57025"/>
            <p:cNvSpPr/>
            <p:nvPr/>
          </p:nvSpPr>
          <p:spPr>
            <a:xfrm>
              <a:off x="8619838" y="23070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6" name="pt57026"/>
            <p:cNvSpPr/>
            <p:nvPr/>
          </p:nvSpPr>
          <p:spPr>
            <a:xfrm>
              <a:off x="8658156" y="23710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7" name="pt57027"/>
            <p:cNvSpPr/>
            <p:nvPr/>
          </p:nvSpPr>
          <p:spPr>
            <a:xfrm>
              <a:off x="8850587" y="20174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8" name="pt57028"/>
            <p:cNvSpPr/>
            <p:nvPr/>
          </p:nvSpPr>
          <p:spPr>
            <a:xfrm>
              <a:off x="9242219" y="20377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9" name="pt57029"/>
            <p:cNvSpPr/>
            <p:nvPr/>
          </p:nvSpPr>
          <p:spPr>
            <a:xfrm>
              <a:off x="9068885" y="18115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0" name="pt57030"/>
            <p:cNvSpPr/>
            <p:nvPr/>
          </p:nvSpPr>
          <p:spPr>
            <a:xfrm>
              <a:off x="9218524" y="20010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1" name="pt57031"/>
            <p:cNvSpPr/>
            <p:nvPr/>
          </p:nvSpPr>
          <p:spPr>
            <a:xfrm>
              <a:off x="8830827" y="18474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2" name="pt57032"/>
            <p:cNvSpPr/>
            <p:nvPr/>
          </p:nvSpPr>
          <p:spPr>
            <a:xfrm>
              <a:off x="8312152" y="23493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3" name="pt57033"/>
            <p:cNvSpPr/>
            <p:nvPr/>
          </p:nvSpPr>
          <p:spPr>
            <a:xfrm>
              <a:off x="9732410" y="26055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4" name="pt57034"/>
            <p:cNvSpPr/>
            <p:nvPr/>
          </p:nvSpPr>
          <p:spPr>
            <a:xfrm>
              <a:off x="8633583" y="22251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5" name="pt57035"/>
            <p:cNvSpPr/>
            <p:nvPr/>
          </p:nvSpPr>
          <p:spPr>
            <a:xfrm>
              <a:off x="9427665" y="20038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6" name="pt57036"/>
            <p:cNvSpPr/>
            <p:nvPr/>
          </p:nvSpPr>
          <p:spPr>
            <a:xfrm>
              <a:off x="9286979" y="20183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7" name="pt57037"/>
            <p:cNvSpPr/>
            <p:nvPr/>
          </p:nvSpPr>
          <p:spPr>
            <a:xfrm>
              <a:off x="9350622" y="21053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8" name="pt57038"/>
            <p:cNvSpPr/>
            <p:nvPr/>
          </p:nvSpPr>
          <p:spPr>
            <a:xfrm>
              <a:off x="9141283" y="22499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9" name="pt57039"/>
            <p:cNvSpPr/>
            <p:nvPr/>
          </p:nvSpPr>
          <p:spPr>
            <a:xfrm>
              <a:off x="9169122" y="20829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0" name="pt57040"/>
            <p:cNvSpPr/>
            <p:nvPr/>
          </p:nvSpPr>
          <p:spPr>
            <a:xfrm>
              <a:off x="8633583" y="19914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1" name="pt57041"/>
            <p:cNvSpPr/>
            <p:nvPr/>
          </p:nvSpPr>
          <p:spPr>
            <a:xfrm>
              <a:off x="8431181" y="24304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2" name="pt57042"/>
            <p:cNvSpPr/>
            <p:nvPr/>
          </p:nvSpPr>
          <p:spPr>
            <a:xfrm>
              <a:off x="9098616" y="20827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3" name="pt57043"/>
            <p:cNvSpPr/>
            <p:nvPr/>
          </p:nvSpPr>
          <p:spPr>
            <a:xfrm>
              <a:off x="9058082" y="1913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4" name="pt57044"/>
            <p:cNvSpPr/>
            <p:nvPr/>
          </p:nvSpPr>
          <p:spPr>
            <a:xfrm>
              <a:off x="9550412" y="21090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5" name="pt57045"/>
            <p:cNvSpPr/>
            <p:nvPr/>
          </p:nvSpPr>
          <p:spPr>
            <a:xfrm>
              <a:off x="9320769" y="21132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6" name="pt57046"/>
            <p:cNvSpPr/>
            <p:nvPr/>
          </p:nvSpPr>
          <p:spPr>
            <a:xfrm>
              <a:off x="8633583" y="20631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7" name="pt57047"/>
            <p:cNvSpPr/>
            <p:nvPr/>
          </p:nvSpPr>
          <p:spPr>
            <a:xfrm>
              <a:off x="8469500" y="24521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8" name="pt57048"/>
            <p:cNvSpPr/>
            <p:nvPr/>
          </p:nvSpPr>
          <p:spPr>
            <a:xfrm>
              <a:off x="9453041" y="22605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9" name="pt57049"/>
            <p:cNvSpPr/>
            <p:nvPr/>
          </p:nvSpPr>
          <p:spPr>
            <a:xfrm>
              <a:off x="9142651" y="21259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0" name="pt57050"/>
            <p:cNvSpPr/>
            <p:nvPr/>
          </p:nvSpPr>
          <p:spPr>
            <a:xfrm>
              <a:off x="8469500" y="25310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1" name="pt57051"/>
            <p:cNvSpPr/>
            <p:nvPr/>
          </p:nvSpPr>
          <p:spPr>
            <a:xfrm>
              <a:off x="8738867" y="22942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2" name="pt57052"/>
            <p:cNvSpPr/>
            <p:nvPr/>
          </p:nvSpPr>
          <p:spPr>
            <a:xfrm>
              <a:off x="9277923" y="19636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3" name="pt57053"/>
            <p:cNvSpPr/>
            <p:nvPr/>
          </p:nvSpPr>
          <p:spPr>
            <a:xfrm>
              <a:off x="8698750" y="22594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4" name="pt57054"/>
            <p:cNvSpPr/>
            <p:nvPr/>
          </p:nvSpPr>
          <p:spPr>
            <a:xfrm>
              <a:off x="9123951" y="20534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5" name="pt57055"/>
            <p:cNvSpPr/>
            <p:nvPr/>
          </p:nvSpPr>
          <p:spPr>
            <a:xfrm>
              <a:off x="9100368" y="2045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6" name="pt57056"/>
            <p:cNvSpPr/>
            <p:nvPr/>
          </p:nvSpPr>
          <p:spPr>
            <a:xfrm>
              <a:off x="9141283" y="22004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7" name="pt57057"/>
            <p:cNvSpPr/>
            <p:nvPr/>
          </p:nvSpPr>
          <p:spPr>
            <a:xfrm>
              <a:off x="9126964" y="21240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8" name="pt57058"/>
            <p:cNvSpPr/>
            <p:nvPr/>
          </p:nvSpPr>
          <p:spPr>
            <a:xfrm>
              <a:off x="8884367" y="20063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9" name="pt57059"/>
            <p:cNvSpPr/>
            <p:nvPr/>
          </p:nvSpPr>
          <p:spPr>
            <a:xfrm>
              <a:off x="8619838" y="21519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0" name="pt57060"/>
            <p:cNvSpPr/>
            <p:nvPr/>
          </p:nvSpPr>
          <p:spPr>
            <a:xfrm>
              <a:off x="8932228" y="18802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1" name="pt57061"/>
            <p:cNvSpPr/>
            <p:nvPr/>
          </p:nvSpPr>
          <p:spPr>
            <a:xfrm>
              <a:off x="8765338" y="2039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2" name="pt57062"/>
            <p:cNvSpPr/>
            <p:nvPr/>
          </p:nvSpPr>
          <p:spPr>
            <a:xfrm>
              <a:off x="9329710" y="21914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3" name="pt57063"/>
            <p:cNvSpPr/>
            <p:nvPr/>
          </p:nvSpPr>
          <p:spPr>
            <a:xfrm>
              <a:off x="8604896" y="23496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4" name="pt57064"/>
            <p:cNvSpPr/>
            <p:nvPr/>
          </p:nvSpPr>
          <p:spPr>
            <a:xfrm>
              <a:off x="9091423" y="17910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5" name="pt57065"/>
            <p:cNvSpPr/>
            <p:nvPr/>
          </p:nvSpPr>
          <p:spPr>
            <a:xfrm>
              <a:off x="8976925" y="21613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6" name="pt57066"/>
            <p:cNvSpPr/>
            <p:nvPr/>
          </p:nvSpPr>
          <p:spPr>
            <a:xfrm>
              <a:off x="8971473" y="22679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7" name="pt57067"/>
            <p:cNvSpPr/>
            <p:nvPr/>
          </p:nvSpPr>
          <p:spPr>
            <a:xfrm>
              <a:off x="8782816" y="22294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8" name="pt57068"/>
            <p:cNvSpPr/>
            <p:nvPr/>
          </p:nvSpPr>
          <p:spPr>
            <a:xfrm>
              <a:off x="8381780" y="22084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9" name="pt57069"/>
            <p:cNvSpPr/>
            <p:nvPr/>
          </p:nvSpPr>
          <p:spPr>
            <a:xfrm>
              <a:off x="9207674" y="17458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0" name="pt57070"/>
            <p:cNvSpPr/>
            <p:nvPr/>
          </p:nvSpPr>
          <p:spPr>
            <a:xfrm>
              <a:off x="8431181" y="23687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1" name="pt57071"/>
            <p:cNvSpPr/>
            <p:nvPr/>
          </p:nvSpPr>
          <p:spPr>
            <a:xfrm>
              <a:off x="8971473" y="22309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2" name="pt57072"/>
            <p:cNvSpPr/>
            <p:nvPr/>
          </p:nvSpPr>
          <p:spPr>
            <a:xfrm>
              <a:off x="8907297" y="20679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3" name="pt57073"/>
            <p:cNvSpPr/>
            <p:nvPr/>
          </p:nvSpPr>
          <p:spPr>
            <a:xfrm>
              <a:off x="9283113" y="21488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4" name="pt57074"/>
            <p:cNvSpPr/>
            <p:nvPr/>
          </p:nvSpPr>
          <p:spPr>
            <a:xfrm>
              <a:off x="8842954" y="22365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5" name="pt57075"/>
            <p:cNvSpPr/>
            <p:nvPr/>
          </p:nvSpPr>
          <p:spPr>
            <a:xfrm>
              <a:off x="8980466" y="21849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6" name="pt57076"/>
            <p:cNvSpPr/>
            <p:nvPr/>
          </p:nvSpPr>
          <p:spPr>
            <a:xfrm>
              <a:off x="8826587" y="23210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7" name="pt57077"/>
            <p:cNvSpPr/>
            <p:nvPr/>
          </p:nvSpPr>
          <p:spPr>
            <a:xfrm>
              <a:off x="8961983" y="23039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8" name="pt57078"/>
            <p:cNvSpPr/>
            <p:nvPr/>
          </p:nvSpPr>
          <p:spPr>
            <a:xfrm>
              <a:off x="8798679" y="22080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9" name="pt57079"/>
            <p:cNvSpPr/>
            <p:nvPr/>
          </p:nvSpPr>
          <p:spPr>
            <a:xfrm>
              <a:off x="8679650" y="25591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0" name="pt57080"/>
            <p:cNvSpPr/>
            <p:nvPr/>
          </p:nvSpPr>
          <p:spPr>
            <a:xfrm>
              <a:off x="8961983" y="22880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1" name="pt57081"/>
            <p:cNvSpPr/>
            <p:nvPr/>
          </p:nvSpPr>
          <p:spPr>
            <a:xfrm>
              <a:off x="8619838" y="22600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2" name="pt57082"/>
            <p:cNvSpPr/>
            <p:nvPr/>
          </p:nvSpPr>
          <p:spPr>
            <a:xfrm>
              <a:off x="8570436" y="24285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3" name="pt57083"/>
            <p:cNvSpPr/>
            <p:nvPr/>
          </p:nvSpPr>
          <p:spPr>
            <a:xfrm>
              <a:off x="8868306" y="21421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4" name="pt57084"/>
            <p:cNvSpPr/>
            <p:nvPr/>
          </p:nvSpPr>
          <p:spPr>
            <a:xfrm>
              <a:off x="8793552" y="20917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5" name="pt57085"/>
            <p:cNvSpPr/>
            <p:nvPr/>
          </p:nvSpPr>
          <p:spPr>
            <a:xfrm>
              <a:off x="8527280" y="26096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6" name="pt57086"/>
            <p:cNvSpPr/>
            <p:nvPr/>
          </p:nvSpPr>
          <p:spPr>
            <a:xfrm>
              <a:off x="9797803" y="27020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7" name="pt57087"/>
            <p:cNvSpPr/>
            <p:nvPr/>
          </p:nvSpPr>
          <p:spPr>
            <a:xfrm>
              <a:off x="8813199" y="20350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8" name="pt57088"/>
            <p:cNvSpPr/>
            <p:nvPr/>
          </p:nvSpPr>
          <p:spPr>
            <a:xfrm>
              <a:off x="8929892" y="17235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9" name="pt57089"/>
            <p:cNvSpPr/>
            <p:nvPr/>
          </p:nvSpPr>
          <p:spPr>
            <a:xfrm>
              <a:off x="8920215" y="2158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0" name="pt57090"/>
            <p:cNvSpPr/>
            <p:nvPr/>
          </p:nvSpPr>
          <p:spPr>
            <a:xfrm>
              <a:off x="9104672" y="21170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1" name="pt57091"/>
            <p:cNvSpPr/>
            <p:nvPr/>
          </p:nvSpPr>
          <p:spPr>
            <a:xfrm>
              <a:off x="9346306" y="21828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2" name="pt57092"/>
            <p:cNvSpPr/>
            <p:nvPr/>
          </p:nvSpPr>
          <p:spPr>
            <a:xfrm>
              <a:off x="8550210" y="25866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3" name="pt57093"/>
            <p:cNvSpPr/>
            <p:nvPr/>
          </p:nvSpPr>
          <p:spPr>
            <a:xfrm>
              <a:off x="8646309" y="23883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4" name="pt57094"/>
            <p:cNvSpPr/>
            <p:nvPr/>
          </p:nvSpPr>
          <p:spPr>
            <a:xfrm>
              <a:off x="9115383" y="20087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5" name="pt57095"/>
            <p:cNvSpPr/>
            <p:nvPr/>
          </p:nvSpPr>
          <p:spPr>
            <a:xfrm>
              <a:off x="8798679" y="21589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6" name="pt57096"/>
            <p:cNvSpPr/>
            <p:nvPr/>
          </p:nvSpPr>
          <p:spPr>
            <a:xfrm>
              <a:off x="8500809" y="2692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7" name="pt57097"/>
            <p:cNvSpPr/>
            <p:nvPr/>
          </p:nvSpPr>
          <p:spPr>
            <a:xfrm>
              <a:off x="8707558" y="21874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8" name="pt57098"/>
            <p:cNvSpPr/>
            <p:nvPr/>
          </p:nvSpPr>
          <p:spPr>
            <a:xfrm>
              <a:off x="8874912" y="21409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9" name="pt57099"/>
            <p:cNvSpPr/>
            <p:nvPr/>
          </p:nvSpPr>
          <p:spPr>
            <a:xfrm>
              <a:off x="8759093" y="22388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0" name="pt57100"/>
            <p:cNvSpPr/>
            <p:nvPr/>
          </p:nvSpPr>
          <p:spPr>
            <a:xfrm>
              <a:off x="8990670" y="18665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1" name="pt57101"/>
            <p:cNvSpPr/>
            <p:nvPr/>
          </p:nvSpPr>
          <p:spPr>
            <a:xfrm>
              <a:off x="8813199" y="20184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2" name="pt57102"/>
            <p:cNvSpPr/>
            <p:nvPr/>
          </p:nvSpPr>
          <p:spPr>
            <a:xfrm>
              <a:off x="9287859" y="19363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3" name="pt57103"/>
            <p:cNvSpPr/>
            <p:nvPr/>
          </p:nvSpPr>
          <p:spPr>
            <a:xfrm>
              <a:off x="8312152" y="22746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4" name="pt57104"/>
            <p:cNvSpPr/>
            <p:nvPr/>
          </p:nvSpPr>
          <p:spPr>
            <a:xfrm>
              <a:off x="9007935" y="20218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5" name="pt57105"/>
            <p:cNvSpPr/>
            <p:nvPr/>
          </p:nvSpPr>
          <p:spPr>
            <a:xfrm>
              <a:off x="8500809" y="27076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6" name="pt57106"/>
            <p:cNvSpPr/>
            <p:nvPr/>
          </p:nvSpPr>
          <p:spPr>
            <a:xfrm>
              <a:off x="9471970" y="23719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7" name="pt57107"/>
            <p:cNvSpPr/>
            <p:nvPr/>
          </p:nvSpPr>
          <p:spPr>
            <a:xfrm>
              <a:off x="9177111" y="1952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8" name="pt57108"/>
            <p:cNvSpPr/>
            <p:nvPr/>
          </p:nvSpPr>
          <p:spPr>
            <a:xfrm>
              <a:off x="9032906" y="18442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9" name="pt57109"/>
            <p:cNvSpPr/>
            <p:nvPr/>
          </p:nvSpPr>
          <p:spPr>
            <a:xfrm>
              <a:off x="8793552" y="20452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0" name="pt57110"/>
            <p:cNvSpPr/>
            <p:nvPr/>
          </p:nvSpPr>
          <p:spPr>
            <a:xfrm>
              <a:off x="9169122" y="21311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1" name="pt57111"/>
            <p:cNvSpPr/>
            <p:nvPr/>
          </p:nvSpPr>
          <p:spPr>
            <a:xfrm>
              <a:off x="8550210" y="25412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2" name="pt57112"/>
            <p:cNvSpPr/>
            <p:nvPr/>
          </p:nvSpPr>
          <p:spPr>
            <a:xfrm>
              <a:off x="9046552" y="18867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3" name="pt57113"/>
            <p:cNvSpPr/>
            <p:nvPr/>
          </p:nvSpPr>
          <p:spPr>
            <a:xfrm>
              <a:off x="8987335" y="19612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4" name="pt57114"/>
            <p:cNvSpPr/>
            <p:nvPr/>
          </p:nvSpPr>
          <p:spPr>
            <a:xfrm>
              <a:off x="9167950" y="19718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5" name="pt57115"/>
            <p:cNvSpPr/>
            <p:nvPr/>
          </p:nvSpPr>
          <p:spPr>
            <a:xfrm>
              <a:off x="8707558" y="22566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6" name="pt57116"/>
            <p:cNvSpPr/>
            <p:nvPr/>
          </p:nvSpPr>
          <p:spPr>
            <a:xfrm>
              <a:off x="8765338" y="20265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7" name="pt57117"/>
            <p:cNvSpPr/>
            <p:nvPr/>
          </p:nvSpPr>
          <p:spPr>
            <a:xfrm>
              <a:off x="8431181" y="25129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8" name="pt57118"/>
            <p:cNvSpPr/>
            <p:nvPr/>
          </p:nvSpPr>
          <p:spPr>
            <a:xfrm>
              <a:off x="8381780" y="23678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9" name="pt57119"/>
            <p:cNvSpPr/>
            <p:nvPr/>
          </p:nvSpPr>
          <p:spPr>
            <a:xfrm>
              <a:off x="8500809" y="25952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0" name="pt57120"/>
            <p:cNvSpPr/>
            <p:nvPr/>
          </p:nvSpPr>
          <p:spPr>
            <a:xfrm>
              <a:off x="8759093" y="20463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1" name="pt57121"/>
            <p:cNvSpPr/>
            <p:nvPr/>
          </p:nvSpPr>
          <p:spPr>
            <a:xfrm>
              <a:off x="8570436" y="24177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2" name="pt57122"/>
            <p:cNvSpPr/>
            <p:nvPr/>
          </p:nvSpPr>
          <p:spPr>
            <a:xfrm>
              <a:off x="9123951" y="20570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3" name="pt57123"/>
            <p:cNvSpPr/>
            <p:nvPr/>
          </p:nvSpPr>
          <p:spPr>
            <a:xfrm>
              <a:off x="9185276" y="2169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4" name="pt57124"/>
            <p:cNvSpPr/>
            <p:nvPr/>
          </p:nvSpPr>
          <p:spPr>
            <a:xfrm>
              <a:off x="9123951" y="20579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5" name="pt57125"/>
            <p:cNvSpPr/>
            <p:nvPr/>
          </p:nvSpPr>
          <p:spPr>
            <a:xfrm>
              <a:off x="9042937" y="18301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6" name="pt57126"/>
            <p:cNvSpPr/>
            <p:nvPr/>
          </p:nvSpPr>
          <p:spPr>
            <a:xfrm>
              <a:off x="8890393" y="20362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7" name="pt57127"/>
            <p:cNvSpPr/>
            <p:nvPr/>
          </p:nvSpPr>
          <p:spPr>
            <a:xfrm>
              <a:off x="8669239" y="24942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8" name="pt57128"/>
            <p:cNvSpPr/>
            <p:nvPr/>
          </p:nvSpPr>
          <p:spPr>
            <a:xfrm>
              <a:off x="9104672" y="2030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9" name="pt57129"/>
            <p:cNvSpPr/>
            <p:nvPr/>
          </p:nvSpPr>
          <p:spPr>
            <a:xfrm>
              <a:off x="9633844" y="20650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0" name="pt57130"/>
            <p:cNvSpPr/>
            <p:nvPr/>
          </p:nvSpPr>
          <p:spPr>
            <a:xfrm>
              <a:off x="8990670" y="17968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1" name="pt57131"/>
            <p:cNvSpPr/>
            <p:nvPr/>
          </p:nvSpPr>
          <p:spPr>
            <a:xfrm>
              <a:off x="8698750" y="2267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2" name="pt57132"/>
            <p:cNvSpPr/>
            <p:nvPr/>
          </p:nvSpPr>
          <p:spPr>
            <a:xfrm>
              <a:off x="8679650" y="25454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3" name="pt57133"/>
            <p:cNvSpPr/>
            <p:nvPr/>
          </p:nvSpPr>
          <p:spPr>
            <a:xfrm>
              <a:off x="9780422" y="27349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4" name="pt57134"/>
            <p:cNvSpPr/>
            <p:nvPr/>
          </p:nvSpPr>
          <p:spPr>
            <a:xfrm>
              <a:off x="8920215" y="21181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5" name="pt57135"/>
            <p:cNvSpPr/>
            <p:nvPr/>
          </p:nvSpPr>
          <p:spPr>
            <a:xfrm>
              <a:off x="8868306" y="21513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6" name="pt57136"/>
            <p:cNvSpPr/>
            <p:nvPr/>
          </p:nvSpPr>
          <p:spPr>
            <a:xfrm>
              <a:off x="8731558" y="22421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7" name="pt57137"/>
            <p:cNvSpPr/>
            <p:nvPr/>
          </p:nvSpPr>
          <p:spPr>
            <a:xfrm>
              <a:off x="9226651" y="21105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8" name="pt57138"/>
            <p:cNvSpPr/>
            <p:nvPr/>
          </p:nvSpPr>
          <p:spPr>
            <a:xfrm>
              <a:off x="8813199" y="22682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9" name="pt57139"/>
            <p:cNvSpPr/>
            <p:nvPr/>
          </p:nvSpPr>
          <p:spPr>
            <a:xfrm>
              <a:off x="9287859" y="18500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0" name="pt57140"/>
            <p:cNvSpPr/>
            <p:nvPr/>
          </p:nvSpPr>
          <p:spPr>
            <a:xfrm>
              <a:off x="9126964" y="20839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1" name="pt57141"/>
            <p:cNvSpPr/>
            <p:nvPr/>
          </p:nvSpPr>
          <p:spPr>
            <a:xfrm>
              <a:off x="9010896" y="17718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2" name="pt57142"/>
            <p:cNvSpPr/>
            <p:nvPr/>
          </p:nvSpPr>
          <p:spPr>
            <a:xfrm>
              <a:off x="9550412" y="21023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3" name="pt57143"/>
            <p:cNvSpPr/>
            <p:nvPr/>
          </p:nvSpPr>
          <p:spPr>
            <a:xfrm>
              <a:off x="9206269" y="18370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4" name="pt57144"/>
            <p:cNvSpPr/>
            <p:nvPr/>
          </p:nvSpPr>
          <p:spPr>
            <a:xfrm>
              <a:off x="8798679" y="20765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5" name="pt57145"/>
            <p:cNvSpPr/>
            <p:nvPr/>
          </p:nvSpPr>
          <p:spPr>
            <a:xfrm>
              <a:off x="8826587" y="21730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6" name="pt57146"/>
            <p:cNvSpPr/>
            <p:nvPr/>
          </p:nvSpPr>
          <p:spPr>
            <a:xfrm>
              <a:off x="8961983" y="22253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7" name="pt57147"/>
            <p:cNvSpPr/>
            <p:nvPr/>
          </p:nvSpPr>
          <p:spPr>
            <a:xfrm>
              <a:off x="9058082" y="20625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8" name="pt57148"/>
            <p:cNvSpPr/>
            <p:nvPr/>
          </p:nvSpPr>
          <p:spPr>
            <a:xfrm>
              <a:off x="8707558" y="23136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9" name="pt57149"/>
            <p:cNvSpPr/>
            <p:nvPr/>
          </p:nvSpPr>
          <p:spPr>
            <a:xfrm>
              <a:off x="8707558" y="23278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0" name="pt57150"/>
            <p:cNvSpPr/>
            <p:nvPr/>
          </p:nvSpPr>
          <p:spPr>
            <a:xfrm>
              <a:off x="9034193" y="18280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1" name="pt57151"/>
            <p:cNvSpPr/>
            <p:nvPr/>
          </p:nvSpPr>
          <p:spPr>
            <a:xfrm>
              <a:off x="8917708" y="20800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2" name="pt57152"/>
            <p:cNvSpPr/>
            <p:nvPr/>
          </p:nvSpPr>
          <p:spPr>
            <a:xfrm>
              <a:off x="8550210" y="25338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3" name="pt57153"/>
            <p:cNvSpPr/>
            <p:nvPr/>
          </p:nvSpPr>
          <p:spPr>
            <a:xfrm>
              <a:off x="9054703" y="21351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4" name="pt57154"/>
            <p:cNvSpPr/>
            <p:nvPr/>
          </p:nvSpPr>
          <p:spPr>
            <a:xfrm>
              <a:off x="8963923" y="22671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5" name="pt57155"/>
            <p:cNvSpPr/>
            <p:nvPr/>
          </p:nvSpPr>
          <p:spPr>
            <a:xfrm>
              <a:off x="8679650" y="2398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6" name="pt57156"/>
            <p:cNvSpPr/>
            <p:nvPr/>
          </p:nvSpPr>
          <p:spPr>
            <a:xfrm>
              <a:off x="9495513" y="23066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7" name="pt57157"/>
            <p:cNvSpPr/>
            <p:nvPr/>
          </p:nvSpPr>
          <p:spPr>
            <a:xfrm>
              <a:off x="9007935" y="19834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8" name="pt57158"/>
            <p:cNvSpPr/>
            <p:nvPr/>
          </p:nvSpPr>
          <p:spPr>
            <a:xfrm>
              <a:off x="9382741" y="20935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9" name="pt57159"/>
            <p:cNvSpPr/>
            <p:nvPr/>
          </p:nvSpPr>
          <p:spPr>
            <a:xfrm>
              <a:off x="9032906" y="18404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0" name="pt57160"/>
            <p:cNvSpPr/>
            <p:nvPr/>
          </p:nvSpPr>
          <p:spPr>
            <a:xfrm>
              <a:off x="8588529" y="21517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1" name="pt57161"/>
            <p:cNvSpPr/>
            <p:nvPr/>
          </p:nvSpPr>
          <p:spPr>
            <a:xfrm>
              <a:off x="8922686" y="16942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2" name="pt57162"/>
            <p:cNvSpPr/>
            <p:nvPr/>
          </p:nvSpPr>
          <p:spPr>
            <a:xfrm>
              <a:off x="9056963" y="20612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3" name="pt57163"/>
            <p:cNvSpPr/>
            <p:nvPr/>
          </p:nvSpPr>
          <p:spPr>
            <a:xfrm>
              <a:off x="8842954" y="1963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4" name="pt57164"/>
            <p:cNvSpPr/>
            <p:nvPr/>
          </p:nvSpPr>
          <p:spPr>
            <a:xfrm>
              <a:off x="8312152" y="25352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5" name="pt57165"/>
            <p:cNvSpPr/>
            <p:nvPr/>
          </p:nvSpPr>
          <p:spPr>
            <a:xfrm>
              <a:off x="9076063" y="19882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6" name="pt57166"/>
            <p:cNvSpPr/>
            <p:nvPr/>
          </p:nvSpPr>
          <p:spPr>
            <a:xfrm>
              <a:off x="9068885" y="18999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7" name="pt57167"/>
            <p:cNvSpPr/>
            <p:nvPr/>
          </p:nvSpPr>
          <p:spPr>
            <a:xfrm>
              <a:off x="9115383" y="21091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8" name="pt57168"/>
            <p:cNvSpPr/>
            <p:nvPr/>
          </p:nvSpPr>
          <p:spPr>
            <a:xfrm>
              <a:off x="9301626" y="21839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9" name="pt57169"/>
            <p:cNvSpPr/>
            <p:nvPr/>
          </p:nvSpPr>
          <p:spPr>
            <a:xfrm>
              <a:off x="8765338" y="21047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0" name="pt57170"/>
            <p:cNvSpPr/>
            <p:nvPr/>
          </p:nvSpPr>
          <p:spPr>
            <a:xfrm>
              <a:off x="9032906" y="2004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1" name="pt57171"/>
            <p:cNvSpPr/>
            <p:nvPr/>
          </p:nvSpPr>
          <p:spPr>
            <a:xfrm>
              <a:off x="8679650" y="23603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2" name="pt57172"/>
            <p:cNvSpPr/>
            <p:nvPr/>
          </p:nvSpPr>
          <p:spPr>
            <a:xfrm>
              <a:off x="9668168" y="25304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3" name="pt57173"/>
            <p:cNvSpPr/>
            <p:nvPr/>
          </p:nvSpPr>
          <p:spPr>
            <a:xfrm>
              <a:off x="8312152" y="24177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4" name="pt57174"/>
            <p:cNvSpPr/>
            <p:nvPr/>
          </p:nvSpPr>
          <p:spPr>
            <a:xfrm>
              <a:off x="8679650" y="24547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5" name="pt57175"/>
            <p:cNvSpPr/>
            <p:nvPr/>
          </p:nvSpPr>
          <p:spPr>
            <a:xfrm>
              <a:off x="8588529" y="22494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6" name="pt57176"/>
            <p:cNvSpPr/>
            <p:nvPr/>
          </p:nvSpPr>
          <p:spPr>
            <a:xfrm>
              <a:off x="8500809" y="2700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7" name="pt57177"/>
            <p:cNvSpPr/>
            <p:nvPr/>
          </p:nvSpPr>
          <p:spPr>
            <a:xfrm>
              <a:off x="8312152" y="25067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8" name="pt57178"/>
            <p:cNvSpPr/>
            <p:nvPr/>
          </p:nvSpPr>
          <p:spPr>
            <a:xfrm>
              <a:off x="9404531" y="2080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9" name="pt57179"/>
            <p:cNvSpPr/>
            <p:nvPr/>
          </p:nvSpPr>
          <p:spPr>
            <a:xfrm>
              <a:off x="8707558" y="20582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0" name="pt57180"/>
            <p:cNvSpPr/>
            <p:nvPr/>
          </p:nvSpPr>
          <p:spPr>
            <a:xfrm>
              <a:off x="9010896" y="16929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1" name="pt57181"/>
            <p:cNvSpPr/>
            <p:nvPr/>
          </p:nvSpPr>
          <p:spPr>
            <a:xfrm>
              <a:off x="9266385" y="18493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2" name="pt57182"/>
            <p:cNvSpPr/>
            <p:nvPr/>
          </p:nvSpPr>
          <p:spPr>
            <a:xfrm>
              <a:off x="8857896" y="19521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3" name="pt57183"/>
            <p:cNvSpPr/>
            <p:nvPr/>
          </p:nvSpPr>
          <p:spPr>
            <a:xfrm>
              <a:off x="8752612" y="22800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4" name="pt57184"/>
            <p:cNvSpPr/>
            <p:nvPr/>
          </p:nvSpPr>
          <p:spPr>
            <a:xfrm>
              <a:off x="8312152" y="24570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5" name="pt57185"/>
            <p:cNvSpPr/>
            <p:nvPr/>
          </p:nvSpPr>
          <p:spPr>
            <a:xfrm>
              <a:off x="9073023" y="1769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6" name="pt57186"/>
            <p:cNvSpPr/>
            <p:nvPr/>
          </p:nvSpPr>
          <p:spPr>
            <a:xfrm>
              <a:off x="9039244" y="18450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7" name="pt57187"/>
            <p:cNvSpPr/>
            <p:nvPr/>
          </p:nvSpPr>
          <p:spPr>
            <a:xfrm>
              <a:off x="8619838" y="23971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8" name="pt57188"/>
            <p:cNvSpPr/>
            <p:nvPr/>
          </p:nvSpPr>
          <p:spPr>
            <a:xfrm>
              <a:off x="9275425" y="18606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9" name="pt57189"/>
            <p:cNvSpPr/>
            <p:nvPr/>
          </p:nvSpPr>
          <p:spPr>
            <a:xfrm>
              <a:off x="8793552" y="2194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0" name="pt57190"/>
            <p:cNvSpPr/>
            <p:nvPr/>
          </p:nvSpPr>
          <p:spPr>
            <a:xfrm>
              <a:off x="9408344" y="20018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1" name="pt57191"/>
            <p:cNvSpPr/>
            <p:nvPr/>
          </p:nvSpPr>
          <p:spPr>
            <a:xfrm>
              <a:off x="8788268" y="21964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2" name="pt57192"/>
            <p:cNvSpPr/>
            <p:nvPr/>
          </p:nvSpPr>
          <p:spPr>
            <a:xfrm>
              <a:off x="8588529" y="23206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3" name="pt57193"/>
            <p:cNvSpPr/>
            <p:nvPr/>
          </p:nvSpPr>
          <p:spPr>
            <a:xfrm>
              <a:off x="8947749" y="21251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4" name="pt57194"/>
            <p:cNvSpPr/>
            <p:nvPr/>
          </p:nvSpPr>
          <p:spPr>
            <a:xfrm>
              <a:off x="9197584" y="17299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5" name="pt57195"/>
            <p:cNvSpPr/>
            <p:nvPr/>
          </p:nvSpPr>
          <p:spPr>
            <a:xfrm>
              <a:off x="8723925" y="2196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6" name="pt57196"/>
            <p:cNvSpPr/>
            <p:nvPr/>
          </p:nvSpPr>
          <p:spPr>
            <a:xfrm>
              <a:off x="9495513" y="23160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7" name="pt57197"/>
            <p:cNvSpPr/>
            <p:nvPr/>
          </p:nvSpPr>
          <p:spPr>
            <a:xfrm>
              <a:off x="9207674" y="17922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8" name="pt57198"/>
            <p:cNvSpPr/>
            <p:nvPr/>
          </p:nvSpPr>
          <p:spPr>
            <a:xfrm>
              <a:off x="8381780" y="23142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9" name="pt57199"/>
            <p:cNvSpPr/>
            <p:nvPr/>
          </p:nvSpPr>
          <p:spPr>
            <a:xfrm>
              <a:off x="9319557" y="21803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0" name="pt57200"/>
            <p:cNvSpPr/>
            <p:nvPr/>
          </p:nvSpPr>
          <p:spPr>
            <a:xfrm>
              <a:off x="8570436" y="25106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1" name="pt57201"/>
            <p:cNvSpPr/>
            <p:nvPr/>
          </p:nvSpPr>
          <p:spPr>
            <a:xfrm>
              <a:off x="8854280" y="19551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2" name="pt57202"/>
            <p:cNvSpPr/>
            <p:nvPr/>
          </p:nvSpPr>
          <p:spPr>
            <a:xfrm>
              <a:off x="8842954" y="20775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3" name="pt57203"/>
            <p:cNvSpPr/>
            <p:nvPr/>
          </p:nvSpPr>
          <p:spPr>
            <a:xfrm>
              <a:off x="9146692" y="20875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4" name="pt57204"/>
            <p:cNvSpPr/>
            <p:nvPr/>
          </p:nvSpPr>
          <p:spPr>
            <a:xfrm>
              <a:off x="9079049" y="19285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5" name="pt57205"/>
            <p:cNvSpPr/>
            <p:nvPr/>
          </p:nvSpPr>
          <p:spPr>
            <a:xfrm>
              <a:off x="8679650" y="24357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6" name="pt57206"/>
            <p:cNvSpPr/>
            <p:nvPr/>
          </p:nvSpPr>
          <p:spPr>
            <a:xfrm>
              <a:off x="8500809" y="24789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7" name="pt57207"/>
            <p:cNvSpPr/>
            <p:nvPr/>
          </p:nvSpPr>
          <p:spPr>
            <a:xfrm>
              <a:off x="8679650" y="22607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8" name="pt57208"/>
            <p:cNvSpPr/>
            <p:nvPr/>
          </p:nvSpPr>
          <p:spPr>
            <a:xfrm>
              <a:off x="8917708" y="20957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9" name="pt57209"/>
            <p:cNvSpPr/>
            <p:nvPr/>
          </p:nvSpPr>
          <p:spPr>
            <a:xfrm>
              <a:off x="9485353" y="24180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0" name="pt57210"/>
            <p:cNvSpPr/>
            <p:nvPr/>
          </p:nvSpPr>
          <p:spPr>
            <a:xfrm>
              <a:off x="8752612" y="22058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1" name="pt57211"/>
            <p:cNvSpPr/>
            <p:nvPr/>
          </p:nvSpPr>
          <p:spPr>
            <a:xfrm>
              <a:off x="9004922" y="17081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2" name="pt57212"/>
            <p:cNvSpPr/>
            <p:nvPr/>
          </p:nvSpPr>
          <p:spPr>
            <a:xfrm>
              <a:off x="8381780" y="25206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3" name="pt57213"/>
            <p:cNvSpPr/>
            <p:nvPr/>
          </p:nvSpPr>
          <p:spPr>
            <a:xfrm>
              <a:off x="9098616" y="20598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4" name="pt57214"/>
            <p:cNvSpPr/>
            <p:nvPr/>
          </p:nvSpPr>
          <p:spPr>
            <a:xfrm>
              <a:off x="8604896" y="22274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5" name="pt57215"/>
            <p:cNvSpPr/>
            <p:nvPr/>
          </p:nvSpPr>
          <p:spPr>
            <a:xfrm>
              <a:off x="9187914" y="21688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6" name="pt57216"/>
            <p:cNvSpPr/>
            <p:nvPr/>
          </p:nvSpPr>
          <p:spPr>
            <a:xfrm>
              <a:off x="9321732" y="2076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7" name="pt57217"/>
            <p:cNvSpPr/>
            <p:nvPr/>
          </p:nvSpPr>
          <p:spPr>
            <a:xfrm>
              <a:off x="9207674" y="18095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8" name="pt57218"/>
            <p:cNvSpPr/>
            <p:nvPr/>
          </p:nvSpPr>
          <p:spPr>
            <a:xfrm>
              <a:off x="8874912" y="21540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9" name="pt57219"/>
            <p:cNvSpPr/>
            <p:nvPr/>
          </p:nvSpPr>
          <p:spPr>
            <a:xfrm>
              <a:off x="9034193" y="19866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0" name="pt57220"/>
            <p:cNvSpPr/>
            <p:nvPr/>
          </p:nvSpPr>
          <p:spPr>
            <a:xfrm>
              <a:off x="9120109" y="20954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1" name="pt57221"/>
            <p:cNvSpPr/>
            <p:nvPr/>
          </p:nvSpPr>
          <p:spPr>
            <a:xfrm>
              <a:off x="9436013" y="21248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2" name="pt57222"/>
            <p:cNvSpPr/>
            <p:nvPr/>
          </p:nvSpPr>
          <p:spPr>
            <a:xfrm>
              <a:off x="8658156" y="24503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3" name="pt57223"/>
            <p:cNvSpPr/>
            <p:nvPr/>
          </p:nvSpPr>
          <p:spPr>
            <a:xfrm>
              <a:off x="9326470" y="22297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4" name="pt57224"/>
            <p:cNvSpPr/>
            <p:nvPr/>
          </p:nvSpPr>
          <p:spPr>
            <a:xfrm>
              <a:off x="8817779" y="19556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5" name="pt57225"/>
            <p:cNvSpPr/>
            <p:nvPr/>
          </p:nvSpPr>
          <p:spPr>
            <a:xfrm>
              <a:off x="8570436" y="25740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6" name="pt57226"/>
            <p:cNvSpPr/>
            <p:nvPr/>
          </p:nvSpPr>
          <p:spPr>
            <a:xfrm>
              <a:off x="8431181" y="21106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7" name="pt57227"/>
            <p:cNvSpPr/>
            <p:nvPr/>
          </p:nvSpPr>
          <p:spPr>
            <a:xfrm>
              <a:off x="9060297" y="20714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8" name="pt57228"/>
            <p:cNvSpPr/>
            <p:nvPr/>
          </p:nvSpPr>
          <p:spPr>
            <a:xfrm>
              <a:off x="8793552" y="2247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9" name="pt57229"/>
            <p:cNvSpPr/>
            <p:nvPr/>
          </p:nvSpPr>
          <p:spPr>
            <a:xfrm>
              <a:off x="8723925" y="21109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0" name="pt57230"/>
            <p:cNvSpPr/>
            <p:nvPr/>
          </p:nvSpPr>
          <p:spPr>
            <a:xfrm>
              <a:off x="8381780" y="21495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1" name="pt57231"/>
            <p:cNvSpPr/>
            <p:nvPr/>
          </p:nvSpPr>
          <p:spPr>
            <a:xfrm>
              <a:off x="9301626" y="21976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2" name="pt57232"/>
            <p:cNvSpPr/>
            <p:nvPr/>
          </p:nvSpPr>
          <p:spPr>
            <a:xfrm>
              <a:off x="9054703" y="21366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3" name="pt57233"/>
            <p:cNvSpPr/>
            <p:nvPr/>
          </p:nvSpPr>
          <p:spPr>
            <a:xfrm>
              <a:off x="8854280" y="20547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4" name="pt57234"/>
            <p:cNvSpPr/>
            <p:nvPr/>
          </p:nvSpPr>
          <p:spPr>
            <a:xfrm>
              <a:off x="8646309" y="25577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5" name="pt57235"/>
            <p:cNvSpPr/>
            <p:nvPr/>
          </p:nvSpPr>
          <p:spPr>
            <a:xfrm>
              <a:off x="9715521" y="22488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6" name="pt57236"/>
            <p:cNvSpPr/>
            <p:nvPr/>
          </p:nvSpPr>
          <p:spPr>
            <a:xfrm>
              <a:off x="9052414" y="20422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7" name="pt57237"/>
            <p:cNvSpPr/>
            <p:nvPr/>
          </p:nvSpPr>
          <p:spPr>
            <a:xfrm>
              <a:off x="9111342" y="2119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8" name="pt57238"/>
            <p:cNvSpPr/>
            <p:nvPr/>
          </p:nvSpPr>
          <p:spPr>
            <a:xfrm>
              <a:off x="8469500" y="23527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9" name="pt57239"/>
            <p:cNvSpPr/>
            <p:nvPr/>
          </p:nvSpPr>
          <p:spPr>
            <a:xfrm>
              <a:off x="8381780" y="24115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0" name="pt57240"/>
            <p:cNvSpPr/>
            <p:nvPr/>
          </p:nvSpPr>
          <p:spPr>
            <a:xfrm>
              <a:off x="9423467" y="20748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1" name="pt57241"/>
            <p:cNvSpPr/>
            <p:nvPr/>
          </p:nvSpPr>
          <p:spPr>
            <a:xfrm>
              <a:off x="8939053" y="19951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2" name="pt57242"/>
            <p:cNvSpPr/>
            <p:nvPr/>
          </p:nvSpPr>
          <p:spPr>
            <a:xfrm>
              <a:off x="9010896" y="15656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3" name="pt57243"/>
            <p:cNvSpPr/>
            <p:nvPr/>
          </p:nvSpPr>
          <p:spPr>
            <a:xfrm>
              <a:off x="8500809" y="2594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4" name="pt57244"/>
            <p:cNvSpPr/>
            <p:nvPr/>
          </p:nvSpPr>
          <p:spPr>
            <a:xfrm>
              <a:off x="9522221" y="19599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5" name="pt57245"/>
            <p:cNvSpPr/>
            <p:nvPr/>
          </p:nvSpPr>
          <p:spPr>
            <a:xfrm>
              <a:off x="8619838" y="21431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6" name="pt57246"/>
            <p:cNvSpPr/>
            <p:nvPr/>
          </p:nvSpPr>
          <p:spPr>
            <a:xfrm>
              <a:off x="8312152" y="22056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7" name="pt57247"/>
            <p:cNvSpPr/>
            <p:nvPr/>
          </p:nvSpPr>
          <p:spPr>
            <a:xfrm>
              <a:off x="8963923" y="22638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8" name="pt57248"/>
            <p:cNvSpPr/>
            <p:nvPr/>
          </p:nvSpPr>
          <p:spPr>
            <a:xfrm>
              <a:off x="9664325" y="15700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9" name="pt57249"/>
            <p:cNvSpPr/>
            <p:nvPr/>
          </p:nvSpPr>
          <p:spPr>
            <a:xfrm>
              <a:off x="8658156" y="2430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0" name="pt57250"/>
            <p:cNvSpPr/>
            <p:nvPr/>
          </p:nvSpPr>
          <p:spPr>
            <a:xfrm>
              <a:off x="8731558" y="22856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1" name="pt57251"/>
            <p:cNvSpPr/>
            <p:nvPr/>
          </p:nvSpPr>
          <p:spPr>
            <a:xfrm>
              <a:off x="9046552" y="18228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2" name="pt57252"/>
            <p:cNvSpPr/>
            <p:nvPr/>
          </p:nvSpPr>
          <p:spPr>
            <a:xfrm>
              <a:off x="8550210" y="25902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3" name="pt57253"/>
            <p:cNvSpPr/>
            <p:nvPr/>
          </p:nvSpPr>
          <p:spPr>
            <a:xfrm>
              <a:off x="9405714" y="20162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4" name="pt57254"/>
            <p:cNvSpPr/>
            <p:nvPr/>
          </p:nvSpPr>
          <p:spPr>
            <a:xfrm>
              <a:off x="8878122" y="21617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5" name="pt57255"/>
            <p:cNvSpPr/>
            <p:nvPr/>
          </p:nvSpPr>
          <p:spPr>
            <a:xfrm>
              <a:off x="8312152" y="25039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6" name="pt57256"/>
            <p:cNvSpPr/>
            <p:nvPr/>
          </p:nvSpPr>
          <p:spPr>
            <a:xfrm>
              <a:off x="8658156" y="24552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7" name="pt57257"/>
            <p:cNvSpPr/>
            <p:nvPr/>
          </p:nvSpPr>
          <p:spPr>
            <a:xfrm>
              <a:off x="9027663" y="18793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8" name="pt57258"/>
            <p:cNvSpPr/>
            <p:nvPr/>
          </p:nvSpPr>
          <p:spPr>
            <a:xfrm>
              <a:off x="8808494" y="20816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9" name="pt57259"/>
            <p:cNvSpPr/>
            <p:nvPr/>
          </p:nvSpPr>
          <p:spPr>
            <a:xfrm>
              <a:off x="8830827" y="20958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0" name="pt57260"/>
            <p:cNvSpPr/>
            <p:nvPr/>
          </p:nvSpPr>
          <p:spPr>
            <a:xfrm>
              <a:off x="9206269" y="16502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1" name="pt57261"/>
            <p:cNvSpPr/>
            <p:nvPr/>
          </p:nvSpPr>
          <p:spPr>
            <a:xfrm>
              <a:off x="9413347" y="20495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2" name="pt57262"/>
            <p:cNvSpPr/>
            <p:nvPr/>
          </p:nvSpPr>
          <p:spPr>
            <a:xfrm>
              <a:off x="8850587" y="20022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3" name="pt57263"/>
            <p:cNvSpPr/>
            <p:nvPr/>
          </p:nvSpPr>
          <p:spPr>
            <a:xfrm>
              <a:off x="8912581" y="20475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4" name="pt57264"/>
            <p:cNvSpPr/>
            <p:nvPr/>
          </p:nvSpPr>
          <p:spPr>
            <a:xfrm>
              <a:off x="8500809" y="25453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5" name="pt57265"/>
            <p:cNvSpPr/>
            <p:nvPr/>
          </p:nvSpPr>
          <p:spPr>
            <a:xfrm>
              <a:off x="8965842" y="22409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6" name="pt57266"/>
            <p:cNvSpPr/>
            <p:nvPr/>
          </p:nvSpPr>
          <p:spPr>
            <a:xfrm>
              <a:off x="8947749" y="20860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7" name="pt57267"/>
            <p:cNvSpPr/>
            <p:nvPr/>
          </p:nvSpPr>
          <p:spPr>
            <a:xfrm>
              <a:off x="9196592" y="21732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8" name="pt57268"/>
            <p:cNvSpPr/>
            <p:nvPr/>
          </p:nvSpPr>
          <p:spPr>
            <a:xfrm>
              <a:off x="8633583" y="20731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9" name="pt57269"/>
            <p:cNvSpPr/>
            <p:nvPr/>
          </p:nvSpPr>
          <p:spPr>
            <a:xfrm>
              <a:off x="8679650" y="22527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0" name="pt57270"/>
            <p:cNvSpPr/>
            <p:nvPr/>
          </p:nvSpPr>
          <p:spPr>
            <a:xfrm>
              <a:off x="8679650" y="23564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1" name="pt57271"/>
            <p:cNvSpPr/>
            <p:nvPr/>
          </p:nvSpPr>
          <p:spPr>
            <a:xfrm>
              <a:off x="8956027" y="21639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2" name="pt57272"/>
            <p:cNvSpPr/>
            <p:nvPr/>
          </p:nvSpPr>
          <p:spPr>
            <a:xfrm>
              <a:off x="9324827" y="22146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3" name="pt57273"/>
            <p:cNvSpPr/>
            <p:nvPr/>
          </p:nvSpPr>
          <p:spPr>
            <a:xfrm>
              <a:off x="9664325" y="20058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4" name="pt57274"/>
            <p:cNvSpPr/>
            <p:nvPr/>
          </p:nvSpPr>
          <p:spPr>
            <a:xfrm>
              <a:off x="8550210" y="25616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5" name="pt57275"/>
            <p:cNvSpPr/>
            <p:nvPr/>
          </p:nvSpPr>
          <p:spPr>
            <a:xfrm>
              <a:off x="8550210" y="2680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6" name="pt57276"/>
            <p:cNvSpPr/>
            <p:nvPr/>
          </p:nvSpPr>
          <p:spPr>
            <a:xfrm>
              <a:off x="9305101" y="21867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7" name="pt57277"/>
            <p:cNvSpPr/>
            <p:nvPr/>
          </p:nvSpPr>
          <p:spPr>
            <a:xfrm>
              <a:off x="9606545" y="22905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8" name="pt57278"/>
            <p:cNvSpPr/>
            <p:nvPr/>
          </p:nvSpPr>
          <p:spPr>
            <a:xfrm>
              <a:off x="9037995" y="17383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9" name="pt57279"/>
            <p:cNvSpPr/>
            <p:nvPr/>
          </p:nvSpPr>
          <p:spPr>
            <a:xfrm>
              <a:off x="8312152" y="25629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0" name="pt57280"/>
            <p:cNvSpPr/>
            <p:nvPr/>
          </p:nvSpPr>
          <p:spPr>
            <a:xfrm>
              <a:off x="9193072" y="22263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1" name="pt57281"/>
            <p:cNvSpPr/>
            <p:nvPr/>
          </p:nvSpPr>
          <p:spPr>
            <a:xfrm>
              <a:off x="8312152" y="24811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2" name="pt57282"/>
            <p:cNvSpPr/>
            <p:nvPr/>
          </p:nvSpPr>
          <p:spPr>
            <a:xfrm>
              <a:off x="8312152" y="25881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3" name="pt57283"/>
            <p:cNvSpPr/>
            <p:nvPr/>
          </p:nvSpPr>
          <p:spPr>
            <a:xfrm>
              <a:off x="8500809" y="26372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4" name="pt57284"/>
            <p:cNvSpPr/>
            <p:nvPr/>
          </p:nvSpPr>
          <p:spPr>
            <a:xfrm>
              <a:off x="8846813" y="21863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5" name="pt57285"/>
            <p:cNvSpPr/>
            <p:nvPr/>
          </p:nvSpPr>
          <p:spPr>
            <a:xfrm>
              <a:off x="8798679" y="20949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6" name="pt57286"/>
            <p:cNvSpPr/>
            <p:nvPr/>
          </p:nvSpPr>
          <p:spPr>
            <a:xfrm>
              <a:off x="8857896" y="19860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7" name="pt57287"/>
            <p:cNvSpPr/>
            <p:nvPr/>
          </p:nvSpPr>
          <p:spPr>
            <a:xfrm>
              <a:off x="8777185" y="24071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8" name="pt57288"/>
            <p:cNvSpPr/>
            <p:nvPr/>
          </p:nvSpPr>
          <p:spPr>
            <a:xfrm>
              <a:off x="8907297" y="20521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9" name="pt57289"/>
            <p:cNvSpPr/>
            <p:nvPr/>
          </p:nvSpPr>
          <p:spPr>
            <a:xfrm>
              <a:off x="9181514" y="22839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0" name="pt57290"/>
            <p:cNvSpPr/>
            <p:nvPr/>
          </p:nvSpPr>
          <p:spPr>
            <a:xfrm>
              <a:off x="9218524" y="2014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1" name="pt57291"/>
            <p:cNvSpPr/>
            <p:nvPr/>
          </p:nvSpPr>
          <p:spPr>
            <a:xfrm>
              <a:off x="8312152" y="24584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2" name="pt57292"/>
            <p:cNvSpPr/>
            <p:nvPr/>
          </p:nvSpPr>
          <p:spPr>
            <a:xfrm>
              <a:off x="8830827" y="17711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3" name="pt57293"/>
            <p:cNvSpPr/>
            <p:nvPr/>
          </p:nvSpPr>
          <p:spPr>
            <a:xfrm>
              <a:off x="8312152" y="22392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4" name="pt57294"/>
            <p:cNvSpPr/>
            <p:nvPr/>
          </p:nvSpPr>
          <p:spPr>
            <a:xfrm>
              <a:off x="8633583" y="2226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5" name="pt57295"/>
            <p:cNvSpPr/>
            <p:nvPr/>
          </p:nvSpPr>
          <p:spPr>
            <a:xfrm>
              <a:off x="9108871" y="21199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6" name="pt57296"/>
            <p:cNvSpPr/>
            <p:nvPr/>
          </p:nvSpPr>
          <p:spPr>
            <a:xfrm>
              <a:off x="8941268" y="18318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7" name="pt57297"/>
            <p:cNvSpPr/>
            <p:nvPr/>
          </p:nvSpPr>
          <p:spPr>
            <a:xfrm>
              <a:off x="8707558" y="23626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8" name="pt57298"/>
            <p:cNvSpPr/>
            <p:nvPr/>
          </p:nvSpPr>
          <p:spPr>
            <a:xfrm>
              <a:off x="8381780" y="25065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9" name="pt57299"/>
            <p:cNvSpPr/>
            <p:nvPr/>
          </p:nvSpPr>
          <p:spPr>
            <a:xfrm>
              <a:off x="9268690" y="20711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0" name="pt57300"/>
            <p:cNvSpPr/>
            <p:nvPr/>
          </p:nvSpPr>
          <p:spPr>
            <a:xfrm>
              <a:off x="9222422" y="19369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1" name="pt57301"/>
            <p:cNvSpPr/>
            <p:nvPr/>
          </p:nvSpPr>
          <p:spPr>
            <a:xfrm>
              <a:off x="8570436" y="22451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2" name="pt57302"/>
            <p:cNvSpPr/>
            <p:nvPr/>
          </p:nvSpPr>
          <p:spPr>
            <a:xfrm>
              <a:off x="9118548" y="21233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3" name="pt57303"/>
            <p:cNvSpPr/>
            <p:nvPr/>
          </p:nvSpPr>
          <p:spPr>
            <a:xfrm>
              <a:off x="9216319" y="20420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4" name="pt57304"/>
            <p:cNvSpPr/>
            <p:nvPr/>
          </p:nvSpPr>
          <p:spPr>
            <a:xfrm>
              <a:off x="8500809" y="27952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5" name="pt57305"/>
            <p:cNvSpPr/>
            <p:nvPr/>
          </p:nvSpPr>
          <p:spPr>
            <a:xfrm>
              <a:off x="8500809" y="25365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6" name="pt57306"/>
            <p:cNvSpPr/>
            <p:nvPr/>
          </p:nvSpPr>
          <p:spPr>
            <a:xfrm>
              <a:off x="9413347" y="19763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7" name="pt57307"/>
            <p:cNvSpPr/>
            <p:nvPr/>
          </p:nvSpPr>
          <p:spPr>
            <a:xfrm>
              <a:off x="9034193" y="18147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8" name="pt57308"/>
            <p:cNvSpPr/>
            <p:nvPr/>
          </p:nvSpPr>
          <p:spPr>
            <a:xfrm>
              <a:off x="8920215" y="18796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9" name="pt57309"/>
            <p:cNvSpPr/>
            <p:nvPr/>
          </p:nvSpPr>
          <p:spPr>
            <a:xfrm>
              <a:off x="8752612" y="21629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0" name="pt57310"/>
            <p:cNvSpPr/>
            <p:nvPr/>
          </p:nvSpPr>
          <p:spPr>
            <a:xfrm>
              <a:off x="9226651" y="20881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1" name="pt57311"/>
            <p:cNvSpPr/>
            <p:nvPr/>
          </p:nvSpPr>
          <p:spPr>
            <a:xfrm>
              <a:off x="9197584" y="16255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2" name="pt57312"/>
            <p:cNvSpPr/>
            <p:nvPr/>
          </p:nvSpPr>
          <p:spPr>
            <a:xfrm>
              <a:off x="8864906" y="20253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3" name="pt57313"/>
            <p:cNvSpPr/>
            <p:nvPr/>
          </p:nvSpPr>
          <p:spPr>
            <a:xfrm>
              <a:off x="8312152" y="25625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4" name="pt57314"/>
            <p:cNvSpPr/>
            <p:nvPr/>
          </p:nvSpPr>
          <p:spPr>
            <a:xfrm>
              <a:off x="9259278" y="20506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5" name="pt57315"/>
            <p:cNvSpPr/>
            <p:nvPr/>
          </p:nvSpPr>
          <p:spPr>
            <a:xfrm>
              <a:off x="9664325" y="1334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6" name="pt57316"/>
            <p:cNvSpPr/>
            <p:nvPr/>
          </p:nvSpPr>
          <p:spPr>
            <a:xfrm>
              <a:off x="8738867" y="23181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7" name="pt57317"/>
            <p:cNvSpPr/>
            <p:nvPr/>
          </p:nvSpPr>
          <p:spPr>
            <a:xfrm>
              <a:off x="8707558" y="22753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8" name="pt57318"/>
            <p:cNvSpPr/>
            <p:nvPr/>
          </p:nvSpPr>
          <p:spPr>
            <a:xfrm>
              <a:off x="8907297" y="20731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9" name="pt57319"/>
            <p:cNvSpPr/>
            <p:nvPr/>
          </p:nvSpPr>
          <p:spPr>
            <a:xfrm>
              <a:off x="8834965" y="21657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0" name="pt57320"/>
            <p:cNvSpPr/>
            <p:nvPr/>
          </p:nvSpPr>
          <p:spPr>
            <a:xfrm>
              <a:off x="8469500" y="23152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1" name="pt57321"/>
            <p:cNvSpPr/>
            <p:nvPr/>
          </p:nvSpPr>
          <p:spPr>
            <a:xfrm>
              <a:off x="9151289" y="20109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2" name="pt57322"/>
            <p:cNvSpPr/>
            <p:nvPr/>
          </p:nvSpPr>
          <p:spPr>
            <a:xfrm>
              <a:off x="8500809" y="2422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3" name="pt57323"/>
            <p:cNvSpPr/>
            <p:nvPr/>
          </p:nvSpPr>
          <p:spPr>
            <a:xfrm>
              <a:off x="8752612" y="21894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4" name="pt57324"/>
            <p:cNvSpPr/>
            <p:nvPr/>
          </p:nvSpPr>
          <p:spPr>
            <a:xfrm>
              <a:off x="8469500" y="23374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5" name="pt57325"/>
            <p:cNvSpPr/>
            <p:nvPr/>
          </p:nvSpPr>
          <p:spPr>
            <a:xfrm>
              <a:off x="8765338" y="20452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6" name="pt57326"/>
            <p:cNvSpPr/>
            <p:nvPr/>
          </p:nvSpPr>
          <p:spPr>
            <a:xfrm>
              <a:off x="8868306" y="21877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7" name="pt57327"/>
            <p:cNvSpPr/>
            <p:nvPr/>
          </p:nvSpPr>
          <p:spPr>
            <a:xfrm>
              <a:off x="8961983" y="22103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8" name="pt57328"/>
            <p:cNvSpPr/>
            <p:nvPr/>
          </p:nvSpPr>
          <p:spPr>
            <a:xfrm>
              <a:off x="9116180" y="20361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9" name="pt57329"/>
            <p:cNvSpPr/>
            <p:nvPr/>
          </p:nvSpPr>
          <p:spPr>
            <a:xfrm>
              <a:off x="9400632" y="20557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0" name="pt57330"/>
            <p:cNvSpPr/>
            <p:nvPr/>
          </p:nvSpPr>
          <p:spPr>
            <a:xfrm>
              <a:off x="8431181" y="2427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1" name="pt57331"/>
            <p:cNvSpPr/>
            <p:nvPr/>
          </p:nvSpPr>
          <p:spPr>
            <a:xfrm>
              <a:off x="8907297" y="23133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2" name="pt57332"/>
            <p:cNvSpPr/>
            <p:nvPr/>
          </p:nvSpPr>
          <p:spPr>
            <a:xfrm>
              <a:off x="8669239" y="22753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3" name="pt57333"/>
            <p:cNvSpPr/>
            <p:nvPr/>
          </p:nvSpPr>
          <p:spPr>
            <a:xfrm>
              <a:off x="8857896" y="18982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4" name="pt57334"/>
            <p:cNvSpPr/>
            <p:nvPr/>
          </p:nvSpPr>
          <p:spPr>
            <a:xfrm>
              <a:off x="8469500" y="2360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5" name="pt57335"/>
            <p:cNvSpPr/>
            <p:nvPr/>
          </p:nvSpPr>
          <p:spPr>
            <a:xfrm>
              <a:off x="8469500" y="23536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6" name="pt57336"/>
            <p:cNvSpPr/>
            <p:nvPr/>
          </p:nvSpPr>
          <p:spPr>
            <a:xfrm>
              <a:off x="8646309" y="24351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7" name="pt57337"/>
            <p:cNvSpPr/>
            <p:nvPr/>
          </p:nvSpPr>
          <p:spPr>
            <a:xfrm>
              <a:off x="9108871" y="20818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8" name="pt57338"/>
            <p:cNvSpPr/>
            <p:nvPr/>
          </p:nvSpPr>
          <p:spPr>
            <a:xfrm>
              <a:off x="9187390" y="22905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9" name="pt57339"/>
            <p:cNvSpPr/>
            <p:nvPr/>
          </p:nvSpPr>
          <p:spPr>
            <a:xfrm>
              <a:off x="9642404" y="24249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0" name="pt57340"/>
            <p:cNvSpPr/>
            <p:nvPr/>
          </p:nvSpPr>
          <p:spPr>
            <a:xfrm>
              <a:off x="8771364" y="24339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1" name="pt57341"/>
            <p:cNvSpPr/>
            <p:nvPr/>
          </p:nvSpPr>
          <p:spPr>
            <a:xfrm>
              <a:off x="9184210" y="22253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2" name="pt57342"/>
            <p:cNvSpPr/>
            <p:nvPr/>
          </p:nvSpPr>
          <p:spPr>
            <a:xfrm>
              <a:off x="8312152" y="24349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3" name="pt57343"/>
            <p:cNvSpPr/>
            <p:nvPr/>
          </p:nvSpPr>
          <p:spPr>
            <a:xfrm>
              <a:off x="8500809" y="25393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4" name="pt57344"/>
            <p:cNvSpPr/>
            <p:nvPr/>
          </p:nvSpPr>
          <p:spPr>
            <a:xfrm>
              <a:off x="8604896" y="22878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5" name="pt57345"/>
            <p:cNvSpPr/>
            <p:nvPr/>
          </p:nvSpPr>
          <p:spPr>
            <a:xfrm>
              <a:off x="8658156" y="23499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6" name="pt57346"/>
            <p:cNvSpPr/>
            <p:nvPr/>
          </p:nvSpPr>
          <p:spPr>
            <a:xfrm>
              <a:off x="8431181" y="25918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7" name="pt57347"/>
            <p:cNvSpPr/>
            <p:nvPr/>
          </p:nvSpPr>
          <p:spPr>
            <a:xfrm>
              <a:off x="8752612" y="2259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8" name="pt57348"/>
            <p:cNvSpPr/>
            <p:nvPr/>
          </p:nvSpPr>
          <p:spPr>
            <a:xfrm>
              <a:off x="8550210" y="23365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9" name="pt57349"/>
            <p:cNvSpPr/>
            <p:nvPr/>
          </p:nvSpPr>
          <p:spPr>
            <a:xfrm>
              <a:off x="8679650" y="24589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0" name="pt57350"/>
            <p:cNvSpPr/>
            <p:nvPr/>
          </p:nvSpPr>
          <p:spPr>
            <a:xfrm>
              <a:off x="9146692" y="21488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1" name="pt57351"/>
            <p:cNvSpPr/>
            <p:nvPr/>
          </p:nvSpPr>
          <p:spPr>
            <a:xfrm>
              <a:off x="9102103" y="22820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2" name="pt57352"/>
            <p:cNvSpPr/>
            <p:nvPr/>
          </p:nvSpPr>
          <p:spPr>
            <a:xfrm>
              <a:off x="9052414" y="20923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3" name="pt57353"/>
            <p:cNvSpPr/>
            <p:nvPr/>
          </p:nvSpPr>
          <p:spPr>
            <a:xfrm>
              <a:off x="9123951" y="1970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4" name="pt57354"/>
            <p:cNvSpPr/>
            <p:nvPr/>
          </p:nvSpPr>
          <p:spPr>
            <a:xfrm>
              <a:off x="9414750" y="1994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5" name="pt57355"/>
            <p:cNvSpPr/>
            <p:nvPr/>
          </p:nvSpPr>
          <p:spPr>
            <a:xfrm>
              <a:off x="8846813" y="21214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6" name="pt57356"/>
            <p:cNvSpPr/>
            <p:nvPr/>
          </p:nvSpPr>
          <p:spPr>
            <a:xfrm>
              <a:off x="9123951" y="2042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7" name="pt57357"/>
            <p:cNvSpPr/>
            <p:nvPr/>
          </p:nvSpPr>
          <p:spPr>
            <a:xfrm>
              <a:off x="9076063" y="1930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8" name="pt57358"/>
            <p:cNvSpPr/>
            <p:nvPr/>
          </p:nvSpPr>
          <p:spPr>
            <a:xfrm>
              <a:off x="8961983" y="22662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9" name="pt57359"/>
            <p:cNvSpPr/>
            <p:nvPr/>
          </p:nvSpPr>
          <p:spPr>
            <a:xfrm>
              <a:off x="8500809" y="27188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0" name="pt57360"/>
            <p:cNvSpPr/>
            <p:nvPr/>
          </p:nvSpPr>
          <p:spPr>
            <a:xfrm>
              <a:off x="9027663" y="19479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1" name="pt57361"/>
            <p:cNvSpPr/>
            <p:nvPr/>
          </p:nvSpPr>
          <p:spPr>
            <a:xfrm>
              <a:off x="8469500" y="23525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2" name="pt57362"/>
            <p:cNvSpPr/>
            <p:nvPr/>
          </p:nvSpPr>
          <p:spPr>
            <a:xfrm>
              <a:off x="8971473" y="22612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3" name="pt57363"/>
            <p:cNvSpPr/>
            <p:nvPr/>
          </p:nvSpPr>
          <p:spPr>
            <a:xfrm>
              <a:off x="8381780" y="21490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4" name="pt57364"/>
            <p:cNvSpPr/>
            <p:nvPr/>
          </p:nvSpPr>
          <p:spPr>
            <a:xfrm>
              <a:off x="9434026" y="1818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5" name="pt57365"/>
            <p:cNvSpPr/>
            <p:nvPr/>
          </p:nvSpPr>
          <p:spPr>
            <a:xfrm>
              <a:off x="9196093" y="22015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6" name="pt57366"/>
            <p:cNvSpPr/>
            <p:nvPr/>
          </p:nvSpPr>
          <p:spPr>
            <a:xfrm>
              <a:off x="9326470" y="21824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7" name="pt57367"/>
            <p:cNvSpPr/>
            <p:nvPr/>
          </p:nvSpPr>
          <p:spPr>
            <a:xfrm>
              <a:off x="8987335" y="20710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8" name="pt57368"/>
            <p:cNvSpPr/>
            <p:nvPr/>
          </p:nvSpPr>
          <p:spPr>
            <a:xfrm>
              <a:off x="8731558" y="21878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9" name="pt57369"/>
            <p:cNvSpPr/>
            <p:nvPr/>
          </p:nvSpPr>
          <p:spPr>
            <a:xfrm>
              <a:off x="9123951" y="19896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0" name="pt57370"/>
            <p:cNvSpPr/>
            <p:nvPr/>
          </p:nvSpPr>
          <p:spPr>
            <a:xfrm>
              <a:off x="8633583" y="21568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1" name="pt57371"/>
            <p:cNvSpPr/>
            <p:nvPr/>
          </p:nvSpPr>
          <p:spPr>
            <a:xfrm>
              <a:off x="8550210" y="24742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2" name="pt57372"/>
            <p:cNvSpPr/>
            <p:nvPr/>
          </p:nvSpPr>
          <p:spPr>
            <a:xfrm>
              <a:off x="8500809" y="25846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3" name="pt57373"/>
            <p:cNvSpPr/>
            <p:nvPr/>
          </p:nvSpPr>
          <p:spPr>
            <a:xfrm>
              <a:off x="9090502" y="17944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4" name="pt57374"/>
            <p:cNvSpPr/>
            <p:nvPr/>
          </p:nvSpPr>
          <p:spPr>
            <a:xfrm>
              <a:off x="9360483" y="20713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5" name="pt57375"/>
            <p:cNvSpPr/>
            <p:nvPr/>
          </p:nvSpPr>
          <p:spPr>
            <a:xfrm>
              <a:off x="8929892" y="17670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6" name="pt57376"/>
            <p:cNvSpPr/>
            <p:nvPr/>
          </p:nvSpPr>
          <p:spPr>
            <a:xfrm>
              <a:off x="8765338" y="19778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7" name="pt57377"/>
            <p:cNvSpPr/>
            <p:nvPr/>
          </p:nvSpPr>
          <p:spPr>
            <a:xfrm>
              <a:off x="8798679" y="23466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8" name="pt57378"/>
            <p:cNvSpPr/>
            <p:nvPr/>
          </p:nvSpPr>
          <p:spPr>
            <a:xfrm>
              <a:off x="9123951" y="20816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9" name="pt57379"/>
            <p:cNvSpPr/>
            <p:nvPr/>
          </p:nvSpPr>
          <p:spPr>
            <a:xfrm>
              <a:off x="9056963" y="21002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0" name="pt57380"/>
            <p:cNvSpPr/>
            <p:nvPr/>
          </p:nvSpPr>
          <p:spPr>
            <a:xfrm>
              <a:off x="9294459" y="18713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1" name="pt57381"/>
            <p:cNvSpPr/>
            <p:nvPr/>
          </p:nvSpPr>
          <p:spPr>
            <a:xfrm>
              <a:off x="8834965" y="19413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2" name="pt57382"/>
            <p:cNvSpPr/>
            <p:nvPr/>
          </p:nvSpPr>
          <p:spPr>
            <a:xfrm>
              <a:off x="8907297" y="21103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3" name="pt57383"/>
            <p:cNvSpPr/>
            <p:nvPr/>
          </p:nvSpPr>
          <p:spPr>
            <a:xfrm>
              <a:off x="9480563" y="22210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4" name="pt57384"/>
            <p:cNvSpPr/>
            <p:nvPr/>
          </p:nvSpPr>
          <p:spPr>
            <a:xfrm>
              <a:off x="8550210" y="25584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5" name="pt57385"/>
            <p:cNvSpPr/>
            <p:nvPr/>
          </p:nvSpPr>
          <p:spPr>
            <a:xfrm>
              <a:off x="9111342" y="21231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6" name="pt57386"/>
            <p:cNvSpPr/>
            <p:nvPr/>
          </p:nvSpPr>
          <p:spPr>
            <a:xfrm>
              <a:off x="9184210" y="22277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7" name="pt57387"/>
            <p:cNvSpPr/>
            <p:nvPr/>
          </p:nvSpPr>
          <p:spPr>
            <a:xfrm>
              <a:off x="9436013" y="2120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8" name="pt57388"/>
            <p:cNvSpPr/>
            <p:nvPr/>
          </p:nvSpPr>
          <p:spPr>
            <a:xfrm>
              <a:off x="9139903" y="21651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9" name="pt57389"/>
            <p:cNvSpPr/>
            <p:nvPr/>
          </p:nvSpPr>
          <p:spPr>
            <a:xfrm>
              <a:off x="9032906" y="19579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0" name="pt57390"/>
            <p:cNvSpPr/>
            <p:nvPr/>
          </p:nvSpPr>
          <p:spPr>
            <a:xfrm>
              <a:off x="9060297" y="19684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1" name="pt57391"/>
            <p:cNvSpPr/>
            <p:nvPr/>
          </p:nvSpPr>
          <p:spPr>
            <a:xfrm>
              <a:off x="9227900" y="20852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2" name="pt57392"/>
            <p:cNvSpPr/>
            <p:nvPr/>
          </p:nvSpPr>
          <p:spPr>
            <a:xfrm>
              <a:off x="8312152" y="25080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3" name="pt57393"/>
            <p:cNvSpPr/>
            <p:nvPr/>
          </p:nvSpPr>
          <p:spPr>
            <a:xfrm>
              <a:off x="9010896" y="17191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4" name="pt57394"/>
            <p:cNvSpPr/>
            <p:nvPr/>
          </p:nvSpPr>
          <p:spPr>
            <a:xfrm>
              <a:off x="8817779" y="2234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5" name="pt57395"/>
            <p:cNvSpPr/>
            <p:nvPr/>
          </p:nvSpPr>
          <p:spPr>
            <a:xfrm>
              <a:off x="8842954" y="22147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6" name="pt57396"/>
            <p:cNvSpPr/>
            <p:nvPr/>
          </p:nvSpPr>
          <p:spPr>
            <a:xfrm>
              <a:off x="9756959" y="2657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7" name="pt57397"/>
            <p:cNvSpPr/>
            <p:nvPr/>
          </p:nvSpPr>
          <p:spPr>
            <a:xfrm>
              <a:off x="8777185" y="2434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8" name="pt57398"/>
            <p:cNvSpPr/>
            <p:nvPr/>
          </p:nvSpPr>
          <p:spPr>
            <a:xfrm>
              <a:off x="8570436" y="25672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9" name="pt57399"/>
            <p:cNvSpPr/>
            <p:nvPr/>
          </p:nvSpPr>
          <p:spPr>
            <a:xfrm>
              <a:off x="8822239" y="21111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0" name="pt57400"/>
            <p:cNvSpPr/>
            <p:nvPr/>
          </p:nvSpPr>
          <p:spPr>
            <a:xfrm>
              <a:off x="9461227" y="24069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1" name="pt57401"/>
            <p:cNvSpPr/>
            <p:nvPr/>
          </p:nvSpPr>
          <p:spPr>
            <a:xfrm>
              <a:off x="9052414" y="22558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2" name="pt57402"/>
            <p:cNvSpPr/>
            <p:nvPr/>
          </p:nvSpPr>
          <p:spPr>
            <a:xfrm>
              <a:off x="8312152" y="21632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3" name="pt57403"/>
            <p:cNvSpPr/>
            <p:nvPr/>
          </p:nvSpPr>
          <p:spPr>
            <a:xfrm>
              <a:off x="8689465" y="24162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4" name="pt57404"/>
            <p:cNvSpPr/>
            <p:nvPr/>
          </p:nvSpPr>
          <p:spPr>
            <a:xfrm>
              <a:off x="9030305" y="18128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5" name="pt57405"/>
            <p:cNvSpPr/>
            <p:nvPr/>
          </p:nvSpPr>
          <p:spPr>
            <a:xfrm>
              <a:off x="9044150" y="17838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6" name="pt57406"/>
            <p:cNvSpPr/>
            <p:nvPr/>
          </p:nvSpPr>
          <p:spPr>
            <a:xfrm>
              <a:off x="9020874" y="15064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7" name="pt57407"/>
            <p:cNvSpPr/>
            <p:nvPr/>
          </p:nvSpPr>
          <p:spPr>
            <a:xfrm>
              <a:off x="8381780" y="25179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8" name="pt57408"/>
            <p:cNvSpPr/>
            <p:nvPr/>
          </p:nvSpPr>
          <p:spPr>
            <a:xfrm>
              <a:off x="9408344" y="20168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9" name="pt57409"/>
            <p:cNvSpPr/>
            <p:nvPr/>
          </p:nvSpPr>
          <p:spPr>
            <a:xfrm>
              <a:off x="8707558" y="23784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0" name="pt57410"/>
            <p:cNvSpPr/>
            <p:nvPr/>
          </p:nvSpPr>
          <p:spPr>
            <a:xfrm>
              <a:off x="8949856" y="20972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1" name="pt57411"/>
            <p:cNvSpPr/>
            <p:nvPr/>
          </p:nvSpPr>
          <p:spPr>
            <a:xfrm>
              <a:off x="8312152" y="25946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2" name="pt57412"/>
            <p:cNvSpPr/>
            <p:nvPr/>
          </p:nvSpPr>
          <p:spPr>
            <a:xfrm>
              <a:off x="8813199" y="20777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3" name="pt57413"/>
            <p:cNvSpPr/>
            <p:nvPr/>
          </p:nvSpPr>
          <p:spPr>
            <a:xfrm>
              <a:off x="9537100" y="21134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4" name="pt57414"/>
            <p:cNvSpPr/>
            <p:nvPr/>
          </p:nvSpPr>
          <p:spPr>
            <a:xfrm>
              <a:off x="9874745" y="25904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5" name="pt57415"/>
            <p:cNvSpPr/>
            <p:nvPr/>
          </p:nvSpPr>
          <p:spPr>
            <a:xfrm>
              <a:off x="8834965" y="21517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6" name="pt57416"/>
            <p:cNvSpPr/>
            <p:nvPr/>
          </p:nvSpPr>
          <p:spPr>
            <a:xfrm>
              <a:off x="9123951" y="20456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7" name="pt57417"/>
            <p:cNvSpPr/>
            <p:nvPr/>
          </p:nvSpPr>
          <p:spPr>
            <a:xfrm>
              <a:off x="8980466" y="20275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8" name="pt57418"/>
            <p:cNvSpPr/>
            <p:nvPr/>
          </p:nvSpPr>
          <p:spPr>
            <a:xfrm>
              <a:off x="9037995" y="17760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9" name="pt57419"/>
            <p:cNvSpPr/>
            <p:nvPr/>
          </p:nvSpPr>
          <p:spPr>
            <a:xfrm>
              <a:off x="9274162" y="20327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0" name="pt57420"/>
            <p:cNvSpPr/>
            <p:nvPr/>
          </p:nvSpPr>
          <p:spPr>
            <a:xfrm>
              <a:off x="8469500" y="21933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1" name="pt57421"/>
            <p:cNvSpPr/>
            <p:nvPr/>
          </p:nvSpPr>
          <p:spPr>
            <a:xfrm>
              <a:off x="8976925" y="22732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2" name="pt57422"/>
            <p:cNvSpPr/>
            <p:nvPr/>
          </p:nvSpPr>
          <p:spPr>
            <a:xfrm>
              <a:off x="9633844" y="20651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3" name="pt57423"/>
            <p:cNvSpPr/>
            <p:nvPr/>
          </p:nvSpPr>
          <p:spPr>
            <a:xfrm>
              <a:off x="9283113" y="20427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4" name="pt57424"/>
            <p:cNvSpPr/>
            <p:nvPr/>
          </p:nvSpPr>
          <p:spPr>
            <a:xfrm>
              <a:off x="9414750" y="20534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5" name="pt57425"/>
            <p:cNvSpPr/>
            <p:nvPr/>
          </p:nvSpPr>
          <p:spPr>
            <a:xfrm>
              <a:off x="8431181" y="24965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6" name="pt57426"/>
            <p:cNvSpPr/>
            <p:nvPr/>
          </p:nvSpPr>
          <p:spPr>
            <a:xfrm>
              <a:off x="9036737" y="19150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7" name="pt57427"/>
            <p:cNvSpPr/>
            <p:nvPr/>
          </p:nvSpPr>
          <p:spPr>
            <a:xfrm>
              <a:off x="9453041" y="22269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8" name="pt57428"/>
            <p:cNvSpPr/>
            <p:nvPr/>
          </p:nvSpPr>
          <p:spPr>
            <a:xfrm>
              <a:off x="8947749" y="21126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9" name="pt57429"/>
            <p:cNvSpPr/>
            <p:nvPr/>
          </p:nvSpPr>
          <p:spPr>
            <a:xfrm>
              <a:off x="9179876" y="19442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0" name="pt57430"/>
            <p:cNvSpPr/>
            <p:nvPr/>
          </p:nvSpPr>
          <p:spPr>
            <a:xfrm>
              <a:off x="9158273" y="20151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1" name="pt57431"/>
            <p:cNvSpPr/>
            <p:nvPr/>
          </p:nvSpPr>
          <p:spPr>
            <a:xfrm>
              <a:off x="8932228" y="1903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2" name="pt57432"/>
            <p:cNvSpPr/>
            <p:nvPr/>
          </p:nvSpPr>
          <p:spPr>
            <a:xfrm>
              <a:off x="8588529" y="20828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3" name="pt57433"/>
            <p:cNvSpPr/>
            <p:nvPr/>
          </p:nvSpPr>
          <p:spPr>
            <a:xfrm>
              <a:off x="8826587" y="23190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4" name="pt57434"/>
            <p:cNvSpPr/>
            <p:nvPr/>
          </p:nvSpPr>
          <p:spPr>
            <a:xfrm>
              <a:off x="9196093" y="23863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5" name="pt57435"/>
            <p:cNvSpPr/>
            <p:nvPr/>
          </p:nvSpPr>
          <p:spPr>
            <a:xfrm>
              <a:off x="8619838" y="23766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6" name="pt57436"/>
            <p:cNvSpPr/>
            <p:nvPr/>
          </p:nvSpPr>
          <p:spPr>
            <a:xfrm>
              <a:off x="9382741" y="21524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7" name="pt57437"/>
            <p:cNvSpPr/>
            <p:nvPr/>
          </p:nvSpPr>
          <p:spPr>
            <a:xfrm>
              <a:off x="9031610" y="20126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8" name="pt57438"/>
            <p:cNvSpPr/>
            <p:nvPr/>
          </p:nvSpPr>
          <p:spPr>
            <a:xfrm>
              <a:off x="8588529" y="21678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9" name="pt57439"/>
            <p:cNvSpPr/>
            <p:nvPr/>
          </p:nvSpPr>
          <p:spPr>
            <a:xfrm>
              <a:off x="8899053" y="20092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0" name="pt57440"/>
            <p:cNvSpPr/>
            <p:nvPr/>
          </p:nvSpPr>
          <p:spPr>
            <a:xfrm>
              <a:off x="8679650" y="24770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1" name="pt57441"/>
            <p:cNvSpPr/>
            <p:nvPr/>
          </p:nvSpPr>
          <p:spPr>
            <a:xfrm>
              <a:off x="8381780" y="22472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2" name="pt57442"/>
            <p:cNvSpPr/>
            <p:nvPr/>
          </p:nvSpPr>
          <p:spPr>
            <a:xfrm>
              <a:off x="8431181" y="22952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3" name="pt57443"/>
            <p:cNvSpPr/>
            <p:nvPr/>
          </p:nvSpPr>
          <p:spPr>
            <a:xfrm>
              <a:off x="8890393" y="20733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4" name="pt57444"/>
            <p:cNvSpPr/>
            <p:nvPr/>
          </p:nvSpPr>
          <p:spPr>
            <a:xfrm>
              <a:off x="8312152" y="25134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5" name="pt57445"/>
            <p:cNvSpPr/>
            <p:nvPr/>
          </p:nvSpPr>
          <p:spPr>
            <a:xfrm>
              <a:off x="8633583" y="20452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6" name="pt57446"/>
            <p:cNvSpPr/>
            <p:nvPr/>
          </p:nvSpPr>
          <p:spPr>
            <a:xfrm>
              <a:off x="9522221" y="16786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7" name="pt57447"/>
            <p:cNvSpPr/>
            <p:nvPr/>
          </p:nvSpPr>
          <p:spPr>
            <a:xfrm>
              <a:off x="8738867" y="20334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8" name="pt57448"/>
            <p:cNvSpPr/>
            <p:nvPr/>
          </p:nvSpPr>
          <p:spPr>
            <a:xfrm>
              <a:off x="9286979" y="20493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9" name="pt57449"/>
            <p:cNvSpPr/>
            <p:nvPr/>
          </p:nvSpPr>
          <p:spPr>
            <a:xfrm>
              <a:off x="9308507" y="22493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0" name="pt57450"/>
            <p:cNvSpPr/>
            <p:nvPr/>
          </p:nvSpPr>
          <p:spPr>
            <a:xfrm>
              <a:off x="8312152" y="23599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1" name="pt57451"/>
            <p:cNvSpPr/>
            <p:nvPr/>
          </p:nvSpPr>
          <p:spPr>
            <a:xfrm>
              <a:off x="9139903" y="20315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2" name="pt57452"/>
            <p:cNvSpPr/>
            <p:nvPr/>
          </p:nvSpPr>
          <p:spPr>
            <a:xfrm>
              <a:off x="9581160" y="22550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3" name="pt57453"/>
            <p:cNvSpPr/>
            <p:nvPr/>
          </p:nvSpPr>
          <p:spPr>
            <a:xfrm>
              <a:off x="8633583" y="19084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4" name="pt57454"/>
            <p:cNvSpPr/>
            <p:nvPr/>
          </p:nvSpPr>
          <p:spPr>
            <a:xfrm>
              <a:off x="9187390" y="23011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5" name="pt57455"/>
            <p:cNvSpPr/>
            <p:nvPr/>
          </p:nvSpPr>
          <p:spPr>
            <a:xfrm>
              <a:off x="9178775" y="19823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6" name="pt57456"/>
            <p:cNvSpPr/>
            <p:nvPr/>
          </p:nvSpPr>
          <p:spPr>
            <a:xfrm>
              <a:off x="8527280" y="27646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7" name="pt57457"/>
            <p:cNvSpPr/>
            <p:nvPr/>
          </p:nvSpPr>
          <p:spPr>
            <a:xfrm>
              <a:off x="8846813" y="21097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8" name="pt57458"/>
            <p:cNvSpPr/>
            <p:nvPr/>
          </p:nvSpPr>
          <p:spPr>
            <a:xfrm>
              <a:off x="8857896" y="19924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9" name="pt57459"/>
            <p:cNvSpPr/>
            <p:nvPr/>
          </p:nvSpPr>
          <p:spPr>
            <a:xfrm>
              <a:off x="8669239" y="22806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0" name="pt57460"/>
            <p:cNvSpPr/>
            <p:nvPr/>
          </p:nvSpPr>
          <p:spPr>
            <a:xfrm>
              <a:off x="9018082" y="14887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1" name="pt57461"/>
            <p:cNvSpPr/>
            <p:nvPr/>
          </p:nvSpPr>
          <p:spPr>
            <a:xfrm>
              <a:off x="8633583" y="20715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2" name="pt57462"/>
            <p:cNvSpPr/>
            <p:nvPr/>
          </p:nvSpPr>
          <p:spPr>
            <a:xfrm>
              <a:off x="8619838" y="22159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3" name="pt57463"/>
            <p:cNvSpPr/>
            <p:nvPr/>
          </p:nvSpPr>
          <p:spPr>
            <a:xfrm>
              <a:off x="8887406" y="1988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4" name="pt57464"/>
            <p:cNvSpPr/>
            <p:nvPr/>
          </p:nvSpPr>
          <p:spPr>
            <a:xfrm>
              <a:off x="9538601" y="21027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5" name="pt57465"/>
            <p:cNvSpPr/>
            <p:nvPr/>
          </p:nvSpPr>
          <p:spPr>
            <a:xfrm>
              <a:off x="8550210" y="23682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6" name="pt57466"/>
            <p:cNvSpPr/>
            <p:nvPr/>
          </p:nvSpPr>
          <p:spPr>
            <a:xfrm>
              <a:off x="8431181" y="24340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7" name="pt57467"/>
            <p:cNvSpPr/>
            <p:nvPr/>
          </p:nvSpPr>
          <p:spPr>
            <a:xfrm>
              <a:off x="8527280" y="26587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8" name="pt57468"/>
            <p:cNvSpPr/>
            <p:nvPr/>
          </p:nvSpPr>
          <p:spPr>
            <a:xfrm>
              <a:off x="8738867" y="21028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9" name="pt57469"/>
            <p:cNvSpPr/>
            <p:nvPr/>
          </p:nvSpPr>
          <p:spPr>
            <a:xfrm>
              <a:off x="8850587" y="22187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0" name="pt57470"/>
            <p:cNvSpPr/>
            <p:nvPr/>
          </p:nvSpPr>
          <p:spPr>
            <a:xfrm>
              <a:off x="8989011" y="19478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1" name="pt57471"/>
            <p:cNvSpPr/>
            <p:nvPr/>
          </p:nvSpPr>
          <p:spPr>
            <a:xfrm>
              <a:off x="8961983" y="2255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2" name="pt57472"/>
            <p:cNvSpPr/>
            <p:nvPr/>
          </p:nvSpPr>
          <p:spPr>
            <a:xfrm>
              <a:off x="8619838" y="23056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3" name="pt57473"/>
            <p:cNvSpPr/>
            <p:nvPr/>
          </p:nvSpPr>
          <p:spPr>
            <a:xfrm>
              <a:off x="9286390" y="22100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4" name="pt57474"/>
            <p:cNvSpPr/>
            <p:nvPr/>
          </p:nvSpPr>
          <p:spPr>
            <a:xfrm>
              <a:off x="8969616" y="22448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5" name="pt57475"/>
            <p:cNvSpPr/>
            <p:nvPr/>
          </p:nvSpPr>
          <p:spPr>
            <a:xfrm>
              <a:off x="9356998" y="21081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6" name="pt57476"/>
            <p:cNvSpPr/>
            <p:nvPr/>
          </p:nvSpPr>
          <p:spPr>
            <a:xfrm>
              <a:off x="9068885" y="18694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7" name="pt57477"/>
            <p:cNvSpPr/>
            <p:nvPr/>
          </p:nvSpPr>
          <p:spPr>
            <a:xfrm>
              <a:off x="9636399" y="2006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8" name="pt57478"/>
            <p:cNvSpPr/>
            <p:nvPr/>
          </p:nvSpPr>
          <p:spPr>
            <a:xfrm>
              <a:off x="9031610" y="18583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9" name="pt57479"/>
            <p:cNvSpPr/>
            <p:nvPr/>
          </p:nvSpPr>
          <p:spPr>
            <a:xfrm>
              <a:off x="8604896" y="24763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0" name="pt57480"/>
            <p:cNvSpPr/>
            <p:nvPr/>
          </p:nvSpPr>
          <p:spPr>
            <a:xfrm>
              <a:off x="8980466" y="2046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1" name="pt57481"/>
            <p:cNvSpPr/>
            <p:nvPr/>
          </p:nvSpPr>
          <p:spPr>
            <a:xfrm>
              <a:off x="9178222" y="20052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2" name="pt57482"/>
            <p:cNvSpPr/>
            <p:nvPr/>
          </p:nvSpPr>
          <p:spPr>
            <a:xfrm>
              <a:off x="8679650" y="24433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3" name="pt57483"/>
            <p:cNvSpPr/>
            <p:nvPr/>
          </p:nvSpPr>
          <p:spPr>
            <a:xfrm>
              <a:off x="8588529" y="21898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4" name="pt57484"/>
            <p:cNvSpPr/>
            <p:nvPr/>
          </p:nvSpPr>
          <p:spPr>
            <a:xfrm>
              <a:off x="9259623" y="19285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5" name="pt57485"/>
            <p:cNvSpPr/>
            <p:nvPr/>
          </p:nvSpPr>
          <p:spPr>
            <a:xfrm>
              <a:off x="8658156" y="23794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6" name="pt57486"/>
            <p:cNvSpPr/>
            <p:nvPr/>
          </p:nvSpPr>
          <p:spPr>
            <a:xfrm>
              <a:off x="8978704" y="20007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7" name="pt57487"/>
            <p:cNvSpPr/>
            <p:nvPr/>
          </p:nvSpPr>
          <p:spPr>
            <a:xfrm>
              <a:off x="8500809" y="25285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8" name="pt57488"/>
            <p:cNvSpPr/>
            <p:nvPr/>
          </p:nvSpPr>
          <p:spPr>
            <a:xfrm>
              <a:off x="8965842" y="22816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9" name="pt57489"/>
            <p:cNvSpPr/>
            <p:nvPr/>
          </p:nvSpPr>
          <p:spPr>
            <a:xfrm>
              <a:off x="9199552" y="18889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0" name="pt57490"/>
            <p:cNvSpPr/>
            <p:nvPr/>
          </p:nvSpPr>
          <p:spPr>
            <a:xfrm>
              <a:off x="8752612" y="21456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1" name="pt57491"/>
            <p:cNvSpPr/>
            <p:nvPr/>
          </p:nvSpPr>
          <p:spPr>
            <a:xfrm>
              <a:off x="9056963" y="21968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2" name="pt57492"/>
            <p:cNvSpPr/>
            <p:nvPr/>
          </p:nvSpPr>
          <p:spPr>
            <a:xfrm>
              <a:off x="8901845" y="22283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3" name="pt57493"/>
            <p:cNvSpPr/>
            <p:nvPr/>
          </p:nvSpPr>
          <p:spPr>
            <a:xfrm>
              <a:off x="9756959" y="2149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4" name="pt57494"/>
            <p:cNvSpPr/>
            <p:nvPr/>
          </p:nvSpPr>
          <p:spPr>
            <a:xfrm>
              <a:off x="9179876" y="18856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5" name="pt57495"/>
            <p:cNvSpPr/>
            <p:nvPr/>
          </p:nvSpPr>
          <p:spPr>
            <a:xfrm>
              <a:off x="9034193" y="17493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6" name="pt57496"/>
            <p:cNvSpPr/>
            <p:nvPr/>
          </p:nvSpPr>
          <p:spPr>
            <a:xfrm>
              <a:off x="8550210" y="25974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7" name="pt57497"/>
            <p:cNvSpPr/>
            <p:nvPr/>
          </p:nvSpPr>
          <p:spPr>
            <a:xfrm>
              <a:off x="9147356" y="20978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8" name="pt57498"/>
            <p:cNvSpPr/>
            <p:nvPr/>
          </p:nvSpPr>
          <p:spPr>
            <a:xfrm>
              <a:off x="8500809" y="25645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9" name="pt57499"/>
            <p:cNvSpPr/>
            <p:nvPr/>
          </p:nvSpPr>
          <p:spPr>
            <a:xfrm>
              <a:off x="8679650" y="24559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0" name="pt57500"/>
            <p:cNvSpPr/>
            <p:nvPr/>
          </p:nvSpPr>
          <p:spPr>
            <a:xfrm>
              <a:off x="9978328" y="27797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1" name="pt57501"/>
            <p:cNvSpPr/>
            <p:nvPr/>
          </p:nvSpPr>
          <p:spPr>
            <a:xfrm>
              <a:off x="8956027" y="21592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2" name="pt57502"/>
            <p:cNvSpPr/>
            <p:nvPr/>
          </p:nvSpPr>
          <p:spPr>
            <a:xfrm>
              <a:off x="8850587" y="20703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3" name="pt57503"/>
            <p:cNvSpPr/>
            <p:nvPr/>
          </p:nvSpPr>
          <p:spPr>
            <a:xfrm>
              <a:off x="8932228" y="1811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4" name="pt57504"/>
            <p:cNvSpPr/>
            <p:nvPr/>
          </p:nvSpPr>
          <p:spPr>
            <a:xfrm>
              <a:off x="8765338" y="19986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5" name="pt57505"/>
            <p:cNvSpPr/>
            <p:nvPr/>
          </p:nvSpPr>
          <p:spPr>
            <a:xfrm>
              <a:off x="8619838" y="22580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6" name="pt57506"/>
            <p:cNvSpPr/>
            <p:nvPr/>
          </p:nvSpPr>
          <p:spPr>
            <a:xfrm>
              <a:off x="8947749" y="20538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7" name="pt57507"/>
            <p:cNvSpPr/>
            <p:nvPr/>
          </p:nvSpPr>
          <p:spPr>
            <a:xfrm>
              <a:off x="9262699" y="18573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8" name="pt57508"/>
            <p:cNvSpPr/>
            <p:nvPr/>
          </p:nvSpPr>
          <p:spPr>
            <a:xfrm>
              <a:off x="9010896" y="17017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9" name="pt57509"/>
            <p:cNvSpPr/>
            <p:nvPr/>
          </p:nvSpPr>
          <p:spPr>
            <a:xfrm>
              <a:off x="8658156" y="25113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0" name="pt57510"/>
            <p:cNvSpPr/>
            <p:nvPr/>
          </p:nvSpPr>
          <p:spPr>
            <a:xfrm>
              <a:off x="8570436" y="2460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1" name="pt57511"/>
            <p:cNvSpPr/>
            <p:nvPr/>
          </p:nvSpPr>
          <p:spPr>
            <a:xfrm>
              <a:off x="8731558" y="23596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2" name="pt57512"/>
            <p:cNvSpPr/>
            <p:nvPr/>
          </p:nvSpPr>
          <p:spPr>
            <a:xfrm>
              <a:off x="8431181" y="24674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3" name="pt57513"/>
            <p:cNvSpPr/>
            <p:nvPr/>
          </p:nvSpPr>
          <p:spPr>
            <a:xfrm>
              <a:off x="8961983" y="21776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4" name="pt57514"/>
            <p:cNvSpPr/>
            <p:nvPr/>
          </p:nvSpPr>
          <p:spPr>
            <a:xfrm>
              <a:off x="8707558" y="22377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5" name="pt57515"/>
            <p:cNvSpPr/>
            <p:nvPr/>
          </p:nvSpPr>
          <p:spPr>
            <a:xfrm>
              <a:off x="8890393" y="20377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6" name="pt57516"/>
            <p:cNvSpPr/>
            <p:nvPr/>
          </p:nvSpPr>
          <p:spPr>
            <a:xfrm>
              <a:off x="8990670" y="1715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7" name="pt57517"/>
            <p:cNvSpPr/>
            <p:nvPr/>
          </p:nvSpPr>
          <p:spPr>
            <a:xfrm>
              <a:off x="8698750" y="23861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8" name="pt57518"/>
            <p:cNvSpPr/>
            <p:nvPr/>
          </p:nvSpPr>
          <p:spPr>
            <a:xfrm>
              <a:off x="8550210" y="2459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9" name="pt57519"/>
            <p:cNvSpPr/>
            <p:nvPr/>
          </p:nvSpPr>
          <p:spPr>
            <a:xfrm>
              <a:off x="9007935" y="20451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0" name="pt57520"/>
            <p:cNvSpPr/>
            <p:nvPr/>
          </p:nvSpPr>
          <p:spPr>
            <a:xfrm>
              <a:off x="9528241" y="21332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1" name="pt57521"/>
            <p:cNvSpPr/>
            <p:nvPr/>
          </p:nvSpPr>
          <p:spPr>
            <a:xfrm>
              <a:off x="8857896" y="19938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2" name="pt57522"/>
            <p:cNvSpPr/>
            <p:nvPr/>
          </p:nvSpPr>
          <p:spPr>
            <a:xfrm>
              <a:off x="8658156" y="2284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3" name="pt57523"/>
            <p:cNvSpPr/>
            <p:nvPr/>
          </p:nvSpPr>
          <p:spPr>
            <a:xfrm>
              <a:off x="8932228" y="19635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4" name="pt57524"/>
            <p:cNvSpPr/>
            <p:nvPr/>
          </p:nvSpPr>
          <p:spPr>
            <a:xfrm>
              <a:off x="9044150" y="16896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5" name="pt57525"/>
            <p:cNvSpPr/>
            <p:nvPr/>
          </p:nvSpPr>
          <p:spPr>
            <a:xfrm>
              <a:off x="8658156" y="24269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6" name="pt57526"/>
            <p:cNvSpPr/>
            <p:nvPr/>
          </p:nvSpPr>
          <p:spPr>
            <a:xfrm>
              <a:off x="8381780" y="22232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7" name="pt57527"/>
            <p:cNvSpPr/>
            <p:nvPr/>
          </p:nvSpPr>
          <p:spPr>
            <a:xfrm>
              <a:off x="8312152" y="25268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8" name="pt57528"/>
            <p:cNvSpPr/>
            <p:nvPr/>
          </p:nvSpPr>
          <p:spPr>
            <a:xfrm>
              <a:off x="9110522" y="2062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9" name="pt57529"/>
            <p:cNvSpPr/>
            <p:nvPr/>
          </p:nvSpPr>
          <p:spPr>
            <a:xfrm>
              <a:off x="9010896" y="15909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0" name="pt57530"/>
            <p:cNvSpPr/>
            <p:nvPr/>
          </p:nvSpPr>
          <p:spPr>
            <a:xfrm>
              <a:off x="9346306" y="21392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1" name="pt57531"/>
            <p:cNvSpPr/>
            <p:nvPr/>
          </p:nvSpPr>
          <p:spPr>
            <a:xfrm>
              <a:off x="8633583" y="21324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2" name="pt57532"/>
            <p:cNvSpPr/>
            <p:nvPr/>
          </p:nvSpPr>
          <p:spPr>
            <a:xfrm>
              <a:off x="8381780" y="22092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3" name="pt57533"/>
            <p:cNvSpPr/>
            <p:nvPr/>
          </p:nvSpPr>
          <p:spPr>
            <a:xfrm>
              <a:off x="8846813" y="21964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4" name="pt57534"/>
            <p:cNvSpPr/>
            <p:nvPr/>
          </p:nvSpPr>
          <p:spPr>
            <a:xfrm>
              <a:off x="9064645" y="20165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5" name="pt57535"/>
            <p:cNvSpPr/>
            <p:nvPr/>
          </p:nvSpPr>
          <p:spPr>
            <a:xfrm>
              <a:off x="9573129" y="21946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6" name="pt57536"/>
            <p:cNvSpPr/>
            <p:nvPr/>
          </p:nvSpPr>
          <p:spPr>
            <a:xfrm>
              <a:off x="8469500" y="22700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7" name="pt57537"/>
            <p:cNvSpPr/>
            <p:nvPr/>
          </p:nvSpPr>
          <p:spPr>
            <a:xfrm>
              <a:off x="9230780" y="21723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8" name="pt57538"/>
            <p:cNvSpPr/>
            <p:nvPr/>
          </p:nvSpPr>
          <p:spPr>
            <a:xfrm>
              <a:off x="9242219" y="20225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9" name="pt57539"/>
            <p:cNvSpPr/>
            <p:nvPr/>
          </p:nvSpPr>
          <p:spPr>
            <a:xfrm>
              <a:off x="8920215" y="18759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0" name="pt57540"/>
            <p:cNvSpPr/>
            <p:nvPr/>
          </p:nvSpPr>
          <p:spPr>
            <a:xfrm>
              <a:off x="8312152" y="23814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1" name="pt57541"/>
            <p:cNvSpPr/>
            <p:nvPr/>
          </p:nvSpPr>
          <p:spPr>
            <a:xfrm>
              <a:off x="8826587" y="21573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2" name="pt57542"/>
            <p:cNvSpPr/>
            <p:nvPr/>
          </p:nvSpPr>
          <p:spPr>
            <a:xfrm>
              <a:off x="9305101" y="2218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3" name="pt57543"/>
            <p:cNvSpPr/>
            <p:nvPr/>
          </p:nvSpPr>
          <p:spPr>
            <a:xfrm>
              <a:off x="9196592" y="2275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4" name="pt57544"/>
            <p:cNvSpPr/>
            <p:nvPr/>
          </p:nvSpPr>
          <p:spPr>
            <a:xfrm>
              <a:off x="9027663" y="1902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5" name="pt57545"/>
            <p:cNvSpPr/>
            <p:nvPr/>
          </p:nvSpPr>
          <p:spPr>
            <a:xfrm>
              <a:off x="9042937" y="17362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6" name="pt57546"/>
            <p:cNvSpPr/>
            <p:nvPr/>
          </p:nvSpPr>
          <p:spPr>
            <a:xfrm>
              <a:off x="8604896" y="2292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7" name="pt57547"/>
            <p:cNvSpPr/>
            <p:nvPr/>
          </p:nvSpPr>
          <p:spPr>
            <a:xfrm>
              <a:off x="8679650" y="23301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8" name="pt57548"/>
            <p:cNvSpPr/>
            <p:nvPr/>
          </p:nvSpPr>
          <p:spPr>
            <a:xfrm>
              <a:off x="8312152" y="23501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9" name="pt57549"/>
            <p:cNvSpPr/>
            <p:nvPr/>
          </p:nvSpPr>
          <p:spPr>
            <a:xfrm>
              <a:off x="8939053" y="19125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0" name="pt57550"/>
            <p:cNvSpPr/>
            <p:nvPr/>
          </p:nvSpPr>
          <p:spPr>
            <a:xfrm>
              <a:off x="8658156" y="2368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1" name="pt57551"/>
            <p:cNvSpPr/>
            <p:nvPr/>
          </p:nvSpPr>
          <p:spPr>
            <a:xfrm>
              <a:off x="8588529" y="21807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2" name="pt57552"/>
            <p:cNvSpPr/>
            <p:nvPr/>
          </p:nvSpPr>
          <p:spPr>
            <a:xfrm>
              <a:off x="9007935" y="18659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3" name="pt57553"/>
            <p:cNvSpPr/>
            <p:nvPr/>
          </p:nvSpPr>
          <p:spPr>
            <a:xfrm>
              <a:off x="9370170" y="2076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4" name="pt57554"/>
            <p:cNvSpPr/>
            <p:nvPr/>
          </p:nvSpPr>
          <p:spPr>
            <a:xfrm>
              <a:off x="8887406" y="20096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5" name="pt57555"/>
            <p:cNvSpPr/>
            <p:nvPr/>
          </p:nvSpPr>
          <p:spPr>
            <a:xfrm>
              <a:off x="8312152" y="23793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6" name="pt57556"/>
            <p:cNvSpPr/>
            <p:nvPr/>
          </p:nvSpPr>
          <p:spPr>
            <a:xfrm>
              <a:off x="8752612" y="23681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7" name="pt57557"/>
            <p:cNvSpPr/>
            <p:nvPr/>
          </p:nvSpPr>
          <p:spPr>
            <a:xfrm>
              <a:off x="9329710" y="22029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8" name="pt57558"/>
            <p:cNvSpPr/>
            <p:nvPr/>
          </p:nvSpPr>
          <p:spPr>
            <a:xfrm>
              <a:off x="8500809" y="24635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9" name="pt57559"/>
            <p:cNvSpPr/>
            <p:nvPr/>
          </p:nvSpPr>
          <p:spPr>
            <a:xfrm>
              <a:off x="8868306" y="21445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0" name="pt57560"/>
            <p:cNvSpPr/>
            <p:nvPr/>
          </p:nvSpPr>
          <p:spPr>
            <a:xfrm>
              <a:off x="8932228" y="17778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1" name="pt57561"/>
            <p:cNvSpPr/>
            <p:nvPr/>
          </p:nvSpPr>
          <p:spPr>
            <a:xfrm>
              <a:off x="8469500" y="23156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2" name="pt57562"/>
            <p:cNvSpPr/>
            <p:nvPr/>
          </p:nvSpPr>
          <p:spPr>
            <a:xfrm>
              <a:off x="8658156" y="24400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3" name="pt57563"/>
            <p:cNvSpPr/>
            <p:nvPr/>
          </p:nvSpPr>
          <p:spPr>
            <a:xfrm>
              <a:off x="8381780" y="24125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4" name="pt57564"/>
            <p:cNvSpPr/>
            <p:nvPr/>
          </p:nvSpPr>
          <p:spPr>
            <a:xfrm>
              <a:off x="8759093" y="21336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5" name="pt57565"/>
            <p:cNvSpPr/>
            <p:nvPr/>
          </p:nvSpPr>
          <p:spPr>
            <a:xfrm>
              <a:off x="9576430" y="19287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6" name="pt57566"/>
            <p:cNvSpPr/>
            <p:nvPr/>
          </p:nvSpPr>
          <p:spPr>
            <a:xfrm>
              <a:off x="8846813" y="20127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7" name="pt57567"/>
            <p:cNvSpPr/>
            <p:nvPr/>
          </p:nvSpPr>
          <p:spPr>
            <a:xfrm>
              <a:off x="9077064" y="19685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8" name="pt57568"/>
            <p:cNvSpPr/>
            <p:nvPr/>
          </p:nvSpPr>
          <p:spPr>
            <a:xfrm>
              <a:off x="8793552" y="22413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9" name="pt57569"/>
            <p:cNvSpPr/>
            <p:nvPr/>
          </p:nvSpPr>
          <p:spPr>
            <a:xfrm>
              <a:off x="9079049" y="20685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0" name="pt57570"/>
            <p:cNvSpPr/>
            <p:nvPr/>
          </p:nvSpPr>
          <p:spPr>
            <a:xfrm>
              <a:off x="9654477" y="17611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1" name="pt57571"/>
            <p:cNvSpPr/>
            <p:nvPr/>
          </p:nvSpPr>
          <p:spPr>
            <a:xfrm>
              <a:off x="8927523" y="19232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2" name="pt57572"/>
            <p:cNvSpPr/>
            <p:nvPr/>
          </p:nvSpPr>
          <p:spPr>
            <a:xfrm>
              <a:off x="9155133" y="21302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3" name="pt57573"/>
            <p:cNvSpPr/>
            <p:nvPr/>
          </p:nvSpPr>
          <p:spPr>
            <a:xfrm>
              <a:off x="8887406" y="19215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4" name="pt57574"/>
            <p:cNvSpPr/>
            <p:nvPr/>
          </p:nvSpPr>
          <p:spPr>
            <a:xfrm>
              <a:off x="8633583" y="2080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5" name="pt57575"/>
            <p:cNvSpPr/>
            <p:nvPr/>
          </p:nvSpPr>
          <p:spPr>
            <a:xfrm>
              <a:off x="8658156" y="25017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6" name="pt57576"/>
            <p:cNvSpPr/>
            <p:nvPr/>
          </p:nvSpPr>
          <p:spPr>
            <a:xfrm>
              <a:off x="8619838" y="22047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7" name="pt57577"/>
            <p:cNvSpPr/>
            <p:nvPr/>
          </p:nvSpPr>
          <p:spPr>
            <a:xfrm>
              <a:off x="9324827" y="2248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8" name="pt57578"/>
            <p:cNvSpPr/>
            <p:nvPr/>
          </p:nvSpPr>
          <p:spPr>
            <a:xfrm>
              <a:off x="8381780" y="22641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9" name="pt57579"/>
            <p:cNvSpPr/>
            <p:nvPr/>
          </p:nvSpPr>
          <p:spPr>
            <a:xfrm>
              <a:off x="8817779" y="20701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0" name="pt57580"/>
            <p:cNvSpPr/>
            <p:nvPr/>
          </p:nvSpPr>
          <p:spPr>
            <a:xfrm>
              <a:off x="9141283" y="21978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1" name="pt57581"/>
            <p:cNvSpPr/>
            <p:nvPr/>
          </p:nvSpPr>
          <p:spPr>
            <a:xfrm>
              <a:off x="8633583" y="20525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2" name="pt57582"/>
            <p:cNvSpPr/>
            <p:nvPr/>
          </p:nvSpPr>
          <p:spPr>
            <a:xfrm>
              <a:off x="8698750" y="22726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3" name="pt57583"/>
            <p:cNvSpPr/>
            <p:nvPr/>
          </p:nvSpPr>
          <p:spPr>
            <a:xfrm>
              <a:off x="8669239" y="24475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4" name="pt57584"/>
            <p:cNvSpPr/>
            <p:nvPr/>
          </p:nvSpPr>
          <p:spPr>
            <a:xfrm>
              <a:off x="8689465" y="23329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5" name="pt57585"/>
            <p:cNvSpPr/>
            <p:nvPr/>
          </p:nvSpPr>
          <p:spPr>
            <a:xfrm>
              <a:off x="9199552" y="17680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6" name="pt57586"/>
            <p:cNvSpPr/>
            <p:nvPr/>
          </p:nvSpPr>
          <p:spPr>
            <a:xfrm>
              <a:off x="9340807" y="21895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7" name="pt57587"/>
            <p:cNvSpPr/>
            <p:nvPr/>
          </p:nvSpPr>
          <p:spPr>
            <a:xfrm>
              <a:off x="8588529" y="23210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8" name="pt57588"/>
            <p:cNvSpPr/>
            <p:nvPr/>
          </p:nvSpPr>
          <p:spPr>
            <a:xfrm>
              <a:off x="8752612" y="2080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9" name="pt57589"/>
            <p:cNvSpPr/>
            <p:nvPr/>
          </p:nvSpPr>
          <p:spPr>
            <a:xfrm>
              <a:off x="9196093" y="22191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0" name="pt57590"/>
            <p:cNvSpPr/>
            <p:nvPr/>
          </p:nvSpPr>
          <p:spPr>
            <a:xfrm>
              <a:off x="8846813" y="21478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1" name="pt57591"/>
            <p:cNvSpPr/>
            <p:nvPr/>
          </p:nvSpPr>
          <p:spPr>
            <a:xfrm>
              <a:off x="8570436" y="23992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2" name="pt57592"/>
            <p:cNvSpPr/>
            <p:nvPr/>
          </p:nvSpPr>
          <p:spPr>
            <a:xfrm>
              <a:off x="9071998" y="18306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3" name="pt57593"/>
            <p:cNvSpPr/>
            <p:nvPr/>
          </p:nvSpPr>
          <p:spPr>
            <a:xfrm>
              <a:off x="8798679" y="22481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4" name="pt57594"/>
            <p:cNvSpPr/>
            <p:nvPr/>
          </p:nvSpPr>
          <p:spPr>
            <a:xfrm>
              <a:off x="9115383" y="21367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5" name="pt57595"/>
            <p:cNvSpPr/>
            <p:nvPr/>
          </p:nvSpPr>
          <p:spPr>
            <a:xfrm>
              <a:off x="8588529" y="2273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6" name="pt57596"/>
            <p:cNvSpPr/>
            <p:nvPr/>
          </p:nvSpPr>
          <p:spPr>
            <a:xfrm>
              <a:off x="9077064" y="20642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7" name="pt57597"/>
            <p:cNvSpPr/>
            <p:nvPr/>
          </p:nvSpPr>
          <p:spPr>
            <a:xfrm>
              <a:off x="9352440" y="20824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8" name="pt57598"/>
            <p:cNvSpPr/>
            <p:nvPr/>
          </p:nvSpPr>
          <p:spPr>
            <a:xfrm>
              <a:off x="9001856" y="18920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9" name="pt57599"/>
            <p:cNvSpPr/>
            <p:nvPr/>
          </p:nvSpPr>
          <p:spPr>
            <a:xfrm>
              <a:off x="8588529" y="22839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0" name="pt57600"/>
            <p:cNvSpPr/>
            <p:nvPr/>
          </p:nvSpPr>
          <p:spPr>
            <a:xfrm>
              <a:off x="9423467" y="18420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1" name="pt57601"/>
            <p:cNvSpPr/>
            <p:nvPr/>
          </p:nvSpPr>
          <p:spPr>
            <a:xfrm>
              <a:off x="8431181" y="2392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2" name="pt57602"/>
            <p:cNvSpPr/>
            <p:nvPr/>
          </p:nvSpPr>
          <p:spPr>
            <a:xfrm>
              <a:off x="8731558" y="23051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3" name="pt57603"/>
            <p:cNvSpPr/>
            <p:nvPr/>
          </p:nvSpPr>
          <p:spPr>
            <a:xfrm>
              <a:off x="9242219" y="21022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4" name="pt57604"/>
            <p:cNvSpPr/>
            <p:nvPr/>
          </p:nvSpPr>
          <p:spPr>
            <a:xfrm>
              <a:off x="9278233" y="17188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5" name="pt57605"/>
            <p:cNvSpPr/>
            <p:nvPr/>
          </p:nvSpPr>
          <p:spPr>
            <a:xfrm>
              <a:off x="9027663" y="18300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6" name="pt57606"/>
            <p:cNvSpPr/>
            <p:nvPr/>
          </p:nvSpPr>
          <p:spPr>
            <a:xfrm>
              <a:off x="9286390" y="19143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7" name="pt57607"/>
            <p:cNvSpPr/>
            <p:nvPr/>
          </p:nvSpPr>
          <p:spPr>
            <a:xfrm>
              <a:off x="8550210" y="25635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8" name="pt57608"/>
            <p:cNvSpPr/>
            <p:nvPr/>
          </p:nvSpPr>
          <p:spPr>
            <a:xfrm>
              <a:off x="9485353" y="23657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9" name="pt57609"/>
            <p:cNvSpPr/>
            <p:nvPr/>
          </p:nvSpPr>
          <p:spPr>
            <a:xfrm>
              <a:off x="9633844" y="19839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0" name="pt57610"/>
            <p:cNvSpPr/>
            <p:nvPr/>
          </p:nvSpPr>
          <p:spPr>
            <a:xfrm>
              <a:off x="9321732" y="2220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1" name="pt57611"/>
            <p:cNvSpPr/>
            <p:nvPr/>
          </p:nvSpPr>
          <p:spPr>
            <a:xfrm>
              <a:off x="8550210" y="25915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2" name="pt57612"/>
            <p:cNvSpPr/>
            <p:nvPr/>
          </p:nvSpPr>
          <p:spPr>
            <a:xfrm>
              <a:off x="8588529" y="22095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3" name="pt57613"/>
            <p:cNvSpPr/>
            <p:nvPr/>
          </p:nvSpPr>
          <p:spPr>
            <a:xfrm>
              <a:off x="9701667" y="25604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4" name="pt57614"/>
            <p:cNvSpPr/>
            <p:nvPr/>
          </p:nvSpPr>
          <p:spPr>
            <a:xfrm>
              <a:off x="8431181" y="25530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5" name="pt57615"/>
            <p:cNvSpPr/>
            <p:nvPr/>
          </p:nvSpPr>
          <p:spPr>
            <a:xfrm>
              <a:off x="8550210" y="25204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6" name="pt57616"/>
            <p:cNvSpPr/>
            <p:nvPr/>
          </p:nvSpPr>
          <p:spPr>
            <a:xfrm>
              <a:off x="9087709" y="20301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7" name="pt57617"/>
            <p:cNvSpPr/>
            <p:nvPr/>
          </p:nvSpPr>
          <p:spPr>
            <a:xfrm>
              <a:off x="8500809" y="25310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8" name="pt57618"/>
            <p:cNvSpPr/>
            <p:nvPr/>
          </p:nvSpPr>
          <p:spPr>
            <a:xfrm>
              <a:off x="9027663" y="1932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9" name="pt57619"/>
            <p:cNvSpPr/>
            <p:nvPr/>
          </p:nvSpPr>
          <p:spPr>
            <a:xfrm>
              <a:off x="9576430" y="19432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0" name="pt57620"/>
            <p:cNvSpPr/>
            <p:nvPr/>
          </p:nvSpPr>
          <p:spPr>
            <a:xfrm>
              <a:off x="8707558" y="21512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1" name="pt57621"/>
            <p:cNvSpPr/>
            <p:nvPr/>
          </p:nvSpPr>
          <p:spPr>
            <a:xfrm>
              <a:off x="9320769" y="21804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2" name="pt57622"/>
            <p:cNvSpPr/>
            <p:nvPr/>
          </p:nvSpPr>
          <p:spPr>
            <a:xfrm>
              <a:off x="8527280" y="27779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3" name="pt57623"/>
            <p:cNvSpPr/>
            <p:nvPr/>
          </p:nvSpPr>
          <p:spPr>
            <a:xfrm>
              <a:off x="8312152" y="23824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4" name="pt57624"/>
            <p:cNvSpPr/>
            <p:nvPr/>
          </p:nvSpPr>
          <p:spPr>
            <a:xfrm>
              <a:off x="9413347" y="21044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5" name="pt57625"/>
            <p:cNvSpPr/>
            <p:nvPr/>
          </p:nvSpPr>
          <p:spPr>
            <a:xfrm>
              <a:off x="9320769" y="22533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6" name="pt57626"/>
            <p:cNvSpPr/>
            <p:nvPr/>
          </p:nvSpPr>
          <p:spPr>
            <a:xfrm>
              <a:off x="9359136" y="20926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7" name="pt57627"/>
            <p:cNvSpPr/>
            <p:nvPr/>
          </p:nvSpPr>
          <p:spPr>
            <a:xfrm>
              <a:off x="8646309" y="24210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8" name="pt57628"/>
            <p:cNvSpPr/>
            <p:nvPr/>
          </p:nvSpPr>
          <p:spPr>
            <a:xfrm>
              <a:off x="8633583" y="19419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9" name="pt57629"/>
            <p:cNvSpPr/>
            <p:nvPr/>
          </p:nvSpPr>
          <p:spPr>
            <a:xfrm>
              <a:off x="9359136" y="1990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0" name="pt57630"/>
            <p:cNvSpPr/>
            <p:nvPr/>
          </p:nvSpPr>
          <p:spPr>
            <a:xfrm>
              <a:off x="8588529" y="23270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1" name="pt57631"/>
            <p:cNvSpPr/>
            <p:nvPr/>
          </p:nvSpPr>
          <p:spPr>
            <a:xfrm>
              <a:off x="8500809" y="26247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2" name="pt57632"/>
            <p:cNvSpPr/>
            <p:nvPr/>
          </p:nvSpPr>
          <p:spPr>
            <a:xfrm>
              <a:off x="8431181" y="25935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3" name="pt57633"/>
            <p:cNvSpPr/>
            <p:nvPr/>
          </p:nvSpPr>
          <p:spPr>
            <a:xfrm>
              <a:off x="8782816" y="23110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4" name="pt57634"/>
            <p:cNvSpPr/>
            <p:nvPr/>
          </p:nvSpPr>
          <p:spPr>
            <a:xfrm>
              <a:off x="9181514" y="22743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5" name="pt57635"/>
            <p:cNvSpPr/>
            <p:nvPr/>
          </p:nvSpPr>
          <p:spPr>
            <a:xfrm>
              <a:off x="8884367" y="20729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6" name="pt57636"/>
            <p:cNvSpPr/>
            <p:nvPr/>
          </p:nvSpPr>
          <p:spPr>
            <a:xfrm>
              <a:off x="9425448" y="19971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7" name="pt57637"/>
            <p:cNvSpPr/>
            <p:nvPr/>
          </p:nvSpPr>
          <p:spPr>
            <a:xfrm>
              <a:off x="8881273" y="23067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8" name="pt57638"/>
            <p:cNvSpPr/>
            <p:nvPr/>
          </p:nvSpPr>
          <p:spPr>
            <a:xfrm>
              <a:off x="9104672" y="20007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9" name="pt57639"/>
            <p:cNvSpPr/>
            <p:nvPr/>
          </p:nvSpPr>
          <p:spPr>
            <a:xfrm>
              <a:off x="8723925" y="22144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0" name="pt57640"/>
            <p:cNvSpPr/>
            <p:nvPr/>
          </p:nvSpPr>
          <p:spPr>
            <a:xfrm>
              <a:off x="8731558" y="23005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1" name="pt57641"/>
            <p:cNvSpPr/>
            <p:nvPr/>
          </p:nvSpPr>
          <p:spPr>
            <a:xfrm>
              <a:off x="8312152" y="21893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2" name="pt57642"/>
            <p:cNvSpPr/>
            <p:nvPr/>
          </p:nvSpPr>
          <p:spPr>
            <a:xfrm>
              <a:off x="8431181" y="24854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3" name="pt57643"/>
            <p:cNvSpPr/>
            <p:nvPr/>
          </p:nvSpPr>
          <p:spPr>
            <a:xfrm>
              <a:off x="9068885" y="18974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4" name="pt57644"/>
            <p:cNvSpPr/>
            <p:nvPr/>
          </p:nvSpPr>
          <p:spPr>
            <a:xfrm>
              <a:off x="8604896" y="23899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5" name="pt57645"/>
            <p:cNvSpPr/>
            <p:nvPr/>
          </p:nvSpPr>
          <p:spPr>
            <a:xfrm>
              <a:off x="8658156" y="24603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6" name="pt57646"/>
            <p:cNvSpPr/>
            <p:nvPr/>
          </p:nvSpPr>
          <p:spPr>
            <a:xfrm>
              <a:off x="8868306" y="22046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7" name="pt57647"/>
            <p:cNvSpPr/>
            <p:nvPr/>
          </p:nvSpPr>
          <p:spPr>
            <a:xfrm>
              <a:off x="8469500" y="23347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8" name="pt57648"/>
            <p:cNvSpPr/>
            <p:nvPr/>
          </p:nvSpPr>
          <p:spPr>
            <a:xfrm>
              <a:off x="9155133" y="20618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9" name="pt57649"/>
            <p:cNvSpPr/>
            <p:nvPr/>
          </p:nvSpPr>
          <p:spPr>
            <a:xfrm>
              <a:off x="9178222" y="18607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0" name="pt57650"/>
            <p:cNvSpPr/>
            <p:nvPr/>
          </p:nvSpPr>
          <p:spPr>
            <a:xfrm>
              <a:off x="9007935" y="20404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1" name="pt57651"/>
            <p:cNvSpPr/>
            <p:nvPr/>
          </p:nvSpPr>
          <p:spPr>
            <a:xfrm>
              <a:off x="8707558" y="23417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2" name="pt57652"/>
            <p:cNvSpPr/>
            <p:nvPr/>
          </p:nvSpPr>
          <p:spPr>
            <a:xfrm>
              <a:off x="8312152" y="2472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3" name="pt57653"/>
            <p:cNvSpPr/>
            <p:nvPr/>
          </p:nvSpPr>
          <p:spPr>
            <a:xfrm>
              <a:off x="9226651" y="20216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4" name="pt57654"/>
            <p:cNvSpPr/>
            <p:nvPr/>
          </p:nvSpPr>
          <p:spPr>
            <a:xfrm>
              <a:off x="8782816" y="23497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5" name="pt57655"/>
            <p:cNvSpPr/>
            <p:nvPr/>
          </p:nvSpPr>
          <p:spPr>
            <a:xfrm>
              <a:off x="9453041" y="23255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6" name="pt57656"/>
            <p:cNvSpPr/>
            <p:nvPr/>
          </p:nvSpPr>
          <p:spPr>
            <a:xfrm>
              <a:off x="8619838" y="23402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7" name="pt57657"/>
            <p:cNvSpPr/>
            <p:nvPr/>
          </p:nvSpPr>
          <p:spPr>
            <a:xfrm>
              <a:off x="8874912" y="2195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8" name="pt57658"/>
            <p:cNvSpPr/>
            <p:nvPr/>
          </p:nvSpPr>
          <p:spPr>
            <a:xfrm>
              <a:off x="9633844" y="20620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9" name="pt57659"/>
            <p:cNvSpPr/>
            <p:nvPr/>
          </p:nvSpPr>
          <p:spPr>
            <a:xfrm>
              <a:off x="8500809" y="25881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0" name="pt57660"/>
            <p:cNvSpPr/>
            <p:nvPr/>
          </p:nvSpPr>
          <p:spPr>
            <a:xfrm>
              <a:off x="8588529" y="23138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1" name="pt57661"/>
            <p:cNvSpPr/>
            <p:nvPr/>
          </p:nvSpPr>
          <p:spPr>
            <a:xfrm>
              <a:off x="8646309" y="23985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2" name="pt57662"/>
            <p:cNvSpPr/>
            <p:nvPr/>
          </p:nvSpPr>
          <p:spPr>
            <a:xfrm>
              <a:off x="8939053" y="19546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3" name="pt57663"/>
            <p:cNvSpPr/>
            <p:nvPr/>
          </p:nvSpPr>
          <p:spPr>
            <a:xfrm>
              <a:off x="9406741" y="19714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4" name="pt57664"/>
            <p:cNvSpPr/>
            <p:nvPr/>
          </p:nvSpPr>
          <p:spPr>
            <a:xfrm>
              <a:off x="8658156" y="23329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5" name="pt57665"/>
            <p:cNvSpPr/>
            <p:nvPr/>
          </p:nvSpPr>
          <p:spPr>
            <a:xfrm>
              <a:off x="8646309" y="23968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6" name="pt57666"/>
            <p:cNvSpPr/>
            <p:nvPr/>
          </p:nvSpPr>
          <p:spPr>
            <a:xfrm>
              <a:off x="8669239" y="22410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7" name="pt57667"/>
            <p:cNvSpPr/>
            <p:nvPr/>
          </p:nvSpPr>
          <p:spPr>
            <a:xfrm>
              <a:off x="8868306" y="21238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8" name="pt57668"/>
            <p:cNvSpPr/>
            <p:nvPr/>
          </p:nvSpPr>
          <p:spPr>
            <a:xfrm>
              <a:off x="9266385" y="17745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9" name="pt57669"/>
            <p:cNvSpPr/>
            <p:nvPr/>
          </p:nvSpPr>
          <p:spPr>
            <a:xfrm>
              <a:off x="9007935" y="19197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0" name="pt57670"/>
            <p:cNvSpPr/>
            <p:nvPr/>
          </p:nvSpPr>
          <p:spPr>
            <a:xfrm>
              <a:off x="9207674" y="18339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1" name="pt57671"/>
            <p:cNvSpPr/>
            <p:nvPr/>
          </p:nvSpPr>
          <p:spPr>
            <a:xfrm>
              <a:off x="8312152" y="23021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2" name="pt57672"/>
            <p:cNvSpPr/>
            <p:nvPr/>
          </p:nvSpPr>
          <p:spPr>
            <a:xfrm>
              <a:off x="9102103" y="20750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3" name="pt57673"/>
            <p:cNvSpPr/>
            <p:nvPr/>
          </p:nvSpPr>
          <p:spPr>
            <a:xfrm>
              <a:off x="8570436" y="24932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4" name="pt57674"/>
            <p:cNvSpPr/>
            <p:nvPr/>
          </p:nvSpPr>
          <p:spPr>
            <a:xfrm>
              <a:off x="9308507" y="22462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5" name="pt57675"/>
            <p:cNvSpPr/>
            <p:nvPr/>
          </p:nvSpPr>
          <p:spPr>
            <a:xfrm>
              <a:off x="8868306" y="21783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6" name="pt57676"/>
            <p:cNvSpPr/>
            <p:nvPr/>
          </p:nvSpPr>
          <p:spPr>
            <a:xfrm>
              <a:off x="8312152" y="26583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7" name="pt57677"/>
            <p:cNvSpPr/>
            <p:nvPr/>
          </p:nvSpPr>
          <p:spPr>
            <a:xfrm>
              <a:off x="9187914" y="2227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8" name="pt57678"/>
            <p:cNvSpPr/>
            <p:nvPr/>
          </p:nvSpPr>
          <p:spPr>
            <a:xfrm>
              <a:off x="9215429" y="19506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9" name="pt57679"/>
            <p:cNvSpPr/>
            <p:nvPr/>
          </p:nvSpPr>
          <p:spPr>
            <a:xfrm>
              <a:off x="8527280" y="26982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0" name="pt57680"/>
            <p:cNvSpPr/>
            <p:nvPr/>
          </p:nvSpPr>
          <p:spPr>
            <a:xfrm>
              <a:off x="8912581" y="20313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1" name="pt57681"/>
            <p:cNvSpPr/>
            <p:nvPr/>
          </p:nvSpPr>
          <p:spPr>
            <a:xfrm>
              <a:off x="8633583" y="21683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2" name="pt57682"/>
            <p:cNvSpPr/>
            <p:nvPr/>
          </p:nvSpPr>
          <p:spPr>
            <a:xfrm>
              <a:off x="8731558" y="23115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3" name="pt57683"/>
            <p:cNvSpPr/>
            <p:nvPr/>
          </p:nvSpPr>
          <p:spPr>
            <a:xfrm>
              <a:off x="8920215" y="21328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4" name="pt57684"/>
            <p:cNvSpPr/>
            <p:nvPr/>
          </p:nvSpPr>
          <p:spPr>
            <a:xfrm>
              <a:off x="9087709" y="21682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5" name="pt57685"/>
            <p:cNvSpPr/>
            <p:nvPr/>
          </p:nvSpPr>
          <p:spPr>
            <a:xfrm>
              <a:off x="8658156" y="24779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6" name="pt57686"/>
            <p:cNvSpPr/>
            <p:nvPr/>
          </p:nvSpPr>
          <p:spPr>
            <a:xfrm>
              <a:off x="8698750" y="23922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7" name="pt57687"/>
            <p:cNvSpPr/>
            <p:nvPr/>
          </p:nvSpPr>
          <p:spPr>
            <a:xfrm>
              <a:off x="8890393" y="21694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8" name="pt57688"/>
            <p:cNvSpPr/>
            <p:nvPr/>
          </p:nvSpPr>
          <p:spPr>
            <a:xfrm>
              <a:off x="9664325" y="15241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9" name="pt57689"/>
            <p:cNvSpPr/>
            <p:nvPr/>
          </p:nvSpPr>
          <p:spPr>
            <a:xfrm>
              <a:off x="9104672" y="20483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0" name="pt57690"/>
            <p:cNvSpPr/>
            <p:nvPr/>
          </p:nvSpPr>
          <p:spPr>
            <a:xfrm>
              <a:off x="9104672" y="22255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1" name="pt57691"/>
            <p:cNvSpPr/>
            <p:nvPr/>
          </p:nvSpPr>
          <p:spPr>
            <a:xfrm>
              <a:off x="8469500" y="22856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2" name="pt57692"/>
            <p:cNvSpPr/>
            <p:nvPr/>
          </p:nvSpPr>
          <p:spPr>
            <a:xfrm>
              <a:off x="8990670" y="17924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3" name="pt57693"/>
            <p:cNvSpPr/>
            <p:nvPr/>
          </p:nvSpPr>
          <p:spPr>
            <a:xfrm>
              <a:off x="8469500" y="23176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4" name="pt57694"/>
            <p:cNvSpPr/>
            <p:nvPr/>
          </p:nvSpPr>
          <p:spPr>
            <a:xfrm>
              <a:off x="9507319" y="22237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5" name="pt57695"/>
            <p:cNvSpPr/>
            <p:nvPr/>
          </p:nvSpPr>
          <p:spPr>
            <a:xfrm>
              <a:off x="8312152" y="23187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6" name="pt57696"/>
            <p:cNvSpPr/>
            <p:nvPr/>
          </p:nvSpPr>
          <p:spPr>
            <a:xfrm>
              <a:off x="8646309" y="23855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7" name="pt57697"/>
            <p:cNvSpPr/>
            <p:nvPr/>
          </p:nvSpPr>
          <p:spPr>
            <a:xfrm>
              <a:off x="9088645" y="20446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8" name="pt57698"/>
            <p:cNvSpPr/>
            <p:nvPr/>
          </p:nvSpPr>
          <p:spPr>
            <a:xfrm>
              <a:off x="8731558" y="22410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9" name="pt57699"/>
            <p:cNvSpPr/>
            <p:nvPr/>
          </p:nvSpPr>
          <p:spPr>
            <a:xfrm>
              <a:off x="8500809" y="26717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0" name="pt57700"/>
            <p:cNvSpPr/>
            <p:nvPr/>
          </p:nvSpPr>
          <p:spPr>
            <a:xfrm>
              <a:off x="9382404" y="21953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1" name="pt57701"/>
            <p:cNvSpPr/>
            <p:nvPr/>
          </p:nvSpPr>
          <p:spPr>
            <a:xfrm>
              <a:off x="9278233" y="18645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2" name="pt57702"/>
            <p:cNvSpPr/>
            <p:nvPr/>
          </p:nvSpPr>
          <p:spPr>
            <a:xfrm>
              <a:off x="8431181" y="2463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3" name="pt57703"/>
            <p:cNvSpPr/>
            <p:nvPr/>
          </p:nvSpPr>
          <p:spPr>
            <a:xfrm>
              <a:off x="8469500" y="24167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4" name="pt57704"/>
            <p:cNvSpPr/>
            <p:nvPr/>
          </p:nvSpPr>
          <p:spPr>
            <a:xfrm>
              <a:off x="8312152" y="24032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5" name="pt57705"/>
            <p:cNvSpPr/>
            <p:nvPr/>
          </p:nvSpPr>
          <p:spPr>
            <a:xfrm>
              <a:off x="8765338" y="20512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6" name="pt57706"/>
            <p:cNvSpPr/>
            <p:nvPr/>
          </p:nvSpPr>
          <p:spPr>
            <a:xfrm>
              <a:off x="8846813" y="2008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7" name="pt57707"/>
            <p:cNvSpPr/>
            <p:nvPr/>
          </p:nvSpPr>
          <p:spPr>
            <a:xfrm>
              <a:off x="8588529" y="23283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8" name="pt57708"/>
            <p:cNvSpPr/>
            <p:nvPr/>
          </p:nvSpPr>
          <p:spPr>
            <a:xfrm>
              <a:off x="8989011" y="19603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9" name="pt57709"/>
            <p:cNvSpPr/>
            <p:nvPr/>
          </p:nvSpPr>
          <p:spPr>
            <a:xfrm>
              <a:off x="9668168" y="26826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0" name="pt57710"/>
            <p:cNvSpPr/>
            <p:nvPr/>
          </p:nvSpPr>
          <p:spPr>
            <a:xfrm>
              <a:off x="8381780" y="22557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1" name="pt57711"/>
            <p:cNvSpPr/>
            <p:nvPr/>
          </p:nvSpPr>
          <p:spPr>
            <a:xfrm>
              <a:off x="9701667" y="23284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2" name="pt57712"/>
            <p:cNvSpPr/>
            <p:nvPr/>
          </p:nvSpPr>
          <p:spPr>
            <a:xfrm>
              <a:off x="9279466" y="19573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3" name="pt57713"/>
            <p:cNvSpPr/>
            <p:nvPr/>
          </p:nvSpPr>
          <p:spPr>
            <a:xfrm>
              <a:off x="9537100" y="21644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4" name="pt57714"/>
            <p:cNvSpPr/>
            <p:nvPr/>
          </p:nvSpPr>
          <p:spPr>
            <a:xfrm>
              <a:off x="8793552" y="20621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5" name="pt57715"/>
            <p:cNvSpPr/>
            <p:nvPr/>
          </p:nvSpPr>
          <p:spPr>
            <a:xfrm>
              <a:off x="8822239" y="21281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6" name="pt57716"/>
            <p:cNvSpPr/>
            <p:nvPr/>
          </p:nvSpPr>
          <p:spPr>
            <a:xfrm>
              <a:off x="8469500" y="19744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7" name="pt57717"/>
            <p:cNvSpPr/>
            <p:nvPr/>
          </p:nvSpPr>
          <p:spPr>
            <a:xfrm>
              <a:off x="8570436" y="22977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8" name="pt57718"/>
            <p:cNvSpPr/>
            <p:nvPr/>
          </p:nvSpPr>
          <p:spPr>
            <a:xfrm>
              <a:off x="9564411" y="21109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9" name="pt57719"/>
            <p:cNvSpPr/>
            <p:nvPr/>
          </p:nvSpPr>
          <p:spPr>
            <a:xfrm>
              <a:off x="9221993" y="20135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0" name="pt57720"/>
            <p:cNvSpPr/>
            <p:nvPr/>
          </p:nvSpPr>
          <p:spPr>
            <a:xfrm>
              <a:off x="8669239" y="22844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1" name="pt57721"/>
            <p:cNvSpPr/>
            <p:nvPr/>
          </p:nvSpPr>
          <p:spPr>
            <a:xfrm>
              <a:off x="9227900" y="21850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2" name="pt57722"/>
            <p:cNvSpPr/>
            <p:nvPr/>
          </p:nvSpPr>
          <p:spPr>
            <a:xfrm>
              <a:off x="8381780" y="24838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3" name="pt57723"/>
            <p:cNvSpPr/>
            <p:nvPr/>
          </p:nvSpPr>
          <p:spPr>
            <a:xfrm>
              <a:off x="8842954" y="21968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4" name="pt57724"/>
            <p:cNvSpPr/>
            <p:nvPr/>
          </p:nvSpPr>
          <p:spPr>
            <a:xfrm>
              <a:off x="9406741" y="17721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5" name="pt57725"/>
            <p:cNvSpPr/>
            <p:nvPr/>
          </p:nvSpPr>
          <p:spPr>
            <a:xfrm>
              <a:off x="8846813" y="19962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6" name="pt57726"/>
            <p:cNvSpPr/>
            <p:nvPr/>
          </p:nvSpPr>
          <p:spPr>
            <a:xfrm>
              <a:off x="8312152" y="21952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7" name="pt57727"/>
            <p:cNvSpPr/>
            <p:nvPr/>
          </p:nvSpPr>
          <p:spPr>
            <a:xfrm>
              <a:off x="8932228" y="19736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8" name="pt57728"/>
            <p:cNvSpPr/>
            <p:nvPr/>
          </p:nvSpPr>
          <p:spPr>
            <a:xfrm>
              <a:off x="9139903" y="20442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9" name="pt57729"/>
            <p:cNvSpPr/>
            <p:nvPr/>
          </p:nvSpPr>
          <p:spPr>
            <a:xfrm>
              <a:off x="8679650" y="24516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0" name="pt57730"/>
            <p:cNvSpPr/>
            <p:nvPr/>
          </p:nvSpPr>
          <p:spPr>
            <a:xfrm>
              <a:off x="9256140" y="19849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1" name="pt57731"/>
            <p:cNvSpPr/>
            <p:nvPr/>
          </p:nvSpPr>
          <p:spPr>
            <a:xfrm>
              <a:off x="8793552" y="22206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2" name="pt57732"/>
            <p:cNvSpPr/>
            <p:nvPr/>
          </p:nvSpPr>
          <p:spPr>
            <a:xfrm>
              <a:off x="9155766" y="18371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3" name="pt57733"/>
            <p:cNvSpPr/>
            <p:nvPr/>
          </p:nvSpPr>
          <p:spPr>
            <a:xfrm>
              <a:off x="8850587" y="21119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4" name="pt57734"/>
            <p:cNvSpPr/>
            <p:nvPr/>
          </p:nvSpPr>
          <p:spPr>
            <a:xfrm>
              <a:off x="8469500" y="22434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5" name="pt57735"/>
            <p:cNvSpPr/>
            <p:nvPr/>
          </p:nvSpPr>
          <p:spPr>
            <a:xfrm>
              <a:off x="9304571" y="22488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6" name="pt57736"/>
            <p:cNvSpPr/>
            <p:nvPr/>
          </p:nvSpPr>
          <p:spPr>
            <a:xfrm>
              <a:off x="8943456" y="1985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7" name="pt57737"/>
            <p:cNvSpPr/>
            <p:nvPr/>
          </p:nvSpPr>
          <p:spPr>
            <a:xfrm>
              <a:off x="8857896" y="19919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8" name="pt57738"/>
            <p:cNvSpPr/>
            <p:nvPr/>
          </p:nvSpPr>
          <p:spPr>
            <a:xfrm>
              <a:off x="9548435" y="20264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9" name="pt57739"/>
            <p:cNvSpPr/>
            <p:nvPr/>
          </p:nvSpPr>
          <p:spPr>
            <a:xfrm>
              <a:off x="8646309" y="24856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0" name="pt57740"/>
            <p:cNvSpPr/>
            <p:nvPr/>
          </p:nvSpPr>
          <p:spPr>
            <a:xfrm>
              <a:off x="9073023" y="1845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1" name="pt57741"/>
            <p:cNvSpPr/>
            <p:nvPr/>
          </p:nvSpPr>
          <p:spPr>
            <a:xfrm>
              <a:off x="8971473" y="2244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2" name="pt57742"/>
            <p:cNvSpPr/>
            <p:nvPr/>
          </p:nvSpPr>
          <p:spPr>
            <a:xfrm>
              <a:off x="8738867" y="23280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3" name="pt57743"/>
            <p:cNvSpPr/>
            <p:nvPr/>
          </p:nvSpPr>
          <p:spPr>
            <a:xfrm>
              <a:off x="9308507" y="22169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4" name="pt57744"/>
            <p:cNvSpPr/>
            <p:nvPr/>
          </p:nvSpPr>
          <p:spPr>
            <a:xfrm>
              <a:off x="8777185" y="23351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5" name="pt57745"/>
            <p:cNvSpPr/>
            <p:nvPr/>
          </p:nvSpPr>
          <p:spPr>
            <a:xfrm>
              <a:off x="8874912" y="21729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6" name="pt57746"/>
            <p:cNvSpPr/>
            <p:nvPr/>
          </p:nvSpPr>
          <p:spPr>
            <a:xfrm>
              <a:off x="9382404" y="2137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7" name="pt57747"/>
            <p:cNvSpPr/>
            <p:nvPr/>
          </p:nvSpPr>
          <p:spPr>
            <a:xfrm>
              <a:off x="8850587" y="20895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8" name="pt57748"/>
            <p:cNvSpPr/>
            <p:nvPr/>
          </p:nvSpPr>
          <p:spPr>
            <a:xfrm>
              <a:off x="8777185" y="22145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9" name="pt57749"/>
            <p:cNvSpPr/>
            <p:nvPr/>
          </p:nvSpPr>
          <p:spPr>
            <a:xfrm>
              <a:off x="9316366" y="2253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0" name="pt57750"/>
            <p:cNvSpPr/>
            <p:nvPr/>
          </p:nvSpPr>
          <p:spPr>
            <a:xfrm>
              <a:off x="8431181" y="26401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1" name="pt57751"/>
            <p:cNvSpPr/>
            <p:nvPr/>
          </p:nvSpPr>
          <p:spPr>
            <a:xfrm>
              <a:off x="8646309" y="24800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2" name="pt57752"/>
            <p:cNvSpPr/>
            <p:nvPr/>
          </p:nvSpPr>
          <p:spPr>
            <a:xfrm>
              <a:off x="9090502" y="17590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3" name="pt57753"/>
            <p:cNvSpPr/>
            <p:nvPr/>
          </p:nvSpPr>
          <p:spPr>
            <a:xfrm>
              <a:off x="8777185" y="22200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4" name="pt57754"/>
            <p:cNvSpPr/>
            <p:nvPr/>
          </p:nvSpPr>
          <p:spPr>
            <a:xfrm>
              <a:off x="8817779" y="20870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5" name="pt57755"/>
            <p:cNvSpPr/>
            <p:nvPr/>
          </p:nvSpPr>
          <p:spPr>
            <a:xfrm>
              <a:off x="8619838" y="23027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6" name="pt57756"/>
            <p:cNvSpPr/>
            <p:nvPr/>
          </p:nvSpPr>
          <p:spPr>
            <a:xfrm>
              <a:off x="8500809" y="25277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7" name="pt57757"/>
            <p:cNvSpPr/>
            <p:nvPr/>
          </p:nvSpPr>
          <p:spPr>
            <a:xfrm>
              <a:off x="8312152" y="24421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8" name="pt57758"/>
            <p:cNvSpPr/>
            <p:nvPr/>
          </p:nvSpPr>
          <p:spPr>
            <a:xfrm>
              <a:off x="8759093" y="20254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9" name="pt57759"/>
            <p:cNvSpPr/>
            <p:nvPr/>
          </p:nvSpPr>
          <p:spPr>
            <a:xfrm>
              <a:off x="8960020" y="22206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0" name="pt57760"/>
            <p:cNvSpPr/>
            <p:nvPr/>
          </p:nvSpPr>
          <p:spPr>
            <a:xfrm>
              <a:off x="9195593" y="22563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1" name="pt57761"/>
            <p:cNvSpPr/>
            <p:nvPr/>
          </p:nvSpPr>
          <p:spPr>
            <a:xfrm>
              <a:off x="9169122" y="20119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2" name="pt57762"/>
            <p:cNvSpPr/>
            <p:nvPr/>
          </p:nvSpPr>
          <p:spPr>
            <a:xfrm>
              <a:off x="8899053" y="21588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3" name="pt57763"/>
            <p:cNvSpPr/>
            <p:nvPr/>
          </p:nvSpPr>
          <p:spPr>
            <a:xfrm>
              <a:off x="9874745" y="26327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4" name="pt57764"/>
            <p:cNvSpPr/>
            <p:nvPr/>
          </p:nvSpPr>
          <p:spPr>
            <a:xfrm>
              <a:off x="8633583" y="21045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5" name="pt57765"/>
            <p:cNvSpPr/>
            <p:nvPr/>
          </p:nvSpPr>
          <p:spPr>
            <a:xfrm>
              <a:off x="8550210" y="2569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6" name="pt57766"/>
            <p:cNvSpPr/>
            <p:nvPr/>
          </p:nvSpPr>
          <p:spPr>
            <a:xfrm>
              <a:off x="8381780" y="22335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7" name="pt57767"/>
            <p:cNvSpPr/>
            <p:nvPr/>
          </p:nvSpPr>
          <p:spPr>
            <a:xfrm>
              <a:off x="8312152" y="24900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8" name="pt57768"/>
            <p:cNvSpPr/>
            <p:nvPr/>
          </p:nvSpPr>
          <p:spPr>
            <a:xfrm>
              <a:off x="8679650" y="23784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9" name="pt57769"/>
            <p:cNvSpPr/>
            <p:nvPr/>
          </p:nvSpPr>
          <p:spPr>
            <a:xfrm>
              <a:off x="8500809" y="26593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0" name="pt57770"/>
            <p:cNvSpPr/>
            <p:nvPr/>
          </p:nvSpPr>
          <p:spPr>
            <a:xfrm>
              <a:off x="9550412" y="21104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1" name="pt57771"/>
            <p:cNvSpPr/>
            <p:nvPr/>
          </p:nvSpPr>
          <p:spPr>
            <a:xfrm>
              <a:off x="8658156" y="24592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2" name="pt57772"/>
            <p:cNvSpPr/>
            <p:nvPr/>
          </p:nvSpPr>
          <p:spPr>
            <a:xfrm>
              <a:off x="9308507" y="2245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3" name="pt57773"/>
            <p:cNvSpPr/>
            <p:nvPr/>
          </p:nvSpPr>
          <p:spPr>
            <a:xfrm>
              <a:off x="8312152" y="24676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4" name="pt57774"/>
            <p:cNvSpPr/>
            <p:nvPr/>
          </p:nvSpPr>
          <p:spPr>
            <a:xfrm>
              <a:off x="9087709" y="2178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5" name="pt57775"/>
            <p:cNvSpPr/>
            <p:nvPr/>
          </p:nvSpPr>
          <p:spPr>
            <a:xfrm>
              <a:off x="9652003" y="23191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6" name="pt57776"/>
            <p:cNvSpPr/>
            <p:nvPr/>
          </p:nvSpPr>
          <p:spPr>
            <a:xfrm>
              <a:off x="9275425" y="20106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7" name="pt57777"/>
            <p:cNvSpPr/>
            <p:nvPr/>
          </p:nvSpPr>
          <p:spPr>
            <a:xfrm>
              <a:off x="8971473" y="22552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8" name="pt57778"/>
            <p:cNvSpPr/>
            <p:nvPr/>
          </p:nvSpPr>
          <p:spPr>
            <a:xfrm>
              <a:off x="8864906" y="19166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9" name="pt57779"/>
            <p:cNvSpPr/>
            <p:nvPr/>
          </p:nvSpPr>
          <p:spPr>
            <a:xfrm>
              <a:off x="9389022" y="20396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0" name="pt57780"/>
            <p:cNvSpPr/>
            <p:nvPr/>
          </p:nvSpPr>
          <p:spPr>
            <a:xfrm>
              <a:off x="8312152" y="22486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1" name="pt57781"/>
            <p:cNvSpPr/>
            <p:nvPr/>
          </p:nvSpPr>
          <p:spPr>
            <a:xfrm>
              <a:off x="8527280" y="24235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2" name="pt57782"/>
            <p:cNvSpPr/>
            <p:nvPr/>
          </p:nvSpPr>
          <p:spPr>
            <a:xfrm>
              <a:off x="9305101" y="2165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3" name="pt57783"/>
            <p:cNvSpPr/>
            <p:nvPr/>
          </p:nvSpPr>
          <p:spPr>
            <a:xfrm>
              <a:off x="8588529" y="21843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4" name="pt57784"/>
            <p:cNvSpPr/>
            <p:nvPr/>
          </p:nvSpPr>
          <p:spPr>
            <a:xfrm>
              <a:off x="8961983" y="22332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5" name="pt57785"/>
            <p:cNvSpPr/>
            <p:nvPr/>
          </p:nvSpPr>
          <p:spPr>
            <a:xfrm>
              <a:off x="8500809" y="26212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6" name="pt57786"/>
            <p:cNvSpPr/>
            <p:nvPr/>
          </p:nvSpPr>
          <p:spPr>
            <a:xfrm>
              <a:off x="9247109" y="19337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7" name="pt57787"/>
            <p:cNvSpPr/>
            <p:nvPr/>
          </p:nvSpPr>
          <p:spPr>
            <a:xfrm>
              <a:off x="9301626" y="21502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8" name="pt57788"/>
            <p:cNvSpPr/>
            <p:nvPr/>
          </p:nvSpPr>
          <p:spPr>
            <a:xfrm>
              <a:off x="8878122" y="21464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9" name="pt57789"/>
            <p:cNvSpPr/>
            <p:nvPr/>
          </p:nvSpPr>
          <p:spPr>
            <a:xfrm>
              <a:off x="8633583" y="21448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0" name="pt57790"/>
            <p:cNvSpPr/>
            <p:nvPr/>
          </p:nvSpPr>
          <p:spPr>
            <a:xfrm>
              <a:off x="8679650" y="25039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1" name="pt57791"/>
            <p:cNvSpPr/>
            <p:nvPr/>
          </p:nvSpPr>
          <p:spPr>
            <a:xfrm>
              <a:off x="8857896" y="19478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2" name="pt57792"/>
            <p:cNvSpPr/>
            <p:nvPr/>
          </p:nvSpPr>
          <p:spPr>
            <a:xfrm>
              <a:off x="8976925" y="21953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3" name="pt57793"/>
            <p:cNvSpPr/>
            <p:nvPr/>
          </p:nvSpPr>
          <p:spPr>
            <a:xfrm>
              <a:off x="9064645" y="19764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4" name="pt57794"/>
            <p:cNvSpPr/>
            <p:nvPr/>
          </p:nvSpPr>
          <p:spPr>
            <a:xfrm>
              <a:off x="8550210" y="2434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5" name="pt57795"/>
            <p:cNvSpPr/>
            <p:nvPr/>
          </p:nvSpPr>
          <p:spPr>
            <a:xfrm>
              <a:off x="9098616" y="22113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6" name="pt57796"/>
            <p:cNvSpPr/>
            <p:nvPr/>
          </p:nvSpPr>
          <p:spPr>
            <a:xfrm>
              <a:off x="8782816" y="21861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7" name="pt57797"/>
            <p:cNvSpPr/>
            <p:nvPr/>
          </p:nvSpPr>
          <p:spPr>
            <a:xfrm>
              <a:off x="8312152" y="25081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8" name="pt57798"/>
            <p:cNvSpPr/>
            <p:nvPr/>
          </p:nvSpPr>
          <p:spPr>
            <a:xfrm>
              <a:off x="8633583" y="21263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9" name="pt57799"/>
            <p:cNvSpPr/>
            <p:nvPr/>
          </p:nvSpPr>
          <p:spPr>
            <a:xfrm>
              <a:off x="9079049" y="19783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0" name="pt57800"/>
            <p:cNvSpPr/>
            <p:nvPr/>
          </p:nvSpPr>
          <p:spPr>
            <a:xfrm>
              <a:off x="8550210" y="26158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1" name="pt57801"/>
            <p:cNvSpPr/>
            <p:nvPr/>
          </p:nvSpPr>
          <p:spPr>
            <a:xfrm>
              <a:off x="8588529" y="22816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2" name="pt57802"/>
            <p:cNvSpPr/>
            <p:nvPr/>
          </p:nvSpPr>
          <p:spPr>
            <a:xfrm>
              <a:off x="8469500" y="21947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3" name="pt57803"/>
            <p:cNvSpPr/>
            <p:nvPr/>
          </p:nvSpPr>
          <p:spPr>
            <a:xfrm>
              <a:off x="9077064" y="20891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4" name="pt57804"/>
            <p:cNvSpPr/>
            <p:nvPr/>
          </p:nvSpPr>
          <p:spPr>
            <a:xfrm>
              <a:off x="9215429" y="21283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5" name="pt57805"/>
            <p:cNvSpPr/>
            <p:nvPr/>
          </p:nvSpPr>
          <p:spPr>
            <a:xfrm>
              <a:off x="8431181" y="26222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6" name="pt57806"/>
            <p:cNvSpPr/>
            <p:nvPr/>
          </p:nvSpPr>
          <p:spPr>
            <a:xfrm>
              <a:off x="9052414" y="21810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7" name="pt57807"/>
            <p:cNvSpPr/>
            <p:nvPr/>
          </p:nvSpPr>
          <p:spPr>
            <a:xfrm>
              <a:off x="9382404" y="1984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8" name="pt57808"/>
            <p:cNvSpPr/>
            <p:nvPr/>
          </p:nvSpPr>
          <p:spPr>
            <a:xfrm>
              <a:off x="8884367" y="20144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9" name="pt57809"/>
            <p:cNvSpPr/>
            <p:nvPr/>
          </p:nvSpPr>
          <p:spPr>
            <a:xfrm>
              <a:off x="8689465" y="24153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0" name="pt57810"/>
            <p:cNvSpPr/>
            <p:nvPr/>
          </p:nvSpPr>
          <p:spPr>
            <a:xfrm>
              <a:off x="8765338" y="19995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1" name="pt57811"/>
            <p:cNvSpPr/>
            <p:nvPr/>
          </p:nvSpPr>
          <p:spPr>
            <a:xfrm>
              <a:off x="8956027" y="21750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2" name="pt57812"/>
            <p:cNvSpPr/>
            <p:nvPr/>
          </p:nvSpPr>
          <p:spPr>
            <a:xfrm>
              <a:off x="8969616" y="22374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3" name="pt57813"/>
            <p:cNvSpPr/>
            <p:nvPr/>
          </p:nvSpPr>
          <p:spPr>
            <a:xfrm>
              <a:off x="8963923" y="22768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4" name="pt57814"/>
            <p:cNvSpPr/>
            <p:nvPr/>
          </p:nvSpPr>
          <p:spPr>
            <a:xfrm>
              <a:off x="9098616" y="20631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5" name="pt57815"/>
            <p:cNvSpPr/>
            <p:nvPr/>
          </p:nvSpPr>
          <p:spPr>
            <a:xfrm>
              <a:off x="8731558" y="20689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6" name="pt57816"/>
            <p:cNvSpPr/>
            <p:nvPr/>
          </p:nvSpPr>
          <p:spPr>
            <a:xfrm>
              <a:off x="9007935" y="1657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7" name="pt57817"/>
            <p:cNvSpPr/>
            <p:nvPr/>
          </p:nvSpPr>
          <p:spPr>
            <a:xfrm>
              <a:off x="9222422" y="19458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8" name="pt57818"/>
            <p:cNvSpPr/>
            <p:nvPr/>
          </p:nvSpPr>
          <p:spPr>
            <a:xfrm>
              <a:off x="9319557" y="21794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9" name="pt57819"/>
            <p:cNvSpPr/>
            <p:nvPr/>
          </p:nvSpPr>
          <p:spPr>
            <a:xfrm>
              <a:off x="8960020" y="2198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0" name="pt57820"/>
            <p:cNvSpPr/>
            <p:nvPr/>
          </p:nvSpPr>
          <p:spPr>
            <a:xfrm>
              <a:off x="8431181" y="24947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1" name="pt57821"/>
            <p:cNvSpPr/>
            <p:nvPr/>
          </p:nvSpPr>
          <p:spPr>
            <a:xfrm>
              <a:off x="9414750" y="20879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2" name="pt57822"/>
            <p:cNvSpPr/>
            <p:nvPr/>
          </p:nvSpPr>
          <p:spPr>
            <a:xfrm>
              <a:off x="9196093" y="22525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3" name="pt57823"/>
            <p:cNvSpPr/>
            <p:nvPr/>
          </p:nvSpPr>
          <p:spPr>
            <a:xfrm>
              <a:off x="8822239" y="21506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4" name="pt57824"/>
            <p:cNvSpPr/>
            <p:nvPr/>
          </p:nvSpPr>
          <p:spPr>
            <a:xfrm>
              <a:off x="8312152" y="21008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5" name="pt57825"/>
            <p:cNvSpPr/>
            <p:nvPr/>
          </p:nvSpPr>
          <p:spPr>
            <a:xfrm>
              <a:off x="9098616" y="22106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6" name="pt57826"/>
            <p:cNvSpPr/>
            <p:nvPr/>
          </p:nvSpPr>
          <p:spPr>
            <a:xfrm>
              <a:off x="9141283" y="22457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7" name="pt57827"/>
            <p:cNvSpPr/>
            <p:nvPr/>
          </p:nvSpPr>
          <p:spPr>
            <a:xfrm>
              <a:off x="8857896" y="19741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8" name="pt57828"/>
            <p:cNvSpPr/>
            <p:nvPr/>
          </p:nvSpPr>
          <p:spPr>
            <a:xfrm>
              <a:off x="9898409" y="25146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9" name="pt57829"/>
            <p:cNvSpPr/>
            <p:nvPr/>
          </p:nvSpPr>
          <p:spPr>
            <a:xfrm>
              <a:off x="9274162" y="19228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0" name="pt57830"/>
            <p:cNvSpPr/>
            <p:nvPr/>
          </p:nvSpPr>
          <p:spPr>
            <a:xfrm>
              <a:off x="9548435" y="20824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1" name="pt57831"/>
            <p:cNvSpPr/>
            <p:nvPr/>
          </p:nvSpPr>
          <p:spPr>
            <a:xfrm>
              <a:off x="9286390" y="18952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2" name="pt57832"/>
            <p:cNvSpPr/>
            <p:nvPr/>
          </p:nvSpPr>
          <p:spPr>
            <a:xfrm>
              <a:off x="8932228" y="18880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3" name="pt57833"/>
            <p:cNvSpPr/>
            <p:nvPr/>
          </p:nvSpPr>
          <p:spPr>
            <a:xfrm>
              <a:off x="8633583" y="21037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4" name="pt57834"/>
            <p:cNvSpPr/>
            <p:nvPr/>
          </p:nvSpPr>
          <p:spPr>
            <a:xfrm>
              <a:off x="9474060" y="20853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5" name="pt57835"/>
            <p:cNvSpPr/>
            <p:nvPr/>
          </p:nvSpPr>
          <p:spPr>
            <a:xfrm>
              <a:off x="8887406" y="19137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6" name="pt57836"/>
            <p:cNvSpPr/>
            <p:nvPr/>
          </p:nvSpPr>
          <p:spPr>
            <a:xfrm>
              <a:off x="8958035" y="2252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7" name="pt57837"/>
            <p:cNvSpPr/>
            <p:nvPr/>
          </p:nvSpPr>
          <p:spPr>
            <a:xfrm>
              <a:off x="9538601" y="21610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8" name="pt57838"/>
            <p:cNvSpPr/>
            <p:nvPr/>
          </p:nvSpPr>
          <p:spPr>
            <a:xfrm>
              <a:off x="9321732" y="21896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9" name="pt57839"/>
            <p:cNvSpPr/>
            <p:nvPr/>
          </p:nvSpPr>
          <p:spPr>
            <a:xfrm>
              <a:off x="8904593" y="22305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0" name="pt57840"/>
            <p:cNvSpPr/>
            <p:nvPr/>
          </p:nvSpPr>
          <p:spPr>
            <a:xfrm>
              <a:off x="8312152" y="2451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1" name="pt57841"/>
            <p:cNvSpPr/>
            <p:nvPr/>
          </p:nvSpPr>
          <p:spPr>
            <a:xfrm>
              <a:off x="9034193" y="17790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2" name="pt57842"/>
            <p:cNvSpPr/>
            <p:nvPr/>
          </p:nvSpPr>
          <p:spPr>
            <a:xfrm>
              <a:off x="8976925" y="22168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3" name="pt57843"/>
            <p:cNvSpPr/>
            <p:nvPr/>
          </p:nvSpPr>
          <p:spPr>
            <a:xfrm>
              <a:off x="8658156" y="24253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4" name="pt57844"/>
            <p:cNvSpPr/>
            <p:nvPr/>
          </p:nvSpPr>
          <p:spPr>
            <a:xfrm>
              <a:off x="9031610" y="18514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5" name="pt57845"/>
            <p:cNvSpPr/>
            <p:nvPr/>
          </p:nvSpPr>
          <p:spPr>
            <a:xfrm>
              <a:off x="8850587" y="20677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6" name="pt57846"/>
            <p:cNvSpPr/>
            <p:nvPr/>
          </p:nvSpPr>
          <p:spPr>
            <a:xfrm>
              <a:off x="8982209" y="2027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7" name="pt57847"/>
            <p:cNvSpPr/>
            <p:nvPr/>
          </p:nvSpPr>
          <p:spPr>
            <a:xfrm>
              <a:off x="9034193" y="16866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8" name="pt57848"/>
            <p:cNvSpPr/>
            <p:nvPr/>
          </p:nvSpPr>
          <p:spPr>
            <a:xfrm>
              <a:off x="8788268" y="22265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9" name="pt57849"/>
            <p:cNvSpPr/>
            <p:nvPr/>
          </p:nvSpPr>
          <p:spPr>
            <a:xfrm>
              <a:off x="8982209" y="20350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0" name="pt57850"/>
            <p:cNvSpPr/>
            <p:nvPr/>
          </p:nvSpPr>
          <p:spPr>
            <a:xfrm>
              <a:off x="8381780" y="24305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1" name="pt57851"/>
            <p:cNvSpPr/>
            <p:nvPr/>
          </p:nvSpPr>
          <p:spPr>
            <a:xfrm>
              <a:off x="8619838" y="25841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2" name="pt57852"/>
            <p:cNvSpPr/>
            <p:nvPr/>
          </p:nvSpPr>
          <p:spPr>
            <a:xfrm>
              <a:off x="8738867" y="2118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3" name="pt57853"/>
            <p:cNvSpPr/>
            <p:nvPr/>
          </p:nvSpPr>
          <p:spPr>
            <a:xfrm>
              <a:off x="8707558" y="22000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4" name="pt57854"/>
            <p:cNvSpPr/>
            <p:nvPr/>
          </p:nvSpPr>
          <p:spPr>
            <a:xfrm>
              <a:off x="8619838" y="20704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5" name="pt57855"/>
            <p:cNvSpPr/>
            <p:nvPr/>
          </p:nvSpPr>
          <p:spPr>
            <a:xfrm>
              <a:off x="9148018" y="21253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6" name="pt57856"/>
            <p:cNvSpPr/>
            <p:nvPr/>
          </p:nvSpPr>
          <p:spPr>
            <a:xfrm>
              <a:off x="8782816" y="21237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7" name="pt57857"/>
            <p:cNvSpPr/>
            <p:nvPr/>
          </p:nvSpPr>
          <p:spPr>
            <a:xfrm>
              <a:off x="8570436" y="25753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8" name="pt57858"/>
            <p:cNvSpPr/>
            <p:nvPr/>
          </p:nvSpPr>
          <p:spPr>
            <a:xfrm>
              <a:off x="9184210" y="22133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9" name="pt57859"/>
            <p:cNvSpPr/>
            <p:nvPr/>
          </p:nvSpPr>
          <p:spPr>
            <a:xfrm>
              <a:off x="8431181" y="23553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0" name="pt57860"/>
            <p:cNvSpPr/>
            <p:nvPr/>
          </p:nvSpPr>
          <p:spPr>
            <a:xfrm>
              <a:off x="8679650" y="22987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1" name="pt57861"/>
            <p:cNvSpPr/>
            <p:nvPr/>
          </p:nvSpPr>
          <p:spPr>
            <a:xfrm>
              <a:off x="8381780" y="24311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2" name="pt57862"/>
            <p:cNvSpPr/>
            <p:nvPr/>
          </p:nvSpPr>
          <p:spPr>
            <a:xfrm>
              <a:off x="8745877" y="20684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3" name="pt57863"/>
            <p:cNvSpPr/>
            <p:nvPr/>
          </p:nvSpPr>
          <p:spPr>
            <a:xfrm>
              <a:off x="8679650" y="23996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4" name="pt57864"/>
            <p:cNvSpPr/>
            <p:nvPr/>
          </p:nvSpPr>
          <p:spPr>
            <a:xfrm>
              <a:off x="9978328" y="25000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5" name="pt57865"/>
            <p:cNvSpPr/>
            <p:nvPr/>
          </p:nvSpPr>
          <p:spPr>
            <a:xfrm>
              <a:off x="8431181" y="22949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6" name="pt57866"/>
            <p:cNvSpPr/>
            <p:nvPr/>
          </p:nvSpPr>
          <p:spPr>
            <a:xfrm>
              <a:off x="9701667" y="24658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7" name="pt57867"/>
            <p:cNvSpPr/>
            <p:nvPr/>
          </p:nvSpPr>
          <p:spPr>
            <a:xfrm>
              <a:off x="8890393" y="20429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8" name="pt57868"/>
            <p:cNvSpPr/>
            <p:nvPr/>
          </p:nvSpPr>
          <p:spPr>
            <a:xfrm>
              <a:off x="9227900" y="21996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9" name="pt57869"/>
            <p:cNvSpPr/>
            <p:nvPr/>
          </p:nvSpPr>
          <p:spPr>
            <a:xfrm>
              <a:off x="8922686" y="18331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0" name="pt57870"/>
            <p:cNvSpPr/>
            <p:nvPr/>
          </p:nvSpPr>
          <p:spPr>
            <a:xfrm>
              <a:off x="9148018" y="21338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1" name="pt57871"/>
            <p:cNvSpPr/>
            <p:nvPr/>
          </p:nvSpPr>
          <p:spPr>
            <a:xfrm>
              <a:off x="8312152" y="25797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2" name="pt57872"/>
            <p:cNvSpPr/>
            <p:nvPr/>
          </p:nvSpPr>
          <p:spPr>
            <a:xfrm>
              <a:off x="9067835" y="18646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3" name="pt57873"/>
            <p:cNvSpPr/>
            <p:nvPr/>
          </p:nvSpPr>
          <p:spPr>
            <a:xfrm>
              <a:off x="9031610" y="18474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4" name="pt57874"/>
            <p:cNvSpPr/>
            <p:nvPr/>
          </p:nvSpPr>
          <p:spPr>
            <a:xfrm>
              <a:off x="9406741" y="17701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5" name="pt57875"/>
            <p:cNvSpPr/>
            <p:nvPr/>
          </p:nvSpPr>
          <p:spPr>
            <a:xfrm>
              <a:off x="9414750" y="21115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6" name="pt57876"/>
            <p:cNvSpPr/>
            <p:nvPr/>
          </p:nvSpPr>
          <p:spPr>
            <a:xfrm>
              <a:off x="9079049" y="1897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7" name="pt57877"/>
            <p:cNvSpPr/>
            <p:nvPr/>
          </p:nvSpPr>
          <p:spPr>
            <a:xfrm>
              <a:off x="8932228" y="19029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8" name="pt57878"/>
            <p:cNvSpPr/>
            <p:nvPr/>
          </p:nvSpPr>
          <p:spPr>
            <a:xfrm>
              <a:off x="9305101" y="21723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9" name="pt57879"/>
            <p:cNvSpPr/>
            <p:nvPr/>
          </p:nvSpPr>
          <p:spPr>
            <a:xfrm>
              <a:off x="8381780" y="24293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0" name="pt57880"/>
            <p:cNvSpPr/>
            <p:nvPr/>
          </p:nvSpPr>
          <p:spPr>
            <a:xfrm>
              <a:off x="9279466" y="2008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1" name="pt57881"/>
            <p:cNvSpPr/>
            <p:nvPr/>
          </p:nvSpPr>
          <p:spPr>
            <a:xfrm>
              <a:off x="8570436" y="23738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2" name="pt57882"/>
            <p:cNvSpPr/>
            <p:nvPr/>
          </p:nvSpPr>
          <p:spPr>
            <a:xfrm>
              <a:off x="8932228" y="1790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3" name="pt57883"/>
            <p:cNvSpPr/>
            <p:nvPr/>
          </p:nvSpPr>
          <p:spPr>
            <a:xfrm>
              <a:off x="8500809" y="24146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4" name="pt57884"/>
            <p:cNvSpPr/>
            <p:nvPr/>
          </p:nvSpPr>
          <p:spPr>
            <a:xfrm>
              <a:off x="8312152" y="2410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5" name="pt57885"/>
            <p:cNvSpPr/>
            <p:nvPr/>
          </p:nvSpPr>
          <p:spPr>
            <a:xfrm>
              <a:off x="9124709" y="21249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6" name="pt57886"/>
            <p:cNvSpPr/>
            <p:nvPr/>
          </p:nvSpPr>
          <p:spPr>
            <a:xfrm>
              <a:off x="9356410" y="20782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7" name="pt57887"/>
            <p:cNvSpPr/>
            <p:nvPr/>
          </p:nvSpPr>
          <p:spPr>
            <a:xfrm>
              <a:off x="9247109" y="19760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8" name="pt57888"/>
            <p:cNvSpPr/>
            <p:nvPr/>
          </p:nvSpPr>
          <p:spPr>
            <a:xfrm>
              <a:off x="8312152" y="24733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9" name="pt57889"/>
            <p:cNvSpPr/>
            <p:nvPr/>
          </p:nvSpPr>
          <p:spPr>
            <a:xfrm>
              <a:off x="9187390" y="23043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0" name="pt57890"/>
            <p:cNvSpPr/>
            <p:nvPr/>
          </p:nvSpPr>
          <p:spPr>
            <a:xfrm>
              <a:off x="9030305" y="19049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1" name="pt57891"/>
            <p:cNvSpPr/>
            <p:nvPr/>
          </p:nvSpPr>
          <p:spPr>
            <a:xfrm>
              <a:off x="9097733" y="19363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2" name="pt57892"/>
            <p:cNvSpPr/>
            <p:nvPr/>
          </p:nvSpPr>
          <p:spPr>
            <a:xfrm>
              <a:off x="9360483" y="20032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3" name="pt57893"/>
            <p:cNvSpPr/>
            <p:nvPr/>
          </p:nvSpPr>
          <p:spPr>
            <a:xfrm>
              <a:off x="8987335" y="20861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4" name="pt57894"/>
            <p:cNvSpPr/>
            <p:nvPr/>
          </p:nvSpPr>
          <p:spPr>
            <a:xfrm>
              <a:off x="8738867" y="21198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5" name="pt57895"/>
            <p:cNvSpPr/>
            <p:nvPr/>
          </p:nvSpPr>
          <p:spPr>
            <a:xfrm>
              <a:off x="9088645" y="19181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6" name="pt57896"/>
            <p:cNvSpPr/>
            <p:nvPr/>
          </p:nvSpPr>
          <p:spPr>
            <a:xfrm>
              <a:off x="9423467" y="19863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7" name="pt57897"/>
            <p:cNvSpPr/>
            <p:nvPr/>
          </p:nvSpPr>
          <p:spPr>
            <a:xfrm>
              <a:off x="9528241" y="20484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8" name="pt57898"/>
            <p:cNvSpPr/>
            <p:nvPr/>
          </p:nvSpPr>
          <p:spPr>
            <a:xfrm>
              <a:off x="9050093" y="22795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9" name="pt57899"/>
            <p:cNvSpPr/>
            <p:nvPr/>
          </p:nvSpPr>
          <p:spPr>
            <a:xfrm>
              <a:off x="9274162" y="19332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0" name="pt57900"/>
            <p:cNvSpPr/>
            <p:nvPr/>
          </p:nvSpPr>
          <p:spPr>
            <a:xfrm>
              <a:off x="8312152" y="24466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1" name="pt57901"/>
            <p:cNvSpPr/>
            <p:nvPr/>
          </p:nvSpPr>
          <p:spPr>
            <a:xfrm>
              <a:off x="8604896" y="23928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2" name="pt57902"/>
            <p:cNvSpPr/>
            <p:nvPr/>
          </p:nvSpPr>
          <p:spPr>
            <a:xfrm>
              <a:off x="8312152" y="23202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3" name="pt57903"/>
            <p:cNvSpPr/>
            <p:nvPr/>
          </p:nvSpPr>
          <p:spPr>
            <a:xfrm>
              <a:off x="8927523" y="17416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4" name="pt57904"/>
            <p:cNvSpPr/>
            <p:nvPr/>
          </p:nvSpPr>
          <p:spPr>
            <a:xfrm>
              <a:off x="9325298" y="21692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5" name="pt57905"/>
            <p:cNvSpPr/>
            <p:nvPr/>
          </p:nvSpPr>
          <p:spPr>
            <a:xfrm>
              <a:off x="8312152" y="24260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6" name="pt57906"/>
            <p:cNvSpPr/>
            <p:nvPr/>
          </p:nvSpPr>
          <p:spPr>
            <a:xfrm>
              <a:off x="8588529" y="2266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7" name="pt57907"/>
            <p:cNvSpPr/>
            <p:nvPr/>
          </p:nvSpPr>
          <p:spPr>
            <a:xfrm>
              <a:off x="9316366" y="22220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8" name="pt57908"/>
            <p:cNvSpPr/>
            <p:nvPr/>
          </p:nvSpPr>
          <p:spPr>
            <a:xfrm>
              <a:off x="9186336" y="22412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9" name="pt57909"/>
            <p:cNvSpPr/>
            <p:nvPr/>
          </p:nvSpPr>
          <p:spPr>
            <a:xfrm>
              <a:off x="8817779" y="23499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0" name="pt57910"/>
            <p:cNvSpPr/>
            <p:nvPr/>
          </p:nvSpPr>
          <p:spPr>
            <a:xfrm>
              <a:off x="9031610" y="18962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1" name="pt57911"/>
            <p:cNvSpPr/>
            <p:nvPr/>
          </p:nvSpPr>
          <p:spPr>
            <a:xfrm>
              <a:off x="8907297" y="20872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2" name="pt57912"/>
            <p:cNvSpPr/>
            <p:nvPr/>
          </p:nvSpPr>
          <p:spPr>
            <a:xfrm>
              <a:off x="8469500" y="23525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3" name="pt57913"/>
            <p:cNvSpPr/>
            <p:nvPr/>
          </p:nvSpPr>
          <p:spPr>
            <a:xfrm>
              <a:off x="8588529" y="2145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4" name="pt57914"/>
            <p:cNvSpPr/>
            <p:nvPr/>
          </p:nvSpPr>
          <p:spPr>
            <a:xfrm>
              <a:off x="8707558" y="22800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5" name="pt57915"/>
            <p:cNvSpPr/>
            <p:nvPr/>
          </p:nvSpPr>
          <p:spPr>
            <a:xfrm>
              <a:off x="8874912" y="20806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6" name="pt57916"/>
            <p:cNvSpPr/>
            <p:nvPr/>
          </p:nvSpPr>
          <p:spPr>
            <a:xfrm>
              <a:off x="9076063" y="1953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7" name="pt57917"/>
            <p:cNvSpPr/>
            <p:nvPr/>
          </p:nvSpPr>
          <p:spPr>
            <a:xfrm>
              <a:off x="8813199" y="20355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8" name="pt57918"/>
            <p:cNvSpPr/>
            <p:nvPr/>
          </p:nvSpPr>
          <p:spPr>
            <a:xfrm>
              <a:off x="9123951" y="20445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9" name="pt57919"/>
            <p:cNvSpPr/>
            <p:nvPr/>
          </p:nvSpPr>
          <p:spPr>
            <a:xfrm>
              <a:off x="8431181" y="24903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0" name="pt57920"/>
            <p:cNvSpPr/>
            <p:nvPr/>
          </p:nvSpPr>
          <p:spPr>
            <a:xfrm>
              <a:off x="8500809" y="25775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1" name="pt57921"/>
            <p:cNvSpPr/>
            <p:nvPr/>
          </p:nvSpPr>
          <p:spPr>
            <a:xfrm>
              <a:off x="8854280" y="21743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2" name="pt57922"/>
            <p:cNvSpPr/>
            <p:nvPr/>
          </p:nvSpPr>
          <p:spPr>
            <a:xfrm>
              <a:off x="8698750" y="22480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3" name="pt57923"/>
            <p:cNvSpPr/>
            <p:nvPr/>
          </p:nvSpPr>
          <p:spPr>
            <a:xfrm>
              <a:off x="8932228" y="18917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4" name="pt57924"/>
            <p:cNvSpPr/>
            <p:nvPr/>
          </p:nvSpPr>
          <p:spPr>
            <a:xfrm>
              <a:off x="8947749" y="21423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5" name="pt57925"/>
            <p:cNvSpPr/>
            <p:nvPr/>
          </p:nvSpPr>
          <p:spPr>
            <a:xfrm>
              <a:off x="8604896" y="21919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6" name="pt57926"/>
            <p:cNvSpPr/>
            <p:nvPr/>
          </p:nvSpPr>
          <p:spPr>
            <a:xfrm>
              <a:off x="9031610" y="18267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7" name="pt57927"/>
            <p:cNvSpPr/>
            <p:nvPr/>
          </p:nvSpPr>
          <p:spPr>
            <a:xfrm>
              <a:off x="9400632" y="1954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8" name="pt57928"/>
            <p:cNvSpPr/>
            <p:nvPr/>
          </p:nvSpPr>
          <p:spPr>
            <a:xfrm>
              <a:off x="8381780" y="23356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9" name="pt57929"/>
            <p:cNvSpPr/>
            <p:nvPr/>
          </p:nvSpPr>
          <p:spPr>
            <a:xfrm>
              <a:off x="8633583" y="20861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0" name="pt57930"/>
            <p:cNvSpPr/>
            <p:nvPr/>
          </p:nvSpPr>
          <p:spPr>
            <a:xfrm>
              <a:off x="8752612" y="22417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1" name="pt57931"/>
            <p:cNvSpPr/>
            <p:nvPr/>
          </p:nvSpPr>
          <p:spPr>
            <a:xfrm>
              <a:off x="8527280" y="27386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2" name="pt57932"/>
            <p:cNvSpPr/>
            <p:nvPr/>
          </p:nvSpPr>
          <p:spPr>
            <a:xfrm>
              <a:off x="9007935" y="17524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3" name="pt57933"/>
            <p:cNvSpPr/>
            <p:nvPr/>
          </p:nvSpPr>
          <p:spPr>
            <a:xfrm>
              <a:off x="8881273" y="22950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4" name="pt57934"/>
            <p:cNvSpPr/>
            <p:nvPr/>
          </p:nvSpPr>
          <p:spPr>
            <a:xfrm>
              <a:off x="9457237" y="2169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5" name="pt57935"/>
            <p:cNvSpPr/>
            <p:nvPr/>
          </p:nvSpPr>
          <p:spPr>
            <a:xfrm>
              <a:off x="9187390" y="22548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6" name="pt57936"/>
            <p:cNvSpPr/>
            <p:nvPr/>
          </p:nvSpPr>
          <p:spPr>
            <a:xfrm>
              <a:off x="9517293" y="21368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7" name="pt57937"/>
            <p:cNvSpPr/>
            <p:nvPr/>
          </p:nvSpPr>
          <p:spPr>
            <a:xfrm>
              <a:off x="9102103" y="20844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8" name="pt57938"/>
            <p:cNvSpPr/>
            <p:nvPr/>
          </p:nvSpPr>
          <p:spPr>
            <a:xfrm>
              <a:off x="8469500" y="23938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9" name="pt57939"/>
            <p:cNvSpPr/>
            <p:nvPr/>
          </p:nvSpPr>
          <p:spPr>
            <a:xfrm>
              <a:off x="8500809" y="26420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0" name="pt57940"/>
            <p:cNvSpPr/>
            <p:nvPr/>
          </p:nvSpPr>
          <p:spPr>
            <a:xfrm>
              <a:off x="9557615" y="21511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1" name="pt57941"/>
            <p:cNvSpPr/>
            <p:nvPr/>
          </p:nvSpPr>
          <p:spPr>
            <a:xfrm>
              <a:off x="8604896" y="22839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2" name="pt57942"/>
            <p:cNvSpPr/>
            <p:nvPr/>
          </p:nvSpPr>
          <p:spPr>
            <a:xfrm>
              <a:off x="9548628" y="22714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3" name="pt57943"/>
            <p:cNvSpPr/>
            <p:nvPr/>
          </p:nvSpPr>
          <p:spPr>
            <a:xfrm>
              <a:off x="9360483" y="2107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4" name="pt57944"/>
            <p:cNvSpPr/>
            <p:nvPr/>
          </p:nvSpPr>
          <p:spPr>
            <a:xfrm>
              <a:off x="8431181" y="27067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5" name="pt57945"/>
            <p:cNvSpPr/>
            <p:nvPr/>
          </p:nvSpPr>
          <p:spPr>
            <a:xfrm>
              <a:off x="8619838" y="23306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6" name="pt57946"/>
            <p:cNvSpPr/>
            <p:nvPr/>
          </p:nvSpPr>
          <p:spPr>
            <a:xfrm>
              <a:off x="8431181" y="21483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7" name="pt57947"/>
            <p:cNvSpPr/>
            <p:nvPr/>
          </p:nvSpPr>
          <p:spPr>
            <a:xfrm>
              <a:off x="8431181" y="24291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8" name="pt57948"/>
            <p:cNvSpPr/>
            <p:nvPr/>
          </p:nvSpPr>
          <p:spPr>
            <a:xfrm>
              <a:off x="9828342" y="2351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9" name="pt57949"/>
            <p:cNvSpPr/>
            <p:nvPr/>
          </p:nvSpPr>
          <p:spPr>
            <a:xfrm>
              <a:off x="8813199" y="20691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0" name="pt57950"/>
            <p:cNvSpPr/>
            <p:nvPr/>
          </p:nvSpPr>
          <p:spPr>
            <a:xfrm>
              <a:off x="9187914" y="22204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1" name="pt57951"/>
            <p:cNvSpPr/>
            <p:nvPr/>
          </p:nvSpPr>
          <p:spPr>
            <a:xfrm>
              <a:off x="9044150" y="17424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2" name="pt57952"/>
            <p:cNvSpPr/>
            <p:nvPr/>
          </p:nvSpPr>
          <p:spPr>
            <a:xfrm>
              <a:off x="8381780" y="23015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3" name="pt57953"/>
            <p:cNvSpPr/>
            <p:nvPr/>
          </p:nvSpPr>
          <p:spPr>
            <a:xfrm>
              <a:off x="9388372" y="20748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4" name="pt57954"/>
            <p:cNvSpPr/>
            <p:nvPr/>
          </p:nvSpPr>
          <p:spPr>
            <a:xfrm>
              <a:off x="9147356" y="23176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5" name="pt57955"/>
            <p:cNvSpPr/>
            <p:nvPr/>
          </p:nvSpPr>
          <p:spPr>
            <a:xfrm>
              <a:off x="8431181" y="25358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6" name="pt57956"/>
            <p:cNvSpPr/>
            <p:nvPr/>
          </p:nvSpPr>
          <p:spPr>
            <a:xfrm>
              <a:off x="8646309" y="23967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7" name="pt57957"/>
            <p:cNvSpPr/>
            <p:nvPr/>
          </p:nvSpPr>
          <p:spPr>
            <a:xfrm>
              <a:off x="8707558" y="23642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8" name="pt57958"/>
            <p:cNvSpPr/>
            <p:nvPr/>
          </p:nvSpPr>
          <p:spPr>
            <a:xfrm>
              <a:off x="9115383" y="20397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9" name="pt57959"/>
            <p:cNvSpPr/>
            <p:nvPr/>
          </p:nvSpPr>
          <p:spPr>
            <a:xfrm>
              <a:off x="9050093" y="21387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0" name="pt57960"/>
            <p:cNvSpPr/>
            <p:nvPr/>
          </p:nvSpPr>
          <p:spPr>
            <a:xfrm>
              <a:off x="9482363" y="23866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1" name="pt57961"/>
            <p:cNvSpPr/>
            <p:nvPr/>
          </p:nvSpPr>
          <p:spPr>
            <a:xfrm>
              <a:off x="9177111" y="19570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2" name="pt57962"/>
            <p:cNvSpPr/>
            <p:nvPr/>
          </p:nvSpPr>
          <p:spPr>
            <a:xfrm>
              <a:off x="8884367" y="20555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3" name="pt57963"/>
            <p:cNvSpPr/>
            <p:nvPr/>
          </p:nvSpPr>
          <p:spPr>
            <a:xfrm>
              <a:off x="8588529" y="22856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4" name="pt57964"/>
            <p:cNvSpPr/>
            <p:nvPr/>
          </p:nvSpPr>
          <p:spPr>
            <a:xfrm>
              <a:off x="9581160" y="2258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5" name="pt57965"/>
            <p:cNvSpPr/>
            <p:nvPr/>
          </p:nvSpPr>
          <p:spPr>
            <a:xfrm>
              <a:off x="8868306" y="22597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6" name="pt57966"/>
            <p:cNvSpPr/>
            <p:nvPr/>
          </p:nvSpPr>
          <p:spPr>
            <a:xfrm>
              <a:off x="8846813" y="18698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7" name="pt57967"/>
            <p:cNvSpPr/>
            <p:nvPr/>
          </p:nvSpPr>
          <p:spPr>
            <a:xfrm>
              <a:off x="8813199" y="20371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8" name="pt57968"/>
            <p:cNvSpPr/>
            <p:nvPr/>
          </p:nvSpPr>
          <p:spPr>
            <a:xfrm>
              <a:off x="8669239" y="23966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9" name="pt57969"/>
            <p:cNvSpPr/>
            <p:nvPr/>
          </p:nvSpPr>
          <p:spPr>
            <a:xfrm>
              <a:off x="8619838" y="22049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0" name="pt57970"/>
            <p:cNvSpPr/>
            <p:nvPr/>
          </p:nvSpPr>
          <p:spPr>
            <a:xfrm>
              <a:off x="9027663" y="18045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1" name="pt57971"/>
            <p:cNvSpPr/>
            <p:nvPr/>
          </p:nvSpPr>
          <p:spPr>
            <a:xfrm>
              <a:off x="9382404" y="21240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2" name="pt57972"/>
            <p:cNvSpPr/>
            <p:nvPr/>
          </p:nvSpPr>
          <p:spPr>
            <a:xfrm>
              <a:off x="8949856" y="20461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3" name="pt57973"/>
            <p:cNvSpPr/>
            <p:nvPr/>
          </p:nvSpPr>
          <p:spPr>
            <a:xfrm>
              <a:off x="8500809" y="26042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4" name="pt57974"/>
            <p:cNvSpPr/>
            <p:nvPr/>
          </p:nvSpPr>
          <p:spPr>
            <a:xfrm>
              <a:off x="8765338" y="20032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5" name="pt57975"/>
            <p:cNvSpPr/>
            <p:nvPr/>
          </p:nvSpPr>
          <p:spPr>
            <a:xfrm>
              <a:off x="8381780" y="24987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6" name="pt57976"/>
            <p:cNvSpPr/>
            <p:nvPr/>
          </p:nvSpPr>
          <p:spPr>
            <a:xfrm>
              <a:off x="8500809" y="24668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7" name="pt57977"/>
            <p:cNvSpPr/>
            <p:nvPr/>
          </p:nvSpPr>
          <p:spPr>
            <a:xfrm>
              <a:off x="8588529" y="23224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8" name="pt57978"/>
            <p:cNvSpPr/>
            <p:nvPr/>
          </p:nvSpPr>
          <p:spPr>
            <a:xfrm>
              <a:off x="9221993" y="20216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9" name="pt57979"/>
            <p:cNvSpPr/>
            <p:nvPr/>
          </p:nvSpPr>
          <p:spPr>
            <a:xfrm>
              <a:off x="8707558" y="23331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0" name="pt57980"/>
            <p:cNvSpPr/>
            <p:nvPr/>
          </p:nvSpPr>
          <p:spPr>
            <a:xfrm>
              <a:off x="9680997" y="24244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1" name="pt57981"/>
            <p:cNvSpPr/>
            <p:nvPr/>
          </p:nvSpPr>
          <p:spPr>
            <a:xfrm>
              <a:off x="8980466" y="20073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2" name="pt57982"/>
            <p:cNvSpPr/>
            <p:nvPr/>
          </p:nvSpPr>
          <p:spPr>
            <a:xfrm>
              <a:off x="8658156" y="24511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3" name="pt57983"/>
            <p:cNvSpPr/>
            <p:nvPr/>
          </p:nvSpPr>
          <p:spPr>
            <a:xfrm>
              <a:off x="9151289" y="21290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4" name="pt57984"/>
            <p:cNvSpPr/>
            <p:nvPr/>
          </p:nvSpPr>
          <p:spPr>
            <a:xfrm>
              <a:off x="9471970" y="23242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5" name="pt57985"/>
            <p:cNvSpPr/>
            <p:nvPr/>
          </p:nvSpPr>
          <p:spPr>
            <a:xfrm>
              <a:off x="8312152" y="24919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6" name="pt57986"/>
            <p:cNvSpPr/>
            <p:nvPr/>
          </p:nvSpPr>
          <p:spPr>
            <a:xfrm>
              <a:off x="9104672" y="2147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7" name="pt57987"/>
            <p:cNvSpPr/>
            <p:nvPr/>
          </p:nvSpPr>
          <p:spPr>
            <a:xfrm>
              <a:off x="9350622" y="20908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8" name="pt57988"/>
            <p:cNvSpPr/>
            <p:nvPr/>
          </p:nvSpPr>
          <p:spPr>
            <a:xfrm>
              <a:off x="8669239" y="2435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9" name="pt57989"/>
            <p:cNvSpPr/>
            <p:nvPr/>
          </p:nvSpPr>
          <p:spPr>
            <a:xfrm>
              <a:off x="8312152" y="24615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0" name="pt57990"/>
            <p:cNvSpPr/>
            <p:nvPr/>
          </p:nvSpPr>
          <p:spPr>
            <a:xfrm>
              <a:off x="8646309" y="24436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1" name="pt57991"/>
            <p:cNvSpPr/>
            <p:nvPr/>
          </p:nvSpPr>
          <p:spPr>
            <a:xfrm>
              <a:off x="9525110" y="18002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2" name="pt57992"/>
            <p:cNvSpPr/>
            <p:nvPr/>
          </p:nvSpPr>
          <p:spPr>
            <a:xfrm>
              <a:off x="8588529" y="21652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3" name="pt57993"/>
            <p:cNvSpPr/>
            <p:nvPr/>
          </p:nvSpPr>
          <p:spPr>
            <a:xfrm>
              <a:off x="8771364" y="23222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4" name="pt57994"/>
            <p:cNvSpPr/>
            <p:nvPr/>
          </p:nvSpPr>
          <p:spPr>
            <a:xfrm>
              <a:off x="9680997" y="24630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5" name="pt57995"/>
            <p:cNvSpPr/>
            <p:nvPr/>
          </p:nvSpPr>
          <p:spPr>
            <a:xfrm>
              <a:off x="8854280" y="19333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6" name="pt57996"/>
            <p:cNvSpPr/>
            <p:nvPr/>
          </p:nvSpPr>
          <p:spPr>
            <a:xfrm>
              <a:off x="9828342" y="23648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7" name="pt57997"/>
            <p:cNvSpPr/>
            <p:nvPr/>
          </p:nvSpPr>
          <p:spPr>
            <a:xfrm>
              <a:off x="8570436" y="25013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8" name="pt57998"/>
            <p:cNvSpPr/>
            <p:nvPr/>
          </p:nvSpPr>
          <p:spPr>
            <a:xfrm>
              <a:off x="9434026" y="18735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9" name="pt57999"/>
            <p:cNvSpPr/>
            <p:nvPr/>
          </p:nvSpPr>
          <p:spPr>
            <a:xfrm>
              <a:off x="8381780" y="23663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0" name="pt58000"/>
            <p:cNvSpPr/>
            <p:nvPr/>
          </p:nvSpPr>
          <p:spPr>
            <a:xfrm>
              <a:off x="9098616" y="21336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1" name="pt58001"/>
            <p:cNvSpPr/>
            <p:nvPr/>
          </p:nvSpPr>
          <p:spPr>
            <a:xfrm>
              <a:off x="9077064" y="19155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2" name="pt58002"/>
            <p:cNvSpPr/>
            <p:nvPr/>
          </p:nvSpPr>
          <p:spPr>
            <a:xfrm>
              <a:off x="8312152" y="24805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3" name="pt58003"/>
            <p:cNvSpPr/>
            <p:nvPr/>
          </p:nvSpPr>
          <p:spPr>
            <a:xfrm>
              <a:off x="9594370" y="23638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4" name="pt58004"/>
            <p:cNvSpPr/>
            <p:nvPr/>
          </p:nvSpPr>
          <p:spPr>
            <a:xfrm>
              <a:off x="8965842" y="23224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5" name="pt58005"/>
            <p:cNvSpPr/>
            <p:nvPr/>
          </p:nvSpPr>
          <p:spPr>
            <a:xfrm>
              <a:off x="8798679" y="20184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6" name="pt58006"/>
            <p:cNvSpPr/>
            <p:nvPr/>
          </p:nvSpPr>
          <p:spPr>
            <a:xfrm>
              <a:off x="8771364" y="23349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7" name="pt58007"/>
            <p:cNvSpPr/>
            <p:nvPr/>
          </p:nvSpPr>
          <p:spPr>
            <a:xfrm>
              <a:off x="9453041" y="21830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8" name="pt58008"/>
            <p:cNvSpPr/>
            <p:nvPr/>
          </p:nvSpPr>
          <p:spPr>
            <a:xfrm>
              <a:off x="8633583" y="21768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9" name="pt58009"/>
            <p:cNvSpPr/>
            <p:nvPr/>
          </p:nvSpPr>
          <p:spPr>
            <a:xfrm>
              <a:off x="8381780" y="23103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0" name="pt58010"/>
            <p:cNvSpPr/>
            <p:nvPr/>
          </p:nvSpPr>
          <p:spPr>
            <a:xfrm>
              <a:off x="9319557" y="21743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1" name="pt58011"/>
            <p:cNvSpPr/>
            <p:nvPr/>
          </p:nvSpPr>
          <p:spPr>
            <a:xfrm>
              <a:off x="9088645" y="18959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2" name="pt58012"/>
            <p:cNvSpPr/>
            <p:nvPr/>
          </p:nvSpPr>
          <p:spPr>
            <a:xfrm>
              <a:off x="9471970" y="22409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3" name="pt58013"/>
            <p:cNvSpPr/>
            <p:nvPr/>
          </p:nvSpPr>
          <p:spPr>
            <a:xfrm>
              <a:off x="8469500" y="21108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4" name="pt58014"/>
            <p:cNvSpPr/>
            <p:nvPr/>
          </p:nvSpPr>
          <p:spPr>
            <a:xfrm>
              <a:off x="9573129" y="23350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5" name="pt58015"/>
            <p:cNvSpPr/>
            <p:nvPr/>
          </p:nvSpPr>
          <p:spPr>
            <a:xfrm>
              <a:off x="8633583" y="2155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6" name="pt58016"/>
            <p:cNvSpPr/>
            <p:nvPr/>
          </p:nvSpPr>
          <p:spPr>
            <a:xfrm>
              <a:off x="8961983" y="22356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7" name="pt58017"/>
            <p:cNvSpPr/>
            <p:nvPr/>
          </p:nvSpPr>
          <p:spPr>
            <a:xfrm>
              <a:off x="8850587" y="19634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8" name="pt58018"/>
            <p:cNvSpPr/>
            <p:nvPr/>
          </p:nvSpPr>
          <p:spPr>
            <a:xfrm>
              <a:off x="8978704" y="20256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9" name="pt58019"/>
            <p:cNvSpPr/>
            <p:nvPr/>
          </p:nvSpPr>
          <p:spPr>
            <a:xfrm>
              <a:off x="9007935" y="18485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0" name="pt58020"/>
            <p:cNvSpPr/>
            <p:nvPr/>
          </p:nvSpPr>
          <p:spPr>
            <a:xfrm>
              <a:off x="8588529" y="22312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1" name="pt58021"/>
            <p:cNvSpPr/>
            <p:nvPr/>
          </p:nvSpPr>
          <p:spPr>
            <a:xfrm>
              <a:off x="9346306" y="22324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2" name="pt58022"/>
            <p:cNvSpPr/>
            <p:nvPr/>
          </p:nvSpPr>
          <p:spPr>
            <a:xfrm>
              <a:off x="9098616" y="21942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3" name="pt58023"/>
            <p:cNvSpPr/>
            <p:nvPr/>
          </p:nvSpPr>
          <p:spPr>
            <a:xfrm>
              <a:off x="9052414" y="21111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4" name="pt58024"/>
            <p:cNvSpPr/>
            <p:nvPr/>
          </p:nvSpPr>
          <p:spPr>
            <a:xfrm>
              <a:off x="8431181" y="22464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5" name="pt58025"/>
            <p:cNvSpPr/>
            <p:nvPr/>
          </p:nvSpPr>
          <p:spPr>
            <a:xfrm>
              <a:off x="9434026" y="18337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6" name="pt58026"/>
            <p:cNvSpPr/>
            <p:nvPr/>
          </p:nvSpPr>
          <p:spPr>
            <a:xfrm>
              <a:off x="8633583" y="20462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7" name="pt58027"/>
            <p:cNvSpPr/>
            <p:nvPr/>
          </p:nvSpPr>
          <p:spPr>
            <a:xfrm>
              <a:off x="9090502" y="18741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8" name="pt58028"/>
            <p:cNvSpPr/>
            <p:nvPr/>
          </p:nvSpPr>
          <p:spPr>
            <a:xfrm>
              <a:off x="8381780" y="23586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9" name="pt58029"/>
            <p:cNvSpPr/>
            <p:nvPr/>
          </p:nvSpPr>
          <p:spPr>
            <a:xfrm>
              <a:off x="8550210" y="25952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0" name="pt58030"/>
            <p:cNvSpPr/>
            <p:nvPr/>
          </p:nvSpPr>
          <p:spPr>
            <a:xfrm>
              <a:off x="8899053" y="23065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1" name="pt58031"/>
            <p:cNvSpPr/>
            <p:nvPr/>
          </p:nvSpPr>
          <p:spPr>
            <a:xfrm>
              <a:off x="8939053" y="17463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2" name="pt58032"/>
            <p:cNvSpPr/>
            <p:nvPr/>
          </p:nvSpPr>
          <p:spPr>
            <a:xfrm>
              <a:off x="9756959" y="22777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3" name="pt58033"/>
            <p:cNvSpPr/>
            <p:nvPr/>
          </p:nvSpPr>
          <p:spPr>
            <a:xfrm>
              <a:off x="8469500" y="23233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4" name="pt58034"/>
            <p:cNvSpPr/>
            <p:nvPr/>
          </p:nvSpPr>
          <p:spPr>
            <a:xfrm>
              <a:off x="8868306" y="22422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5" name="pt58035"/>
            <p:cNvSpPr/>
            <p:nvPr/>
          </p:nvSpPr>
          <p:spPr>
            <a:xfrm>
              <a:off x="8698750" y="22197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6" name="pt58036"/>
            <p:cNvSpPr/>
            <p:nvPr/>
          </p:nvSpPr>
          <p:spPr>
            <a:xfrm>
              <a:off x="9750516" y="23657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7" name="pt58037"/>
            <p:cNvSpPr/>
            <p:nvPr/>
          </p:nvSpPr>
          <p:spPr>
            <a:xfrm>
              <a:off x="9088645" y="19119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8" name="pt58038"/>
            <p:cNvSpPr/>
            <p:nvPr/>
          </p:nvSpPr>
          <p:spPr>
            <a:xfrm>
              <a:off x="9279466" y="19754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9" name="pt58039"/>
            <p:cNvSpPr/>
            <p:nvPr/>
          </p:nvSpPr>
          <p:spPr>
            <a:xfrm>
              <a:off x="8431181" y="23799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0" name="pt58040"/>
            <p:cNvSpPr/>
            <p:nvPr/>
          </p:nvSpPr>
          <p:spPr>
            <a:xfrm>
              <a:off x="9123951" y="21070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1" name="pt58041"/>
            <p:cNvSpPr/>
            <p:nvPr/>
          </p:nvSpPr>
          <p:spPr>
            <a:xfrm>
              <a:off x="8570436" y="22899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2" name="pt58042"/>
            <p:cNvSpPr/>
            <p:nvPr/>
          </p:nvSpPr>
          <p:spPr>
            <a:xfrm>
              <a:off x="9453041" y="23414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3" name="pt58043"/>
            <p:cNvSpPr/>
            <p:nvPr/>
          </p:nvSpPr>
          <p:spPr>
            <a:xfrm>
              <a:off x="9259623" y="19366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4" name="pt58044"/>
            <p:cNvSpPr/>
            <p:nvPr/>
          </p:nvSpPr>
          <p:spPr>
            <a:xfrm>
              <a:off x="9350622" y="21765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5" name="pt58045"/>
            <p:cNvSpPr/>
            <p:nvPr/>
          </p:nvSpPr>
          <p:spPr>
            <a:xfrm>
              <a:off x="8947749" y="21541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6" name="pt58046"/>
            <p:cNvSpPr/>
            <p:nvPr/>
          </p:nvSpPr>
          <p:spPr>
            <a:xfrm>
              <a:off x="9414750" y="20354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7" name="pt58047"/>
            <p:cNvSpPr/>
            <p:nvPr/>
          </p:nvSpPr>
          <p:spPr>
            <a:xfrm>
              <a:off x="8500809" y="2339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8" name="pt58048"/>
            <p:cNvSpPr/>
            <p:nvPr/>
          </p:nvSpPr>
          <p:spPr>
            <a:xfrm>
              <a:off x="9001856" y="2102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9" name="pt58049"/>
            <p:cNvSpPr/>
            <p:nvPr/>
          </p:nvSpPr>
          <p:spPr>
            <a:xfrm>
              <a:off x="8765338" y="2024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0" name="pt58050"/>
            <p:cNvSpPr/>
            <p:nvPr/>
          </p:nvSpPr>
          <p:spPr>
            <a:xfrm>
              <a:off x="8907297" y="23203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1" name="pt58051"/>
            <p:cNvSpPr/>
            <p:nvPr/>
          </p:nvSpPr>
          <p:spPr>
            <a:xfrm>
              <a:off x="9715521" y="22996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2" name="pt58052"/>
            <p:cNvSpPr/>
            <p:nvPr/>
          </p:nvSpPr>
          <p:spPr>
            <a:xfrm>
              <a:off x="8469500" y="24675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3" name="pt58053"/>
            <p:cNvSpPr/>
            <p:nvPr/>
          </p:nvSpPr>
          <p:spPr>
            <a:xfrm>
              <a:off x="8817779" y="21701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4" name="pt58054"/>
            <p:cNvSpPr/>
            <p:nvPr/>
          </p:nvSpPr>
          <p:spPr>
            <a:xfrm>
              <a:off x="8868306" y="21467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5" name="pt58055"/>
            <p:cNvSpPr/>
            <p:nvPr/>
          </p:nvSpPr>
          <p:spPr>
            <a:xfrm>
              <a:off x="8830827" y="19497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6" name="pt58056"/>
            <p:cNvSpPr/>
            <p:nvPr/>
          </p:nvSpPr>
          <p:spPr>
            <a:xfrm>
              <a:off x="8469500" y="22292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7" name="pt58057"/>
            <p:cNvSpPr/>
            <p:nvPr/>
          </p:nvSpPr>
          <p:spPr>
            <a:xfrm>
              <a:off x="9084871" y="19090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8" name="pt58058"/>
            <p:cNvSpPr/>
            <p:nvPr/>
          </p:nvSpPr>
          <p:spPr>
            <a:xfrm>
              <a:off x="8798679" y="21727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9" name="pt58059"/>
            <p:cNvSpPr/>
            <p:nvPr/>
          </p:nvSpPr>
          <p:spPr>
            <a:xfrm>
              <a:off x="8588529" y="22276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0" name="pt58060"/>
            <p:cNvSpPr/>
            <p:nvPr/>
          </p:nvSpPr>
          <p:spPr>
            <a:xfrm>
              <a:off x="9090502" y="18119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1" name="pt58061"/>
            <p:cNvSpPr/>
            <p:nvPr/>
          </p:nvSpPr>
          <p:spPr>
            <a:xfrm>
              <a:off x="8381780" y="21650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2" name="pt58062"/>
            <p:cNvSpPr/>
            <p:nvPr/>
          </p:nvSpPr>
          <p:spPr>
            <a:xfrm>
              <a:off x="9320769" y="2219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3" name="pt58063"/>
            <p:cNvSpPr/>
            <p:nvPr/>
          </p:nvSpPr>
          <p:spPr>
            <a:xfrm>
              <a:off x="9123951" y="20953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4" name="pt58064"/>
            <p:cNvSpPr/>
            <p:nvPr/>
          </p:nvSpPr>
          <p:spPr>
            <a:xfrm>
              <a:off x="9573129" y="21117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5" name="pt58065"/>
            <p:cNvSpPr/>
            <p:nvPr/>
          </p:nvSpPr>
          <p:spPr>
            <a:xfrm>
              <a:off x="8961983" y="22817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6" name="pt58066"/>
            <p:cNvSpPr/>
            <p:nvPr/>
          </p:nvSpPr>
          <p:spPr>
            <a:xfrm>
              <a:off x="9230780" y="20497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7" name="pt58067"/>
            <p:cNvSpPr/>
            <p:nvPr/>
          </p:nvSpPr>
          <p:spPr>
            <a:xfrm>
              <a:off x="8715936" y="2133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8" name="pt58068"/>
            <p:cNvSpPr/>
            <p:nvPr/>
          </p:nvSpPr>
          <p:spPr>
            <a:xfrm>
              <a:off x="9231999" y="1987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9" name="pt58069"/>
            <p:cNvSpPr/>
            <p:nvPr/>
          </p:nvSpPr>
          <p:spPr>
            <a:xfrm>
              <a:off x="8431181" y="2337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0" name="pt58070"/>
            <p:cNvSpPr/>
            <p:nvPr/>
          </p:nvSpPr>
          <p:spPr>
            <a:xfrm>
              <a:off x="8312152" y="25367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1" name="pt58071"/>
            <p:cNvSpPr/>
            <p:nvPr/>
          </p:nvSpPr>
          <p:spPr>
            <a:xfrm>
              <a:off x="8381780" y="22842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2" name="pt58072"/>
            <p:cNvSpPr/>
            <p:nvPr/>
          </p:nvSpPr>
          <p:spPr>
            <a:xfrm>
              <a:off x="9288151" y="19372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3" name="pt58073"/>
            <p:cNvSpPr/>
            <p:nvPr/>
          </p:nvSpPr>
          <p:spPr>
            <a:xfrm>
              <a:off x="8500809" y="26081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4" name="pt58074"/>
            <p:cNvSpPr/>
            <p:nvPr/>
          </p:nvSpPr>
          <p:spPr>
            <a:xfrm>
              <a:off x="8752612" y="22338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5" name="pt58075"/>
            <p:cNvSpPr/>
            <p:nvPr/>
          </p:nvSpPr>
          <p:spPr>
            <a:xfrm>
              <a:off x="8633583" y="22890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6" name="pt58076"/>
            <p:cNvSpPr/>
            <p:nvPr/>
          </p:nvSpPr>
          <p:spPr>
            <a:xfrm>
              <a:off x="8874912" y="21887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7" name="pt58077"/>
            <p:cNvSpPr/>
            <p:nvPr/>
          </p:nvSpPr>
          <p:spPr>
            <a:xfrm>
              <a:off x="8707558" y="22374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8" name="pt58078"/>
            <p:cNvSpPr/>
            <p:nvPr/>
          </p:nvSpPr>
          <p:spPr>
            <a:xfrm>
              <a:off x="8813199" y="18537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9" name="pt58079"/>
            <p:cNvSpPr/>
            <p:nvPr/>
          </p:nvSpPr>
          <p:spPr>
            <a:xfrm>
              <a:off x="8619838" y="22405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0" name="pt58080"/>
            <p:cNvSpPr/>
            <p:nvPr/>
          </p:nvSpPr>
          <p:spPr>
            <a:xfrm>
              <a:off x="9633844" y="19513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1" name="pt58081"/>
            <p:cNvSpPr/>
            <p:nvPr/>
          </p:nvSpPr>
          <p:spPr>
            <a:xfrm>
              <a:off x="8765338" y="21327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2" name="pt58082"/>
            <p:cNvSpPr/>
            <p:nvPr/>
          </p:nvSpPr>
          <p:spPr>
            <a:xfrm>
              <a:off x="9104672" y="21293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3" name="pt58083"/>
            <p:cNvSpPr/>
            <p:nvPr/>
          </p:nvSpPr>
          <p:spPr>
            <a:xfrm>
              <a:off x="8715936" y="22272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4" name="pt58084"/>
            <p:cNvSpPr/>
            <p:nvPr/>
          </p:nvSpPr>
          <p:spPr>
            <a:xfrm>
              <a:off x="8881273" y="23838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5" name="pt58085"/>
            <p:cNvSpPr/>
            <p:nvPr/>
          </p:nvSpPr>
          <p:spPr>
            <a:xfrm>
              <a:off x="9417384" y="18900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6" name="pt58086"/>
            <p:cNvSpPr/>
            <p:nvPr/>
          </p:nvSpPr>
          <p:spPr>
            <a:xfrm>
              <a:off x="8707558" y="22658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7" name="pt58087"/>
            <p:cNvSpPr/>
            <p:nvPr/>
          </p:nvSpPr>
          <p:spPr>
            <a:xfrm>
              <a:off x="8646309" y="24382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8" name="pt58088"/>
            <p:cNvSpPr/>
            <p:nvPr/>
          </p:nvSpPr>
          <p:spPr>
            <a:xfrm>
              <a:off x="9319557" y="2184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9" name="pt58089"/>
            <p:cNvSpPr/>
            <p:nvPr/>
          </p:nvSpPr>
          <p:spPr>
            <a:xfrm>
              <a:off x="8765338" y="2243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0" name="pt58090"/>
            <p:cNvSpPr/>
            <p:nvPr/>
          </p:nvSpPr>
          <p:spPr>
            <a:xfrm>
              <a:off x="9528241" y="20143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1" name="pt58091"/>
            <p:cNvSpPr/>
            <p:nvPr/>
          </p:nvSpPr>
          <p:spPr>
            <a:xfrm>
              <a:off x="9715521" y="21451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2" name="pt58092"/>
            <p:cNvSpPr/>
            <p:nvPr/>
          </p:nvSpPr>
          <p:spPr>
            <a:xfrm>
              <a:off x="9199552" y="17911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3" name="pt58093"/>
            <p:cNvSpPr/>
            <p:nvPr/>
          </p:nvSpPr>
          <p:spPr>
            <a:xfrm>
              <a:off x="8963923" y="22525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4" name="pt58094"/>
            <p:cNvSpPr/>
            <p:nvPr/>
          </p:nvSpPr>
          <p:spPr>
            <a:xfrm>
              <a:off x="9174300" y="2076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5" name="pt58095"/>
            <p:cNvSpPr/>
            <p:nvPr/>
          </p:nvSpPr>
          <p:spPr>
            <a:xfrm>
              <a:off x="9750516" y="25894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6" name="pt58096"/>
            <p:cNvSpPr/>
            <p:nvPr/>
          </p:nvSpPr>
          <p:spPr>
            <a:xfrm>
              <a:off x="8707558" y="2342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7" name="pt58097"/>
            <p:cNvSpPr/>
            <p:nvPr/>
          </p:nvSpPr>
          <p:spPr>
            <a:xfrm>
              <a:off x="9155133" y="20717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8" name="pt58098"/>
            <p:cNvSpPr/>
            <p:nvPr/>
          </p:nvSpPr>
          <p:spPr>
            <a:xfrm>
              <a:off x="9230780" y="19980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9" name="pt58099"/>
            <p:cNvSpPr/>
            <p:nvPr/>
          </p:nvSpPr>
          <p:spPr>
            <a:xfrm>
              <a:off x="8312152" y="24054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0" name="pt58100"/>
            <p:cNvSpPr/>
            <p:nvPr/>
          </p:nvSpPr>
          <p:spPr>
            <a:xfrm>
              <a:off x="8469500" y="24356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1" name="pt58101"/>
            <p:cNvSpPr/>
            <p:nvPr/>
          </p:nvSpPr>
          <p:spPr>
            <a:xfrm>
              <a:off x="9031610" y="18314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2" name="pt58102"/>
            <p:cNvSpPr/>
            <p:nvPr/>
          </p:nvSpPr>
          <p:spPr>
            <a:xfrm>
              <a:off x="8658156" y="23027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3" name="pt58103"/>
            <p:cNvSpPr/>
            <p:nvPr/>
          </p:nvSpPr>
          <p:spPr>
            <a:xfrm>
              <a:off x="8759093" y="21476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4" name="pt58104"/>
            <p:cNvSpPr/>
            <p:nvPr/>
          </p:nvSpPr>
          <p:spPr>
            <a:xfrm>
              <a:off x="8381780" y="23274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5" name="pt58105"/>
            <p:cNvSpPr/>
            <p:nvPr/>
          </p:nvSpPr>
          <p:spPr>
            <a:xfrm>
              <a:off x="9324827" y="20643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6" name="pt58106"/>
            <p:cNvSpPr/>
            <p:nvPr/>
          </p:nvSpPr>
          <p:spPr>
            <a:xfrm>
              <a:off x="8707558" y="2356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7" name="pt58107"/>
            <p:cNvSpPr/>
            <p:nvPr/>
          </p:nvSpPr>
          <p:spPr>
            <a:xfrm>
              <a:off x="9044150" y="17648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8" name="pt58108"/>
            <p:cNvSpPr/>
            <p:nvPr/>
          </p:nvSpPr>
          <p:spPr>
            <a:xfrm>
              <a:off x="8679650" y="24891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9" name="pt58109"/>
            <p:cNvSpPr/>
            <p:nvPr/>
          </p:nvSpPr>
          <p:spPr>
            <a:xfrm>
              <a:off x="8890393" y="21388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0" name="pt58110"/>
            <p:cNvSpPr/>
            <p:nvPr/>
          </p:nvSpPr>
          <p:spPr>
            <a:xfrm>
              <a:off x="8698750" y="23439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1" name="pt58111"/>
            <p:cNvSpPr/>
            <p:nvPr/>
          </p:nvSpPr>
          <p:spPr>
            <a:xfrm>
              <a:off x="9436506" y="22104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2" name="pt58112"/>
            <p:cNvSpPr/>
            <p:nvPr/>
          </p:nvSpPr>
          <p:spPr>
            <a:xfrm>
              <a:off x="8469500" y="24968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3" name="pt58113"/>
            <p:cNvSpPr/>
            <p:nvPr/>
          </p:nvSpPr>
          <p:spPr>
            <a:xfrm>
              <a:off x="8861436" y="20320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4" name="pt58114"/>
            <p:cNvSpPr/>
            <p:nvPr/>
          </p:nvSpPr>
          <p:spPr>
            <a:xfrm>
              <a:off x="9187914" y="22010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5" name="pt58115"/>
            <p:cNvSpPr/>
            <p:nvPr/>
          </p:nvSpPr>
          <p:spPr>
            <a:xfrm>
              <a:off x="9098616" y="21785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6" name="pt58116"/>
            <p:cNvSpPr/>
            <p:nvPr/>
          </p:nvSpPr>
          <p:spPr>
            <a:xfrm>
              <a:off x="8956027" y="21611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7" name="pt58117"/>
            <p:cNvSpPr/>
            <p:nvPr/>
          </p:nvSpPr>
          <p:spPr>
            <a:xfrm>
              <a:off x="8738867" y="21719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8" name="pt58118"/>
            <p:cNvSpPr/>
            <p:nvPr/>
          </p:nvSpPr>
          <p:spPr>
            <a:xfrm>
              <a:off x="9279466" y="19620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9" name="pt58119"/>
            <p:cNvSpPr/>
            <p:nvPr/>
          </p:nvSpPr>
          <p:spPr>
            <a:xfrm>
              <a:off x="8381780" y="23762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0" name="pt58120"/>
            <p:cNvSpPr/>
            <p:nvPr/>
          </p:nvSpPr>
          <p:spPr>
            <a:xfrm>
              <a:off x="9115383" y="21852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1" name="pt58121"/>
            <p:cNvSpPr/>
            <p:nvPr/>
          </p:nvSpPr>
          <p:spPr>
            <a:xfrm>
              <a:off x="8312152" y="2436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2" name="pt58122"/>
            <p:cNvSpPr/>
            <p:nvPr/>
          </p:nvSpPr>
          <p:spPr>
            <a:xfrm>
              <a:off x="9509103" y="21260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3" name="pt58123"/>
            <p:cNvSpPr/>
            <p:nvPr/>
          </p:nvSpPr>
          <p:spPr>
            <a:xfrm>
              <a:off x="8941268" y="19488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4" name="pt58124"/>
            <p:cNvSpPr/>
            <p:nvPr/>
          </p:nvSpPr>
          <p:spPr>
            <a:xfrm>
              <a:off x="9231999" y="19233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5" name="pt58125"/>
            <p:cNvSpPr/>
            <p:nvPr/>
          </p:nvSpPr>
          <p:spPr>
            <a:xfrm>
              <a:off x="9367432" y="19338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6" name="pt58126"/>
            <p:cNvSpPr/>
            <p:nvPr/>
          </p:nvSpPr>
          <p:spPr>
            <a:xfrm>
              <a:off x="8431181" y="25075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7" name="pt58127"/>
            <p:cNvSpPr/>
            <p:nvPr/>
          </p:nvSpPr>
          <p:spPr>
            <a:xfrm>
              <a:off x="8949856" y="21180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8" name="pt58128"/>
            <p:cNvSpPr/>
            <p:nvPr/>
          </p:nvSpPr>
          <p:spPr>
            <a:xfrm>
              <a:off x="8604896" y="21794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9" name="pt58129"/>
            <p:cNvSpPr/>
            <p:nvPr/>
          </p:nvSpPr>
          <p:spPr>
            <a:xfrm>
              <a:off x="9340807" y="22140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0" name="pt58130"/>
            <p:cNvSpPr/>
            <p:nvPr/>
          </p:nvSpPr>
          <p:spPr>
            <a:xfrm>
              <a:off x="8550210" y="2520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1" name="pt58131"/>
            <p:cNvSpPr/>
            <p:nvPr/>
          </p:nvSpPr>
          <p:spPr>
            <a:xfrm>
              <a:off x="8715936" y="21644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2" name="pt58132"/>
            <p:cNvSpPr/>
            <p:nvPr/>
          </p:nvSpPr>
          <p:spPr>
            <a:xfrm>
              <a:off x="9642404" y="24774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3" name="pt58133"/>
            <p:cNvSpPr/>
            <p:nvPr/>
          </p:nvSpPr>
          <p:spPr>
            <a:xfrm>
              <a:off x="8312152" y="21721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4" name="pt58134"/>
            <p:cNvSpPr/>
            <p:nvPr/>
          </p:nvSpPr>
          <p:spPr>
            <a:xfrm>
              <a:off x="9031610" y="18767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5" name="pt58135"/>
            <p:cNvSpPr/>
            <p:nvPr/>
          </p:nvSpPr>
          <p:spPr>
            <a:xfrm>
              <a:off x="8679650" y="2233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6" name="pt58136"/>
            <p:cNvSpPr/>
            <p:nvPr/>
          </p:nvSpPr>
          <p:spPr>
            <a:xfrm>
              <a:off x="9079049" y="19542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7" name="pt58137"/>
            <p:cNvSpPr/>
            <p:nvPr/>
          </p:nvSpPr>
          <p:spPr>
            <a:xfrm>
              <a:off x="8771364" y="23342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8" name="pt58138"/>
            <p:cNvSpPr/>
            <p:nvPr/>
          </p:nvSpPr>
          <p:spPr>
            <a:xfrm>
              <a:off x="8887406" y="19069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9" name="pt58139"/>
            <p:cNvSpPr/>
            <p:nvPr/>
          </p:nvSpPr>
          <p:spPr>
            <a:xfrm>
              <a:off x="9266385" y="18100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0" name="pt58140"/>
            <p:cNvSpPr/>
            <p:nvPr/>
          </p:nvSpPr>
          <p:spPr>
            <a:xfrm>
              <a:off x="8312152" y="24108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1" name="pt58141"/>
            <p:cNvSpPr/>
            <p:nvPr/>
          </p:nvSpPr>
          <p:spPr>
            <a:xfrm>
              <a:off x="8890393" y="19122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2" name="pt58142"/>
            <p:cNvSpPr/>
            <p:nvPr/>
          </p:nvSpPr>
          <p:spPr>
            <a:xfrm>
              <a:off x="9218961" y="21078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3" name="pt58143"/>
            <p:cNvSpPr/>
            <p:nvPr/>
          </p:nvSpPr>
          <p:spPr>
            <a:xfrm>
              <a:off x="8619838" y="21097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4" name="pt58144"/>
            <p:cNvSpPr/>
            <p:nvPr/>
          </p:nvSpPr>
          <p:spPr>
            <a:xfrm>
              <a:off x="8646309" y="23638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5" name="pt58145"/>
            <p:cNvSpPr/>
            <p:nvPr/>
          </p:nvSpPr>
          <p:spPr>
            <a:xfrm>
              <a:off x="9056963" y="21270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6" name="pt58146"/>
            <p:cNvSpPr/>
            <p:nvPr/>
          </p:nvSpPr>
          <p:spPr>
            <a:xfrm>
              <a:off x="8777185" y="23196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7" name="pt58147"/>
            <p:cNvSpPr/>
            <p:nvPr/>
          </p:nvSpPr>
          <p:spPr>
            <a:xfrm>
              <a:off x="9007935" y="21238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8" name="pt58148"/>
            <p:cNvSpPr/>
            <p:nvPr/>
          </p:nvSpPr>
          <p:spPr>
            <a:xfrm>
              <a:off x="8381780" y="24169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9" name="pt58149"/>
            <p:cNvSpPr/>
            <p:nvPr/>
          </p:nvSpPr>
          <p:spPr>
            <a:xfrm>
              <a:off x="9408344" y="21043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0" name="pt58150"/>
            <p:cNvSpPr/>
            <p:nvPr/>
          </p:nvSpPr>
          <p:spPr>
            <a:xfrm>
              <a:off x="9108871" y="20796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1" name="pt58151"/>
            <p:cNvSpPr/>
            <p:nvPr/>
          </p:nvSpPr>
          <p:spPr>
            <a:xfrm>
              <a:off x="9126216" y="20193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2" name="pt58152"/>
            <p:cNvSpPr/>
            <p:nvPr/>
          </p:nvSpPr>
          <p:spPr>
            <a:xfrm>
              <a:off x="8731558" y="21603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3" name="pt58153"/>
            <p:cNvSpPr/>
            <p:nvPr/>
          </p:nvSpPr>
          <p:spPr>
            <a:xfrm>
              <a:off x="9517293" y="20561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4" name="pt58154"/>
            <p:cNvSpPr/>
            <p:nvPr/>
          </p:nvSpPr>
          <p:spPr>
            <a:xfrm>
              <a:off x="8868306" y="21473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5" name="pt58155"/>
            <p:cNvSpPr/>
            <p:nvPr/>
          </p:nvSpPr>
          <p:spPr>
            <a:xfrm>
              <a:off x="8960020" y="22288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6" name="pt58156"/>
            <p:cNvSpPr/>
            <p:nvPr/>
          </p:nvSpPr>
          <p:spPr>
            <a:xfrm>
              <a:off x="9037995" y="17815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7" name="pt58157"/>
            <p:cNvSpPr/>
            <p:nvPr/>
          </p:nvSpPr>
          <p:spPr>
            <a:xfrm>
              <a:off x="9155766" y="18779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8" name="pt58158"/>
            <p:cNvSpPr/>
            <p:nvPr/>
          </p:nvSpPr>
          <p:spPr>
            <a:xfrm>
              <a:off x="9052414" y="22235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9" name="pt58159"/>
            <p:cNvSpPr/>
            <p:nvPr/>
          </p:nvSpPr>
          <p:spPr>
            <a:xfrm>
              <a:off x="9124709" y="2151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0" name="pt58160"/>
            <p:cNvSpPr/>
            <p:nvPr/>
          </p:nvSpPr>
          <p:spPr>
            <a:xfrm>
              <a:off x="8312152" y="24361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1" name="pt58161"/>
            <p:cNvSpPr/>
            <p:nvPr/>
          </p:nvSpPr>
          <p:spPr>
            <a:xfrm>
              <a:off x="8698750" y="23230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2" name="pt58162"/>
            <p:cNvSpPr/>
            <p:nvPr/>
          </p:nvSpPr>
          <p:spPr>
            <a:xfrm>
              <a:off x="9400632" y="19198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3" name="pt58163"/>
            <p:cNvSpPr/>
            <p:nvPr/>
          </p:nvSpPr>
          <p:spPr>
            <a:xfrm>
              <a:off x="8550210" y="26155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4" name="pt58164"/>
            <p:cNvSpPr/>
            <p:nvPr/>
          </p:nvSpPr>
          <p:spPr>
            <a:xfrm>
              <a:off x="8947749" y="21360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5" name="pt58165"/>
            <p:cNvSpPr/>
            <p:nvPr/>
          </p:nvSpPr>
          <p:spPr>
            <a:xfrm>
              <a:off x="9828342" y="24622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6" name="pt58166"/>
            <p:cNvSpPr/>
            <p:nvPr/>
          </p:nvSpPr>
          <p:spPr>
            <a:xfrm>
              <a:off x="8312152" y="20329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7" name="pt58167"/>
            <p:cNvSpPr/>
            <p:nvPr/>
          </p:nvSpPr>
          <p:spPr>
            <a:xfrm>
              <a:off x="8431181" y="23515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8" name="pt58168"/>
            <p:cNvSpPr/>
            <p:nvPr/>
          </p:nvSpPr>
          <p:spPr>
            <a:xfrm>
              <a:off x="8312152" y="24403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9" name="pt58169"/>
            <p:cNvSpPr/>
            <p:nvPr/>
          </p:nvSpPr>
          <p:spPr>
            <a:xfrm>
              <a:off x="8500809" y="27157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0" name="pt58170"/>
            <p:cNvSpPr/>
            <p:nvPr/>
          </p:nvSpPr>
          <p:spPr>
            <a:xfrm>
              <a:off x="8960020" y="21308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1" name="pt58171"/>
            <p:cNvSpPr/>
            <p:nvPr/>
          </p:nvSpPr>
          <p:spPr>
            <a:xfrm>
              <a:off x="8941268" y="19564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2" name="pt58172"/>
            <p:cNvSpPr/>
            <p:nvPr/>
          </p:nvSpPr>
          <p:spPr>
            <a:xfrm>
              <a:off x="9256140" y="20218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3" name="pt58173"/>
            <p:cNvSpPr/>
            <p:nvPr/>
          </p:nvSpPr>
          <p:spPr>
            <a:xfrm>
              <a:off x="9193072" y="21036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4" name="pt58174"/>
            <p:cNvSpPr/>
            <p:nvPr/>
          </p:nvSpPr>
          <p:spPr>
            <a:xfrm>
              <a:off x="9227900" y="21382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5" name="pt58175"/>
            <p:cNvSpPr/>
            <p:nvPr/>
          </p:nvSpPr>
          <p:spPr>
            <a:xfrm>
              <a:off x="8679650" y="23189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6" name="pt58176"/>
            <p:cNvSpPr/>
            <p:nvPr/>
          </p:nvSpPr>
          <p:spPr>
            <a:xfrm>
              <a:off x="9262020" y="18173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7" name="pt58177"/>
            <p:cNvSpPr/>
            <p:nvPr/>
          </p:nvSpPr>
          <p:spPr>
            <a:xfrm>
              <a:off x="8588529" y="23686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8" name="pt58178"/>
            <p:cNvSpPr/>
            <p:nvPr/>
          </p:nvSpPr>
          <p:spPr>
            <a:xfrm>
              <a:off x="8431181" y="26502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9" name="pt58179"/>
            <p:cNvSpPr/>
            <p:nvPr/>
          </p:nvSpPr>
          <p:spPr>
            <a:xfrm>
              <a:off x="9360483" y="20677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0" name="pt58180"/>
            <p:cNvSpPr/>
            <p:nvPr/>
          </p:nvSpPr>
          <p:spPr>
            <a:xfrm>
              <a:off x="8312152" y="2153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1" name="pt58181"/>
            <p:cNvSpPr/>
            <p:nvPr/>
          </p:nvSpPr>
          <p:spPr>
            <a:xfrm>
              <a:off x="9564411" y="2003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2" name="pt58182"/>
            <p:cNvSpPr/>
            <p:nvPr/>
          </p:nvSpPr>
          <p:spPr>
            <a:xfrm>
              <a:off x="8868306" y="21556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3" name="pt58183"/>
            <p:cNvSpPr/>
            <p:nvPr/>
          </p:nvSpPr>
          <p:spPr>
            <a:xfrm>
              <a:off x="8679650" y="23695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4" name="pt58184"/>
            <p:cNvSpPr/>
            <p:nvPr/>
          </p:nvSpPr>
          <p:spPr>
            <a:xfrm>
              <a:off x="8312152" y="23203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5" name="pt58185"/>
            <p:cNvSpPr/>
            <p:nvPr/>
          </p:nvSpPr>
          <p:spPr>
            <a:xfrm>
              <a:off x="9186336" y="21714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6" name="pt58186"/>
            <p:cNvSpPr/>
            <p:nvPr/>
          </p:nvSpPr>
          <p:spPr>
            <a:xfrm>
              <a:off x="8842954" y="21779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7" name="pt58187"/>
            <p:cNvSpPr/>
            <p:nvPr/>
          </p:nvSpPr>
          <p:spPr>
            <a:xfrm>
              <a:off x="8980466" y="20372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8" name="pt58188"/>
            <p:cNvSpPr/>
            <p:nvPr/>
          </p:nvSpPr>
          <p:spPr>
            <a:xfrm>
              <a:off x="9304571" y="21656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9" name="pt58189"/>
            <p:cNvSpPr/>
            <p:nvPr/>
          </p:nvSpPr>
          <p:spPr>
            <a:xfrm>
              <a:off x="9352841" y="22458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0" name="pt58190"/>
            <p:cNvSpPr/>
            <p:nvPr/>
          </p:nvSpPr>
          <p:spPr>
            <a:xfrm>
              <a:off x="8633583" y="20895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1" name="pt58191"/>
            <p:cNvSpPr/>
            <p:nvPr/>
          </p:nvSpPr>
          <p:spPr>
            <a:xfrm>
              <a:off x="9179876" y="19541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2" name="pt58192"/>
            <p:cNvSpPr/>
            <p:nvPr/>
          </p:nvSpPr>
          <p:spPr>
            <a:xfrm>
              <a:off x="8633583" y="20009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3" name="pt58193"/>
            <p:cNvSpPr/>
            <p:nvPr/>
          </p:nvSpPr>
          <p:spPr>
            <a:xfrm>
              <a:off x="8929892" y="1851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4" name="pt58194"/>
            <p:cNvSpPr/>
            <p:nvPr/>
          </p:nvSpPr>
          <p:spPr>
            <a:xfrm>
              <a:off x="8588529" y="21713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5" name="pt58195"/>
            <p:cNvSpPr/>
            <p:nvPr/>
          </p:nvSpPr>
          <p:spPr>
            <a:xfrm>
              <a:off x="9528241" y="20768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6" name="pt58196"/>
            <p:cNvSpPr/>
            <p:nvPr/>
          </p:nvSpPr>
          <p:spPr>
            <a:xfrm>
              <a:off x="8857896" y="20154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7" name="pt58197"/>
            <p:cNvSpPr/>
            <p:nvPr/>
          </p:nvSpPr>
          <p:spPr>
            <a:xfrm>
              <a:off x="8431181" y="2408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8" name="pt58198"/>
            <p:cNvSpPr/>
            <p:nvPr/>
          </p:nvSpPr>
          <p:spPr>
            <a:xfrm>
              <a:off x="9215429" y="19235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9" name="pt58199"/>
            <p:cNvSpPr/>
            <p:nvPr/>
          </p:nvSpPr>
          <p:spPr>
            <a:xfrm>
              <a:off x="8971473" y="23070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0" name="pt58200"/>
            <p:cNvSpPr/>
            <p:nvPr/>
          </p:nvSpPr>
          <p:spPr>
            <a:xfrm>
              <a:off x="8759093" y="21307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1" name="pt58201"/>
            <p:cNvSpPr/>
            <p:nvPr/>
          </p:nvSpPr>
          <p:spPr>
            <a:xfrm>
              <a:off x="8830827" y="18944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2" name="pt58202"/>
            <p:cNvSpPr/>
            <p:nvPr/>
          </p:nvSpPr>
          <p:spPr>
            <a:xfrm>
              <a:off x="9098616" y="21038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3" name="pt58203"/>
            <p:cNvSpPr/>
            <p:nvPr/>
          </p:nvSpPr>
          <p:spPr>
            <a:xfrm>
              <a:off x="8381780" y="23200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4" name="pt58204"/>
            <p:cNvSpPr/>
            <p:nvPr/>
          </p:nvSpPr>
          <p:spPr>
            <a:xfrm>
              <a:off x="8723925" y="2088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5" name="pt58205"/>
            <p:cNvSpPr/>
            <p:nvPr/>
          </p:nvSpPr>
          <p:spPr>
            <a:xfrm>
              <a:off x="9389022" y="20608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6" name="pt58206"/>
            <p:cNvSpPr/>
            <p:nvPr/>
          </p:nvSpPr>
          <p:spPr>
            <a:xfrm>
              <a:off x="8633583" y="21867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7" name="pt58207"/>
            <p:cNvSpPr/>
            <p:nvPr/>
          </p:nvSpPr>
          <p:spPr>
            <a:xfrm>
              <a:off x="9279466" y="19683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8" name="pt58208"/>
            <p:cNvSpPr/>
            <p:nvPr/>
          </p:nvSpPr>
          <p:spPr>
            <a:xfrm>
              <a:off x="9018082" y="1542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9" name="pt58209"/>
            <p:cNvSpPr/>
            <p:nvPr/>
          </p:nvSpPr>
          <p:spPr>
            <a:xfrm>
              <a:off x="9557615" y="2099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0" name="pt58210"/>
            <p:cNvSpPr/>
            <p:nvPr/>
          </p:nvSpPr>
          <p:spPr>
            <a:xfrm>
              <a:off x="8500809" y="26198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1" name="pt58211"/>
            <p:cNvSpPr/>
            <p:nvPr/>
          </p:nvSpPr>
          <p:spPr>
            <a:xfrm>
              <a:off x="8658156" y="24914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2" name="pt58212"/>
            <p:cNvSpPr/>
            <p:nvPr/>
          </p:nvSpPr>
          <p:spPr>
            <a:xfrm>
              <a:off x="8846813" y="20168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3" name="pt58213"/>
            <p:cNvSpPr/>
            <p:nvPr/>
          </p:nvSpPr>
          <p:spPr>
            <a:xfrm>
              <a:off x="8830827" y="20541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4" name="pt58214"/>
            <p:cNvSpPr/>
            <p:nvPr/>
          </p:nvSpPr>
          <p:spPr>
            <a:xfrm>
              <a:off x="8887406" y="19191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5" name="pt58215"/>
            <p:cNvSpPr/>
            <p:nvPr/>
          </p:nvSpPr>
          <p:spPr>
            <a:xfrm>
              <a:off x="8698750" y="22219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6" name="pt58216"/>
            <p:cNvSpPr/>
            <p:nvPr/>
          </p:nvSpPr>
          <p:spPr>
            <a:xfrm>
              <a:off x="8817779" y="20976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7" name="pt58217"/>
            <p:cNvSpPr/>
            <p:nvPr/>
          </p:nvSpPr>
          <p:spPr>
            <a:xfrm>
              <a:off x="8381780" y="22604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8" name="pt58218"/>
            <p:cNvSpPr/>
            <p:nvPr/>
          </p:nvSpPr>
          <p:spPr>
            <a:xfrm>
              <a:off x="9147356" y="21369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9" name="pt58219"/>
            <p:cNvSpPr/>
            <p:nvPr/>
          </p:nvSpPr>
          <p:spPr>
            <a:xfrm>
              <a:off x="8604896" y="24622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0" name="pt58220"/>
            <p:cNvSpPr/>
            <p:nvPr/>
          </p:nvSpPr>
          <p:spPr>
            <a:xfrm>
              <a:off x="9148018" y="20537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1" name="pt58221"/>
            <p:cNvSpPr/>
            <p:nvPr/>
          </p:nvSpPr>
          <p:spPr>
            <a:xfrm>
              <a:off x="8723925" y="22056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2" name="pt58222"/>
            <p:cNvSpPr/>
            <p:nvPr/>
          </p:nvSpPr>
          <p:spPr>
            <a:xfrm>
              <a:off x="9126216" y="20908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3" name="pt58223"/>
            <p:cNvSpPr/>
            <p:nvPr/>
          </p:nvSpPr>
          <p:spPr>
            <a:xfrm>
              <a:off x="8570436" y="25630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4" name="pt58224"/>
            <p:cNvSpPr/>
            <p:nvPr/>
          </p:nvSpPr>
          <p:spPr>
            <a:xfrm>
              <a:off x="9116180" y="20192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5" name="pt58225"/>
            <p:cNvSpPr/>
            <p:nvPr/>
          </p:nvSpPr>
          <p:spPr>
            <a:xfrm>
              <a:off x="8312152" y="24673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6" name="pt58226"/>
            <p:cNvSpPr/>
            <p:nvPr/>
          </p:nvSpPr>
          <p:spPr>
            <a:xfrm>
              <a:off x="8738867" y="21875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7" name="pt58227"/>
            <p:cNvSpPr/>
            <p:nvPr/>
          </p:nvSpPr>
          <p:spPr>
            <a:xfrm>
              <a:off x="8987335" y="20841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8" name="pt58228"/>
            <p:cNvSpPr/>
            <p:nvPr/>
          </p:nvSpPr>
          <p:spPr>
            <a:xfrm>
              <a:off x="9079049" y="20331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9" name="pt58229"/>
            <p:cNvSpPr/>
            <p:nvPr/>
          </p:nvSpPr>
          <p:spPr>
            <a:xfrm>
              <a:off x="9064645" y="18965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0" name="pt58230"/>
            <p:cNvSpPr/>
            <p:nvPr/>
          </p:nvSpPr>
          <p:spPr>
            <a:xfrm>
              <a:off x="9088645" y="2047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1" name="pt58231"/>
            <p:cNvSpPr/>
            <p:nvPr/>
          </p:nvSpPr>
          <p:spPr>
            <a:xfrm>
              <a:off x="8698750" y="22752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2" name="pt58232"/>
            <p:cNvSpPr/>
            <p:nvPr/>
          </p:nvSpPr>
          <p:spPr>
            <a:xfrm>
              <a:off x="8893328" y="19567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3" name="pt58233"/>
            <p:cNvSpPr/>
            <p:nvPr/>
          </p:nvSpPr>
          <p:spPr>
            <a:xfrm>
              <a:off x="8777185" y="22314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4" name="pt58234"/>
            <p:cNvSpPr/>
            <p:nvPr/>
          </p:nvSpPr>
          <p:spPr>
            <a:xfrm>
              <a:off x="8500809" y="2727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5" name="pt58235"/>
            <p:cNvSpPr/>
            <p:nvPr/>
          </p:nvSpPr>
          <p:spPr>
            <a:xfrm>
              <a:off x="8500809" y="25455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6" name="pt58236"/>
            <p:cNvSpPr/>
            <p:nvPr/>
          </p:nvSpPr>
          <p:spPr>
            <a:xfrm>
              <a:off x="8633583" y="19286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7" name="pt58237"/>
            <p:cNvSpPr/>
            <p:nvPr/>
          </p:nvSpPr>
          <p:spPr>
            <a:xfrm>
              <a:off x="9322929" y="20924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8" name="pt58238"/>
            <p:cNvSpPr/>
            <p:nvPr/>
          </p:nvSpPr>
          <p:spPr>
            <a:xfrm>
              <a:off x="9062485" y="18131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9" name="pt58239"/>
            <p:cNvSpPr/>
            <p:nvPr/>
          </p:nvSpPr>
          <p:spPr>
            <a:xfrm>
              <a:off x="9034193" y="17874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0" name="pt58240"/>
            <p:cNvSpPr/>
            <p:nvPr/>
          </p:nvSpPr>
          <p:spPr>
            <a:xfrm>
              <a:off x="8846813" y="20638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1" name="pt58241"/>
            <p:cNvSpPr/>
            <p:nvPr/>
          </p:nvSpPr>
          <p:spPr>
            <a:xfrm>
              <a:off x="8969616" y="22002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2" name="pt58242"/>
            <p:cNvSpPr/>
            <p:nvPr/>
          </p:nvSpPr>
          <p:spPr>
            <a:xfrm>
              <a:off x="8907297" y="19967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3" name="pt58243"/>
            <p:cNvSpPr/>
            <p:nvPr/>
          </p:nvSpPr>
          <p:spPr>
            <a:xfrm>
              <a:off x="8646309" y="25462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4" name="pt58244"/>
            <p:cNvSpPr/>
            <p:nvPr/>
          </p:nvSpPr>
          <p:spPr>
            <a:xfrm>
              <a:off x="8715936" y="22206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5" name="pt58245"/>
            <p:cNvSpPr/>
            <p:nvPr/>
          </p:nvSpPr>
          <p:spPr>
            <a:xfrm>
              <a:off x="8854280" y="20118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6" name="pt58246"/>
            <p:cNvSpPr/>
            <p:nvPr/>
          </p:nvSpPr>
          <p:spPr>
            <a:xfrm>
              <a:off x="9116180" y="20402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7" name="pt58247"/>
            <p:cNvSpPr/>
            <p:nvPr/>
          </p:nvSpPr>
          <p:spPr>
            <a:xfrm>
              <a:off x="8633583" y="20254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8" name="pt58248"/>
            <p:cNvSpPr/>
            <p:nvPr/>
          </p:nvSpPr>
          <p:spPr>
            <a:xfrm>
              <a:off x="8715936" y="21062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9" name="pt58249"/>
            <p:cNvSpPr/>
            <p:nvPr/>
          </p:nvSpPr>
          <p:spPr>
            <a:xfrm>
              <a:off x="8723925" y="20830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0" name="pt58250"/>
            <p:cNvSpPr/>
            <p:nvPr/>
          </p:nvSpPr>
          <p:spPr>
            <a:xfrm>
              <a:off x="8922686" y="18477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1" name="pt58251"/>
            <p:cNvSpPr/>
            <p:nvPr/>
          </p:nvSpPr>
          <p:spPr>
            <a:xfrm>
              <a:off x="8679650" y="23998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2" name="pt58252"/>
            <p:cNvSpPr/>
            <p:nvPr/>
          </p:nvSpPr>
          <p:spPr>
            <a:xfrm>
              <a:off x="8963923" y="22161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3" name="pt58253"/>
            <p:cNvSpPr/>
            <p:nvPr/>
          </p:nvSpPr>
          <p:spPr>
            <a:xfrm>
              <a:off x="9044150" y="17716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4" name="pt58254"/>
            <p:cNvSpPr/>
            <p:nvPr/>
          </p:nvSpPr>
          <p:spPr>
            <a:xfrm>
              <a:off x="9010896" y="17725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5" name="pt58255"/>
            <p:cNvSpPr/>
            <p:nvPr/>
          </p:nvSpPr>
          <p:spPr>
            <a:xfrm>
              <a:off x="9230780" y="20469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6" name="pt58256"/>
            <p:cNvSpPr/>
            <p:nvPr/>
          </p:nvSpPr>
          <p:spPr>
            <a:xfrm>
              <a:off x="8312152" y="26036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7" name="pt58257"/>
            <p:cNvSpPr/>
            <p:nvPr/>
          </p:nvSpPr>
          <p:spPr>
            <a:xfrm>
              <a:off x="8813199" y="20502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8" name="pt58258"/>
            <p:cNvSpPr/>
            <p:nvPr/>
          </p:nvSpPr>
          <p:spPr>
            <a:xfrm>
              <a:off x="8312152" y="23501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9" name="pt58259"/>
            <p:cNvSpPr/>
            <p:nvPr/>
          </p:nvSpPr>
          <p:spPr>
            <a:xfrm>
              <a:off x="8901845" y="21716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0" name="pt58260"/>
            <p:cNvSpPr/>
            <p:nvPr/>
          </p:nvSpPr>
          <p:spPr>
            <a:xfrm>
              <a:off x="8782816" y="21405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1" name="pt58261"/>
            <p:cNvSpPr/>
            <p:nvPr/>
          </p:nvSpPr>
          <p:spPr>
            <a:xfrm>
              <a:off x="8500809" y="24341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2" name="pt58262"/>
            <p:cNvSpPr/>
            <p:nvPr/>
          </p:nvSpPr>
          <p:spPr>
            <a:xfrm>
              <a:off x="8887406" y="20050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3" name="pt58263"/>
            <p:cNvSpPr/>
            <p:nvPr/>
          </p:nvSpPr>
          <p:spPr>
            <a:xfrm>
              <a:off x="9110522" y="20911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4" name="pt58264"/>
            <p:cNvSpPr/>
            <p:nvPr/>
          </p:nvSpPr>
          <p:spPr>
            <a:xfrm>
              <a:off x="8738867" y="20926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5" name="pt58265"/>
            <p:cNvSpPr/>
            <p:nvPr/>
          </p:nvSpPr>
          <p:spPr>
            <a:xfrm>
              <a:off x="8679650" y="23632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6" name="pt58266"/>
            <p:cNvSpPr/>
            <p:nvPr/>
          </p:nvSpPr>
          <p:spPr>
            <a:xfrm>
              <a:off x="8808494" y="21004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7" name="pt58267"/>
            <p:cNvSpPr/>
            <p:nvPr/>
          </p:nvSpPr>
          <p:spPr>
            <a:xfrm>
              <a:off x="9486369" y="23405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8" name="pt58268"/>
            <p:cNvSpPr/>
            <p:nvPr/>
          </p:nvSpPr>
          <p:spPr>
            <a:xfrm>
              <a:off x="8861436" y="20058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9" name="pt58269"/>
            <p:cNvSpPr/>
            <p:nvPr/>
          </p:nvSpPr>
          <p:spPr>
            <a:xfrm>
              <a:off x="8834965" y="20627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0" name="pt58270"/>
            <p:cNvSpPr/>
            <p:nvPr/>
          </p:nvSpPr>
          <p:spPr>
            <a:xfrm>
              <a:off x="8893328" y="20571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1" name="pt58271"/>
            <p:cNvSpPr/>
            <p:nvPr/>
          </p:nvSpPr>
          <p:spPr>
            <a:xfrm>
              <a:off x="8752612" y="21358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2" name="pt58272"/>
            <p:cNvSpPr/>
            <p:nvPr/>
          </p:nvSpPr>
          <p:spPr>
            <a:xfrm>
              <a:off x="9294459" y="19727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3" name="pt58273"/>
            <p:cNvSpPr/>
            <p:nvPr/>
          </p:nvSpPr>
          <p:spPr>
            <a:xfrm>
              <a:off x="8932228" y="19165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4" name="pt58274"/>
            <p:cNvSpPr/>
            <p:nvPr/>
          </p:nvSpPr>
          <p:spPr>
            <a:xfrm>
              <a:off x="8570436" y="23955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5" name="pt58275"/>
            <p:cNvSpPr/>
            <p:nvPr/>
          </p:nvSpPr>
          <p:spPr>
            <a:xfrm>
              <a:off x="8469500" y="23578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6" name="pt58276"/>
            <p:cNvSpPr/>
            <p:nvPr/>
          </p:nvSpPr>
          <p:spPr>
            <a:xfrm>
              <a:off x="8312152" y="24531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7" name="pt58277"/>
            <p:cNvSpPr/>
            <p:nvPr/>
          </p:nvSpPr>
          <p:spPr>
            <a:xfrm>
              <a:off x="8381780" y="2285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8" name="pt58278"/>
            <p:cNvSpPr/>
            <p:nvPr/>
          </p:nvSpPr>
          <p:spPr>
            <a:xfrm>
              <a:off x="9074042" y="19233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9" name="pt58279"/>
            <p:cNvSpPr/>
            <p:nvPr/>
          </p:nvSpPr>
          <p:spPr>
            <a:xfrm>
              <a:off x="8431181" y="22864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0" name="pt58280"/>
            <p:cNvSpPr/>
            <p:nvPr/>
          </p:nvSpPr>
          <p:spPr>
            <a:xfrm>
              <a:off x="9652003" y="22975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1" name="pt58281"/>
            <p:cNvSpPr/>
            <p:nvPr/>
          </p:nvSpPr>
          <p:spPr>
            <a:xfrm>
              <a:off x="9324827" y="21098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2" name="pt58282"/>
            <p:cNvSpPr/>
            <p:nvPr/>
          </p:nvSpPr>
          <p:spPr>
            <a:xfrm>
              <a:off x="8633583" y="21882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3" name="pt58283"/>
            <p:cNvSpPr/>
            <p:nvPr/>
          </p:nvSpPr>
          <p:spPr>
            <a:xfrm>
              <a:off x="8633583" y="21604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4" name="pt58284"/>
            <p:cNvSpPr/>
            <p:nvPr/>
          </p:nvSpPr>
          <p:spPr>
            <a:xfrm>
              <a:off x="8868306" y="22569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5" name="pt58285"/>
            <p:cNvSpPr/>
            <p:nvPr/>
          </p:nvSpPr>
          <p:spPr>
            <a:xfrm>
              <a:off x="8689465" y="23167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6" name="pt58286"/>
            <p:cNvSpPr/>
            <p:nvPr/>
          </p:nvSpPr>
          <p:spPr>
            <a:xfrm>
              <a:off x="8771364" y="22444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7" name="pt58287"/>
            <p:cNvSpPr/>
            <p:nvPr/>
          </p:nvSpPr>
          <p:spPr>
            <a:xfrm>
              <a:off x="9030305" y="18311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8" name="pt58288"/>
            <p:cNvSpPr/>
            <p:nvPr/>
          </p:nvSpPr>
          <p:spPr>
            <a:xfrm>
              <a:off x="8907297" y="2282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9" name="pt58289"/>
            <p:cNvSpPr/>
            <p:nvPr/>
          </p:nvSpPr>
          <p:spPr>
            <a:xfrm>
              <a:off x="8669239" y="22948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0" name="pt58290"/>
            <p:cNvSpPr/>
            <p:nvPr/>
          </p:nvSpPr>
          <p:spPr>
            <a:xfrm>
              <a:off x="8469500" y="24047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1" name="pt58291"/>
            <p:cNvSpPr/>
            <p:nvPr/>
          </p:nvSpPr>
          <p:spPr>
            <a:xfrm>
              <a:off x="9062485" y="18683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2" name="pt58292"/>
            <p:cNvSpPr/>
            <p:nvPr/>
          </p:nvSpPr>
          <p:spPr>
            <a:xfrm>
              <a:off x="9174300" y="20421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3" name="pt58293"/>
            <p:cNvSpPr/>
            <p:nvPr/>
          </p:nvSpPr>
          <p:spPr>
            <a:xfrm>
              <a:off x="9417384" y="18800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4" name="pt58294"/>
            <p:cNvSpPr/>
            <p:nvPr/>
          </p:nvSpPr>
          <p:spPr>
            <a:xfrm>
              <a:off x="8588529" y="21698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5" name="pt58295"/>
            <p:cNvSpPr/>
            <p:nvPr/>
          </p:nvSpPr>
          <p:spPr>
            <a:xfrm>
              <a:off x="8980466" y="19588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6" name="pt58296"/>
            <p:cNvSpPr/>
            <p:nvPr/>
          </p:nvSpPr>
          <p:spPr>
            <a:xfrm>
              <a:off x="8469500" y="23546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7" name="pt58297"/>
            <p:cNvSpPr/>
            <p:nvPr/>
          </p:nvSpPr>
          <p:spPr>
            <a:xfrm>
              <a:off x="9319557" y="22001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8" name="pt58298"/>
            <p:cNvSpPr/>
            <p:nvPr/>
          </p:nvSpPr>
          <p:spPr>
            <a:xfrm>
              <a:off x="8689465" y="23704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9" name="pt58299"/>
            <p:cNvSpPr/>
            <p:nvPr/>
          </p:nvSpPr>
          <p:spPr>
            <a:xfrm>
              <a:off x="8949856" y="20650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0" name="pt58300"/>
            <p:cNvSpPr/>
            <p:nvPr/>
          </p:nvSpPr>
          <p:spPr>
            <a:xfrm>
              <a:off x="9035469" y="18006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1" name="pt58301"/>
            <p:cNvSpPr/>
            <p:nvPr/>
          </p:nvSpPr>
          <p:spPr>
            <a:xfrm>
              <a:off x="9151289" y="20615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2" name="pt58302"/>
            <p:cNvSpPr/>
            <p:nvPr/>
          </p:nvSpPr>
          <p:spPr>
            <a:xfrm>
              <a:off x="8817779" y="21000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3" name="pt58303"/>
            <p:cNvSpPr/>
            <p:nvPr/>
          </p:nvSpPr>
          <p:spPr>
            <a:xfrm>
              <a:off x="9047741" y="20778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4" name="pt58304"/>
            <p:cNvSpPr/>
            <p:nvPr/>
          </p:nvSpPr>
          <p:spPr>
            <a:xfrm>
              <a:off x="9047741" y="22368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5" name="pt58305"/>
            <p:cNvSpPr/>
            <p:nvPr/>
          </p:nvSpPr>
          <p:spPr>
            <a:xfrm>
              <a:off x="8550210" y="25529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6" name="pt58306"/>
            <p:cNvSpPr/>
            <p:nvPr/>
          </p:nvSpPr>
          <p:spPr>
            <a:xfrm>
              <a:off x="8588529" y="20508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7" name="pt58307"/>
            <p:cNvSpPr/>
            <p:nvPr/>
          </p:nvSpPr>
          <p:spPr>
            <a:xfrm>
              <a:off x="9169122" y="19500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8" name="pt58308"/>
            <p:cNvSpPr/>
            <p:nvPr/>
          </p:nvSpPr>
          <p:spPr>
            <a:xfrm>
              <a:off x="9557615" y="21981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9" name="pt58309"/>
            <p:cNvSpPr/>
            <p:nvPr/>
          </p:nvSpPr>
          <p:spPr>
            <a:xfrm>
              <a:off x="8312152" y="25617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0" name="pt58310"/>
            <p:cNvSpPr/>
            <p:nvPr/>
          </p:nvSpPr>
          <p:spPr>
            <a:xfrm>
              <a:off x="8619838" y="23111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1" name="pt58311"/>
            <p:cNvSpPr/>
            <p:nvPr/>
          </p:nvSpPr>
          <p:spPr>
            <a:xfrm>
              <a:off x="9068885" y="18063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2" name="pt58312"/>
            <p:cNvSpPr/>
            <p:nvPr/>
          </p:nvSpPr>
          <p:spPr>
            <a:xfrm>
              <a:off x="8669239" y="21509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3" name="pt58313"/>
            <p:cNvSpPr/>
            <p:nvPr/>
          </p:nvSpPr>
          <p:spPr>
            <a:xfrm>
              <a:off x="8312152" y="24632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4" name="pt58314"/>
            <p:cNvSpPr/>
            <p:nvPr/>
          </p:nvSpPr>
          <p:spPr>
            <a:xfrm>
              <a:off x="8698750" y="24298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5" name="pt58315"/>
            <p:cNvSpPr/>
            <p:nvPr/>
          </p:nvSpPr>
          <p:spPr>
            <a:xfrm>
              <a:off x="9123951" y="20938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6" name="pt58316"/>
            <p:cNvSpPr/>
            <p:nvPr/>
          </p:nvSpPr>
          <p:spPr>
            <a:xfrm>
              <a:off x="9408344" y="20564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7" name="pt58317"/>
            <p:cNvSpPr/>
            <p:nvPr/>
          </p:nvSpPr>
          <p:spPr>
            <a:xfrm>
              <a:off x="8830827" y="21099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8" name="pt58318"/>
            <p:cNvSpPr/>
            <p:nvPr/>
          </p:nvSpPr>
          <p:spPr>
            <a:xfrm>
              <a:off x="8817779" y="21709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9" name="pt58319"/>
            <p:cNvSpPr/>
            <p:nvPr/>
          </p:nvSpPr>
          <p:spPr>
            <a:xfrm>
              <a:off x="8658156" y="24365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0" name="pt58320"/>
            <p:cNvSpPr/>
            <p:nvPr/>
          </p:nvSpPr>
          <p:spPr>
            <a:xfrm>
              <a:off x="9181514" y="23172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1" name="pt58321"/>
            <p:cNvSpPr/>
            <p:nvPr/>
          </p:nvSpPr>
          <p:spPr>
            <a:xfrm>
              <a:off x="8698750" y="23367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2" name="pt58322"/>
            <p:cNvSpPr/>
            <p:nvPr/>
          </p:nvSpPr>
          <p:spPr>
            <a:xfrm>
              <a:off x="8803657" y="21093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3" name="pt58323"/>
            <p:cNvSpPr/>
            <p:nvPr/>
          </p:nvSpPr>
          <p:spPr>
            <a:xfrm>
              <a:off x="8941268" y="19112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4" name="pt58324"/>
            <p:cNvSpPr/>
            <p:nvPr/>
          </p:nvSpPr>
          <p:spPr>
            <a:xfrm>
              <a:off x="8901845" y="2253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5" name="pt58325"/>
            <p:cNvSpPr/>
            <p:nvPr/>
          </p:nvSpPr>
          <p:spPr>
            <a:xfrm>
              <a:off x="9079049" y="19765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6" name="pt58326"/>
            <p:cNvSpPr/>
            <p:nvPr/>
          </p:nvSpPr>
          <p:spPr>
            <a:xfrm>
              <a:off x="9018082" y="15377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7" name="pt58327"/>
            <p:cNvSpPr/>
            <p:nvPr/>
          </p:nvSpPr>
          <p:spPr>
            <a:xfrm>
              <a:off x="9037995" y="1766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8" name="pt58328"/>
            <p:cNvSpPr/>
            <p:nvPr/>
          </p:nvSpPr>
          <p:spPr>
            <a:xfrm>
              <a:off x="8788268" y="2076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9" name="pt58329"/>
            <p:cNvSpPr/>
            <p:nvPr/>
          </p:nvSpPr>
          <p:spPr>
            <a:xfrm>
              <a:off x="9067835" y="1851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0" name="pt58330"/>
            <p:cNvSpPr/>
            <p:nvPr/>
          </p:nvSpPr>
          <p:spPr>
            <a:xfrm>
              <a:off x="8550210" y="25503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1" name="pt58331"/>
            <p:cNvSpPr/>
            <p:nvPr/>
          </p:nvSpPr>
          <p:spPr>
            <a:xfrm>
              <a:off x="9350622" y="21395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2" name="pt58332"/>
            <p:cNvSpPr/>
            <p:nvPr/>
          </p:nvSpPr>
          <p:spPr>
            <a:xfrm>
              <a:off x="9090502" y="18513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3" name="pt58333"/>
            <p:cNvSpPr/>
            <p:nvPr/>
          </p:nvSpPr>
          <p:spPr>
            <a:xfrm>
              <a:off x="9591848" y="22013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4" name="pt58334"/>
            <p:cNvSpPr/>
            <p:nvPr/>
          </p:nvSpPr>
          <p:spPr>
            <a:xfrm>
              <a:off x="8765338" y="20454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5" name="pt58335"/>
            <p:cNvSpPr/>
            <p:nvPr/>
          </p:nvSpPr>
          <p:spPr>
            <a:xfrm>
              <a:off x="8738867" y="22526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6" name="pt58336"/>
            <p:cNvSpPr/>
            <p:nvPr/>
          </p:nvSpPr>
          <p:spPr>
            <a:xfrm>
              <a:off x="9562708" y="20762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7" name="pt58337"/>
            <p:cNvSpPr/>
            <p:nvPr/>
          </p:nvSpPr>
          <p:spPr>
            <a:xfrm>
              <a:off x="9780637" y="28053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8" name="pt58338"/>
            <p:cNvSpPr/>
            <p:nvPr/>
          </p:nvSpPr>
          <p:spPr>
            <a:xfrm>
              <a:off x="8961983" y="22252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9" name="pt58339"/>
            <p:cNvSpPr/>
            <p:nvPr/>
          </p:nvSpPr>
          <p:spPr>
            <a:xfrm>
              <a:off x="8588529" y="21827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0" name="pt58340"/>
            <p:cNvSpPr/>
            <p:nvPr/>
          </p:nvSpPr>
          <p:spPr>
            <a:xfrm>
              <a:off x="8500809" y="26751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1" name="pt58341"/>
            <p:cNvSpPr/>
            <p:nvPr/>
          </p:nvSpPr>
          <p:spPr>
            <a:xfrm>
              <a:off x="8817779" y="20237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2" name="pt58342"/>
            <p:cNvSpPr/>
            <p:nvPr/>
          </p:nvSpPr>
          <p:spPr>
            <a:xfrm>
              <a:off x="9048921" y="21052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3" name="pt58343"/>
            <p:cNvSpPr/>
            <p:nvPr/>
          </p:nvSpPr>
          <p:spPr>
            <a:xfrm>
              <a:off x="9064645" y="1895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4" name="pt58344"/>
            <p:cNvSpPr/>
            <p:nvPr/>
          </p:nvSpPr>
          <p:spPr>
            <a:xfrm>
              <a:off x="8839006" y="19131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5" name="pt58345"/>
            <p:cNvSpPr/>
            <p:nvPr/>
          </p:nvSpPr>
          <p:spPr>
            <a:xfrm>
              <a:off x="9237969" y="19794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6" name="pt58346"/>
            <p:cNvSpPr/>
            <p:nvPr/>
          </p:nvSpPr>
          <p:spPr>
            <a:xfrm>
              <a:off x="9169122" y="19728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7" name="pt58347"/>
            <p:cNvSpPr/>
            <p:nvPr/>
          </p:nvSpPr>
          <p:spPr>
            <a:xfrm>
              <a:off x="8312152" y="23412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8" name="pt58348"/>
            <p:cNvSpPr/>
            <p:nvPr/>
          </p:nvSpPr>
          <p:spPr>
            <a:xfrm>
              <a:off x="8679650" y="24632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9" name="pt58349"/>
            <p:cNvSpPr/>
            <p:nvPr/>
          </p:nvSpPr>
          <p:spPr>
            <a:xfrm>
              <a:off x="9279466" y="19819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0" name="pt58350"/>
            <p:cNvSpPr/>
            <p:nvPr/>
          </p:nvSpPr>
          <p:spPr>
            <a:xfrm>
              <a:off x="8956027" y="21488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1" name="pt58351"/>
            <p:cNvSpPr/>
            <p:nvPr/>
          </p:nvSpPr>
          <p:spPr>
            <a:xfrm>
              <a:off x="9079049" y="21633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2" name="pt58352"/>
            <p:cNvSpPr/>
            <p:nvPr/>
          </p:nvSpPr>
          <p:spPr>
            <a:xfrm>
              <a:off x="8550210" y="25510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3" name="pt58353"/>
            <p:cNvSpPr/>
            <p:nvPr/>
          </p:nvSpPr>
          <p:spPr>
            <a:xfrm>
              <a:off x="8992313" y="18975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4" name="pt58354"/>
            <p:cNvSpPr/>
            <p:nvPr/>
          </p:nvSpPr>
          <p:spPr>
            <a:xfrm>
              <a:off x="9667785" y="24417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5" name="pt58355"/>
            <p:cNvSpPr/>
            <p:nvPr/>
          </p:nvSpPr>
          <p:spPr>
            <a:xfrm>
              <a:off x="8431181" y="24064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6" name="pt58356"/>
            <p:cNvSpPr/>
            <p:nvPr/>
          </p:nvSpPr>
          <p:spPr>
            <a:xfrm>
              <a:off x="8771364" y="22372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7" name="pt58357"/>
            <p:cNvSpPr/>
            <p:nvPr/>
          </p:nvSpPr>
          <p:spPr>
            <a:xfrm>
              <a:off x="9304571" y="21407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8" name="pt58358"/>
            <p:cNvSpPr/>
            <p:nvPr/>
          </p:nvSpPr>
          <p:spPr>
            <a:xfrm>
              <a:off x="9215429" y="18923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9" name="pt58359"/>
            <p:cNvSpPr/>
            <p:nvPr/>
          </p:nvSpPr>
          <p:spPr>
            <a:xfrm>
              <a:off x="9195593" y="2208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0" name="pt58360"/>
            <p:cNvSpPr/>
            <p:nvPr/>
          </p:nvSpPr>
          <p:spPr>
            <a:xfrm>
              <a:off x="9091423" y="18344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1" name="pt58361"/>
            <p:cNvSpPr/>
            <p:nvPr/>
          </p:nvSpPr>
          <p:spPr>
            <a:xfrm>
              <a:off x="9102103" y="20893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2" name="pt58362"/>
            <p:cNvSpPr/>
            <p:nvPr/>
          </p:nvSpPr>
          <p:spPr>
            <a:xfrm>
              <a:off x="8798679" y="22926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3" name="pt58363"/>
            <p:cNvSpPr/>
            <p:nvPr/>
          </p:nvSpPr>
          <p:spPr>
            <a:xfrm>
              <a:off x="9196592" y="22512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4" name="pt58364"/>
            <p:cNvSpPr/>
            <p:nvPr/>
          </p:nvSpPr>
          <p:spPr>
            <a:xfrm>
              <a:off x="8658156" y="2448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5" name="pt58365"/>
            <p:cNvSpPr/>
            <p:nvPr/>
          </p:nvSpPr>
          <p:spPr>
            <a:xfrm>
              <a:off x="9288151" y="19252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6" name="pt58366"/>
            <p:cNvSpPr/>
            <p:nvPr/>
          </p:nvSpPr>
          <p:spPr>
            <a:xfrm>
              <a:off x="9056963" y="20775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7" name="pt58367"/>
            <p:cNvSpPr/>
            <p:nvPr/>
          </p:nvSpPr>
          <p:spPr>
            <a:xfrm>
              <a:off x="8527280" y="25565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8" name="pt58368"/>
            <p:cNvSpPr/>
            <p:nvPr/>
          </p:nvSpPr>
          <p:spPr>
            <a:xfrm>
              <a:off x="9197089" y="18303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9" name="pt58369"/>
            <p:cNvSpPr/>
            <p:nvPr/>
          </p:nvSpPr>
          <p:spPr>
            <a:xfrm>
              <a:off x="8633583" y="2175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0" name="pt58370"/>
            <p:cNvSpPr/>
            <p:nvPr/>
          </p:nvSpPr>
          <p:spPr>
            <a:xfrm>
              <a:off x="8798679" y="22273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1" name="pt58371"/>
            <p:cNvSpPr/>
            <p:nvPr/>
          </p:nvSpPr>
          <p:spPr>
            <a:xfrm>
              <a:off x="9124709" y="21177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2" name="pt58372"/>
            <p:cNvSpPr/>
            <p:nvPr/>
          </p:nvSpPr>
          <p:spPr>
            <a:xfrm>
              <a:off x="8965842" y="22740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3" name="pt58373"/>
            <p:cNvSpPr/>
            <p:nvPr/>
          </p:nvSpPr>
          <p:spPr>
            <a:xfrm>
              <a:off x="8431181" y="25444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4" name="pt58374"/>
            <p:cNvSpPr/>
            <p:nvPr/>
          </p:nvSpPr>
          <p:spPr>
            <a:xfrm>
              <a:off x="9079049" y="1909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5" name="pt58375"/>
            <p:cNvSpPr/>
            <p:nvPr/>
          </p:nvSpPr>
          <p:spPr>
            <a:xfrm>
              <a:off x="9242219" y="20517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6" name="pt58376"/>
            <p:cNvSpPr/>
            <p:nvPr/>
          </p:nvSpPr>
          <p:spPr>
            <a:xfrm>
              <a:off x="9405714" y="19327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7" name="pt58377"/>
            <p:cNvSpPr/>
            <p:nvPr/>
          </p:nvSpPr>
          <p:spPr>
            <a:xfrm>
              <a:off x="9100368" y="20474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8" name="pt58378"/>
            <p:cNvSpPr/>
            <p:nvPr/>
          </p:nvSpPr>
          <p:spPr>
            <a:xfrm>
              <a:off x="8707558" y="22566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9" name="pt58379"/>
            <p:cNvSpPr/>
            <p:nvPr/>
          </p:nvSpPr>
          <p:spPr>
            <a:xfrm>
              <a:off x="8901845" y="20855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0" name="pt58380"/>
            <p:cNvSpPr/>
            <p:nvPr/>
          </p:nvSpPr>
          <p:spPr>
            <a:xfrm>
              <a:off x="8960020" y="22424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1" name="pt58381"/>
            <p:cNvSpPr/>
            <p:nvPr/>
          </p:nvSpPr>
          <p:spPr>
            <a:xfrm>
              <a:off x="9537100" y="2195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2" name="pt58382"/>
            <p:cNvSpPr/>
            <p:nvPr/>
          </p:nvSpPr>
          <p:spPr>
            <a:xfrm>
              <a:off x="8312152" y="25240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3" name="pt58383"/>
            <p:cNvSpPr/>
            <p:nvPr/>
          </p:nvSpPr>
          <p:spPr>
            <a:xfrm>
              <a:off x="9111342" y="20128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4" name="pt58384"/>
            <p:cNvSpPr/>
            <p:nvPr/>
          </p:nvSpPr>
          <p:spPr>
            <a:xfrm>
              <a:off x="9482363" y="23702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5" name="pt58385"/>
            <p:cNvSpPr/>
            <p:nvPr/>
          </p:nvSpPr>
          <p:spPr>
            <a:xfrm>
              <a:off x="9018082" y="13925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6" name="pt58386"/>
            <p:cNvSpPr/>
            <p:nvPr/>
          </p:nvSpPr>
          <p:spPr>
            <a:xfrm>
              <a:off x="9247109" y="19210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7" name="pt58387"/>
            <p:cNvSpPr/>
            <p:nvPr/>
          </p:nvSpPr>
          <p:spPr>
            <a:xfrm>
              <a:off x="9104672" y="20189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8" name="pt58388"/>
            <p:cNvSpPr/>
            <p:nvPr/>
          </p:nvSpPr>
          <p:spPr>
            <a:xfrm>
              <a:off x="9230780" y="20350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9" name="pt58389"/>
            <p:cNvSpPr/>
            <p:nvPr/>
          </p:nvSpPr>
          <p:spPr>
            <a:xfrm>
              <a:off x="8738867" y="22131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0" name="pt58390"/>
            <p:cNvSpPr/>
            <p:nvPr/>
          </p:nvSpPr>
          <p:spPr>
            <a:xfrm>
              <a:off x="8920215" y="21813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1" name="pt58391"/>
            <p:cNvSpPr/>
            <p:nvPr/>
          </p:nvSpPr>
          <p:spPr>
            <a:xfrm>
              <a:off x="8381780" y="24002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2" name="pt58392"/>
            <p:cNvSpPr/>
            <p:nvPr/>
          </p:nvSpPr>
          <p:spPr>
            <a:xfrm>
              <a:off x="8927523" y="17350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3" name="pt58393"/>
            <p:cNvSpPr/>
            <p:nvPr/>
          </p:nvSpPr>
          <p:spPr>
            <a:xfrm>
              <a:off x="8669239" y="23593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4" name="pt58394"/>
            <p:cNvSpPr/>
            <p:nvPr/>
          </p:nvSpPr>
          <p:spPr>
            <a:xfrm>
              <a:off x="9116180" y="21166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5" name="pt58395"/>
            <p:cNvSpPr/>
            <p:nvPr/>
          </p:nvSpPr>
          <p:spPr>
            <a:xfrm>
              <a:off x="8731558" y="21711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6" name="pt58396"/>
            <p:cNvSpPr/>
            <p:nvPr/>
          </p:nvSpPr>
          <p:spPr>
            <a:xfrm>
              <a:off x="8798679" y="22051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7" name="pt58397"/>
            <p:cNvSpPr/>
            <p:nvPr/>
          </p:nvSpPr>
          <p:spPr>
            <a:xfrm>
              <a:off x="8679650" y="22675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8" name="pt58398"/>
            <p:cNvSpPr/>
            <p:nvPr/>
          </p:nvSpPr>
          <p:spPr>
            <a:xfrm>
              <a:off x="8500809" y="22642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9" name="pt58399"/>
            <p:cNvSpPr/>
            <p:nvPr/>
          </p:nvSpPr>
          <p:spPr>
            <a:xfrm>
              <a:off x="8312152" y="24291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0" name="pt58400"/>
            <p:cNvSpPr/>
            <p:nvPr/>
          </p:nvSpPr>
          <p:spPr>
            <a:xfrm>
              <a:off x="8679650" y="21494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1" name="pt58401"/>
            <p:cNvSpPr/>
            <p:nvPr/>
          </p:nvSpPr>
          <p:spPr>
            <a:xfrm>
              <a:off x="8500809" y="26678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2" name="pt58402"/>
            <p:cNvSpPr/>
            <p:nvPr/>
          </p:nvSpPr>
          <p:spPr>
            <a:xfrm>
              <a:off x="8469500" y="23362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3" name="pt58403"/>
            <p:cNvSpPr/>
            <p:nvPr/>
          </p:nvSpPr>
          <p:spPr>
            <a:xfrm>
              <a:off x="8777185" y="2280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4" name="pt58404"/>
            <p:cNvSpPr/>
            <p:nvPr/>
          </p:nvSpPr>
          <p:spPr>
            <a:xfrm>
              <a:off x="9067835" y="18090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5" name="pt58405"/>
            <p:cNvSpPr/>
            <p:nvPr/>
          </p:nvSpPr>
          <p:spPr>
            <a:xfrm>
              <a:off x="9701667" y="22637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6" name="pt58406"/>
            <p:cNvSpPr/>
            <p:nvPr/>
          </p:nvSpPr>
          <p:spPr>
            <a:xfrm>
              <a:off x="9576430" y="20914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7" name="pt58407"/>
            <p:cNvSpPr/>
            <p:nvPr/>
          </p:nvSpPr>
          <p:spPr>
            <a:xfrm>
              <a:off x="8899053" y="21573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8" name="pt58408"/>
            <p:cNvSpPr/>
            <p:nvPr/>
          </p:nvSpPr>
          <p:spPr>
            <a:xfrm>
              <a:off x="8881273" y="21944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9" name="pt58409"/>
            <p:cNvSpPr/>
            <p:nvPr/>
          </p:nvSpPr>
          <p:spPr>
            <a:xfrm>
              <a:off x="9325298" y="20592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0" name="pt58410"/>
            <p:cNvSpPr/>
            <p:nvPr/>
          </p:nvSpPr>
          <p:spPr>
            <a:xfrm>
              <a:off x="9179876" y="18858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1" name="pt58411"/>
            <p:cNvSpPr/>
            <p:nvPr/>
          </p:nvSpPr>
          <p:spPr>
            <a:xfrm>
              <a:off x="8759093" y="21800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2" name="pt58412"/>
            <p:cNvSpPr/>
            <p:nvPr/>
          </p:nvSpPr>
          <p:spPr>
            <a:xfrm>
              <a:off x="9076063" y="19765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3" name="pt58413"/>
            <p:cNvSpPr/>
            <p:nvPr/>
          </p:nvSpPr>
          <p:spPr>
            <a:xfrm>
              <a:off x="8745877" y="22034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4" name="pt58414"/>
            <p:cNvSpPr/>
            <p:nvPr/>
          </p:nvSpPr>
          <p:spPr>
            <a:xfrm>
              <a:off x="9102103" y="20975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5" name="pt58415"/>
            <p:cNvSpPr/>
            <p:nvPr/>
          </p:nvSpPr>
          <p:spPr>
            <a:xfrm>
              <a:off x="8679650" y="25179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6" name="pt58416"/>
            <p:cNvSpPr/>
            <p:nvPr/>
          </p:nvSpPr>
          <p:spPr>
            <a:xfrm>
              <a:off x="9076063" y="19629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7" name="pt58417"/>
            <p:cNvSpPr/>
            <p:nvPr/>
          </p:nvSpPr>
          <p:spPr>
            <a:xfrm>
              <a:off x="8846813" y="20700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8" name="pt58418"/>
            <p:cNvSpPr/>
            <p:nvPr/>
          </p:nvSpPr>
          <p:spPr>
            <a:xfrm>
              <a:off x="9486369" y="24122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9" name="pt58419"/>
            <p:cNvSpPr/>
            <p:nvPr/>
          </p:nvSpPr>
          <p:spPr>
            <a:xfrm>
              <a:off x="8658156" y="24744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0" name="pt58420"/>
            <p:cNvSpPr/>
            <p:nvPr/>
          </p:nvSpPr>
          <p:spPr>
            <a:xfrm>
              <a:off x="9286979" y="20032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1" name="pt58421"/>
            <p:cNvSpPr/>
            <p:nvPr/>
          </p:nvSpPr>
          <p:spPr>
            <a:xfrm>
              <a:off x="8550210" y="26033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2" name="pt58422"/>
            <p:cNvSpPr/>
            <p:nvPr/>
          </p:nvSpPr>
          <p:spPr>
            <a:xfrm>
              <a:off x="9004922" y="18147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3" name="pt58423"/>
            <p:cNvSpPr/>
            <p:nvPr/>
          </p:nvSpPr>
          <p:spPr>
            <a:xfrm>
              <a:off x="9606545" y="22972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4" name="pt58424"/>
            <p:cNvSpPr/>
            <p:nvPr/>
          </p:nvSpPr>
          <p:spPr>
            <a:xfrm>
              <a:off x="8646309" y="24179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5" name="pt58425"/>
            <p:cNvSpPr/>
            <p:nvPr/>
          </p:nvSpPr>
          <p:spPr>
            <a:xfrm>
              <a:off x="9268690" y="1925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6" name="pt58426"/>
            <p:cNvSpPr/>
            <p:nvPr/>
          </p:nvSpPr>
          <p:spPr>
            <a:xfrm>
              <a:off x="9495513" y="22880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7" name="pt58427"/>
            <p:cNvSpPr/>
            <p:nvPr/>
          </p:nvSpPr>
          <p:spPr>
            <a:xfrm>
              <a:off x="9030305" y="18370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8" name="pt58428"/>
            <p:cNvSpPr/>
            <p:nvPr/>
          </p:nvSpPr>
          <p:spPr>
            <a:xfrm>
              <a:off x="8922686" y="19180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9" name="pt58429"/>
            <p:cNvSpPr/>
            <p:nvPr/>
          </p:nvSpPr>
          <p:spPr>
            <a:xfrm>
              <a:off x="8381780" y="25170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0" name="pt58430"/>
            <p:cNvSpPr/>
            <p:nvPr/>
          </p:nvSpPr>
          <p:spPr>
            <a:xfrm>
              <a:off x="8669239" y="24743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1" name="pt58431"/>
            <p:cNvSpPr/>
            <p:nvPr/>
          </p:nvSpPr>
          <p:spPr>
            <a:xfrm>
              <a:off x="8813199" y="23016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2" name="pt58432"/>
            <p:cNvSpPr/>
            <p:nvPr/>
          </p:nvSpPr>
          <p:spPr>
            <a:xfrm>
              <a:off x="9042937" y="18141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3" name="pt58433"/>
            <p:cNvSpPr/>
            <p:nvPr/>
          </p:nvSpPr>
          <p:spPr>
            <a:xfrm>
              <a:off x="8854280" y="18805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4" name="pt58434"/>
            <p:cNvSpPr/>
            <p:nvPr/>
          </p:nvSpPr>
          <p:spPr>
            <a:xfrm>
              <a:off x="8469500" y="2300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5" name="pt58435"/>
            <p:cNvSpPr/>
            <p:nvPr/>
          </p:nvSpPr>
          <p:spPr>
            <a:xfrm>
              <a:off x="8588529" y="21759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6" name="pt58436"/>
            <p:cNvSpPr/>
            <p:nvPr/>
          </p:nvSpPr>
          <p:spPr>
            <a:xfrm>
              <a:off x="8934533" y="19493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7" name="pt58437"/>
            <p:cNvSpPr/>
            <p:nvPr/>
          </p:nvSpPr>
          <p:spPr>
            <a:xfrm>
              <a:off x="9482363" y="25651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8" name="pt58438"/>
            <p:cNvSpPr/>
            <p:nvPr/>
          </p:nvSpPr>
          <p:spPr>
            <a:xfrm>
              <a:off x="8431181" y="25362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9" name="pt58439"/>
            <p:cNvSpPr/>
            <p:nvPr/>
          </p:nvSpPr>
          <p:spPr>
            <a:xfrm>
              <a:off x="8312152" y="25485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0" name="pt58440"/>
            <p:cNvSpPr/>
            <p:nvPr/>
          </p:nvSpPr>
          <p:spPr>
            <a:xfrm>
              <a:off x="8679650" y="24634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1" name="pt58441"/>
            <p:cNvSpPr/>
            <p:nvPr/>
          </p:nvSpPr>
          <p:spPr>
            <a:xfrm>
              <a:off x="8646309" y="22699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2" name="pt58442"/>
            <p:cNvSpPr/>
            <p:nvPr/>
          </p:nvSpPr>
          <p:spPr>
            <a:xfrm>
              <a:off x="8782816" y="21307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3" name="pt58443"/>
            <p:cNvSpPr/>
            <p:nvPr/>
          </p:nvSpPr>
          <p:spPr>
            <a:xfrm>
              <a:off x="9037995" y="1768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4" name="pt58444"/>
            <p:cNvSpPr/>
            <p:nvPr/>
          </p:nvSpPr>
          <p:spPr>
            <a:xfrm>
              <a:off x="8550210" y="23785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5" name="pt58445"/>
            <p:cNvSpPr/>
            <p:nvPr/>
          </p:nvSpPr>
          <p:spPr>
            <a:xfrm>
              <a:off x="8550210" y="24448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6" name="pt58446"/>
            <p:cNvSpPr/>
            <p:nvPr/>
          </p:nvSpPr>
          <p:spPr>
            <a:xfrm>
              <a:off x="8920215" y="21990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7" name="pt58447"/>
            <p:cNvSpPr/>
            <p:nvPr/>
          </p:nvSpPr>
          <p:spPr>
            <a:xfrm>
              <a:off x="8788268" y="21973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8" name="pt58448"/>
            <p:cNvSpPr/>
            <p:nvPr/>
          </p:nvSpPr>
          <p:spPr>
            <a:xfrm>
              <a:off x="8312152" y="21261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9" name="pt58449"/>
            <p:cNvSpPr/>
            <p:nvPr/>
          </p:nvSpPr>
          <p:spPr>
            <a:xfrm>
              <a:off x="8312152" y="23842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0" name="pt58450"/>
            <p:cNvSpPr/>
            <p:nvPr/>
          </p:nvSpPr>
          <p:spPr>
            <a:xfrm>
              <a:off x="8861436" y="18973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1" name="pt58451"/>
            <p:cNvSpPr/>
            <p:nvPr/>
          </p:nvSpPr>
          <p:spPr>
            <a:xfrm>
              <a:off x="8431181" y="23155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2" name="pt58452"/>
            <p:cNvSpPr/>
            <p:nvPr/>
          </p:nvSpPr>
          <p:spPr>
            <a:xfrm>
              <a:off x="8949856" y="21673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3" name="pt58453"/>
            <p:cNvSpPr/>
            <p:nvPr/>
          </p:nvSpPr>
          <p:spPr>
            <a:xfrm>
              <a:off x="9486369" y="23701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4" name="pt58454"/>
            <p:cNvSpPr/>
            <p:nvPr/>
          </p:nvSpPr>
          <p:spPr>
            <a:xfrm>
              <a:off x="8745877" y="21094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5" name="pt58455"/>
            <p:cNvSpPr/>
            <p:nvPr/>
          </p:nvSpPr>
          <p:spPr>
            <a:xfrm>
              <a:off x="8765338" y="23255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6" name="pt58456"/>
            <p:cNvSpPr/>
            <p:nvPr/>
          </p:nvSpPr>
          <p:spPr>
            <a:xfrm>
              <a:off x="9576430" y="19980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7" name="pt58457"/>
            <p:cNvSpPr/>
            <p:nvPr/>
          </p:nvSpPr>
          <p:spPr>
            <a:xfrm>
              <a:off x="8777185" y="2305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8" name="pt58458"/>
            <p:cNvSpPr/>
            <p:nvPr/>
          </p:nvSpPr>
          <p:spPr>
            <a:xfrm>
              <a:off x="8707558" y="23572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9" name="pt58459"/>
            <p:cNvSpPr/>
            <p:nvPr/>
          </p:nvSpPr>
          <p:spPr>
            <a:xfrm>
              <a:off x="8500809" y="26177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0" name="pt58460"/>
            <p:cNvSpPr/>
            <p:nvPr/>
          </p:nvSpPr>
          <p:spPr>
            <a:xfrm>
              <a:off x="8922686" y="19187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1" name="pt58461"/>
            <p:cNvSpPr/>
            <p:nvPr/>
          </p:nvSpPr>
          <p:spPr>
            <a:xfrm>
              <a:off x="9141283" y="22583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2" name="pt58462"/>
            <p:cNvSpPr/>
            <p:nvPr/>
          </p:nvSpPr>
          <p:spPr>
            <a:xfrm>
              <a:off x="8793552" y="22556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3" name="pt58463"/>
            <p:cNvSpPr/>
            <p:nvPr/>
          </p:nvSpPr>
          <p:spPr>
            <a:xfrm>
              <a:off x="9664325" y="16118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4" name="pt58464"/>
            <p:cNvSpPr/>
            <p:nvPr/>
          </p:nvSpPr>
          <p:spPr>
            <a:xfrm>
              <a:off x="8842954" y="19158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5" name="pt58465"/>
            <p:cNvSpPr/>
            <p:nvPr/>
          </p:nvSpPr>
          <p:spPr>
            <a:xfrm>
              <a:off x="9052414" y="20789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6" name="pt58466"/>
            <p:cNvSpPr/>
            <p:nvPr/>
          </p:nvSpPr>
          <p:spPr>
            <a:xfrm>
              <a:off x="8658156" y="24035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7" name="pt58467"/>
            <p:cNvSpPr/>
            <p:nvPr/>
          </p:nvSpPr>
          <p:spPr>
            <a:xfrm>
              <a:off x="9286390" y="18724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8" name="pt58468"/>
            <p:cNvSpPr/>
            <p:nvPr/>
          </p:nvSpPr>
          <p:spPr>
            <a:xfrm>
              <a:off x="8500809" y="23408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9" name="pt58469"/>
            <p:cNvSpPr/>
            <p:nvPr/>
          </p:nvSpPr>
          <p:spPr>
            <a:xfrm>
              <a:off x="8765338" y="21553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0" name="pt58470"/>
            <p:cNvSpPr/>
            <p:nvPr/>
          </p:nvSpPr>
          <p:spPr>
            <a:xfrm>
              <a:off x="8550210" y="25476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1" name="pt58471"/>
            <p:cNvSpPr/>
            <p:nvPr/>
          </p:nvSpPr>
          <p:spPr>
            <a:xfrm>
              <a:off x="8826587" y="21193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2" name="pt58472"/>
            <p:cNvSpPr/>
            <p:nvPr/>
          </p:nvSpPr>
          <p:spPr>
            <a:xfrm>
              <a:off x="9408344" y="21008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3" name="pt58473"/>
            <p:cNvSpPr/>
            <p:nvPr/>
          </p:nvSpPr>
          <p:spPr>
            <a:xfrm>
              <a:off x="8723925" y="22145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4" name="pt58474"/>
            <p:cNvSpPr/>
            <p:nvPr/>
          </p:nvSpPr>
          <p:spPr>
            <a:xfrm>
              <a:off x="8980466" y="20999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5" name="pt58475"/>
            <p:cNvSpPr/>
            <p:nvPr/>
          </p:nvSpPr>
          <p:spPr>
            <a:xfrm>
              <a:off x="8947749" y="20567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6" name="pt58476"/>
            <p:cNvSpPr/>
            <p:nvPr/>
          </p:nvSpPr>
          <p:spPr>
            <a:xfrm>
              <a:off x="8752612" y="21577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7" name="pt58477"/>
            <p:cNvSpPr/>
            <p:nvPr/>
          </p:nvSpPr>
          <p:spPr>
            <a:xfrm>
              <a:off x="9405714" y="20002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8" name="pt58478"/>
            <p:cNvSpPr/>
            <p:nvPr/>
          </p:nvSpPr>
          <p:spPr>
            <a:xfrm>
              <a:off x="9425448" y="18575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9" name="pt58479"/>
            <p:cNvSpPr/>
            <p:nvPr/>
          </p:nvSpPr>
          <p:spPr>
            <a:xfrm>
              <a:off x="9562708" y="22085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0" name="pt58480"/>
            <p:cNvSpPr/>
            <p:nvPr/>
          </p:nvSpPr>
          <p:spPr>
            <a:xfrm>
              <a:off x="8707558" y="23050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1" name="pt58481"/>
            <p:cNvSpPr/>
            <p:nvPr/>
          </p:nvSpPr>
          <p:spPr>
            <a:xfrm>
              <a:off x="9316366" y="20722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2" name="pt58482"/>
            <p:cNvSpPr/>
            <p:nvPr/>
          </p:nvSpPr>
          <p:spPr>
            <a:xfrm>
              <a:off x="9147356" y="23297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3" name="pt58483"/>
            <p:cNvSpPr/>
            <p:nvPr/>
          </p:nvSpPr>
          <p:spPr>
            <a:xfrm>
              <a:off x="9434026" y="18207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4" name="pt58484"/>
            <p:cNvSpPr/>
            <p:nvPr/>
          </p:nvSpPr>
          <p:spPr>
            <a:xfrm>
              <a:off x="8782816" y="22133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5" name="pt58485"/>
            <p:cNvSpPr/>
            <p:nvPr/>
          </p:nvSpPr>
          <p:spPr>
            <a:xfrm>
              <a:off x="8765338" y="20453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6" name="pt58486"/>
            <p:cNvSpPr/>
            <p:nvPr/>
          </p:nvSpPr>
          <p:spPr>
            <a:xfrm>
              <a:off x="8431181" y="23323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7" name="pt58487"/>
            <p:cNvSpPr/>
            <p:nvPr/>
          </p:nvSpPr>
          <p:spPr>
            <a:xfrm>
              <a:off x="9077064" y="19238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8" name="pt58488"/>
            <p:cNvSpPr/>
            <p:nvPr/>
          </p:nvSpPr>
          <p:spPr>
            <a:xfrm>
              <a:off x="8752612" y="22989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9" name="pt58489"/>
            <p:cNvSpPr/>
            <p:nvPr/>
          </p:nvSpPr>
          <p:spPr>
            <a:xfrm>
              <a:off x="9242219" y="20925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0" name="pt58490"/>
            <p:cNvSpPr/>
            <p:nvPr/>
          </p:nvSpPr>
          <p:spPr>
            <a:xfrm>
              <a:off x="8679650" y="23466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1" name="pt58491"/>
            <p:cNvSpPr/>
            <p:nvPr/>
          </p:nvSpPr>
          <p:spPr>
            <a:xfrm>
              <a:off x="9048921" y="2084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2" name="pt58492"/>
            <p:cNvSpPr/>
            <p:nvPr/>
          </p:nvSpPr>
          <p:spPr>
            <a:xfrm>
              <a:off x="8469500" y="24505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3" name="pt58493"/>
            <p:cNvSpPr/>
            <p:nvPr/>
          </p:nvSpPr>
          <p:spPr>
            <a:xfrm>
              <a:off x="8469500" y="23131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4" name="pt58494"/>
            <p:cNvSpPr/>
            <p:nvPr/>
          </p:nvSpPr>
          <p:spPr>
            <a:xfrm>
              <a:off x="8817779" y="23719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5" name="pt58495"/>
            <p:cNvSpPr/>
            <p:nvPr/>
          </p:nvSpPr>
          <p:spPr>
            <a:xfrm>
              <a:off x="9301626" y="21277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6" name="pt58496"/>
            <p:cNvSpPr/>
            <p:nvPr/>
          </p:nvSpPr>
          <p:spPr>
            <a:xfrm>
              <a:off x="8793552" y="23417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7" name="pt58497"/>
            <p:cNvSpPr/>
            <p:nvPr/>
          </p:nvSpPr>
          <p:spPr>
            <a:xfrm>
              <a:off x="8312152" y="2465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8" name="pt58498"/>
            <p:cNvSpPr/>
            <p:nvPr/>
          </p:nvSpPr>
          <p:spPr>
            <a:xfrm>
              <a:off x="9319557" y="21521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9" name="pt58499"/>
            <p:cNvSpPr/>
            <p:nvPr/>
          </p:nvSpPr>
          <p:spPr>
            <a:xfrm>
              <a:off x="8901845" y="22448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0" name="pt58500"/>
            <p:cNvSpPr/>
            <p:nvPr/>
          </p:nvSpPr>
          <p:spPr>
            <a:xfrm>
              <a:off x="9367432" y="18926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1" name="pt58501"/>
            <p:cNvSpPr/>
            <p:nvPr/>
          </p:nvSpPr>
          <p:spPr>
            <a:xfrm>
              <a:off x="9359136" y="20683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2" name="pt58502"/>
            <p:cNvSpPr/>
            <p:nvPr/>
          </p:nvSpPr>
          <p:spPr>
            <a:xfrm>
              <a:off x="9319557" y="21465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3" name="pt58503"/>
            <p:cNvSpPr/>
            <p:nvPr/>
          </p:nvSpPr>
          <p:spPr>
            <a:xfrm>
              <a:off x="9098616" y="20950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4" name="pt58504"/>
            <p:cNvSpPr/>
            <p:nvPr/>
          </p:nvSpPr>
          <p:spPr>
            <a:xfrm>
              <a:off x="9044150" y="17088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5" name="pt58505"/>
            <p:cNvSpPr/>
            <p:nvPr/>
          </p:nvSpPr>
          <p:spPr>
            <a:xfrm>
              <a:off x="8619838" y="22844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6" name="pt58506"/>
            <p:cNvSpPr/>
            <p:nvPr/>
          </p:nvSpPr>
          <p:spPr>
            <a:xfrm>
              <a:off x="8707558" y="22961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7" name="pt58507"/>
            <p:cNvSpPr/>
            <p:nvPr/>
          </p:nvSpPr>
          <p:spPr>
            <a:xfrm>
              <a:off x="9828342" y="24337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8" name="pt58508"/>
            <p:cNvSpPr/>
            <p:nvPr/>
          </p:nvSpPr>
          <p:spPr>
            <a:xfrm>
              <a:off x="8469500" y="2422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9" name="pt58509"/>
            <p:cNvSpPr/>
            <p:nvPr/>
          </p:nvSpPr>
          <p:spPr>
            <a:xfrm>
              <a:off x="8813199" y="21450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0" name="pt58510"/>
            <p:cNvSpPr/>
            <p:nvPr/>
          </p:nvSpPr>
          <p:spPr>
            <a:xfrm>
              <a:off x="8431181" y="25041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1" name="pt58511"/>
            <p:cNvSpPr/>
            <p:nvPr/>
          </p:nvSpPr>
          <p:spPr>
            <a:xfrm>
              <a:off x="8570436" y="24899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2" name="pt58512"/>
            <p:cNvSpPr/>
            <p:nvPr/>
          </p:nvSpPr>
          <p:spPr>
            <a:xfrm>
              <a:off x="8965842" y="23119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3" name="pt58513"/>
            <p:cNvSpPr/>
            <p:nvPr/>
          </p:nvSpPr>
          <p:spPr>
            <a:xfrm>
              <a:off x="8707558" y="21613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4" name="pt58514"/>
            <p:cNvSpPr/>
            <p:nvPr/>
          </p:nvSpPr>
          <p:spPr>
            <a:xfrm>
              <a:off x="9652073" y="2148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5" name="pt58515"/>
            <p:cNvSpPr/>
            <p:nvPr/>
          </p:nvSpPr>
          <p:spPr>
            <a:xfrm>
              <a:off x="9359136" y="19939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6" name="pt58516"/>
            <p:cNvSpPr/>
            <p:nvPr/>
          </p:nvSpPr>
          <p:spPr>
            <a:xfrm>
              <a:off x="8658156" y="24326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7" name="pt58517"/>
            <p:cNvSpPr/>
            <p:nvPr/>
          </p:nvSpPr>
          <p:spPr>
            <a:xfrm>
              <a:off x="8669239" y="2438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8" name="pt58518"/>
            <p:cNvSpPr/>
            <p:nvPr/>
          </p:nvSpPr>
          <p:spPr>
            <a:xfrm>
              <a:off x="9321732" y="22300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9" name="pt58519"/>
            <p:cNvSpPr/>
            <p:nvPr/>
          </p:nvSpPr>
          <p:spPr>
            <a:xfrm>
              <a:off x="8907297" y="18762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0" name="pt58520"/>
            <p:cNvSpPr/>
            <p:nvPr/>
          </p:nvSpPr>
          <p:spPr>
            <a:xfrm>
              <a:off x="8813199" y="19997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1" name="pt58521"/>
            <p:cNvSpPr/>
            <p:nvPr/>
          </p:nvSpPr>
          <p:spPr>
            <a:xfrm>
              <a:off x="8842954" y="2120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2" name="pt58522"/>
            <p:cNvSpPr/>
            <p:nvPr/>
          </p:nvSpPr>
          <p:spPr>
            <a:xfrm>
              <a:off x="9732410" y="2243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3" name="pt58523"/>
            <p:cNvSpPr/>
            <p:nvPr/>
          </p:nvSpPr>
          <p:spPr>
            <a:xfrm>
              <a:off x="8619838" y="23010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4" name="pt58524"/>
            <p:cNvSpPr/>
            <p:nvPr/>
          </p:nvSpPr>
          <p:spPr>
            <a:xfrm>
              <a:off x="8765338" y="19894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5" name="pt58525"/>
            <p:cNvSpPr/>
            <p:nvPr/>
          </p:nvSpPr>
          <p:spPr>
            <a:xfrm>
              <a:off x="9557615" y="19865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6" name="pt58526"/>
            <p:cNvSpPr/>
            <p:nvPr/>
          </p:nvSpPr>
          <p:spPr>
            <a:xfrm>
              <a:off x="9052414" y="23315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7" name="pt58527"/>
            <p:cNvSpPr/>
            <p:nvPr/>
          </p:nvSpPr>
          <p:spPr>
            <a:xfrm>
              <a:off x="9286979" y="19303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8" name="pt58528"/>
            <p:cNvSpPr/>
            <p:nvPr/>
          </p:nvSpPr>
          <p:spPr>
            <a:xfrm>
              <a:off x="9073023" y="18622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9" name="pt58529"/>
            <p:cNvSpPr/>
            <p:nvPr/>
          </p:nvSpPr>
          <p:spPr>
            <a:xfrm>
              <a:off x="8752612" y="21636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0" name="pt58530"/>
            <p:cNvSpPr/>
            <p:nvPr/>
          </p:nvSpPr>
          <p:spPr>
            <a:xfrm>
              <a:off x="9179876" y="18593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1" name="pt58531"/>
            <p:cNvSpPr/>
            <p:nvPr/>
          </p:nvSpPr>
          <p:spPr>
            <a:xfrm>
              <a:off x="9594370" y="23307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2" name="pt58532"/>
            <p:cNvSpPr/>
            <p:nvPr/>
          </p:nvSpPr>
          <p:spPr>
            <a:xfrm>
              <a:off x="8961983" y="21847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3" name="pt58533"/>
            <p:cNvSpPr/>
            <p:nvPr/>
          </p:nvSpPr>
          <p:spPr>
            <a:xfrm>
              <a:off x="8976925" y="22846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4" name="pt58534"/>
            <p:cNvSpPr/>
            <p:nvPr/>
          </p:nvSpPr>
          <p:spPr>
            <a:xfrm>
              <a:off x="8864906" y="17650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5" name="pt58535"/>
            <p:cNvSpPr/>
            <p:nvPr/>
          </p:nvSpPr>
          <p:spPr>
            <a:xfrm>
              <a:off x="8619838" y="20967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6" name="pt58536"/>
            <p:cNvSpPr/>
            <p:nvPr/>
          </p:nvSpPr>
          <p:spPr>
            <a:xfrm>
              <a:off x="8731558" y="22307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7" name="pt58537"/>
            <p:cNvSpPr/>
            <p:nvPr/>
          </p:nvSpPr>
          <p:spPr>
            <a:xfrm>
              <a:off x="9237969" y="19344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8" name="pt58538"/>
            <p:cNvSpPr/>
            <p:nvPr/>
          </p:nvSpPr>
          <p:spPr>
            <a:xfrm>
              <a:off x="8963923" y="21839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9" name="pt58539"/>
            <p:cNvSpPr/>
            <p:nvPr/>
          </p:nvSpPr>
          <p:spPr>
            <a:xfrm>
              <a:off x="9104672" y="20109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0" name="pt58540"/>
            <p:cNvSpPr/>
            <p:nvPr/>
          </p:nvSpPr>
          <p:spPr>
            <a:xfrm>
              <a:off x="8469500" y="23839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1" name="pt58541"/>
            <p:cNvSpPr/>
            <p:nvPr/>
          </p:nvSpPr>
          <p:spPr>
            <a:xfrm>
              <a:off x="8738867" y="21609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2" name="pt58542"/>
            <p:cNvSpPr/>
            <p:nvPr/>
          </p:nvSpPr>
          <p:spPr>
            <a:xfrm>
              <a:off x="9262699" y="1894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3" name="pt58543"/>
            <p:cNvSpPr/>
            <p:nvPr/>
          </p:nvSpPr>
          <p:spPr>
            <a:xfrm>
              <a:off x="9242219" y="20200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4" name="pt58544"/>
            <p:cNvSpPr/>
            <p:nvPr/>
          </p:nvSpPr>
          <p:spPr>
            <a:xfrm>
              <a:off x="9324827" y="23426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5" name="pt58545"/>
            <p:cNvSpPr/>
            <p:nvPr/>
          </p:nvSpPr>
          <p:spPr>
            <a:xfrm>
              <a:off x="9538601" y="20436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6" name="pt58546"/>
            <p:cNvSpPr/>
            <p:nvPr/>
          </p:nvSpPr>
          <p:spPr>
            <a:xfrm>
              <a:off x="8604896" y="23429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7" name="pt58547"/>
            <p:cNvSpPr/>
            <p:nvPr/>
          </p:nvSpPr>
          <p:spPr>
            <a:xfrm>
              <a:off x="8793552" y="23718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8" name="pt58548"/>
            <p:cNvSpPr/>
            <p:nvPr/>
          </p:nvSpPr>
          <p:spPr>
            <a:xfrm>
              <a:off x="9007935" y="20406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9" name="pt58549"/>
            <p:cNvSpPr/>
            <p:nvPr/>
          </p:nvSpPr>
          <p:spPr>
            <a:xfrm>
              <a:off x="9898409" y="24877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0" name="pt58550"/>
            <p:cNvSpPr/>
            <p:nvPr/>
          </p:nvSpPr>
          <p:spPr>
            <a:xfrm>
              <a:off x="8707558" y="22635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1" name="pt58551"/>
            <p:cNvSpPr/>
            <p:nvPr/>
          </p:nvSpPr>
          <p:spPr>
            <a:xfrm>
              <a:off x="8604896" y="21230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2" name="pt58552"/>
            <p:cNvSpPr/>
            <p:nvPr/>
          </p:nvSpPr>
          <p:spPr>
            <a:xfrm>
              <a:off x="9308507" y="22398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3" name="pt58553"/>
            <p:cNvSpPr/>
            <p:nvPr/>
          </p:nvSpPr>
          <p:spPr>
            <a:xfrm>
              <a:off x="8731558" y="23397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4" name="pt58554"/>
            <p:cNvSpPr/>
            <p:nvPr/>
          </p:nvSpPr>
          <p:spPr>
            <a:xfrm>
              <a:off x="8782816" y="21269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5" name="pt58555"/>
            <p:cNvSpPr/>
            <p:nvPr/>
          </p:nvSpPr>
          <p:spPr>
            <a:xfrm>
              <a:off x="9104672" y="21302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6" name="pt58556"/>
            <p:cNvSpPr/>
            <p:nvPr/>
          </p:nvSpPr>
          <p:spPr>
            <a:xfrm>
              <a:off x="8861436" y="21643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7" name="pt58557"/>
            <p:cNvSpPr/>
            <p:nvPr/>
          </p:nvSpPr>
          <p:spPr>
            <a:xfrm>
              <a:off x="9237969" y="2192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8" name="pt58558"/>
            <p:cNvSpPr/>
            <p:nvPr/>
          </p:nvSpPr>
          <p:spPr>
            <a:xfrm>
              <a:off x="9274162" y="19473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9" name="pt58559"/>
            <p:cNvSpPr/>
            <p:nvPr/>
          </p:nvSpPr>
          <p:spPr>
            <a:xfrm>
              <a:off x="8793552" y="2174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0" name="pt58560"/>
            <p:cNvSpPr/>
            <p:nvPr/>
          </p:nvSpPr>
          <p:spPr>
            <a:xfrm>
              <a:off x="9287859" y="19344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1" name="pt58561"/>
            <p:cNvSpPr/>
            <p:nvPr/>
          </p:nvSpPr>
          <p:spPr>
            <a:xfrm>
              <a:off x="8958035" y="22157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2" name="pt58562"/>
            <p:cNvSpPr/>
            <p:nvPr/>
          </p:nvSpPr>
          <p:spPr>
            <a:xfrm>
              <a:off x="8646309" y="24655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3" name="pt58563"/>
            <p:cNvSpPr/>
            <p:nvPr/>
          </p:nvSpPr>
          <p:spPr>
            <a:xfrm>
              <a:off x="9654477" y="18251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4" name="pt58564"/>
            <p:cNvSpPr/>
            <p:nvPr/>
          </p:nvSpPr>
          <p:spPr>
            <a:xfrm>
              <a:off x="8932228" y="1936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5" name="pt58565"/>
            <p:cNvSpPr/>
            <p:nvPr/>
          </p:nvSpPr>
          <p:spPr>
            <a:xfrm>
              <a:off x="8604896" y="2233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6" name="pt58566"/>
            <p:cNvSpPr/>
            <p:nvPr/>
          </p:nvSpPr>
          <p:spPr>
            <a:xfrm>
              <a:off x="8715936" y="22168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7" name="pt58567"/>
            <p:cNvSpPr/>
            <p:nvPr/>
          </p:nvSpPr>
          <p:spPr>
            <a:xfrm>
              <a:off x="9155133" y="20892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8" name="pt58568"/>
            <p:cNvSpPr/>
            <p:nvPr/>
          </p:nvSpPr>
          <p:spPr>
            <a:xfrm>
              <a:off x="9277923" y="21886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9" name="pt58569"/>
            <p:cNvSpPr/>
            <p:nvPr/>
          </p:nvSpPr>
          <p:spPr>
            <a:xfrm>
              <a:off x="8588529" y="2218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0" name="pt58570"/>
            <p:cNvSpPr/>
            <p:nvPr/>
          </p:nvSpPr>
          <p:spPr>
            <a:xfrm>
              <a:off x="8312152" y="25971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1" name="pt58571"/>
            <p:cNvSpPr/>
            <p:nvPr/>
          </p:nvSpPr>
          <p:spPr>
            <a:xfrm>
              <a:off x="8949856" y="20385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2" name="pt58572"/>
            <p:cNvSpPr/>
            <p:nvPr/>
          </p:nvSpPr>
          <p:spPr>
            <a:xfrm>
              <a:off x="8765338" y="20201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3" name="pt58573"/>
            <p:cNvSpPr/>
            <p:nvPr/>
          </p:nvSpPr>
          <p:spPr>
            <a:xfrm>
              <a:off x="8431181" y="25093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4" name="pt58574"/>
            <p:cNvSpPr/>
            <p:nvPr/>
          </p:nvSpPr>
          <p:spPr>
            <a:xfrm>
              <a:off x="8527280" y="26353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5" name="pt58575"/>
            <p:cNvSpPr/>
            <p:nvPr/>
          </p:nvSpPr>
          <p:spPr>
            <a:xfrm>
              <a:off x="9030305" y="19100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6" name="pt58576"/>
            <p:cNvSpPr/>
            <p:nvPr/>
          </p:nvSpPr>
          <p:spPr>
            <a:xfrm>
              <a:off x="8500809" y="28887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7" name="pt58577"/>
            <p:cNvSpPr/>
            <p:nvPr/>
          </p:nvSpPr>
          <p:spPr>
            <a:xfrm>
              <a:off x="9389022" y="20555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8" name="pt58578"/>
            <p:cNvSpPr/>
            <p:nvPr/>
          </p:nvSpPr>
          <p:spPr>
            <a:xfrm>
              <a:off x="8941268" y="18744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9" name="pt58579"/>
            <p:cNvSpPr/>
            <p:nvPr/>
          </p:nvSpPr>
          <p:spPr>
            <a:xfrm>
              <a:off x="8830827" y="19649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0" name="pt58580"/>
            <p:cNvSpPr/>
            <p:nvPr/>
          </p:nvSpPr>
          <p:spPr>
            <a:xfrm>
              <a:off x="8431181" y="25281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1" name="pt58581"/>
            <p:cNvSpPr/>
            <p:nvPr/>
          </p:nvSpPr>
          <p:spPr>
            <a:xfrm>
              <a:off x="8963923" y="22783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2" name="pt58582"/>
            <p:cNvSpPr/>
            <p:nvPr/>
          </p:nvSpPr>
          <p:spPr>
            <a:xfrm>
              <a:off x="9226651" y="19821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3" name="pt58583"/>
            <p:cNvSpPr/>
            <p:nvPr/>
          </p:nvSpPr>
          <p:spPr>
            <a:xfrm>
              <a:off x="8669239" y="23442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4" name="pt58584"/>
            <p:cNvSpPr/>
            <p:nvPr/>
          </p:nvSpPr>
          <p:spPr>
            <a:xfrm>
              <a:off x="8381780" y="24004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5" name="pt58585"/>
            <p:cNvSpPr/>
            <p:nvPr/>
          </p:nvSpPr>
          <p:spPr>
            <a:xfrm>
              <a:off x="8731558" y="22966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6" name="pt58586"/>
            <p:cNvSpPr/>
            <p:nvPr/>
          </p:nvSpPr>
          <p:spPr>
            <a:xfrm>
              <a:off x="9266385" y="18039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7" name="pt58587"/>
            <p:cNvSpPr/>
            <p:nvPr/>
          </p:nvSpPr>
          <p:spPr>
            <a:xfrm>
              <a:off x="9573129" y="2247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8" name="pt58588"/>
            <p:cNvSpPr/>
            <p:nvPr/>
          </p:nvSpPr>
          <p:spPr>
            <a:xfrm>
              <a:off x="9231999" y="20200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9" name="pt58589"/>
            <p:cNvSpPr/>
            <p:nvPr/>
          </p:nvSpPr>
          <p:spPr>
            <a:xfrm>
              <a:off x="9324827" y="21253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0" name="pt58590"/>
            <p:cNvSpPr/>
            <p:nvPr/>
          </p:nvSpPr>
          <p:spPr>
            <a:xfrm>
              <a:off x="8633583" y="21747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1" name="pt58591"/>
            <p:cNvSpPr/>
            <p:nvPr/>
          </p:nvSpPr>
          <p:spPr>
            <a:xfrm>
              <a:off x="8500809" y="24630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2" name="pt58592"/>
            <p:cNvSpPr/>
            <p:nvPr/>
          </p:nvSpPr>
          <p:spPr>
            <a:xfrm>
              <a:off x="9213636" y="20028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3" name="pt58593"/>
            <p:cNvSpPr/>
            <p:nvPr/>
          </p:nvSpPr>
          <p:spPr>
            <a:xfrm>
              <a:off x="8864906" y="19076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4" name="pt58594"/>
            <p:cNvSpPr/>
            <p:nvPr/>
          </p:nvSpPr>
          <p:spPr>
            <a:xfrm>
              <a:off x="9652073" y="22965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5" name="pt58595"/>
            <p:cNvSpPr/>
            <p:nvPr/>
          </p:nvSpPr>
          <p:spPr>
            <a:xfrm>
              <a:off x="8500809" y="25036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6" name="pt58596"/>
            <p:cNvSpPr/>
            <p:nvPr/>
          </p:nvSpPr>
          <p:spPr>
            <a:xfrm>
              <a:off x="8698750" y="21815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7" name="pt58597"/>
            <p:cNvSpPr/>
            <p:nvPr/>
          </p:nvSpPr>
          <p:spPr>
            <a:xfrm>
              <a:off x="8707558" y="23697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8" name="pt58598"/>
            <p:cNvSpPr/>
            <p:nvPr/>
          </p:nvSpPr>
          <p:spPr>
            <a:xfrm>
              <a:off x="9780637" y="25449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9" name="pt58599"/>
            <p:cNvSpPr/>
            <p:nvPr/>
          </p:nvSpPr>
          <p:spPr>
            <a:xfrm>
              <a:off x="8817779" y="21142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0" name="pt58600"/>
            <p:cNvSpPr/>
            <p:nvPr/>
          </p:nvSpPr>
          <p:spPr>
            <a:xfrm>
              <a:off x="8982209" y="20534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1" name="pt58601"/>
            <p:cNvSpPr/>
            <p:nvPr/>
          </p:nvSpPr>
          <p:spPr>
            <a:xfrm>
              <a:off x="8771364" y="23275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2" name="pt58602"/>
            <p:cNvSpPr/>
            <p:nvPr/>
          </p:nvSpPr>
          <p:spPr>
            <a:xfrm>
              <a:off x="8813199" y="19389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3" name="pt58603"/>
            <p:cNvSpPr/>
            <p:nvPr/>
          </p:nvSpPr>
          <p:spPr>
            <a:xfrm>
              <a:off x="8932228" y="18514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4" name="pt58604"/>
            <p:cNvSpPr/>
            <p:nvPr/>
          </p:nvSpPr>
          <p:spPr>
            <a:xfrm>
              <a:off x="8679650" y="23946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5" name="pt58605"/>
            <p:cNvSpPr/>
            <p:nvPr/>
          </p:nvSpPr>
          <p:spPr>
            <a:xfrm>
              <a:off x="9406741" y="17633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6" name="pt58606"/>
            <p:cNvSpPr/>
            <p:nvPr/>
          </p:nvSpPr>
          <p:spPr>
            <a:xfrm>
              <a:off x="8759093" y="20941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7" name="pt58607"/>
            <p:cNvSpPr/>
            <p:nvPr/>
          </p:nvSpPr>
          <p:spPr>
            <a:xfrm>
              <a:off x="9525110" y="18476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8" name="pt58608"/>
            <p:cNvSpPr/>
            <p:nvPr/>
          </p:nvSpPr>
          <p:spPr>
            <a:xfrm>
              <a:off x="9221993" y="20074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9" name="pt58609"/>
            <p:cNvSpPr/>
            <p:nvPr/>
          </p:nvSpPr>
          <p:spPr>
            <a:xfrm>
              <a:off x="8899053" y="22043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0" name="pt58610"/>
            <p:cNvSpPr/>
            <p:nvPr/>
          </p:nvSpPr>
          <p:spPr>
            <a:xfrm>
              <a:off x="9010896" y="16958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1" name="pt58611"/>
            <p:cNvSpPr/>
            <p:nvPr/>
          </p:nvSpPr>
          <p:spPr>
            <a:xfrm>
              <a:off x="8689465" y="23878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2" name="pt58612"/>
            <p:cNvSpPr/>
            <p:nvPr/>
          </p:nvSpPr>
          <p:spPr>
            <a:xfrm>
              <a:off x="9187390" y="22387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3" name="pt58613"/>
            <p:cNvSpPr/>
            <p:nvPr/>
          </p:nvSpPr>
          <p:spPr>
            <a:xfrm>
              <a:off x="8932228" y="19561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4" name="pt58614"/>
            <p:cNvSpPr/>
            <p:nvPr/>
          </p:nvSpPr>
          <p:spPr>
            <a:xfrm>
              <a:off x="9382741" y="20567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5" name="pt58615"/>
            <p:cNvSpPr/>
            <p:nvPr/>
          </p:nvSpPr>
          <p:spPr>
            <a:xfrm>
              <a:off x="8854280" y="19805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6" name="pt58616"/>
            <p:cNvSpPr/>
            <p:nvPr/>
          </p:nvSpPr>
          <p:spPr>
            <a:xfrm>
              <a:off x="8431181" y="2445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7" name="pt58617"/>
            <p:cNvSpPr/>
            <p:nvPr/>
          </p:nvSpPr>
          <p:spPr>
            <a:xfrm>
              <a:off x="9032906" y="18685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8" name="pt58618"/>
            <p:cNvSpPr/>
            <p:nvPr/>
          </p:nvSpPr>
          <p:spPr>
            <a:xfrm>
              <a:off x="9522221" y="19299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9" name="pt58619"/>
            <p:cNvSpPr/>
            <p:nvPr/>
          </p:nvSpPr>
          <p:spPr>
            <a:xfrm>
              <a:off x="9184210" y="22390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0" name="pt58620"/>
            <p:cNvSpPr/>
            <p:nvPr/>
          </p:nvSpPr>
          <p:spPr>
            <a:xfrm>
              <a:off x="8803657" y="20694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1" name="pt58621"/>
            <p:cNvSpPr/>
            <p:nvPr/>
          </p:nvSpPr>
          <p:spPr>
            <a:xfrm>
              <a:off x="8868306" y="21667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2" name="pt58622"/>
            <p:cNvSpPr/>
            <p:nvPr/>
          </p:nvSpPr>
          <p:spPr>
            <a:xfrm>
              <a:off x="9262020" y="17096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3" name="pt58623"/>
            <p:cNvSpPr/>
            <p:nvPr/>
          </p:nvSpPr>
          <p:spPr>
            <a:xfrm>
              <a:off x="8803657" y="19836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4" name="pt58624"/>
            <p:cNvSpPr/>
            <p:nvPr/>
          </p:nvSpPr>
          <p:spPr>
            <a:xfrm>
              <a:off x="8961983" y="22095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5" name="pt58625"/>
            <p:cNvSpPr/>
            <p:nvPr/>
          </p:nvSpPr>
          <p:spPr>
            <a:xfrm>
              <a:off x="9218961" y="20265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6" name="pt58626"/>
            <p:cNvSpPr/>
            <p:nvPr/>
          </p:nvSpPr>
          <p:spPr>
            <a:xfrm>
              <a:off x="8312152" y="23338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7" name="pt58627"/>
            <p:cNvSpPr/>
            <p:nvPr/>
          </p:nvSpPr>
          <p:spPr>
            <a:xfrm>
              <a:off x="8312152" y="23678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8" name="pt58628"/>
            <p:cNvSpPr/>
            <p:nvPr/>
          </p:nvSpPr>
          <p:spPr>
            <a:xfrm>
              <a:off x="9237969" y="19968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9" name="pt58629"/>
            <p:cNvSpPr/>
            <p:nvPr/>
          </p:nvSpPr>
          <p:spPr>
            <a:xfrm>
              <a:off x="9408344" y="20115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0" name="pt58630"/>
            <p:cNvSpPr/>
            <p:nvPr/>
          </p:nvSpPr>
          <p:spPr>
            <a:xfrm>
              <a:off x="9044150" y="17783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1" name="pt58631"/>
            <p:cNvSpPr/>
            <p:nvPr/>
          </p:nvSpPr>
          <p:spPr>
            <a:xfrm>
              <a:off x="8723925" y="21936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2" name="pt58632"/>
            <p:cNvSpPr/>
            <p:nvPr/>
          </p:nvSpPr>
          <p:spPr>
            <a:xfrm>
              <a:off x="8381780" y="23661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3" name="pt58633"/>
            <p:cNvSpPr/>
            <p:nvPr/>
          </p:nvSpPr>
          <p:spPr>
            <a:xfrm>
              <a:off x="8431181" y="24208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4" name="pt58634"/>
            <p:cNvSpPr/>
            <p:nvPr/>
          </p:nvSpPr>
          <p:spPr>
            <a:xfrm>
              <a:off x="9031610" y="19504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5" name="pt58635"/>
            <p:cNvSpPr/>
            <p:nvPr/>
          </p:nvSpPr>
          <p:spPr>
            <a:xfrm>
              <a:off x="8500809" y="2667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6" name="pt58636"/>
            <p:cNvSpPr/>
            <p:nvPr/>
          </p:nvSpPr>
          <p:spPr>
            <a:xfrm>
              <a:off x="8588529" y="22269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7" name="pt58637"/>
            <p:cNvSpPr/>
            <p:nvPr/>
          </p:nvSpPr>
          <p:spPr>
            <a:xfrm>
              <a:off x="9324827" y="21579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8" name="pt58638"/>
            <p:cNvSpPr/>
            <p:nvPr/>
          </p:nvSpPr>
          <p:spPr>
            <a:xfrm>
              <a:off x="8469500" y="20612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9" name="pt58639"/>
            <p:cNvSpPr/>
            <p:nvPr/>
          </p:nvSpPr>
          <p:spPr>
            <a:xfrm>
              <a:off x="9155766" y="18219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0" name="pt58640"/>
            <p:cNvSpPr/>
            <p:nvPr/>
          </p:nvSpPr>
          <p:spPr>
            <a:xfrm>
              <a:off x="8431181" y="24535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1" name="pt58641"/>
            <p:cNvSpPr/>
            <p:nvPr/>
          </p:nvSpPr>
          <p:spPr>
            <a:xfrm>
              <a:off x="9087709" y="21522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2" name="pt58642"/>
            <p:cNvSpPr/>
            <p:nvPr/>
          </p:nvSpPr>
          <p:spPr>
            <a:xfrm>
              <a:off x="8469500" y="25141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3" name="pt58643"/>
            <p:cNvSpPr/>
            <p:nvPr/>
          </p:nvSpPr>
          <p:spPr>
            <a:xfrm>
              <a:off x="9780422" y="28150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4" name="pt58644"/>
            <p:cNvSpPr/>
            <p:nvPr/>
          </p:nvSpPr>
          <p:spPr>
            <a:xfrm>
              <a:off x="9828342" y="23833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5" name="pt58645"/>
            <p:cNvSpPr/>
            <p:nvPr/>
          </p:nvSpPr>
          <p:spPr>
            <a:xfrm>
              <a:off x="8570436" y="22107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6" name="pt58646"/>
            <p:cNvSpPr/>
            <p:nvPr/>
          </p:nvSpPr>
          <p:spPr>
            <a:xfrm>
              <a:off x="9077064" y="19020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7" name="pt58647"/>
            <p:cNvSpPr/>
            <p:nvPr/>
          </p:nvSpPr>
          <p:spPr>
            <a:xfrm>
              <a:off x="8431181" y="25578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8" name="pt58648"/>
            <p:cNvSpPr/>
            <p:nvPr/>
          </p:nvSpPr>
          <p:spPr>
            <a:xfrm>
              <a:off x="9978328" y="27128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9" name="pt58649"/>
            <p:cNvSpPr/>
            <p:nvPr/>
          </p:nvSpPr>
          <p:spPr>
            <a:xfrm>
              <a:off x="8731558" y="22094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0" name="pt58650"/>
            <p:cNvSpPr/>
            <p:nvPr/>
          </p:nvSpPr>
          <p:spPr>
            <a:xfrm>
              <a:off x="9027663" y="19403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1" name="pt58651"/>
            <p:cNvSpPr/>
            <p:nvPr/>
          </p:nvSpPr>
          <p:spPr>
            <a:xfrm>
              <a:off x="9187914" y="22460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2" name="pt58652"/>
            <p:cNvSpPr/>
            <p:nvPr/>
          </p:nvSpPr>
          <p:spPr>
            <a:xfrm>
              <a:off x="8992313" y="18801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3" name="pt58653"/>
            <p:cNvSpPr/>
            <p:nvPr/>
          </p:nvSpPr>
          <p:spPr>
            <a:xfrm>
              <a:off x="8381780" y="24138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4" name="pt58654"/>
            <p:cNvSpPr/>
            <p:nvPr/>
          </p:nvSpPr>
          <p:spPr>
            <a:xfrm>
              <a:off x="9436013" y="21894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5" name="pt58655"/>
            <p:cNvSpPr/>
            <p:nvPr/>
          </p:nvSpPr>
          <p:spPr>
            <a:xfrm>
              <a:off x="9087709" y="19620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6" name="pt58656"/>
            <p:cNvSpPr/>
            <p:nvPr/>
          </p:nvSpPr>
          <p:spPr>
            <a:xfrm>
              <a:off x="8588529" y="21833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7" name="pt58657"/>
            <p:cNvSpPr/>
            <p:nvPr/>
          </p:nvSpPr>
          <p:spPr>
            <a:xfrm>
              <a:off x="8731558" y="23447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8" name="pt58658"/>
            <p:cNvSpPr/>
            <p:nvPr/>
          </p:nvSpPr>
          <p:spPr>
            <a:xfrm>
              <a:off x="9123951" y="20796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9" name="pt58659"/>
            <p:cNvSpPr/>
            <p:nvPr/>
          </p:nvSpPr>
          <p:spPr>
            <a:xfrm>
              <a:off x="9196592" y="22673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0" name="pt58660"/>
            <p:cNvSpPr/>
            <p:nvPr/>
          </p:nvSpPr>
          <p:spPr>
            <a:xfrm>
              <a:off x="8619838" y="23176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1" name="pt58661"/>
            <p:cNvSpPr/>
            <p:nvPr/>
          </p:nvSpPr>
          <p:spPr>
            <a:xfrm>
              <a:off x="8893328" y="19519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2" name="pt58662"/>
            <p:cNvSpPr/>
            <p:nvPr/>
          </p:nvSpPr>
          <p:spPr>
            <a:xfrm>
              <a:off x="8588529" y="22821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3" name="pt58663"/>
            <p:cNvSpPr/>
            <p:nvPr/>
          </p:nvSpPr>
          <p:spPr>
            <a:xfrm>
              <a:off x="9325298" y="21434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4" name="pt58664"/>
            <p:cNvSpPr/>
            <p:nvPr/>
          </p:nvSpPr>
          <p:spPr>
            <a:xfrm>
              <a:off x="9169122" y="21276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5" name="pt58665"/>
            <p:cNvSpPr/>
            <p:nvPr/>
          </p:nvSpPr>
          <p:spPr>
            <a:xfrm>
              <a:off x="8500809" y="25969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6" name="pt58666"/>
            <p:cNvSpPr/>
            <p:nvPr/>
          </p:nvSpPr>
          <p:spPr>
            <a:xfrm>
              <a:off x="9027663" y="18501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7" name="pt58667"/>
            <p:cNvSpPr/>
            <p:nvPr/>
          </p:nvSpPr>
          <p:spPr>
            <a:xfrm>
              <a:off x="8588529" y="22443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8" name="pt58668"/>
            <p:cNvSpPr/>
            <p:nvPr/>
          </p:nvSpPr>
          <p:spPr>
            <a:xfrm>
              <a:off x="9054703" y="21006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9" name="pt58669"/>
            <p:cNvSpPr/>
            <p:nvPr/>
          </p:nvSpPr>
          <p:spPr>
            <a:xfrm>
              <a:off x="8550210" y="25589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0" name="pt58670"/>
            <p:cNvSpPr/>
            <p:nvPr/>
          </p:nvSpPr>
          <p:spPr>
            <a:xfrm>
              <a:off x="9278233" y="18741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1" name="pt58671"/>
            <p:cNvSpPr/>
            <p:nvPr/>
          </p:nvSpPr>
          <p:spPr>
            <a:xfrm>
              <a:off x="9564411" y="23347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2" name="pt58672"/>
            <p:cNvSpPr/>
            <p:nvPr/>
          </p:nvSpPr>
          <p:spPr>
            <a:xfrm>
              <a:off x="8834965" y="2195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3" name="pt58673"/>
            <p:cNvSpPr/>
            <p:nvPr/>
          </p:nvSpPr>
          <p:spPr>
            <a:xfrm>
              <a:off x="8963923" y="22771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4" name="pt58674"/>
            <p:cNvSpPr/>
            <p:nvPr/>
          </p:nvSpPr>
          <p:spPr>
            <a:xfrm>
              <a:off x="8312152" y="2475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5" name="pt58675"/>
            <p:cNvSpPr/>
            <p:nvPr/>
          </p:nvSpPr>
          <p:spPr>
            <a:xfrm>
              <a:off x="9321732" y="21207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6" name="pt58676"/>
            <p:cNvSpPr/>
            <p:nvPr/>
          </p:nvSpPr>
          <p:spPr>
            <a:xfrm>
              <a:off x="9461227" y="24465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7" name="pt58677"/>
            <p:cNvSpPr/>
            <p:nvPr/>
          </p:nvSpPr>
          <p:spPr>
            <a:xfrm>
              <a:off x="8788268" y="22354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8" name="pt58678"/>
            <p:cNvSpPr/>
            <p:nvPr/>
          </p:nvSpPr>
          <p:spPr>
            <a:xfrm>
              <a:off x="9018082" y="16431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9" name="pt58679"/>
            <p:cNvSpPr/>
            <p:nvPr/>
          </p:nvSpPr>
          <p:spPr>
            <a:xfrm>
              <a:off x="8765338" y="20372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0" name="pt58680"/>
            <p:cNvSpPr/>
            <p:nvPr/>
          </p:nvSpPr>
          <p:spPr>
            <a:xfrm>
              <a:off x="8803657" y="21116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1" name="pt58681"/>
            <p:cNvSpPr/>
            <p:nvPr/>
          </p:nvSpPr>
          <p:spPr>
            <a:xfrm>
              <a:off x="9027663" y="17634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2" name="pt58682"/>
            <p:cNvSpPr/>
            <p:nvPr/>
          </p:nvSpPr>
          <p:spPr>
            <a:xfrm>
              <a:off x="8312152" y="22011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3" name="pt58683"/>
            <p:cNvSpPr/>
            <p:nvPr/>
          </p:nvSpPr>
          <p:spPr>
            <a:xfrm>
              <a:off x="8971473" y="22583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4" name="pt58684"/>
            <p:cNvSpPr/>
            <p:nvPr/>
          </p:nvSpPr>
          <p:spPr>
            <a:xfrm>
              <a:off x="8500809" y="26655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5" name="pt58685"/>
            <p:cNvSpPr/>
            <p:nvPr/>
          </p:nvSpPr>
          <p:spPr>
            <a:xfrm>
              <a:off x="8899053" y="23603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6" name="pt58686"/>
            <p:cNvSpPr/>
            <p:nvPr/>
          </p:nvSpPr>
          <p:spPr>
            <a:xfrm>
              <a:off x="9507319" y="21946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7" name="pt58687"/>
            <p:cNvSpPr/>
            <p:nvPr/>
          </p:nvSpPr>
          <p:spPr>
            <a:xfrm>
              <a:off x="8500809" y="25042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8" name="pt58688"/>
            <p:cNvSpPr/>
            <p:nvPr/>
          </p:nvSpPr>
          <p:spPr>
            <a:xfrm>
              <a:off x="8500809" y="26870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9" name="pt58689"/>
            <p:cNvSpPr/>
            <p:nvPr/>
          </p:nvSpPr>
          <p:spPr>
            <a:xfrm>
              <a:off x="8793552" y="22049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0" name="pt58690"/>
            <p:cNvSpPr/>
            <p:nvPr/>
          </p:nvSpPr>
          <p:spPr>
            <a:xfrm>
              <a:off x="9780422" y="28473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1" name="pt58691"/>
            <p:cNvSpPr/>
            <p:nvPr/>
          </p:nvSpPr>
          <p:spPr>
            <a:xfrm>
              <a:off x="9036737" y="18385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2" name="pt58692"/>
            <p:cNvSpPr/>
            <p:nvPr/>
          </p:nvSpPr>
          <p:spPr>
            <a:xfrm>
              <a:off x="8669239" y="23590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3" name="pt58693"/>
            <p:cNvSpPr/>
            <p:nvPr/>
          </p:nvSpPr>
          <p:spPr>
            <a:xfrm>
              <a:off x="8978704" y="20005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4" name="pt58694"/>
            <p:cNvSpPr/>
            <p:nvPr/>
          </p:nvSpPr>
          <p:spPr>
            <a:xfrm>
              <a:off x="9104672" y="20231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5" name="pt58695"/>
            <p:cNvSpPr/>
            <p:nvPr/>
          </p:nvSpPr>
          <p:spPr>
            <a:xfrm>
              <a:off x="9098616" y="21732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6" name="pt58696"/>
            <p:cNvSpPr/>
            <p:nvPr/>
          </p:nvSpPr>
          <p:spPr>
            <a:xfrm>
              <a:off x="8854280" y="20520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7" name="pt58697"/>
            <p:cNvSpPr/>
            <p:nvPr/>
          </p:nvSpPr>
          <p:spPr>
            <a:xfrm>
              <a:off x="9003396" y="19065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8" name="pt58698"/>
            <p:cNvSpPr/>
            <p:nvPr/>
          </p:nvSpPr>
          <p:spPr>
            <a:xfrm>
              <a:off x="8669239" y="21972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9" name="pt58699"/>
            <p:cNvSpPr/>
            <p:nvPr/>
          </p:nvSpPr>
          <p:spPr>
            <a:xfrm>
              <a:off x="8500809" y="26946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0" name="pt58700"/>
            <p:cNvSpPr/>
            <p:nvPr/>
          </p:nvSpPr>
          <p:spPr>
            <a:xfrm>
              <a:off x="9471970" y="23738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1" name="pt58701"/>
            <p:cNvSpPr/>
            <p:nvPr/>
          </p:nvSpPr>
          <p:spPr>
            <a:xfrm>
              <a:off x="9324827" y="21900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2" name="pt58702"/>
            <p:cNvSpPr/>
            <p:nvPr/>
          </p:nvSpPr>
          <p:spPr>
            <a:xfrm>
              <a:off x="8745877" y="20559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3" name="pt58703"/>
            <p:cNvSpPr/>
            <p:nvPr/>
          </p:nvSpPr>
          <p:spPr>
            <a:xfrm>
              <a:off x="8500809" y="25169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4" name="pt58704"/>
            <p:cNvSpPr/>
            <p:nvPr/>
          </p:nvSpPr>
          <p:spPr>
            <a:xfrm>
              <a:off x="8469500" y="21577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5" name="pt58705"/>
            <p:cNvSpPr/>
            <p:nvPr/>
          </p:nvSpPr>
          <p:spPr>
            <a:xfrm>
              <a:off x="9636399" y="19878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6" name="pt58706"/>
            <p:cNvSpPr/>
            <p:nvPr/>
          </p:nvSpPr>
          <p:spPr>
            <a:xfrm>
              <a:off x="8646309" y="2489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7" name="pt58707"/>
            <p:cNvSpPr/>
            <p:nvPr/>
          </p:nvSpPr>
          <p:spPr>
            <a:xfrm>
              <a:off x="9652073" y="20502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8" name="pt58708"/>
            <p:cNvSpPr/>
            <p:nvPr/>
          </p:nvSpPr>
          <p:spPr>
            <a:xfrm>
              <a:off x="8469500" y="22288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9" name="pt58709"/>
            <p:cNvSpPr/>
            <p:nvPr/>
          </p:nvSpPr>
          <p:spPr>
            <a:xfrm>
              <a:off x="8500809" y="23374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0" name="pt58710"/>
            <p:cNvSpPr/>
            <p:nvPr/>
          </p:nvSpPr>
          <p:spPr>
            <a:xfrm>
              <a:off x="8658156" y="25030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1" name="pt58711"/>
            <p:cNvSpPr/>
            <p:nvPr/>
          </p:nvSpPr>
          <p:spPr>
            <a:xfrm>
              <a:off x="8469500" y="24593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2" name="pt58712"/>
            <p:cNvSpPr/>
            <p:nvPr/>
          </p:nvSpPr>
          <p:spPr>
            <a:xfrm>
              <a:off x="9184210" y="21897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3" name="pt58713"/>
            <p:cNvSpPr/>
            <p:nvPr/>
          </p:nvSpPr>
          <p:spPr>
            <a:xfrm>
              <a:off x="8658156" y="23254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4" name="pt58714"/>
            <p:cNvSpPr/>
            <p:nvPr/>
          </p:nvSpPr>
          <p:spPr>
            <a:xfrm>
              <a:off x="9242219" y="20577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5" name="pt58715"/>
            <p:cNvSpPr/>
            <p:nvPr/>
          </p:nvSpPr>
          <p:spPr>
            <a:xfrm>
              <a:off x="8312152" y="25721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6" name="pt58716"/>
            <p:cNvSpPr/>
            <p:nvPr/>
          </p:nvSpPr>
          <p:spPr>
            <a:xfrm>
              <a:off x="8431181" y="22567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7" name="pt58717"/>
            <p:cNvSpPr/>
            <p:nvPr/>
          </p:nvSpPr>
          <p:spPr>
            <a:xfrm>
              <a:off x="8646309" y="2387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8" name="pt58718"/>
            <p:cNvSpPr/>
            <p:nvPr/>
          </p:nvSpPr>
          <p:spPr>
            <a:xfrm>
              <a:off x="8588529" y="22929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9" name="pt58719"/>
            <p:cNvSpPr/>
            <p:nvPr/>
          </p:nvSpPr>
          <p:spPr>
            <a:xfrm>
              <a:off x="8752612" y="21613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0" name="pt58720"/>
            <p:cNvSpPr/>
            <p:nvPr/>
          </p:nvSpPr>
          <p:spPr>
            <a:xfrm>
              <a:off x="8971473" y="22013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1" name="pt58721"/>
            <p:cNvSpPr/>
            <p:nvPr/>
          </p:nvSpPr>
          <p:spPr>
            <a:xfrm>
              <a:off x="8956027" y="21276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2" name="pt58722"/>
            <p:cNvSpPr/>
            <p:nvPr/>
          </p:nvSpPr>
          <p:spPr>
            <a:xfrm>
              <a:off x="9110522" y="20843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3" name="pt58723"/>
            <p:cNvSpPr/>
            <p:nvPr/>
          </p:nvSpPr>
          <p:spPr>
            <a:xfrm>
              <a:off x="8945616" y="20694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4" name="pt58724"/>
            <p:cNvSpPr/>
            <p:nvPr/>
          </p:nvSpPr>
          <p:spPr>
            <a:xfrm>
              <a:off x="8707558" y="23864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5" name="pt58725"/>
            <p:cNvSpPr/>
            <p:nvPr/>
          </p:nvSpPr>
          <p:spPr>
            <a:xfrm>
              <a:off x="9756959" y="2370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6" name="pt58726"/>
            <p:cNvSpPr/>
            <p:nvPr/>
          </p:nvSpPr>
          <p:spPr>
            <a:xfrm>
              <a:off x="9104672" y="22674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7" name="pt58727"/>
            <p:cNvSpPr/>
            <p:nvPr/>
          </p:nvSpPr>
          <p:spPr>
            <a:xfrm>
              <a:off x="9701667" y="22813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8" name="pt58728"/>
            <p:cNvSpPr/>
            <p:nvPr/>
          </p:nvSpPr>
          <p:spPr>
            <a:xfrm>
              <a:off x="8679650" y="23478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9" name="pt58729"/>
            <p:cNvSpPr/>
            <p:nvPr/>
          </p:nvSpPr>
          <p:spPr>
            <a:xfrm>
              <a:off x="9108871" y="21783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0" name="pt58730"/>
            <p:cNvSpPr/>
            <p:nvPr/>
          </p:nvSpPr>
          <p:spPr>
            <a:xfrm>
              <a:off x="8822239" y="22493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1" name="pt58731"/>
            <p:cNvSpPr/>
            <p:nvPr/>
          </p:nvSpPr>
          <p:spPr>
            <a:xfrm>
              <a:off x="8798679" y="21832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2" name="pt58732"/>
            <p:cNvSpPr/>
            <p:nvPr/>
          </p:nvSpPr>
          <p:spPr>
            <a:xfrm>
              <a:off x="8990670" y="18555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3" name="pt58733"/>
            <p:cNvSpPr/>
            <p:nvPr/>
          </p:nvSpPr>
          <p:spPr>
            <a:xfrm>
              <a:off x="8826587" y="23210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4" name="pt58734"/>
            <p:cNvSpPr/>
            <p:nvPr/>
          </p:nvSpPr>
          <p:spPr>
            <a:xfrm>
              <a:off x="9388372" y="20742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5" name="pt58735"/>
            <p:cNvSpPr/>
            <p:nvPr/>
          </p:nvSpPr>
          <p:spPr>
            <a:xfrm>
              <a:off x="9594370" y="21799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6" name="pt58736"/>
            <p:cNvSpPr/>
            <p:nvPr/>
          </p:nvSpPr>
          <p:spPr>
            <a:xfrm>
              <a:off x="8469500" y="24350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7" name="pt58737"/>
            <p:cNvSpPr/>
            <p:nvPr/>
          </p:nvSpPr>
          <p:spPr>
            <a:xfrm>
              <a:off x="8619838" y="2430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8" name="pt58738"/>
            <p:cNvSpPr/>
            <p:nvPr/>
          </p:nvSpPr>
          <p:spPr>
            <a:xfrm>
              <a:off x="8588529" y="24430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9" name="pt58739"/>
            <p:cNvSpPr/>
            <p:nvPr/>
          </p:nvSpPr>
          <p:spPr>
            <a:xfrm>
              <a:off x="8947749" y="21309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0" name="pt58740"/>
            <p:cNvSpPr/>
            <p:nvPr/>
          </p:nvSpPr>
          <p:spPr>
            <a:xfrm>
              <a:off x="8604896" y="2190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1" name="pt58741"/>
            <p:cNvSpPr/>
            <p:nvPr/>
          </p:nvSpPr>
          <p:spPr>
            <a:xfrm>
              <a:off x="8854280" y="20222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2" name="pt58742"/>
            <p:cNvSpPr/>
            <p:nvPr/>
          </p:nvSpPr>
          <p:spPr>
            <a:xfrm>
              <a:off x="8633583" y="21315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3" name="pt58743"/>
            <p:cNvSpPr/>
            <p:nvPr/>
          </p:nvSpPr>
          <p:spPr>
            <a:xfrm>
              <a:off x="8788268" y="20925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4" name="pt58744"/>
            <p:cNvSpPr/>
            <p:nvPr/>
          </p:nvSpPr>
          <p:spPr>
            <a:xfrm>
              <a:off x="8723925" y="2343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5" name="pt58745"/>
            <p:cNvSpPr/>
            <p:nvPr/>
          </p:nvSpPr>
          <p:spPr>
            <a:xfrm>
              <a:off x="9064645" y="21129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6" name="pt58746"/>
            <p:cNvSpPr/>
            <p:nvPr/>
          </p:nvSpPr>
          <p:spPr>
            <a:xfrm>
              <a:off x="8619838" y="2070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7" name="pt58747"/>
            <p:cNvSpPr/>
            <p:nvPr/>
          </p:nvSpPr>
          <p:spPr>
            <a:xfrm>
              <a:off x="8527280" y="27110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8" name="pt58748"/>
            <p:cNvSpPr/>
            <p:nvPr/>
          </p:nvSpPr>
          <p:spPr>
            <a:xfrm>
              <a:off x="9287859" y="19269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9" name="pt58749"/>
            <p:cNvSpPr/>
            <p:nvPr/>
          </p:nvSpPr>
          <p:spPr>
            <a:xfrm>
              <a:off x="8698750" y="23870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0" name="pt58750"/>
            <p:cNvSpPr/>
            <p:nvPr/>
          </p:nvSpPr>
          <p:spPr>
            <a:xfrm>
              <a:off x="8958035" y="22459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1" name="pt58751"/>
            <p:cNvSpPr/>
            <p:nvPr/>
          </p:nvSpPr>
          <p:spPr>
            <a:xfrm>
              <a:off x="9434026" y="18057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2" name="pt58752"/>
            <p:cNvSpPr/>
            <p:nvPr/>
          </p:nvSpPr>
          <p:spPr>
            <a:xfrm>
              <a:off x="8431181" y="25311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3" name="pt58753"/>
            <p:cNvSpPr/>
            <p:nvPr/>
          </p:nvSpPr>
          <p:spPr>
            <a:xfrm>
              <a:off x="9321732" y="21022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4" name="pt58754"/>
            <p:cNvSpPr/>
            <p:nvPr/>
          </p:nvSpPr>
          <p:spPr>
            <a:xfrm>
              <a:off x="8830827" y="21007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5" name="pt58755"/>
            <p:cNvSpPr/>
            <p:nvPr/>
          </p:nvSpPr>
          <p:spPr>
            <a:xfrm>
              <a:off x="8987335" y="20753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6" name="pt58756"/>
            <p:cNvSpPr/>
            <p:nvPr/>
          </p:nvSpPr>
          <p:spPr>
            <a:xfrm>
              <a:off x="8771364" y="23960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7" name="pt58757"/>
            <p:cNvSpPr/>
            <p:nvPr/>
          </p:nvSpPr>
          <p:spPr>
            <a:xfrm>
              <a:off x="9321732" y="2247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8" name="pt58758"/>
            <p:cNvSpPr/>
            <p:nvPr/>
          </p:nvSpPr>
          <p:spPr>
            <a:xfrm>
              <a:off x="9316366" y="21418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9" name="pt58759"/>
            <p:cNvSpPr/>
            <p:nvPr/>
          </p:nvSpPr>
          <p:spPr>
            <a:xfrm>
              <a:off x="9874745" y="27595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0" name="pt58760"/>
            <p:cNvSpPr/>
            <p:nvPr/>
          </p:nvSpPr>
          <p:spPr>
            <a:xfrm>
              <a:off x="8646309" y="25632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1" name="pt58761"/>
            <p:cNvSpPr/>
            <p:nvPr/>
          </p:nvSpPr>
          <p:spPr>
            <a:xfrm>
              <a:off x="8947749" y="20682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2" name="pt58762"/>
            <p:cNvSpPr/>
            <p:nvPr/>
          </p:nvSpPr>
          <p:spPr>
            <a:xfrm>
              <a:off x="9208605" y="19618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3" name="pt58763"/>
            <p:cNvSpPr/>
            <p:nvPr/>
          </p:nvSpPr>
          <p:spPr>
            <a:xfrm>
              <a:off x="9538601" y="20143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4" name="pt58764"/>
            <p:cNvSpPr/>
            <p:nvPr/>
          </p:nvSpPr>
          <p:spPr>
            <a:xfrm>
              <a:off x="9316366" y="2098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5" name="pt58765"/>
            <p:cNvSpPr/>
            <p:nvPr/>
          </p:nvSpPr>
          <p:spPr>
            <a:xfrm>
              <a:off x="8945616" y="21675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6" name="pt58766"/>
            <p:cNvSpPr/>
            <p:nvPr/>
          </p:nvSpPr>
          <p:spPr>
            <a:xfrm>
              <a:off x="9288151" y="19522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7" name="pt58767"/>
            <p:cNvSpPr/>
            <p:nvPr/>
          </p:nvSpPr>
          <p:spPr>
            <a:xfrm>
              <a:off x="9652073" y="24209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8" name="pt58768"/>
            <p:cNvSpPr/>
            <p:nvPr/>
          </p:nvSpPr>
          <p:spPr>
            <a:xfrm>
              <a:off x="9252225" y="20691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9" name="pt58769"/>
            <p:cNvSpPr/>
            <p:nvPr/>
          </p:nvSpPr>
          <p:spPr>
            <a:xfrm>
              <a:off x="8874912" y="23190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0" name="pt58770"/>
            <p:cNvSpPr/>
            <p:nvPr/>
          </p:nvSpPr>
          <p:spPr>
            <a:xfrm>
              <a:off x="8619838" y="21572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1" name="pt58771"/>
            <p:cNvSpPr/>
            <p:nvPr/>
          </p:nvSpPr>
          <p:spPr>
            <a:xfrm>
              <a:off x="8312152" y="2465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2" name="pt58772"/>
            <p:cNvSpPr/>
            <p:nvPr/>
          </p:nvSpPr>
          <p:spPr>
            <a:xfrm>
              <a:off x="9417384" y="20027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3" name="pt58773"/>
            <p:cNvSpPr/>
            <p:nvPr/>
          </p:nvSpPr>
          <p:spPr>
            <a:xfrm>
              <a:off x="9126964" y="20031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4" name="pt58774"/>
            <p:cNvSpPr/>
            <p:nvPr/>
          </p:nvSpPr>
          <p:spPr>
            <a:xfrm>
              <a:off x="8381780" y="23474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5" name="pt58775"/>
            <p:cNvSpPr/>
            <p:nvPr/>
          </p:nvSpPr>
          <p:spPr>
            <a:xfrm>
              <a:off x="9242219" y="20639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6" name="pt58776"/>
            <p:cNvSpPr/>
            <p:nvPr/>
          </p:nvSpPr>
          <p:spPr>
            <a:xfrm>
              <a:off x="8920215" y="21599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7" name="pt58777"/>
            <p:cNvSpPr/>
            <p:nvPr/>
          </p:nvSpPr>
          <p:spPr>
            <a:xfrm>
              <a:off x="8771364" y="23075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8" name="pt58778"/>
            <p:cNvSpPr/>
            <p:nvPr/>
          </p:nvSpPr>
          <p:spPr>
            <a:xfrm>
              <a:off x="8723925" y="22753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9" name="pt58779"/>
            <p:cNvSpPr/>
            <p:nvPr/>
          </p:nvSpPr>
          <p:spPr>
            <a:xfrm>
              <a:off x="9356410" y="21455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0" name="pt58780"/>
            <p:cNvSpPr/>
            <p:nvPr/>
          </p:nvSpPr>
          <p:spPr>
            <a:xfrm>
              <a:off x="8817779" y="21353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1" name="pt58781"/>
            <p:cNvSpPr/>
            <p:nvPr/>
          </p:nvSpPr>
          <p:spPr>
            <a:xfrm>
              <a:off x="9518367" y="20727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2" name="pt58782"/>
            <p:cNvSpPr/>
            <p:nvPr/>
          </p:nvSpPr>
          <p:spPr>
            <a:xfrm>
              <a:off x="8989011" y="2016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3" name="pt58783"/>
            <p:cNvSpPr/>
            <p:nvPr/>
          </p:nvSpPr>
          <p:spPr>
            <a:xfrm>
              <a:off x="8469500" y="24928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4" name="pt58784"/>
            <p:cNvSpPr/>
            <p:nvPr/>
          </p:nvSpPr>
          <p:spPr>
            <a:xfrm>
              <a:off x="8588529" y="22047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5" name="pt58785"/>
            <p:cNvSpPr/>
            <p:nvPr/>
          </p:nvSpPr>
          <p:spPr>
            <a:xfrm>
              <a:off x="9230780" y="20684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6" name="pt58786"/>
            <p:cNvSpPr/>
            <p:nvPr/>
          </p:nvSpPr>
          <p:spPr>
            <a:xfrm>
              <a:off x="9126964" y="1993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7" name="pt58787"/>
            <p:cNvSpPr/>
            <p:nvPr/>
          </p:nvSpPr>
          <p:spPr>
            <a:xfrm>
              <a:off x="9141283" y="21283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8" name="pt58788"/>
            <p:cNvSpPr/>
            <p:nvPr/>
          </p:nvSpPr>
          <p:spPr>
            <a:xfrm>
              <a:off x="9126216" y="20430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9" name="pt58789"/>
            <p:cNvSpPr/>
            <p:nvPr/>
          </p:nvSpPr>
          <p:spPr>
            <a:xfrm>
              <a:off x="8956027" y="21890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0" name="pt58790"/>
            <p:cNvSpPr/>
            <p:nvPr/>
          </p:nvSpPr>
          <p:spPr>
            <a:xfrm>
              <a:off x="8431181" y="2472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1" name="pt58791"/>
            <p:cNvSpPr/>
            <p:nvPr/>
          </p:nvSpPr>
          <p:spPr>
            <a:xfrm>
              <a:off x="8965842" y="21427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2" name="pt58792"/>
            <p:cNvSpPr/>
            <p:nvPr/>
          </p:nvSpPr>
          <p:spPr>
            <a:xfrm>
              <a:off x="9142651" y="2263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3" name="pt58793"/>
            <p:cNvSpPr/>
            <p:nvPr/>
          </p:nvSpPr>
          <p:spPr>
            <a:xfrm>
              <a:off x="8312152" y="23995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4" name="pt58794"/>
            <p:cNvSpPr/>
            <p:nvPr/>
          </p:nvSpPr>
          <p:spPr>
            <a:xfrm>
              <a:off x="8854280" y="21829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5" name="pt58795"/>
            <p:cNvSpPr/>
            <p:nvPr/>
          </p:nvSpPr>
          <p:spPr>
            <a:xfrm>
              <a:off x="9199552" y="17702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6" name="pt58796"/>
            <p:cNvSpPr/>
            <p:nvPr/>
          </p:nvSpPr>
          <p:spPr>
            <a:xfrm>
              <a:off x="9044150" y="17937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7" name="pt58797"/>
            <p:cNvSpPr/>
            <p:nvPr/>
          </p:nvSpPr>
          <p:spPr>
            <a:xfrm>
              <a:off x="8500809" y="24737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8" name="pt58798"/>
            <p:cNvSpPr/>
            <p:nvPr/>
          </p:nvSpPr>
          <p:spPr>
            <a:xfrm>
              <a:off x="9594370" y="22122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9" name="pt58799"/>
            <p:cNvSpPr/>
            <p:nvPr/>
          </p:nvSpPr>
          <p:spPr>
            <a:xfrm>
              <a:off x="8834965" y="21968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0" name="pt58800"/>
            <p:cNvSpPr/>
            <p:nvPr/>
          </p:nvSpPr>
          <p:spPr>
            <a:xfrm>
              <a:off x="9030305" y="18481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1" name="pt58801"/>
            <p:cNvSpPr/>
            <p:nvPr/>
          </p:nvSpPr>
          <p:spPr>
            <a:xfrm>
              <a:off x="9185276" y="21300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2" name="pt58802"/>
            <p:cNvSpPr/>
            <p:nvPr/>
          </p:nvSpPr>
          <p:spPr>
            <a:xfrm>
              <a:off x="9388372" y="20925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3" name="pt58803"/>
            <p:cNvSpPr/>
            <p:nvPr/>
          </p:nvSpPr>
          <p:spPr>
            <a:xfrm>
              <a:off x="8947749" y="20844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4" name="pt58804"/>
            <p:cNvSpPr/>
            <p:nvPr/>
          </p:nvSpPr>
          <p:spPr>
            <a:xfrm>
              <a:off x="8527280" y="24350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5" name="pt58805"/>
            <p:cNvSpPr/>
            <p:nvPr/>
          </p:nvSpPr>
          <p:spPr>
            <a:xfrm>
              <a:off x="9048921" y="21940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6" name="pt58806"/>
            <p:cNvSpPr/>
            <p:nvPr/>
          </p:nvSpPr>
          <p:spPr>
            <a:xfrm>
              <a:off x="8431181" y="22733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7" name="pt58807"/>
            <p:cNvSpPr/>
            <p:nvPr/>
          </p:nvSpPr>
          <p:spPr>
            <a:xfrm>
              <a:off x="9115383" y="20696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8" name="pt58808"/>
            <p:cNvSpPr/>
            <p:nvPr/>
          </p:nvSpPr>
          <p:spPr>
            <a:xfrm>
              <a:off x="8431181" y="24535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9" name="pt58809"/>
            <p:cNvSpPr/>
            <p:nvPr/>
          </p:nvSpPr>
          <p:spPr>
            <a:xfrm>
              <a:off x="9247109" y="19925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0" name="pt58810"/>
            <p:cNvSpPr/>
            <p:nvPr/>
          </p:nvSpPr>
          <p:spPr>
            <a:xfrm>
              <a:off x="9218961" y="19941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1" name="pt58811"/>
            <p:cNvSpPr/>
            <p:nvPr/>
          </p:nvSpPr>
          <p:spPr>
            <a:xfrm>
              <a:off x="9046552" y="19137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2" name="pt58812"/>
            <p:cNvSpPr/>
            <p:nvPr/>
          </p:nvSpPr>
          <p:spPr>
            <a:xfrm>
              <a:off x="9230780" y="21663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3" name="pt58813"/>
            <p:cNvSpPr/>
            <p:nvPr/>
          </p:nvSpPr>
          <p:spPr>
            <a:xfrm>
              <a:off x="8669239" y="23286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4" name="pt58814"/>
            <p:cNvSpPr/>
            <p:nvPr/>
          </p:nvSpPr>
          <p:spPr>
            <a:xfrm>
              <a:off x="8633583" y="20879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5" name="pt58815"/>
            <p:cNvSpPr/>
            <p:nvPr/>
          </p:nvSpPr>
          <p:spPr>
            <a:xfrm>
              <a:off x="8570436" y="23630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6" name="pt58816"/>
            <p:cNvSpPr/>
            <p:nvPr/>
          </p:nvSpPr>
          <p:spPr>
            <a:xfrm>
              <a:off x="9308507" y="22007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7" name="pt58817"/>
            <p:cNvSpPr/>
            <p:nvPr/>
          </p:nvSpPr>
          <p:spPr>
            <a:xfrm>
              <a:off x="8633583" y="21029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8" name="pt58818"/>
            <p:cNvSpPr/>
            <p:nvPr/>
          </p:nvSpPr>
          <p:spPr>
            <a:xfrm>
              <a:off x="9324827" y="21328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9" name="pt58819"/>
            <p:cNvSpPr/>
            <p:nvPr/>
          </p:nvSpPr>
          <p:spPr>
            <a:xfrm>
              <a:off x="9054703" y="21350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0" name="pt58820"/>
            <p:cNvSpPr/>
            <p:nvPr/>
          </p:nvSpPr>
          <p:spPr>
            <a:xfrm>
              <a:off x="9308507" y="21887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1" name="pt58821"/>
            <p:cNvSpPr/>
            <p:nvPr/>
          </p:nvSpPr>
          <p:spPr>
            <a:xfrm>
              <a:off x="9828342" y="26954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2" name="pt58822"/>
            <p:cNvSpPr/>
            <p:nvPr/>
          </p:nvSpPr>
          <p:spPr>
            <a:xfrm>
              <a:off x="8971473" y="22257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3" name="pt58823"/>
            <p:cNvSpPr/>
            <p:nvPr/>
          </p:nvSpPr>
          <p:spPr>
            <a:xfrm>
              <a:off x="8884367" y="19407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4" name="pt58824"/>
            <p:cNvSpPr/>
            <p:nvPr/>
          </p:nvSpPr>
          <p:spPr>
            <a:xfrm>
              <a:off x="9591848" y="22347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5" name="pt58825"/>
            <p:cNvSpPr/>
            <p:nvPr/>
          </p:nvSpPr>
          <p:spPr>
            <a:xfrm>
              <a:off x="8759093" y="20431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6" name="pt58826"/>
            <p:cNvSpPr/>
            <p:nvPr/>
          </p:nvSpPr>
          <p:spPr>
            <a:xfrm>
              <a:off x="8929892" y="17118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7" name="pt58827"/>
            <p:cNvSpPr/>
            <p:nvPr/>
          </p:nvSpPr>
          <p:spPr>
            <a:xfrm>
              <a:off x="9573129" y="19752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8" name="pt58828"/>
            <p:cNvSpPr/>
            <p:nvPr/>
          </p:nvSpPr>
          <p:spPr>
            <a:xfrm>
              <a:off x="9550412" y="22128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9" name="pt58829"/>
            <p:cNvSpPr/>
            <p:nvPr/>
          </p:nvSpPr>
          <p:spPr>
            <a:xfrm>
              <a:off x="8956027" y="21342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0" name="pt58830"/>
            <p:cNvSpPr/>
            <p:nvPr/>
          </p:nvSpPr>
          <p:spPr>
            <a:xfrm>
              <a:off x="8604896" y="21828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1" name="pt58831"/>
            <p:cNvSpPr/>
            <p:nvPr/>
          </p:nvSpPr>
          <p:spPr>
            <a:xfrm>
              <a:off x="8817779" y="22272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2" name="pt58832"/>
            <p:cNvSpPr/>
            <p:nvPr/>
          </p:nvSpPr>
          <p:spPr>
            <a:xfrm>
              <a:off x="8679650" y="24157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3" name="pt58833"/>
            <p:cNvSpPr/>
            <p:nvPr/>
          </p:nvSpPr>
          <p:spPr>
            <a:xfrm>
              <a:off x="8312152" y="23795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4" name="pt58834"/>
            <p:cNvSpPr/>
            <p:nvPr/>
          </p:nvSpPr>
          <p:spPr>
            <a:xfrm>
              <a:off x="8431181" y="2382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5" name="pt58835"/>
            <p:cNvSpPr/>
            <p:nvPr/>
          </p:nvSpPr>
          <p:spPr>
            <a:xfrm>
              <a:off x="8842954" y="19795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6" name="pt58836"/>
            <p:cNvSpPr/>
            <p:nvPr/>
          </p:nvSpPr>
          <p:spPr>
            <a:xfrm>
              <a:off x="9034193" y="17460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7" name="pt58837"/>
            <p:cNvSpPr/>
            <p:nvPr/>
          </p:nvSpPr>
          <p:spPr>
            <a:xfrm>
              <a:off x="8431181" y="25383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8" name="pt58838"/>
            <p:cNvSpPr/>
            <p:nvPr/>
          </p:nvSpPr>
          <p:spPr>
            <a:xfrm>
              <a:off x="9413347" y="20120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9" name="pt58839"/>
            <p:cNvSpPr/>
            <p:nvPr/>
          </p:nvSpPr>
          <p:spPr>
            <a:xfrm>
              <a:off x="8500809" y="24669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0" name="pt58840"/>
            <p:cNvSpPr/>
            <p:nvPr/>
          </p:nvSpPr>
          <p:spPr>
            <a:xfrm>
              <a:off x="8961983" y="2208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1" name="pt58841"/>
            <p:cNvSpPr/>
            <p:nvPr/>
          </p:nvSpPr>
          <p:spPr>
            <a:xfrm>
              <a:off x="8731558" y="24507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2" name="pt58842"/>
            <p:cNvSpPr/>
            <p:nvPr/>
          </p:nvSpPr>
          <p:spPr>
            <a:xfrm>
              <a:off x="8715936" y="22679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3" name="pt58843"/>
            <p:cNvSpPr/>
            <p:nvPr/>
          </p:nvSpPr>
          <p:spPr>
            <a:xfrm>
              <a:off x="8798679" y="22463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4" name="pt58844"/>
            <p:cNvSpPr/>
            <p:nvPr/>
          </p:nvSpPr>
          <p:spPr>
            <a:xfrm>
              <a:off x="8312152" y="24756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5" name="pt58845"/>
            <p:cNvSpPr/>
            <p:nvPr/>
          </p:nvSpPr>
          <p:spPr>
            <a:xfrm>
              <a:off x="8782816" y="20433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6" name="pt58846"/>
            <p:cNvSpPr/>
            <p:nvPr/>
          </p:nvSpPr>
          <p:spPr>
            <a:xfrm>
              <a:off x="8469500" y="24750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7" name="pt58847"/>
            <p:cNvSpPr/>
            <p:nvPr/>
          </p:nvSpPr>
          <p:spPr>
            <a:xfrm>
              <a:off x="8469500" y="22903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8" name="pt58848"/>
            <p:cNvSpPr/>
            <p:nvPr/>
          </p:nvSpPr>
          <p:spPr>
            <a:xfrm>
              <a:off x="8715936" y="22751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9" name="pt58849"/>
            <p:cNvSpPr/>
            <p:nvPr/>
          </p:nvSpPr>
          <p:spPr>
            <a:xfrm>
              <a:off x="9370170" y="20847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0" name="pt58850"/>
            <p:cNvSpPr/>
            <p:nvPr/>
          </p:nvSpPr>
          <p:spPr>
            <a:xfrm>
              <a:off x="9227900" y="21304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1" name="pt58851"/>
            <p:cNvSpPr/>
            <p:nvPr/>
          </p:nvSpPr>
          <p:spPr>
            <a:xfrm>
              <a:off x="8813199" y="20453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2" name="pt58852"/>
            <p:cNvSpPr/>
            <p:nvPr/>
          </p:nvSpPr>
          <p:spPr>
            <a:xfrm>
              <a:off x="8431181" y="23468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3" name="pt58853"/>
            <p:cNvSpPr/>
            <p:nvPr/>
          </p:nvSpPr>
          <p:spPr>
            <a:xfrm>
              <a:off x="9652003" y="22243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4" name="pt58854"/>
            <p:cNvSpPr/>
            <p:nvPr/>
          </p:nvSpPr>
          <p:spPr>
            <a:xfrm>
              <a:off x="8817779" y="21051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5" name="pt58855"/>
            <p:cNvSpPr/>
            <p:nvPr/>
          </p:nvSpPr>
          <p:spPr>
            <a:xfrm>
              <a:off x="8500809" y="25219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6" name="pt58856"/>
            <p:cNvSpPr/>
            <p:nvPr/>
          </p:nvSpPr>
          <p:spPr>
            <a:xfrm>
              <a:off x="9557615" y="19824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7" name="pt58857"/>
            <p:cNvSpPr/>
            <p:nvPr/>
          </p:nvSpPr>
          <p:spPr>
            <a:xfrm>
              <a:off x="8752612" y="21646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8" name="pt58858"/>
            <p:cNvSpPr/>
            <p:nvPr/>
          </p:nvSpPr>
          <p:spPr>
            <a:xfrm>
              <a:off x="8570436" y="23934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9" name="pt58859"/>
            <p:cNvSpPr/>
            <p:nvPr/>
          </p:nvSpPr>
          <p:spPr>
            <a:xfrm>
              <a:off x="8854280" y="21044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0" name="pt58860"/>
            <p:cNvSpPr/>
            <p:nvPr/>
          </p:nvSpPr>
          <p:spPr>
            <a:xfrm>
              <a:off x="9076063" y="19310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1" name="pt58861"/>
            <p:cNvSpPr/>
            <p:nvPr/>
          </p:nvSpPr>
          <p:spPr>
            <a:xfrm>
              <a:off x="8976925" y="22905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2" name="pt58862"/>
            <p:cNvSpPr/>
            <p:nvPr/>
          </p:nvSpPr>
          <p:spPr>
            <a:xfrm>
              <a:off x="9185276" y="22631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3" name="pt58863"/>
            <p:cNvSpPr/>
            <p:nvPr/>
          </p:nvSpPr>
          <p:spPr>
            <a:xfrm>
              <a:off x="9186336" y="2270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4" name="pt58864"/>
            <p:cNvSpPr/>
            <p:nvPr/>
          </p:nvSpPr>
          <p:spPr>
            <a:xfrm>
              <a:off x="9425448" y="18196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5" name="pt58865"/>
            <p:cNvSpPr/>
            <p:nvPr/>
          </p:nvSpPr>
          <p:spPr>
            <a:xfrm>
              <a:off x="9286979" y="19102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6" name="pt58866"/>
            <p:cNvSpPr/>
            <p:nvPr/>
          </p:nvSpPr>
          <p:spPr>
            <a:xfrm>
              <a:off x="8550210" y="26564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7" name="pt58867"/>
            <p:cNvSpPr/>
            <p:nvPr/>
          </p:nvSpPr>
          <p:spPr>
            <a:xfrm>
              <a:off x="8771364" y="22594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8" name="pt58868"/>
            <p:cNvSpPr/>
            <p:nvPr/>
          </p:nvSpPr>
          <p:spPr>
            <a:xfrm>
              <a:off x="8738867" y="20812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9" name="pt58869"/>
            <p:cNvSpPr/>
            <p:nvPr/>
          </p:nvSpPr>
          <p:spPr>
            <a:xfrm>
              <a:off x="8971473" y="22811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0" name="pt58870"/>
            <p:cNvSpPr/>
            <p:nvPr/>
          </p:nvSpPr>
          <p:spPr>
            <a:xfrm>
              <a:off x="8646309" y="24234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1" name="pt58871"/>
            <p:cNvSpPr/>
            <p:nvPr/>
          </p:nvSpPr>
          <p:spPr>
            <a:xfrm>
              <a:off x="9405714" y="19358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2" name="pt58872"/>
            <p:cNvSpPr/>
            <p:nvPr/>
          </p:nvSpPr>
          <p:spPr>
            <a:xfrm>
              <a:off x="8868306" y="21395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3" name="pt58873"/>
            <p:cNvSpPr/>
            <p:nvPr/>
          </p:nvSpPr>
          <p:spPr>
            <a:xfrm>
              <a:off x="9111342" y="20950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4" name="pt58874"/>
            <p:cNvSpPr/>
            <p:nvPr/>
          </p:nvSpPr>
          <p:spPr>
            <a:xfrm>
              <a:off x="8431181" y="24075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5" name="pt58875"/>
            <p:cNvSpPr/>
            <p:nvPr/>
          </p:nvSpPr>
          <p:spPr>
            <a:xfrm>
              <a:off x="8312152" y="25411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6" name="pt58876"/>
            <p:cNvSpPr/>
            <p:nvPr/>
          </p:nvSpPr>
          <p:spPr>
            <a:xfrm>
              <a:off x="8500809" y="26364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7" name="pt58877"/>
            <p:cNvSpPr/>
            <p:nvPr/>
          </p:nvSpPr>
          <p:spPr>
            <a:xfrm>
              <a:off x="9874745" y="23800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8" name="pt58878"/>
            <p:cNvSpPr/>
            <p:nvPr/>
          </p:nvSpPr>
          <p:spPr>
            <a:xfrm>
              <a:off x="8817779" y="21395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9" name="pt58879"/>
            <p:cNvSpPr/>
            <p:nvPr/>
          </p:nvSpPr>
          <p:spPr>
            <a:xfrm>
              <a:off x="8920215" y="21951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0" name="pt58880"/>
            <p:cNvSpPr/>
            <p:nvPr/>
          </p:nvSpPr>
          <p:spPr>
            <a:xfrm>
              <a:off x="9058082" y="21671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1" name="pt58881"/>
            <p:cNvSpPr/>
            <p:nvPr/>
          </p:nvSpPr>
          <p:spPr>
            <a:xfrm>
              <a:off x="8813199" y="21313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2" name="pt58882"/>
            <p:cNvSpPr/>
            <p:nvPr/>
          </p:nvSpPr>
          <p:spPr>
            <a:xfrm>
              <a:off x="9187914" y="24302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3" name="pt58883"/>
            <p:cNvSpPr/>
            <p:nvPr/>
          </p:nvSpPr>
          <p:spPr>
            <a:xfrm>
              <a:off x="8771364" y="23307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4" name="pt58884"/>
            <p:cNvSpPr/>
            <p:nvPr/>
          </p:nvSpPr>
          <p:spPr>
            <a:xfrm>
              <a:off x="9199552" y="17992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5" name="pt58885"/>
            <p:cNvSpPr/>
            <p:nvPr/>
          </p:nvSpPr>
          <p:spPr>
            <a:xfrm>
              <a:off x="9732410" y="22799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6" name="pt58886"/>
            <p:cNvSpPr/>
            <p:nvPr/>
          </p:nvSpPr>
          <p:spPr>
            <a:xfrm>
              <a:off x="8312152" y="24049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7" name="pt58887"/>
            <p:cNvSpPr/>
            <p:nvPr/>
          </p:nvSpPr>
          <p:spPr>
            <a:xfrm>
              <a:off x="9421732" y="18446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8" name="pt58888"/>
            <p:cNvSpPr/>
            <p:nvPr/>
          </p:nvSpPr>
          <p:spPr>
            <a:xfrm>
              <a:off x="8312152" y="24213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9" name="pt58889"/>
            <p:cNvSpPr/>
            <p:nvPr/>
          </p:nvSpPr>
          <p:spPr>
            <a:xfrm>
              <a:off x="8381780" y="23806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0" name="pt58890"/>
            <p:cNvSpPr/>
            <p:nvPr/>
          </p:nvSpPr>
          <p:spPr>
            <a:xfrm>
              <a:off x="8813199" y="20245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1" name="pt58891"/>
            <p:cNvSpPr/>
            <p:nvPr/>
          </p:nvSpPr>
          <p:spPr>
            <a:xfrm>
              <a:off x="8723925" y="21913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2" name="pt58892"/>
            <p:cNvSpPr/>
            <p:nvPr/>
          </p:nvSpPr>
          <p:spPr>
            <a:xfrm>
              <a:off x="9222422" y="1939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3" name="pt58893"/>
            <p:cNvSpPr/>
            <p:nvPr/>
          </p:nvSpPr>
          <p:spPr>
            <a:xfrm>
              <a:off x="9174300" y="20368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4" name="pt58894"/>
            <p:cNvSpPr/>
            <p:nvPr/>
          </p:nvSpPr>
          <p:spPr>
            <a:xfrm>
              <a:off x="8500809" y="26798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5" name="pt58895"/>
            <p:cNvSpPr/>
            <p:nvPr/>
          </p:nvSpPr>
          <p:spPr>
            <a:xfrm>
              <a:off x="9087709" y="19762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6" name="pt58896"/>
            <p:cNvSpPr/>
            <p:nvPr/>
          </p:nvSpPr>
          <p:spPr>
            <a:xfrm>
              <a:off x="9642404" y="23245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7" name="pt58897"/>
            <p:cNvSpPr/>
            <p:nvPr/>
          </p:nvSpPr>
          <p:spPr>
            <a:xfrm>
              <a:off x="9517293" y="20304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8" name="pt58898"/>
            <p:cNvSpPr/>
            <p:nvPr/>
          </p:nvSpPr>
          <p:spPr>
            <a:xfrm>
              <a:off x="8947749" y="20590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9" name="pt58899"/>
            <p:cNvSpPr/>
            <p:nvPr/>
          </p:nvSpPr>
          <p:spPr>
            <a:xfrm>
              <a:off x="8850587" y="20449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0" name="pt58900"/>
            <p:cNvSpPr/>
            <p:nvPr/>
          </p:nvSpPr>
          <p:spPr>
            <a:xfrm>
              <a:off x="9044150" y="17136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1" name="pt58901"/>
            <p:cNvSpPr/>
            <p:nvPr/>
          </p:nvSpPr>
          <p:spPr>
            <a:xfrm>
              <a:off x="8312152" y="25303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2" name="pt58902"/>
            <p:cNvSpPr/>
            <p:nvPr/>
          </p:nvSpPr>
          <p:spPr>
            <a:xfrm>
              <a:off x="9457237" y="21845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3" name="pt58903"/>
            <p:cNvSpPr/>
            <p:nvPr/>
          </p:nvSpPr>
          <p:spPr>
            <a:xfrm>
              <a:off x="8890393" y="20458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4" name="pt58904"/>
            <p:cNvSpPr/>
            <p:nvPr/>
          </p:nvSpPr>
          <p:spPr>
            <a:xfrm>
              <a:off x="8604896" y="24219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5" name="pt58905"/>
            <p:cNvSpPr/>
            <p:nvPr/>
          </p:nvSpPr>
          <p:spPr>
            <a:xfrm>
              <a:off x="8980466" y="20375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6" name="pt58906"/>
            <p:cNvSpPr/>
            <p:nvPr/>
          </p:nvSpPr>
          <p:spPr>
            <a:xfrm>
              <a:off x="9636399" y="22042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7" name="pt58907"/>
            <p:cNvSpPr/>
            <p:nvPr/>
          </p:nvSpPr>
          <p:spPr>
            <a:xfrm>
              <a:off x="9288151" y="19445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8" name="pt58908"/>
            <p:cNvSpPr/>
            <p:nvPr/>
          </p:nvSpPr>
          <p:spPr>
            <a:xfrm>
              <a:off x="8658156" y="25544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9" name="pt58909"/>
            <p:cNvSpPr/>
            <p:nvPr/>
          </p:nvSpPr>
          <p:spPr>
            <a:xfrm>
              <a:off x="8715936" y="22746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0" name="pt58910"/>
            <p:cNvSpPr/>
            <p:nvPr/>
          </p:nvSpPr>
          <p:spPr>
            <a:xfrm>
              <a:off x="8570436" y="25105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1" name="pt58911"/>
            <p:cNvSpPr/>
            <p:nvPr/>
          </p:nvSpPr>
          <p:spPr>
            <a:xfrm>
              <a:off x="9022254" y="17034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2" name="pt58912"/>
            <p:cNvSpPr/>
            <p:nvPr/>
          </p:nvSpPr>
          <p:spPr>
            <a:xfrm>
              <a:off x="9052414" y="22453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3" name="pt58913"/>
            <p:cNvSpPr/>
            <p:nvPr/>
          </p:nvSpPr>
          <p:spPr>
            <a:xfrm>
              <a:off x="9321732" y="19839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4" name="pt58914"/>
            <p:cNvSpPr/>
            <p:nvPr/>
          </p:nvSpPr>
          <p:spPr>
            <a:xfrm>
              <a:off x="8312152" y="25484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5" name="pt58915"/>
            <p:cNvSpPr/>
            <p:nvPr/>
          </p:nvSpPr>
          <p:spPr>
            <a:xfrm>
              <a:off x="8381780" y="24293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6" name="pt58916"/>
            <p:cNvSpPr/>
            <p:nvPr/>
          </p:nvSpPr>
          <p:spPr>
            <a:xfrm>
              <a:off x="8854280" y="20043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7" name="pt58917"/>
            <p:cNvSpPr/>
            <p:nvPr/>
          </p:nvSpPr>
          <p:spPr>
            <a:xfrm>
              <a:off x="8604896" y="23259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8" name="pt58918"/>
            <p:cNvSpPr/>
            <p:nvPr/>
          </p:nvSpPr>
          <p:spPr>
            <a:xfrm>
              <a:off x="9050093" y="2257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9" name="pt58919"/>
            <p:cNvSpPr/>
            <p:nvPr/>
          </p:nvSpPr>
          <p:spPr>
            <a:xfrm>
              <a:off x="8893328" y="21175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0" name="pt58920"/>
            <p:cNvSpPr/>
            <p:nvPr/>
          </p:nvSpPr>
          <p:spPr>
            <a:xfrm>
              <a:off x="8646309" y="2287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1" name="pt58921"/>
            <p:cNvSpPr/>
            <p:nvPr/>
          </p:nvSpPr>
          <p:spPr>
            <a:xfrm>
              <a:off x="9123951" y="20413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2" name="pt58922"/>
            <p:cNvSpPr/>
            <p:nvPr/>
          </p:nvSpPr>
          <p:spPr>
            <a:xfrm>
              <a:off x="9018082" y="13889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3" name="pt58923"/>
            <p:cNvSpPr/>
            <p:nvPr/>
          </p:nvSpPr>
          <p:spPr>
            <a:xfrm>
              <a:off x="8961983" y="22896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4" name="pt58924"/>
            <p:cNvSpPr/>
            <p:nvPr/>
          </p:nvSpPr>
          <p:spPr>
            <a:xfrm>
              <a:off x="9471970" y="2396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5" name="pt58925"/>
            <p:cNvSpPr/>
            <p:nvPr/>
          </p:nvSpPr>
          <p:spPr>
            <a:xfrm>
              <a:off x="8864906" y="18889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6" name="pt58926"/>
            <p:cNvSpPr/>
            <p:nvPr/>
          </p:nvSpPr>
          <p:spPr>
            <a:xfrm>
              <a:off x="9828342" y="26253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7" name="pt58927"/>
            <p:cNvSpPr/>
            <p:nvPr/>
          </p:nvSpPr>
          <p:spPr>
            <a:xfrm>
              <a:off x="8788268" y="21208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8" name="pt58928"/>
            <p:cNvSpPr/>
            <p:nvPr/>
          </p:nvSpPr>
          <p:spPr>
            <a:xfrm>
              <a:off x="8570436" y="25692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9" name="pt58929"/>
            <p:cNvSpPr/>
            <p:nvPr/>
          </p:nvSpPr>
          <p:spPr>
            <a:xfrm>
              <a:off x="9104672" y="21096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0" name="pt58930"/>
            <p:cNvSpPr/>
            <p:nvPr/>
          </p:nvSpPr>
          <p:spPr>
            <a:xfrm>
              <a:off x="9226651" y="20978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1" name="pt58931"/>
            <p:cNvSpPr/>
            <p:nvPr/>
          </p:nvSpPr>
          <p:spPr>
            <a:xfrm>
              <a:off x="8658156" y="24140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2" name="pt58932"/>
            <p:cNvSpPr/>
            <p:nvPr/>
          </p:nvSpPr>
          <p:spPr>
            <a:xfrm>
              <a:off x="9141283" y="21523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3" name="pt58933"/>
            <p:cNvSpPr/>
            <p:nvPr/>
          </p:nvSpPr>
          <p:spPr>
            <a:xfrm>
              <a:off x="8738867" y="22740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4" name="pt58934"/>
            <p:cNvSpPr/>
            <p:nvPr/>
          </p:nvSpPr>
          <p:spPr>
            <a:xfrm>
              <a:off x="8813199" y="21001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5" name="pt58935"/>
            <p:cNvSpPr/>
            <p:nvPr/>
          </p:nvSpPr>
          <p:spPr>
            <a:xfrm>
              <a:off x="8431181" y="26165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6" name="pt58936"/>
            <p:cNvSpPr/>
            <p:nvPr/>
          </p:nvSpPr>
          <p:spPr>
            <a:xfrm>
              <a:off x="9046552" y="18760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7" name="pt58937"/>
            <p:cNvSpPr/>
            <p:nvPr/>
          </p:nvSpPr>
          <p:spPr>
            <a:xfrm>
              <a:off x="8469500" y="23069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8" name="pt58938"/>
            <p:cNvSpPr/>
            <p:nvPr/>
          </p:nvSpPr>
          <p:spPr>
            <a:xfrm>
              <a:off x="8431181" y="24265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9" name="pt58939"/>
            <p:cNvSpPr/>
            <p:nvPr/>
          </p:nvSpPr>
          <p:spPr>
            <a:xfrm>
              <a:off x="8830827" y="19980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0" name="pt58940"/>
            <p:cNvSpPr/>
            <p:nvPr/>
          </p:nvSpPr>
          <p:spPr>
            <a:xfrm>
              <a:off x="8857896" y="20441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1" name="pt58941"/>
            <p:cNvSpPr/>
            <p:nvPr/>
          </p:nvSpPr>
          <p:spPr>
            <a:xfrm>
              <a:off x="9052414" y="22251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2" name="pt58942"/>
            <p:cNvSpPr/>
            <p:nvPr/>
          </p:nvSpPr>
          <p:spPr>
            <a:xfrm>
              <a:off x="9548435" y="24720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3" name="pt58943"/>
            <p:cNvSpPr/>
            <p:nvPr/>
          </p:nvSpPr>
          <p:spPr>
            <a:xfrm>
              <a:off x="8550210" y="2439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4" name="pt58944"/>
            <p:cNvSpPr/>
            <p:nvPr/>
          </p:nvSpPr>
          <p:spPr>
            <a:xfrm>
              <a:off x="8817779" y="22493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5" name="pt58945"/>
            <p:cNvSpPr/>
            <p:nvPr/>
          </p:nvSpPr>
          <p:spPr>
            <a:xfrm>
              <a:off x="8887406" y="18845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6" name="pt58946"/>
            <p:cNvSpPr/>
            <p:nvPr/>
          </p:nvSpPr>
          <p:spPr>
            <a:xfrm>
              <a:off x="9340807" y="2245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7" name="pt58947"/>
            <p:cNvSpPr/>
            <p:nvPr/>
          </p:nvSpPr>
          <p:spPr>
            <a:xfrm>
              <a:off x="9097733" y="17968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8" name="pt58948"/>
            <p:cNvSpPr/>
            <p:nvPr/>
          </p:nvSpPr>
          <p:spPr>
            <a:xfrm>
              <a:off x="9405714" y="20103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9" name="pt58949"/>
            <p:cNvSpPr/>
            <p:nvPr/>
          </p:nvSpPr>
          <p:spPr>
            <a:xfrm>
              <a:off x="8826587" y="2155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0" name="pt58950"/>
            <p:cNvSpPr/>
            <p:nvPr/>
          </p:nvSpPr>
          <p:spPr>
            <a:xfrm>
              <a:off x="8922686" y="1768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1" name="pt58951"/>
            <p:cNvSpPr/>
            <p:nvPr/>
          </p:nvSpPr>
          <p:spPr>
            <a:xfrm>
              <a:off x="8745877" y="21794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2" name="pt58952"/>
            <p:cNvSpPr/>
            <p:nvPr/>
          </p:nvSpPr>
          <p:spPr>
            <a:xfrm>
              <a:off x="8312152" y="22198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3" name="pt58953"/>
            <p:cNvSpPr/>
            <p:nvPr/>
          </p:nvSpPr>
          <p:spPr>
            <a:xfrm>
              <a:off x="9259623" y="19343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4" name="pt58954"/>
            <p:cNvSpPr/>
            <p:nvPr/>
          </p:nvSpPr>
          <p:spPr>
            <a:xfrm>
              <a:off x="8899053" y="21974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5" name="pt58955"/>
            <p:cNvSpPr/>
            <p:nvPr/>
          </p:nvSpPr>
          <p:spPr>
            <a:xfrm>
              <a:off x="8431181" y="2546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6" name="pt58956"/>
            <p:cNvSpPr/>
            <p:nvPr/>
          </p:nvSpPr>
          <p:spPr>
            <a:xfrm>
              <a:off x="8550210" y="24886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7" name="pt58957"/>
            <p:cNvSpPr/>
            <p:nvPr/>
          </p:nvSpPr>
          <p:spPr>
            <a:xfrm>
              <a:off x="9594370" y="23700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8" name="pt58958"/>
            <p:cNvSpPr/>
            <p:nvPr/>
          </p:nvSpPr>
          <p:spPr>
            <a:xfrm>
              <a:off x="9141283" y="22179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9" name="pt58959"/>
            <p:cNvSpPr/>
            <p:nvPr/>
          </p:nvSpPr>
          <p:spPr>
            <a:xfrm>
              <a:off x="8707558" y="22452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0" name="pt58960"/>
            <p:cNvSpPr/>
            <p:nvPr/>
          </p:nvSpPr>
          <p:spPr>
            <a:xfrm>
              <a:off x="9097733" y="18914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1" name="pt58961"/>
            <p:cNvSpPr/>
            <p:nvPr/>
          </p:nvSpPr>
          <p:spPr>
            <a:xfrm>
              <a:off x="9098616" y="22508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2" name="pt58962"/>
            <p:cNvSpPr/>
            <p:nvPr/>
          </p:nvSpPr>
          <p:spPr>
            <a:xfrm>
              <a:off x="8934533" y="19944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3" name="pt58963"/>
            <p:cNvSpPr/>
            <p:nvPr/>
          </p:nvSpPr>
          <p:spPr>
            <a:xfrm>
              <a:off x="9196592" y="23110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4" name="pt58964"/>
            <p:cNvSpPr/>
            <p:nvPr/>
          </p:nvSpPr>
          <p:spPr>
            <a:xfrm>
              <a:off x="8850587" y="19491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5" name="pt58965"/>
            <p:cNvSpPr/>
            <p:nvPr/>
          </p:nvSpPr>
          <p:spPr>
            <a:xfrm>
              <a:off x="8723925" y="22721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6" name="pt58966"/>
            <p:cNvSpPr/>
            <p:nvPr/>
          </p:nvSpPr>
          <p:spPr>
            <a:xfrm>
              <a:off x="9054703" y="21339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7" name="pt58967"/>
            <p:cNvSpPr/>
            <p:nvPr/>
          </p:nvSpPr>
          <p:spPr>
            <a:xfrm>
              <a:off x="8550210" y="24246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8" name="pt58968"/>
            <p:cNvSpPr/>
            <p:nvPr/>
          </p:nvSpPr>
          <p:spPr>
            <a:xfrm>
              <a:off x="8868306" y="21869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9" name="pt58969"/>
            <p:cNvSpPr/>
            <p:nvPr/>
          </p:nvSpPr>
          <p:spPr>
            <a:xfrm>
              <a:off x="8961983" y="22932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0" name="pt58970"/>
            <p:cNvSpPr/>
            <p:nvPr/>
          </p:nvSpPr>
          <p:spPr>
            <a:xfrm>
              <a:off x="9151289" y="20423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1" name="pt58971"/>
            <p:cNvSpPr/>
            <p:nvPr/>
          </p:nvSpPr>
          <p:spPr>
            <a:xfrm>
              <a:off x="8500809" y="25621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2" name="pt58972"/>
            <p:cNvSpPr/>
            <p:nvPr/>
          </p:nvSpPr>
          <p:spPr>
            <a:xfrm>
              <a:off x="8715936" y="22709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3" name="pt58973"/>
            <p:cNvSpPr/>
            <p:nvPr/>
          </p:nvSpPr>
          <p:spPr>
            <a:xfrm>
              <a:off x="9074042" y="20142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4" name="pt58974"/>
            <p:cNvSpPr/>
            <p:nvPr/>
          </p:nvSpPr>
          <p:spPr>
            <a:xfrm>
              <a:off x="8312152" y="24698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5" name="pt58975"/>
            <p:cNvSpPr/>
            <p:nvPr/>
          </p:nvSpPr>
          <p:spPr>
            <a:xfrm>
              <a:off x="8890393" y="19482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6" name="pt58976"/>
            <p:cNvSpPr/>
            <p:nvPr/>
          </p:nvSpPr>
          <p:spPr>
            <a:xfrm>
              <a:off x="8765338" y="20032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7" name="pt58977"/>
            <p:cNvSpPr/>
            <p:nvPr/>
          </p:nvSpPr>
          <p:spPr>
            <a:xfrm>
              <a:off x="8500809" y="27602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8" name="pt58978"/>
            <p:cNvSpPr/>
            <p:nvPr/>
          </p:nvSpPr>
          <p:spPr>
            <a:xfrm>
              <a:off x="8381780" y="25159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9" name="pt58979"/>
            <p:cNvSpPr/>
            <p:nvPr/>
          </p:nvSpPr>
          <p:spPr>
            <a:xfrm>
              <a:off x="8868306" y="21919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0" name="pt58980"/>
            <p:cNvSpPr/>
            <p:nvPr/>
          </p:nvSpPr>
          <p:spPr>
            <a:xfrm>
              <a:off x="8738867" y="22572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1" name="pt58981"/>
            <p:cNvSpPr/>
            <p:nvPr/>
          </p:nvSpPr>
          <p:spPr>
            <a:xfrm>
              <a:off x="9218961" y="19594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2" name="pt58982"/>
            <p:cNvSpPr/>
            <p:nvPr/>
          </p:nvSpPr>
          <p:spPr>
            <a:xfrm>
              <a:off x="8550210" y="22751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3" name="pt58983"/>
            <p:cNvSpPr/>
            <p:nvPr/>
          </p:nvSpPr>
          <p:spPr>
            <a:xfrm>
              <a:off x="9206269" y="17577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4" name="pt58984"/>
            <p:cNvSpPr/>
            <p:nvPr/>
          </p:nvSpPr>
          <p:spPr>
            <a:xfrm>
              <a:off x="8899053" y="20329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5" name="pt58985"/>
            <p:cNvSpPr/>
            <p:nvPr/>
          </p:nvSpPr>
          <p:spPr>
            <a:xfrm>
              <a:off x="9408344" y="20081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6" name="pt58986"/>
            <p:cNvSpPr/>
            <p:nvPr/>
          </p:nvSpPr>
          <p:spPr>
            <a:xfrm>
              <a:off x="8312152" y="2518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7" name="pt58987"/>
            <p:cNvSpPr/>
            <p:nvPr/>
          </p:nvSpPr>
          <p:spPr>
            <a:xfrm>
              <a:off x="9633844" y="21121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8" name="pt58988"/>
            <p:cNvSpPr/>
            <p:nvPr/>
          </p:nvSpPr>
          <p:spPr>
            <a:xfrm>
              <a:off x="8698750" y="22483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9" name="pt58989"/>
            <p:cNvSpPr/>
            <p:nvPr/>
          </p:nvSpPr>
          <p:spPr>
            <a:xfrm>
              <a:off x="9324827" y="20733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0" name="pt58990"/>
            <p:cNvSpPr/>
            <p:nvPr/>
          </p:nvSpPr>
          <p:spPr>
            <a:xfrm>
              <a:off x="8469500" y="23491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1" name="pt58991"/>
            <p:cNvSpPr/>
            <p:nvPr/>
          </p:nvSpPr>
          <p:spPr>
            <a:xfrm>
              <a:off x="8978704" y="20979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2" name="pt58992"/>
            <p:cNvSpPr/>
            <p:nvPr/>
          </p:nvSpPr>
          <p:spPr>
            <a:xfrm>
              <a:off x="8431181" y="24899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3" name="pt58993"/>
            <p:cNvSpPr/>
            <p:nvPr/>
          </p:nvSpPr>
          <p:spPr>
            <a:xfrm>
              <a:off x="9325298" y="20131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4" name="pt58994"/>
            <p:cNvSpPr/>
            <p:nvPr/>
          </p:nvSpPr>
          <p:spPr>
            <a:xfrm>
              <a:off x="8920215" y="21586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5" name="pt58995"/>
            <p:cNvSpPr/>
            <p:nvPr/>
          </p:nvSpPr>
          <p:spPr>
            <a:xfrm>
              <a:off x="8550210" y="25370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6" name="pt58996"/>
            <p:cNvSpPr/>
            <p:nvPr/>
          </p:nvSpPr>
          <p:spPr>
            <a:xfrm>
              <a:off x="8588529" y="23087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7" name="pt58997"/>
            <p:cNvSpPr/>
            <p:nvPr/>
          </p:nvSpPr>
          <p:spPr>
            <a:xfrm>
              <a:off x="9184210" y="22075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8" name="pt58998"/>
            <p:cNvSpPr/>
            <p:nvPr/>
          </p:nvSpPr>
          <p:spPr>
            <a:xfrm>
              <a:off x="8469500" y="23293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9" name="pt58999"/>
            <p:cNvSpPr/>
            <p:nvPr/>
          </p:nvSpPr>
          <p:spPr>
            <a:xfrm>
              <a:off x="8588529" y="22889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0" name="pt59000"/>
            <p:cNvSpPr/>
            <p:nvPr/>
          </p:nvSpPr>
          <p:spPr>
            <a:xfrm>
              <a:off x="9278233" y="19120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1" name="pt59001"/>
            <p:cNvSpPr/>
            <p:nvPr/>
          </p:nvSpPr>
          <p:spPr>
            <a:xfrm>
              <a:off x="8731558" y="21033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2" name="pt59002"/>
            <p:cNvSpPr/>
            <p:nvPr/>
          </p:nvSpPr>
          <p:spPr>
            <a:xfrm>
              <a:off x="9525110" y="18886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3" name="pt59003"/>
            <p:cNvSpPr/>
            <p:nvPr/>
          </p:nvSpPr>
          <p:spPr>
            <a:xfrm>
              <a:off x="9031610" y="19701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4" name="pt59004"/>
            <p:cNvSpPr/>
            <p:nvPr/>
          </p:nvSpPr>
          <p:spPr>
            <a:xfrm>
              <a:off x="9199552" y="17591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5" name="pt59005"/>
            <p:cNvSpPr/>
            <p:nvPr/>
          </p:nvSpPr>
          <p:spPr>
            <a:xfrm>
              <a:off x="9088645" y="19300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6" name="pt59006"/>
            <p:cNvSpPr/>
            <p:nvPr/>
          </p:nvSpPr>
          <p:spPr>
            <a:xfrm>
              <a:off x="9010896" y="16470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7" name="pt59007"/>
            <p:cNvSpPr/>
            <p:nvPr/>
          </p:nvSpPr>
          <p:spPr>
            <a:xfrm>
              <a:off x="9046552" y="20163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8" name="pt59008"/>
            <p:cNvSpPr/>
            <p:nvPr/>
          </p:nvSpPr>
          <p:spPr>
            <a:xfrm>
              <a:off x="8707558" y="22565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9" name="pt59009"/>
            <p:cNvSpPr/>
            <p:nvPr/>
          </p:nvSpPr>
          <p:spPr>
            <a:xfrm>
              <a:off x="8658156" y="24951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0" name="pt59010"/>
            <p:cNvSpPr/>
            <p:nvPr/>
          </p:nvSpPr>
          <p:spPr>
            <a:xfrm>
              <a:off x="8604896" y="23838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1" name="pt59011"/>
            <p:cNvSpPr/>
            <p:nvPr/>
          </p:nvSpPr>
          <p:spPr>
            <a:xfrm>
              <a:off x="8646309" y="24147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2" name="pt59012"/>
            <p:cNvSpPr/>
            <p:nvPr/>
          </p:nvSpPr>
          <p:spPr>
            <a:xfrm>
              <a:off x="8500809" y="27669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3" name="pt59013"/>
            <p:cNvSpPr/>
            <p:nvPr/>
          </p:nvSpPr>
          <p:spPr>
            <a:xfrm>
              <a:off x="8842954" y="20745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4" name="pt59014"/>
            <p:cNvSpPr/>
            <p:nvPr/>
          </p:nvSpPr>
          <p:spPr>
            <a:xfrm>
              <a:off x="9088645" y="20067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5" name="pt59015"/>
            <p:cNvSpPr/>
            <p:nvPr/>
          </p:nvSpPr>
          <p:spPr>
            <a:xfrm>
              <a:off x="8312152" y="26626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6" name="pt59016"/>
            <p:cNvSpPr/>
            <p:nvPr/>
          </p:nvSpPr>
          <p:spPr>
            <a:xfrm>
              <a:off x="8765338" y="21630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7" name="pt59017"/>
            <p:cNvSpPr/>
            <p:nvPr/>
          </p:nvSpPr>
          <p:spPr>
            <a:xfrm>
              <a:off x="8826587" y="23840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8" name="pt59018"/>
            <p:cNvSpPr/>
            <p:nvPr/>
          </p:nvSpPr>
          <p:spPr>
            <a:xfrm>
              <a:off x="9367432" y="20760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9" name="pt59019"/>
            <p:cNvSpPr/>
            <p:nvPr/>
          </p:nvSpPr>
          <p:spPr>
            <a:xfrm>
              <a:off x="8961983" y="22462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0" name="pt59020"/>
            <p:cNvSpPr/>
            <p:nvPr/>
          </p:nvSpPr>
          <p:spPr>
            <a:xfrm>
              <a:off x="8798679" y="23179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1" name="pt59021"/>
            <p:cNvSpPr/>
            <p:nvPr/>
          </p:nvSpPr>
          <p:spPr>
            <a:xfrm>
              <a:off x="8759093" y="21469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2" name="pt59022"/>
            <p:cNvSpPr/>
            <p:nvPr/>
          </p:nvSpPr>
          <p:spPr>
            <a:xfrm>
              <a:off x="8932228" y="19778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3" name="pt59023"/>
            <p:cNvSpPr/>
            <p:nvPr/>
          </p:nvSpPr>
          <p:spPr>
            <a:xfrm>
              <a:off x="9044150" y="18118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4" name="pt59024"/>
            <p:cNvSpPr/>
            <p:nvPr/>
          </p:nvSpPr>
          <p:spPr>
            <a:xfrm>
              <a:off x="8312152" y="24313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5" name="pt59025"/>
            <p:cNvSpPr/>
            <p:nvPr/>
          </p:nvSpPr>
          <p:spPr>
            <a:xfrm>
              <a:off x="8777185" y="2278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6" name="pt59026"/>
            <p:cNvSpPr/>
            <p:nvPr/>
          </p:nvSpPr>
          <p:spPr>
            <a:xfrm>
              <a:off x="9474060" y="22795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7" name="pt59027"/>
            <p:cNvSpPr/>
            <p:nvPr/>
          </p:nvSpPr>
          <p:spPr>
            <a:xfrm>
              <a:off x="9030305" y="1870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8" name="pt59028"/>
            <p:cNvSpPr/>
            <p:nvPr/>
          </p:nvSpPr>
          <p:spPr>
            <a:xfrm>
              <a:off x="9304571" y="23788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9" name="pt59029"/>
            <p:cNvSpPr/>
            <p:nvPr/>
          </p:nvSpPr>
          <p:spPr>
            <a:xfrm>
              <a:off x="8312152" y="24912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0" name="pt59030"/>
            <p:cNvSpPr/>
            <p:nvPr/>
          </p:nvSpPr>
          <p:spPr>
            <a:xfrm>
              <a:off x="8920215" y="21507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1" name="pt59031"/>
            <p:cNvSpPr/>
            <p:nvPr/>
          </p:nvSpPr>
          <p:spPr>
            <a:xfrm>
              <a:off x="9126964" y="20440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2" name="pt59032"/>
            <p:cNvSpPr/>
            <p:nvPr/>
          </p:nvSpPr>
          <p:spPr>
            <a:xfrm>
              <a:off x="9007935" y="18777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3" name="pt59033"/>
            <p:cNvSpPr/>
            <p:nvPr/>
          </p:nvSpPr>
          <p:spPr>
            <a:xfrm>
              <a:off x="8570436" y="25146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4" name="pt59034"/>
            <p:cNvSpPr/>
            <p:nvPr/>
          </p:nvSpPr>
          <p:spPr>
            <a:xfrm>
              <a:off x="9537100" y="21988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5" name="pt59035"/>
            <p:cNvSpPr/>
            <p:nvPr/>
          </p:nvSpPr>
          <p:spPr>
            <a:xfrm>
              <a:off x="8904593" y="23299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6" name="pt59036"/>
            <p:cNvSpPr/>
            <p:nvPr/>
          </p:nvSpPr>
          <p:spPr>
            <a:xfrm>
              <a:off x="9576430" y="20507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7" name="pt59037"/>
            <p:cNvSpPr/>
            <p:nvPr/>
          </p:nvSpPr>
          <p:spPr>
            <a:xfrm>
              <a:off x="8500809" y="26142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8" name="pt59038"/>
            <p:cNvSpPr/>
            <p:nvPr/>
          </p:nvSpPr>
          <p:spPr>
            <a:xfrm>
              <a:off x="8550210" y="25394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9" name="pt59039"/>
            <p:cNvSpPr/>
            <p:nvPr/>
          </p:nvSpPr>
          <p:spPr>
            <a:xfrm>
              <a:off x="9226651" y="19716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0" name="pt59040"/>
            <p:cNvSpPr/>
            <p:nvPr/>
          </p:nvSpPr>
          <p:spPr>
            <a:xfrm>
              <a:off x="9797803" y="28740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1" name="pt59041"/>
            <p:cNvSpPr/>
            <p:nvPr/>
          </p:nvSpPr>
          <p:spPr>
            <a:xfrm>
              <a:off x="9206269" y="17324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2" name="pt59042"/>
            <p:cNvSpPr/>
            <p:nvPr/>
          </p:nvSpPr>
          <p:spPr>
            <a:xfrm>
              <a:off x="9485353" y="22830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3" name="pt59043"/>
            <p:cNvSpPr/>
            <p:nvPr/>
          </p:nvSpPr>
          <p:spPr>
            <a:xfrm>
              <a:off x="8917708" y="20026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4" name="pt59044"/>
            <p:cNvSpPr/>
            <p:nvPr/>
          </p:nvSpPr>
          <p:spPr>
            <a:xfrm>
              <a:off x="8765338" y="20352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5" name="pt59045"/>
            <p:cNvSpPr/>
            <p:nvPr/>
          </p:nvSpPr>
          <p:spPr>
            <a:xfrm>
              <a:off x="8927523" y="17796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6" name="pt59046"/>
            <p:cNvSpPr/>
            <p:nvPr/>
          </p:nvSpPr>
          <p:spPr>
            <a:xfrm>
              <a:off x="9174300" y="19828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7" name="pt59047"/>
            <p:cNvSpPr/>
            <p:nvPr/>
          </p:nvSpPr>
          <p:spPr>
            <a:xfrm>
              <a:off x="8312152" y="23985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8" name="pt59048"/>
            <p:cNvSpPr/>
            <p:nvPr/>
          </p:nvSpPr>
          <p:spPr>
            <a:xfrm>
              <a:off x="9664325" y="17209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9" name="pt59049"/>
            <p:cNvSpPr/>
            <p:nvPr/>
          </p:nvSpPr>
          <p:spPr>
            <a:xfrm>
              <a:off x="8431181" y="24350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0" name="pt59050"/>
            <p:cNvSpPr/>
            <p:nvPr/>
          </p:nvSpPr>
          <p:spPr>
            <a:xfrm>
              <a:off x="8978704" y="2055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1" name="pt59051"/>
            <p:cNvSpPr/>
            <p:nvPr/>
          </p:nvSpPr>
          <p:spPr>
            <a:xfrm>
              <a:off x="8782816" y="20178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2" name="pt59052"/>
            <p:cNvSpPr/>
            <p:nvPr/>
          </p:nvSpPr>
          <p:spPr>
            <a:xfrm>
              <a:off x="8887406" y="19415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3" name="pt59053"/>
            <p:cNvSpPr/>
            <p:nvPr/>
          </p:nvSpPr>
          <p:spPr>
            <a:xfrm>
              <a:off x="8861436" y="19433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4" name="pt59054"/>
            <p:cNvSpPr/>
            <p:nvPr/>
          </p:nvSpPr>
          <p:spPr>
            <a:xfrm>
              <a:off x="9046552" y="17933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5" name="pt59055"/>
            <p:cNvSpPr/>
            <p:nvPr/>
          </p:nvSpPr>
          <p:spPr>
            <a:xfrm>
              <a:off x="9346306" y="21680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6" name="pt59056"/>
            <p:cNvSpPr/>
            <p:nvPr/>
          </p:nvSpPr>
          <p:spPr>
            <a:xfrm>
              <a:off x="9517293" y="20565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7" name="pt59057"/>
            <p:cNvSpPr/>
            <p:nvPr/>
          </p:nvSpPr>
          <p:spPr>
            <a:xfrm>
              <a:off x="8929892" y="18085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8" name="pt59058"/>
            <p:cNvSpPr/>
            <p:nvPr/>
          </p:nvSpPr>
          <p:spPr>
            <a:xfrm>
              <a:off x="9517293" y="19888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9" name="pt59059"/>
            <p:cNvSpPr/>
            <p:nvPr/>
          </p:nvSpPr>
          <p:spPr>
            <a:xfrm>
              <a:off x="9305101" y="22184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0" name="pt59060"/>
            <p:cNvSpPr/>
            <p:nvPr/>
          </p:nvSpPr>
          <p:spPr>
            <a:xfrm>
              <a:off x="9274162" y="19714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1" name="pt59061"/>
            <p:cNvSpPr/>
            <p:nvPr/>
          </p:nvSpPr>
          <p:spPr>
            <a:xfrm>
              <a:off x="8312152" y="23823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2" name="pt59062"/>
            <p:cNvSpPr/>
            <p:nvPr/>
          </p:nvSpPr>
          <p:spPr>
            <a:xfrm>
              <a:off x="8381780" y="22351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3" name="pt59063"/>
            <p:cNvSpPr/>
            <p:nvPr/>
          </p:nvSpPr>
          <p:spPr>
            <a:xfrm>
              <a:off x="9242219" y="18652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4" name="pt59064"/>
            <p:cNvSpPr/>
            <p:nvPr/>
          </p:nvSpPr>
          <p:spPr>
            <a:xfrm>
              <a:off x="8723925" y="23077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5" name="pt59065"/>
            <p:cNvSpPr/>
            <p:nvPr/>
          </p:nvSpPr>
          <p:spPr>
            <a:xfrm>
              <a:off x="8834965" y="21301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6" name="pt59066"/>
            <p:cNvSpPr/>
            <p:nvPr/>
          </p:nvSpPr>
          <p:spPr>
            <a:xfrm>
              <a:off x="9088645" y="19116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7" name="pt59067"/>
            <p:cNvSpPr/>
            <p:nvPr/>
          </p:nvSpPr>
          <p:spPr>
            <a:xfrm>
              <a:off x="9052414" y="22380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8" name="pt59068"/>
            <p:cNvSpPr/>
            <p:nvPr/>
          </p:nvSpPr>
          <p:spPr>
            <a:xfrm>
              <a:off x="9274162" y="19167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9" name="pt59069"/>
            <p:cNvSpPr/>
            <p:nvPr/>
          </p:nvSpPr>
          <p:spPr>
            <a:xfrm>
              <a:off x="8633583" y="21397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0" name="pt59070"/>
            <p:cNvSpPr/>
            <p:nvPr/>
          </p:nvSpPr>
          <p:spPr>
            <a:xfrm>
              <a:off x="9404531" y="20069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1" name="pt59071"/>
            <p:cNvSpPr/>
            <p:nvPr/>
          </p:nvSpPr>
          <p:spPr>
            <a:xfrm>
              <a:off x="9453041" y="23286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2" name="pt59072"/>
            <p:cNvSpPr/>
            <p:nvPr/>
          </p:nvSpPr>
          <p:spPr>
            <a:xfrm>
              <a:off x="8707558" y="22641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3" name="pt59073"/>
            <p:cNvSpPr/>
            <p:nvPr/>
          </p:nvSpPr>
          <p:spPr>
            <a:xfrm>
              <a:off x="8777185" y="23194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4" name="pt59074"/>
            <p:cNvSpPr/>
            <p:nvPr/>
          </p:nvSpPr>
          <p:spPr>
            <a:xfrm>
              <a:off x="8679650" y="24985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5" name="pt59075"/>
            <p:cNvSpPr/>
            <p:nvPr/>
          </p:nvSpPr>
          <p:spPr>
            <a:xfrm>
              <a:off x="8658156" y="23593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6" name="pt59076"/>
            <p:cNvSpPr/>
            <p:nvPr/>
          </p:nvSpPr>
          <p:spPr>
            <a:xfrm>
              <a:off x="9226651" y="2181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7" name="pt59077"/>
            <p:cNvSpPr/>
            <p:nvPr/>
          </p:nvSpPr>
          <p:spPr>
            <a:xfrm>
              <a:off x="8752612" y="21634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8" name="pt59078"/>
            <p:cNvSpPr/>
            <p:nvPr/>
          </p:nvSpPr>
          <p:spPr>
            <a:xfrm>
              <a:off x="8798679" y="20622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9" name="pt59079"/>
            <p:cNvSpPr/>
            <p:nvPr/>
          </p:nvSpPr>
          <p:spPr>
            <a:xfrm>
              <a:off x="8312152" y="25491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0" name="pt59080"/>
            <p:cNvSpPr/>
            <p:nvPr/>
          </p:nvSpPr>
          <p:spPr>
            <a:xfrm>
              <a:off x="9120109" y="21340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1" name="pt59081"/>
            <p:cNvSpPr/>
            <p:nvPr/>
          </p:nvSpPr>
          <p:spPr>
            <a:xfrm>
              <a:off x="8901845" y="20569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2" name="pt59082"/>
            <p:cNvSpPr/>
            <p:nvPr/>
          </p:nvSpPr>
          <p:spPr>
            <a:xfrm>
              <a:off x="9184210" y="22052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3" name="pt59083"/>
            <p:cNvSpPr/>
            <p:nvPr/>
          </p:nvSpPr>
          <p:spPr>
            <a:xfrm>
              <a:off x="9088645" y="19715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4" name="pt59084"/>
            <p:cNvSpPr/>
            <p:nvPr/>
          </p:nvSpPr>
          <p:spPr>
            <a:xfrm>
              <a:off x="8431181" y="2516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5" name="pt59085"/>
            <p:cNvSpPr/>
            <p:nvPr/>
          </p:nvSpPr>
          <p:spPr>
            <a:xfrm>
              <a:off x="8731558" y="24015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6" name="pt59086"/>
            <p:cNvSpPr/>
            <p:nvPr/>
          </p:nvSpPr>
          <p:spPr>
            <a:xfrm>
              <a:off x="8689465" y="25924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7" name="pt59087"/>
            <p:cNvSpPr/>
            <p:nvPr/>
          </p:nvSpPr>
          <p:spPr>
            <a:xfrm>
              <a:off x="8500809" y="24024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8" name="pt59088"/>
            <p:cNvSpPr/>
            <p:nvPr/>
          </p:nvSpPr>
          <p:spPr>
            <a:xfrm>
              <a:off x="8752612" y="21543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9" name="pt59089"/>
            <p:cNvSpPr/>
            <p:nvPr/>
          </p:nvSpPr>
          <p:spPr>
            <a:xfrm>
              <a:off x="8963923" y="23384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0" name="pt59090"/>
            <p:cNvSpPr/>
            <p:nvPr/>
          </p:nvSpPr>
          <p:spPr>
            <a:xfrm>
              <a:off x="8817779" y="20551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1" name="pt59091"/>
            <p:cNvSpPr/>
            <p:nvPr/>
          </p:nvSpPr>
          <p:spPr>
            <a:xfrm>
              <a:off x="8658156" y="23695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2" name="pt59092"/>
            <p:cNvSpPr/>
            <p:nvPr/>
          </p:nvSpPr>
          <p:spPr>
            <a:xfrm>
              <a:off x="9111342" y="21115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3" name="pt59093"/>
            <p:cNvSpPr/>
            <p:nvPr/>
          </p:nvSpPr>
          <p:spPr>
            <a:xfrm>
              <a:off x="8588529" y="21833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4" name="pt59094"/>
            <p:cNvSpPr/>
            <p:nvPr/>
          </p:nvSpPr>
          <p:spPr>
            <a:xfrm>
              <a:off x="9102103" y="20570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5" name="pt59095"/>
            <p:cNvSpPr/>
            <p:nvPr/>
          </p:nvSpPr>
          <p:spPr>
            <a:xfrm>
              <a:off x="9155766" y="19919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6" name="pt59096"/>
            <p:cNvSpPr/>
            <p:nvPr/>
          </p:nvSpPr>
          <p:spPr>
            <a:xfrm>
              <a:off x="8312152" y="24762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7" name="pt59097"/>
            <p:cNvSpPr/>
            <p:nvPr/>
          </p:nvSpPr>
          <p:spPr>
            <a:xfrm>
              <a:off x="8633583" y="2018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8" name="pt59098"/>
            <p:cNvSpPr/>
            <p:nvPr/>
          </p:nvSpPr>
          <p:spPr>
            <a:xfrm>
              <a:off x="9216319" y="19875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9" name="pt59099"/>
            <p:cNvSpPr/>
            <p:nvPr/>
          </p:nvSpPr>
          <p:spPr>
            <a:xfrm>
              <a:off x="8817779" y="20487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0" name="pt59100"/>
            <p:cNvSpPr/>
            <p:nvPr/>
          </p:nvSpPr>
          <p:spPr>
            <a:xfrm>
              <a:off x="8861436" y="22098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1" name="pt59101"/>
            <p:cNvSpPr/>
            <p:nvPr/>
          </p:nvSpPr>
          <p:spPr>
            <a:xfrm>
              <a:off x="8992313" y="17837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2" name="pt59102"/>
            <p:cNvSpPr/>
            <p:nvPr/>
          </p:nvSpPr>
          <p:spPr>
            <a:xfrm>
              <a:off x="8698750" y="23547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3" name="pt59103"/>
            <p:cNvSpPr/>
            <p:nvPr/>
          </p:nvSpPr>
          <p:spPr>
            <a:xfrm>
              <a:off x="9288151" y="21222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4" name="pt59104"/>
            <p:cNvSpPr/>
            <p:nvPr/>
          </p:nvSpPr>
          <p:spPr>
            <a:xfrm>
              <a:off x="8679650" y="25285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5" name="pt59105"/>
            <p:cNvSpPr/>
            <p:nvPr/>
          </p:nvSpPr>
          <p:spPr>
            <a:xfrm>
              <a:off x="9701667" y="26069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6" name="pt59106"/>
            <p:cNvSpPr/>
            <p:nvPr/>
          </p:nvSpPr>
          <p:spPr>
            <a:xfrm>
              <a:off x="8932228" y="18916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7" name="pt59107"/>
            <p:cNvSpPr/>
            <p:nvPr/>
          </p:nvSpPr>
          <p:spPr>
            <a:xfrm>
              <a:off x="9123951" y="20744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8" name="pt59108"/>
            <p:cNvSpPr/>
            <p:nvPr/>
          </p:nvSpPr>
          <p:spPr>
            <a:xfrm>
              <a:off x="8765338" y="21295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9" name="pt59109"/>
            <p:cNvSpPr/>
            <p:nvPr/>
          </p:nvSpPr>
          <p:spPr>
            <a:xfrm>
              <a:off x="9417384" y="18204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0" name="pt59110"/>
            <p:cNvSpPr/>
            <p:nvPr/>
          </p:nvSpPr>
          <p:spPr>
            <a:xfrm>
              <a:off x="8798679" y="22132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1" name="pt59111"/>
            <p:cNvSpPr/>
            <p:nvPr/>
          </p:nvSpPr>
          <p:spPr>
            <a:xfrm>
              <a:off x="8588529" y="22377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2" name="pt59112"/>
            <p:cNvSpPr/>
            <p:nvPr/>
          </p:nvSpPr>
          <p:spPr>
            <a:xfrm>
              <a:off x="9324827" y="20798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3" name="pt59113"/>
            <p:cNvSpPr/>
            <p:nvPr/>
          </p:nvSpPr>
          <p:spPr>
            <a:xfrm>
              <a:off x="9382741" y="21110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4" name="pt59114"/>
            <p:cNvSpPr/>
            <p:nvPr/>
          </p:nvSpPr>
          <p:spPr>
            <a:xfrm>
              <a:off x="9074042" y="21709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5" name="pt59115"/>
            <p:cNvSpPr/>
            <p:nvPr/>
          </p:nvSpPr>
          <p:spPr>
            <a:xfrm>
              <a:off x="9573129" y="23520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6" name="pt59116"/>
            <p:cNvSpPr/>
            <p:nvPr/>
          </p:nvSpPr>
          <p:spPr>
            <a:xfrm>
              <a:off x="8312152" y="24981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7" name="pt59117"/>
            <p:cNvSpPr/>
            <p:nvPr/>
          </p:nvSpPr>
          <p:spPr>
            <a:xfrm>
              <a:off x="8646309" y="25502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8" name="pt59118"/>
            <p:cNvSpPr/>
            <p:nvPr/>
          </p:nvSpPr>
          <p:spPr>
            <a:xfrm>
              <a:off x="9701667" y="24745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9" name="pt59119"/>
            <p:cNvSpPr/>
            <p:nvPr/>
          </p:nvSpPr>
          <p:spPr>
            <a:xfrm>
              <a:off x="8982209" y="20081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0" name="pt59120"/>
            <p:cNvSpPr/>
            <p:nvPr/>
          </p:nvSpPr>
          <p:spPr>
            <a:xfrm>
              <a:off x="8777185" y="24484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1" name="pt59121"/>
            <p:cNvSpPr/>
            <p:nvPr/>
          </p:nvSpPr>
          <p:spPr>
            <a:xfrm>
              <a:off x="9155133" y="20633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2" name="pt59122"/>
            <p:cNvSpPr/>
            <p:nvPr/>
          </p:nvSpPr>
          <p:spPr>
            <a:xfrm>
              <a:off x="8899053" y="22146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3" name="pt59123"/>
            <p:cNvSpPr/>
            <p:nvPr/>
          </p:nvSpPr>
          <p:spPr>
            <a:xfrm>
              <a:off x="8817779" y="21289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4" name="pt59124"/>
            <p:cNvSpPr/>
            <p:nvPr/>
          </p:nvSpPr>
          <p:spPr>
            <a:xfrm>
              <a:off x="8550210" y="24027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5" name="pt59125"/>
            <p:cNvSpPr/>
            <p:nvPr/>
          </p:nvSpPr>
          <p:spPr>
            <a:xfrm>
              <a:off x="8570436" y="25508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6" name="pt59126"/>
            <p:cNvSpPr/>
            <p:nvPr/>
          </p:nvSpPr>
          <p:spPr>
            <a:xfrm>
              <a:off x="8679650" y="24922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7" name="pt59127"/>
            <p:cNvSpPr/>
            <p:nvPr/>
          </p:nvSpPr>
          <p:spPr>
            <a:xfrm>
              <a:off x="9199552" y="18403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8" name="pt59128"/>
            <p:cNvSpPr/>
            <p:nvPr/>
          </p:nvSpPr>
          <p:spPr>
            <a:xfrm>
              <a:off x="9538601" y="19032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9" name="pt59129"/>
            <p:cNvSpPr/>
            <p:nvPr/>
          </p:nvSpPr>
          <p:spPr>
            <a:xfrm>
              <a:off x="9474060" y="21860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0" name="pt59130"/>
            <p:cNvSpPr/>
            <p:nvPr/>
          </p:nvSpPr>
          <p:spPr>
            <a:xfrm>
              <a:off x="8941268" y="18820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1" name="pt59131"/>
            <p:cNvSpPr/>
            <p:nvPr/>
          </p:nvSpPr>
          <p:spPr>
            <a:xfrm>
              <a:off x="9001856" y="20701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2" name="pt59132"/>
            <p:cNvSpPr/>
            <p:nvPr/>
          </p:nvSpPr>
          <p:spPr>
            <a:xfrm>
              <a:off x="9007935" y="18448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3" name="pt59133"/>
            <p:cNvSpPr/>
            <p:nvPr/>
          </p:nvSpPr>
          <p:spPr>
            <a:xfrm>
              <a:off x="9457237" y="20695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4" name="pt59134"/>
            <p:cNvSpPr/>
            <p:nvPr/>
          </p:nvSpPr>
          <p:spPr>
            <a:xfrm>
              <a:off x="8993941" y="21033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5" name="pt59135"/>
            <p:cNvSpPr/>
            <p:nvPr/>
          </p:nvSpPr>
          <p:spPr>
            <a:xfrm>
              <a:off x="9550412" y="21661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6" name="pt59136"/>
            <p:cNvSpPr/>
            <p:nvPr/>
          </p:nvSpPr>
          <p:spPr>
            <a:xfrm>
              <a:off x="9517293" y="20925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7" name="pt59137"/>
            <p:cNvSpPr/>
            <p:nvPr/>
          </p:nvSpPr>
          <p:spPr>
            <a:xfrm>
              <a:off x="9594370" y="21454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8" name="pt59138"/>
            <p:cNvSpPr/>
            <p:nvPr/>
          </p:nvSpPr>
          <p:spPr>
            <a:xfrm>
              <a:off x="8604896" y="22179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9" name="pt59139"/>
            <p:cNvSpPr/>
            <p:nvPr/>
          </p:nvSpPr>
          <p:spPr>
            <a:xfrm>
              <a:off x="8965842" y="21537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0" name="pt59140"/>
            <p:cNvSpPr/>
            <p:nvPr/>
          </p:nvSpPr>
          <p:spPr>
            <a:xfrm>
              <a:off x="9308507" y="22261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1" name="pt59141"/>
            <p:cNvSpPr/>
            <p:nvPr/>
          </p:nvSpPr>
          <p:spPr>
            <a:xfrm>
              <a:off x="8971473" y="22730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2" name="pt59142"/>
            <p:cNvSpPr/>
            <p:nvPr/>
          </p:nvSpPr>
          <p:spPr>
            <a:xfrm>
              <a:off x="9044150" y="17102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3" name="pt59143"/>
            <p:cNvSpPr/>
            <p:nvPr/>
          </p:nvSpPr>
          <p:spPr>
            <a:xfrm>
              <a:off x="8765338" y="20877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4" name="pt59144"/>
            <p:cNvSpPr/>
            <p:nvPr/>
          </p:nvSpPr>
          <p:spPr>
            <a:xfrm>
              <a:off x="8570436" y="24753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5" name="pt59145"/>
            <p:cNvSpPr/>
            <p:nvPr/>
          </p:nvSpPr>
          <p:spPr>
            <a:xfrm>
              <a:off x="8469500" y="23699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6" name="pt59146"/>
            <p:cNvSpPr/>
            <p:nvPr/>
          </p:nvSpPr>
          <p:spPr>
            <a:xfrm>
              <a:off x="8312152" y="25014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7" name="pt59147"/>
            <p:cNvSpPr/>
            <p:nvPr/>
          </p:nvSpPr>
          <p:spPr>
            <a:xfrm>
              <a:off x="9034193" y="17606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8" name="pt59148"/>
            <p:cNvSpPr/>
            <p:nvPr/>
          </p:nvSpPr>
          <p:spPr>
            <a:xfrm>
              <a:off x="9329710" y="22077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9" name="pt59149"/>
            <p:cNvSpPr/>
            <p:nvPr/>
          </p:nvSpPr>
          <p:spPr>
            <a:xfrm>
              <a:off x="9480563" y="23544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0" name="pt59150"/>
            <p:cNvSpPr/>
            <p:nvPr/>
          </p:nvSpPr>
          <p:spPr>
            <a:xfrm>
              <a:off x="8932228" y="19551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1" name="pt59151"/>
            <p:cNvSpPr/>
            <p:nvPr/>
          </p:nvSpPr>
          <p:spPr>
            <a:xfrm>
              <a:off x="9087709" y="19959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2" name="pt59152"/>
            <p:cNvSpPr/>
            <p:nvPr/>
          </p:nvSpPr>
          <p:spPr>
            <a:xfrm>
              <a:off x="9052414" y="22514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3" name="pt59153"/>
            <p:cNvSpPr/>
            <p:nvPr/>
          </p:nvSpPr>
          <p:spPr>
            <a:xfrm>
              <a:off x="9453041" y="22704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4" name="pt59154"/>
            <p:cNvSpPr/>
            <p:nvPr/>
          </p:nvSpPr>
          <p:spPr>
            <a:xfrm>
              <a:off x="8707558" y="22671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5" name="pt59155"/>
            <p:cNvSpPr/>
            <p:nvPr/>
          </p:nvSpPr>
          <p:spPr>
            <a:xfrm>
              <a:off x="9620546" y="23437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6" name="pt59156"/>
            <p:cNvSpPr/>
            <p:nvPr/>
          </p:nvSpPr>
          <p:spPr>
            <a:xfrm>
              <a:off x="8312152" y="24504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7" name="pt59157"/>
            <p:cNvSpPr/>
            <p:nvPr/>
          </p:nvSpPr>
          <p:spPr>
            <a:xfrm>
              <a:off x="8658156" y="23883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8" name="pt59158"/>
            <p:cNvSpPr/>
            <p:nvPr/>
          </p:nvSpPr>
          <p:spPr>
            <a:xfrm>
              <a:off x="8788268" y="22252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9" name="pt59159"/>
            <p:cNvSpPr/>
            <p:nvPr/>
          </p:nvSpPr>
          <p:spPr>
            <a:xfrm>
              <a:off x="8738867" y="22206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0" name="pt59160"/>
            <p:cNvSpPr/>
            <p:nvPr/>
          </p:nvSpPr>
          <p:spPr>
            <a:xfrm>
              <a:off x="8669239" y="23539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1" name="pt59161"/>
            <p:cNvSpPr/>
            <p:nvPr/>
          </p:nvSpPr>
          <p:spPr>
            <a:xfrm>
              <a:off x="9636399" y="2011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2" name="pt59162"/>
            <p:cNvSpPr/>
            <p:nvPr/>
          </p:nvSpPr>
          <p:spPr>
            <a:xfrm>
              <a:off x="8934533" y="19215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3" name="pt59163"/>
            <p:cNvSpPr/>
            <p:nvPr/>
          </p:nvSpPr>
          <p:spPr>
            <a:xfrm>
              <a:off x="9495513" y="2264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4" name="pt59164"/>
            <p:cNvSpPr/>
            <p:nvPr/>
          </p:nvSpPr>
          <p:spPr>
            <a:xfrm>
              <a:off x="9056963" y="21672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5" name="pt59165"/>
            <p:cNvSpPr/>
            <p:nvPr/>
          </p:nvSpPr>
          <p:spPr>
            <a:xfrm>
              <a:off x="9352440" y="20369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6" name="pt59166"/>
            <p:cNvSpPr/>
            <p:nvPr/>
          </p:nvSpPr>
          <p:spPr>
            <a:xfrm>
              <a:off x="8312152" y="2366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7" name="pt59167"/>
            <p:cNvSpPr/>
            <p:nvPr/>
          </p:nvSpPr>
          <p:spPr>
            <a:xfrm>
              <a:off x="9010896" y="17143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8" name="pt59168"/>
            <p:cNvSpPr/>
            <p:nvPr/>
          </p:nvSpPr>
          <p:spPr>
            <a:xfrm>
              <a:off x="9037995" y="18218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9" name="pt59169"/>
            <p:cNvSpPr/>
            <p:nvPr/>
          </p:nvSpPr>
          <p:spPr>
            <a:xfrm>
              <a:off x="9108871" y="21281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0" name="pt59170"/>
            <p:cNvSpPr/>
            <p:nvPr/>
          </p:nvSpPr>
          <p:spPr>
            <a:xfrm>
              <a:off x="8899053" y="21912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1" name="pt59171"/>
            <p:cNvSpPr/>
            <p:nvPr/>
          </p:nvSpPr>
          <p:spPr>
            <a:xfrm>
              <a:off x="9196592" y="22118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2" name="pt59172"/>
            <p:cNvSpPr/>
            <p:nvPr/>
          </p:nvSpPr>
          <p:spPr>
            <a:xfrm>
              <a:off x="9044150" y="18006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3" name="pt59173"/>
            <p:cNvSpPr/>
            <p:nvPr/>
          </p:nvSpPr>
          <p:spPr>
            <a:xfrm>
              <a:off x="9413347" y="2180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4" name="pt59174"/>
            <p:cNvSpPr/>
            <p:nvPr/>
          </p:nvSpPr>
          <p:spPr>
            <a:xfrm>
              <a:off x="8798679" y="21581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5" name="pt59175"/>
            <p:cNvSpPr/>
            <p:nvPr/>
          </p:nvSpPr>
          <p:spPr>
            <a:xfrm>
              <a:off x="8658156" y="25486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6" name="pt59176"/>
            <p:cNvSpPr/>
            <p:nvPr/>
          </p:nvSpPr>
          <p:spPr>
            <a:xfrm>
              <a:off x="8698750" y="19857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7" name="pt59177"/>
            <p:cNvSpPr/>
            <p:nvPr/>
          </p:nvSpPr>
          <p:spPr>
            <a:xfrm>
              <a:off x="8842954" y="2055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8" name="pt59178"/>
            <p:cNvSpPr/>
            <p:nvPr/>
          </p:nvSpPr>
          <p:spPr>
            <a:xfrm>
              <a:off x="8619838" y="23768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9" name="pt59179"/>
            <p:cNvSpPr/>
            <p:nvPr/>
          </p:nvSpPr>
          <p:spPr>
            <a:xfrm>
              <a:off x="9050093" y="21803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0" name="pt59180"/>
            <p:cNvSpPr/>
            <p:nvPr/>
          </p:nvSpPr>
          <p:spPr>
            <a:xfrm>
              <a:off x="8846813" y="21291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1" name="pt59181"/>
            <p:cNvSpPr/>
            <p:nvPr/>
          </p:nvSpPr>
          <p:spPr>
            <a:xfrm>
              <a:off x="8588529" y="22738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2" name="pt59182"/>
            <p:cNvSpPr/>
            <p:nvPr/>
          </p:nvSpPr>
          <p:spPr>
            <a:xfrm>
              <a:off x="8312152" y="25065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3" name="pt59183"/>
            <p:cNvSpPr/>
            <p:nvPr/>
          </p:nvSpPr>
          <p:spPr>
            <a:xfrm>
              <a:off x="8312152" y="24661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4" name="pt59184"/>
            <p:cNvSpPr/>
            <p:nvPr/>
          </p:nvSpPr>
          <p:spPr>
            <a:xfrm>
              <a:off x="8381780" y="23164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5" name="pt59185"/>
            <p:cNvSpPr/>
            <p:nvPr/>
          </p:nvSpPr>
          <p:spPr>
            <a:xfrm>
              <a:off x="9417384" y="18600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6" name="pt59186"/>
            <p:cNvSpPr/>
            <p:nvPr/>
          </p:nvSpPr>
          <p:spPr>
            <a:xfrm>
              <a:off x="8899053" y="22401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7" name="pt59187"/>
            <p:cNvSpPr/>
            <p:nvPr/>
          </p:nvSpPr>
          <p:spPr>
            <a:xfrm>
              <a:off x="9548435" y="22845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8" name="pt59188"/>
            <p:cNvSpPr/>
            <p:nvPr/>
          </p:nvSpPr>
          <p:spPr>
            <a:xfrm>
              <a:off x="8469500" y="23510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9" name="pt59189"/>
            <p:cNvSpPr/>
            <p:nvPr/>
          </p:nvSpPr>
          <p:spPr>
            <a:xfrm>
              <a:off x="8777185" y="22444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0" name="pt59190"/>
            <p:cNvSpPr/>
            <p:nvPr/>
          </p:nvSpPr>
          <p:spPr>
            <a:xfrm>
              <a:off x="8707558" y="22180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1" name="pt59191"/>
            <p:cNvSpPr/>
            <p:nvPr/>
          </p:nvSpPr>
          <p:spPr>
            <a:xfrm>
              <a:off x="9218961" y="1969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2" name="pt59192"/>
            <p:cNvSpPr/>
            <p:nvPr/>
          </p:nvSpPr>
          <p:spPr>
            <a:xfrm>
              <a:off x="8570436" y="25088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3" name="pt59193"/>
            <p:cNvSpPr/>
            <p:nvPr/>
          </p:nvSpPr>
          <p:spPr>
            <a:xfrm>
              <a:off x="8669239" y="22869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4" name="pt59194"/>
            <p:cNvSpPr/>
            <p:nvPr/>
          </p:nvSpPr>
          <p:spPr>
            <a:xfrm>
              <a:off x="8941268" y="19122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5" name="pt59195"/>
            <p:cNvSpPr/>
            <p:nvPr/>
          </p:nvSpPr>
          <p:spPr>
            <a:xfrm>
              <a:off x="8500809" y="25733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6" name="pt59196"/>
            <p:cNvSpPr/>
            <p:nvPr/>
          </p:nvSpPr>
          <p:spPr>
            <a:xfrm>
              <a:off x="9179876" y="19056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7" name="pt59197"/>
            <p:cNvSpPr/>
            <p:nvPr/>
          </p:nvSpPr>
          <p:spPr>
            <a:xfrm>
              <a:off x="8669239" y="23937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8" name="pt59198"/>
            <p:cNvSpPr/>
            <p:nvPr/>
          </p:nvSpPr>
          <p:spPr>
            <a:xfrm>
              <a:off x="9027663" y="19297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9" name="pt59199"/>
            <p:cNvSpPr/>
            <p:nvPr/>
          </p:nvSpPr>
          <p:spPr>
            <a:xfrm>
              <a:off x="8752612" y="22140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0" name="pt59200"/>
            <p:cNvSpPr/>
            <p:nvPr/>
          </p:nvSpPr>
          <p:spPr>
            <a:xfrm>
              <a:off x="9142651" y="20966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1" name="pt59201"/>
            <p:cNvSpPr/>
            <p:nvPr/>
          </p:nvSpPr>
          <p:spPr>
            <a:xfrm>
              <a:off x="9186336" y="2190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2" name="pt59202"/>
            <p:cNvSpPr/>
            <p:nvPr/>
          </p:nvSpPr>
          <p:spPr>
            <a:xfrm>
              <a:off x="8813199" y="19666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3" name="pt59203"/>
            <p:cNvSpPr/>
            <p:nvPr/>
          </p:nvSpPr>
          <p:spPr>
            <a:xfrm>
              <a:off x="8679650" y="24404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4" name="pt59204"/>
            <p:cNvSpPr/>
            <p:nvPr/>
          </p:nvSpPr>
          <p:spPr>
            <a:xfrm>
              <a:off x="8312152" y="24387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5" name="pt59205"/>
            <p:cNvSpPr/>
            <p:nvPr/>
          </p:nvSpPr>
          <p:spPr>
            <a:xfrm>
              <a:off x="8588529" y="21886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6" name="pt59206"/>
            <p:cNvSpPr/>
            <p:nvPr/>
          </p:nvSpPr>
          <p:spPr>
            <a:xfrm>
              <a:off x="9110522" y="20270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7" name="pt59207"/>
            <p:cNvSpPr/>
            <p:nvPr/>
          </p:nvSpPr>
          <p:spPr>
            <a:xfrm>
              <a:off x="8619838" y="22864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8" name="pt59208"/>
            <p:cNvSpPr/>
            <p:nvPr/>
          </p:nvSpPr>
          <p:spPr>
            <a:xfrm>
              <a:off x="8588529" y="22983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9" name="pt59209"/>
            <p:cNvSpPr/>
            <p:nvPr/>
          </p:nvSpPr>
          <p:spPr>
            <a:xfrm>
              <a:off x="9102103" y="2306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0" name="pt59210"/>
            <p:cNvSpPr/>
            <p:nvPr/>
          </p:nvSpPr>
          <p:spPr>
            <a:xfrm>
              <a:off x="8941268" y="18741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1" name="pt59211"/>
            <p:cNvSpPr/>
            <p:nvPr/>
          </p:nvSpPr>
          <p:spPr>
            <a:xfrm>
              <a:off x="8765338" y="19813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2" name="pt59212"/>
            <p:cNvSpPr/>
            <p:nvPr/>
          </p:nvSpPr>
          <p:spPr>
            <a:xfrm>
              <a:off x="9874745" y="25725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3" name="pt59213"/>
            <p:cNvSpPr/>
            <p:nvPr/>
          </p:nvSpPr>
          <p:spPr>
            <a:xfrm>
              <a:off x="8752612" y="23465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4" name="pt59214"/>
            <p:cNvSpPr/>
            <p:nvPr/>
          </p:nvSpPr>
          <p:spPr>
            <a:xfrm>
              <a:off x="8312152" y="25760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5" name="pt59215"/>
            <p:cNvSpPr/>
            <p:nvPr/>
          </p:nvSpPr>
          <p:spPr>
            <a:xfrm>
              <a:off x="9874745" y="24677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6" name="pt59216"/>
            <p:cNvSpPr/>
            <p:nvPr/>
          </p:nvSpPr>
          <p:spPr>
            <a:xfrm>
              <a:off x="8868306" y="22039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7" name="pt59217"/>
            <p:cNvSpPr/>
            <p:nvPr/>
          </p:nvSpPr>
          <p:spPr>
            <a:xfrm>
              <a:off x="8679650" y="23269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8" name="pt59218"/>
            <p:cNvSpPr/>
            <p:nvPr/>
          </p:nvSpPr>
          <p:spPr>
            <a:xfrm>
              <a:off x="8431181" y="24331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9" name="pt59219"/>
            <p:cNvSpPr/>
            <p:nvPr/>
          </p:nvSpPr>
          <p:spPr>
            <a:xfrm>
              <a:off x="8826587" y="23063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0" name="pt59220"/>
            <p:cNvSpPr/>
            <p:nvPr/>
          </p:nvSpPr>
          <p:spPr>
            <a:xfrm>
              <a:off x="8738867" y="19176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1" name="pt59221"/>
            <p:cNvSpPr/>
            <p:nvPr/>
          </p:nvSpPr>
          <p:spPr>
            <a:xfrm>
              <a:off x="9064645" y="19419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2" name="pt59222"/>
            <p:cNvSpPr/>
            <p:nvPr/>
          </p:nvSpPr>
          <p:spPr>
            <a:xfrm>
              <a:off x="8846813" y="21650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3" name="pt59223"/>
            <p:cNvSpPr/>
            <p:nvPr/>
          </p:nvSpPr>
          <p:spPr>
            <a:xfrm>
              <a:off x="8707558" y="23556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4" name="pt59224"/>
            <p:cNvSpPr/>
            <p:nvPr/>
          </p:nvSpPr>
          <p:spPr>
            <a:xfrm>
              <a:off x="8381780" y="23798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5" name="pt59225"/>
            <p:cNvSpPr/>
            <p:nvPr/>
          </p:nvSpPr>
          <p:spPr>
            <a:xfrm>
              <a:off x="9591848" y="22369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6" name="pt59226"/>
            <p:cNvSpPr/>
            <p:nvPr/>
          </p:nvSpPr>
          <p:spPr>
            <a:xfrm>
              <a:off x="9076063" y="20142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7" name="pt59227"/>
            <p:cNvSpPr/>
            <p:nvPr/>
          </p:nvSpPr>
          <p:spPr>
            <a:xfrm>
              <a:off x="8312152" y="22331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8" name="pt59228"/>
            <p:cNvSpPr/>
            <p:nvPr/>
          </p:nvSpPr>
          <p:spPr>
            <a:xfrm>
              <a:off x="8431181" y="24889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9" name="pt59229"/>
            <p:cNvSpPr/>
            <p:nvPr/>
          </p:nvSpPr>
          <p:spPr>
            <a:xfrm>
              <a:off x="8707558" y="23012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0" name="pt59230"/>
            <p:cNvSpPr/>
            <p:nvPr/>
          </p:nvSpPr>
          <p:spPr>
            <a:xfrm>
              <a:off x="9034193" y="18037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1" name="pt59231"/>
            <p:cNvSpPr/>
            <p:nvPr/>
          </p:nvSpPr>
          <p:spPr>
            <a:xfrm>
              <a:off x="8842954" y="20172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2" name="pt59232"/>
            <p:cNvSpPr/>
            <p:nvPr/>
          </p:nvSpPr>
          <p:spPr>
            <a:xfrm>
              <a:off x="8431181" y="23927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3" name="pt59233"/>
            <p:cNvSpPr/>
            <p:nvPr/>
          </p:nvSpPr>
          <p:spPr>
            <a:xfrm>
              <a:off x="8570436" y="24891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4" name="pt59234"/>
            <p:cNvSpPr/>
            <p:nvPr/>
          </p:nvSpPr>
          <p:spPr>
            <a:xfrm>
              <a:off x="9146692" y="21472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5" name="pt59235"/>
            <p:cNvSpPr/>
            <p:nvPr/>
          </p:nvSpPr>
          <p:spPr>
            <a:xfrm>
              <a:off x="9050093" y="21600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6" name="pt59236"/>
            <p:cNvSpPr/>
            <p:nvPr/>
          </p:nvSpPr>
          <p:spPr>
            <a:xfrm>
              <a:off x="9037995" y="17591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7" name="pt59237"/>
            <p:cNvSpPr/>
            <p:nvPr/>
          </p:nvSpPr>
          <p:spPr>
            <a:xfrm>
              <a:off x="8469500" y="23332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8" name="pt59238"/>
            <p:cNvSpPr/>
            <p:nvPr/>
          </p:nvSpPr>
          <p:spPr>
            <a:xfrm>
              <a:off x="8793552" y="20315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9" name="pt59239"/>
            <p:cNvSpPr/>
            <p:nvPr/>
          </p:nvSpPr>
          <p:spPr>
            <a:xfrm>
              <a:off x="9126216" y="20122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0" name="pt59240"/>
            <p:cNvSpPr/>
            <p:nvPr/>
          </p:nvSpPr>
          <p:spPr>
            <a:xfrm>
              <a:off x="8808494" y="21682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1" name="pt59241"/>
            <p:cNvSpPr/>
            <p:nvPr/>
          </p:nvSpPr>
          <p:spPr>
            <a:xfrm>
              <a:off x="8793552" y="22021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2" name="pt59242"/>
            <p:cNvSpPr/>
            <p:nvPr/>
          </p:nvSpPr>
          <p:spPr>
            <a:xfrm>
              <a:off x="9139903" y="21152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3" name="pt59243"/>
            <p:cNvSpPr/>
            <p:nvPr/>
          </p:nvSpPr>
          <p:spPr>
            <a:xfrm>
              <a:off x="9155766" y="18075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4" name="pt59244"/>
            <p:cNvSpPr/>
            <p:nvPr/>
          </p:nvSpPr>
          <p:spPr>
            <a:xfrm>
              <a:off x="8826587" y="22491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5" name="pt59245"/>
            <p:cNvSpPr/>
            <p:nvPr/>
          </p:nvSpPr>
          <p:spPr>
            <a:xfrm>
              <a:off x="8973309" y="22378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6" name="pt59246"/>
            <p:cNvSpPr/>
            <p:nvPr/>
          </p:nvSpPr>
          <p:spPr>
            <a:xfrm>
              <a:off x="9102103" y="19825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7" name="pt59247"/>
            <p:cNvSpPr/>
            <p:nvPr/>
          </p:nvSpPr>
          <p:spPr>
            <a:xfrm>
              <a:off x="9874745" y="27740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8" name="pt59248"/>
            <p:cNvSpPr/>
            <p:nvPr/>
          </p:nvSpPr>
          <p:spPr>
            <a:xfrm>
              <a:off x="8431181" y="2367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9" name="pt59249"/>
            <p:cNvSpPr/>
            <p:nvPr/>
          </p:nvSpPr>
          <p:spPr>
            <a:xfrm>
              <a:off x="9252225" y="20013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0" name="pt59250"/>
            <p:cNvSpPr/>
            <p:nvPr/>
          </p:nvSpPr>
          <p:spPr>
            <a:xfrm>
              <a:off x="9218961" y="20774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1" name="pt59251"/>
            <p:cNvSpPr/>
            <p:nvPr/>
          </p:nvSpPr>
          <p:spPr>
            <a:xfrm>
              <a:off x="9898409" y="25650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2" name="pt59252"/>
            <p:cNvSpPr/>
            <p:nvPr/>
          </p:nvSpPr>
          <p:spPr>
            <a:xfrm>
              <a:off x="9193072" y="22306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3" name="pt59253"/>
            <p:cNvSpPr/>
            <p:nvPr/>
          </p:nvSpPr>
          <p:spPr>
            <a:xfrm>
              <a:off x="8826587" y="23884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4" name="pt59254"/>
            <p:cNvSpPr/>
            <p:nvPr/>
          </p:nvSpPr>
          <p:spPr>
            <a:xfrm>
              <a:off x="9247109" y="19679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5" name="pt59255"/>
            <p:cNvSpPr/>
            <p:nvPr/>
          </p:nvSpPr>
          <p:spPr>
            <a:xfrm>
              <a:off x="8312152" y="22941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6" name="pt59256"/>
            <p:cNvSpPr/>
            <p:nvPr/>
          </p:nvSpPr>
          <p:spPr>
            <a:xfrm>
              <a:off x="9077064" y="21105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7" name="pt59257"/>
            <p:cNvSpPr/>
            <p:nvPr/>
          </p:nvSpPr>
          <p:spPr>
            <a:xfrm>
              <a:off x="8817779" y="23645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8" name="pt59258"/>
            <p:cNvSpPr/>
            <p:nvPr/>
          </p:nvSpPr>
          <p:spPr>
            <a:xfrm>
              <a:off x="8945616" y="20880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9" name="pt59259"/>
            <p:cNvSpPr/>
            <p:nvPr/>
          </p:nvSpPr>
          <p:spPr>
            <a:xfrm>
              <a:off x="8312152" y="25329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0" name="pt59260"/>
            <p:cNvSpPr/>
            <p:nvPr/>
          </p:nvSpPr>
          <p:spPr>
            <a:xfrm>
              <a:off x="9247109" y="20470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1" name="pt59261"/>
            <p:cNvSpPr/>
            <p:nvPr/>
          </p:nvSpPr>
          <p:spPr>
            <a:xfrm>
              <a:off x="8890393" y="16063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2" name="pt59262"/>
            <p:cNvSpPr/>
            <p:nvPr/>
          </p:nvSpPr>
          <p:spPr>
            <a:xfrm>
              <a:off x="8850587" y="20623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3" name="pt59263"/>
            <p:cNvSpPr/>
            <p:nvPr/>
          </p:nvSpPr>
          <p:spPr>
            <a:xfrm>
              <a:off x="9030305" y="18819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4" name="pt59264"/>
            <p:cNvSpPr/>
            <p:nvPr/>
          </p:nvSpPr>
          <p:spPr>
            <a:xfrm>
              <a:off x="9174300" y="2222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5" name="pt59265"/>
            <p:cNvSpPr/>
            <p:nvPr/>
          </p:nvSpPr>
          <p:spPr>
            <a:xfrm>
              <a:off x="9421732" y="21360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6" name="pt59266"/>
            <p:cNvSpPr/>
            <p:nvPr/>
          </p:nvSpPr>
          <p:spPr>
            <a:xfrm>
              <a:off x="8431181" y="2441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7" name="pt59267"/>
            <p:cNvSpPr/>
            <p:nvPr/>
          </p:nvSpPr>
          <p:spPr>
            <a:xfrm>
              <a:off x="8947749" y="21563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8" name="pt59268"/>
            <p:cNvSpPr/>
            <p:nvPr/>
          </p:nvSpPr>
          <p:spPr>
            <a:xfrm>
              <a:off x="8588529" y="23160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9" name="pt59269"/>
            <p:cNvSpPr/>
            <p:nvPr/>
          </p:nvSpPr>
          <p:spPr>
            <a:xfrm>
              <a:off x="8658156" y="2343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0" name="pt59270"/>
            <p:cNvSpPr/>
            <p:nvPr/>
          </p:nvSpPr>
          <p:spPr>
            <a:xfrm>
              <a:off x="8588529" y="23926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1" name="pt59271"/>
            <p:cNvSpPr/>
            <p:nvPr/>
          </p:nvSpPr>
          <p:spPr>
            <a:xfrm>
              <a:off x="9329710" y="21062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2" name="pt59272"/>
            <p:cNvSpPr/>
            <p:nvPr/>
          </p:nvSpPr>
          <p:spPr>
            <a:xfrm>
              <a:off x="9461227" y="22974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3" name="pt59273"/>
            <p:cNvSpPr/>
            <p:nvPr/>
          </p:nvSpPr>
          <p:spPr>
            <a:xfrm>
              <a:off x="8707558" y="22578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4" name="pt59274"/>
            <p:cNvSpPr/>
            <p:nvPr/>
          </p:nvSpPr>
          <p:spPr>
            <a:xfrm>
              <a:off x="8731558" y="23351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5" name="pt59275"/>
            <p:cNvSpPr/>
            <p:nvPr/>
          </p:nvSpPr>
          <p:spPr>
            <a:xfrm>
              <a:off x="9100368" y="20700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6" name="pt59276"/>
            <p:cNvSpPr/>
            <p:nvPr/>
          </p:nvSpPr>
          <p:spPr>
            <a:xfrm>
              <a:off x="9102103" y="2204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7" name="pt59277"/>
            <p:cNvSpPr/>
            <p:nvPr/>
          </p:nvSpPr>
          <p:spPr>
            <a:xfrm>
              <a:off x="8738867" y="20359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8" name="pt59278"/>
            <p:cNvSpPr/>
            <p:nvPr/>
          </p:nvSpPr>
          <p:spPr>
            <a:xfrm>
              <a:off x="8813199" y="19971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9" name="pt59279"/>
            <p:cNvSpPr/>
            <p:nvPr/>
          </p:nvSpPr>
          <p:spPr>
            <a:xfrm>
              <a:off x="9434026" y="19008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0" name="pt59280"/>
            <p:cNvSpPr/>
            <p:nvPr/>
          </p:nvSpPr>
          <p:spPr>
            <a:xfrm>
              <a:off x="9406741" y="18702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1" name="pt59281"/>
            <p:cNvSpPr/>
            <p:nvPr/>
          </p:nvSpPr>
          <p:spPr>
            <a:xfrm>
              <a:off x="8679650" y="23434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2" name="pt59282"/>
            <p:cNvSpPr/>
            <p:nvPr/>
          </p:nvSpPr>
          <p:spPr>
            <a:xfrm>
              <a:off x="8431181" y="25216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3" name="pt59283"/>
            <p:cNvSpPr/>
            <p:nvPr/>
          </p:nvSpPr>
          <p:spPr>
            <a:xfrm>
              <a:off x="8893328" y="20079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4" name="pt59284"/>
            <p:cNvSpPr/>
            <p:nvPr/>
          </p:nvSpPr>
          <p:spPr>
            <a:xfrm>
              <a:off x="9079049" y="19627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5" name="pt59285"/>
            <p:cNvSpPr/>
            <p:nvPr/>
          </p:nvSpPr>
          <p:spPr>
            <a:xfrm>
              <a:off x="8939053" y="1864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6" name="pt59286"/>
            <p:cNvSpPr/>
            <p:nvPr/>
          </p:nvSpPr>
          <p:spPr>
            <a:xfrm>
              <a:off x="9218961" y="18841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7" name="pt59287"/>
            <p:cNvSpPr/>
            <p:nvPr/>
          </p:nvSpPr>
          <p:spPr>
            <a:xfrm>
              <a:off x="9226651" y="20251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8" name="pt59288"/>
            <p:cNvSpPr/>
            <p:nvPr/>
          </p:nvSpPr>
          <p:spPr>
            <a:xfrm>
              <a:off x="8570436" y="23313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9" name="pt59289"/>
            <p:cNvSpPr/>
            <p:nvPr/>
          </p:nvSpPr>
          <p:spPr>
            <a:xfrm>
              <a:off x="9279466" y="20445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0" name="pt59290"/>
            <p:cNvSpPr/>
            <p:nvPr/>
          </p:nvSpPr>
          <p:spPr>
            <a:xfrm>
              <a:off x="8971473" y="22004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1" name="pt59291"/>
            <p:cNvSpPr/>
            <p:nvPr/>
          </p:nvSpPr>
          <p:spPr>
            <a:xfrm>
              <a:off x="8658156" y="24073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2" name="pt59292"/>
            <p:cNvSpPr/>
            <p:nvPr/>
          </p:nvSpPr>
          <p:spPr>
            <a:xfrm>
              <a:off x="9275425" y="19772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3" name="pt59293"/>
            <p:cNvSpPr/>
            <p:nvPr/>
          </p:nvSpPr>
          <p:spPr>
            <a:xfrm>
              <a:off x="8312152" y="25178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4" name="pt59294"/>
            <p:cNvSpPr/>
            <p:nvPr/>
          </p:nvSpPr>
          <p:spPr>
            <a:xfrm>
              <a:off x="8550210" y="23908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5" name="pt59295"/>
            <p:cNvSpPr/>
            <p:nvPr/>
          </p:nvSpPr>
          <p:spPr>
            <a:xfrm>
              <a:off x="9222422" y="18971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6" name="pt59296"/>
            <p:cNvSpPr/>
            <p:nvPr/>
          </p:nvSpPr>
          <p:spPr>
            <a:xfrm>
              <a:off x="8798679" y="23567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7" name="pt59297"/>
            <p:cNvSpPr/>
            <p:nvPr/>
          </p:nvSpPr>
          <p:spPr>
            <a:xfrm>
              <a:off x="9522221" y="20433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8" name="pt59298"/>
            <p:cNvSpPr/>
            <p:nvPr/>
          </p:nvSpPr>
          <p:spPr>
            <a:xfrm>
              <a:off x="8698750" y="22157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9" name="pt59299"/>
            <p:cNvSpPr/>
            <p:nvPr/>
          </p:nvSpPr>
          <p:spPr>
            <a:xfrm>
              <a:off x="9780637" y="25899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0" name="pt59300"/>
            <p:cNvSpPr/>
            <p:nvPr/>
          </p:nvSpPr>
          <p:spPr>
            <a:xfrm>
              <a:off x="8707558" y="22704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1" name="pt59301"/>
            <p:cNvSpPr/>
            <p:nvPr/>
          </p:nvSpPr>
          <p:spPr>
            <a:xfrm>
              <a:off x="8550210" y="26303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2" name="pt59302"/>
            <p:cNvSpPr/>
            <p:nvPr/>
          </p:nvSpPr>
          <p:spPr>
            <a:xfrm>
              <a:off x="8312152" y="24667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3" name="pt59303"/>
            <p:cNvSpPr/>
            <p:nvPr/>
          </p:nvSpPr>
          <p:spPr>
            <a:xfrm>
              <a:off x="9098616" y="21618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4" name="pt59304"/>
            <p:cNvSpPr/>
            <p:nvPr/>
          </p:nvSpPr>
          <p:spPr>
            <a:xfrm>
              <a:off x="8723925" y="22888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5" name="pt59305"/>
            <p:cNvSpPr/>
            <p:nvPr/>
          </p:nvSpPr>
          <p:spPr>
            <a:xfrm>
              <a:off x="8978704" y="20407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6" name="pt59306"/>
            <p:cNvSpPr/>
            <p:nvPr/>
          </p:nvSpPr>
          <p:spPr>
            <a:xfrm>
              <a:off x="8723925" y="21885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7" name="pt59307"/>
            <p:cNvSpPr/>
            <p:nvPr/>
          </p:nvSpPr>
          <p:spPr>
            <a:xfrm>
              <a:off x="9102103" y="21202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8" name="pt59308"/>
            <p:cNvSpPr/>
            <p:nvPr/>
          </p:nvSpPr>
          <p:spPr>
            <a:xfrm>
              <a:off x="9079049" y="19430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9" name="pt59309"/>
            <p:cNvSpPr/>
            <p:nvPr/>
          </p:nvSpPr>
          <p:spPr>
            <a:xfrm>
              <a:off x="8312152" y="24107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0" name="pt59310"/>
            <p:cNvSpPr/>
            <p:nvPr/>
          </p:nvSpPr>
          <p:spPr>
            <a:xfrm>
              <a:off x="8698750" y="22222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1" name="pt59311"/>
            <p:cNvSpPr/>
            <p:nvPr/>
          </p:nvSpPr>
          <p:spPr>
            <a:xfrm>
              <a:off x="9126216" y="20739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2" name="pt59312"/>
            <p:cNvSpPr/>
            <p:nvPr/>
          </p:nvSpPr>
          <p:spPr>
            <a:xfrm>
              <a:off x="9097733" y="17433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3" name="pt59313"/>
            <p:cNvSpPr/>
            <p:nvPr/>
          </p:nvSpPr>
          <p:spPr>
            <a:xfrm>
              <a:off x="8788268" y="21896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4" name="pt59314"/>
            <p:cNvSpPr/>
            <p:nvPr/>
          </p:nvSpPr>
          <p:spPr>
            <a:xfrm>
              <a:off x="8752612" y="23505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5" name="pt59315"/>
            <p:cNvSpPr/>
            <p:nvPr/>
          </p:nvSpPr>
          <p:spPr>
            <a:xfrm>
              <a:off x="9193072" y="21801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6" name="pt59316"/>
            <p:cNvSpPr/>
            <p:nvPr/>
          </p:nvSpPr>
          <p:spPr>
            <a:xfrm>
              <a:off x="9100368" y="20061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7" name="pt59317"/>
            <p:cNvSpPr/>
            <p:nvPr/>
          </p:nvSpPr>
          <p:spPr>
            <a:xfrm>
              <a:off x="9564411" y="21917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8" name="pt59318"/>
            <p:cNvSpPr/>
            <p:nvPr/>
          </p:nvSpPr>
          <p:spPr>
            <a:xfrm>
              <a:off x="8765338" y="21500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9" name="pt59319"/>
            <p:cNvSpPr/>
            <p:nvPr/>
          </p:nvSpPr>
          <p:spPr>
            <a:xfrm>
              <a:off x="8312152" y="2475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0" name="pt59320"/>
            <p:cNvSpPr/>
            <p:nvPr/>
          </p:nvSpPr>
          <p:spPr>
            <a:xfrm>
              <a:off x="9382741" y="21255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1" name="pt59321"/>
            <p:cNvSpPr/>
            <p:nvPr/>
          </p:nvSpPr>
          <p:spPr>
            <a:xfrm>
              <a:off x="9179876" y="19616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2" name="pt59322"/>
            <p:cNvSpPr/>
            <p:nvPr/>
          </p:nvSpPr>
          <p:spPr>
            <a:xfrm>
              <a:off x="8431181" y="27040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3" name="pt59323"/>
            <p:cNvSpPr/>
            <p:nvPr/>
          </p:nvSpPr>
          <p:spPr>
            <a:xfrm>
              <a:off x="9457237" y="21968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4" name="pt59324"/>
            <p:cNvSpPr/>
            <p:nvPr/>
          </p:nvSpPr>
          <p:spPr>
            <a:xfrm>
              <a:off x="9184210" y="22676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5" name="pt59325"/>
            <p:cNvSpPr/>
            <p:nvPr/>
          </p:nvSpPr>
          <p:spPr>
            <a:xfrm>
              <a:off x="9044150" y="16697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6" name="pt59326"/>
            <p:cNvSpPr/>
            <p:nvPr/>
          </p:nvSpPr>
          <p:spPr>
            <a:xfrm>
              <a:off x="9032906" y="18328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7" name="pt59327"/>
            <p:cNvSpPr/>
            <p:nvPr/>
          </p:nvSpPr>
          <p:spPr>
            <a:xfrm>
              <a:off x="9068885" y="19916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8" name="pt59328"/>
            <p:cNvSpPr/>
            <p:nvPr/>
          </p:nvSpPr>
          <p:spPr>
            <a:xfrm>
              <a:off x="9400632" y="18998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9" name="pt59329"/>
            <p:cNvSpPr/>
            <p:nvPr/>
          </p:nvSpPr>
          <p:spPr>
            <a:xfrm>
              <a:off x="9097733" y="18253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0" name="pt59330"/>
            <p:cNvSpPr/>
            <p:nvPr/>
          </p:nvSpPr>
          <p:spPr>
            <a:xfrm>
              <a:off x="8669239" y="23871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1" name="pt59331"/>
            <p:cNvSpPr/>
            <p:nvPr/>
          </p:nvSpPr>
          <p:spPr>
            <a:xfrm>
              <a:off x="9155766" y="17946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2" name="pt59332"/>
            <p:cNvSpPr/>
            <p:nvPr/>
          </p:nvSpPr>
          <p:spPr>
            <a:xfrm>
              <a:off x="8864906" y="18562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3" name="pt59333"/>
            <p:cNvSpPr/>
            <p:nvPr/>
          </p:nvSpPr>
          <p:spPr>
            <a:xfrm>
              <a:off x="8658156" y="23079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4" name="pt59334"/>
            <p:cNvSpPr/>
            <p:nvPr/>
          </p:nvSpPr>
          <p:spPr>
            <a:xfrm>
              <a:off x="9414750" y="20561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5" name="pt59335"/>
            <p:cNvSpPr/>
            <p:nvPr/>
          </p:nvSpPr>
          <p:spPr>
            <a:xfrm>
              <a:off x="8312152" y="22137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6" name="pt59336"/>
            <p:cNvSpPr/>
            <p:nvPr/>
          </p:nvSpPr>
          <p:spPr>
            <a:xfrm>
              <a:off x="8500809" y="24103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7" name="pt59337"/>
            <p:cNvSpPr/>
            <p:nvPr/>
          </p:nvSpPr>
          <p:spPr>
            <a:xfrm>
              <a:off x="9466476" y="2342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8" name="pt59338"/>
            <p:cNvSpPr/>
            <p:nvPr/>
          </p:nvSpPr>
          <p:spPr>
            <a:xfrm>
              <a:off x="9196592" y="22812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9" name="pt59339"/>
            <p:cNvSpPr/>
            <p:nvPr/>
          </p:nvSpPr>
          <p:spPr>
            <a:xfrm>
              <a:off x="8604896" y="22625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0" name="pt59340"/>
            <p:cNvSpPr/>
            <p:nvPr/>
          </p:nvSpPr>
          <p:spPr>
            <a:xfrm>
              <a:off x="9123951" y="20226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1" name="pt59341"/>
            <p:cNvSpPr/>
            <p:nvPr/>
          </p:nvSpPr>
          <p:spPr>
            <a:xfrm>
              <a:off x="9032906" y="18208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2" name="pt59342"/>
            <p:cNvSpPr/>
            <p:nvPr/>
          </p:nvSpPr>
          <p:spPr>
            <a:xfrm>
              <a:off x="8861436" y="20671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3" name="pt59343"/>
            <p:cNvSpPr/>
            <p:nvPr/>
          </p:nvSpPr>
          <p:spPr>
            <a:xfrm>
              <a:off x="9242219" y="20904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4" name="pt59344"/>
            <p:cNvSpPr/>
            <p:nvPr/>
          </p:nvSpPr>
          <p:spPr>
            <a:xfrm>
              <a:off x="8312152" y="25363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5" name="pt59345"/>
            <p:cNvSpPr/>
            <p:nvPr/>
          </p:nvSpPr>
          <p:spPr>
            <a:xfrm>
              <a:off x="9591848" y="22257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6" name="pt59346"/>
            <p:cNvSpPr/>
            <p:nvPr/>
          </p:nvSpPr>
          <p:spPr>
            <a:xfrm>
              <a:off x="9037995" y="18416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7" name="pt59347"/>
            <p:cNvSpPr/>
            <p:nvPr/>
          </p:nvSpPr>
          <p:spPr>
            <a:xfrm>
              <a:off x="9305101" y="21534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8" name="pt59348"/>
            <p:cNvSpPr/>
            <p:nvPr/>
          </p:nvSpPr>
          <p:spPr>
            <a:xfrm>
              <a:off x="8971473" y="2244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9" name="pt59349"/>
            <p:cNvSpPr/>
            <p:nvPr/>
          </p:nvSpPr>
          <p:spPr>
            <a:xfrm>
              <a:off x="9548435" y="2097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0" name="pt59350"/>
            <p:cNvSpPr/>
            <p:nvPr/>
          </p:nvSpPr>
          <p:spPr>
            <a:xfrm>
              <a:off x="8469500" y="23961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1" name="pt59351"/>
            <p:cNvSpPr/>
            <p:nvPr/>
          </p:nvSpPr>
          <p:spPr>
            <a:xfrm>
              <a:off x="8738867" y="1928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2" name="pt59352"/>
            <p:cNvSpPr/>
            <p:nvPr/>
          </p:nvSpPr>
          <p:spPr>
            <a:xfrm>
              <a:off x="9525110" y="18850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3" name="pt59353"/>
            <p:cNvSpPr/>
            <p:nvPr/>
          </p:nvSpPr>
          <p:spPr>
            <a:xfrm>
              <a:off x="9104672" y="20533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4" name="pt59354"/>
            <p:cNvSpPr/>
            <p:nvPr/>
          </p:nvSpPr>
          <p:spPr>
            <a:xfrm>
              <a:off x="8679650" y="25334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5" name="pt59355"/>
            <p:cNvSpPr/>
            <p:nvPr/>
          </p:nvSpPr>
          <p:spPr>
            <a:xfrm>
              <a:off x="8777185" y="22880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6" name="pt59356"/>
            <p:cNvSpPr/>
            <p:nvPr/>
          </p:nvSpPr>
          <p:spPr>
            <a:xfrm>
              <a:off x="9100368" y="20702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7" name="pt59357"/>
            <p:cNvSpPr/>
            <p:nvPr/>
          </p:nvSpPr>
          <p:spPr>
            <a:xfrm>
              <a:off x="9108871" y="21652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8" name="pt59358"/>
            <p:cNvSpPr/>
            <p:nvPr/>
          </p:nvSpPr>
          <p:spPr>
            <a:xfrm>
              <a:off x="8765338" y="1988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9" name="pt59359"/>
            <p:cNvSpPr/>
            <p:nvPr/>
          </p:nvSpPr>
          <p:spPr>
            <a:xfrm>
              <a:off x="9654477" y="21177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0" name="pt59360"/>
            <p:cNvSpPr/>
            <p:nvPr/>
          </p:nvSpPr>
          <p:spPr>
            <a:xfrm>
              <a:off x="8669239" y="22193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1" name="pt59361"/>
            <p:cNvSpPr/>
            <p:nvPr/>
          </p:nvSpPr>
          <p:spPr>
            <a:xfrm>
              <a:off x="9525110" y="17424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2" name="pt59362"/>
            <p:cNvSpPr/>
            <p:nvPr/>
          </p:nvSpPr>
          <p:spPr>
            <a:xfrm>
              <a:off x="8813199" y="19634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3" name="pt59363"/>
            <p:cNvSpPr/>
            <p:nvPr/>
          </p:nvSpPr>
          <p:spPr>
            <a:xfrm>
              <a:off x="8570436" y="2314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4" name="pt59364"/>
            <p:cNvSpPr/>
            <p:nvPr/>
          </p:nvSpPr>
          <p:spPr>
            <a:xfrm>
              <a:off x="9215429" y="19708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5" name="pt59365"/>
            <p:cNvSpPr/>
            <p:nvPr/>
          </p:nvSpPr>
          <p:spPr>
            <a:xfrm>
              <a:off x="9027663" y="1937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6" name="pt59366"/>
            <p:cNvSpPr/>
            <p:nvPr/>
          </p:nvSpPr>
          <p:spPr>
            <a:xfrm>
              <a:off x="8669239" y="23997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7" name="pt59367"/>
            <p:cNvSpPr/>
            <p:nvPr/>
          </p:nvSpPr>
          <p:spPr>
            <a:xfrm>
              <a:off x="9196093" y="22419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8" name="pt59368"/>
            <p:cNvSpPr/>
            <p:nvPr/>
          </p:nvSpPr>
          <p:spPr>
            <a:xfrm>
              <a:off x="9102103" y="21278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9" name="pt59369"/>
            <p:cNvSpPr/>
            <p:nvPr/>
          </p:nvSpPr>
          <p:spPr>
            <a:xfrm>
              <a:off x="8943456" y="19737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0" name="pt59370"/>
            <p:cNvSpPr/>
            <p:nvPr/>
          </p:nvSpPr>
          <p:spPr>
            <a:xfrm>
              <a:off x="9004922" y="17170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1" name="pt59371"/>
            <p:cNvSpPr/>
            <p:nvPr/>
          </p:nvSpPr>
          <p:spPr>
            <a:xfrm>
              <a:off x="9186336" y="21964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2" name="pt59372"/>
            <p:cNvSpPr/>
            <p:nvPr/>
          </p:nvSpPr>
          <p:spPr>
            <a:xfrm>
              <a:off x="8965842" y="23053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3" name="pt59373"/>
            <p:cNvSpPr/>
            <p:nvPr/>
          </p:nvSpPr>
          <p:spPr>
            <a:xfrm>
              <a:off x="9111342" y="20557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4" name="pt59374"/>
            <p:cNvSpPr/>
            <p:nvPr/>
          </p:nvSpPr>
          <p:spPr>
            <a:xfrm>
              <a:off x="8669239" y="24840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5" name="pt59375"/>
            <p:cNvSpPr/>
            <p:nvPr/>
          </p:nvSpPr>
          <p:spPr>
            <a:xfrm>
              <a:off x="9027663" y="19184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6" name="pt59376"/>
            <p:cNvSpPr/>
            <p:nvPr/>
          </p:nvSpPr>
          <p:spPr>
            <a:xfrm>
              <a:off x="9051257" y="21245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7" name="pt59377"/>
            <p:cNvSpPr/>
            <p:nvPr/>
          </p:nvSpPr>
          <p:spPr>
            <a:xfrm>
              <a:off x="8431181" y="25413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8" name="pt59378"/>
            <p:cNvSpPr/>
            <p:nvPr/>
          </p:nvSpPr>
          <p:spPr>
            <a:xfrm>
              <a:off x="8312152" y="25021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9" name="pt59379"/>
            <p:cNvSpPr/>
            <p:nvPr/>
          </p:nvSpPr>
          <p:spPr>
            <a:xfrm>
              <a:off x="8312152" y="22524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0" name="pt59380"/>
            <p:cNvSpPr/>
            <p:nvPr/>
          </p:nvSpPr>
          <p:spPr>
            <a:xfrm>
              <a:off x="9346306" y="21366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1" name="pt59381"/>
            <p:cNvSpPr/>
            <p:nvPr/>
          </p:nvSpPr>
          <p:spPr>
            <a:xfrm>
              <a:off x="9036737" y="1783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2" name="pt59382"/>
            <p:cNvSpPr/>
            <p:nvPr/>
          </p:nvSpPr>
          <p:spPr>
            <a:xfrm>
              <a:off x="9388372" y="21704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3" name="pt59383"/>
            <p:cNvSpPr/>
            <p:nvPr/>
          </p:nvSpPr>
          <p:spPr>
            <a:xfrm>
              <a:off x="8846813" y="22319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4" name="pt59384"/>
            <p:cNvSpPr/>
            <p:nvPr/>
          </p:nvSpPr>
          <p:spPr>
            <a:xfrm>
              <a:off x="9346306" y="22083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5" name="pt59385"/>
            <p:cNvSpPr/>
            <p:nvPr/>
          </p:nvSpPr>
          <p:spPr>
            <a:xfrm>
              <a:off x="8570436" y="23935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6" name="pt59386"/>
            <p:cNvSpPr/>
            <p:nvPr/>
          </p:nvSpPr>
          <p:spPr>
            <a:xfrm>
              <a:off x="8570436" y="24677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7" name="pt59387"/>
            <p:cNvSpPr/>
            <p:nvPr/>
          </p:nvSpPr>
          <p:spPr>
            <a:xfrm>
              <a:off x="9102103" y="19779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8" name="pt59388"/>
            <p:cNvSpPr/>
            <p:nvPr/>
          </p:nvSpPr>
          <p:spPr>
            <a:xfrm>
              <a:off x="9898409" y="25409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9" name="pt59389"/>
            <p:cNvSpPr/>
            <p:nvPr/>
          </p:nvSpPr>
          <p:spPr>
            <a:xfrm>
              <a:off x="8850587" y="20192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0" name="pt59390"/>
            <p:cNvSpPr/>
            <p:nvPr/>
          </p:nvSpPr>
          <p:spPr>
            <a:xfrm>
              <a:off x="8469500" y="24274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1" name="pt59391"/>
            <p:cNvSpPr/>
            <p:nvPr/>
          </p:nvSpPr>
          <p:spPr>
            <a:xfrm>
              <a:off x="9421732" y="18361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2" name="pt59392"/>
            <p:cNvSpPr/>
            <p:nvPr/>
          </p:nvSpPr>
          <p:spPr>
            <a:xfrm>
              <a:off x="8500809" y="25978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3" name="pt59393"/>
            <p:cNvSpPr/>
            <p:nvPr/>
          </p:nvSpPr>
          <p:spPr>
            <a:xfrm>
              <a:off x="8842954" y="22226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4" name="pt59394"/>
            <p:cNvSpPr/>
            <p:nvPr/>
          </p:nvSpPr>
          <p:spPr>
            <a:xfrm>
              <a:off x="9436506" y="24502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5" name="pt59395"/>
            <p:cNvSpPr/>
            <p:nvPr/>
          </p:nvSpPr>
          <p:spPr>
            <a:xfrm>
              <a:off x="8976925" y="22958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6" name="pt59396"/>
            <p:cNvSpPr/>
            <p:nvPr/>
          </p:nvSpPr>
          <p:spPr>
            <a:xfrm>
              <a:off x="9413347" y="1992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7" name="pt59397"/>
            <p:cNvSpPr/>
            <p:nvPr/>
          </p:nvSpPr>
          <p:spPr>
            <a:xfrm>
              <a:off x="8588529" y="21787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8" name="pt59398"/>
            <p:cNvSpPr/>
            <p:nvPr/>
          </p:nvSpPr>
          <p:spPr>
            <a:xfrm>
              <a:off x="8588529" y="21757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9" name="pt59399"/>
            <p:cNvSpPr/>
            <p:nvPr/>
          </p:nvSpPr>
          <p:spPr>
            <a:xfrm>
              <a:off x="8646309" y="24063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0" name="pt59400"/>
            <p:cNvSpPr/>
            <p:nvPr/>
          </p:nvSpPr>
          <p:spPr>
            <a:xfrm>
              <a:off x="9187914" y="21476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1" name="pt59401"/>
            <p:cNvSpPr/>
            <p:nvPr/>
          </p:nvSpPr>
          <p:spPr>
            <a:xfrm>
              <a:off x="9242219" y="20144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2" name="pt59402"/>
            <p:cNvSpPr/>
            <p:nvPr/>
          </p:nvSpPr>
          <p:spPr>
            <a:xfrm>
              <a:off x="9316366" y="22099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3" name="pt59403"/>
            <p:cNvSpPr/>
            <p:nvPr/>
          </p:nvSpPr>
          <p:spPr>
            <a:xfrm>
              <a:off x="8842954" y="20792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4" name="pt59404"/>
            <p:cNvSpPr/>
            <p:nvPr/>
          </p:nvSpPr>
          <p:spPr>
            <a:xfrm>
              <a:off x="9116180" y="2044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5" name="pt59405"/>
            <p:cNvSpPr/>
            <p:nvPr/>
          </p:nvSpPr>
          <p:spPr>
            <a:xfrm>
              <a:off x="9874745" y="26439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6" name="pt59406"/>
            <p:cNvSpPr/>
            <p:nvPr/>
          </p:nvSpPr>
          <p:spPr>
            <a:xfrm>
              <a:off x="8570436" y="24152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7" name="pt59407"/>
            <p:cNvSpPr/>
            <p:nvPr/>
          </p:nvSpPr>
          <p:spPr>
            <a:xfrm>
              <a:off x="9230780" y="20167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8" name="pt59408"/>
            <p:cNvSpPr/>
            <p:nvPr/>
          </p:nvSpPr>
          <p:spPr>
            <a:xfrm>
              <a:off x="8971473" y="21209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9" name="pt59409"/>
            <p:cNvSpPr/>
            <p:nvPr/>
          </p:nvSpPr>
          <p:spPr>
            <a:xfrm>
              <a:off x="9382741" y="2087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0" name="pt59410"/>
            <p:cNvSpPr/>
            <p:nvPr/>
          </p:nvSpPr>
          <p:spPr>
            <a:xfrm>
              <a:off x="9262020" y="176419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1" name="pt59411"/>
            <p:cNvSpPr/>
            <p:nvPr/>
          </p:nvSpPr>
          <p:spPr>
            <a:xfrm>
              <a:off x="8878122" y="21625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2" name="pt59412"/>
            <p:cNvSpPr/>
            <p:nvPr/>
          </p:nvSpPr>
          <p:spPr>
            <a:xfrm>
              <a:off x="9423467" y="19412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3" name="pt59413"/>
            <p:cNvSpPr/>
            <p:nvPr/>
          </p:nvSpPr>
          <p:spPr>
            <a:xfrm>
              <a:off x="8731558" y="24017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4" name="pt59414"/>
            <p:cNvSpPr/>
            <p:nvPr/>
          </p:nvSpPr>
          <p:spPr>
            <a:xfrm>
              <a:off x="9218524" y="20795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5" name="pt59415"/>
            <p:cNvSpPr/>
            <p:nvPr/>
          </p:nvSpPr>
          <p:spPr>
            <a:xfrm>
              <a:off x="9495513" y="2296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6" name="pt59416"/>
            <p:cNvSpPr/>
            <p:nvPr/>
          </p:nvSpPr>
          <p:spPr>
            <a:xfrm>
              <a:off x="8813199" y="20901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7" name="pt59417"/>
            <p:cNvSpPr/>
            <p:nvPr/>
          </p:nvSpPr>
          <p:spPr>
            <a:xfrm>
              <a:off x="9356998" y="20845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8" name="pt59418"/>
            <p:cNvSpPr/>
            <p:nvPr/>
          </p:nvSpPr>
          <p:spPr>
            <a:xfrm>
              <a:off x="8989011" y="20330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9" name="pt59419"/>
            <p:cNvSpPr/>
            <p:nvPr/>
          </p:nvSpPr>
          <p:spPr>
            <a:xfrm>
              <a:off x="8500809" y="26560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0" name="pt59420"/>
            <p:cNvSpPr/>
            <p:nvPr/>
          </p:nvSpPr>
          <p:spPr>
            <a:xfrm>
              <a:off x="8658156" y="23607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1" name="pt59421"/>
            <p:cNvSpPr/>
            <p:nvPr/>
          </p:nvSpPr>
          <p:spPr>
            <a:xfrm>
              <a:off x="9262699" y="18238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2" name="pt59422"/>
            <p:cNvSpPr/>
            <p:nvPr/>
          </p:nvSpPr>
          <p:spPr>
            <a:xfrm>
              <a:off x="9037995" y="16793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3" name="pt59423"/>
            <p:cNvSpPr/>
            <p:nvPr/>
          </p:nvSpPr>
          <p:spPr>
            <a:xfrm>
              <a:off x="9056963" y="21905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4" name="pt59424"/>
            <p:cNvSpPr/>
            <p:nvPr/>
          </p:nvSpPr>
          <p:spPr>
            <a:xfrm>
              <a:off x="8431181" y="25742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5" name="pt59425"/>
            <p:cNvSpPr/>
            <p:nvPr/>
          </p:nvSpPr>
          <p:spPr>
            <a:xfrm>
              <a:off x="8971473" y="22558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6" name="pt59426"/>
            <p:cNvSpPr/>
            <p:nvPr/>
          </p:nvSpPr>
          <p:spPr>
            <a:xfrm>
              <a:off x="8689465" y="23332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7" name="pt59427"/>
            <p:cNvSpPr/>
            <p:nvPr/>
          </p:nvSpPr>
          <p:spPr>
            <a:xfrm>
              <a:off x="9037995" y="18171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8" name="pt59428"/>
            <p:cNvSpPr/>
            <p:nvPr/>
          </p:nvSpPr>
          <p:spPr>
            <a:xfrm>
              <a:off x="8381780" y="21025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9" name="pt59429"/>
            <p:cNvSpPr/>
            <p:nvPr/>
          </p:nvSpPr>
          <p:spPr>
            <a:xfrm>
              <a:off x="9067835" y="17803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0" name="pt59430"/>
            <p:cNvSpPr/>
            <p:nvPr/>
          </p:nvSpPr>
          <p:spPr>
            <a:xfrm>
              <a:off x="9324827" y="21790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1" name="pt59431"/>
            <p:cNvSpPr/>
            <p:nvPr/>
          </p:nvSpPr>
          <p:spPr>
            <a:xfrm>
              <a:off x="9231999" y="20117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2" name="pt59432"/>
            <p:cNvSpPr/>
            <p:nvPr/>
          </p:nvSpPr>
          <p:spPr>
            <a:xfrm>
              <a:off x="8550210" y="25344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3" name="pt59433"/>
            <p:cNvSpPr/>
            <p:nvPr/>
          </p:nvSpPr>
          <p:spPr>
            <a:xfrm>
              <a:off x="9356998" y="20725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4" name="pt59434"/>
            <p:cNvSpPr/>
            <p:nvPr/>
          </p:nvSpPr>
          <p:spPr>
            <a:xfrm>
              <a:off x="8777185" y="22998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5" name="pt59435"/>
            <p:cNvSpPr/>
            <p:nvPr/>
          </p:nvSpPr>
          <p:spPr>
            <a:xfrm>
              <a:off x="8920215" y="21063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6" name="pt59436"/>
            <p:cNvSpPr/>
            <p:nvPr/>
          </p:nvSpPr>
          <p:spPr>
            <a:xfrm>
              <a:off x="9359136" y="20606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7" name="pt59437"/>
            <p:cNvSpPr/>
            <p:nvPr/>
          </p:nvSpPr>
          <p:spPr>
            <a:xfrm>
              <a:off x="8752612" y="21117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8" name="pt59438"/>
            <p:cNvSpPr/>
            <p:nvPr/>
          </p:nvSpPr>
          <p:spPr>
            <a:xfrm>
              <a:off x="9118548" y="20048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9" name="pt59439"/>
            <p:cNvSpPr/>
            <p:nvPr/>
          </p:nvSpPr>
          <p:spPr>
            <a:xfrm>
              <a:off x="8698750" y="23884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0" name="pt59440"/>
            <p:cNvSpPr/>
            <p:nvPr/>
          </p:nvSpPr>
          <p:spPr>
            <a:xfrm>
              <a:off x="9221993" y="20283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1" name="pt59441"/>
            <p:cNvSpPr/>
            <p:nvPr/>
          </p:nvSpPr>
          <p:spPr>
            <a:xfrm>
              <a:off x="9550412" y="20385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2" name="pt59442"/>
            <p:cNvSpPr/>
            <p:nvPr/>
          </p:nvSpPr>
          <p:spPr>
            <a:xfrm>
              <a:off x="9090502" y="1856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3" name="pt59443"/>
            <p:cNvSpPr/>
            <p:nvPr/>
          </p:nvSpPr>
          <p:spPr>
            <a:xfrm>
              <a:off x="9262020" y="19194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4" name="pt59444"/>
            <p:cNvSpPr/>
            <p:nvPr/>
          </p:nvSpPr>
          <p:spPr>
            <a:xfrm>
              <a:off x="9576430" y="20624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5" name="pt59445"/>
            <p:cNvSpPr/>
            <p:nvPr/>
          </p:nvSpPr>
          <p:spPr>
            <a:xfrm>
              <a:off x="8619838" y="24659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6" name="pt59446"/>
            <p:cNvSpPr/>
            <p:nvPr/>
          </p:nvSpPr>
          <p:spPr>
            <a:xfrm>
              <a:off x="8861436" y="19160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7" name="pt59447"/>
            <p:cNvSpPr/>
            <p:nvPr/>
          </p:nvSpPr>
          <p:spPr>
            <a:xfrm>
              <a:off x="8381780" y="25670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8" name="pt59448"/>
            <p:cNvSpPr/>
            <p:nvPr/>
          </p:nvSpPr>
          <p:spPr>
            <a:xfrm>
              <a:off x="9232403" y="20164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9" name="pt59449"/>
            <p:cNvSpPr/>
            <p:nvPr/>
          </p:nvSpPr>
          <p:spPr>
            <a:xfrm>
              <a:off x="8312152" y="22237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0" name="pt59450"/>
            <p:cNvSpPr/>
            <p:nvPr/>
          </p:nvSpPr>
          <p:spPr>
            <a:xfrm>
              <a:off x="9179876" y="19713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1" name="pt59451"/>
            <p:cNvSpPr/>
            <p:nvPr/>
          </p:nvSpPr>
          <p:spPr>
            <a:xfrm>
              <a:off x="8698750" y="24390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2" name="pt59452"/>
            <p:cNvSpPr/>
            <p:nvPr/>
          </p:nvSpPr>
          <p:spPr>
            <a:xfrm>
              <a:off x="9325298" y="21214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3" name="pt59453"/>
            <p:cNvSpPr/>
            <p:nvPr/>
          </p:nvSpPr>
          <p:spPr>
            <a:xfrm>
              <a:off x="8874912" y="21172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4" name="pt59454"/>
            <p:cNvSpPr/>
            <p:nvPr/>
          </p:nvSpPr>
          <p:spPr>
            <a:xfrm>
              <a:off x="8431181" y="24764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5" name="pt59455"/>
            <p:cNvSpPr/>
            <p:nvPr/>
          </p:nvSpPr>
          <p:spPr>
            <a:xfrm>
              <a:off x="9067835" y="19412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6" name="pt59456"/>
            <p:cNvSpPr/>
            <p:nvPr/>
          </p:nvSpPr>
          <p:spPr>
            <a:xfrm>
              <a:off x="8759093" y="21259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7" name="pt59457"/>
            <p:cNvSpPr/>
            <p:nvPr/>
          </p:nvSpPr>
          <p:spPr>
            <a:xfrm>
              <a:off x="9108871" y="20735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8" name="pt59458"/>
            <p:cNvSpPr/>
            <p:nvPr/>
          </p:nvSpPr>
          <p:spPr>
            <a:xfrm>
              <a:off x="8989011" y="19708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9" name="pt59459"/>
            <p:cNvSpPr/>
            <p:nvPr/>
          </p:nvSpPr>
          <p:spPr>
            <a:xfrm>
              <a:off x="9007935" y="20250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0" name="pt59460"/>
            <p:cNvSpPr/>
            <p:nvPr/>
          </p:nvSpPr>
          <p:spPr>
            <a:xfrm>
              <a:off x="9079049" y="19251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1" name="pt59461"/>
            <p:cNvSpPr/>
            <p:nvPr/>
          </p:nvSpPr>
          <p:spPr>
            <a:xfrm>
              <a:off x="9213636" y="19589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2" name="pt59462"/>
            <p:cNvSpPr/>
            <p:nvPr/>
          </p:nvSpPr>
          <p:spPr>
            <a:xfrm>
              <a:off x="9118548" y="20690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3" name="pt59463"/>
            <p:cNvSpPr/>
            <p:nvPr/>
          </p:nvSpPr>
          <p:spPr>
            <a:xfrm>
              <a:off x="9034193" y="18289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4" name="pt59464"/>
            <p:cNvSpPr/>
            <p:nvPr/>
          </p:nvSpPr>
          <p:spPr>
            <a:xfrm>
              <a:off x="8961983" y="22741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5" name="pt59465"/>
            <p:cNvSpPr/>
            <p:nvPr/>
          </p:nvSpPr>
          <p:spPr>
            <a:xfrm>
              <a:off x="8312152" y="2644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6" name="pt59466"/>
            <p:cNvSpPr/>
            <p:nvPr/>
          </p:nvSpPr>
          <p:spPr>
            <a:xfrm>
              <a:off x="8646309" y="24305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7" name="pt59467"/>
            <p:cNvSpPr/>
            <p:nvPr/>
          </p:nvSpPr>
          <p:spPr>
            <a:xfrm>
              <a:off x="8850587" y="20829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8" name="pt59468"/>
            <p:cNvSpPr/>
            <p:nvPr/>
          </p:nvSpPr>
          <p:spPr>
            <a:xfrm>
              <a:off x="8312152" y="24909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9" name="pt59469"/>
            <p:cNvSpPr/>
            <p:nvPr/>
          </p:nvSpPr>
          <p:spPr>
            <a:xfrm>
              <a:off x="8899053" y="21493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0" name="pt59470"/>
            <p:cNvSpPr/>
            <p:nvPr/>
          </p:nvSpPr>
          <p:spPr>
            <a:xfrm>
              <a:off x="9076063" y="18850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1" name="pt59471"/>
            <p:cNvSpPr/>
            <p:nvPr/>
          </p:nvSpPr>
          <p:spPr>
            <a:xfrm>
              <a:off x="9007935" y="18191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2" name="pt59472"/>
            <p:cNvSpPr/>
            <p:nvPr/>
          </p:nvSpPr>
          <p:spPr>
            <a:xfrm>
              <a:off x="8839006" y="22013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3" name="pt59473"/>
            <p:cNvSpPr/>
            <p:nvPr/>
          </p:nvSpPr>
          <p:spPr>
            <a:xfrm>
              <a:off x="8312152" y="23973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4" name="pt59474"/>
            <p:cNvSpPr/>
            <p:nvPr/>
          </p:nvSpPr>
          <p:spPr>
            <a:xfrm>
              <a:off x="8500809" y="26720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5" name="pt59475"/>
            <p:cNvSpPr/>
            <p:nvPr/>
          </p:nvSpPr>
          <p:spPr>
            <a:xfrm>
              <a:off x="9417384" y="187410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6" name="pt59476"/>
            <p:cNvSpPr/>
            <p:nvPr/>
          </p:nvSpPr>
          <p:spPr>
            <a:xfrm>
              <a:off x="8312152" y="23632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7" name="pt59477"/>
            <p:cNvSpPr/>
            <p:nvPr/>
          </p:nvSpPr>
          <p:spPr>
            <a:xfrm>
              <a:off x="9370170" y="19522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8" name="pt59478"/>
            <p:cNvSpPr/>
            <p:nvPr/>
          </p:nvSpPr>
          <p:spPr>
            <a:xfrm>
              <a:off x="8973309" y="22704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9" name="pt59479"/>
            <p:cNvSpPr/>
            <p:nvPr/>
          </p:nvSpPr>
          <p:spPr>
            <a:xfrm>
              <a:off x="9756959" y="21902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0" name="pt59480"/>
            <p:cNvSpPr/>
            <p:nvPr/>
          </p:nvSpPr>
          <p:spPr>
            <a:xfrm>
              <a:off x="8312152" y="23611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1" name="pt59481"/>
            <p:cNvSpPr/>
            <p:nvPr/>
          </p:nvSpPr>
          <p:spPr>
            <a:xfrm>
              <a:off x="8679650" y="24511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2" name="pt59482"/>
            <p:cNvSpPr/>
            <p:nvPr/>
          </p:nvSpPr>
          <p:spPr>
            <a:xfrm>
              <a:off x="8646309" y="234572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3" name="pt59483"/>
            <p:cNvSpPr/>
            <p:nvPr/>
          </p:nvSpPr>
          <p:spPr>
            <a:xfrm>
              <a:off x="8679650" y="24789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4" name="pt59484"/>
            <p:cNvSpPr/>
            <p:nvPr/>
          </p:nvSpPr>
          <p:spPr>
            <a:xfrm>
              <a:off x="9146692" y="20339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5" name="pt59485"/>
            <p:cNvSpPr/>
            <p:nvPr/>
          </p:nvSpPr>
          <p:spPr>
            <a:xfrm>
              <a:off x="9474060" y="23320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6" name="pt59486"/>
            <p:cNvSpPr/>
            <p:nvPr/>
          </p:nvSpPr>
          <p:spPr>
            <a:xfrm>
              <a:off x="9079049" y="20510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7" name="pt59487"/>
            <p:cNvSpPr/>
            <p:nvPr/>
          </p:nvSpPr>
          <p:spPr>
            <a:xfrm>
              <a:off x="9079049" y="21294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8" name="pt59488"/>
            <p:cNvSpPr/>
            <p:nvPr/>
          </p:nvSpPr>
          <p:spPr>
            <a:xfrm>
              <a:off x="8817779" y="20619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9" name="pt59489"/>
            <p:cNvSpPr/>
            <p:nvPr/>
          </p:nvSpPr>
          <p:spPr>
            <a:xfrm>
              <a:off x="9155133" y="21237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0" name="pt59490"/>
            <p:cNvSpPr/>
            <p:nvPr/>
          </p:nvSpPr>
          <p:spPr>
            <a:xfrm>
              <a:off x="9356410" y="21011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1" name="pt59491"/>
            <p:cNvSpPr/>
            <p:nvPr/>
          </p:nvSpPr>
          <p:spPr>
            <a:xfrm>
              <a:off x="8550210" y="25540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2" name="pt59492"/>
            <p:cNvSpPr/>
            <p:nvPr/>
          </p:nvSpPr>
          <p:spPr>
            <a:xfrm>
              <a:off x="8500809" y="24766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3" name="pt59493"/>
            <p:cNvSpPr/>
            <p:nvPr/>
          </p:nvSpPr>
          <p:spPr>
            <a:xfrm>
              <a:off x="9062485" y="18413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4" name="pt59494"/>
            <p:cNvSpPr/>
            <p:nvPr/>
          </p:nvSpPr>
          <p:spPr>
            <a:xfrm>
              <a:off x="8646309" y="24604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5" name="pt59495"/>
            <p:cNvSpPr/>
            <p:nvPr/>
          </p:nvSpPr>
          <p:spPr>
            <a:xfrm>
              <a:off x="8500809" y="25742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6" name="pt59496"/>
            <p:cNvSpPr/>
            <p:nvPr/>
          </p:nvSpPr>
          <p:spPr>
            <a:xfrm>
              <a:off x="8941268" y="19823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7" name="pt59497"/>
            <p:cNvSpPr/>
            <p:nvPr/>
          </p:nvSpPr>
          <p:spPr>
            <a:xfrm>
              <a:off x="9084871" y="19885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8" name="pt59498"/>
            <p:cNvSpPr/>
            <p:nvPr/>
          </p:nvSpPr>
          <p:spPr>
            <a:xfrm>
              <a:off x="9074042" y="19457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9" name="pt59499"/>
            <p:cNvSpPr/>
            <p:nvPr/>
          </p:nvSpPr>
          <p:spPr>
            <a:xfrm>
              <a:off x="9022254" y="19904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0" name="pt59500"/>
            <p:cNvSpPr/>
            <p:nvPr/>
          </p:nvSpPr>
          <p:spPr>
            <a:xfrm>
              <a:off x="8987335" y="19601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1" name="pt59501"/>
            <p:cNvSpPr/>
            <p:nvPr/>
          </p:nvSpPr>
          <p:spPr>
            <a:xfrm>
              <a:off x="9322929" y="20814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2" name="pt59502"/>
            <p:cNvSpPr/>
            <p:nvPr/>
          </p:nvSpPr>
          <p:spPr>
            <a:xfrm>
              <a:off x="9047741" y="21757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3" name="pt59503"/>
            <p:cNvSpPr/>
            <p:nvPr/>
          </p:nvSpPr>
          <p:spPr>
            <a:xfrm>
              <a:off x="8961983" y="22194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4" name="pt59504"/>
            <p:cNvSpPr/>
            <p:nvPr/>
          </p:nvSpPr>
          <p:spPr>
            <a:xfrm>
              <a:off x="9001856" y="20809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5" name="pt59505"/>
            <p:cNvSpPr/>
            <p:nvPr/>
          </p:nvSpPr>
          <p:spPr>
            <a:xfrm>
              <a:off x="9098616" y="19795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6" name="pt59506"/>
            <p:cNvSpPr/>
            <p:nvPr/>
          </p:nvSpPr>
          <p:spPr>
            <a:xfrm>
              <a:off x="8874912" y="21783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7" name="pt59507"/>
            <p:cNvSpPr/>
            <p:nvPr/>
          </p:nvSpPr>
          <p:spPr>
            <a:xfrm>
              <a:off x="8469500" y="22525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8" name="pt59508"/>
            <p:cNvSpPr/>
            <p:nvPr/>
          </p:nvSpPr>
          <p:spPr>
            <a:xfrm>
              <a:off x="9135698" y="20718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9" name="pt59509"/>
            <p:cNvSpPr/>
            <p:nvPr/>
          </p:nvSpPr>
          <p:spPr>
            <a:xfrm>
              <a:off x="8890393" y="21057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0" name="pt59510"/>
            <p:cNvSpPr/>
            <p:nvPr/>
          </p:nvSpPr>
          <p:spPr>
            <a:xfrm>
              <a:off x="9213636" y="20012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1" name="pt59511"/>
            <p:cNvSpPr/>
            <p:nvPr/>
          </p:nvSpPr>
          <p:spPr>
            <a:xfrm>
              <a:off x="8469500" y="24734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2" name="pt59512"/>
            <p:cNvSpPr/>
            <p:nvPr/>
          </p:nvSpPr>
          <p:spPr>
            <a:xfrm>
              <a:off x="8604896" y="22982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3" name="pt59513"/>
            <p:cNvSpPr/>
            <p:nvPr/>
          </p:nvSpPr>
          <p:spPr>
            <a:xfrm>
              <a:off x="8850587" y="20148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4" name="pt59514"/>
            <p:cNvSpPr/>
            <p:nvPr/>
          </p:nvSpPr>
          <p:spPr>
            <a:xfrm>
              <a:off x="8826587" y="21294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5" name="pt59515"/>
            <p:cNvSpPr/>
            <p:nvPr/>
          </p:nvSpPr>
          <p:spPr>
            <a:xfrm>
              <a:off x="8469500" y="2481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6" name="pt59516"/>
            <p:cNvSpPr/>
            <p:nvPr/>
          </p:nvSpPr>
          <p:spPr>
            <a:xfrm>
              <a:off x="9030305" y="17625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7" name="pt59517"/>
            <p:cNvSpPr/>
            <p:nvPr/>
          </p:nvSpPr>
          <p:spPr>
            <a:xfrm>
              <a:off x="8861436" y="19984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8" name="pt59518"/>
            <p:cNvSpPr/>
            <p:nvPr/>
          </p:nvSpPr>
          <p:spPr>
            <a:xfrm>
              <a:off x="9146692" y="20661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9" name="pt59519"/>
            <p:cNvSpPr/>
            <p:nvPr/>
          </p:nvSpPr>
          <p:spPr>
            <a:xfrm>
              <a:off x="8550210" y="2450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0" name="pt59520"/>
            <p:cNvSpPr/>
            <p:nvPr/>
          </p:nvSpPr>
          <p:spPr>
            <a:xfrm>
              <a:off x="8312152" y="24081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1" name="pt59521"/>
            <p:cNvSpPr/>
            <p:nvPr/>
          </p:nvSpPr>
          <p:spPr>
            <a:xfrm>
              <a:off x="8987335" y="19371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2" name="pt59522"/>
            <p:cNvSpPr/>
            <p:nvPr/>
          </p:nvSpPr>
          <p:spPr>
            <a:xfrm>
              <a:off x="9067835" y="18584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3" name="pt59523"/>
            <p:cNvSpPr/>
            <p:nvPr/>
          </p:nvSpPr>
          <p:spPr>
            <a:xfrm>
              <a:off x="9123951" y="21155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4" name="pt59524"/>
            <p:cNvSpPr/>
            <p:nvPr/>
          </p:nvSpPr>
          <p:spPr>
            <a:xfrm>
              <a:off x="8874912" y="2265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5" name="pt59525"/>
            <p:cNvSpPr/>
            <p:nvPr/>
          </p:nvSpPr>
          <p:spPr>
            <a:xfrm>
              <a:off x="9325298" y="2103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6" name="pt59526"/>
            <p:cNvSpPr/>
            <p:nvPr/>
          </p:nvSpPr>
          <p:spPr>
            <a:xfrm>
              <a:off x="8646309" y="23154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7" name="pt59527"/>
            <p:cNvSpPr/>
            <p:nvPr/>
          </p:nvSpPr>
          <p:spPr>
            <a:xfrm>
              <a:off x="9118548" y="21528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8" name="pt59528"/>
            <p:cNvSpPr/>
            <p:nvPr/>
          </p:nvSpPr>
          <p:spPr>
            <a:xfrm>
              <a:off x="9052414" y="2209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9" name="pt59529"/>
            <p:cNvSpPr/>
            <p:nvPr/>
          </p:nvSpPr>
          <p:spPr>
            <a:xfrm>
              <a:off x="8312152" y="21669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0" name="pt59530"/>
            <p:cNvSpPr/>
            <p:nvPr/>
          </p:nvSpPr>
          <p:spPr>
            <a:xfrm>
              <a:off x="9001856" y="20520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1" name="pt59531"/>
            <p:cNvSpPr/>
            <p:nvPr/>
          </p:nvSpPr>
          <p:spPr>
            <a:xfrm>
              <a:off x="8633583" y="19821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2" name="pt59532"/>
            <p:cNvSpPr/>
            <p:nvPr/>
          </p:nvSpPr>
          <p:spPr>
            <a:xfrm>
              <a:off x="8920215" y="20990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3" name="pt59533"/>
            <p:cNvSpPr/>
            <p:nvPr/>
          </p:nvSpPr>
          <p:spPr>
            <a:xfrm>
              <a:off x="8830827" y="19886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4" name="pt59534"/>
            <p:cNvSpPr/>
            <p:nvPr/>
          </p:nvSpPr>
          <p:spPr>
            <a:xfrm>
              <a:off x="8765338" y="21311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5" name="pt59535"/>
            <p:cNvSpPr/>
            <p:nvPr/>
          </p:nvSpPr>
          <p:spPr>
            <a:xfrm>
              <a:off x="9126216" y="21278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6" name="pt59536"/>
            <p:cNvSpPr/>
            <p:nvPr/>
          </p:nvSpPr>
          <p:spPr>
            <a:xfrm>
              <a:off x="8588529" y="22302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7" name="pt59537"/>
            <p:cNvSpPr/>
            <p:nvPr/>
          </p:nvSpPr>
          <p:spPr>
            <a:xfrm>
              <a:off x="9124709" y="21565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8" name="pt59538"/>
            <p:cNvSpPr/>
            <p:nvPr/>
          </p:nvSpPr>
          <p:spPr>
            <a:xfrm>
              <a:off x="9382404" y="2072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9" name="pt59539"/>
            <p:cNvSpPr/>
            <p:nvPr/>
          </p:nvSpPr>
          <p:spPr>
            <a:xfrm>
              <a:off x="9221993" y="19853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0" name="pt59540"/>
            <p:cNvSpPr/>
            <p:nvPr/>
          </p:nvSpPr>
          <p:spPr>
            <a:xfrm>
              <a:off x="8846813" y="20518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1" name="pt59541"/>
            <p:cNvSpPr/>
            <p:nvPr/>
          </p:nvSpPr>
          <p:spPr>
            <a:xfrm>
              <a:off x="8868306" y="22530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2" name="pt59542"/>
            <p:cNvSpPr/>
            <p:nvPr/>
          </p:nvSpPr>
          <p:spPr>
            <a:xfrm>
              <a:off x="9148018" y="20952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3" name="pt59543"/>
            <p:cNvSpPr/>
            <p:nvPr/>
          </p:nvSpPr>
          <p:spPr>
            <a:xfrm>
              <a:off x="8943456" y="19350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4" name="pt59544"/>
            <p:cNvSpPr/>
            <p:nvPr/>
          </p:nvSpPr>
          <p:spPr>
            <a:xfrm>
              <a:off x="9177111" y="20294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5" name="pt59545"/>
            <p:cNvSpPr/>
            <p:nvPr/>
          </p:nvSpPr>
          <p:spPr>
            <a:xfrm>
              <a:off x="8771364" y="22659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6" name="pt59546"/>
            <p:cNvSpPr/>
            <p:nvPr/>
          </p:nvSpPr>
          <p:spPr>
            <a:xfrm>
              <a:off x="8738867" y="21706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7" name="pt59547"/>
            <p:cNvSpPr/>
            <p:nvPr/>
          </p:nvSpPr>
          <p:spPr>
            <a:xfrm>
              <a:off x="9126964" y="19919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8" name="pt59548"/>
            <p:cNvSpPr/>
            <p:nvPr/>
          </p:nvSpPr>
          <p:spPr>
            <a:xfrm>
              <a:off x="8738867" y="22049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9" name="pt59549"/>
            <p:cNvSpPr/>
            <p:nvPr/>
          </p:nvSpPr>
          <p:spPr>
            <a:xfrm>
              <a:off x="8679650" y="22760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0" name="pt59550"/>
            <p:cNvSpPr/>
            <p:nvPr/>
          </p:nvSpPr>
          <p:spPr>
            <a:xfrm>
              <a:off x="9222422" y="19930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1" name="pt59551"/>
            <p:cNvSpPr/>
            <p:nvPr/>
          </p:nvSpPr>
          <p:spPr>
            <a:xfrm>
              <a:off x="9434026" y="18197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2" name="pt59552"/>
            <p:cNvSpPr/>
            <p:nvPr/>
          </p:nvSpPr>
          <p:spPr>
            <a:xfrm>
              <a:off x="9652073" y="20857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3" name="pt59553"/>
            <p:cNvSpPr/>
            <p:nvPr/>
          </p:nvSpPr>
          <p:spPr>
            <a:xfrm>
              <a:off x="8846813" y="19755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4" name="pt59554"/>
            <p:cNvSpPr/>
            <p:nvPr/>
          </p:nvSpPr>
          <p:spPr>
            <a:xfrm>
              <a:off x="8980466" y="20466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5" name="pt59555"/>
            <p:cNvSpPr/>
            <p:nvPr/>
          </p:nvSpPr>
          <p:spPr>
            <a:xfrm>
              <a:off x="8813199" y="21048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6" name="pt59556"/>
            <p:cNvSpPr/>
            <p:nvPr/>
          </p:nvSpPr>
          <p:spPr>
            <a:xfrm>
              <a:off x="9275425" y="19257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7" name="pt59557"/>
            <p:cNvSpPr/>
            <p:nvPr/>
          </p:nvSpPr>
          <p:spPr>
            <a:xfrm>
              <a:off x="9116180" y="20076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8" name="pt59558"/>
            <p:cNvSpPr/>
            <p:nvPr/>
          </p:nvSpPr>
          <p:spPr>
            <a:xfrm>
              <a:off x="8980466" y="19029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9" name="pt59559"/>
            <p:cNvSpPr/>
            <p:nvPr/>
          </p:nvSpPr>
          <p:spPr>
            <a:xfrm>
              <a:off x="9123951" y="20365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0" name="pt59560"/>
            <p:cNvSpPr/>
            <p:nvPr/>
          </p:nvSpPr>
          <p:spPr>
            <a:xfrm>
              <a:off x="8971473" y="2241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1" name="pt59561"/>
            <p:cNvSpPr/>
            <p:nvPr/>
          </p:nvSpPr>
          <p:spPr>
            <a:xfrm>
              <a:off x="8941268" y="19718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2" name="pt59562"/>
            <p:cNvSpPr/>
            <p:nvPr/>
          </p:nvSpPr>
          <p:spPr>
            <a:xfrm>
              <a:off x="9356998" y="20838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3" name="pt59563"/>
            <p:cNvSpPr/>
            <p:nvPr/>
          </p:nvSpPr>
          <p:spPr>
            <a:xfrm>
              <a:off x="8500809" y="24710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4" name="pt59564"/>
            <p:cNvSpPr/>
            <p:nvPr/>
          </p:nvSpPr>
          <p:spPr>
            <a:xfrm>
              <a:off x="9193072" y="23413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5" name="pt59565"/>
            <p:cNvSpPr/>
            <p:nvPr/>
          </p:nvSpPr>
          <p:spPr>
            <a:xfrm>
              <a:off x="8956027" y="20716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6" name="pt59566"/>
            <p:cNvSpPr/>
            <p:nvPr/>
          </p:nvSpPr>
          <p:spPr>
            <a:xfrm>
              <a:off x="8570436" y="23855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7" name="pt59567"/>
            <p:cNvSpPr/>
            <p:nvPr/>
          </p:nvSpPr>
          <p:spPr>
            <a:xfrm>
              <a:off x="8669239" y="22789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8" name="pt59568"/>
            <p:cNvSpPr/>
            <p:nvPr/>
          </p:nvSpPr>
          <p:spPr>
            <a:xfrm>
              <a:off x="9218961" y="19369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9" name="pt59569"/>
            <p:cNvSpPr/>
            <p:nvPr/>
          </p:nvSpPr>
          <p:spPr>
            <a:xfrm>
              <a:off x="9324827" y="22366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0" name="pt59570"/>
            <p:cNvSpPr/>
            <p:nvPr/>
          </p:nvSpPr>
          <p:spPr>
            <a:xfrm>
              <a:off x="8834965" y="19972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1" name="pt59571"/>
            <p:cNvSpPr/>
            <p:nvPr/>
          </p:nvSpPr>
          <p:spPr>
            <a:xfrm>
              <a:off x="8782816" y="22439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2" name="pt59572"/>
            <p:cNvSpPr/>
            <p:nvPr/>
          </p:nvSpPr>
          <p:spPr>
            <a:xfrm>
              <a:off x="9417384" y="18154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3" name="pt59573"/>
            <p:cNvSpPr/>
            <p:nvPr/>
          </p:nvSpPr>
          <p:spPr>
            <a:xfrm>
              <a:off x="8431181" y="25091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4" name="pt59574"/>
            <p:cNvSpPr/>
            <p:nvPr/>
          </p:nvSpPr>
          <p:spPr>
            <a:xfrm>
              <a:off x="9732410" y="24266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5" name="pt59575"/>
            <p:cNvSpPr/>
            <p:nvPr/>
          </p:nvSpPr>
          <p:spPr>
            <a:xfrm>
              <a:off x="8834965" y="19857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6" name="pt59576"/>
            <p:cNvSpPr/>
            <p:nvPr/>
          </p:nvSpPr>
          <p:spPr>
            <a:xfrm>
              <a:off x="9047741" y="22104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7" name="pt59577"/>
            <p:cNvSpPr/>
            <p:nvPr/>
          </p:nvSpPr>
          <p:spPr>
            <a:xfrm>
              <a:off x="8731558" y="22285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8" name="pt59578"/>
            <p:cNvSpPr/>
            <p:nvPr/>
          </p:nvSpPr>
          <p:spPr>
            <a:xfrm>
              <a:off x="8715936" y="20758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9" name="pt59579"/>
            <p:cNvSpPr/>
            <p:nvPr/>
          </p:nvSpPr>
          <p:spPr>
            <a:xfrm>
              <a:off x="8312152" y="2381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0" name="pt59580"/>
            <p:cNvSpPr/>
            <p:nvPr/>
          </p:nvSpPr>
          <p:spPr>
            <a:xfrm>
              <a:off x="9573129" y="21604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1" name="pt59581"/>
            <p:cNvSpPr/>
            <p:nvPr/>
          </p:nvSpPr>
          <p:spPr>
            <a:xfrm>
              <a:off x="8646309" y="2525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2" name="pt59582"/>
            <p:cNvSpPr/>
            <p:nvPr/>
          </p:nvSpPr>
          <p:spPr>
            <a:xfrm>
              <a:off x="8646309" y="24499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3" name="pt59583"/>
            <p:cNvSpPr/>
            <p:nvPr/>
          </p:nvSpPr>
          <p:spPr>
            <a:xfrm>
              <a:off x="9142651" y="20435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4" name="pt59584"/>
            <p:cNvSpPr/>
            <p:nvPr/>
          </p:nvSpPr>
          <p:spPr>
            <a:xfrm>
              <a:off x="9079049" y="20018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5" name="pt59585"/>
            <p:cNvSpPr/>
            <p:nvPr/>
          </p:nvSpPr>
          <p:spPr>
            <a:xfrm>
              <a:off x="9213636" y="19395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6" name="pt59586"/>
            <p:cNvSpPr/>
            <p:nvPr/>
          </p:nvSpPr>
          <p:spPr>
            <a:xfrm>
              <a:off x="8500809" y="25012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7" name="pt59587"/>
            <p:cNvSpPr/>
            <p:nvPr/>
          </p:nvSpPr>
          <p:spPr>
            <a:xfrm>
              <a:off x="9453041" y="23090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8" name="pt59588"/>
            <p:cNvSpPr/>
            <p:nvPr/>
          </p:nvSpPr>
          <p:spPr>
            <a:xfrm>
              <a:off x="8899053" y="21273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9" name="pt59589"/>
            <p:cNvSpPr/>
            <p:nvPr/>
          </p:nvSpPr>
          <p:spPr>
            <a:xfrm>
              <a:off x="9151289" y="20528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0" name="pt59590"/>
            <p:cNvSpPr/>
            <p:nvPr/>
          </p:nvSpPr>
          <p:spPr>
            <a:xfrm>
              <a:off x="8646309" y="24298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1" name="pt59591"/>
            <p:cNvSpPr/>
            <p:nvPr/>
          </p:nvSpPr>
          <p:spPr>
            <a:xfrm>
              <a:off x="8777185" y="22746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2" name="pt59592"/>
            <p:cNvSpPr/>
            <p:nvPr/>
          </p:nvSpPr>
          <p:spPr>
            <a:xfrm>
              <a:off x="8381780" y="24777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3" name="pt59593"/>
            <p:cNvSpPr/>
            <p:nvPr/>
          </p:nvSpPr>
          <p:spPr>
            <a:xfrm>
              <a:off x="8846813" y="18687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4" name="pt59594"/>
            <p:cNvSpPr/>
            <p:nvPr/>
          </p:nvSpPr>
          <p:spPr>
            <a:xfrm>
              <a:off x="9350622" y="21634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5" name="pt59595"/>
            <p:cNvSpPr/>
            <p:nvPr/>
          </p:nvSpPr>
          <p:spPr>
            <a:xfrm>
              <a:off x="9116180" y="20000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6" name="pt59596"/>
            <p:cNvSpPr/>
            <p:nvPr/>
          </p:nvSpPr>
          <p:spPr>
            <a:xfrm>
              <a:off x="8963923" y="22191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7" name="pt59597"/>
            <p:cNvSpPr/>
            <p:nvPr/>
          </p:nvSpPr>
          <p:spPr>
            <a:xfrm>
              <a:off x="9151289" y="20437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8" name="pt59598"/>
            <p:cNvSpPr/>
            <p:nvPr/>
          </p:nvSpPr>
          <p:spPr>
            <a:xfrm>
              <a:off x="8808494" y="20238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9" name="pt59599"/>
            <p:cNvSpPr/>
            <p:nvPr/>
          </p:nvSpPr>
          <p:spPr>
            <a:xfrm>
              <a:off x="9206269" y="16987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0" name="pt59600"/>
            <p:cNvSpPr/>
            <p:nvPr/>
          </p:nvSpPr>
          <p:spPr>
            <a:xfrm>
              <a:off x="8500809" y="23740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1" name="pt59601"/>
            <p:cNvSpPr/>
            <p:nvPr/>
          </p:nvSpPr>
          <p:spPr>
            <a:xfrm>
              <a:off x="8868306" y="21937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2" name="pt59602"/>
            <p:cNvSpPr/>
            <p:nvPr/>
          </p:nvSpPr>
          <p:spPr>
            <a:xfrm>
              <a:off x="8669239" y="23498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3" name="pt59603"/>
            <p:cNvSpPr/>
            <p:nvPr/>
          </p:nvSpPr>
          <p:spPr>
            <a:xfrm>
              <a:off x="9155133" y="20386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4" name="pt59604"/>
            <p:cNvSpPr/>
            <p:nvPr/>
          </p:nvSpPr>
          <p:spPr>
            <a:xfrm>
              <a:off x="8941268" y="1914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5" name="pt59605"/>
            <p:cNvSpPr/>
            <p:nvPr/>
          </p:nvSpPr>
          <p:spPr>
            <a:xfrm>
              <a:off x="8978704" y="20695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6" name="pt59606"/>
            <p:cNvSpPr/>
            <p:nvPr/>
          </p:nvSpPr>
          <p:spPr>
            <a:xfrm>
              <a:off x="9417384" y="19380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7" name="pt59607"/>
            <p:cNvSpPr/>
            <p:nvPr/>
          </p:nvSpPr>
          <p:spPr>
            <a:xfrm>
              <a:off x="8469500" y="23418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8" name="pt59608"/>
            <p:cNvSpPr/>
            <p:nvPr/>
          </p:nvSpPr>
          <p:spPr>
            <a:xfrm>
              <a:off x="9007935" y="20058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9" name="pt59609"/>
            <p:cNvSpPr/>
            <p:nvPr/>
          </p:nvSpPr>
          <p:spPr>
            <a:xfrm>
              <a:off x="9427665" y="19610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0" name="pt59610"/>
            <p:cNvSpPr/>
            <p:nvPr/>
          </p:nvSpPr>
          <p:spPr>
            <a:xfrm>
              <a:off x="8738867" y="19557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1" name="pt59611"/>
            <p:cNvSpPr/>
            <p:nvPr/>
          </p:nvSpPr>
          <p:spPr>
            <a:xfrm>
              <a:off x="8604896" y="22870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2" name="pt59612"/>
            <p:cNvSpPr/>
            <p:nvPr/>
          </p:nvSpPr>
          <p:spPr>
            <a:xfrm>
              <a:off x="8381780" y="2234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3" name="pt59613"/>
            <p:cNvSpPr/>
            <p:nvPr/>
          </p:nvSpPr>
          <p:spPr>
            <a:xfrm>
              <a:off x="9100368" y="20792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4" name="pt59614"/>
            <p:cNvSpPr/>
            <p:nvPr/>
          </p:nvSpPr>
          <p:spPr>
            <a:xfrm>
              <a:off x="9701667" y="25707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5" name="pt59615"/>
            <p:cNvSpPr/>
            <p:nvPr/>
          </p:nvSpPr>
          <p:spPr>
            <a:xfrm>
              <a:off x="8861436" y="20022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6" name="pt59616"/>
            <p:cNvSpPr/>
            <p:nvPr/>
          </p:nvSpPr>
          <p:spPr>
            <a:xfrm>
              <a:off x="9222422" y="19575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7" name="pt59617"/>
            <p:cNvSpPr/>
            <p:nvPr/>
          </p:nvSpPr>
          <p:spPr>
            <a:xfrm>
              <a:off x="8550210" y="25166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8" name="pt59618"/>
            <p:cNvSpPr/>
            <p:nvPr/>
          </p:nvSpPr>
          <p:spPr>
            <a:xfrm>
              <a:off x="8689465" y="2438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9" name="pt59619"/>
            <p:cNvSpPr/>
            <p:nvPr/>
          </p:nvSpPr>
          <p:spPr>
            <a:xfrm>
              <a:off x="8932228" y="19739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0" name="pt59620"/>
            <p:cNvSpPr/>
            <p:nvPr/>
          </p:nvSpPr>
          <p:spPr>
            <a:xfrm>
              <a:off x="9294459" y="18756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1" name="pt59621"/>
            <p:cNvSpPr/>
            <p:nvPr/>
          </p:nvSpPr>
          <p:spPr>
            <a:xfrm>
              <a:off x="8679650" y="24032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2" name="pt59622"/>
            <p:cNvSpPr/>
            <p:nvPr/>
          </p:nvSpPr>
          <p:spPr>
            <a:xfrm>
              <a:off x="8920215" y="21302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3" name="pt59623"/>
            <p:cNvSpPr/>
            <p:nvPr/>
          </p:nvSpPr>
          <p:spPr>
            <a:xfrm>
              <a:off x="8874912" y="21369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4" name="pt59624"/>
            <p:cNvSpPr/>
            <p:nvPr/>
          </p:nvSpPr>
          <p:spPr>
            <a:xfrm>
              <a:off x="9525110" y="18914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5" name="pt59625"/>
            <p:cNvSpPr/>
            <p:nvPr/>
          </p:nvSpPr>
          <p:spPr>
            <a:xfrm>
              <a:off x="8550210" y="24871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6" name="pt59626"/>
            <p:cNvSpPr/>
            <p:nvPr/>
          </p:nvSpPr>
          <p:spPr>
            <a:xfrm>
              <a:off x="9507319" y="21601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7" name="pt59627"/>
            <p:cNvSpPr/>
            <p:nvPr/>
          </p:nvSpPr>
          <p:spPr>
            <a:xfrm>
              <a:off x="8633583" y="20113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8" name="pt59628"/>
            <p:cNvSpPr/>
            <p:nvPr/>
          </p:nvSpPr>
          <p:spPr>
            <a:xfrm>
              <a:off x="8679650" y="25326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9" name="pt59629"/>
            <p:cNvSpPr/>
            <p:nvPr/>
          </p:nvSpPr>
          <p:spPr>
            <a:xfrm>
              <a:off x="8619838" y="2209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0" name="pt59630"/>
            <p:cNvSpPr/>
            <p:nvPr/>
          </p:nvSpPr>
          <p:spPr>
            <a:xfrm>
              <a:off x="8658156" y="24798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1" name="pt59631"/>
            <p:cNvSpPr/>
            <p:nvPr/>
          </p:nvSpPr>
          <p:spPr>
            <a:xfrm>
              <a:off x="9007935" y="16651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2" name="pt59632"/>
            <p:cNvSpPr/>
            <p:nvPr/>
          </p:nvSpPr>
          <p:spPr>
            <a:xfrm>
              <a:off x="8646309" y="2364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3" name="pt59633"/>
            <p:cNvSpPr/>
            <p:nvPr/>
          </p:nvSpPr>
          <p:spPr>
            <a:xfrm>
              <a:off x="9031610" y="18725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4" name="pt59634"/>
            <p:cNvSpPr/>
            <p:nvPr/>
          </p:nvSpPr>
          <p:spPr>
            <a:xfrm>
              <a:off x="8961983" y="22595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5" name="pt59635"/>
            <p:cNvSpPr/>
            <p:nvPr/>
          </p:nvSpPr>
          <p:spPr>
            <a:xfrm>
              <a:off x="8500809" y="27134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6" name="pt59636"/>
            <p:cNvSpPr/>
            <p:nvPr/>
          </p:nvSpPr>
          <p:spPr>
            <a:xfrm>
              <a:off x="8929892" y="18606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7" name="pt59637"/>
            <p:cNvSpPr/>
            <p:nvPr/>
          </p:nvSpPr>
          <p:spPr>
            <a:xfrm>
              <a:off x="9044150" y="17631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8" name="pt59638"/>
            <p:cNvSpPr/>
            <p:nvPr/>
          </p:nvSpPr>
          <p:spPr>
            <a:xfrm>
              <a:off x="8469500" y="23867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9" name="pt59639"/>
            <p:cNvSpPr/>
            <p:nvPr/>
          </p:nvSpPr>
          <p:spPr>
            <a:xfrm>
              <a:off x="8850587" y="20947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0" name="pt59640"/>
            <p:cNvSpPr/>
            <p:nvPr/>
          </p:nvSpPr>
          <p:spPr>
            <a:xfrm>
              <a:off x="8813199" y="22167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1" name="pt59641"/>
            <p:cNvSpPr/>
            <p:nvPr/>
          </p:nvSpPr>
          <p:spPr>
            <a:xfrm>
              <a:off x="8619838" y="240004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2" name="pt59642"/>
            <p:cNvSpPr/>
            <p:nvPr/>
          </p:nvSpPr>
          <p:spPr>
            <a:xfrm>
              <a:off x="9780422" y="25657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3" name="pt59643"/>
            <p:cNvSpPr/>
            <p:nvPr/>
          </p:nvSpPr>
          <p:spPr>
            <a:xfrm>
              <a:off x="9324827" y="21866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4" name="pt59644"/>
            <p:cNvSpPr/>
            <p:nvPr/>
          </p:nvSpPr>
          <p:spPr>
            <a:xfrm>
              <a:off x="9087709" y="21299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5" name="pt59645"/>
            <p:cNvSpPr/>
            <p:nvPr/>
          </p:nvSpPr>
          <p:spPr>
            <a:xfrm>
              <a:off x="9197089" y="16777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6" name="pt59646"/>
            <p:cNvSpPr/>
            <p:nvPr/>
          </p:nvSpPr>
          <p:spPr>
            <a:xfrm>
              <a:off x="8771364" y="23210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7" name="pt59647"/>
            <p:cNvSpPr/>
            <p:nvPr/>
          </p:nvSpPr>
          <p:spPr>
            <a:xfrm>
              <a:off x="9088645" y="19381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8" name="pt59648"/>
            <p:cNvSpPr/>
            <p:nvPr/>
          </p:nvSpPr>
          <p:spPr>
            <a:xfrm>
              <a:off x="8431181" y="23862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9" name="pt59649"/>
            <p:cNvSpPr/>
            <p:nvPr/>
          </p:nvSpPr>
          <p:spPr>
            <a:xfrm>
              <a:off x="8971473" y="22359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0" name="pt59650"/>
            <p:cNvSpPr/>
            <p:nvPr/>
          </p:nvSpPr>
          <p:spPr>
            <a:xfrm>
              <a:off x="8619838" y="23946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1" name="pt59651"/>
            <p:cNvSpPr/>
            <p:nvPr/>
          </p:nvSpPr>
          <p:spPr>
            <a:xfrm>
              <a:off x="8945616" y="20823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2" name="pt59652"/>
            <p:cNvSpPr/>
            <p:nvPr/>
          </p:nvSpPr>
          <p:spPr>
            <a:xfrm>
              <a:off x="9186336" y="21313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3" name="pt59653"/>
            <p:cNvSpPr/>
            <p:nvPr/>
          </p:nvSpPr>
          <p:spPr>
            <a:xfrm>
              <a:off x="8846813" y="20125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4" name="pt59654"/>
            <p:cNvSpPr/>
            <p:nvPr/>
          </p:nvSpPr>
          <p:spPr>
            <a:xfrm>
              <a:off x="8469500" y="2358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5" name="pt59655"/>
            <p:cNvSpPr/>
            <p:nvPr/>
          </p:nvSpPr>
          <p:spPr>
            <a:xfrm>
              <a:off x="8822239" y="22642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6" name="pt59656"/>
            <p:cNvSpPr/>
            <p:nvPr/>
          </p:nvSpPr>
          <p:spPr>
            <a:xfrm>
              <a:off x="9340807" y="21263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7" name="pt59657"/>
            <p:cNvSpPr/>
            <p:nvPr/>
          </p:nvSpPr>
          <p:spPr>
            <a:xfrm>
              <a:off x="8469500" y="24783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8" name="pt59658"/>
            <p:cNvSpPr/>
            <p:nvPr/>
          </p:nvSpPr>
          <p:spPr>
            <a:xfrm>
              <a:off x="8941268" y="19088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9" name="pt59659"/>
            <p:cNvSpPr/>
            <p:nvPr/>
          </p:nvSpPr>
          <p:spPr>
            <a:xfrm>
              <a:off x="8312152" y="24090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0" name="pt59660"/>
            <p:cNvSpPr/>
            <p:nvPr/>
          </p:nvSpPr>
          <p:spPr>
            <a:xfrm>
              <a:off x="9732410" y="25121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1" name="pt59661"/>
            <p:cNvSpPr/>
            <p:nvPr/>
          </p:nvSpPr>
          <p:spPr>
            <a:xfrm>
              <a:off x="8500809" y="25342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2" name="pt59662"/>
            <p:cNvSpPr/>
            <p:nvPr/>
          </p:nvSpPr>
          <p:spPr>
            <a:xfrm>
              <a:off x="8723925" y="22829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3" name="pt59663"/>
            <p:cNvSpPr/>
            <p:nvPr/>
          </p:nvSpPr>
          <p:spPr>
            <a:xfrm>
              <a:off x="9087709" y="19491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4" name="pt59664"/>
            <p:cNvSpPr/>
            <p:nvPr/>
          </p:nvSpPr>
          <p:spPr>
            <a:xfrm>
              <a:off x="9010896" y="17528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5" name="pt59665"/>
            <p:cNvSpPr/>
            <p:nvPr/>
          </p:nvSpPr>
          <p:spPr>
            <a:xfrm>
              <a:off x="8469500" y="23076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6" name="pt59666"/>
            <p:cNvSpPr/>
            <p:nvPr/>
          </p:nvSpPr>
          <p:spPr>
            <a:xfrm>
              <a:off x="9052414" y="20096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7" name="pt59667"/>
            <p:cNvSpPr/>
            <p:nvPr/>
          </p:nvSpPr>
          <p:spPr>
            <a:xfrm>
              <a:off x="9151289" y="20663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8" name="pt59668"/>
            <p:cNvSpPr/>
            <p:nvPr/>
          </p:nvSpPr>
          <p:spPr>
            <a:xfrm>
              <a:off x="8312152" y="25659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9" name="pt59669"/>
            <p:cNvSpPr/>
            <p:nvPr/>
          </p:nvSpPr>
          <p:spPr>
            <a:xfrm>
              <a:off x="8500809" y="25731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0" name="pt59670"/>
            <p:cNvSpPr/>
            <p:nvPr/>
          </p:nvSpPr>
          <p:spPr>
            <a:xfrm>
              <a:off x="8570436" y="24043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1" name="pt59671"/>
            <p:cNvSpPr/>
            <p:nvPr/>
          </p:nvSpPr>
          <p:spPr>
            <a:xfrm>
              <a:off x="9031610" y="18603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2" name="pt59672"/>
            <p:cNvSpPr/>
            <p:nvPr/>
          </p:nvSpPr>
          <p:spPr>
            <a:xfrm>
              <a:off x="9104672" y="19749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3" name="pt59673"/>
            <p:cNvSpPr/>
            <p:nvPr/>
          </p:nvSpPr>
          <p:spPr>
            <a:xfrm>
              <a:off x="9039244" y="18482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4" name="pt59674"/>
            <p:cNvSpPr/>
            <p:nvPr/>
          </p:nvSpPr>
          <p:spPr>
            <a:xfrm>
              <a:off x="9031610" y="18696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5" name="pt59675"/>
            <p:cNvSpPr/>
            <p:nvPr/>
          </p:nvSpPr>
          <p:spPr>
            <a:xfrm>
              <a:off x="8500809" y="23691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6" name="pt59676"/>
            <p:cNvSpPr/>
            <p:nvPr/>
          </p:nvSpPr>
          <p:spPr>
            <a:xfrm>
              <a:off x="9518367" y="20579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7" name="pt59677"/>
            <p:cNvSpPr/>
            <p:nvPr/>
          </p:nvSpPr>
          <p:spPr>
            <a:xfrm>
              <a:off x="9346306" y="21565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8" name="pt59678"/>
            <p:cNvSpPr/>
            <p:nvPr/>
          </p:nvSpPr>
          <p:spPr>
            <a:xfrm>
              <a:off x="8698750" y="22586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9" name="pt59679"/>
            <p:cNvSpPr/>
            <p:nvPr/>
          </p:nvSpPr>
          <p:spPr>
            <a:xfrm>
              <a:off x="9179876" y="18949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0" name="pt59680"/>
            <p:cNvSpPr/>
            <p:nvPr/>
          </p:nvSpPr>
          <p:spPr>
            <a:xfrm>
              <a:off x="9197089" y="17431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1" name="pt59681"/>
            <p:cNvSpPr/>
            <p:nvPr/>
          </p:nvSpPr>
          <p:spPr>
            <a:xfrm>
              <a:off x="8978704" y="2013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2" name="pt59682"/>
            <p:cNvSpPr/>
            <p:nvPr/>
          </p:nvSpPr>
          <p:spPr>
            <a:xfrm>
              <a:off x="9797803" y="23666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3" name="pt59683"/>
            <p:cNvSpPr/>
            <p:nvPr/>
          </p:nvSpPr>
          <p:spPr>
            <a:xfrm>
              <a:off x="9780422" y="282538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4" name="pt59684"/>
            <p:cNvSpPr/>
            <p:nvPr/>
          </p:nvSpPr>
          <p:spPr>
            <a:xfrm>
              <a:off x="9123951" y="21815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5" name="pt59685"/>
            <p:cNvSpPr/>
            <p:nvPr/>
          </p:nvSpPr>
          <p:spPr>
            <a:xfrm>
              <a:off x="9031610" y="18607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6" name="pt59686"/>
            <p:cNvSpPr/>
            <p:nvPr/>
          </p:nvSpPr>
          <p:spPr>
            <a:xfrm>
              <a:off x="8646309" y="24310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7" name="pt59687"/>
            <p:cNvSpPr/>
            <p:nvPr/>
          </p:nvSpPr>
          <p:spPr>
            <a:xfrm>
              <a:off x="9256140" y="20769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8" name="pt59688"/>
            <p:cNvSpPr/>
            <p:nvPr/>
          </p:nvSpPr>
          <p:spPr>
            <a:xfrm>
              <a:off x="8890393" y="20322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9" name="pt59689"/>
            <p:cNvSpPr/>
            <p:nvPr/>
          </p:nvSpPr>
          <p:spPr>
            <a:xfrm>
              <a:off x="8874912" y="22137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0" name="pt59690"/>
            <p:cNvSpPr/>
            <p:nvPr/>
          </p:nvSpPr>
          <p:spPr>
            <a:xfrm>
              <a:off x="9652073" y="23069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1" name="pt59691"/>
            <p:cNvSpPr/>
            <p:nvPr/>
          </p:nvSpPr>
          <p:spPr>
            <a:xfrm>
              <a:off x="9084871" y="19902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2" name="pt59692"/>
            <p:cNvSpPr/>
            <p:nvPr/>
          </p:nvSpPr>
          <p:spPr>
            <a:xfrm>
              <a:off x="9076063" y="18977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3" name="pt59693"/>
            <p:cNvSpPr/>
            <p:nvPr/>
          </p:nvSpPr>
          <p:spPr>
            <a:xfrm>
              <a:off x="8381780" y="24059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4" name="pt59694"/>
            <p:cNvSpPr/>
            <p:nvPr/>
          </p:nvSpPr>
          <p:spPr>
            <a:xfrm>
              <a:off x="8469500" y="23367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5" name="pt59695"/>
            <p:cNvSpPr/>
            <p:nvPr/>
          </p:nvSpPr>
          <p:spPr>
            <a:xfrm>
              <a:off x="8949856" y="21289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6" name="pt59696"/>
            <p:cNvSpPr/>
            <p:nvPr/>
          </p:nvSpPr>
          <p:spPr>
            <a:xfrm>
              <a:off x="8527280" y="26938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7" name="pt59697"/>
            <p:cNvSpPr/>
            <p:nvPr/>
          </p:nvSpPr>
          <p:spPr>
            <a:xfrm>
              <a:off x="8817779" y="21376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8" name="pt59698"/>
            <p:cNvSpPr/>
            <p:nvPr/>
          </p:nvSpPr>
          <p:spPr>
            <a:xfrm>
              <a:off x="8619838" y="240574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9" name="pt59699"/>
            <p:cNvSpPr/>
            <p:nvPr/>
          </p:nvSpPr>
          <p:spPr>
            <a:xfrm>
              <a:off x="8817779" y="20669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0" name="pt59700"/>
            <p:cNvSpPr/>
            <p:nvPr/>
          </p:nvSpPr>
          <p:spPr>
            <a:xfrm>
              <a:off x="8961983" y="22729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1" name="pt59701"/>
            <p:cNvSpPr/>
            <p:nvPr/>
          </p:nvSpPr>
          <p:spPr>
            <a:xfrm>
              <a:off x="9076063" y="20875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2" name="pt59702"/>
            <p:cNvSpPr/>
            <p:nvPr/>
          </p:nvSpPr>
          <p:spPr>
            <a:xfrm>
              <a:off x="9346306" y="21193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3" name="pt59703"/>
            <p:cNvSpPr/>
            <p:nvPr/>
          </p:nvSpPr>
          <p:spPr>
            <a:xfrm>
              <a:off x="9304571" y="21744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4" name="pt59704"/>
            <p:cNvSpPr/>
            <p:nvPr/>
          </p:nvSpPr>
          <p:spPr>
            <a:xfrm>
              <a:off x="8881273" y="22533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5" name="pt59705"/>
            <p:cNvSpPr/>
            <p:nvPr/>
          </p:nvSpPr>
          <p:spPr>
            <a:xfrm>
              <a:off x="8765338" y="20711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6" name="pt59706"/>
            <p:cNvSpPr/>
            <p:nvPr/>
          </p:nvSpPr>
          <p:spPr>
            <a:xfrm>
              <a:off x="8381780" y="24284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7" name="pt59707"/>
            <p:cNvSpPr/>
            <p:nvPr/>
          </p:nvSpPr>
          <p:spPr>
            <a:xfrm>
              <a:off x="9044150" y="1758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8" name="pt59708"/>
            <p:cNvSpPr/>
            <p:nvPr/>
          </p:nvSpPr>
          <p:spPr>
            <a:xfrm>
              <a:off x="8570436" y="23891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9" name="pt59709"/>
            <p:cNvSpPr/>
            <p:nvPr/>
          </p:nvSpPr>
          <p:spPr>
            <a:xfrm>
              <a:off x="9382741" y="21084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0" name="pt59710"/>
            <p:cNvSpPr/>
            <p:nvPr/>
          </p:nvSpPr>
          <p:spPr>
            <a:xfrm>
              <a:off x="8604896" y="23188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1" name="pt59711"/>
            <p:cNvSpPr/>
            <p:nvPr/>
          </p:nvSpPr>
          <p:spPr>
            <a:xfrm>
              <a:off x="8793552" y="23351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2" name="pt59712"/>
            <p:cNvSpPr/>
            <p:nvPr/>
          </p:nvSpPr>
          <p:spPr>
            <a:xfrm>
              <a:off x="8633583" y="21599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3" name="pt59713"/>
            <p:cNvSpPr/>
            <p:nvPr/>
          </p:nvSpPr>
          <p:spPr>
            <a:xfrm>
              <a:off x="8932228" y="19325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4" name="pt59714"/>
            <p:cNvSpPr/>
            <p:nvPr/>
          </p:nvSpPr>
          <p:spPr>
            <a:xfrm>
              <a:off x="8431181" y="21804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5" name="pt59715"/>
            <p:cNvSpPr/>
            <p:nvPr/>
          </p:nvSpPr>
          <p:spPr>
            <a:xfrm>
              <a:off x="8929892" y="18690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6" name="pt59716"/>
            <p:cNvSpPr/>
            <p:nvPr/>
          </p:nvSpPr>
          <p:spPr>
            <a:xfrm>
              <a:off x="8658156" y="25206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7" name="pt59717"/>
            <p:cNvSpPr/>
            <p:nvPr/>
          </p:nvSpPr>
          <p:spPr>
            <a:xfrm>
              <a:off x="8826587" y="20581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8" name="pt59718"/>
            <p:cNvSpPr/>
            <p:nvPr/>
          </p:nvSpPr>
          <p:spPr>
            <a:xfrm>
              <a:off x="8679650" y="239600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9" name="pt59719"/>
            <p:cNvSpPr/>
            <p:nvPr/>
          </p:nvSpPr>
          <p:spPr>
            <a:xfrm>
              <a:off x="8993941" y="1983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0" name="pt59720"/>
            <p:cNvSpPr/>
            <p:nvPr/>
          </p:nvSpPr>
          <p:spPr>
            <a:xfrm>
              <a:off x="9324827" y="21887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1" name="pt59721"/>
            <p:cNvSpPr/>
            <p:nvPr/>
          </p:nvSpPr>
          <p:spPr>
            <a:xfrm>
              <a:off x="8633583" y="21594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2" name="pt59722"/>
            <p:cNvSpPr/>
            <p:nvPr/>
          </p:nvSpPr>
          <p:spPr>
            <a:xfrm>
              <a:off x="9042937" y="17941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3" name="pt59723"/>
            <p:cNvSpPr/>
            <p:nvPr/>
          </p:nvSpPr>
          <p:spPr>
            <a:xfrm>
              <a:off x="8669239" y="24367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4" name="pt59724"/>
            <p:cNvSpPr/>
            <p:nvPr/>
          </p:nvSpPr>
          <p:spPr>
            <a:xfrm>
              <a:off x="9242219" y="18908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5" name="pt59725"/>
            <p:cNvSpPr/>
            <p:nvPr/>
          </p:nvSpPr>
          <p:spPr>
            <a:xfrm>
              <a:off x="8431181" y="23389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6" name="pt59726"/>
            <p:cNvSpPr/>
            <p:nvPr/>
          </p:nvSpPr>
          <p:spPr>
            <a:xfrm>
              <a:off x="8917708" y="20551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7" name="pt59727"/>
            <p:cNvSpPr/>
            <p:nvPr/>
          </p:nvSpPr>
          <p:spPr>
            <a:xfrm>
              <a:off x="8312152" y="23203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8" name="pt59728"/>
            <p:cNvSpPr/>
            <p:nvPr/>
          </p:nvSpPr>
          <p:spPr>
            <a:xfrm>
              <a:off x="9308507" y="22105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9" name="pt59729"/>
            <p:cNvSpPr/>
            <p:nvPr/>
          </p:nvSpPr>
          <p:spPr>
            <a:xfrm>
              <a:off x="8312152" y="22650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0" name="pt59730"/>
            <p:cNvSpPr/>
            <p:nvPr/>
          </p:nvSpPr>
          <p:spPr>
            <a:xfrm>
              <a:off x="8707558" y="22780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1" name="pt59731"/>
            <p:cNvSpPr/>
            <p:nvPr/>
          </p:nvSpPr>
          <p:spPr>
            <a:xfrm>
              <a:off x="8868306" y="21361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2" name="pt59732"/>
            <p:cNvSpPr/>
            <p:nvPr/>
          </p:nvSpPr>
          <p:spPr>
            <a:xfrm>
              <a:off x="8752612" y="21913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3" name="pt59733"/>
            <p:cNvSpPr/>
            <p:nvPr/>
          </p:nvSpPr>
          <p:spPr>
            <a:xfrm>
              <a:off x="8381780" y="23945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4" name="pt59734"/>
            <p:cNvSpPr/>
            <p:nvPr/>
          </p:nvSpPr>
          <p:spPr>
            <a:xfrm>
              <a:off x="8469500" y="23278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5" name="pt59735"/>
            <p:cNvSpPr/>
            <p:nvPr/>
          </p:nvSpPr>
          <p:spPr>
            <a:xfrm>
              <a:off x="9329710" y="20993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6" name="pt59736"/>
            <p:cNvSpPr/>
            <p:nvPr/>
          </p:nvSpPr>
          <p:spPr>
            <a:xfrm>
              <a:off x="9213636" y="20109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7" name="pt59737"/>
            <p:cNvSpPr/>
            <p:nvPr/>
          </p:nvSpPr>
          <p:spPr>
            <a:xfrm>
              <a:off x="8759093" y="21687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8" name="pt59738"/>
            <p:cNvSpPr/>
            <p:nvPr/>
          </p:nvSpPr>
          <p:spPr>
            <a:xfrm>
              <a:off x="9077064" y="19540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9" name="pt59739"/>
            <p:cNvSpPr/>
            <p:nvPr/>
          </p:nvSpPr>
          <p:spPr>
            <a:xfrm>
              <a:off x="8500809" y="25931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0" name="pt59740"/>
            <p:cNvSpPr/>
            <p:nvPr/>
          </p:nvSpPr>
          <p:spPr>
            <a:xfrm>
              <a:off x="9252225" y="20887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1" name="pt59741"/>
            <p:cNvSpPr/>
            <p:nvPr/>
          </p:nvSpPr>
          <p:spPr>
            <a:xfrm>
              <a:off x="8759093" y="20881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2" name="pt59742"/>
            <p:cNvSpPr/>
            <p:nvPr/>
          </p:nvSpPr>
          <p:spPr>
            <a:xfrm>
              <a:off x="9179876" y="19782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3" name="pt59743"/>
            <p:cNvSpPr/>
            <p:nvPr/>
          </p:nvSpPr>
          <p:spPr>
            <a:xfrm>
              <a:off x="9001856" y="20730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4" name="pt59744"/>
            <p:cNvSpPr/>
            <p:nvPr/>
          </p:nvSpPr>
          <p:spPr>
            <a:xfrm>
              <a:off x="8707558" y="21508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5" name="pt59745"/>
            <p:cNvSpPr/>
            <p:nvPr/>
          </p:nvSpPr>
          <p:spPr>
            <a:xfrm>
              <a:off x="8738867" y="22980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6" name="pt59746"/>
            <p:cNvSpPr/>
            <p:nvPr/>
          </p:nvSpPr>
          <p:spPr>
            <a:xfrm>
              <a:off x="8312152" y="22301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7" name="pt59747"/>
            <p:cNvSpPr/>
            <p:nvPr/>
          </p:nvSpPr>
          <p:spPr>
            <a:xfrm>
              <a:off x="9044150" y="17282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8" name="pt59748"/>
            <p:cNvSpPr/>
            <p:nvPr/>
          </p:nvSpPr>
          <p:spPr>
            <a:xfrm>
              <a:off x="8854280" y="19387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9" name="pt59749"/>
            <p:cNvSpPr/>
            <p:nvPr/>
          </p:nvSpPr>
          <p:spPr>
            <a:xfrm>
              <a:off x="8949856" y="21559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0" name="pt59750"/>
            <p:cNvSpPr/>
            <p:nvPr/>
          </p:nvSpPr>
          <p:spPr>
            <a:xfrm>
              <a:off x="8658156" y="24704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1" name="pt59751"/>
            <p:cNvSpPr/>
            <p:nvPr/>
          </p:nvSpPr>
          <p:spPr>
            <a:xfrm>
              <a:off x="8949856" y="21383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2" name="pt59752"/>
            <p:cNvSpPr/>
            <p:nvPr/>
          </p:nvSpPr>
          <p:spPr>
            <a:xfrm>
              <a:off x="9620546" y="22441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3" name="pt59753"/>
            <p:cNvSpPr/>
            <p:nvPr/>
          </p:nvSpPr>
          <p:spPr>
            <a:xfrm>
              <a:off x="8431181" y="22637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4" name="pt59754"/>
            <p:cNvSpPr/>
            <p:nvPr/>
          </p:nvSpPr>
          <p:spPr>
            <a:xfrm>
              <a:off x="9167950" y="19502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5" name="pt59755"/>
            <p:cNvSpPr/>
            <p:nvPr/>
          </p:nvSpPr>
          <p:spPr>
            <a:xfrm>
              <a:off x="9288151" y="19336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6" name="pt59756"/>
            <p:cNvSpPr/>
            <p:nvPr/>
          </p:nvSpPr>
          <p:spPr>
            <a:xfrm>
              <a:off x="8500809" y="25630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7" name="pt59757"/>
            <p:cNvSpPr/>
            <p:nvPr/>
          </p:nvSpPr>
          <p:spPr>
            <a:xfrm>
              <a:off x="8604896" y="20388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8" name="pt59758"/>
            <p:cNvSpPr/>
            <p:nvPr/>
          </p:nvSpPr>
          <p:spPr>
            <a:xfrm>
              <a:off x="8469500" y="24512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9" name="pt59759"/>
            <p:cNvSpPr/>
            <p:nvPr/>
          </p:nvSpPr>
          <p:spPr>
            <a:xfrm>
              <a:off x="8619838" y="21801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0" name="pt59760"/>
            <p:cNvSpPr/>
            <p:nvPr/>
          </p:nvSpPr>
          <p:spPr>
            <a:xfrm>
              <a:off x="9324827" y="21919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1" name="pt59761"/>
            <p:cNvSpPr/>
            <p:nvPr/>
          </p:nvSpPr>
          <p:spPr>
            <a:xfrm>
              <a:off x="8878122" y="21956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2" name="pt59762"/>
            <p:cNvSpPr/>
            <p:nvPr/>
          </p:nvSpPr>
          <p:spPr>
            <a:xfrm>
              <a:off x="8887406" y="19363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3" name="pt59763"/>
            <p:cNvSpPr/>
            <p:nvPr/>
          </p:nvSpPr>
          <p:spPr>
            <a:xfrm>
              <a:off x="8890393" y="21453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4" name="pt59764"/>
            <p:cNvSpPr/>
            <p:nvPr/>
          </p:nvSpPr>
          <p:spPr>
            <a:xfrm>
              <a:off x="8679650" y="24941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5" name="pt59765"/>
            <p:cNvSpPr/>
            <p:nvPr/>
          </p:nvSpPr>
          <p:spPr>
            <a:xfrm>
              <a:off x="9010896" y="16274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6" name="pt59766"/>
            <p:cNvSpPr/>
            <p:nvPr/>
          </p:nvSpPr>
          <p:spPr>
            <a:xfrm>
              <a:off x="9207674" y="1746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7" name="pt59767"/>
            <p:cNvSpPr/>
            <p:nvPr/>
          </p:nvSpPr>
          <p:spPr>
            <a:xfrm>
              <a:off x="9004922" y="17891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8" name="pt59768"/>
            <p:cNvSpPr/>
            <p:nvPr/>
          </p:nvSpPr>
          <p:spPr>
            <a:xfrm>
              <a:off x="9756959" y="20475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9" name="pt59769"/>
            <p:cNvSpPr/>
            <p:nvPr/>
          </p:nvSpPr>
          <p:spPr>
            <a:xfrm>
              <a:off x="8527280" y="27754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0" name="pt59770"/>
            <p:cNvSpPr/>
            <p:nvPr/>
          </p:nvSpPr>
          <p:spPr>
            <a:xfrm>
              <a:off x="8707558" y="22035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1" name="pt59771"/>
            <p:cNvSpPr/>
            <p:nvPr/>
          </p:nvSpPr>
          <p:spPr>
            <a:xfrm>
              <a:off x="8907297" y="21536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2" name="pt59772"/>
            <p:cNvSpPr/>
            <p:nvPr/>
          </p:nvSpPr>
          <p:spPr>
            <a:xfrm>
              <a:off x="8633583" y="21887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3" name="pt59773"/>
            <p:cNvSpPr/>
            <p:nvPr/>
          </p:nvSpPr>
          <p:spPr>
            <a:xfrm>
              <a:off x="9010896" y="16870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4" name="pt59774"/>
            <p:cNvSpPr/>
            <p:nvPr/>
          </p:nvSpPr>
          <p:spPr>
            <a:xfrm>
              <a:off x="8817779" y="22893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5" name="pt59775"/>
            <p:cNvSpPr/>
            <p:nvPr/>
          </p:nvSpPr>
          <p:spPr>
            <a:xfrm>
              <a:off x="8765338" y="22998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6" name="pt59776"/>
            <p:cNvSpPr/>
            <p:nvPr/>
          </p:nvSpPr>
          <p:spPr>
            <a:xfrm>
              <a:off x="8431181" y="25315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7" name="pt59777"/>
            <p:cNvSpPr/>
            <p:nvPr/>
          </p:nvSpPr>
          <p:spPr>
            <a:xfrm>
              <a:off x="8771364" y="22322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8" name="pt59778"/>
            <p:cNvSpPr/>
            <p:nvPr/>
          </p:nvSpPr>
          <p:spPr>
            <a:xfrm>
              <a:off x="8381780" y="24250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9" name="pt59779"/>
            <p:cNvSpPr/>
            <p:nvPr/>
          </p:nvSpPr>
          <p:spPr>
            <a:xfrm>
              <a:off x="9030305" y="189192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0" name="pt59780"/>
            <p:cNvSpPr/>
            <p:nvPr/>
          </p:nvSpPr>
          <p:spPr>
            <a:xfrm>
              <a:off x="9408344" y="20058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1" name="pt59781"/>
            <p:cNvSpPr/>
            <p:nvPr/>
          </p:nvSpPr>
          <p:spPr>
            <a:xfrm>
              <a:off x="8312152" y="26006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2" name="pt59782"/>
            <p:cNvSpPr/>
            <p:nvPr/>
          </p:nvSpPr>
          <p:spPr>
            <a:xfrm>
              <a:off x="8312152" y="254560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3" name="pt59783"/>
            <p:cNvSpPr/>
            <p:nvPr/>
          </p:nvSpPr>
          <p:spPr>
            <a:xfrm>
              <a:off x="8469500" y="25264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4" name="pt59784"/>
            <p:cNvSpPr/>
            <p:nvPr/>
          </p:nvSpPr>
          <p:spPr>
            <a:xfrm>
              <a:off x="8917708" y="20263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5" name="pt59785"/>
            <p:cNvSpPr/>
            <p:nvPr/>
          </p:nvSpPr>
          <p:spPr>
            <a:xfrm>
              <a:off x="8813199" y="21801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6" name="pt59786"/>
            <p:cNvSpPr/>
            <p:nvPr/>
          </p:nvSpPr>
          <p:spPr>
            <a:xfrm>
              <a:off x="8992313" y="185456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7" name="pt59787"/>
            <p:cNvSpPr/>
            <p:nvPr/>
          </p:nvSpPr>
          <p:spPr>
            <a:xfrm>
              <a:off x="8689465" y="23355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8" name="pt59788"/>
            <p:cNvSpPr/>
            <p:nvPr/>
          </p:nvSpPr>
          <p:spPr>
            <a:xfrm>
              <a:off x="8771364" y="22899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9" name="pt59789"/>
            <p:cNvSpPr/>
            <p:nvPr/>
          </p:nvSpPr>
          <p:spPr>
            <a:xfrm>
              <a:off x="8312152" y="25464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0" name="pt59790"/>
            <p:cNvSpPr/>
            <p:nvPr/>
          </p:nvSpPr>
          <p:spPr>
            <a:xfrm>
              <a:off x="8731558" y="23189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1" name="pt59791"/>
            <p:cNvSpPr/>
            <p:nvPr/>
          </p:nvSpPr>
          <p:spPr>
            <a:xfrm>
              <a:off x="8949856" y="21696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2" name="pt59792"/>
            <p:cNvSpPr/>
            <p:nvPr/>
          </p:nvSpPr>
          <p:spPr>
            <a:xfrm>
              <a:off x="9382404" y="19688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3" name="pt59793"/>
            <p:cNvSpPr/>
            <p:nvPr/>
          </p:nvSpPr>
          <p:spPr>
            <a:xfrm>
              <a:off x="9060297" y="20295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4" name="pt59794"/>
            <p:cNvSpPr/>
            <p:nvPr/>
          </p:nvSpPr>
          <p:spPr>
            <a:xfrm>
              <a:off x="9278233" y="19080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5" name="pt59795"/>
            <p:cNvSpPr/>
            <p:nvPr/>
          </p:nvSpPr>
          <p:spPr>
            <a:xfrm>
              <a:off x="8857896" y="19749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6" name="pt59796"/>
            <p:cNvSpPr/>
            <p:nvPr/>
          </p:nvSpPr>
          <p:spPr>
            <a:xfrm>
              <a:off x="9091423" y="18248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7" name="pt59797"/>
            <p:cNvSpPr/>
            <p:nvPr/>
          </p:nvSpPr>
          <p:spPr>
            <a:xfrm>
              <a:off x="8798679" y="21113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8" name="pt59798"/>
            <p:cNvSpPr/>
            <p:nvPr/>
          </p:nvSpPr>
          <p:spPr>
            <a:xfrm>
              <a:off x="9177111" y="20562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9" name="pt59799"/>
            <p:cNvSpPr/>
            <p:nvPr/>
          </p:nvSpPr>
          <p:spPr>
            <a:xfrm>
              <a:off x="9388372" y="19682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0" name="pt59800"/>
            <p:cNvSpPr/>
            <p:nvPr/>
          </p:nvSpPr>
          <p:spPr>
            <a:xfrm>
              <a:off x="8646309" y="25076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1" name="pt59801"/>
            <p:cNvSpPr/>
            <p:nvPr/>
          </p:nvSpPr>
          <p:spPr>
            <a:xfrm>
              <a:off x="9457237" y="20236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2" name="pt59802"/>
            <p:cNvSpPr/>
            <p:nvPr/>
          </p:nvSpPr>
          <p:spPr>
            <a:xfrm>
              <a:off x="8958035" y="2188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3" name="pt59803"/>
            <p:cNvSpPr/>
            <p:nvPr/>
          </p:nvSpPr>
          <p:spPr>
            <a:xfrm>
              <a:off x="9278233" y="18583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4" name="pt59804"/>
            <p:cNvSpPr/>
            <p:nvPr/>
          </p:nvSpPr>
          <p:spPr>
            <a:xfrm>
              <a:off x="9732410" y="21144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5" name="pt59805"/>
            <p:cNvSpPr/>
            <p:nvPr/>
          </p:nvSpPr>
          <p:spPr>
            <a:xfrm>
              <a:off x="8312152" y="257635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6" name="pt59806"/>
            <p:cNvSpPr/>
            <p:nvPr/>
          </p:nvSpPr>
          <p:spPr>
            <a:xfrm>
              <a:off x="8782816" y="22341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7" name="pt59807"/>
            <p:cNvSpPr/>
            <p:nvPr/>
          </p:nvSpPr>
          <p:spPr>
            <a:xfrm>
              <a:off x="8868306" y="22034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8" name="pt59808"/>
            <p:cNvSpPr/>
            <p:nvPr/>
          </p:nvSpPr>
          <p:spPr>
            <a:xfrm>
              <a:off x="9098616" y="21262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9" name="pt59809"/>
            <p:cNvSpPr/>
            <p:nvPr/>
          </p:nvSpPr>
          <p:spPr>
            <a:xfrm>
              <a:off x="9102103" y="211211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0" name="pt59810"/>
            <p:cNvSpPr/>
            <p:nvPr/>
          </p:nvSpPr>
          <p:spPr>
            <a:xfrm>
              <a:off x="9509103" y="20781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1" name="pt59811"/>
            <p:cNvSpPr/>
            <p:nvPr/>
          </p:nvSpPr>
          <p:spPr>
            <a:xfrm>
              <a:off x="9482363" y="25436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2" name="pt59812"/>
            <p:cNvSpPr/>
            <p:nvPr/>
          </p:nvSpPr>
          <p:spPr>
            <a:xfrm>
              <a:off x="9321732" y="21101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3" name="pt59813"/>
            <p:cNvSpPr/>
            <p:nvPr/>
          </p:nvSpPr>
          <p:spPr>
            <a:xfrm>
              <a:off x="9436013" y="22132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4" name="pt59814"/>
            <p:cNvSpPr/>
            <p:nvPr/>
          </p:nvSpPr>
          <p:spPr>
            <a:xfrm>
              <a:off x="8723925" y="22819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5" name="pt59815"/>
            <p:cNvSpPr/>
            <p:nvPr/>
          </p:nvSpPr>
          <p:spPr>
            <a:xfrm>
              <a:off x="8965842" y="23426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6" name="pt59816"/>
            <p:cNvSpPr/>
            <p:nvPr/>
          </p:nvSpPr>
          <p:spPr>
            <a:xfrm>
              <a:off x="9047741" y="20474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7" name="pt59817"/>
            <p:cNvSpPr/>
            <p:nvPr/>
          </p:nvSpPr>
          <p:spPr>
            <a:xfrm>
              <a:off x="8469500" y="23982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8" name="pt59818"/>
            <p:cNvSpPr/>
            <p:nvPr/>
          </p:nvSpPr>
          <p:spPr>
            <a:xfrm>
              <a:off x="8500809" y="26363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9" name="pt59819"/>
            <p:cNvSpPr/>
            <p:nvPr/>
          </p:nvSpPr>
          <p:spPr>
            <a:xfrm>
              <a:off x="8752612" y="21685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0" name="pt59820"/>
            <p:cNvSpPr/>
            <p:nvPr/>
          </p:nvSpPr>
          <p:spPr>
            <a:xfrm>
              <a:off x="9346306" y="20119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1" name="pt59821"/>
            <p:cNvSpPr/>
            <p:nvPr/>
          </p:nvSpPr>
          <p:spPr>
            <a:xfrm>
              <a:off x="9278233" y="18020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2" name="pt59822"/>
            <p:cNvSpPr/>
            <p:nvPr/>
          </p:nvSpPr>
          <p:spPr>
            <a:xfrm>
              <a:off x="9215429" y="19548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3" name="pt59823"/>
            <p:cNvSpPr/>
            <p:nvPr/>
          </p:nvSpPr>
          <p:spPr>
            <a:xfrm>
              <a:off x="9367432" y="19992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4" name="pt59824"/>
            <p:cNvSpPr/>
            <p:nvPr/>
          </p:nvSpPr>
          <p:spPr>
            <a:xfrm>
              <a:off x="8731558" y="21654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5" name="pt59825"/>
            <p:cNvSpPr/>
            <p:nvPr/>
          </p:nvSpPr>
          <p:spPr>
            <a:xfrm>
              <a:off x="8857896" y="19080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6" name="pt59826"/>
            <p:cNvSpPr/>
            <p:nvPr/>
          </p:nvSpPr>
          <p:spPr>
            <a:xfrm>
              <a:off x="8604896" y="23604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7" name="pt59827"/>
            <p:cNvSpPr/>
            <p:nvPr/>
          </p:nvSpPr>
          <p:spPr>
            <a:xfrm>
              <a:off x="8500809" y="26447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8" name="pt59828"/>
            <p:cNvSpPr/>
            <p:nvPr/>
          </p:nvSpPr>
          <p:spPr>
            <a:xfrm>
              <a:off x="9186336" y="22267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9" name="pt59829"/>
            <p:cNvSpPr/>
            <p:nvPr/>
          </p:nvSpPr>
          <p:spPr>
            <a:xfrm>
              <a:off x="8588529" y="22180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0" name="pt59830"/>
            <p:cNvSpPr/>
            <p:nvPr/>
          </p:nvSpPr>
          <p:spPr>
            <a:xfrm>
              <a:off x="8826587" y="22927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1" name="pt59831"/>
            <p:cNvSpPr/>
            <p:nvPr/>
          </p:nvSpPr>
          <p:spPr>
            <a:xfrm>
              <a:off x="8633583" y="21546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2" name="pt59832"/>
            <p:cNvSpPr/>
            <p:nvPr/>
          </p:nvSpPr>
          <p:spPr>
            <a:xfrm>
              <a:off x="8893328" y="19894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3" name="pt59833"/>
            <p:cNvSpPr/>
            <p:nvPr/>
          </p:nvSpPr>
          <p:spPr>
            <a:xfrm>
              <a:off x="9406741" y="17722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4" name="pt59834"/>
            <p:cNvSpPr/>
            <p:nvPr/>
          </p:nvSpPr>
          <p:spPr>
            <a:xfrm>
              <a:off x="9027663" y="18314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5" name="pt59835"/>
            <p:cNvSpPr/>
            <p:nvPr/>
          </p:nvSpPr>
          <p:spPr>
            <a:xfrm>
              <a:off x="8861436" y="20180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6" name="pt59836"/>
            <p:cNvSpPr/>
            <p:nvPr/>
          </p:nvSpPr>
          <p:spPr>
            <a:xfrm>
              <a:off x="8782816" y="204337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7" name="pt59837"/>
            <p:cNvSpPr/>
            <p:nvPr/>
          </p:nvSpPr>
          <p:spPr>
            <a:xfrm>
              <a:off x="9193072" y="22268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8" name="pt59838"/>
            <p:cNvSpPr/>
            <p:nvPr/>
          </p:nvSpPr>
          <p:spPr>
            <a:xfrm>
              <a:off x="8715936" y="21777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9" name="pt59839"/>
            <p:cNvSpPr/>
            <p:nvPr/>
          </p:nvSpPr>
          <p:spPr>
            <a:xfrm>
              <a:off x="9413347" y="20288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0" name="pt59840"/>
            <p:cNvSpPr/>
            <p:nvPr/>
          </p:nvSpPr>
          <p:spPr>
            <a:xfrm>
              <a:off x="9453041" y="22808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1" name="pt59841"/>
            <p:cNvSpPr/>
            <p:nvPr/>
          </p:nvSpPr>
          <p:spPr>
            <a:xfrm>
              <a:off x="9004922" y="17679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2" name="pt59842"/>
            <p:cNvSpPr/>
            <p:nvPr/>
          </p:nvSpPr>
          <p:spPr>
            <a:xfrm>
              <a:off x="9181514" y="22662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3" name="pt59843"/>
            <p:cNvSpPr/>
            <p:nvPr/>
          </p:nvSpPr>
          <p:spPr>
            <a:xfrm>
              <a:off x="8874912" y="21477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4" name="pt59844"/>
            <p:cNvSpPr/>
            <p:nvPr/>
          </p:nvSpPr>
          <p:spPr>
            <a:xfrm>
              <a:off x="8431181" y="23632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5" name="pt59845"/>
            <p:cNvSpPr/>
            <p:nvPr/>
          </p:nvSpPr>
          <p:spPr>
            <a:xfrm>
              <a:off x="9039244" y="18088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6" name="pt59846"/>
            <p:cNvSpPr/>
            <p:nvPr/>
          </p:nvSpPr>
          <p:spPr>
            <a:xfrm>
              <a:off x="8604896" y="24489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7" name="pt59847"/>
            <p:cNvSpPr/>
            <p:nvPr/>
          </p:nvSpPr>
          <p:spPr>
            <a:xfrm>
              <a:off x="8312152" y="23384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8" name="pt59848"/>
            <p:cNvSpPr/>
            <p:nvPr/>
          </p:nvSpPr>
          <p:spPr>
            <a:xfrm>
              <a:off x="9030305" y="18514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9" name="pt59849"/>
            <p:cNvSpPr/>
            <p:nvPr/>
          </p:nvSpPr>
          <p:spPr>
            <a:xfrm>
              <a:off x="8868306" y="21756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0" name="pt59850"/>
            <p:cNvSpPr/>
            <p:nvPr/>
          </p:nvSpPr>
          <p:spPr>
            <a:xfrm>
              <a:off x="8912581" y="19085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1" name="pt59851"/>
            <p:cNvSpPr/>
            <p:nvPr/>
          </p:nvSpPr>
          <p:spPr>
            <a:xfrm>
              <a:off x="8904593" y="221882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2" name="pt59852"/>
            <p:cNvSpPr/>
            <p:nvPr/>
          </p:nvSpPr>
          <p:spPr>
            <a:xfrm>
              <a:off x="8679650" y="24311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3" name="pt59853"/>
            <p:cNvSpPr/>
            <p:nvPr/>
          </p:nvSpPr>
          <p:spPr>
            <a:xfrm>
              <a:off x="9068885" y="18529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4" name="pt59854"/>
            <p:cNvSpPr/>
            <p:nvPr/>
          </p:nvSpPr>
          <p:spPr>
            <a:xfrm>
              <a:off x="8846813" y="205361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5" name="pt59855"/>
            <p:cNvSpPr/>
            <p:nvPr/>
          </p:nvSpPr>
          <p:spPr>
            <a:xfrm>
              <a:off x="8777185" y="22508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6" name="pt59856"/>
            <p:cNvSpPr/>
            <p:nvPr/>
          </p:nvSpPr>
          <p:spPr>
            <a:xfrm>
              <a:off x="9068885" y="19215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7" name="pt59857"/>
            <p:cNvSpPr/>
            <p:nvPr/>
          </p:nvSpPr>
          <p:spPr>
            <a:xfrm>
              <a:off x="8312152" y="25321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8" name="pt59858"/>
            <p:cNvSpPr/>
            <p:nvPr/>
          </p:nvSpPr>
          <p:spPr>
            <a:xfrm>
              <a:off x="8658156" y="24367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9" name="pt59859"/>
            <p:cNvSpPr/>
            <p:nvPr/>
          </p:nvSpPr>
          <p:spPr>
            <a:xfrm>
              <a:off x="8619838" y="21163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0" name="pt59860"/>
            <p:cNvSpPr/>
            <p:nvPr/>
          </p:nvSpPr>
          <p:spPr>
            <a:xfrm>
              <a:off x="9564411" y="21353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1" name="pt59861"/>
            <p:cNvSpPr/>
            <p:nvPr/>
          </p:nvSpPr>
          <p:spPr>
            <a:xfrm>
              <a:off x="9461227" y="23924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2" name="pt59862"/>
            <p:cNvSpPr/>
            <p:nvPr/>
          </p:nvSpPr>
          <p:spPr>
            <a:xfrm>
              <a:off x="9221993" y="19685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3" name="pt59863"/>
            <p:cNvSpPr/>
            <p:nvPr/>
          </p:nvSpPr>
          <p:spPr>
            <a:xfrm>
              <a:off x="9018082" y="16544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4" name="pt59864"/>
            <p:cNvSpPr/>
            <p:nvPr/>
          </p:nvSpPr>
          <p:spPr>
            <a:xfrm>
              <a:off x="9169122" y="198515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5" name="pt59865"/>
            <p:cNvSpPr/>
            <p:nvPr/>
          </p:nvSpPr>
          <p:spPr>
            <a:xfrm>
              <a:off x="9406741" y="19655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6" name="pt59866"/>
            <p:cNvSpPr/>
            <p:nvPr/>
          </p:nvSpPr>
          <p:spPr>
            <a:xfrm>
              <a:off x="8698750" y="24603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7" name="pt59867"/>
            <p:cNvSpPr/>
            <p:nvPr/>
          </p:nvSpPr>
          <p:spPr>
            <a:xfrm>
              <a:off x="8846813" y="20858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8" name="pt59868"/>
            <p:cNvSpPr/>
            <p:nvPr/>
          </p:nvSpPr>
          <p:spPr>
            <a:xfrm>
              <a:off x="8868306" y="21730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9" name="pt59869"/>
            <p:cNvSpPr/>
            <p:nvPr/>
          </p:nvSpPr>
          <p:spPr>
            <a:xfrm>
              <a:off x="8679650" y="22760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0" name="pt59870"/>
            <p:cNvSpPr/>
            <p:nvPr/>
          </p:nvSpPr>
          <p:spPr>
            <a:xfrm>
              <a:off x="8707558" y="22560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1" name="pt59871"/>
            <p:cNvSpPr/>
            <p:nvPr/>
          </p:nvSpPr>
          <p:spPr>
            <a:xfrm>
              <a:off x="8679650" y="24070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2" name="pt59872"/>
            <p:cNvSpPr/>
            <p:nvPr/>
          </p:nvSpPr>
          <p:spPr>
            <a:xfrm>
              <a:off x="8550210" y="24804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3" name="pt59873"/>
            <p:cNvSpPr/>
            <p:nvPr/>
          </p:nvSpPr>
          <p:spPr>
            <a:xfrm>
              <a:off x="8731558" y="23197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4" name="pt59874"/>
            <p:cNvSpPr/>
            <p:nvPr/>
          </p:nvSpPr>
          <p:spPr>
            <a:xfrm>
              <a:off x="8922686" y="18939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5" name="pt59875"/>
            <p:cNvSpPr/>
            <p:nvPr/>
          </p:nvSpPr>
          <p:spPr>
            <a:xfrm>
              <a:off x="9289315" y="206763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6" name="pt59876"/>
            <p:cNvSpPr/>
            <p:nvPr/>
          </p:nvSpPr>
          <p:spPr>
            <a:xfrm>
              <a:off x="8830827" y="19008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7" name="pt59877"/>
            <p:cNvSpPr/>
            <p:nvPr/>
          </p:nvSpPr>
          <p:spPr>
            <a:xfrm>
              <a:off x="9581160" y="246304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8" name="pt59878"/>
            <p:cNvSpPr/>
            <p:nvPr/>
          </p:nvSpPr>
          <p:spPr>
            <a:xfrm>
              <a:off x="8956027" y="21694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9" name="pt59879"/>
            <p:cNvSpPr/>
            <p:nvPr/>
          </p:nvSpPr>
          <p:spPr>
            <a:xfrm>
              <a:off x="8550210" y="24420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0" name="pt59880"/>
            <p:cNvSpPr/>
            <p:nvPr/>
          </p:nvSpPr>
          <p:spPr>
            <a:xfrm>
              <a:off x="9316366" y="22186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1" name="pt59881"/>
            <p:cNvSpPr/>
            <p:nvPr/>
          </p:nvSpPr>
          <p:spPr>
            <a:xfrm>
              <a:off x="9087709" y="19097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2" name="pt59882"/>
            <p:cNvSpPr/>
            <p:nvPr/>
          </p:nvSpPr>
          <p:spPr>
            <a:xfrm>
              <a:off x="8689465" y="23637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3" name="pt59883"/>
            <p:cNvSpPr/>
            <p:nvPr/>
          </p:nvSpPr>
          <p:spPr>
            <a:xfrm>
              <a:off x="8469500" y="243132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4" name="pt59884"/>
            <p:cNvSpPr/>
            <p:nvPr/>
          </p:nvSpPr>
          <p:spPr>
            <a:xfrm>
              <a:off x="8469500" y="238813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5" name="pt59885"/>
            <p:cNvSpPr/>
            <p:nvPr/>
          </p:nvSpPr>
          <p:spPr>
            <a:xfrm>
              <a:off x="8619838" y="23940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6" name="pt59886"/>
            <p:cNvSpPr/>
            <p:nvPr/>
          </p:nvSpPr>
          <p:spPr>
            <a:xfrm>
              <a:off x="8527280" y="25257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7" name="pt59887"/>
            <p:cNvSpPr/>
            <p:nvPr/>
          </p:nvSpPr>
          <p:spPr>
            <a:xfrm>
              <a:off x="9077064" y="205985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8" name="pt59888"/>
            <p:cNvSpPr/>
            <p:nvPr/>
          </p:nvSpPr>
          <p:spPr>
            <a:xfrm>
              <a:off x="8500809" y="25201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9" name="pt59889"/>
            <p:cNvSpPr/>
            <p:nvPr/>
          </p:nvSpPr>
          <p:spPr>
            <a:xfrm>
              <a:off x="8846813" y="20267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0" name="pt59890"/>
            <p:cNvSpPr/>
            <p:nvPr/>
          </p:nvSpPr>
          <p:spPr>
            <a:xfrm>
              <a:off x="9195593" y="24314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1" name="pt59891"/>
            <p:cNvSpPr/>
            <p:nvPr/>
          </p:nvSpPr>
          <p:spPr>
            <a:xfrm>
              <a:off x="8469500" y="24493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2" name="pt59892"/>
            <p:cNvSpPr/>
            <p:nvPr/>
          </p:nvSpPr>
          <p:spPr>
            <a:xfrm>
              <a:off x="9074042" y="20496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3" name="pt59893"/>
            <p:cNvSpPr/>
            <p:nvPr/>
          </p:nvSpPr>
          <p:spPr>
            <a:xfrm>
              <a:off x="8312152" y="24213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4" name="pt59894"/>
            <p:cNvSpPr/>
            <p:nvPr/>
          </p:nvSpPr>
          <p:spPr>
            <a:xfrm>
              <a:off x="9174300" y="21390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5" name="pt59895"/>
            <p:cNvSpPr/>
            <p:nvPr/>
          </p:nvSpPr>
          <p:spPr>
            <a:xfrm>
              <a:off x="9052414" y="20861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6" name="pt59896"/>
            <p:cNvSpPr/>
            <p:nvPr/>
          </p:nvSpPr>
          <p:spPr>
            <a:xfrm>
              <a:off x="8917708" y="20552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7" name="pt59897"/>
            <p:cNvSpPr/>
            <p:nvPr/>
          </p:nvSpPr>
          <p:spPr>
            <a:xfrm>
              <a:off x="9104672" y="20157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8" name="pt59898"/>
            <p:cNvSpPr/>
            <p:nvPr/>
          </p:nvSpPr>
          <p:spPr>
            <a:xfrm>
              <a:off x="8793552" y="212648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9" name="pt59899"/>
            <p:cNvSpPr/>
            <p:nvPr/>
          </p:nvSpPr>
          <p:spPr>
            <a:xfrm>
              <a:off x="8669239" y="22969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0" name="pt59900"/>
            <p:cNvSpPr/>
            <p:nvPr/>
          </p:nvSpPr>
          <p:spPr>
            <a:xfrm>
              <a:off x="9978328" y="26713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1" name="pt59901"/>
            <p:cNvSpPr/>
            <p:nvPr/>
          </p:nvSpPr>
          <p:spPr>
            <a:xfrm>
              <a:off x="8881273" y="21917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2" name="pt59902"/>
            <p:cNvSpPr/>
            <p:nvPr/>
          </p:nvSpPr>
          <p:spPr>
            <a:xfrm>
              <a:off x="8949856" y="21117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3" name="pt59903"/>
            <p:cNvSpPr/>
            <p:nvPr/>
          </p:nvSpPr>
          <p:spPr>
            <a:xfrm>
              <a:off x="8813199" y="216588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4" name="pt59904"/>
            <p:cNvSpPr/>
            <p:nvPr/>
          </p:nvSpPr>
          <p:spPr>
            <a:xfrm>
              <a:off x="8500809" y="26611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5" name="pt59905"/>
            <p:cNvSpPr/>
            <p:nvPr/>
          </p:nvSpPr>
          <p:spPr>
            <a:xfrm>
              <a:off x="9507319" y="219747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6" name="pt59906"/>
            <p:cNvSpPr/>
            <p:nvPr/>
          </p:nvSpPr>
          <p:spPr>
            <a:xfrm>
              <a:off x="8646309" y="24853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7" name="pt59907"/>
            <p:cNvSpPr/>
            <p:nvPr/>
          </p:nvSpPr>
          <p:spPr>
            <a:xfrm>
              <a:off x="9509103" y="205203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8" name="pt59908"/>
            <p:cNvSpPr/>
            <p:nvPr/>
          </p:nvSpPr>
          <p:spPr>
            <a:xfrm>
              <a:off x="8698750" y="22079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9" name="pt59909"/>
            <p:cNvSpPr/>
            <p:nvPr/>
          </p:nvSpPr>
          <p:spPr>
            <a:xfrm>
              <a:off x="8604896" y="23626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0" name="pt59910"/>
            <p:cNvSpPr/>
            <p:nvPr/>
          </p:nvSpPr>
          <p:spPr>
            <a:xfrm>
              <a:off x="8723925" y="224386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1" name="pt59911"/>
            <p:cNvSpPr/>
            <p:nvPr/>
          </p:nvSpPr>
          <p:spPr>
            <a:xfrm>
              <a:off x="8874912" y="21848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2" name="pt59912"/>
            <p:cNvSpPr/>
            <p:nvPr/>
          </p:nvSpPr>
          <p:spPr>
            <a:xfrm>
              <a:off x="8839006" y="2161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3" name="pt59913"/>
            <p:cNvSpPr/>
            <p:nvPr/>
          </p:nvSpPr>
          <p:spPr>
            <a:xfrm>
              <a:off x="9027663" y="18913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4" name="pt59914"/>
            <p:cNvSpPr/>
            <p:nvPr/>
          </p:nvSpPr>
          <p:spPr>
            <a:xfrm>
              <a:off x="9111342" y="20945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5" name="pt59915"/>
            <p:cNvSpPr/>
            <p:nvPr/>
          </p:nvSpPr>
          <p:spPr>
            <a:xfrm>
              <a:off x="9007935" y="175923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6" name="pt59916"/>
            <p:cNvSpPr/>
            <p:nvPr/>
          </p:nvSpPr>
          <p:spPr>
            <a:xfrm>
              <a:off x="8312152" y="25170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7" name="pt59917"/>
            <p:cNvSpPr/>
            <p:nvPr/>
          </p:nvSpPr>
          <p:spPr>
            <a:xfrm>
              <a:off x="8893328" y="2052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8" name="pt59918"/>
            <p:cNvSpPr/>
            <p:nvPr/>
          </p:nvSpPr>
          <p:spPr>
            <a:xfrm>
              <a:off x="9037995" y="187521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9" name="pt59919"/>
            <p:cNvSpPr/>
            <p:nvPr/>
          </p:nvSpPr>
          <p:spPr>
            <a:xfrm>
              <a:off x="8887406" y="191597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0" name="pt59920"/>
            <p:cNvSpPr/>
            <p:nvPr/>
          </p:nvSpPr>
          <p:spPr>
            <a:xfrm>
              <a:off x="9750516" y="24651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1" name="pt59921"/>
            <p:cNvSpPr/>
            <p:nvPr/>
          </p:nvSpPr>
          <p:spPr>
            <a:xfrm>
              <a:off x="8932228" y="19017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2" name="pt59922"/>
            <p:cNvSpPr/>
            <p:nvPr/>
          </p:nvSpPr>
          <p:spPr>
            <a:xfrm>
              <a:off x="8570436" y="25042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3" name="pt59923"/>
            <p:cNvSpPr/>
            <p:nvPr/>
          </p:nvSpPr>
          <p:spPr>
            <a:xfrm>
              <a:off x="8646309" y="23858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4" name="pt59924"/>
            <p:cNvSpPr/>
            <p:nvPr/>
          </p:nvSpPr>
          <p:spPr>
            <a:xfrm>
              <a:off x="8752612" y="22665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5" name="pt59925"/>
            <p:cNvSpPr/>
            <p:nvPr/>
          </p:nvSpPr>
          <p:spPr>
            <a:xfrm>
              <a:off x="9425448" y="190117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6" name="pt59926"/>
            <p:cNvSpPr/>
            <p:nvPr/>
          </p:nvSpPr>
          <p:spPr>
            <a:xfrm>
              <a:off x="9187390" y="2235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7" name="pt59927"/>
            <p:cNvSpPr/>
            <p:nvPr/>
          </p:nvSpPr>
          <p:spPr>
            <a:xfrm>
              <a:off x="9001856" y="20265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8" name="pt59928"/>
            <p:cNvSpPr/>
            <p:nvPr/>
          </p:nvSpPr>
          <p:spPr>
            <a:xfrm>
              <a:off x="8723925" y="23000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9" name="pt59929"/>
            <p:cNvSpPr/>
            <p:nvPr/>
          </p:nvSpPr>
          <p:spPr>
            <a:xfrm>
              <a:off x="9030305" y="17803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0" name="pt59930"/>
            <p:cNvSpPr/>
            <p:nvPr/>
          </p:nvSpPr>
          <p:spPr>
            <a:xfrm>
              <a:off x="8738867" y="20599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1" name="pt59931"/>
            <p:cNvSpPr/>
            <p:nvPr/>
          </p:nvSpPr>
          <p:spPr>
            <a:xfrm>
              <a:off x="8980466" y="19582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2" name="pt59932"/>
            <p:cNvSpPr/>
            <p:nvPr/>
          </p:nvSpPr>
          <p:spPr>
            <a:xfrm>
              <a:off x="8963923" y="22404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3" name="pt59933"/>
            <p:cNvSpPr/>
            <p:nvPr/>
          </p:nvSpPr>
          <p:spPr>
            <a:xfrm>
              <a:off x="8907297" y="20782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4" name="pt59934"/>
            <p:cNvSpPr/>
            <p:nvPr/>
          </p:nvSpPr>
          <p:spPr>
            <a:xfrm>
              <a:off x="8850587" y="20523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5" name="pt59935"/>
            <p:cNvSpPr/>
            <p:nvPr/>
          </p:nvSpPr>
          <p:spPr>
            <a:xfrm>
              <a:off x="9321732" y="22273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6" name="pt59936"/>
            <p:cNvSpPr/>
            <p:nvPr/>
          </p:nvSpPr>
          <p:spPr>
            <a:xfrm>
              <a:off x="9196093" y="221188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7" name="pt59937"/>
            <p:cNvSpPr/>
            <p:nvPr/>
          </p:nvSpPr>
          <p:spPr>
            <a:xfrm>
              <a:off x="8707558" y="223526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8" name="pt59938"/>
            <p:cNvSpPr/>
            <p:nvPr/>
          </p:nvSpPr>
          <p:spPr>
            <a:xfrm>
              <a:off x="8881273" y="23272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9" name="pt59939"/>
            <p:cNvSpPr/>
            <p:nvPr/>
          </p:nvSpPr>
          <p:spPr>
            <a:xfrm>
              <a:off x="8917708" y="19743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0" name="pt59940"/>
            <p:cNvSpPr/>
            <p:nvPr/>
          </p:nvSpPr>
          <p:spPr>
            <a:xfrm>
              <a:off x="9548628" y="228489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1" name="pt59941"/>
            <p:cNvSpPr/>
            <p:nvPr/>
          </p:nvSpPr>
          <p:spPr>
            <a:xfrm>
              <a:off x="8550210" y="24421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2" name="pt59942"/>
            <p:cNvSpPr/>
            <p:nvPr/>
          </p:nvSpPr>
          <p:spPr>
            <a:xfrm>
              <a:off x="9227900" y="20301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3" name="pt59943"/>
            <p:cNvSpPr/>
            <p:nvPr/>
          </p:nvSpPr>
          <p:spPr>
            <a:xfrm>
              <a:off x="9046552" y="17907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4" name="pt59944"/>
            <p:cNvSpPr/>
            <p:nvPr/>
          </p:nvSpPr>
          <p:spPr>
            <a:xfrm>
              <a:off x="8312152" y="24213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5" name="pt59945"/>
            <p:cNvSpPr/>
            <p:nvPr/>
          </p:nvSpPr>
          <p:spPr>
            <a:xfrm>
              <a:off x="8527280" y="23172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6" name="pt59946"/>
            <p:cNvSpPr/>
            <p:nvPr/>
          </p:nvSpPr>
          <p:spPr>
            <a:xfrm>
              <a:off x="9227900" y="20741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7" name="pt59947"/>
            <p:cNvSpPr/>
            <p:nvPr/>
          </p:nvSpPr>
          <p:spPr>
            <a:xfrm>
              <a:off x="9077064" y="20755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8" name="pt59948"/>
            <p:cNvSpPr/>
            <p:nvPr/>
          </p:nvSpPr>
          <p:spPr>
            <a:xfrm>
              <a:off x="8920215" y="21484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9" name="pt59949"/>
            <p:cNvSpPr/>
            <p:nvPr/>
          </p:nvSpPr>
          <p:spPr>
            <a:xfrm>
              <a:off x="9060297" y="19607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0" name="pt59950"/>
            <p:cNvSpPr/>
            <p:nvPr/>
          </p:nvSpPr>
          <p:spPr>
            <a:xfrm>
              <a:off x="8874912" y="214130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1" name="pt59951"/>
            <p:cNvSpPr/>
            <p:nvPr/>
          </p:nvSpPr>
          <p:spPr>
            <a:xfrm>
              <a:off x="9321732" y="22065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2" name="pt59952"/>
            <p:cNvSpPr/>
            <p:nvPr/>
          </p:nvSpPr>
          <p:spPr>
            <a:xfrm>
              <a:off x="8381780" y="220094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3" name="pt59953"/>
            <p:cNvSpPr/>
            <p:nvPr/>
          </p:nvSpPr>
          <p:spPr>
            <a:xfrm>
              <a:off x="8965842" y="22587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4" name="pt59954"/>
            <p:cNvSpPr/>
            <p:nvPr/>
          </p:nvSpPr>
          <p:spPr>
            <a:xfrm>
              <a:off x="8798679" y="22454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5" name="pt59955"/>
            <p:cNvSpPr/>
            <p:nvPr/>
          </p:nvSpPr>
          <p:spPr>
            <a:xfrm>
              <a:off x="8834965" y="20518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6" name="pt59956"/>
            <p:cNvSpPr/>
            <p:nvPr/>
          </p:nvSpPr>
          <p:spPr>
            <a:xfrm>
              <a:off x="8920215" y="21069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7" name="pt59957"/>
            <p:cNvSpPr/>
            <p:nvPr/>
          </p:nvSpPr>
          <p:spPr>
            <a:xfrm>
              <a:off x="9408344" y="20137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8" name="pt59958"/>
            <p:cNvSpPr/>
            <p:nvPr/>
          </p:nvSpPr>
          <p:spPr>
            <a:xfrm>
              <a:off x="9288151" y="19825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9" name="pt59959"/>
            <p:cNvSpPr/>
            <p:nvPr/>
          </p:nvSpPr>
          <p:spPr>
            <a:xfrm>
              <a:off x="9037995" y="16616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0" name="pt59960"/>
            <p:cNvSpPr/>
            <p:nvPr/>
          </p:nvSpPr>
          <p:spPr>
            <a:xfrm>
              <a:off x="8658156" y="24414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1" name="pt59961"/>
            <p:cNvSpPr/>
            <p:nvPr/>
          </p:nvSpPr>
          <p:spPr>
            <a:xfrm>
              <a:off x="8960020" y="21960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2" name="pt59962"/>
            <p:cNvSpPr/>
            <p:nvPr/>
          </p:nvSpPr>
          <p:spPr>
            <a:xfrm>
              <a:off x="9004922" y="178605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3" name="pt59963"/>
            <p:cNvSpPr/>
            <p:nvPr/>
          </p:nvSpPr>
          <p:spPr>
            <a:xfrm>
              <a:off x="9828342" y="226517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4" name="pt59964"/>
            <p:cNvSpPr/>
            <p:nvPr/>
          </p:nvSpPr>
          <p:spPr>
            <a:xfrm>
              <a:off x="9135698" y="20944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5" name="pt59965"/>
            <p:cNvSpPr/>
            <p:nvPr/>
          </p:nvSpPr>
          <p:spPr>
            <a:xfrm>
              <a:off x="8771364" y="219868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6" name="pt59966"/>
            <p:cNvSpPr/>
            <p:nvPr/>
          </p:nvSpPr>
          <p:spPr>
            <a:xfrm>
              <a:off x="9978328" y="26055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7" name="pt59967"/>
            <p:cNvSpPr/>
            <p:nvPr/>
          </p:nvSpPr>
          <p:spPr>
            <a:xfrm>
              <a:off x="8752612" y="21745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8" name="pt59968"/>
            <p:cNvSpPr/>
            <p:nvPr/>
          </p:nvSpPr>
          <p:spPr>
            <a:xfrm>
              <a:off x="8588529" y="22365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9" name="pt59969"/>
            <p:cNvSpPr/>
            <p:nvPr/>
          </p:nvSpPr>
          <p:spPr>
            <a:xfrm>
              <a:off x="9158273" y="192050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0" name="pt59970"/>
            <p:cNvSpPr/>
            <p:nvPr/>
          </p:nvSpPr>
          <p:spPr>
            <a:xfrm>
              <a:off x="9088645" y="195270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1" name="pt59971"/>
            <p:cNvSpPr/>
            <p:nvPr/>
          </p:nvSpPr>
          <p:spPr>
            <a:xfrm>
              <a:off x="8312152" y="24071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2" name="pt59972"/>
            <p:cNvSpPr/>
            <p:nvPr/>
          </p:nvSpPr>
          <p:spPr>
            <a:xfrm>
              <a:off x="8550210" y="243618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3" name="pt59973"/>
            <p:cNvSpPr/>
            <p:nvPr/>
          </p:nvSpPr>
          <p:spPr>
            <a:xfrm>
              <a:off x="8646309" y="25258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4" name="pt59974"/>
            <p:cNvSpPr/>
            <p:nvPr/>
          </p:nvSpPr>
          <p:spPr>
            <a:xfrm>
              <a:off x="8312152" y="24863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5" name="pt59975"/>
            <p:cNvSpPr/>
            <p:nvPr/>
          </p:nvSpPr>
          <p:spPr>
            <a:xfrm>
              <a:off x="8381780" y="221669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6" name="pt59976"/>
            <p:cNvSpPr/>
            <p:nvPr/>
          </p:nvSpPr>
          <p:spPr>
            <a:xfrm>
              <a:off x="9305101" y="213699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7" name="pt59977"/>
            <p:cNvSpPr/>
            <p:nvPr/>
          </p:nvSpPr>
          <p:spPr>
            <a:xfrm>
              <a:off x="8633583" y="222006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8" name="pt59978"/>
            <p:cNvSpPr/>
            <p:nvPr/>
          </p:nvSpPr>
          <p:spPr>
            <a:xfrm>
              <a:off x="8899053" y="237898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9" name="pt59979"/>
            <p:cNvSpPr/>
            <p:nvPr/>
          </p:nvSpPr>
          <p:spPr>
            <a:xfrm>
              <a:off x="8312152" y="247682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0" name="pt59980"/>
            <p:cNvSpPr/>
            <p:nvPr/>
          </p:nvSpPr>
          <p:spPr>
            <a:xfrm>
              <a:off x="8987335" y="205066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1" name="pt59981"/>
            <p:cNvSpPr/>
            <p:nvPr/>
          </p:nvSpPr>
          <p:spPr>
            <a:xfrm>
              <a:off x="9321732" y="21684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2" name="pt59982"/>
            <p:cNvSpPr/>
            <p:nvPr/>
          </p:nvSpPr>
          <p:spPr>
            <a:xfrm>
              <a:off x="9034193" y="17954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3" name="pt59983"/>
            <p:cNvSpPr/>
            <p:nvPr/>
          </p:nvSpPr>
          <p:spPr>
            <a:xfrm>
              <a:off x="9115383" y="213984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4" name="pt59984"/>
            <p:cNvSpPr/>
            <p:nvPr/>
          </p:nvSpPr>
          <p:spPr>
            <a:xfrm>
              <a:off x="8738867" y="205299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5" name="pt59985"/>
            <p:cNvSpPr/>
            <p:nvPr/>
          </p:nvSpPr>
          <p:spPr>
            <a:xfrm>
              <a:off x="9031610" y="18697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6" name="pt59986"/>
            <p:cNvSpPr/>
            <p:nvPr/>
          </p:nvSpPr>
          <p:spPr>
            <a:xfrm>
              <a:off x="8864906" y="19515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7" name="pt59987"/>
            <p:cNvSpPr/>
            <p:nvPr/>
          </p:nvSpPr>
          <p:spPr>
            <a:xfrm>
              <a:off x="8312152" y="24603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8" name="pt59988"/>
            <p:cNvSpPr/>
            <p:nvPr/>
          </p:nvSpPr>
          <p:spPr>
            <a:xfrm>
              <a:off x="9068885" y="19878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9" name="pt59989"/>
            <p:cNvSpPr/>
            <p:nvPr/>
          </p:nvSpPr>
          <p:spPr>
            <a:xfrm>
              <a:off x="8431181" y="24470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0" name="pt59990"/>
            <p:cNvSpPr/>
            <p:nvPr/>
          </p:nvSpPr>
          <p:spPr>
            <a:xfrm>
              <a:off x="8679650" y="246157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1" name="pt59991"/>
            <p:cNvSpPr/>
            <p:nvPr/>
          </p:nvSpPr>
          <p:spPr>
            <a:xfrm>
              <a:off x="8550210" y="25372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2" name="pt59992"/>
            <p:cNvSpPr/>
            <p:nvPr/>
          </p:nvSpPr>
          <p:spPr>
            <a:xfrm>
              <a:off x="8834965" y="20816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3" name="pt59993"/>
            <p:cNvSpPr/>
            <p:nvPr/>
          </p:nvSpPr>
          <p:spPr>
            <a:xfrm>
              <a:off x="8381780" y="248315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4" name="pt59994"/>
            <p:cNvSpPr/>
            <p:nvPr/>
          </p:nvSpPr>
          <p:spPr>
            <a:xfrm>
              <a:off x="8745877" y="21889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5" name="pt59995"/>
            <p:cNvSpPr/>
            <p:nvPr/>
          </p:nvSpPr>
          <p:spPr>
            <a:xfrm>
              <a:off x="8982209" y="200027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6" name="pt59996"/>
            <p:cNvSpPr/>
            <p:nvPr/>
          </p:nvSpPr>
          <p:spPr>
            <a:xfrm>
              <a:off x="8980466" y="203060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7" name="pt59997"/>
            <p:cNvSpPr/>
            <p:nvPr/>
          </p:nvSpPr>
          <p:spPr>
            <a:xfrm>
              <a:off x="8500809" y="27136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8" name="pt59998"/>
            <p:cNvSpPr/>
            <p:nvPr/>
          </p:nvSpPr>
          <p:spPr>
            <a:xfrm>
              <a:off x="9199552" y="180049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9" name="pt59999"/>
            <p:cNvSpPr/>
            <p:nvPr/>
          </p:nvSpPr>
          <p:spPr>
            <a:xfrm>
              <a:off x="8550210" y="262738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0" name="pt60000"/>
            <p:cNvSpPr/>
            <p:nvPr/>
          </p:nvSpPr>
          <p:spPr>
            <a:xfrm>
              <a:off x="8771364" y="22432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1" name="pt60001"/>
            <p:cNvSpPr/>
            <p:nvPr/>
          </p:nvSpPr>
          <p:spPr>
            <a:xfrm>
              <a:off x="8469500" y="24385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2" name="pt60002"/>
            <p:cNvSpPr/>
            <p:nvPr/>
          </p:nvSpPr>
          <p:spPr>
            <a:xfrm>
              <a:off x="9187390" y="229620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3" name="pt60003"/>
            <p:cNvSpPr/>
            <p:nvPr/>
          </p:nvSpPr>
          <p:spPr>
            <a:xfrm>
              <a:off x="9018082" y="122114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4" name="pt60004"/>
            <p:cNvSpPr/>
            <p:nvPr/>
          </p:nvSpPr>
          <p:spPr>
            <a:xfrm>
              <a:off x="9104672" y="22777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5" name="pt60005"/>
            <p:cNvSpPr/>
            <p:nvPr/>
          </p:nvSpPr>
          <p:spPr>
            <a:xfrm>
              <a:off x="8842954" y="21315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6" name="pt60006"/>
            <p:cNvSpPr/>
            <p:nvPr/>
          </p:nvSpPr>
          <p:spPr>
            <a:xfrm>
              <a:off x="9068885" y="17680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7" name="pt60007"/>
            <p:cNvSpPr/>
            <p:nvPr/>
          </p:nvSpPr>
          <p:spPr>
            <a:xfrm>
              <a:off x="8917708" y="205635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8" name="pt60008"/>
            <p:cNvSpPr/>
            <p:nvPr/>
          </p:nvSpPr>
          <p:spPr>
            <a:xfrm>
              <a:off x="9181514" y="232403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9" name="pt60009"/>
            <p:cNvSpPr/>
            <p:nvPr/>
          </p:nvSpPr>
          <p:spPr>
            <a:xfrm>
              <a:off x="8500809" y="25319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0" name="pt60010"/>
            <p:cNvSpPr/>
            <p:nvPr/>
          </p:nvSpPr>
          <p:spPr>
            <a:xfrm>
              <a:off x="9732410" y="229121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1" name="pt60011"/>
            <p:cNvSpPr/>
            <p:nvPr/>
          </p:nvSpPr>
          <p:spPr>
            <a:xfrm>
              <a:off x="8782816" y="207628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2" name="pt60012"/>
            <p:cNvSpPr/>
            <p:nvPr/>
          </p:nvSpPr>
          <p:spPr>
            <a:xfrm>
              <a:off x="8588529" y="23025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3" name="pt60013"/>
            <p:cNvSpPr/>
            <p:nvPr/>
          </p:nvSpPr>
          <p:spPr>
            <a:xfrm>
              <a:off x="8707558" y="216645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4" name="pt60014"/>
            <p:cNvSpPr/>
            <p:nvPr/>
          </p:nvSpPr>
          <p:spPr>
            <a:xfrm>
              <a:off x="9020874" y="165811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5" name="pt60015"/>
            <p:cNvSpPr/>
            <p:nvPr/>
          </p:nvSpPr>
          <p:spPr>
            <a:xfrm>
              <a:off x="9421732" y="183852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6" name="pt60016"/>
            <p:cNvSpPr/>
            <p:nvPr/>
          </p:nvSpPr>
          <p:spPr>
            <a:xfrm>
              <a:off x="8793552" y="233129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7" name="pt60017"/>
            <p:cNvSpPr/>
            <p:nvPr/>
          </p:nvSpPr>
          <p:spPr>
            <a:xfrm>
              <a:off x="9367432" y="198861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8" name="pt60018"/>
            <p:cNvSpPr/>
            <p:nvPr/>
          </p:nvSpPr>
          <p:spPr>
            <a:xfrm>
              <a:off x="9123951" y="200868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9" name="pt60019"/>
            <p:cNvSpPr/>
            <p:nvPr/>
          </p:nvSpPr>
          <p:spPr>
            <a:xfrm>
              <a:off x="8707558" y="227714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0" name="pt60020"/>
            <p:cNvSpPr/>
            <p:nvPr/>
          </p:nvSpPr>
          <p:spPr>
            <a:xfrm>
              <a:off x="8830827" y="18178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1" name="pt60021"/>
            <p:cNvSpPr/>
            <p:nvPr/>
          </p:nvSpPr>
          <p:spPr>
            <a:xfrm>
              <a:off x="8947749" y="21094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2" name="pt60022"/>
            <p:cNvSpPr/>
            <p:nvPr/>
          </p:nvSpPr>
          <p:spPr>
            <a:xfrm>
              <a:off x="8469500" y="241619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3" name="pt60023"/>
            <p:cNvSpPr/>
            <p:nvPr/>
          </p:nvSpPr>
          <p:spPr>
            <a:xfrm>
              <a:off x="8932228" y="18906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4" name="pt60024"/>
            <p:cNvSpPr/>
            <p:nvPr/>
          </p:nvSpPr>
          <p:spPr>
            <a:xfrm>
              <a:off x="8431181" y="243383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5" name="pt60025"/>
            <p:cNvSpPr/>
            <p:nvPr/>
          </p:nvSpPr>
          <p:spPr>
            <a:xfrm>
              <a:off x="9421732" y="1998163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6" name="pt60026"/>
            <p:cNvSpPr/>
            <p:nvPr/>
          </p:nvSpPr>
          <p:spPr>
            <a:xfrm>
              <a:off x="8723925" y="231774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7" name="pt60027"/>
            <p:cNvSpPr/>
            <p:nvPr/>
          </p:nvSpPr>
          <p:spPr>
            <a:xfrm>
              <a:off x="9227900" y="204724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8" name="pt60028"/>
            <p:cNvSpPr/>
            <p:nvPr/>
          </p:nvSpPr>
          <p:spPr>
            <a:xfrm>
              <a:off x="8588529" y="232197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9" name="pt60029"/>
            <p:cNvSpPr/>
            <p:nvPr/>
          </p:nvSpPr>
          <p:spPr>
            <a:xfrm>
              <a:off x="8738867" y="214405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0" name="pt60030"/>
            <p:cNvSpPr/>
            <p:nvPr/>
          </p:nvSpPr>
          <p:spPr>
            <a:xfrm>
              <a:off x="8890393" y="201773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1" name="pt60031"/>
            <p:cNvSpPr/>
            <p:nvPr/>
          </p:nvSpPr>
          <p:spPr>
            <a:xfrm>
              <a:off x="9098616" y="211887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2" name="pt60032"/>
            <p:cNvSpPr/>
            <p:nvPr/>
          </p:nvSpPr>
          <p:spPr>
            <a:xfrm>
              <a:off x="9071998" y="18310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3" name="pt60033"/>
            <p:cNvSpPr/>
            <p:nvPr/>
          </p:nvSpPr>
          <p:spPr>
            <a:xfrm>
              <a:off x="9147356" y="213872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4" name="pt60034"/>
            <p:cNvSpPr/>
            <p:nvPr/>
          </p:nvSpPr>
          <p:spPr>
            <a:xfrm>
              <a:off x="8864906" y="182593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5" name="pt60035"/>
            <p:cNvSpPr/>
            <p:nvPr/>
          </p:nvSpPr>
          <p:spPr>
            <a:xfrm>
              <a:off x="8861436" y="192133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6" name="pt60036"/>
            <p:cNvSpPr/>
            <p:nvPr/>
          </p:nvSpPr>
          <p:spPr>
            <a:xfrm>
              <a:off x="8901845" y="219081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7" name="pt60037"/>
            <p:cNvSpPr/>
            <p:nvPr/>
          </p:nvSpPr>
          <p:spPr>
            <a:xfrm>
              <a:off x="8469500" y="225309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8" name="pt60038"/>
            <p:cNvSpPr/>
            <p:nvPr/>
          </p:nvSpPr>
          <p:spPr>
            <a:xfrm>
              <a:off x="9031610" y="185509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9" name="pt60039"/>
            <p:cNvSpPr/>
            <p:nvPr/>
          </p:nvSpPr>
          <p:spPr>
            <a:xfrm>
              <a:off x="8920215" y="216151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0" name="pt60040"/>
            <p:cNvSpPr/>
            <p:nvPr/>
          </p:nvSpPr>
          <p:spPr>
            <a:xfrm>
              <a:off x="8570436" y="238855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1" name="pt60041"/>
            <p:cNvSpPr/>
            <p:nvPr/>
          </p:nvSpPr>
          <p:spPr>
            <a:xfrm>
              <a:off x="9654477" y="1741668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2" name="pt60042"/>
            <p:cNvSpPr/>
            <p:nvPr/>
          </p:nvSpPr>
          <p:spPr>
            <a:xfrm>
              <a:off x="8500809" y="27238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3" name="pt60043"/>
            <p:cNvSpPr/>
            <p:nvPr/>
          </p:nvSpPr>
          <p:spPr>
            <a:xfrm>
              <a:off x="8932228" y="187401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4" name="pt60044"/>
            <p:cNvSpPr/>
            <p:nvPr/>
          </p:nvSpPr>
          <p:spPr>
            <a:xfrm>
              <a:off x="8759093" y="2162169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5" name="pt60045"/>
            <p:cNvSpPr/>
            <p:nvPr/>
          </p:nvSpPr>
          <p:spPr>
            <a:xfrm>
              <a:off x="9146692" y="2100564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6" name="pt60046"/>
            <p:cNvSpPr/>
            <p:nvPr/>
          </p:nvSpPr>
          <p:spPr>
            <a:xfrm>
              <a:off x="8500809" y="271076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7" name="pt60047"/>
            <p:cNvSpPr/>
            <p:nvPr/>
          </p:nvSpPr>
          <p:spPr>
            <a:xfrm>
              <a:off x="8588529" y="2461000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8" name="pt60048"/>
            <p:cNvSpPr/>
            <p:nvPr/>
          </p:nvSpPr>
          <p:spPr>
            <a:xfrm>
              <a:off x="9356998" y="201421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9" name="pt60049"/>
            <p:cNvSpPr/>
            <p:nvPr/>
          </p:nvSpPr>
          <p:spPr>
            <a:xfrm>
              <a:off x="8527280" y="257143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0" name="pt60050"/>
            <p:cNvSpPr/>
            <p:nvPr/>
          </p:nvSpPr>
          <p:spPr>
            <a:xfrm>
              <a:off x="8469500" y="238437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1" name="pt60051"/>
            <p:cNvSpPr/>
            <p:nvPr/>
          </p:nvSpPr>
          <p:spPr>
            <a:xfrm>
              <a:off x="9356998" y="2107122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2" name="pt60052"/>
            <p:cNvSpPr/>
            <p:nvPr/>
          </p:nvSpPr>
          <p:spPr>
            <a:xfrm>
              <a:off x="9185276" y="2259647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3" name="pt60053"/>
            <p:cNvSpPr/>
            <p:nvPr/>
          </p:nvSpPr>
          <p:spPr>
            <a:xfrm>
              <a:off x="9329710" y="207962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4" name="pt60054"/>
            <p:cNvSpPr/>
            <p:nvPr/>
          </p:nvSpPr>
          <p:spPr>
            <a:xfrm>
              <a:off x="9068885" y="1827451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5" name="pt60055"/>
            <p:cNvSpPr/>
            <p:nvPr/>
          </p:nvSpPr>
          <p:spPr>
            <a:xfrm>
              <a:off x="9522221" y="1892626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6" name="pt60056"/>
            <p:cNvSpPr/>
            <p:nvPr/>
          </p:nvSpPr>
          <p:spPr>
            <a:xfrm>
              <a:off x="8570436" y="2525705"/>
              <a:ext cx="17667" cy="17667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8181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7" name="pl60057"/>
            <p:cNvSpPr/>
            <p:nvPr/>
          </p:nvSpPr>
          <p:spPr>
            <a:xfrm>
              <a:off x="8320986" y="1936857"/>
              <a:ext cx="1666175" cy="846915"/>
            </a:xfrm>
            <a:custGeom>
              <a:avLst/>
              <a:pathLst>
                <a:path w="1666175" h="846915">
                  <a:moveTo>
                    <a:pt x="0" y="535932"/>
                  </a:moveTo>
                  <a:lnTo>
                    <a:pt x="21090" y="529552"/>
                  </a:lnTo>
                  <a:lnTo>
                    <a:pt x="42181" y="523107"/>
                  </a:lnTo>
                  <a:lnTo>
                    <a:pt x="63272" y="516534"/>
                  </a:lnTo>
                  <a:lnTo>
                    <a:pt x="84363" y="509768"/>
                  </a:lnTo>
                  <a:lnTo>
                    <a:pt x="105454" y="502745"/>
                  </a:lnTo>
                  <a:lnTo>
                    <a:pt x="126544" y="495401"/>
                  </a:lnTo>
                  <a:lnTo>
                    <a:pt x="147635" y="487671"/>
                  </a:lnTo>
                  <a:lnTo>
                    <a:pt x="168726" y="479492"/>
                  </a:lnTo>
                  <a:lnTo>
                    <a:pt x="189817" y="470799"/>
                  </a:lnTo>
                  <a:lnTo>
                    <a:pt x="210908" y="461528"/>
                  </a:lnTo>
                  <a:lnTo>
                    <a:pt x="231999" y="451615"/>
                  </a:lnTo>
                  <a:lnTo>
                    <a:pt x="253089" y="440995"/>
                  </a:lnTo>
                  <a:lnTo>
                    <a:pt x="274180" y="429604"/>
                  </a:lnTo>
                  <a:lnTo>
                    <a:pt x="295271" y="417379"/>
                  </a:lnTo>
                  <a:lnTo>
                    <a:pt x="316362" y="404254"/>
                  </a:lnTo>
                  <a:lnTo>
                    <a:pt x="337453" y="390165"/>
                  </a:lnTo>
                  <a:lnTo>
                    <a:pt x="358544" y="375049"/>
                  </a:lnTo>
                  <a:lnTo>
                    <a:pt x="379634" y="358841"/>
                  </a:lnTo>
                  <a:lnTo>
                    <a:pt x="400725" y="341477"/>
                  </a:lnTo>
                  <a:lnTo>
                    <a:pt x="421816" y="322892"/>
                  </a:lnTo>
                  <a:lnTo>
                    <a:pt x="442907" y="303023"/>
                  </a:lnTo>
                  <a:lnTo>
                    <a:pt x="463998" y="281804"/>
                  </a:lnTo>
                  <a:lnTo>
                    <a:pt x="485089" y="259173"/>
                  </a:lnTo>
                  <a:lnTo>
                    <a:pt x="506179" y="235064"/>
                  </a:lnTo>
                  <a:lnTo>
                    <a:pt x="527270" y="209474"/>
                  </a:lnTo>
                  <a:lnTo>
                    <a:pt x="548361" y="182615"/>
                  </a:lnTo>
                  <a:lnTo>
                    <a:pt x="569452" y="154753"/>
                  </a:lnTo>
                  <a:lnTo>
                    <a:pt x="590543" y="126152"/>
                  </a:lnTo>
                  <a:lnTo>
                    <a:pt x="611634" y="97079"/>
                  </a:lnTo>
                  <a:lnTo>
                    <a:pt x="632724" y="67797"/>
                  </a:lnTo>
                  <a:lnTo>
                    <a:pt x="653815" y="39237"/>
                  </a:lnTo>
                  <a:lnTo>
                    <a:pt x="674906" y="15282"/>
                  </a:lnTo>
                  <a:lnTo>
                    <a:pt x="695997" y="635"/>
                  </a:lnTo>
                  <a:lnTo>
                    <a:pt x="717088" y="0"/>
                  </a:lnTo>
                  <a:lnTo>
                    <a:pt x="738179" y="17560"/>
                  </a:lnTo>
                  <a:lnTo>
                    <a:pt x="759269" y="49224"/>
                  </a:lnTo>
                  <a:lnTo>
                    <a:pt x="780360" y="84277"/>
                  </a:lnTo>
                  <a:lnTo>
                    <a:pt x="801451" y="111822"/>
                  </a:lnTo>
                  <a:lnTo>
                    <a:pt x="822542" y="124809"/>
                  </a:lnTo>
                  <a:lnTo>
                    <a:pt x="843633" y="126183"/>
                  </a:lnTo>
                  <a:lnTo>
                    <a:pt x="864724" y="120492"/>
                  </a:lnTo>
                  <a:lnTo>
                    <a:pt x="885814" y="112282"/>
                  </a:lnTo>
                  <a:lnTo>
                    <a:pt x="906905" y="105306"/>
                  </a:lnTo>
                  <a:lnTo>
                    <a:pt x="927996" y="101036"/>
                  </a:lnTo>
                  <a:lnTo>
                    <a:pt x="949087" y="100541"/>
                  </a:lnTo>
                  <a:lnTo>
                    <a:pt x="970178" y="104886"/>
                  </a:lnTo>
                  <a:lnTo>
                    <a:pt x="991268" y="114457"/>
                  </a:lnTo>
                  <a:lnTo>
                    <a:pt x="1012359" y="127808"/>
                  </a:lnTo>
                  <a:lnTo>
                    <a:pt x="1033450" y="143191"/>
                  </a:lnTo>
                  <a:lnTo>
                    <a:pt x="1054541" y="158858"/>
                  </a:lnTo>
                  <a:lnTo>
                    <a:pt x="1075632" y="173063"/>
                  </a:lnTo>
                  <a:lnTo>
                    <a:pt x="1096723" y="184085"/>
                  </a:lnTo>
                  <a:lnTo>
                    <a:pt x="1117813" y="191373"/>
                  </a:lnTo>
                  <a:lnTo>
                    <a:pt x="1138904" y="195930"/>
                  </a:lnTo>
                  <a:lnTo>
                    <a:pt x="1159995" y="198866"/>
                  </a:lnTo>
                  <a:lnTo>
                    <a:pt x="1181086" y="201290"/>
                  </a:lnTo>
                  <a:lnTo>
                    <a:pt x="1202177" y="204315"/>
                  </a:lnTo>
                  <a:lnTo>
                    <a:pt x="1223268" y="209049"/>
                  </a:lnTo>
                  <a:lnTo>
                    <a:pt x="1244358" y="216583"/>
                  </a:lnTo>
                  <a:lnTo>
                    <a:pt x="1265449" y="227430"/>
                  </a:lnTo>
                  <a:lnTo>
                    <a:pt x="1286540" y="241457"/>
                  </a:lnTo>
                  <a:lnTo>
                    <a:pt x="1307631" y="258496"/>
                  </a:lnTo>
                  <a:lnTo>
                    <a:pt x="1328722" y="278381"/>
                  </a:lnTo>
                  <a:lnTo>
                    <a:pt x="1349813" y="300943"/>
                  </a:lnTo>
                  <a:lnTo>
                    <a:pt x="1370903" y="326016"/>
                  </a:lnTo>
                  <a:lnTo>
                    <a:pt x="1391994" y="353433"/>
                  </a:lnTo>
                  <a:lnTo>
                    <a:pt x="1413085" y="383024"/>
                  </a:lnTo>
                  <a:lnTo>
                    <a:pt x="1434176" y="414625"/>
                  </a:lnTo>
                  <a:lnTo>
                    <a:pt x="1455267" y="448066"/>
                  </a:lnTo>
                  <a:lnTo>
                    <a:pt x="1476358" y="483181"/>
                  </a:lnTo>
                  <a:lnTo>
                    <a:pt x="1497448" y="519802"/>
                  </a:lnTo>
                  <a:lnTo>
                    <a:pt x="1518539" y="557763"/>
                  </a:lnTo>
                  <a:lnTo>
                    <a:pt x="1539630" y="596894"/>
                  </a:lnTo>
                  <a:lnTo>
                    <a:pt x="1560721" y="637030"/>
                  </a:lnTo>
                  <a:lnTo>
                    <a:pt x="1581812" y="678003"/>
                  </a:lnTo>
                  <a:lnTo>
                    <a:pt x="1602903" y="719645"/>
                  </a:lnTo>
                  <a:lnTo>
                    <a:pt x="1623993" y="761790"/>
                  </a:lnTo>
                  <a:lnTo>
                    <a:pt x="1645084" y="804269"/>
                  </a:lnTo>
                  <a:lnTo>
                    <a:pt x="1666175" y="846915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8" name="tx60058"/>
            <p:cNvSpPr/>
            <p:nvPr/>
          </p:nvSpPr>
          <p:spPr>
            <a:xfrm>
              <a:off x="4496175" y="909502"/>
              <a:ext cx="135514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Accumulated warming</a:t>
              </a:r>
            </a:p>
          </p:txBody>
        </p:sp>
        <p:sp>
          <p:nvSpPr>
            <p:cNvPr id="60059" name="tx60059"/>
            <p:cNvSpPr/>
            <p:nvPr/>
          </p:nvSpPr>
          <p:spPr>
            <a:xfrm>
              <a:off x="6392231" y="909502"/>
              <a:ext cx="1058875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Annual variability</a:t>
              </a:r>
            </a:p>
          </p:txBody>
        </p:sp>
        <p:sp>
          <p:nvSpPr>
            <p:cNvPr id="60060" name="tx60060"/>
            <p:cNvSpPr/>
            <p:nvPr/>
          </p:nvSpPr>
          <p:spPr>
            <a:xfrm>
              <a:off x="8288287" y="909502"/>
              <a:ext cx="78373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Survey effort</a:t>
              </a:r>
            </a:p>
          </p:txBody>
        </p:sp>
        <p:sp>
          <p:nvSpPr>
            <p:cNvPr id="60061" name="pl60061"/>
            <p:cNvSpPr/>
            <p:nvPr/>
          </p:nvSpPr>
          <p:spPr>
            <a:xfrm>
              <a:off x="4445565" y="3211661"/>
              <a:ext cx="1832793" cy="0"/>
            </a:xfrm>
            <a:custGeom>
              <a:avLst/>
              <a:pathLst>
                <a:path w="1832793" h="0">
                  <a:moveTo>
                    <a:pt x="0" y="0"/>
                  </a:moveTo>
                  <a:lnTo>
                    <a:pt x="1832793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2" name="pl60062"/>
            <p:cNvSpPr/>
            <p:nvPr/>
          </p:nvSpPr>
          <p:spPr>
            <a:xfrm>
              <a:off x="4453007" y="321166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3" name="pl60063"/>
            <p:cNvSpPr/>
            <p:nvPr/>
          </p:nvSpPr>
          <p:spPr>
            <a:xfrm>
              <a:off x="4943567" y="321166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4" name="pl60064"/>
            <p:cNvSpPr/>
            <p:nvPr/>
          </p:nvSpPr>
          <p:spPr>
            <a:xfrm>
              <a:off x="5434127" y="321166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5" name="pl60065"/>
            <p:cNvSpPr/>
            <p:nvPr/>
          </p:nvSpPr>
          <p:spPr>
            <a:xfrm>
              <a:off x="5924688" y="321166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6" name="tx60066"/>
            <p:cNvSpPr/>
            <p:nvPr/>
          </p:nvSpPr>
          <p:spPr>
            <a:xfrm>
              <a:off x="4407836" y="3268597"/>
              <a:ext cx="9034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-4</a:t>
              </a:r>
            </a:p>
          </p:txBody>
        </p:sp>
        <p:sp>
          <p:nvSpPr>
            <p:cNvPr id="60067" name="tx60067"/>
            <p:cNvSpPr/>
            <p:nvPr/>
          </p:nvSpPr>
          <p:spPr>
            <a:xfrm>
              <a:off x="4898396" y="3268597"/>
              <a:ext cx="9034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60068" name="tx60068"/>
            <p:cNvSpPr/>
            <p:nvPr/>
          </p:nvSpPr>
          <p:spPr>
            <a:xfrm>
              <a:off x="5405872" y="3268597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0069" name="tx60069"/>
            <p:cNvSpPr/>
            <p:nvPr/>
          </p:nvSpPr>
          <p:spPr>
            <a:xfrm>
              <a:off x="5896433" y="3268597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070" name="pl60070"/>
            <p:cNvSpPr/>
            <p:nvPr/>
          </p:nvSpPr>
          <p:spPr>
            <a:xfrm>
              <a:off x="6341621" y="3211661"/>
              <a:ext cx="1832793" cy="0"/>
            </a:xfrm>
            <a:custGeom>
              <a:avLst/>
              <a:pathLst>
                <a:path w="1832793" h="0">
                  <a:moveTo>
                    <a:pt x="0" y="0"/>
                  </a:moveTo>
                  <a:lnTo>
                    <a:pt x="1832793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1" name="pl60071"/>
            <p:cNvSpPr/>
            <p:nvPr/>
          </p:nvSpPr>
          <p:spPr>
            <a:xfrm>
              <a:off x="6731964" y="321166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2" name="pl60072"/>
            <p:cNvSpPr/>
            <p:nvPr/>
          </p:nvSpPr>
          <p:spPr>
            <a:xfrm>
              <a:off x="7138264" y="321166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3" name="pl60073"/>
            <p:cNvSpPr/>
            <p:nvPr/>
          </p:nvSpPr>
          <p:spPr>
            <a:xfrm>
              <a:off x="7544565" y="321166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4" name="pl60074"/>
            <p:cNvSpPr/>
            <p:nvPr/>
          </p:nvSpPr>
          <p:spPr>
            <a:xfrm>
              <a:off x="7950865" y="321166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5" name="tx60075"/>
            <p:cNvSpPr/>
            <p:nvPr/>
          </p:nvSpPr>
          <p:spPr>
            <a:xfrm>
              <a:off x="6644410" y="3268597"/>
              <a:ext cx="17510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60076" name="tx60076"/>
            <p:cNvSpPr/>
            <p:nvPr/>
          </p:nvSpPr>
          <p:spPr>
            <a:xfrm>
              <a:off x="7067627" y="326859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60077" name="tx60077"/>
            <p:cNvSpPr/>
            <p:nvPr/>
          </p:nvSpPr>
          <p:spPr>
            <a:xfrm>
              <a:off x="7473927" y="326859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60078" name="tx60078"/>
            <p:cNvSpPr/>
            <p:nvPr/>
          </p:nvSpPr>
          <p:spPr>
            <a:xfrm>
              <a:off x="7880228" y="326859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60079" name="pl60079"/>
            <p:cNvSpPr/>
            <p:nvPr/>
          </p:nvSpPr>
          <p:spPr>
            <a:xfrm>
              <a:off x="8237677" y="3211661"/>
              <a:ext cx="1832793" cy="0"/>
            </a:xfrm>
            <a:custGeom>
              <a:avLst/>
              <a:pathLst>
                <a:path w="1832793" h="0">
                  <a:moveTo>
                    <a:pt x="0" y="0"/>
                  </a:moveTo>
                  <a:lnTo>
                    <a:pt x="1832793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0" name="pl60080"/>
            <p:cNvSpPr/>
            <p:nvPr/>
          </p:nvSpPr>
          <p:spPr>
            <a:xfrm>
              <a:off x="8579844" y="321166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1" name="pl60081"/>
            <p:cNvSpPr/>
            <p:nvPr/>
          </p:nvSpPr>
          <p:spPr>
            <a:xfrm>
              <a:off x="8927903" y="321166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2" name="pl60082"/>
            <p:cNvSpPr/>
            <p:nvPr/>
          </p:nvSpPr>
          <p:spPr>
            <a:xfrm>
              <a:off x="9275962" y="321166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3" name="pl60083"/>
            <p:cNvSpPr/>
            <p:nvPr/>
          </p:nvSpPr>
          <p:spPr>
            <a:xfrm>
              <a:off x="9624021" y="321166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4" name="pl60084"/>
            <p:cNvSpPr/>
            <p:nvPr/>
          </p:nvSpPr>
          <p:spPr>
            <a:xfrm>
              <a:off x="9972080" y="321166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5" name="tx60085"/>
            <p:cNvSpPr/>
            <p:nvPr/>
          </p:nvSpPr>
          <p:spPr>
            <a:xfrm>
              <a:off x="8534673" y="3268597"/>
              <a:ext cx="9034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60086" name="tx60086"/>
            <p:cNvSpPr/>
            <p:nvPr/>
          </p:nvSpPr>
          <p:spPr>
            <a:xfrm>
              <a:off x="8899648" y="3268597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0087" name="tx60087"/>
            <p:cNvSpPr/>
            <p:nvPr/>
          </p:nvSpPr>
          <p:spPr>
            <a:xfrm>
              <a:off x="9247707" y="3268597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0088" name="tx60088"/>
            <p:cNvSpPr/>
            <p:nvPr/>
          </p:nvSpPr>
          <p:spPr>
            <a:xfrm>
              <a:off x="9595766" y="3268597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089" name="tx60089"/>
            <p:cNvSpPr/>
            <p:nvPr/>
          </p:nvSpPr>
          <p:spPr>
            <a:xfrm>
              <a:off x="9943825" y="3268597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60090" name="pl60090"/>
            <p:cNvSpPr/>
            <p:nvPr/>
          </p:nvSpPr>
          <p:spPr>
            <a:xfrm>
              <a:off x="4445565" y="1064445"/>
              <a:ext cx="0" cy="2147216"/>
            </a:xfrm>
            <a:custGeom>
              <a:avLst/>
              <a:pathLst>
                <a:path w="0" h="2147216">
                  <a:moveTo>
                    <a:pt x="0" y="2147216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1" name="tx60091"/>
            <p:cNvSpPr/>
            <p:nvPr/>
          </p:nvSpPr>
          <p:spPr>
            <a:xfrm>
              <a:off x="4298286" y="3121208"/>
              <a:ext cx="9034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60092" name="tx60092"/>
            <p:cNvSpPr/>
            <p:nvPr/>
          </p:nvSpPr>
          <p:spPr>
            <a:xfrm>
              <a:off x="4298286" y="2601481"/>
              <a:ext cx="9034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60093" name="tx60093"/>
            <p:cNvSpPr/>
            <p:nvPr/>
          </p:nvSpPr>
          <p:spPr>
            <a:xfrm>
              <a:off x="4332119" y="2081754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0094" name="tx60094"/>
            <p:cNvSpPr/>
            <p:nvPr/>
          </p:nvSpPr>
          <p:spPr>
            <a:xfrm>
              <a:off x="4332119" y="1562027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0095" name="tx60095"/>
            <p:cNvSpPr/>
            <p:nvPr/>
          </p:nvSpPr>
          <p:spPr>
            <a:xfrm>
              <a:off x="4332119" y="1042300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096" name="pl60096"/>
            <p:cNvSpPr/>
            <p:nvPr/>
          </p:nvSpPr>
          <p:spPr>
            <a:xfrm>
              <a:off x="4413934" y="315760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7" name="pl60097"/>
            <p:cNvSpPr/>
            <p:nvPr/>
          </p:nvSpPr>
          <p:spPr>
            <a:xfrm>
              <a:off x="4413934" y="263787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8" name="pl60098"/>
            <p:cNvSpPr/>
            <p:nvPr/>
          </p:nvSpPr>
          <p:spPr>
            <a:xfrm>
              <a:off x="4413934" y="211814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9" name="pl60099"/>
            <p:cNvSpPr/>
            <p:nvPr/>
          </p:nvSpPr>
          <p:spPr>
            <a:xfrm>
              <a:off x="4413934" y="159842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0" name="pl60100"/>
            <p:cNvSpPr/>
            <p:nvPr/>
          </p:nvSpPr>
          <p:spPr>
            <a:xfrm>
              <a:off x="4413934" y="107869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1" name="tx60101"/>
            <p:cNvSpPr/>
            <p:nvPr/>
          </p:nvSpPr>
          <p:spPr>
            <a:xfrm>
              <a:off x="6618669" y="3394412"/>
              <a:ext cx="127869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Standardised predictor</a:t>
              </a:r>
            </a:p>
          </p:txBody>
        </p:sp>
        <p:sp>
          <p:nvSpPr>
            <p:cNvPr id="60102" name="tx60102"/>
            <p:cNvSpPr/>
            <p:nvPr/>
          </p:nvSpPr>
          <p:spPr>
            <a:xfrm rot="-5400000">
              <a:off x="3372783" y="2092561"/>
              <a:ext cx="164335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SHAP contribution (log-odds)</a:t>
              </a:r>
            </a:p>
          </p:txBody>
        </p:sp>
        <p:sp>
          <p:nvSpPr>
            <p:cNvPr id="60103" name="tx60103"/>
            <p:cNvSpPr/>
            <p:nvPr/>
          </p:nvSpPr>
          <p:spPr>
            <a:xfrm>
              <a:off x="4445565" y="674105"/>
              <a:ext cx="2509022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Monotone increasing for both warming and effort</a:t>
              </a:r>
            </a:p>
          </p:txBody>
        </p:sp>
        <p:sp>
          <p:nvSpPr>
            <p:cNvPr id="60104" name="tx60104"/>
            <p:cNvSpPr/>
            <p:nvPr/>
          </p:nvSpPr>
          <p:spPr>
            <a:xfrm>
              <a:off x="4445565" y="481363"/>
              <a:ext cx="83073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Dependence</a:t>
              </a:r>
            </a:p>
          </p:txBody>
        </p:sp>
        <p:sp>
          <p:nvSpPr>
            <p:cNvPr id="60105" name="tx60105"/>
            <p:cNvSpPr/>
            <p:nvPr/>
          </p:nvSpPr>
          <p:spPr>
            <a:xfrm>
              <a:off x="4048113" y="345757"/>
              <a:ext cx="100858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2026-10-13T22:19:52Z</dcterms:modified>
  <cp:category/>
</cp:coreProperties>
</file>